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rts/chart1.xml" ContentType="application/vnd.openxmlformats-officedocument.drawingml.chart+xml"/>
  <Override PartName="/ppt/theme/themeOverride1.xml" ContentType="application/vnd.openxmlformats-officedocument.themeOverr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charts/chart2.xml" ContentType="application/vnd.openxmlformats-officedocument.drawingml.chart+xml"/>
  <Override PartName="/ppt/theme/themeOverride2.xml" ContentType="application/vnd.openxmlformats-officedocument.themeOverr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1" r:id="rId1"/>
    <p:sldMasterId id="2147483740" r:id="rId2"/>
  </p:sldMasterIdLst>
  <p:notesMasterIdLst>
    <p:notesMasterId r:id="rId60"/>
  </p:notesMasterIdLst>
  <p:handoutMasterIdLst>
    <p:handoutMasterId r:id="rId61"/>
  </p:handoutMasterIdLst>
  <p:sldIdLst>
    <p:sldId id="3186" r:id="rId3"/>
    <p:sldId id="3228" r:id="rId4"/>
    <p:sldId id="3227" r:id="rId5"/>
    <p:sldId id="3190" r:id="rId6"/>
    <p:sldId id="3220" r:id="rId7"/>
    <p:sldId id="3222" r:id="rId8"/>
    <p:sldId id="3201" r:id="rId9"/>
    <p:sldId id="3229" r:id="rId10"/>
    <p:sldId id="3221" r:id="rId11"/>
    <p:sldId id="3192" r:id="rId12"/>
    <p:sldId id="3230" r:id="rId13"/>
    <p:sldId id="3223" r:id="rId14"/>
    <p:sldId id="3193" r:id="rId15"/>
    <p:sldId id="3231" r:id="rId16"/>
    <p:sldId id="3224" r:id="rId17"/>
    <p:sldId id="3202" r:id="rId18"/>
    <p:sldId id="3232" r:id="rId19"/>
    <p:sldId id="3225" r:id="rId20"/>
    <p:sldId id="3203" r:id="rId21"/>
    <p:sldId id="3233" r:id="rId22"/>
    <p:sldId id="3226" r:id="rId23"/>
    <p:sldId id="3004" r:id="rId24"/>
    <p:sldId id="3005" r:id="rId25"/>
    <p:sldId id="3008" r:id="rId26"/>
    <p:sldId id="3006" r:id="rId27"/>
    <p:sldId id="3007" r:id="rId28"/>
    <p:sldId id="2804" r:id="rId29"/>
    <p:sldId id="3160" r:id="rId30"/>
    <p:sldId id="3159" r:id="rId31"/>
    <p:sldId id="3009" r:id="rId32"/>
    <p:sldId id="3010" r:id="rId33"/>
    <p:sldId id="3012" r:id="rId34"/>
    <p:sldId id="3162" r:id="rId35"/>
    <p:sldId id="3017" r:id="rId36"/>
    <p:sldId id="3018" r:id="rId37"/>
    <p:sldId id="3019" r:id="rId38"/>
    <p:sldId id="2888" r:id="rId39"/>
    <p:sldId id="2889" r:id="rId40"/>
    <p:sldId id="3051" r:id="rId41"/>
    <p:sldId id="3158" r:id="rId42"/>
    <p:sldId id="2169" r:id="rId43"/>
    <p:sldId id="449" r:id="rId44"/>
    <p:sldId id="2174" r:id="rId45"/>
    <p:sldId id="3049" r:id="rId46"/>
    <p:sldId id="3050" r:id="rId47"/>
    <p:sldId id="454" r:id="rId48"/>
    <p:sldId id="3052" r:id="rId49"/>
    <p:sldId id="1848" r:id="rId50"/>
    <p:sldId id="1850" r:id="rId51"/>
    <p:sldId id="2966" r:id="rId52"/>
    <p:sldId id="2389" r:id="rId53"/>
    <p:sldId id="1891" r:id="rId54"/>
    <p:sldId id="2986" r:id="rId55"/>
    <p:sldId id="2989" r:id="rId56"/>
    <p:sldId id="2992" r:id="rId57"/>
    <p:sldId id="3169" r:id="rId58"/>
    <p:sldId id="3287" r:id="rId59"/>
  </p:sldIdLst>
  <p:sldSz cx="6858000" cy="9906000" type="A4"/>
  <p:notesSz cx="6858000" cy="994568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70" userDrawn="1">
          <p15:clr>
            <a:srgbClr val="A4A3A4"/>
          </p15:clr>
        </p15:guide>
        <p15:guide id="2" pos="278" userDrawn="1">
          <p15:clr>
            <a:srgbClr val="A4A3A4"/>
          </p15:clr>
        </p15:guide>
        <p15:guide id="4" orient="horz" pos="1306" userDrawn="1">
          <p15:clr>
            <a:srgbClr val="A4A3A4"/>
          </p15:clr>
        </p15:guide>
        <p15:guide id="6" orient="horz" pos="2122" userDrawn="1">
          <p15:clr>
            <a:srgbClr val="A4A3A4"/>
          </p15:clr>
        </p15:guide>
        <p15:guide id="7" orient="horz" pos="1033">
          <p15:clr>
            <a:srgbClr val="A4A3A4"/>
          </p15:clr>
        </p15:guide>
        <p15:guide id="8" orient="horz" pos="5819">
          <p15:clr>
            <a:srgbClr val="A4A3A4"/>
          </p15:clr>
        </p15:guide>
        <p15:guide id="9" pos="4042" userDrawn="1">
          <p15:clr>
            <a:srgbClr val="A4A3A4"/>
          </p15:clr>
        </p15:guide>
        <p15:guide id="10" orient="horz" pos="1850" userDrawn="1">
          <p15:clr>
            <a:srgbClr val="A4A3A4"/>
          </p15:clr>
        </p15:guide>
        <p15:guide id="11" orient="horz" pos="1102" userDrawn="1">
          <p15:clr>
            <a:srgbClr val="A4A3A4"/>
          </p15:clr>
        </p15:guide>
        <p15:guide id="12" orient="horz" pos="897" userDrawn="1">
          <p15:clr>
            <a:srgbClr val="A4A3A4"/>
          </p15:clr>
        </p15:guide>
        <p15:guide id="13" orient="horz" pos="55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3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yungha Lee" initials="BL" lastIdx="1" clrIdx="0">
    <p:extLst>
      <p:ext uri="{19B8F6BF-5375-455C-9EA6-DF929625EA0E}">
        <p15:presenceInfo xmlns:p15="http://schemas.microsoft.com/office/powerpoint/2012/main" userId="3b2cab5f2645b4e2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5E6E8"/>
    <a:srgbClr val="F6F6F6"/>
    <a:srgbClr val="EEEEF0"/>
    <a:srgbClr val="2D7CBD"/>
    <a:srgbClr val="0B57A2"/>
    <a:srgbClr val="7EA9D4"/>
    <a:srgbClr val="5A9BD5"/>
    <a:srgbClr val="1D3D7D"/>
    <a:srgbClr val="002060"/>
    <a:srgbClr val="0099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4580" autoAdjust="0"/>
    <p:restoredTop sz="86410" autoAdjust="0"/>
  </p:normalViewPr>
  <p:slideViewPr>
    <p:cSldViewPr>
      <p:cViewPr>
        <p:scale>
          <a:sx n="66" d="100"/>
          <a:sy n="66" d="100"/>
        </p:scale>
        <p:origin x="2016" y="-293"/>
      </p:cViewPr>
      <p:guideLst>
        <p:guide orient="horz" pos="1170"/>
        <p:guide pos="278"/>
        <p:guide orient="horz" pos="1306"/>
        <p:guide orient="horz" pos="2122"/>
        <p:guide orient="horz" pos="1033"/>
        <p:guide orient="horz" pos="5819"/>
        <p:guide pos="4042"/>
        <p:guide orient="horz" pos="1850"/>
        <p:guide orient="horz" pos="1102"/>
        <p:guide orient="horz" pos="897"/>
        <p:guide orient="horz" pos="557"/>
      </p:guideLst>
    </p:cSldViewPr>
  </p:slideViewPr>
  <p:outlineViewPr>
    <p:cViewPr>
      <p:scale>
        <a:sx n="25" d="100"/>
        <a:sy n="25" d="100"/>
      </p:scale>
      <p:origin x="0" y="-200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77" d="100"/>
          <a:sy n="77" d="100"/>
        </p:scale>
        <p:origin x="-4008" y="-114"/>
      </p:cViewPr>
      <p:guideLst>
        <p:guide orient="horz" pos="3133"/>
        <p:guide pos="2160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presProps" Target="pres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tableStyles" Target="tableStyles.xml"/><Relationship Id="rId5" Type="http://schemas.openxmlformats.org/officeDocument/2006/relationships/slide" Target="slides/slide3.xml"/><Relationship Id="rId61" Type="http://schemas.openxmlformats.org/officeDocument/2006/relationships/handoutMaster" Target="handoutMasters/handoutMaster1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viewProps" Target="view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notesMaster" Target="notesMasters/notesMaster1.xml"/><Relationship Id="rId65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.xlsx"/><Relationship Id="rId1" Type="http://schemas.openxmlformats.org/officeDocument/2006/relationships/themeOverride" Target="../theme/themeOverride1.xml"/></Relationships>
</file>

<file path=ppt/charts/_rels/chart2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1.xlsx"/><Relationship Id="rId1" Type="http://schemas.openxmlformats.org/officeDocument/2006/relationships/themeOverride" Target="../theme/themeOverrid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열1</c:v>
                </c:pt>
              </c:strCache>
            </c:strRef>
          </c:tx>
          <c:dPt>
            <c:idx val="0"/>
            <c:bubble3D val="0"/>
            <c:spPr>
              <a:solidFill>
                <a:srgbClr val="8AC6EB"/>
              </a:solidFill>
            </c:spPr>
            <c:extLst>
              <c:ext xmlns:c16="http://schemas.microsoft.com/office/drawing/2014/chart" uri="{C3380CC4-5D6E-409C-BE32-E72D297353CC}">
                <c16:uniqueId val="{00000001-FD1E-42B1-B47A-3062BCDAF086}"/>
              </c:ext>
            </c:extLst>
          </c:dPt>
          <c:dPt>
            <c:idx val="1"/>
            <c:bubble3D val="0"/>
            <c:spPr>
              <a:solidFill>
                <a:srgbClr val="3292CD"/>
              </a:solidFill>
            </c:spPr>
            <c:extLst>
              <c:ext xmlns:c16="http://schemas.microsoft.com/office/drawing/2014/chart" uri="{C3380CC4-5D6E-409C-BE32-E72D297353CC}">
                <c16:uniqueId val="{00000003-FD1E-42B1-B47A-3062BCDAF086}"/>
              </c:ext>
            </c:extLst>
          </c:dPt>
          <c:dPt>
            <c:idx val="2"/>
            <c:bubble3D val="0"/>
            <c:spPr>
              <a:solidFill>
                <a:srgbClr val="1B6392"/>
              </a:solidFill>
            </c:spPr>
            <c:extLst>
              <c:ext xmlns:c16="http://schemas.microsoft.com/office/drawing/2014/chart" uri="{C3380CC4-5D6E-409C-BE32-E72D297353CC}">
                <c16:uniqueId val="{00000005-FD1E-42B1-B47A-3062BCDAF086}"/>
              </c:ext>
            </c:extLst>
          </c:dPt>
          <c:dPt>
            <c:idx val="3"/>
            <c:bubble3D val="0"/>
            <c:spPr>
              <a:solidFill>
                <a:schemeClr val="tx1">
                  <a:lumMod val="20000"/>
                  <a:lumOff val="80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7-FD1E-42B1-B47A-3062BCDAF086}"/>
              </c:ext>
            </c:extLst>
          </c:dPt>
          <c:cat>
            <c:strRef>
              <c:f>Sheet1!$A$2:$A$6</c:f>
              <c:strCache>
                <c:ptCount val="4"/>
                <c:pt idx="0">
                  <c:v>특급</c:v>
                </c:pt>
                <c:pt idx="1">
                  <c:v>고급</c:v>
                </c:pt>
                <c:pt idx="2">
                  <c:v>중급</c:v>
                </c:pt>
                <c:pt idx="3">
                  <c:v>초급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110</c:v>
                </c:pt>
                <c:pt idx="1">
                  <c:v>48</c:v>
                </c:pt>
                <c:pt idx="2">
                  <c:v>39</c:v>
                </c:pt>
                <c:pt idx="3">
                  <c:v>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FD1E-42B1-B47A-3062BCDAF08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plotVisOnly val="1"/>
    <c:dispBlanksAs val="gap"/>
    <c:showDLblsOverMax val="0"/>
  </c:chart>
  <c:txPr>
    <a:bodyPr/>
    <a:lstStyle/>
    <a:p>
      <a:pPr>
        <a:defRPr sz="1800"/>
      </a:pPr>
      <a:endParaRPr lang="ko-KR"/>
    </a:p>
  </c:txPr>
  <c:externalData r:id="rId2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4.4287695660788585E-2"/>
          <c:y val="5.0754146068883531E-2"/>
          <c:w val="0.91142460867842279"/>
          <c:h val="0.89849202038391418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판매</c:v>
                </c:pt>
              </c:strCache>
            </c:strRef>
          </c:tx>
          <c:spPr>
            <a:solidFill>
              <a:srgbClr val="00B0F0"/>
            </a:solidFill>
          </c:spPr>
          <c:dPt>
            <c:idx val="0"/>
            <c:bubble3D val="0"/>
            <c:spPr>
              <a:solidFill>
                <a:srgbClr val="00B0F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5B57-455F-872E-41129F187720}"/>
              </c:ext>
            </c:extLst>
          </c:dPt>
          <c:dPt>
            <c:idx val="1"/>
            <c:bubble3D val="0"/>
            <c:spPr>
              <a:solidFill>
                <a:srgbClr val="00B0F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5B57-455F-872E-41129F187720}"/>
              </c:ext>
            </c:extLst>
          </c:dPt>
          <c:dPt>
            <c:idx val="2"/>
            <c:bubble3D val="0"/>
            <c:spPr>
              <a:solidFill>
                <a:srgbClr val="00B0F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5B57-455F-872E-41129F187720}"/>
              </c:ext>
            </c:extLst>
          </c:dPt>
          <c:dPt>
            <c:idx val="3"/>
            <c:bubble3D val="0"/>
            <c:spPr>
              <a:solidFill>
                <a:srgbClr val="00B0F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5B57-455F-872E-41129F187720}"/>
              </c:ext>
            </c:extLst>
          </c:dPt>
          <c:dPt>
            <c:idx val="4"/>
            <c:bubble3D val="0"/>
            <c:spPr>
              <a:solidFill>
                <a:srgbClr val="00B0F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5B57-455F-872E-41129F187720}"/>
              </c:ext>
            </c:extLst>
          </c:dPt>
          <c:dPt>
            <c:idx val="5"/>
            <c:bubble3D val="0"/>
            <c:spPr>
              <a:solidFill>
                <a:srgbClr val="00B0F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5B57-455F-872E-41129F187720}"/>
              </c:ext>
            </c:extLst>
          </c:dPt>
          <c:dPt>
            <c:idx val="6"/>
            <c:bubble3D val="0"/>
            <c:spPr>
              <a:solidFill>
                <a:srgbClr val="00B0F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5B57-455F-872E-41129F187720}"/>
              </c:ext>
            </c:extLst>
          </c:dPt>
          <c:cat>
            <c:strRef>
              <c:f>Sheet1!$A$2:$A$11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  <c:extLst/>
            </c:strRef>
          </c:cat>
          <c:val>
            <c:numRef>
              <c:f>Sheet1!$B$2:$B$11</c:f>
              <c:numCache>
                <c:formatCode>General</c:formatCode>
                <c:ptCount val="7"/>
                <c:pt idx="0">
                  <c:v>10</c:v>
                </c:pt>
                <c:pt idx="1">
                  <c:v>10</c:v>
                </c:pt>
                <c:pt idx="2">
                  <c:v>10</c:v>
                </c:pt>
                <c:pt idx="3">
                  <c:v>10</c:v>
                </c:pt>
                <c:pt idx="4">
                  <c:v>10</c:v>
                </c:pt>
                <c:pt idx="5">
                  <c:v>10</c:v>
                </c:pt>
                <c:pt idx="6">
                  <c:v>10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14-5B57-455F-872E-41129F18772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2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536" cy="497443"/>
          </a:xfrm>
          <a:prstGeom prst="rect">
            <a:avLst/>
          </a:prstGeom>
        </p:spPr>
        <p:txBody>
          <a:bodyPr vert="horz" lIns="91111" tIns="45555" rIns="91111" bIns="45555" rtlCol="0"/>
          <a:lstStyle>
            <a:lvl1pPr algn="l">
              <a:defRPr sz="1200"/>
            </a:lvl1pPr>
          </a:lstStyle>
          <a:p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879" y="0"/>
            <a:ext cx="2971536" cy="497443"/>
          </a:xfrm>
          <a:prstGeom prst="rect">
            <a:avLst/>
          </a:prstGeom>
        </p:spPr>
        <p:txBody>
          <a:bodyPr vert="horz" lIns="91111" tIns="45555" rIns="91111" bIns="45555" rtlCol="0"/>
          <a:lstStyle>
            <a:lvl1pPr algn="r">
              <a:defRPr sz="1200"/>
            </a:lvl1pPr>
          </a:lstStyle>
          <a:p>
            <a:fld id="{F0EE9B77-9FB9-406B-9A3F-82D3C8134C67}" type="datetimeFigureOut">
              <a:rPr lang="ko-KR" altLang="en-US" smtClean="0">
                <a:latin typeface="Pretendard" panose="02000503000000020004" pitchFamily="50" charset="-127"/>
                <a:ea typeface="Pretendard" panose="02000503000000020004" pitchFamily="50" charset="-127"/>
              </a:rPr>
              <a:t>2025-04-23</a:t>
            </a:fld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46667"/>
            <a:ext cx="2971536" cy="497443"/>
          </a:xfrm>
          <a:prstGeom prst="rect">
            <a:avLst/>
          </a:prstGeom>
        </p:spPr>
        <p:txBody>
          <a:bodyPr vert="horz" lIns="91111" tIns="45555" rIns="91111" bIns="45555" rtlCol="0" anchor="b"/>
          <a:lstStyle>
            <a:lvl1pPr algn="l">
              <a:defRPr sz="1200"/>
            </a:lvl1pPr>
          </a:lstStyle>
          <a:p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879" y="9446667"/>
            <a:ext cx="2971536" cy="497443"/>
          </a:xfrm>
          <a:prstGeom prst="rect">
            <a:avLst/>
          </a:prstGeom>
        </p:spPr>
        <p:txBody>
          <a:bodyPr vert="horz" lIns="91111" tIns="45555" rIns="91111" bIns="45555" rtlCol="0" anchor="b"/>
          <a:lstStyle>
            <a:lvl1pPr algn="r">
              <a:defRPr sz="1200"/>
            </a:lvl1pPr>
          </a:lstStyle>
          <a:p>
            <a:fld id="{FC492C8D-57A2-48D2-81BF-971CCA3B408F}" type="slidenum">
              <a:rPr lang="ko-KR" altLang="en-US" smtClean="0">
                <a:latin typeface="Pretendard" panose="02000503000000020004" pitchFamily="50" charset="-127"/>
                <a:ea typeface="Pretendard" panose="02000503000000020004" pitchFamily="50" charset="-127"/>
              </a:rPr>
              <a:t>‹#›</a:t>
            </a:fld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2084134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4" y="0"/>
            <a:ext cx="2971536" cy="499022"/>
          </a:xfrm>
          <a:prstGeom prst="rect">
            <a:avLst/>
          </a:prstGeom>
        </p:spPr>
        <p:txBody>
          <a:bodyPr vert="horz" lIns="91087" tIns="45544" rIns="91087" bIns="45544" rtlCol="0"/>
          <a:lstStyle>
            <a:lvl1pPr algn="l">
              <a:defRPr sz="1200"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883" y="0"/>
            <a:ext cx="2971536" cy="499022"/>
          </a:xfrm>
          <a:prstGeom prst="rect">
            <a:avLst/>
          </a:prstGeom>
        </p:spPr>
        <p:txBody>
          <a:bodyPr vert="horz" lIns="91087" tIns="45544" rIns="91087" bIns="45544" rtlCol="0"/>
          <a:lstStyle>
            <a:lvl1pPr algn="r">
              <a:defRPr sz="1200"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17E6806A-7B00-44A0-9FBD-03E64C60147D}" type="datetimeFigureOut">
              <a:rPr lang="ko-KR" altLang="en-US" smtClean="0"/>
              <a:pPr/>
              <a:t>2025-04-23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268538" y="1243013"/>
            <a:ext cx="2325687" cy="33575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087" tIns="45544" rIns="91087" bIns="45544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6593" y="4786501"/>
            <a:ext cx="5486400" cy="3916371"/>
          </a:xfrm>
          <a:prstGeom prst="rect">
            <a:avLst/>
          </a:prstGeom>
        </p:spPr>
        <p:txBody>
          <a:bodyPr vert="horz" lIns="91087" tIns="45544" rIns="91087" bIns="45544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4" y="9446666"/>
            <a:ext cx="2971536" cy="499022"/>
          </a:xfrm>
          <a:prstGeom prst="rect">
            <a:avLst/>
          </a:prstGeom>
        </p:spPr>
        <p:txBody>
          <a:bodyPr vert="horz" lIns="91087" tIns="45544" rIns="91087" bIns="45544" rtlCol="0" anchor="b"/>
          <a:lstStyle>
            <a:lvl1pPr algn="l">
              <a:defRPr sz="1200"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883" y="9446666"/>
            <a:ext cx="2971536" cy="499022"/>
          </a:xfrm>
          <a:prstGeom prst="rect">
            <a:avLst/>
          </a:prstGeom>
        </p:spPr>
        <p:txBody>
          <a:bodyPr vert="horz" lIns="91087" tIns="45544" rIns="91087" bIns="45544" rtlCol="0" anchor="b"/>
          <a:lstStyle>
            <a:lvl1pPr algn="r">
              <a:defRPr sz="1200"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E93C7451-FF73-4F4A-AE25-F8DA934316A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074370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Pretendard" panose="02000503000000020004" pitchFamily="50" charset="-127"/>
        <a:ea typeface="Pretendard" panose="02000503000000020004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Pretendard" panose="02000503000000020004" pitchFamily="50" charset="-127"/>
        <a:ea typeface="Pretendard" panose="02000503000000020004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Pretendard" panose="02000503000000020004" pitchFamily="50" charset="-127"/>
        <a:ea typeface="Pretendard" panose="02000503000000020004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Pretendard" panose="02000503000000020004" pitchFamily="50" charset="-127"/>
        <a:ea typeface="Pretendard" panose="02000503000000020004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Pretendard" panose="02000503000000020004" pitchFamily="50" charset="-127"/>
        <a:ea typeface="Pretendard" panose="02000503000000020004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3C7451-FF73-4F4A-AE25-F8DA934316AE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72098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93C7451-FF73-4F4A-AE25-F8DA934316AE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564242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3C7451-FF73-4F4A-AE25-F8DA934316AE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01518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3C7451-FF73-4F4A-AE25-F8DA934316AE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23667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93C7451-FF73-4F4A-AE25-F8DA934316AE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403429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3C7451-FF73-4F4A-AE25-F8DA934316AE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5722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3C7451-FF73-4F4A-AE25-F8DA934316AE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33697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93C7451-FF73-4F4A-AE25-F8DA934316AE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782200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3C7451-FF73-4F4A-AE25-F8DA934316AE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43673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3C7451-FF73-4F4A-AE25-F8DA934316AE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47921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93C7451-FF73-4F4A-AE25-F8DA934316AE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3337923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3C7451-FF73-4F4A-AE25-F8DA934316AE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24609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3C7451-FF73-4F4A-AE25-F8DA934316AE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196615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93C7451-FF73-4F4A-AE25-F8DA934316AE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9005409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3C7451-FF73-4F4A-AE25-F8DA934316AE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707079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3C7451-FF73-4F4A-AE25-F8DA934316AE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029838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93C7451-FF73-4F4A-AE25-F8DA934316AE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0219461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3C7451-FF73-4F4A-AE25-F8DA934316AE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645755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3C7451-FF73-4F4A-AE25-F8DA934316AE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35178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93C7451-FF73-4F4A-AE25-F8DA934316AE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1947841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3C7451-FF73-4F4A-AE25-F8DA934316AE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441010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3C7451-FF73-4F4A-AE25-F8DA934316AE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321233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3C7451-FF73-4F4A-AE25-F8DA934316AE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321785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3C7451-FF73-4F4A-AE25-F8DA934316AE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42944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3C7451-FF73-4F4A-AE25-F8DA934316AE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353945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3C7451-FF73-4F4A-AE25-F8DA934316AE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199907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3C7451-FF73-4F4A-AE25-F8DA934316AE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230573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3C7451-FF73-4F4A-AE25-F8DA934316AE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929016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3C7451-FF73-4F4A-AE25-F8DA934316AE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012877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3C7451-FF73-4F4A-AE25-F8DA934316AE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895641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3C7451-FF73-4F4A-AE25-F8DA934316AE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227785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3C7451-FF73-4F4A-AE25-F8DA934316AE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000370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3C7451-FF73-4F4A-AE25-F8DA934316AE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53390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3C7451-FF73-4F4A-AE25-F8DA934316AE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62541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3C7451-FF73-4F4A-AE25-F8DA934316AE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014029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3C7451-FF73-4F4A-AE25-F8DA934316AE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106401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3C7451-FF73-4F4A-AE25-F8DA934316AE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204570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3C7451-FF73-4F4A-AE25-F8DA934316AE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615222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3C7451-FF73-4F4A-AE25-F8DA934316AE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370746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3C7451-FF73-4F4A-AE25-F8DA934316AE}" type="slidenum">
              <a:rPr lang="ko-KR" altLang="en-US" smtClean="0"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02329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3C7451-FF73-4F4A-AE25-F8DA934316AE}" type="slidenum">
              <a:rPr lang="ko-KR" altLang="en-US" smtClean="0"/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547182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3C7451-FF73-4F4A-AE25-F8DA934316AE}" type="slidenum">
              <a:rPr lang="ko-KR" altLang="en-US" smtClean="0"/>
              <a:t>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4559809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3C7451-FF73-4F4A-AE25-F8DA934316AE}" type="slidenum">
              <a:rPr lang="ko-KR" altLang="en-US" smtClean="0"/>
              <a:t>43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9715032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3C7451-FF73-4F4A-AE25-F8DA934316AE}" type="slidenum">
              <a:rPr lang="ko-KR" altLang="en-US" smtClean="0"/>
              <a:t>44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491977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3C7451-FF73-4F4A-AE25-F8DA934316AE}" type="slidenum">
              <a:rPr lang="ko-KR" altLang="en-US" smtClean="0"/>
              <a:t>45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5158234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3C7451-FF73-4F4A-AE25-F8DA934316AE}" type="slidenum">
              <a:rPr lang="ko-KR" altLang="en-US" smtClean="0"/>
              <a:t>46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8792598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3C7451-FF73-4F4A-AE25-F8DA934316AE}" type="slidenum">
              <a:rPr lang="ko-KR" altLang="en-US" smtClean="0"/>
              <a:t>47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1668115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3C7451-FF73-4F4A-AE25-F8DA934316AE}" type="slidenum">
              <a:rPr lang="ko-KR" altLang="en-US" smtClean="0"/>
              <a:t>48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7237669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3C7451-FF73-4F4A-AE25-F8DA934316AE}" type="slidenum">
              <a:rPr lang="ko-KR" altLang="en-US" smtClean="0"/>
              <a:t>49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828471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3C7451-FF73-4F4A-AE25-F8DA934316AE}" type="slidenum">
              <a:rPr lang="ko-KR" altLang="en-US" smtClean="0"/>
              <a:t>50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4450458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3C7451-FF73-4F4A-AE25-F8DA934316AE}" type="slidenum">
              <a:rPr lang="ko-KR" altLang="en-US" smtClean="0"/>
              <a:t>51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9010822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3C7451-FF73-4F4A-AE25-F8DA934316AE}" type="slidenum">
              <a:rPr lang="ko-KR" altLang="en-US" smtClean="0"/>
              <a:t>52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237785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3C7451-FF73-4F4A-AE25-F8DA934316AE}" type="slidenum">
              <a:rPr lang="ko-KR" altLang="en-US" smtClean="0"/>
              <a:t>53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0314916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3C7451-FF73-4F4A-AE25-F8DA934316AE}" type="slidenum">
              <a:rPr lang="ko-KR" altLang="en-US" smtClean="0"/>
              <a:t>54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3744954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3C7451-FF73-4F4A-AE25-F8DA934316AE}" type="slidenum">
              <a:rPr lang="ko-KR" altLang="en-US" smtClean="0"/>
              <a:t>55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5652118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3C7451-FF73-4F4A-AE25-F8DA934316AE}" type="slidenum">
              <a:rPr lang="ko-KR" altLang="en-US" smtClean="0"/>
              <a:t>56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3096974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93C7451-FF73-4F4A-AE25-F8DA934316AE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57</a:t>
            </a:fld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006319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챕터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제목 개체 틀 1">
            <a:extLst>
              <a:ext uri="{FF2B5EF4-FFF2-40B4-BE49-F238E27FC236}">
                <a16:creationId xmlns:a16="http://schemas.microsoft.com/office/drawing/2014/main" id="{854296BD-B0CB-45A7-9D62-583F7E5A5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676" y="1082744"/>
            <a:ext cx="1833886" cy="199285"/>
          </a:xfrm>
          <a:prstGeom prst="rect">
            <a:avLst/>
          </a:prstGeom>
          <a:noFill/>
        </p:spPr>
        <p:txBody>
          <a:bodyPr wrap="none" lIns="108000" tIns="0" rIns="0" bIns="0" anchor="ctr">
            <a:spAutoFit/>
          </a:bodyPr>
          <a:lstStyle/>
          <a:p>
            <a:pPr marL="0" lvl="0" fontAlgn="base" latinLnBrk="0">
              <a:spcAft>
                <a:spcPts val="200"/>
              </a:spcAft>
              <a:buClr>
                <a:schemeClr val="tx1">
                  <a:lumMod val="75000"/>
                  <a:lumOff val="25000"/>
                </a:schemeClr>
              </a:buClr>
              <a:buSzPct val="90000"/>
            </a:pPr>
            <a:r>
              <a:rPr lang="ko-KR" altLang="en-US"/>
              <a:t>마스터 제목 스타일 편집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E6AFFE4-2EF6-457A-991A-CA10643D7F83}"/>
              </a:ext>
            </a:extLst>
          </p:cNvPr>
          <p:cNvSpPr txBox="1"/>
          <p:nvPr userDrawn="1"/>
        </p:nvSpPr>
        <p:spPr>
          <a:xfrm>
            <a:off x="1199625" y="211817"/>
            <a:ext cx="1136530" cy="24622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>
            <a:defPPr>
              <a:defRPr lang="en-US"/>
            </a:defPPr>
            <a:lvl1pPr lvl="0" defTabSz="987095">
              <a:defRPr sz="1600" b="0" i="0" spc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ko-KR" altLang="en-US" dirty="0"/>
              <a:t>제안업체 일반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3CB7C3A-F5A9-4DA1-9BF5-8F89DFC0B876}"/>
              </a:ext>
            </a:extLst>
          </p:cNvPr>
          <p:cNvSpPr txBox="1"/>
          <p:nvPr userDrawn="1"/>
        </p:nvSpPr>
        <p:spPr>
          <a:xfrm>
            <a:off x="2384884" y="272480"/>
            <a:ext cx="97783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>
            <a:defPPr>
              <a:defRPr lang="ko-KR"/>
            </a:defPPr>
            <a:lvl1pPr defTabSz="987095">
              <a:defRPr sz="1943" b="0" i="0" spc="-54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en-US" altLang="ko-KR" sz="800" spc="0" dirty="0">
                <a:solidFill>
                  <a:schemeClr val="tx1">
                    <a:lumMod val="50000"/>
                    <a:lumOff val="50000"/>
                    <a:alpha val="50000"/>
                  </a:schemeClr>
                </a:solidFill>
              </a:rPr>
              <a:t>/ </a:t>
            </a:r>
            <a:r>
              <a:rPr lang="ko-KR" altLang="en-US" sz="800" spc="0" dirty="0">
                <a:solidFill>
                  <a:schemeClr val="tx1">
                    <a:lumMod val="50000"/>
                    <a:lumOff val="50000"/>
                    <a:alpha val="50000"/>
                  </a:schemeClr>
                </a:solidFill>
              </a:rPr>
              <a:t>필요 시 정량부분으로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57EA39D-9349-D550-4C84-FE3282BC0A0D}"/>
              </a:ext>
            </a:extLst>
          </p:cNvPr>
          <p:cNvSpPr txBox="1"/>
          <p:nvPr userDrawn="1"/>
        </p:nvSpPr>
        <p:spPr>
          <a:xfrm>
            <a:off x="620693" y="200472"/>
            <a:ext cx="214289" cy="492443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ctr" defTabSz="987095"/>
            <a:r>
              <a:rPr lang="en-US" altLang="ko-KR" sz="3200" spc="-54" dirty="0">
                <a:ln>
                  <a:solidFill>
                    <a:schemeClr val="bg1">
                      <a:lumMod val="95000"/>
                      <a:alpha val="0"/>
                    </a:schemeClr>
                  </a:solidFill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0</a:t>
            </a:r>
          </a:p>
        </p:txBody>
      </p:sp>
      <p:sp>
        <p:nvSpPr>
          <p:cNvPr id="2" name="모서리가 둥근 직사각형 18">
            <a:extLst>
              <a:ext uri="{FF2B5EF4-FFF2-40B4-BE49-F238E27FC236}">
                <a16:creationId xmlns:a16="http://schemas.microsoft.com/office/drawing/2014/main" id="{4EDB585B-B455-4149-9BBF-D3EC0449689A}"/>
              </a:ext>
            </a:extLst>
          </p:cNvPr>
          <p:cNvSpPr/>
          <p:nvPr userDrawn="1"/>
        </p:nvSpPr>
        <p:spPr>
          <a:xfrm>
            <a:off x="341187" y="78512"/>
            <a:ext cx="79200" cy="54000"/>
          </a:xfrm>
          <a:prstGeom prst="round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ko-KR" altLang="en-US"/>
          </a:p>
        </p:txBody>
      </p:sp>
      <p:sp>
        <p:nvSpPr>
          <p:cNvPr id="3" name="모서리가 둥근 직사각형 19">
            <a:extLst>
              <a:ext uri="{FF2B5EF4-FFF2-40B4-BE49-F238E27FC236}">
                <a16:creationId xmlns:a16="http://schemas.microsoft.com/office/drawing/2014/main" id="{5C827ED7-26F6-C9AB-8930-AFC04EA53899}"/>
              </a:ext>
            </a:extLst>
          </p:cNvPr>
          <p:cNvSpPr/>
          <p:nvPr userDrawn="1"/>
        </p:nvSpPr>
        <p:spPr>
          <a:xfrm>
            <a:off x="464400" y="78512"/>
            <a:ext cx="79200" cy="54000"/>
          </a:xfrm>
          <a:prstGeom prst="roundRect">
            <a:avLst/>
          </a:prstGeom>
          <a:solidFill>
            <a:srgbClr val="002060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5" name="모서리가 둥근 직사각형 24">
            <a:extLst>
              <a:ext uri="{FF2B5EF4-FFF2-40B4-BE49-F238E27FC236}">
                <a16:creationId xmlns:a16="http://schemas.microsoft.com/office/drawing/2014/main" id="{342210C6-113E-C3A5-9DEA-0838A771A45E}"/>
              </a:ext>
            </a:extLst>
          </p:cNvPr>
          <p:cNvSpPr/>
          <p:nvPr userDrawn="1"/>
        </p:nvSpPr>
        <p:spPr>
          <a:xfrm>
            <a:off x="587613" y="78512"/>
            <a:ext cx="79200" cy="54000"/>
          </a:xfrm>
          <a:prstGeom prst="roundRect">
            <a:avLst/>
          </a:prstGeom>
          <a:solidFill>
            <a:srgbClr val="002060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9558805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챕터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그룹 12">
            <a:extLst>
              <a:ext uri="{FF2B5EF4-FFF2-40B4-BE49-F238E27FC236}">
                <a16:creationId xmlns:a16="http://schemas.microsoft.com/office/drawing/2014/main" id="{FCB51B72-775A-4520-A446-C3568623350D}"/>
              </a:ext>
            </a:extLst>
          </p:cNvPr>
          <p:cNvGrpSpPr/>
          <p:nvPr userDrawn="1"/>
        </p:nvGrpSpPr>
        <p:grpSpPr>
          <a:xfrm>
            <a:off x="953947" y="64684"/>
            <a:ext cx="572052" cy="54000"/>
            <a:chOff x="953947" y="64684"/>
            <a:chExt cx="572052" cy="54000"/>
          </a:xfrm>
        </p:grpSpPr>
        <p:sp>
          <p:nvSpPr>
            <p:cNvPr id="14" name="모서리가 둥근 직사각형 1">
              <a:extLst>
                <a:ext uri="{FF2B5EF4-FFF2-40B4-BE49-F238E27FC236}">
                  <a16:creationId xmlns:a16="http://schemas.microsoft.com/office/drawing/2014/main" id="{B1A6563A-9D62-4581-8784-0FC5DBD59302}"/>
                </a:ext>
              </a:extLst>
            </p:cNvPr>
            <p:cNvSpPr/>
            <p:nvPr userDrawn="1"/>
          </p:nvSpPr>
          <p:spPr>
            <a:xfrm>
              <a:off x="953947" y="64684"/>
              <a:ext cx="79200" cy="5400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kumimoji="1" lang="ko-KR" altLang="en-US"/>
            </a:p>
          </p:txBody>
        </p:sp>
        <p:sp>
          <p:nvSpPr>
            <p:cNvPr id="15" name="모서리가 둥근 직사각형 18">
              <a:extLst>
                <a:ext uri="{FF2B5EF4-FFF2-40B4-BE49-F238E27FC236}">
                  <a16:creationId xmlns:a16="http://schemas.microsoft.com/office/drawing/2014/main" id="{B2235F71-2F6F-4F16-B9FF-A5CA48F868C0}"/>
                </a:ext>
              </a:extLst>
            </p:cNvPr>
            <p:cNvSpPr/>
            <p:nvPr userDrawn="1"/>
          </p:nvSpPr>
          <p:spPr>
            <a:xfrm>
              <a:off x="1077160" y="64684"/>
              <a:ext cx="79200" cy="54000"/>
            </a:xfrm>
            <a:prstGeom prst="roundRect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6" name="모서리가 둥근 직사각형 19">
              <a:extLst>
                <a:ext uri="{FF2B5EF4-FFF2-40B4-BE49-F238E27FC236}">
                  <a16:creationId xmlns:a16="http://schemas.microsoft.com/office/drawing/2014/main" id="{2A4BC97E-5515-44F8-8A0B-6CFBE105FBF5}"/>
                </a:ext>
              </a:extLst>
            </p:cNvPr>
            <p:cNvSpPr/>
            <p:nvPr userDrawn="1"/>
          </p:nvSpPr>
          <p:spPr>
            <a:xfrm>
              <a:off x="1200373" y="64684"/>
              <a:ext cx="79200" cy="54000"/>
            </a:xfrm>
            <a:prstGeom prst="roundRect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7" name="모서리가 둥근 직사각형 24">
              <a:extLst>
                <a:ext uri="{FF2B5EF4-FFF2-40B4-BE49-F238E27FC236}">
                  <a16:creationId xmlns:a16="http://schemas.microsoft.com/office/drawing/2014/main" id="{FC84B720-8EA3-4C47-BD7C-DF41C9725814}"/>
                </a:ext>
              </a:extLst>
            </p:cNvPr>
            <p:cNvSpPr/>
            <p:nvPr userDrawn="1"/>
          </p:nvSpPr>
          <p:spPr>
            <a:xfrm>
              <a:off x="1323586" y="64684"/>
              <a:ext cx="79200" cy="54000"/>
            </a:xfrm>
            <a:prstGeom prst="roundRect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8" name="모서리가 둥근 직사각형 27">
              <a:extLst>
                <a:ext uri="{FF2B5EF4-FFF2-40B4-BE49-F238E27FC236}">
                  <a16:creationId xmlns:a16="http://schemas.microsoft.com/office/drawing/2014/main" id="{35B20E1C-7A39-484C-A89A-5A2D78A35905}"/>
                </a:ext>
              </a:extLst>
            </p:cNvPr>
            <p:cNvSpPr/>
            <p:nvPr userDrawn="1"/>
          </p:nvSpPr>
          <p:spPr>
            <a:xfrm>
              <a:off x="1446799" y="64684"/>
              <a:ext cx="79200" cy="54000"/>
            </a:xfrm>
            <a:prstGeom prst="roundRect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kumimoji="1" lang="ko-KR" altLang="en-US"/>
            </a:p>
          </p:txBody>
        </p:sp>
      </p:grpSp>
      <p:sp>
        <p:nvSpPr>
          <p:cNvPr id="48" name="제목 개체 틀 1">
            <a:extLst>
              <a:ext uri="{FF2B5EF4-FFF2-40B4-BE49-F238E27FC236}">
                <a16:creationId xmlns:a16="http://schemas.microsoft.com/office/drawing/2014/main" id="{12D12A38-5D94-4AD8-BB5A-11431AC602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676" y="1082744"/>
            <a:ext cx="1833886" cy="199285"/>
          </a:xfrm>
          <a:prstGeom prst="rect">
            <a:avLst/>
          </a:prstGeom>
          <a:noFill/>
        </p:spPr>
        <p:txBody>
          <a:bodyPr wrap="none" lIns="108000" tIns="0" rIns="0" bIns="0" anchor="ctr">
            <a:spAutoFit/>
          </a:bodyPr>
          <a:lstStyle/>
          <a:p>
            <a:pPr marL="0" lvl="0" fontAlgn="base" latinLnBrk="0">
              <a:spcAft>
                <a:spcPts val="200"/>
              </a:spcAft>
              <a:buClr>
                <a:schemeClr val="tx1">
                  <a:lumMod val="75000"/>
                  <a:lumOff val="25000"/>
                </a:schemeClr>
              </a:buClr>
              <a:buSzPct val="90000"/>
            </a:pPr>
            <a:r>
              <a:rPr lang="ko-KR" altLang="en-US"/>
              <a:t>마스터 제목 스타일 편집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318FF7-E338-BFAD-0BF2-3EED2E9EB6FF}"/>
              </a:ext>
            </a:extLst>
          </p:cNvPr>
          <p:cNvSpPr txBox="1"/>
          <p:nvPr userDrawn="1"/>
        </p:nvSpPr>
        <p:spPr>
          <a:xfrm>
            <a:off x="1199625" y="211817"/>
            <a:ext cx="777457" cy="24622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>
            <a:defPPr>
              <a:defRPr lang="en-US"/>
            </a:defPPr>
            <a:lvl1pPr lvl="0" defTabSz="987095">
              <a:defRPr sz="1600" b="0" i="0" spc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ko-KR" altLang="en-US" dirty="0"/>
              <a:t>제안 개요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69E8ED-A51B-DECE-3186-565AB56E6CD0}"/>
              </a:ext>
            </a:extLst>
          </p:cNvPr>
          <p:cNvSpPr txBox="1"/>
          <p:nvPr userDrawn="1"/>
        </p:nvSpPr>
        <p:spPr>
          <a:xfrm>
            <a:off x="536535" y="200472"/>
            <a:ext cx="382605" cy="492443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ctr" defTabSz="987095"/>
            <a:r>
              <a:rPr lang="en-US" altLang="ko-KR" sz="3200" spc="-54" dirty="0">
                <a:ln>
                  <a:solidFill>
                    <a:schemeClr val="bg1">
                      <a:lumMod val="95000"/>
                      <a:alpha val="0"/>
                    </a:schemeClr>
                  </a:solidFill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Ⅰ</a:t>
            </a:r>
          </a:p>
        </p:txBody>
      </p:sp>
      <p:sp>
        <p:nvSpPr>
          <p:cNvPr id="19" name="모서리가 둥근 직사각형 1">
            <a:extLst>
              <a:ext uri="{FF2B5EF4-FFF2-40B4-BE49-F238E27FC236}">
                <a16:creationId xmlns:a16="http://schemas.microsoft.com/office/drawing/2014/main" id="{686FFCAA-00EA-8B6B-83FB-ED4E50F1EA0B}"/>
              </a:ext>
            </a:extLst>
          </p:cNvPr>
          <p:cNvSpPr/>
          <p:nvPr userDrawn="1"/>
        </p:nvSpPr>
        <p:spPr>
          <a:xfrm>
            <a:off x="217974" y="78512"/>
            <a:ext cx="79200" cy="54000"/>
          </a:xfrm>
          <a:prstGeom prst="round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ko-KR" altLang="en-US"/>
          </a:p>
        </p:txBody>
      </p:sp>
      <p:sp>
        <p:nvSpPr>
          <p:cNvPr id="20" name="모서리가 둥근 직사각형 18">
            <a:extLst>
              <a:ext uri="{FF2B5EF4-FFF2-40B4-BE49-F238E27FC236}">
                <a16:creationId xmlns:a16="http://schemas.microsoft.com/office/drawing/2014/main" id="{08737C04-1123-E3BF-06C5-6AE825D15CAF}"/>
              </a:ext>
            </a:extLst>
          </p:cNvPr>
          <p:cNvSpPr/>
          <p:nvPr userDrawn="1"/>
        </p:nvSpPr>
        <p:spPr>
          <a:xfrm>
            <a:off x="341187" y="78512"/>
            <a:ext cx="79200" cy="54000"/>
          </a:xfrm>
          <a:prstGeom prst="roundRect">
            <a:avLst/>
          </a:prstGeom>
          <a:solidFill>
            <a:srgbClr val="002060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1" name="모서리가 둥근 직사각형 19">
            <a:extLst>
              <a:ext uri="{FF2B5EF4-FFF2-40B4-BE49-F238E27FC236}">
                <a16:creationId xmlns:a16="http://schemas.microsoft.com/office/drawing/2014/main" id="{F926D7B5-F5A3-C4C3-C844-882CF4A1DE8B}"/>
              </a:ext>
            </a:extLst>
          </p:cNvPr>
          <p:cNvSpPr/>
          <p:nvPr userDrawn="1"/>
        </p:nvSpPr>
        <p:spPr>
          <a:xfrm>
            <a:off x="464400" y="78512"/>
            <a:ext cx="79200" cy="54000"/>
          </a:xfrm>
          <a:prstGeom prst="roundRect">
            <a:avLst/>
          </a:prstGeom>
          <a:solidFill>
            <a:srgbClr val="002060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2" name="모서리가 둥근 직사각형 24">
            <a:extLst>
              <a:ext uri="{FF2B5EF4-FFF2-40B4-BE49-F238E27FC236}">
                <a16:creationId xmlns:a16="http://schemas.microsoft.com/office/drawing/2014/main" id="{48DBB5CC-A06A-A0DE-40A4-DE758F3442E6}"/>
              </a:ext>
            </a:extLst>
          </p:cNvPr>
          <p:cNvSpPr/>
          <p:nvPr userDrawn="1"/>
        </p:nvSpPr>
        <p:spPr>
          <a:xfrm>
            <a:off x="587613" y="78512"/>
            <a:ext cx="79200" cy="54000"/>
          </a:xfrm>
          <a:prstGeom prst="roundRect">
            <a:avLst/>
          </a:prstGeom>
          <a:solidFill>
            <a:srgbClr val="002060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3" name="모서리가 둥근 직사각형 27">
            <a:extLst>
              <a:ext uri="{FF2B5EF4-FFF2-40B4-BE49-F238E27FC236}">
                <a16:creationId xmlns:a16="http://schemas.microsoft.com/office/drawing/2014/main" id="{BEFE4DCF-F108-0C1D-20D6-8A5746A7F351}"/>
              </a:ext>
            </a:extLst>
          </p:cNvPr>
          <p:cNvSpPr/>
          <p:nvPr userDrawn="1"/>
        </p:nvSpPr>
        <p:spPr>
          <a:xfrm>
            <a:off x="710826" y="78512"/>
            <a:ext cx="79200" cy="54000"/>
          </a:xfrm>
          <a:prstGeom prst="roundRect">
            <a:avLst/>
          </a:prstGeom>
          <a:solidFill>
            <a:srgbClr val="002060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34992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챕터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제목 개체 틀 1">
            <a:extLst>
              <a:ext uri="{FF2B5EF4-FFF2-40B4-BE49-F238E27FC236}">
                <a16:creationId xmlns:a16="http://schemas.microsoft.com/office/drawing/2014/main" id="{8F9B50AB-A804-4839-9F3C-9484DB25BE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676" y="1082744"/>
            <a:ext cx="1833886" cy="199285"/>
          </a:xfrm>
          <a:prstGeom prst="rect">
            <a:avLst/>
          </a:prstGeom>
          <a:noFill/>
        </p:spPr>
        <p:txBody>
          <a:bodyPr wrap="none" lIns="108000" tIns="0" rIns="0" bIns="0" anchor="ctr">
            <a:spAutoFit/>
          </a:bodyPr>
          <a:lstStyle/>
          <a:p>
            <a:pPr marL="0" lvl="0" fontAlgn="base" latinLnBrk="0">
              <a:spcAft>
                <a:spcPts val="200"/>
              </a:spcAft>
              <a:buClr>
                <a:schemeClr val="tx1">
                  <a:lumMod val="75000"/>
                  <a:lumOff val="25000"/>
                </a:schemeClr>
              </a:buClr>
              <a:buSzPct val="90000"/>
            </a:pPr>
            <a:r>
              <a:rPr lang="ko-KR" altLang="en-US"/>
              <a:t>마스터 제목 스타일 편집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FC1B78-B96F-0D61-CB82-C9D3AC1E9B4B}"/>
              </a:ext>
            </a:extLst>
          </p:cNvPr>
          <p:cNvSpPr txBox="1"/>
          <p:nvPr userDrawn="1"/>
        </p:nvSpPr>
        <p:spPr>
          <a:xfrm>
            <a:off x="1199625" y="211817"/>
            <a:ext cx="1195840" cy="24622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>
            <a:defPPr>
              <a:defRPr lang="en-US"/>
            </a:defPPr>
            <a:lvl1pPr lvl="0" defTabSz="987095">
              <a:defRPr sz="1600" b="0" i="0" spc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ko-KR" altLang="en-US" dirty="0"/>
              <a:t>전략 및 방법론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A81036-CE46-A4F4-FA63-86BCC46430C5}"/>
              </a:ext>
            </a:extLst>
          </p:cNvPr>
          <p:cNvSpPr txBox="1"/>
          <p:nvPr userDrawn="1"/>
        </p:nvSpPr>
        <p:spPr>
          <a:xfrm>
            <a:off x="536535" y="200472"/>
            <a:ext cx="382605" cy="492443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ctr" defTabSz="987095"/>
            <a:r>
              <a:rPr lang="en-US" altLang="ko-KR" sz="3200" spc="-54" dirty="0">
                <a:ln>
                  <a:solidFill>
                    <a:schemeClr val="bg1">
                      <a:lumMod val="95000"/>
                      <a:alpha val="0"/>
                    </a:schemeClr>
                  </a:solidFill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Ⅱ</a:t>
            </a:r>
          </a:p>
        </p:txBody>
      </p:sp>
      <p:sp>
        <p:nvSpPr>
          <p:cNvPr id="10" name="모서리가 둥근 직사각형 1">
            <a:extLst>
              <a:ext uri="{FF2B5EF4-FFF2-40B4-BE49-F238E27FC236}">
                <a16:creationId xmlns:a16="http://schemas.microsoft.com/office/drawing/2014/main" id="{85A9D22B-8E43-D148-E518-2ADFB93028D6}"/>
              </a:ext>
            </a:extLst>
          </p:cNvPr>
          <p:cNvSpPr/>
          <p:nvPr userDrawn="1"/>
        </p:nvSpPr>
        <p:spPr>
          <a:xfrm>
            <a:off x="217974" y="78512"/>
            <a:ext cx="79200" cy="54000"/>
          </a:xfrm>
          <a:prstGeom prst="roundRect">
            <a:avLst/>
          </a:prstGeom>
          <a:solidFill>
            <a:srgbClr val="002060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ko-KR" altLang="en-US"/>
          </a:p>
        </p:txBody>
      </p:sp>
      <p:sp>
        <p:nvSpPr>
          <p:cNvPr id="11" name="모서리가 둥근 직사각형 18">
            <a:extLst>
              <a:ext uri="{FF2B5EF4-FFF2-40B4-BE49-F238E27FC236}">
                <a16:creationId xmlns:a16="http://schemas.microsoft.com/office/drawing/2014/main" id="{7FD8B7AA-361E-91E0-CB2B-544DA7B45358}"/>
              </a:ext>
            </a:extLst>
          </p:cNvPr>
          <p:cNvSpPr/>
          <p:nvPr userDrawn="1"/>
        </p:nvSpPr>
        <p:spPr>
          <a:xfrm>
            <a:off x="341187" y="78512"/>
            <a:ext cx="79200" cy="54000"/>
          </a:xfrm>
          <a:prstGeom prst="round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ko-KR" altLang="en-US"/>
          </a:p>
        </p:txBody>
      </p:sp>
      <p:sp>
        <p:nvSpPr>
          <p:cNvPr id="16" name="모서리가 둥근 직사각형 19">
            <a:extLst>
              <a:ext uri="{FF2B5EF4-FFF2-40B4-BE49-F238E27FC236}">
                <a16:creationId xmlns:a16="http://schemas.microsoft.com/office/drawing/2014/main" id="{0659AAB6-536B-23E1-CF06-F6E1FE36A33A}"/>
              </a:ext>
            </a:extLst>
          </p:cNvPr>
          <p:cNvSpPr/>
          <p:nvPr userDrawn="1"/>
        </p:nvSpPr>
        <p:spPr>
          <a:xfrm>
            <a:off x="464400" y="78512"/>
            <a:ext cx="79200" cy="54000"/>
          </a:xfrm>
          <a:prstGeom prst="roundRect">
            <a:avLst/>
          </a:prstGeom>
          <a:solidFill>
            <a:srgbClr val="002060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9" name="모서리가 둥근 직사각형 24">
            <a:extLst>
              <a:ext uri="{FF2B5EF4-FFF2-40B4-BE49-F238E27FC236}">
                <a16:creationId xmlns:a16="http://schemas.microsoft.com/office/drawing/2014/main" id="{2B6C018B-977A-325D-9D1A-187E935860C2}"/>
              </a:ext>
            </a:extLst>
          </p:cNvPr>
          <p:cNvSpPr/>
          <p:nvPr userDrawn="1"/>
        </p:nvSpPr>
        <p:spPr>
          <a:xfrm>
            <a:off x="587613" y="78512"/>
            <a:ext cx="79200" cy="54000"/>
          </a:xfrm>
          <a:prstGeom prst="roundRect">
            <a:avLst/>
          </a:prstGeom>
          <a:solidFill>
            <a:srgbClr val="002060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0" name="모서리가 둥근 직사각형 27">
            <a:extLst>
              <a:ext uri="{FF2B5EF4-FFF2-40B4-BE49-F238E27FC236}">
                <a16:creationId xmlns:a16="http://schemas.microsoft.com/office/drawing/2014/main" id="{71B6D4E4-49C5-CB11-3BB9-E2F60666ACC9}"/>
              </a:ext>
            </a:extLst>
          </p:cNvPr>
          <p:cNvSpPr/>
          <p:nvPr userDrawn="1"/>
        </p:nvSpPr>
        <p:spPr>
          <a:xfrm>
            <a:off x="710826" y="78512"/>
            <a:ext cx="79200" cy="54000"/>
          </a:xfrm>
          <a:prstGeom prst="roundRect">
            <a:avLst/>
          </a:prstGeom>
          <a:solidFill>
            <a:srgbClr val="002060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627951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챕터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그룹 25">
            <a:extLst>
              <a:ext uri="{FF2B5EF4-FFF2-40B4-BE49-F238E27FC236}">
                <a16:creationId xmlns:a16="http://schemas.microsoft.com/office/drawing/2014/main" id="{A01B7F0A-0700-4953-BBBE-6B0A98F1645B}"/>
              </a:ext>
            </a:extLst>
          </p:cNvPr>
          <p:cNvGrpSpPr/>
          <p:nvPr userDrawn="1"/>
        </p:nvGrpSpPr>
        <p:grpSpPr>
          <a:xfrm>
            <a:off x="953947" y="64684"/>
            <a:ext cx="572052" cy="54000"/>
            <a:chOff x="953947" y="64684"/>
            <a:chExt cx="572052" cy="54000"/>
          </a:xfrm>
        </p:grpSpPr>
        <p:sp>
          <p:nvSpPr>
            <p:cNvPr id="27" name="모서리가 둥근 직사각형 1">
              <a:extLst>
                <a:ext uri="{FF2B5EF4-FFF2-40B4-BE49-F238E27FC236}">
                  <a16:creationId xmlns:a16="http://schemas.microsoft.com/office/drawing/2014/main" id="{F186D526-F444-4446-976D-B864653F90A3}"/>
                </a:ext>
              </a:extLst>
            </p:cNvPr>
            <p:cNvSpPr/>
            <p:nvPr userDrawn="1"/>
          </p:nvSpPr>
          <p:spPr>
            <a:xfrm>
              <a:off x="953947" y="64684"/>
              <a:ext cx="79200" cy="54000"/>
            </a:xfrm>
            <a:prstGeom prst="roundRect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kumimoji="1" lang="ko-KR" altLang="en-US"/>
            </a:p>
          </p:txBody>
        </p:sp>
        <p:sp>
          <p:nvSpPr>
            <p:cNvPr id="28" name="모서리가 둥근 직사각형 18">
              <a:extLst>
                <a:ext uri="{FF2B5EF4-FFF2-40B4-BE49-F238E27FC236}">
                  <a16:creationId xmlns:a16="http://schemas.microsoft.com/office/drawing/2014/main" id="{69F75C69-000C-496C-AEC7-F8F9B17E18E4}"/>
                </a:ext>
              </a:extLst>
            </p:cNvPr>
            <p:cNvSpPr/>
            <p:nvPr userDrawn="1"/>
          </p:nvSpPr>
          <p:spPr>
            <a:xfrm>
              <a:off x="1077160" y="64684"/>
              <a:ext cx="79200" cy="54000"/>
            </a:xfrm>
            <a:prstGeom prst="roundRect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kumimoji="1" lang="ko-KR" altLang="en-US"/>
            </a:p>
          </p:txBody>
        </p:sp>
        <p:sp>
          <p:nvSpPr>
            <p:cNvPr id="29" name="모서리가 둥근 직사각형 19">
              <a:extLst>
                <a:ext uri="{FF2B5EF4-FFF2-40B4-BE49-F238E27FC236}">
                  <a16:creationId xmlns:a16="http://schemas.microsoft.com/office/drawing/2014/main" id="{CA945C07-CBE5-4280-8EC8-3A8894B80DBA}"/>
                </a:ext>
              </a:extLst>
            </p:cNvPr>
            <p:cNvSpPr/>
            <p:nvPr userDrawn="1"/>
          </p:nvSpPr>
          <p:spPr>
            <a:xfrm>
              <a:off x="1200373" y="64684"/>
              <a:ext cx="79200" cy="5400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kumimoji="1" lang="ko-KR" altLang="en-US"/>
            </a:p>
          </p:txBody>
        </p:sp>
        <p:sp>
          <p:nvSpPr>
            <p:cNvPr id="30" name="모서리가 둥근 직사각형 24">
              <a:extLst>
                <a:ext uri="{FF2B5EF4-FFF2-40B4-BE49-F238E27FC236}">
                  <a16:creationId xmlns:a16="http://schemas.microsoft.com/office/drawing/2014/main" id="{BE6FAF08-A509-4992-AFC1-3951FF1AE0C3}"/>
                </a:ext>
              </a:extLst>
            </p:cNvPr>
            <p:cNvSpPr/>
            <p:nvPr userDrawn="1"/>
          </p:nvSpPr>
          <p:spPr>
            <a:xfrm>
              <a:off x="1323586" y="64684"/>
              <a:ext cx="79200" cy="54000"/>
            </a:xfrm>
            <a:prstGeom prst="roundRect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31" name="모서리가 둥근 직사각형 27">
              <a:extLst>
                <a:ext uri="{FF2B5EF4-FFF2-40B4-BE49-F238E27FC236}">
                  <a16:creationId xmlns:a16="http://schemas.microsoft.com/office/drawing/2014/main" id="{D2D9D17D-6FC8-4831-A468-65D6E1C253B2}"/>
                </a:ext>
              </a:extLst>
            </p:cNvPr>
            <p:cNvSpPr/>
            <p:nvPr userDrawn="1"/>
          </p:nvSpPr>
          <p:spPr>
            <a:xfrm>
              <a:off x="1446799" y="64684"/>
              <a:ext cx="79200" cy="54000"/>
            </a:xfrm>
            <a:prstGeom prst="roundRect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kumimoji="1" lang="ko-KR" altLang="en-US"/>
            </a:p>
          </p:txBody>
        </p:sp>
      </p:grpSp>
      <p:sp>
        <p:nvSpPr>
          <p:cNvPr id="48" name="제목 개체 틀 1">
            <a:extLst>
              <a:ext uri="{FF2B5EF4-FFF2-40B4-BE49-F238E27FC236}">
                <a16:creationId xmlns:a16="http://schemas.microsoft.com/office/drawing/2014/main" id="{80A03C26-1986-4EAB-8C74-721B5F70B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676" y="1082744"/>
            <a:ext cx="1833886" cy="199285"/>
          </a:xfrm>
          <a:prstGeom prst="rect">
            <a:avLst/>
          </a:prstGeom>
          <a:noFill/>
        </p:spPr>
        <p:txBody>
          <a:bodyPr wrap="none" lIns="108000" tIns="0" rIns="0" bIns="0" anchor="ctr">
            <a:spAutoFit/>
          </a:bodyPr>
          <a:lstStyle/>
          <a:p>
            <a:pPr marL="0" lvl="0" fontAlgn="base" latinLnBrk="0">
              <a:spcAft>
                <a:spcPts val="200"/>
              </a:spcAft>
              <a:buClr>
                <a:schemeClr val="tx1">
                  <a:lumMod val="75000"/>
                  <a:lumOff val="25000"/>
                </a:schemeClr>
              </a:buClr>
              <a:buSzPct val="90000"/>
            </a:pPr>
            <a:r>
              <a:rPr lang="ko-KR" altLang="en-US"/>
              <a:t>마스터 제목 스타일 편집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E9C662E-9F50-9AEB-8CE7-DE81A80B161C}"/>
              </a:ext>
            </a:extLst>
          </p:cNvPr>
          <p:cNvSpPr txBox="1"/>
          <p:nvPr userDrawn="1"/>
        </p:nvSpPr>
        <p:spPr>
          <a:xfrm>
            <a:off x="1199625" y="211817"/>
            <a:ext cx="1016304" cy="24622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>
            <a:defPPr>
              <a:defRPr lang="en-US"/>
            </a:defPPr>
            <a:lvl1pPr lvl="0" defTabSz="987095">
              <a:defRPr sz="1600" b="0" i="0" spc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ko-KR" altLang="en-US" sz="1600" spc="0" dirty="0"/>
              <a:t>기술 및 기능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A0216D-0582-36AE-AAF7-67C932D9469D}"/>
              </a:ext>
            </a:extLst>
          </p:cNvPr>
          <p:cNvSpPr txBox="1"/>
          <p:nvPr userDrawn="1"/>
        </p:nvSpPr>
        <p:spPr>
          <a:xfrm>
            <a:off x="536535" y="200472"/>
            <a:ext cx="382605" cy="492443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ctr" defTabSz="987095"/>
            <a:r>
              <a:rPr lang="en-US" altLang="ko-KR" sz="3200" spc="-54" dirty="0">
                <a:ln>
                  <a:solidFill>
                    <a:schemeClr val="bg1">
                      <a:lumMod val="95000"/>
                      <a:alpha val="0"/>
                    </a:schemeClr>
                  </a:solidFill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Ⅲ</a:t>
            </a:r>
          </a:p>
        </p:txBody>
      </p:sp>
      <p:sp>
        <p:nvSpPr>
          <p:cNvPr id="10" name="모서리가 둥근 직사각형 1">
            <a:extLst>
              <a:ext uri="{FF2B5EF4-FFF2-40B4-BE49-F238E27FC236}">
                <a16:creationId xmlns:a16="http://schemas.microsoft.com/office/drawing/2014/main" id="{506E47C9-21A3-A04D-0823-BF1726B6EA0B}"/>
              </a:ext>
            </a:extLst>
          </p:cNvPr>
          <p:cNvSpPr/>
          <p:nvPr userDrawn="1"/>
        </p:nvSpPr>
        <p:spPr>
          <a:xfrm>
            <a:off x="217974" y="78512"/>
            <a:ext cx="79200" cy="54000"/>
          </a:xfrm>
          <a:prstGeom prst="roundRect">
            <a:avLst/>
          </a:prstGeom>
          <a:solidFill>
            <a:srgbClr val="002060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ko-KR" altLang="en-US"/>
          </a:p>
        </p:txBody>
      </p:sp>
      <p:sp>
        <p:nvSpPr>
          <p:cNvPr id="11" name="모서리가 둥근 직사각형 18">
            <a:extLst>
              <a:ext uri="{FF2B5EF4-FFF2-40B4-BE49-F238E27FC236}">
                <a16:creationId xmlns:a16="http://schemas.microsoft.com/office/drawing/2014/main" id="{72B5C26E-1A9C-EA53-77D3-050428F8D639}"/>
              </a:ext>
            </a:extLst>
          </p:cNvPr>
          <p:cNvSpPr/>
          <p:nvPr userDrawn="1"/>
        </p:nvSpPr>
        <p:spPr>
          <a:xfrm>
            <a:off x="341187" y="78512"/>
            <a:ext cx="79200" cy="54000"/>
          </a:xfrm>
          <a:prstGeom prst="roundRect">
            <a:avLst/>
          </a:prstGeom>
          <a:solidFill>
            <a:srgbClr val="002060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2" name="모서리가 둥근 직사각형 19">
            <a:extLst>
              <a:ext uri="{FF2B5EF4-FFF2-40B4-BE49-F238E27FC236}">
                <a16:creationId xmlns:a16="http://schemas.microsoft.com/office/drawing/2014/main" id="{23E17860-7693-BC05-4541-EA85161084FE}"/>
              </a:ext>
            </a:extLst>
          </p:cNvPr>
          <p:cNvSpPr/>
          <p:nvPr userDrawn="1"/>
        </p:nvSpPr>
        <p:spPr>
          <a:xfrm>
            <a:off x="464400" y="78512"/>
            <a:ext cx="79200" cy="54000"/>
          </a:xfrm>
          <a:prstGeom prst="round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ko-KR" altLang="en-US"/>
          </a:p>
        </p:txBody>
      </p:sp>
      <p:sp>
        <p:nvSpPr>
          <p:cNvPr id="13" name="모서리가 둥근 직사각형 24">
            <a:extLst>
              <a:ext uri="{FF2B5EF4-FFF2-40B4-BE49-F238E27FC236}">
                <a16:creationId xmlns:a16="http://schemas.microsoft.com/office/drawing/2014/main" id="{5A1F9FC5-FA84-293F-5379-3F73A547238C}"/>
              </a:ext>
            </a:extLst>
          </p:cNvPr>
          <p:cNvSpPr/>
          <p:nvPr userDrawn="1"/>
        </p:nvSpPr>
        <p:spPr>
          <a:xfrm>
            <a:off x="587613" y="78512"/>
            <a:ext cx="79200" cy="54000"/>
          </a:xfrm>
          <a:prstGeom prst="roundRect">
            <a:avLst/>
          </a:prstGeom>
          <a:solidFill>
            <a:srgbClr val="002060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4" name="모서리가 둥근 직사각형 27">
            <a:extLst>
              <a:ext uri="{FF2B5EF4-FFF2-40B4-BE49-F238E27FC236}">
                <a16:creationId xmlns:a16="http://schemas.microsoft.com/office/drawing/2014/main" id="{B33DBF10-F598-39E0-A7C7-2731DE24F1BE}"/>
              </a:ext>
            </a:extLst>
          </p:cNvPr>
          <p:cNvSpPr/>
          <p:nvPr userDrawn="1"/>
        </p:nvSpPr>
        <p:spPr>
          <a:xfrm>
            <a:off x="710826" y="78512"/>
            <a:ext cx="79200" cy="54000"/>
          </a:xfrm>
          <a:prstGeom prst="roundRect">
            <a:avLst/>
          </a:prstGeom>
          <a:solidFill>
            <a:srgbClr val="002060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55826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챕터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그룹 13">
            <a:extLst>
              <a:ext uri="{FF2B5EF4-FFF2-40B4-BE49-F238E27FC236}">
                <a16:creationId xmlns:a16="http://schemas.microsoft.com/office/drawing/2014/main" id="{D1BAF00D-3C07-483B-8C91-A7A9D8820EED}"/>
              </a:ext>
            </a:extLst>
          </p:cNvPr>
          <p:cNvGrpSpPr/>
          <p:nvPr userDrawn="1"/>
        </p:nvGrpSpPr>
        <p:grpSpPr>
          <a:xfrm>
            <a:off x="953947" y="64684"/>
            <a:ext cx="572052" cy="54000"/>
            <a:chOff x="953947" y="64684"/>
            <a:chExt cx="572052" cy="54000"/>
          </a:xfrm>
        </p:grpSpPr>
        <p:sp>
          <p:nvSpPr>
            <p:cNvPr id="15" name="모서리가 둥근 직사각형 1">
              <a:extLst>
                <a:ext uri="{FF2B5EF4-FFF2-40B4-BE49-F238E27FC236}">
                  <a16:creationId xmlns:a16="http://schemas.microsoft.com/office/drawing/2014/main" id="{254CF054-85D7-4E78-AD1B-AE0E467FD769}"/>
                </a:ext>
              </a:extLst>
            </p:cNvPr>
            <p:cNvSpPr/>
            <p:nvPr userDrawn="1"/>
          </p:nvSpPr>
          <p:spPr>
            <a:xfrm>
              <a:off x="953947" y="64684"/>
              <a:ext cx="79200" cy="54000"/>
            </a:xfrm>
            <a:prstGeom prst="roundRect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6" name="모서리가 둥근 직사각형 18">
              <a:extLst>
                <a:ext uri="{FF2B5EF4-FFF2-40B4-BE49-F238E27FC236}">
                  <a16:creationId xmlns:a16="http://schemas.microsoft.com/office/drawing/2014/main" id="{A2D78CF9-417A-461C-AE92-F0088CB5D2B2}"/>
                </a:ext>
              </a:extLst>
            </p:cNvPr>
            <p:cNvSpPr/>
            <p:nvPr userDrawn="1"/>
          </p:nvSpPr>
          <p:spPr>
            <a:xfrm>
              <a:off x="1077160" y="64684"/>
              <a:ext cx="79200" cy="54000"/>
            </a:xfrm>
            <a:prstGeom prst="roundRect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7" name="모서리가 둥근 직사각형 19">
              <a:extLst>
                <a:ext uri="{FF2B5EF4-FFF2-40B4-BE49-F238E27FC236}">
                  <a16:creationId xmlns:a16="http://schemas.microsoft.com/office/drawing/2014/main" id="{669CD843-1D1E-44F5-8251-4410151F24F4}"/>
                </a:ext>
              </a:extLst>
            </p:cNvPr>
            <p:cNvSpPr/>
            <p:nvPr userDrawn="1"/>
          </p:nvSpPr>
          <p:spPr>
            <a:xfrm>
              <a:off x="1200373" y="64684"/>
              <a:ext cx="79200" cy="54000"/>
            </a:xfrm>
            <a:prstGeom prst="roundRect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8" name="모서리가 둥근 직사각형 24">
              <a:extLst>
                <a:ext uri="{FF2B5EF4-FFF2-40B4-BE49-F238E27FC236}">
                  <a16:creationId xmlns:a16="http://schemas.microsoft.com/office/drawing/2014/main" id="{AA49B93E-6B42-4D9E-892D-4AF0E5758F34}"/>
                </a:ext>
              </a:extLst>
            </p:cNvPr>
            <p:cNvSpPr/>
            <p:nvPr userDrawn="1"/>
          </p:nvSpPr>
          <p:spPr>
            <a:xfrm>
              <a:off x="1323586" y="64684"/>
              <a:ext cx="79200" cy="5400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kumimoji="1" lang="ko-KR" altLang="en-US"/>
            </a:p>
          </p:txBody>
        </p:sp>
        <p:sp>
          <p:nvSpPr>
            <p:cNvPr id="19" name="모서리가 둥근 직사각형 27">
              <a:extLst>
                <a:ext uri="{FF2B5EF4-FFF2-40B4-BE49-F238E27FC236}">
                  <a16:creationId xmlns:a16="http://schemas.microsoft.com/office/drawing/2014/main" id="{720D0EF4-00FD-4A16-88B7-2A47E7DB3456}"/>
                </a:ext>
              </a:extLst>
            </p:cNvPr>
            <p:cNvSpPr/>
            <p:nvPr userDrawn="1"/>
          </p:nvSpPr>
          <p:spPr>
            <a:xfrm>
              <a:off x="1446799" y="64684"/>
              <a:ext cx="79200" cy="54000"/>
            </a:xfrm>
            <a:prstGeom prst="roundRect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kumimoji="1" lang="ko-KR" altLang="en-US"/>
            </a:p>
          </p:txBody>
        </p:sp>
      </p:grpSp>
      <p:sp>
        <p:nvSpPr>
          <p:cNvPr id="27" name="제목 개체 틀 1">
            <a:extLst>
              <a:ext uri="{FF2B5EF4-FFF2-40B4-BE49-F238E27FC236}">
                <a16:creationId xmlns:a16="http://schemas.microsoft.com/office/drawing/2014/main" id="{76652245-4B2E-49F5-9C28-5A4E34A60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676" y="1082744"/>
            <a:ext cx="1833886" cy="199285"/>
          </a:xfrm>
          <a:prstGeom prst="rect">
            <a:avLst/>
          </a:prstGeom>
          <a:noFill/>
        </p:spPr>
        <p:txBody>
          <a:bodyPr wrap="none" lIns="108000" tIns="0" rIns="0" bIns="0" anchor="ctr">
            <a:spAutoFit/>
          </a:bodyPr>
          <a:lstStyle/>
          <a:p>
            <a:pPr marL="0" lvl="0" fontAlgn="base" latinLnBrk="0">
              <a:spcAft>
                <a:spcPts val="200"/>
              </a:spcAft>
              <a:buClr>
                <a:schemeClr val="tx1">
                  <a:lumMod val="75000"/>
                  <a:lumOff val="25000"/>
                </a:schemeClr>
              </a:buClr>
              <a:buSzPct val="90000"/>
            </a:pPr>
            <a:r>
              <a:rPr lang="ko-KR" altLang="en-US"/>
              <a:t>마스터 제목 스타일 편집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09A93BA-F406-ABD2-8353-74B554B75B5C}"/>
              </a:ext>
            </a:extLst>
          </p:cNvPr>
          <p:cNvSpPr txBox="1"/>
          <p:nvPr userDrawn="1"/>
        </p:nvSpPr>
        <p:spPr>
          <a:xfrm>
            <a:off x="1199625" y="211817"/>
            <a:ext cx="1136530" cy="24622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>
            <a:defPPr>
              <a:defRPr lang="en-US"/>
            </a:defPPr>
            <a:lvl1pPr lvl="0" defTabSz="987095">
              <a:defRPr sz="1600" b="0" i="0" spc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ko-KR" altLang="en-US" sz="1600" spc="0" dirty="0"/>
              <a:t>프로젝트 관리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B039F8-F86F-361D-8C28-C9B9947346BD}"/>
              </a:ext>
            </a:extLst>
          </p:cNvPr>
          <p:cNvSpPr txBox="1"/>
          <p:nvPr userDrawn="1"/>
        </p:nvSpPr>
        <p:spPr>
          <a:xfrm>
            <a:off x="536535" y="200472"/>
            <a:ext cx="382605" cy="492443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ctr" defTabSz="987095"/>
            <a:r>
              <a:rPr lang="en-US" altLang="ko-KR" sz="3200" spc="-54" dirty="0">
                <a:ln>
                  <a:solidFill>
                    <a:schemeClr val="bg1">
                      <a:lumMod val="95000"/>
                      <a:alpha val="0"/>
                    </a:schemeClr>
                  </a:solidFill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Ⅳ</a:t>
            </a:r>
          </a:p>
        </p:txBody>
      </p:sp>
      <p:sp>
        <p:nvSpPr>
          <p:cNvPr id="10" name="모서리가 둥근 직사각형 1">
            <a:extLst>
              <a:ext uri="{FF2B5EF4-FFF2-40B4-BE49-F238E27FC236}">
                <a16:creationId xmlns:a16="http://schemas.microsoft.com/office/drawing/2014/main" id="{A483FB14-C6EF-6C87-45F7-E0563F8233E3}"/>
              </a:ext>
            </a:extLst>
          </p:cNvPr>
          <p:cNvSpPr/>
          <p:nvPr userDrawn="1"/>
        </p:nvSpPr>
        <p:spPr>
          <a:xfrm>
            <a:off x="217974" y="78512"/>
            <a:ext cx="79200" cy="54000"/>
          </a:xfrm>
          <a:prstGeom prst="roundRect">
            <a:avLst/>
          </a:prstGeom>
          <a:solidFill>
            <a:srgbClr val="002060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ko-KR" altLang="en-US"/>
          </a:p>
        </p:txBody>
      </p:sp>
      <p:sp>
        <p:nvSpPr>
          <p:cNvPr id="11" name="모서리가 둥근 직사각형 18">
            <a:extLst>
              <a:ext uri="{FF2B5EF4-FFF2-40B4-BE49-F238E27FC236}">
                <a16:creationId xmlns:a16="http://schemas.microsoft.com/office/drawing/2014/main" id="{7F5BF0B9-1711-B245-E0C6-2ADE16121618}"/>
              </a:ext>
            </a:extLst>
          </p:cNvPr>
          <p:cNvSpPr/>
          <p:nvPr userDrawn="1"/>
        </p:nvSpPr>
        <p:spPr>
          <a:xfrm>
            <a:off x="341187" y="78512"/>
            <a:ext cx="79200" cy="54000"/>
          </a:xfrm>
          <a:prstGeom prst="roundRect">
            <a:avLst/>
          </a:prstGeom>
          <a:solidFill>
            <a:srgbClr val="002060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3" name="모서리가 둥근 직사각형 19">
            <a:extLst>
              <a:ext uri="{FF2B5EF4-FFF2-40B4-BE49-F238E27FC236}">
                <a16:creationId xmlns:a16="http://schemas.microsoft.com/office/drawing/2014/main" id="{15EACD52-0308-BA4E-B154-BD24DCD351FF}"/>
              </a:ext>
            </a:extLst>
          </p:cNvPr>
          <p:cNvSpPr/>
          <p:nvPr userDrawn="1"/>
        </p:nvSpPr>
        <p:spPr>
          <a:xfrm>
            <a:off x="464400" y="78512"/>
            <a:ext cx="79200" cy="54000"/>
          </a:xfrm>
          <a:prstGeom prst="roundRect">
            <a:avLst/>
          </a:prstGeom>
          <a:solidFill>
            <a:srgbClr val="002060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ko-KR" altLang="en-US"/>
          </a:p>
        </p:txBody>
      </p:sp>
      <p:sp>
        <p:nvSpPr>
          <p:cNvPr id="20" name="모서리가 둥근 직사각형 24">
            <a:extLst>
              <a:ext uri="{FF2B5EF4-FFF2-40B4-BE49-F238E27FC236}">
                <a16:creationId xmlns:a16="http://schemas.microsoft.com/office/drawing/2014/main" id="{4BDB2A11-6217-F312-362F-23BED333C0EF}"/>
              </a:ext>
            </a:extLst>
          </p:cNvPr>
          <p:cNvSpPr/>
          <p:nvPr userDrawn="1"/>
        </p:nvSpPr>
        <p:spPr>
          <a:xfrm>
            <a:off x="587613" y="78512"/>
            <a:ext cx="79200" cy="54000"/>
          </a:xfrm>
          <a:prstGeom prst="round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ko-KR" altLang="en-US"/>
          </a:p>
        </p:txBody>
      </p:sp>
      <p:sp>
        <p:nvSpPr>
          <p:cNvPr id="21" name="모서리가 둥근 직사각형 27">
            <a:extLst>
              <a:ext uri="{FF2B5EF4-FFF2-40B4-BE49-F238E27FC236}">
                <a16:creationId xmlns:a16="http://schemas.microsoft.com/office/drawing/2014/main" id="{7622F787-CC86-2980-BAA6-BF0087BBDA1C}"/>
              </a:ext>
            </a:extLst>
          </p:cNvPr>
          <p:cNvSpPr/>
          <p:nvPr userDrawn="1"/>
        </p:nvSpPr>
        <p:spPr>
          <a:xfrm>
            <a:off x="710826" y="78512"/>
            <a:ext cx="79200" cy="54000"/>
          </a:xfrm>
          <a:prstGeom prst="roundRect">
            <a:avLst/>
          </a:prstGeom>
          <a:solidFill>
            <a:srgbClr val="002060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002409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챕터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그룹 13">
            <a:extLst>
              <a:ext uri="{FF2B5EF4-FFF2-40B4-BE49-F238E27FC236}">
                <a16:creationId xmlns:a16="http://schemas.microsoft.com/office/drawing/2014/main" id="{9EF4AF82-9C1B-4CED-BAAC-D8DD94A0BDB0}"/>
              </a:ext>
            </a:extLst>
          </p:cNvPr>
          <p:cNvGrpSpPr/>
          <p:nvPr userDrawn="1"/>
        </p:nvGrpSpPr>
        <p:grpSpPr>
          <a:xfrm>
            <a:off x="953947" y="64684"/>
            <a:ext cx="572052" cy="54000"/>
            <a:chOff x="953947" y="64684"/>
            <a:chExt cx="572052" cy="54000"/>
          </a:xfrm>
        </p:grpSpPr>
        <p:sp>
          <p:nvSpPr>
            <p:cNvPr id="15" name="모서리가 둥근 직사각형 1">
              <a:extLst>
                <a:ext uri="{FF2B5EF4-FFF2-40B4-BE49-F238E27FC236}">
                  <a16:creationId xmlns:a16="http://schemas.microsoft.com/office/drawing/2014/main" id="{A30A1C6C-A555-409D-BCC7-A84EAD868898}"/>
                </a:ext>
              </a:extLst>
            </p:cNvPr>
            <p:cNvSpPr/>
            <p:nvPr userDrawn="1"/>
          </p:nvSpPr>
          <p:spPr>
            <a:xfrm>
              <a:off x="953947" y="64684"/>
              <a:ext cx="79200" cy="54000"/>
            </a:xfrm>
            <a:prstGeom prst="roundRect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kumimoji="1" lang="ko-KR" altLang="en-US"/>
            </a:p>
          </p:txBody>
        </p:sp>
        <p:sp>
          <p:nvSpPr>
            <p:cNvPr id="16" name="모서리가 둥근 직사각형 18">
              <a:extLst>
                <a:ext uri="{FF2B5EF4-FFF2-40B4-BE49-F238E27FC236}">
                  <a16:creationId xmlns:a16="http://schemas.microsoft.com/office/drawing/2014/main" id="{A818385F-1A85-46C7-BB87-7829FEA2B6DC}"/>
                </a:ext>
              </a:extLst>
            </p:cNvPr>
            <p:cNvSpPr/>
            <p:nvPr userDrawn="1"/>
          </p:nvSpPr>
          <p:spPr>
            <a:xfrm>
              <a:off x="1077160" y="64684"/>
              <a:ext cx="79200" cy="54000"/>
            </a:xfrm>
            <a:prstGeom prst="roundRect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kumimoji="1" lang="ko-KR" altLang="en-US"/>
            </a:p>
          </p:txBody>
        </p:sp>
        <p:sp>
          <p:nvSpPr>
            <p:cNvPr id="17" name="모서리가 둥근 직사각형 19">
              <a:extLst>
                <a:ext uri="{FF2B5EF4-FFF2-40B4-BE49-F238E27FC236}">
                  <a16:creationId xmlns:a16="http://schemas.microsoft.com/office/drawing/2014/main" id="{534F9F97-91F4-463B-85C8-D9A28B41AD18}"/>
                </a:ext>
              </a:extLst>
            </p:cNvPr>
            <p:cNvSpPr/>
            <p:nvPr userDrawn="1"/>
          </p:nvSpPr>
          <p:spPr>
            <a:xfrm>
              <a:off x="1200373" y="64684"/>
              <a:ext cx="79200" cy="54000"/>
            </a:xfrm>
            <a:prstGeom prst="roundRect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kumimoji="1" lang="ko-KR" altLang="en-US" dirty="0"/>
            </a:p>
          </p:txBody>
        </p:sp>
        <p:sp>
          <p:nvSpPr>
            <p:cNvPr id="18" name="모서리가 둥근 직사각형 24">
              <a:extLst>
                <a:ext uri="{FF2B5EF4-FFF2-40B4-BE49-F238E27FC236}">
                  <a16:creationId xmlns:a16="http://schemas.microsoft.com/office/drawing/2014/main" id="{96341046-7931-429A-91A8-264B3855EE3D}"/>
                </a:ext>
              </a:extLst>
            </p:cNvPr>
            <p:cNvSpPr/>
            <p:nvPr userDrawn="1"/>
          </p:nvSpPr>
          <p:spPr>
            <a:xfrm>
              <a:off x="1323586" y="64684"/>
              <a:ext cx="79200" cy="54000"/>
            </a:xfrm>
            <a:prstGeom prst="roundRect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20" name="모서리가 둥근 직사각형 27">
              <a:extLst>
                <a:ext uri="{FF2B5EF4-FFF2-40B4-BE49-F238E27FC236}">
                  <a16:creationId xmlns:a16="http://schemas.microsoft.com/office/drawing/2014/main" id="{B7980E74-5624-4E41-9E57-4D6E8AEBEAA8}"/>
                </a:ext>
              </a:extLst>
            </p:cNvPr>
            <p:cNvSpPr/>
            <p:nvPr userDrawn="1"/>
          </p:nvSpPr>
          <p:spPr>
            <a:xfrm>
              <a:off x="1446799" y="64684"/>
              <a:ext cx="79200" cy="5400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kumimoji="1" lang="ko-KR" altLang="en-US"/>
            </a:p>
          </p:txBody>
        </p:sp>
      </p:grpSp>
      <p:sp>
        <p:nvSpPr>
          <p:cNvPr id="28" name="제목 개체 틀 1">
            <a:extLst>
              <a:ext uri="{FF2B5EF4-FFF2-40B4-BE49-F238E27FC236}">
                <a16:creationId xmlns:a16="http://schemas.microsoft.com/office/drawing/2014/main" id="{700B93CC-473B-4762-9797-BA130F322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676" y="1082744"/>
            <a:ext cx="1833886" cy="199285"/>
          </a:xfrm>
          <a:prstGeom prst="rect">
            <a:avLst/>
          </a:prstGeom>
          <a:noFill/>
        </p:spPr>
        <p:txBody>
          <a:bodyPr wrap="none" lIns="108000" tIns="0" rIns="0" bIns="0" anchor="ctr">
            <a:spAutoFit/>
          </a:bodyPr>
          <a:lstStyle/>
          <a:p>
            <a:pPr marL="0" lvl="0" fontAlgn="base" latinLnBrk="0">
              <a:spcAft>
                <a:spcPts val="200"/>
              </a:spcAft>
              <a:buClr>
                <a:schemeClr val="tx1">
                  <a:lumMod val="75000"/>
                  <a:lumOff val="25000"/>
                </a:schemeClr>
              </a:buClr>
              <a:buSzPct val="90000"/>
            </a:pPr>
            <a:r>
              <a:rPr lang="ko-KR" altLang="en-US"/>
              <a:t>마스터 제목 스타일 편집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63CB76B-159B-6FE8-75D9-E4804D66232F}"/>
              </a:ext>
            </a:extLst>
          </p:cNvPr>
          <p:cNvSpPr txBox="1"/>
          <p:nvPr userDrawn="1"/>
        </p:nvSpPr>
        <p:spPr>
          <a:xfrm>
            <a:off x="1199625" y="211817"/>
            <a:ext cx="1136530" cy="24622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>
            <a:defPPr>
              <a:defRPr lang="en-US"/>
            </a:defPPr>
            <a:lvl1pPr lvl="0" defTabSz="987095">
              <a:defRPr sz="1600" b="0" i="0" spc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ko-KR" altLang="en-US" sz="1600" spc="0" dirty="0"/>
              <a:t>프로젝트 지원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307724-91CA-9EF1-34EE-20F4E32D1833}"/>
              </a:ext>
            </a:extLst>
          </p:cNvPr>
          <p:cNvSpPr txBox="1"/>
          <p:nvPr userDrawn="1"/>
        </p:nvSpPr>
        <p:spPr>
          <a:xfrm>
            <a:off x="536535" y="200472"/>
            <a:ext cx="382605" cy="492443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ctr" defTabSz="987095"/>
            <a:r>
              <a:rPr lang="en-US" altLang="ko-KR" sz="3200" spc="-54" dirty="0">
                <a:ln>
                  <a:solidFill>
                    <a:schemeClr val="bg1">
                      <a:lumMod val="95000"/>
                      <a:alpha val="0"/>
                    </a:schemeClr>
                  </a:solidFill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Ⅴ</a:t>
            </a:r>
          </a:p>
        </p:txBody>
      </p:sp>
      <p:sp>
        <p:nvSpPr>
          <p:cNvPr id="10" name="모서리가 둥근 직사각형 1">
            <a:extLst>
              <a:ext uri="{FF2B5EF4-FFF2-40B4-BE49-F238E27FC236}">
                <a16:creationId xmlns:a16="http://schemas.microsoft.com/office/drawing/2014/main" id="{AE1C98B1-9A66-B70A-B393-FD3FBB37B114}"/>
              </a:ext>
            </a:extLst>
          </p:cNvPr>
          <p:cNvSpPr/>
          <p:nvPr userDrawn="1"/>
        </p:nvSpPr>
        <p:spPr>
          <a:xfrm>
            <a:off x="217974" y="78512"/>
            <a:ext cx="79200" cy="54000"/>
          </a:xfrm>
          <a:prstGeom prst="roundRect">
            <a:avLst/>
          </a:prstGeom>
          <a:solidFill>
            <a:srgbClr val="002060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ko-KR" altLang="en-US"/>
          </a:p>
        </p:txBody>
      </p:sp>
      <p:sp>
        <p:nvSpPr>
          <p:cNvPr id="11" name="모서리가 둥근 직사각형 18">
            <a:extLst>
              <a:ext uri="{FF2B5EF4-FFF2-40B4-BE49-F238E27FC236}">
                <a16:creationId xmlns:a16="http://schemas.microsoft.com/office/drawing/2014/main" id="{D0DC3BE9-3588-FBD5-1366-640144ADB4D2}"/>
              </a:ext>
            </a:extLst>
          </p:cNvPr>
          <p:cNvSpPr/>
          <p:nvPr userDrawn="1"/>
        </p:nvSpPr>
        <p:spPr>
          <a:xfrm>
            <a:off x="341187" y="78512"/>
            <a:ext cx="79200" cy="54000"/>
          </a:xfrm>
          <a:prstGeom prst="roundRect">
            <a:avLst/>
          </a:prstGeom>
          <a:solidFill>
            <a:srgbClr val="002060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2" name="모서리가 둥근 직사각형 19">
            <a:extLst>
              <a:ext uri="{FF2B5EF4-FFF2-40B4-BE49-F238E27FC236}">
                <a16:creationId xmlns:a16="http://schemas.microsoft.com/office/drawing/2014/main" id="{BE3787A1-1E1E-93BF-6756-057CCDE09B57}"/>
              </a:ext>
            </a:extLst>
          </p:cNvPr>
          <p:cNvSpPr/>
          <p:nvPr userDrawn="1"/>
        </p:nvSpPr>
        <p:spPr>
          <a:xfrm>
            <a:off x="464400" y="78512"/>
            <a:ext cx="79200" cy="54000"/>
          </a:xfrm>
          <a:prstGeom prst="roundRect">
            <a:avLst/>
          </a:prstGeom>
          <a:solidFill>
            <a:srgbClr val="002060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ko-KR" altLang="en-US"/>
          </a:p>
        </p:txBody>
      </p:sp>
      <p:sp>
        <p:nvSpPr>
          <p:cNvPr id="13" name="모서리가 둥근 직사각형 24">
            <a:extLst>
              <a:ext uri="{FF2B5EF4-FFF2-40B4-BE49-F238E27FC236}">
                <a16:creationId xmlns:a16="http://schemas.microsoft.com/office/drawing/2014/main" id="{BAD99452-09C5-FB5A-52A8-5B042A1D1D63}"/>
              </a:ext>
            </a:extLst>
          </p:cNvPr>
          <p:cNvSpPr/>
          <p:nvPr userDrawn="1"/>
        </p:nvSpPr>
        <p:spPr>
          <a:xfrm>
            <a:off x="587613" y="78512"/>
            <a:ext cx="79200" cy="54000"/>
          </a:xfrm>
          <a:prstGeom prst="roundRect">
            <a:avLst/>
          </a:prstGeom>
          <a:solidFill>
            <a:srgbClr val="002060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ko-KR" altLang="en-US"/>
          </a:p>
        </p:txBody>
      </p:sp>
      <p:sp>
        <p:nvSpPr>
          <p:cNvPr id="19" name="모서리가 둥근 직사각형 27">
            <a:extLst>
              <a:ext uri="{FF2B5EF4-FFF2-40B4-BE49-F238E27FC236}">
                <a16:creationId xmlns:a16="http://schemas.microsoft.com/office/drawing/2014/main" id="{55CE6DBB-1CDF-7B5F-30C1-D3DB43364873}"/>
              </a:ext>
            </a:extLst>
          </p:cNvPr>
          <p:cNvSpPr/>
          <p:nvPr userDrawn="1"/>
        </p:nvSpPr>
        <p:spPr>
          <a:xfrm>
            <a:off x="710826" y="78512"/>
            <a:ext cx="79200" cy="54000"/>
          </a:xfrm>
          <a:prstGeom prst="round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87262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점선 보관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그룹 12">
            <a:extLst>
              <a:ext uri="{FF2B5EF4-FFF2-40B4-BE49-F238E27FC236}">
                <a16:creationId xmlns:a16="http://schemas.microsoft.com/office/drawing/2014/main" id="{93C7F621-FC5C-409D-B7A7-911353BA6132}"/>
              </a:ext>
            </a:extLst>
          </p:cNvPr>
          <p:cNvGrpSpPr/>
          <p:nvPr userDrawn="1"/>
        </p:nvGrpSpPr>
        <p:grpSpPr>
          <a:xfrm>
            <a:off x="260648" y="992560"/>
            <a:ext cx="6336000" cy="8460940"/>
            <a:chOff x="260648" y="992560"/>
            <a:chExt cx="6336000" cy="8460940"/>
          </a:xfrm>
        </p:grpSpPr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55296FBF-B05C-4EF8-A5F3-D3E0C6ECEC32}"/>
                </a:ext>
              </a:extLst>
            </p:cNvPr>
            <p:cNvGrpSpPr/>
            <p:nvPr/>
          </p:nvGrpSpPr>
          <p:grpSpPr>
            <a:xfrm>
              <a:off x="260648" y="1065492"/>
              <a:ext cx="6336000" cy="8316000"/>
              <a:chOff x="260648" y="921476"/>
              <a:chExt cx="6336000" cy="8316000"/>
            </a:xfrm>
          </p:grpSpPr>
          <p:sp>
            <p:nvSpPr>
              <p:cNvPr id="38" name="Rectangle 27">
                <a:extLst>
                  <a:ext uri="{FF2B5EF4-FFF2-40B4-BE49-F238E27FC236}">
                    <a16:creationId xmlns:a16="http://schemas.microsoft.com/office/drawing/2014/main" id="{2B7BE801-1946-4667-8D53-D09A091990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0668" y="921476"/>
                <a:ext cx="5976000" cy="8316000"/>
              </a:xfrm>
              <a:prstGeom prst="rect">
                <a:avLst/>
              </a:prstGeom>
              <a:ln>
                <a:solidFill>
                  <a:schemeClr val="bg1">
                    <a:lumMod val="8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wrap="none" anchor="ctr"/>
              <a:lstStyle/>
              <a:p>
                <a:pPr lvl="0"/>
                <a:endParaRPr lang="ko-KR" altLang="en-US"/>
              </a:p>
            </p:txBody>
          </p:sp>
          <p:sp>
            <p:nvSpPr>
              <p:cNvPr id="39" name="Line 29">
                <a:extLst>
                  <a:ext uri="{FF2B5EF4-FFF2-40B4-BE49-F238E27FC236}">
                    <a16:creationId xmlns:a16="http://schemas.microsoft.com/office/drawing/2014/main" id="{9C42C7C9-BFC2-4538-8FD3-4125269CCB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0648" y="1424608"/>
                <a:ext cx="6336000" cy="0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wrap="none" anchor="ctr"/>
              <a:lstStyle/>
              <a:p>
                <a:pPr lvl="0"/>
                <a:endParaRPr lang="ko-KR" altLang="en-US"/>
              </a:p>
            </p:txBody>
          </p:sp>
          <p:sp>
            <p:nvSpPr>
              <p:cNvPr id="40" name="Line 29">
                <a:extLst>
                  <a:ext uri="{FF2B5EF4-FFF2-40B4-BE49-F238E27FC236}">
                    <a16:creationId xmlns:a16="http://schemas.microsoft.com/office/drawing/2014/main" id="{A87C894E-4C3B-4CE3-B2F2-7C368408CB4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0648" y="2756756"/>
                <a:ext cx="6336000" cy="0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wrap="none" anchor="ctr"/>
              <a:lstStyle/>
              <a:p>
                <a:pPr lvl="0"/>
                <a:endParaRPr lang="ko-KR" altLang="en-US"/>
              </a:p>
            </p:txBody>
          </p:sp>
          <p:sp>
            <p:nvSpPr>
              <p:cNvPr id="41" name="Line 29">
                <a:extLst>
                  <a:ext uri="{FF2B5EF4-FFF2-40B4-BE49-F238E27FC236}">
                    <a16:creationId xmlns:a16="http://schemas.microsoft.com/office/drawing/2014/main" id="{AF4FA2A5-2944-41E4-9602-EC381B1E72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0648" y="1100572"/>
                <a:ext cx="6336000" cy="0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wrap="none" anchor="ctr"/>
              <a:lstStyle/>
              <a:p>
                <a:pPr lvl="0"/>
                <a:endParaRPr lang="ko-KR" altLang="en-US"/>
              </a:p>
            </p:txBody>
          </p:sp>
          <p:sp>
            <p:nvSpPr>
              <p:cNvPr id="42" name="Line 29">
                <a:extLst>
                  <a:ext uri="{FF2B5EF4-FFF2-40B4-BE49-F238E27FC236}">
                    <a16:creationId xmlns:a16="http://schemas.microsoft.com/office/drawing/2014/main" id="{7C6CDC1E-C933-418A-B7FE-7609ED4119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0648" y="2360712"/>
                <a:ext cx="6336000" cy="0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wrap="none" anchor="ctr"/>
              <a:lstStyle/>
              <a:p>
                <a:pPr lvl="0"/>
                <a:endParaRPr lang="ko-KR" altLang="en-US"/>
              </a:p>
            </p:txBody>
          </p:sp>
          <p:sp>
            <p:nvSpPr>
              <p:cNvPr id="43" name="Line 29">
                <a:extLst>
                  <a:ext uri="{FF2B5EF4-FFF2-40B4-BE49-F238E27FC236}">
                    <a16:creationId xmlns:a16="http://schemas.microsoft.com/office/drawing/2014/main" id="{A97E1717-5C36-46C6-9923-056A00192858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260648" y="2072680"/>
                <a:ext cx="6336000" cy="0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wrap="none" anchor="ctr"/>
              <a:lstStyle/>
              <a:p>
                <a:pPr lvl="0"/>
                <a:endParaRPr lang="ko-KR" altLang="en-US"/>
              </a:p>
            </p:txBody>
          </p:sp>
          <p:sp>
            <p:nvSpPr>
              <p:cNvPr id="44" name="Line 29">
                <a:extLst>
                  <a:ext uri="{FF2B5EF4-FFF2-40B4-BE49-F238E27FC236}">
                    <a16:creationId xmlns:a16="http://schemas.microsoft.com/office/drawing/2014/main" id="{02DC82D5-74CA-4CBF-8AC7-61157D0DB14C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260648" y="1820652"/>
                <a:ext cx="6336000" cy="0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wrap="none" anchor="ctr"/>
              <a:lstStyle/>
              <a:p>
                <a:pPr lvl="0"/>
                <a:endParaRPr lang="ko-KR" altLang="en-US"/>
              </a:p>
            </p:txBody>
          </p:sp>
        </p:grpSp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D44E0346-93FF-4137-8147-979ED1D2313C}"/>
                </a:ext>
              </a:extLst>
            </p:cNvPr>
            <p:cNvGrpSpPr/>
            <p:nvPr/>
          </p:nvGrpSpPr>
          <p:grpSpPr>
            <a:xfrm>
              <a:off x="368660" y="992560"/>
              <a:ext cx="180000" cy="180000"/>
              <a:chOff x="972319" y="4050596"/>
              <a:chExt cx="180000" cy="180000"/>
            </a:xfrm>
          </p:grpSpPr>
          <p:cxnSp>
            <p:nvCxnSpPr>
              <p:cNvPr id="36" name="직선 연결선 35">
                <a:extLst>
                  <a:ext uri="{FF2B5EF4-FFF2-40B4-BE49-F238E27FC236}">
                    <a16:creationId xmlns:a16="http://schemas.microsoft.com/office/drawing/2014/main" id="{5548AB49-07AC-4E2D-ACB9-AF9E23A81CDB}"/>
                  </a:ext>
                </a:extLst>
              </p:cNvPr>
              <p:cNvCxnSpPr/>
              <p:nvPr userDrawn="1"/>
            </p:nvCxnSpPr>
            <p:spPr>
              <a:xfrm>
                <a:off x="972319" y="4122564"/>
                <a:ext cx="180000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직선 연결선 36">
                <a:extLst>
                  <a:ext uri="{FF2B5EF4-FFF2-40B4-BE49-F238E27FC236}">
                    <a16:creationId xmlns:a16="http://schemas.microsoft.com/office/drawing/2014/main" id="{B0BD1B61-A2E1-436F-91A7-90D66013D87B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044327" y="4050596"/>
                <a:ext cx="0" cy="18000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D5094926-17B4-46E2-A78A-CF5DB3599BED}"/>
                </a:ext>
              </a:extLst>
            </p:cNvPr>
            <p:cNvGrpSpPr/>
            <p:nvPr/>
          </p:nvGrpSpPr>
          <p:grpSpPr>
            <a:xfrm flipV="1">
              <a:off x="368660" y="9273500"/>
              <a:ext cx="180000" cy="180000"/>
              <a:chOff x="972319" y="4050596"/>
              <a:chExt cx="180000" cy="180000"/>
            </a:xfrm>
          </p:grpSpPr>
          <p:cxnSp>
            <p:nvCxnSpPr>
              <p:cNvPr id="34" name="직선 연결선 33">
                <a:extLst>
                  <a:ext uri="{FF2B5EF4-FFF2-40B4-BE49-F238E27FC236}">
                    <a16:creationId xmlns:a16="http://schemas.microsoft.com/office/drawing/2014/main" id="{5A86EE16-6B8F-4621-A9A5-9EF64BFCD41C}"/>
                  </a:ext>
                </a:extLst>
              </p:cNvPr>
              <p:cNvCxnSpPr/>
              <p:nvPr userDrawn="1"/>
            </p:nvCxnSpPr>
            <p:spPr>
              <a:xfrm>
                <a:off x="972319" y="4122564"/>
                <a:ext cx="180000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직선 연결선 34">
                <a:extLst>
                  <a:ext uri="{FF2B5EF4-FFF2-40B4-BE49-F238E27FC236}">
                    <a16:creationId xmlns:a16="http://schemas.microsoft.com/office/drawing/2014/main" id="{600B62AC-40D2-48B4-AE01-E0ED0EA50DE8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044327" y="4050596"/>
                <a:ext cx="0" cy="18000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4535D403-61F6-4627-B5F4-7ECEFA547923}"/>
                </a:ext>
              </a:extLst>
            </p:cNvPr>
            <p:cNvGrpSpPr/>
            <p:nvPr/>
          </p:nvGrpSpPr>
          <p:grpSpPr>
            <a:xfrm flipH="1" flipV="1">
              <a:off x="6309320" y="9273480"/>
              <a:ext cx="180000" cy="180000"/>
              <a:chOff x="972279" y="4050596"/>
              <a:chExt cx="180000" cy="180000"/>
            </a:xfrm>
          </p:grpSpPr>
          <p:cxnSp>
            <p:nvCxnSpPr>
              <p:cNvPr id="32" name="직선 연결선 31">
                <a:extLst>
                  <a:ext uri="{FF2B5EF4-FFF2-40B4-BE49-F238E27FC236}">
                    <a16:creationId xmlns:a16="http://schemas.microsoft.com/office/drawing/2014/main" id="{C336D546-326C-4B30-8419-B6075741BCEB}"/>
                  </a:ext>
                </a:extLst>
              </p:cNvPr>
              <p:cNvCxnSpPr/>
              <p:nvPr userDrawn="1"/>
            </p:nvCxnSpPr>
            <p:spPr>
              <a:xfrm>
                <a:off x="972279" y="4122564"/>
                <a:ext cx="180000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직선 연결선 32">
                <a:extLst>
                  <a:ext uri="{FF2B5EF4-FFF2-40B4-BE49-F238E27FC236}">
                    <a16:creationId xmlns:a16="http://schemas.microsoft.com/office/drawing/2014/main" id="{E9994283-140C-4B57-AC57-F551DFDAE2EB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044327" y="4050596"/>
                <a:ext cx="0" cy="18000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B0723E10-E2F2-404A-9D1D-7808EFDC8DEB}"/>
                </a:ext>
              </a:extLst>
            </p:cNvPr>
            <p:cNvGrpSpPr/>
            <p:nvPr/>
          </p:nvGrpSpPr>
          <p:grpSpPr>
            <a:xfrm flipH="1">
              <a:off x="6309320" y="992560"/>
              <a:ext cx="180000" cy="180000"/>
              <a:chOff x="972319" y="4050596"/>
              <a:chExt cx="180000" cy="180000"/>
            </a:xfrm>
          </p:grpSpPr>
          <p:cxnSp>
            <p:nvCxnSpPr>
              <p:cNvPr id="19" name="직선 연결선 18">
                <a:extLst>
                  <a:ext uri="{FF2B5EF4-FFF2-40B4-BE49-F238E27FC236}">
                    <a16:creationId xmlns:a16="http://schemas.microsoft.com/office/drawing/2014/main" id="{585D8276-F7EE-456C-B52F-60C8756C02CD}"/>
                  </a:ext>
                </a:extLst>
              </p:cNvPr>
              <p:cNvCxnSpPr/>
              <p:nvPr userDrawn="1"/>
            </p:nvCxnSpPr>
            <p:spPr>
              <a:xfrm>
                <a:off x="972319" y="4122564"/>
                <a:ext cx="180000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직선 연결선 19">
                <a:extLst>
                  <a:ext uri="{FF2B5EF4-FFF2-40B4-BE49-F238E27FC236}">
                    <a16:creationId xmlns:a16="http://schemas.microsoft.com/office/drawing/2014/main" id="{C99907DA-C5ED-480B-B99C-FE2D8975D982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044327" y="4050596"/>
                <a:ext cx="0" cy="18000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9867518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1201DA-83CA-41CB-AB91-274C598C8EC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972000" y="36000"/>
            <a:ext cx="925253" cy="258532"/>
          </a:xfrm>
          <a:prstGeom prst="rect">
            <a:avLst/>
          </a:prstGeom>
        </p:spPr>
        <p:txBody>
          <a:bodyPr wrap="none">
            <a:spAutoFit/>
          </a:bodyPr>
          <a:lstStyle>
            <a:lvl1pPr>
              <a:defRPr lang="ko-KR" altLang="en-US" sz="1200" dirty="0">
                <a:latin typeface="+mj-ea"/>
              </a:defRPr>
            </a:lvl1pPr>
          </a:lstStyle>
          <a:p>
            <a:pPr lvl="0" algn="r"/>
            <a:r>
              <a:rPr lang="ko-KR" altLang="en-US"/>
              <a:t>표지 템플릿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500539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">
    <p:bg>
      <p:bgPr>
        <a:solidFill>
          <a:schemeClr val="bg1">
            <a:alpha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/>
          <p:cNvSpPr>
            <a:spLocks noGrp="1"/>
          </p:cNvSpPr>
          <p:nvPr>
            <p:ph type="title" hasCustomPrompt="1"/>
          </p:nvPr>
        </p:nvSpPr>
        <p:spPr>
          <a:xfrm>
            <a:off x="-972000" y="72000"/>
            <a:ext cx="914033" cy="258982"/>
          </a:xfrm>
          <a:prstGeom prst="rect">
            <a:avLst/>
          </a:prstGeom>
        </p:spPr>
        <p:txBody>
          <a:bodyPr wrap="none">
            <a:spAutoFit/>
          </a:bodyPr>
          <a:lstStyle>
            <a:lvl1pPr algn="r">
              <a:defRPr sz="1200">
                <a:latin typeface="+mj-ea"/>
                <a:ea typeface="+mj-ea"/>
              </a:defRPr>
            </a:lvl1pPr>
          </a:lstStyle>
          <a:p>
            <a:r>
              <a:rPr lang="ko-KR" altLang="en-US"/>
              <a:t>목차 템플릿</a:t>
            </a:r>
          </a:p>
        </p:txBody>
      </p:sp>
    </p:spTree>
    <p:extLst>
      <p:ext uri="{BB962C8B-B14F-4D97-AF65-F5344CB8AC3E}">
        <p14:creationId xmlns:p14="http://schemas.microsoft.com/office/powerpoint/2010/main" val="34473299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066112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맺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1201DA-83CA-41CB-AB91-274C598C8EC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084212" y="36000"/>
            <a:ext cx="1037465" cy="263149"/>
          </a:xfrm>
          <a:prstGeom prst="rect">
            <a:avLst/>
          </a:prstGeom>
        </p:spPr>
        <p:txBody>
          <a:bodyPr wrap="none">
            <a:spAutoFit/>
          </a:bodyPr>
          <a:lstStyle>
            <a:lvl1pPr>
              <a:defRPr lang="ko-KR" altLang="en-US" sz="1200" dirty="0">
                <a:latin typeface="+mj-ea"/>
              </a:defRPr>
            </a:lvl1pPr>
          </a:lstStyle>
          <a:p>
            <a:pPr lvl="0" algn="r"/>
            <a:r>
              <a:rPr lang="ko-KR" altLang="en-US" dirty="0"/>
              <a:t>마무리 템플릿</a:t>
            </a:r>
          </a:p>
        </p:txBody>
      </p:sp>
    </p:spTree>
    <p:extLst>
      <p:ext uri="{BB962C8B-B14F-4D97-AF65-F5344CB8AC3E}">
        <p14:creationId xmlns:p14="http://schemas.microsoft.com/office/powerpoint/2010/main" val="2016673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그룹 34">
            <a:extLst>
              <a:ext uri="{FF2B5EF4-FFF2-40B4-BE49-F238E27FC236}">
                <a16:creationId xmlns:a16="http://schemas.microsoft.com/office/drawing/2014/main" id="{1E4375A1-AB76-49ED-88D0-A5CC4D5305FB}"/>
              </a:ext>
            </a:extLst>
          </p:cNvPr>
          <p:cNvGrpSpPr/>
          <p:nvPr userDrawn="1"/>
        </p:nvGrpSpPr>
        <p:grpSpPr>
          <a:xfrm>
            <a:off x="4284687" y="812842"/>
            <a:ext cx="2736000" cy="113686"/>
            <a:chOff x="5047516" y="3371694"/>
            <a:chExt cx="4644140" cy="324358"/>
          </a:xfrm>
        </p:grpSpPr>
        <p:cxnSp>
          <p:nvCxnSpPr>
            <p:cNvPr id="36" name="직선 연결선 35">
              <a:extLst>
                <a:ext uri="{FF2B5EF4-FFF2-40B4-BE49-F238E27FC236}">
                  <a16:creationId xmlns:a16="http://schemas.microsoft.com/office/drawing/2014/main" id="{60210B22-FAB3-4279-AEDB-A464C03766CA}"/>
                </a:ext>
              </a:extLst>
            </p:cNvPr>
            <p:cNvCxnSpPr/>
            <p:nvPr/>
          </p:nvCxnSpPr>
          <p:spPr>
            <a:xfrm flipV="1">
              <a:off x="5047516" y="3371694"/>
              <a:ext cx="0" cy="324358"/>
            </a:xfrm>
            <a:prstGeom prst="line">
              <a:avLst/>
            </a:prstGeom>
            <a:ln w="12700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직선 연결선 36">
              <a:extLst>
                <a:ext uri="{FF2B5EF4-FFF2-40B4-BE49-F238E27FC236}">
                  <a16:creationId xmlns:a16="http://schemas.microsoft.com/office/drawing/2014/main" id="{5D2272B9-7AA8-4409-98FF-F8ECCD996BC2}"/>
                </a:ext>
              </a:extLst>
            </p:cNvPr>
            <p:cNvCxnSpPr/>
            <p:nvPr/>
          </p:nvCxnSpPr>
          <p:spPr>
            <a:xfrm flipV="1">
              <a:off x="7369586" y="3371694"/>
              <a:ext cx="0" cy="324358"/>
            </a:xfrm>
            <a:prstGeom prst="line">
              <a:avLst/>
            </a:prstGeom>
            <a:ln w="12700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직선 연결선 37">
              <a:extLst>
                <a:ext uri="{FF2B5EF4-FFF2-40B4-BE49-F238E27FC236}">
                  <a16:creationId xmlns:a16="http://schemas.microsoft.com/office/drawing/2014/main" id="{1F819EE5-490A-43C3-BC5A-89457436DD53}"/>
                </a:ext>
              </a:extLst>
            </p:cNvPr>
            <p:cNvCxnSpPr/>
            <p:nvPr/>
          </p:nvCxnSpPr>
          <p:spPr>
            <a:xfrm flipV="1">
              <a:off x="6208551" y="3371694"/>
              <a:ext cx="0" cy="192033"/>
            </a:xfrm>
            <a:prstGeom prst="line">
              <a:avLst/>
            </a:prstGeom>
            <a:ln w="12700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직선 연결선 40">
              <a:extLst>
                <a:ext uri="{FF2B5EF4-FFF2-40B4-BE49-F238E27FC236}">
                  <a16:creationId xmlns:a16="http://schemas.microsoft.com/office/drawing/2014/main" id="{D38AAFFF-6D22-4C98-ADE3-2E900C1453B9}"/>
                </a:ext>
              </a:extLst>
            </p:cNvPr>
            <p:cNvCxnSpPr/>
            <p:nvPr/>
          </p:nvCxnSpPr>
          <p:spPr>
            <a:xfrm flipV="1">
              <a:off x="5628034" y="3371694"/>
              <a:ext cx="0" cy="192033"/>
            </a:xfrm>
            <a:prstGeom prst="line">
              <a:avLst/>
            </a:prstGeom>
            <a:ln w="12700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직선 연결선 41">
              <a:extLst>
                <a:ext uri="{FF2B5EF4-FFF2-40B4-BE49-F238E27FC236}">
                  <a16:creationId xmlns:a16="http://schemas.microsoft.com/office/drawing/2014/main" id="{449796D7-C4D6-4155-B0B3-0014F0F276F0}"/>
                </a:ext>
              </a:extLst>
            </p:cNvPr>
            <p:cNvCxnSpPr/>
            <p:nvPr/>
          </p:nvCxnSpPr>
          <p:spPr>
            <a:xfrm flipV="1">
              <a:off x="6789068" y="3371694"/>
              <a:ext cx="0" cy="192033"/>
            </a:xfrm>
            <a:prstGeom prst="line">
              <a:avLst/>
            </a:prstGeom>
            <a:ln w="12700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3" name="그룹 42">
              <a:extLst>
                <a:ext uri="{FF2B5EF4-FFF2-40B4-BE49-F238E27FC236}">
                  <a16:creationId xmlns:a16="http://schemas.microsoft.com/office/drawing/2014/main" id="{680C77E6-5658-4AE2-84CF-07D203BFCAEF}"/>
                </a:ext>
              </a:extLst>
            </p:cNvPr>
            <p:cNvGrpSpPr/>
            <p:nvPr/>
          </p:nvGrpSpPr>
          <p:grpSpPr>
            <a:xfrm flipV="1">
              <a:off x="5192646" y="3371695"/>
              <a:ext cx="290259" cy="94957"/>
              <a:chOff x="1306365" y="4735829"/>
              <a:chExt cx="360652" cy="158291"/>
            </a:xfrm>
          </p:grpSpPr>
          <p:cxnSp>
            <p:nvCxnSpPr>
              <p:cNvPr id="96" name="직선 연결선 95">
                <a:extLst>
                  <a:ext uri="{FF2B5EF4-FFF2-40B4-BE49-F238E27FC236}">
                    <a16:creationId xmlns:a16="http://schemas.microsoft.com/office/drawing/2014/main" id="{32425404-C69A-49CD-B8E1-798B6D52FFB5}"/>
                  </a:ext>
                </a:extLst>
              </p:cNvPr>
              <p:cNvCxnSpPr/>
              <p:nvPr/>
            </p:nvCxnSpPr>
            <p:spPr>
              <a:xfrm>
                <a:off x="1306365" y="4735829"/>
                <a:ext cx="0" cy="158291"/>
              </a:xfrm>
              <a:prstGeom prst="line">
                <a:avLst/>
              </a:prstGeom>
              <a:ln w="12700"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직선 연결선 96">
                <a:extLst>
                  <a:ext uri="{FF2B5EF4-FFF2-40B4-BE49-F238E27FC236}">
                    <a16:creationId xmlns:a16="http://schemas.microsoft.com/office/drawing/2014/main" id="{432CA64F-CB0D-4557-A26A-F1C63ABABF28}"/>
                  </a:ext>
                </a:extLst>
              </p:cNvPr>
              <p:cNvCxnSpPr/>
              <p:nvPr/>
            </p:nvCxnSpPr>
            <p:spPr>
              <a:xfrm>
                <a:off x="1486691" y="4735829"/>
                <a:ext cx="0" cy="158291"/>
              </a:xfrm>
              <a:prstGeom prst="line">
                <a:avLst/>
              </a:prstGeom>
              <a:ln w="12700"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직선 연결선 97">
                <a:extLst>
                  <a:ext uri="{FF2B5EF4-FFF2-40B4-BE49-F238E27FC236}">
                    <a16:creationId xmlns:a16="http://schemas.microsoft.com/office/drawing/2014/main" id="{97A08CC4-C4F8-4579-8B3A-1D7A43C5CCEF}"/>
                  </a:ext>
                </a:extLst>
              </p:cNvPr>
              <p:cNvCxnSpPr/>
              <p:nvPr/>
            </p:nvCxnSpPr>
            <p:spPr>
              <a:xfrm>
                <a:off x="1667017" y="4735829"/>
                <a:ext cx="0" cy="158291"/>
              </a:xfrm>
              <a:prstGeom prst="line">
                <a:avLst/>
              </a:prstGeom>
              <a:ln w="12700"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4" name="그룹 63">
              <a:extLst>
                <a:ext uri="{FF2B5EF4-FFF2-40B4-BE49-F238E27FC236}">
                  <a16:creationId xmlns:a16="http://schemas.microsoft.com/office/drawing/2014/main" id="{E4BE912C-7C63-48CB-BDCA-607132EB3F78}"/>
                </a:ext>
              </a:extLst>
            </p:cNvPr>
            <p:cNvGrpSpPr/>
            <p:nvPr/>
          </p:nvGrpSpPr>
          <p:grpSpPr>
            <a:xfrm flipV="1">
              <a:off x="5773162" y="3371695"/>
              <a:ext cx="290259" cy="94957"/>
              <a:chOff x="1306365" y="4735829"/>
              <a:chExt cx="360652" cy="158291"/>
            </a:xfrm>
          </p:grpSpPr>
          <p:cxnSp>
            <p:nvCxnSpPr>
              <p:cNvPr id="93" name="직선 연결선 92">
                <a:extLst>
                  <a:ext uri="{FF2B5EF4-FFF2-40B4-BE49-F238E27FC236}">
                    <a16:creationId xmlns:a16="http://schemas.microsoft.com/office/drawing/2014/main" id="{06A86CF2-74CF-4D41-84CE-8EA62A61A7F3}"/>
                  </a:ext>
                </a:extLst>
              </p:cNvPr>
              <p:cNvCxnSpPr/>
              <p:nvPr/>
            </p:nvCxnSpPr>
            <p:spPr>
              <a:xfrm>
                <a:off x="1306365" y="4735829"/>
                <a:ext cx="0" cy="158291"/>
              </a:xfrm>
              <a:prstGeom prst="line">
                <a:avLst/>
              </a:prstGeom>
              <a:ln w="12700"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직선 연결선 93">
                <a:extLst>
                  <a:ext uri="{FF2B5EF4-FFF2-40B4-BE49-F238E27FC236}">
                    <a16:creationId xmlns:a16="http://schemas.microsoft.com/office/drawing/2014/main" id="{4076461E-2AD9-4B1A-9351-A83ECFD302C7}"/>
                  </a:ext>
                </a:extLst>
              </p:cNvPr>
              <p:cNvCxnSpPr/>
              <p:nvPr/>
            </p:nvCxnSpPr>
            <p:spPr>
              <a:xfrm>
                <a:off x="1486691" y="4735829"/>
                <a:ext cx="0" cy="158291"/>
              </a:xfrm>
              <a:prstGeom prst="line">
                <a:avLst/>
              </a:prstGeom>
              <a:ln w="12700"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직선 연결선 94">
                <a:extLst>
                  <a:ext uri="{FF2B5EF4-FFF2-40B4-BE49-F238E27FC236}">
                    <a16:creationId xmlns:a16="http://schemas.microsoft.com/office/drawing/2014/main" id="{BE6C6937-7F5C-4773-AC91-6CD5B5110EEC}"/>
                  </a:ext>
                </a:extLst>
              </p:cNvPr>
              <p:cNvCxnSpPr/>
              <p:nvPr/>
            </p:nvCxnSpPr>
            <p:spPr>
              <a:xfrm>
                <a:off x="1667017" y="4735829"/>
                <a:ext cx="0" cy="158291"/>
              </a:xfrm>
              <a:prstGeom prst="line">
                <a:avLst/>
              </a:prstGeom>
              <a:ln w="12700"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5" name="그룹 64">
              <a:extLst>
                <a:ext uri="{FF2B5EF4-FFF2-40B4-BE49-F238E27FC236}">
                  <a16:creationId xmlns:a16="http://schemas.microsoft.com/office/drawing/2014/main" id="{AA743776-1A7E-4328-893F-5465637CF1B7}"/>
                </a:ext>
              </a:extLst>
            </p:cNvPr>
            <p:cNvGrpSpPr/>
            <p:nvPr/>
          </p:nvGrpSpPr>
          <p:grpSpPr>
            <a:xfrm flipV="1">
              <a:off x="6353680" y="3371695"/>
              <a:ext cx="290259" cy="94957"/>
              <a:chOff x="1306365" y="4735829"/>
              <a:chExt cx="360652" cy="158291"/>
            </a:xfrm>
          </p:grpSpPr>
          <p:cxnSp>
            <p:nvCxnSpPr>
              <p:cNvPr id="90" name="직선 연결선 89">
                <a:extLst>
                  <a:ext uri="{FF2B5EF4-FFF2-40B4-BE49-F238E27FC236}">
                    <a16:creationId xmlns:a16="http://schemas.microsoft.com/office/drawing/2014/main" id="{A8202CFA-1F7F-4949-99F3-F44CCB2A0532}"/>
                  </a:ext>
                </a:extLst>
              </p:cNvPr>
              <p:cNvCxnSpPr/>
              <p:nvPr/>
            </p:nvCxnSpPr>
            <p:spPr>
              <a:xfrm>
                <a:off x="1306365" y="4735829"/>
                <a:ext cx="0" cy="158291"/>
              </a:xfrm>
              <a:prstGeom prst="line">
                <a:avLst/>
              </a:prstGeom>
              <a:ln w="12700"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직선 연결선 90">
                <a:extLst>
                  <a:ext uri="{FF2B5EF4-FFF2-40B4-BE49-F238E27FC236}">
                    <a16:creationId xmlns:a16="http://schemas.microsoft.com/office/drawing/2014/main" id="{6D734272-589B-4004-B990-B810212C2145}"/>
                  </a:ext>
                </a:extLst>
              </p:cNvPr>
              <p:cNvCxnSpPr/>
              <p:nvPr/>
            </p:nvCxnSpPr>
            <p:spPr>
              <a:xfrm>
                <a:off x="1486691" y="4735829"/>
                <a:ext cx="0" cy="158291"/>
              </a:xfrm>
              <a:prstGeom prst="line">
                <a:avLst/>
              </a:prstGeom>
              <a:ln w="12700"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직선 연결선 91">
                <a:extLst>
                  <a:ext uri="{FF2B5EF4-FFF2-40B4-BE49-F238E27FC236}">
                    <a16:creationId xmlns:a16="http://schemas.microsoft.com/office/drawing/2014/main" id="{2617A791-26D9-4CCD-9ECF-2F6F0411824D}"/>
                  </a:ext>
                </a:extLst>
              </p:cNvPr>
              <p:cNvCxnSpPr/>
              <p:nvPr/>
            </p:nvCxnSpPr>
            <p:spPr>
              <a:xfrm>
                <a:off x="1667017" y="4735829"/>
                <a:ext cx="0" cy="158291"/>
              </a:xfrm>
              <a:prstGeom prst="line">
                <a:avLst/>
              </a:prstGeom>
              <a:ln w="12700"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6" name="그룹 65">
              <a:extLst>
                <a:ext uri="{FF2B5EF4-FFF2-40B4-BE49-F238E27FC236}">
                  <a16:creationId xmlns:a16="http://schemas.microsoft.com/office/drawing/2014/main" id="{B83EF94B-E36F-441B-B9B7-E1CD012E92A9}"/>
                </a:ext>
              </a:extLst>
            </p:cNvPr>
            <p:cNvGrpSpPr/>
            <p:nvPr/>
          </p:nvGrpSpPr>
          <p:grpSpPr>
            <a:xfrm flipV="1">
              <a:off x="6934198" y="3371695"/>
              <a:ext cx="290259" cy="94957"/>
              <a:chOff x="1306365" y="4735829"/>
              <a:chExt cx="360652" cy="158291"/>
            </a:xfrm>
          </p:grpSpPr>
          <p:cxnSp>
            <p:nvCxnSpPr>
              <p:cNvPr id="87" name="직선 연결선 86">
                <a:extLst>
                  <a:ext uri="{FF2B5EF4-FFF2-40B4-BE49-F238E27FC236}">
                    <a16:creationId xmlns:a16="http://schemas.microsoft.com/office/drawing/2014/main" id="{E3CE3D9D-6E3F-43B5-BE67-3BAE712A8731}"/>
                  </a:ext>
                </a:extLst>
              </p:cNvPr>
              <p:cNvCxnSpPr/>
              <p:nvPr/>
            </p:nvCxnSpPr>
            <p:spPr>
              <a:xfrm>
                <a:off x="1306365" y="4735829"/>
                <a:ext cx="0" cy="158291"/>
              </a:xfrm>
              <a:prstGeom prst="line">
                <a:avLst/>
              </a:prstGeom>
              <a:ln w="12700"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직선 연결선 87">
                <a:extLst>
                  <a:ext uri="{FF2B5EF4-FFF2-40B4-BE49-F238E27FC236}">
                    <a16:creationId xmlns:a16="http://schemas.microsoft.com/office/drawing/2014/main" id="{D1BA7755-C0CC-485F-9D81-5CE3D55D0A19}"/>
                  </a:ext>
                </a:extLst>
              </p:cNvPr>
              <p:cNvCxnSpPr/>
              <p:nvPr/>
            </p:nvCxnSpPr>
            <p:spPr>
              <a:xfrm>
                <a:off x="1486691" y="4735829"/>
                <a:ext cx="0" cy="158291"/>
              </a:xfrm>
              <a:prstGeom prst="line">
                <a:avLst/>
              </a:prstGeom>
              <a:ln w="12700"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직선 연결선 88">
                <a:extLst>
                  <a:ext uri="{FF2B5EF4-FFF2-40B4-BE49-F238E27FC236}">
                    <a16:creationId xmlns:a16="http://schemas.microsoft.com/office/drawing/2014/main" id="{2F56563F-5CE9-462C-A552-324E510BB34C}"/>
                  </a:ext>
                </a:extLst>
              </p:cNvPr>
              <p:cNvCxnSpPr/>
              <p:nvPr/>
            </p:nvCxnSpPr>
            <p:spPr>
              <a:xfrm>
                <a:off x="1667017" y="4735829"/>
                <a:ext cx="0" cy="158291"/>
              </a:xfrm>
              <a:prstGeom prst="line">
                <a:avLst/>
              </a:prstGeom>
              <a:ln w="12700"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7" name="직선 연결선 66">
              <a:extLst>
                <a:ext uri="{FF2B5EF4-FFF2-40B4-BE49-F238E27FC236}">
                  <a16:creationId xmlns:a16="http://schemas.microsoft.com/office/drawing/2014/main" id="{C09E6E24-F11E-4701-B756-3AF37C782120}"/>
                </a:ext>
              </a:extLst>
            </p:cNvPr>
            <p:cNvCxnSpPr/>
            <p:nvPr/>
          </p:nvCxnSpPr>
          <p:spPr>
            <a:xfrm flipV="1">
              <a:off x="9691656" y="3371694"/>
              <a:ext cx="0" cy="324358"/>
            </a:xfrm>
            <a:prstGeom prst="line">
              <a:avLst/>
            </a:prstGeom>
            <a:ln w="12700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직선 연결선 67">
              <a:extLst>
                <a:ext uri="{FF2B5EF4-FFF2-40B4-BE49-F238E27FC236}">
                  <a16:creationId xmlns:a16="http://schemas.microsoft.com/office/drawing/2014/main" id="{1BEB7E81-BF9F-43AE-986C-7B23EBF7C911}"/>
                </a:ext>
              </a:extLst>
            </p:cNvPr>
            <p:cNvCxnSpPr/>
            <p:nvPr/>
          </p:nvCxnSpPr>
          <p:spPr>
            <a:xfrm flipV="1">
              <a:off x="8530621" y="3371694"/>
              <a:ext cx="0" cy="192033"/>
            </a:xfrm>
            <a:prstGeom prst="line">
              <a:avLst/>
            </a:prstGeom>
            <a:ln w="12700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직선 연결선 68">
              <a:extLst>
                <a:ext uri="{FF2B5EF4-FFF2-40B4-BE49-F238E27FC236}">
                  <a16:creationId xmlns:a16="http://schemas.microsoft.com/office/drawing/2014/main" id="{672686BB-8953-4C51-A25C-9E585168D658}"/>
                </a:ext>
              </a:extLst>
            </p:cNvPr>
            <p:cNvCxnSpPr/>
            <p:nvPr/>
          </p:nvCxnSpPr>
          <p:spPr>
            <a:xfrm flipV="1">
              <a:off x="7950104" y="3371694"/>
              <a:ext cx="0" cy="192033"/>
            </a:xfrm>
            <a:prstGeom prst="line">
              <a:avLst/>
            </a:prstGeom>
            <a:ln w="12700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직선 연결선 69">
              <a:extLst>
                <a:ext uri="{FF2B5EF4-FFF2-40B4-BE49-F238E27FC236}">
                  <a16:creationId xmlns:a16="http://schemas.microsoft.com/office/drawing/2014/main" id="{D19C3A06-A3C4-4AE9-8108-C83281D167A0}"/>
                </a:ext>
              </a:extLst>
            </p:cNvPr>
            <p:cNvCxnSpPr/>
            <p:nvPr/>
          </p:nvCxnSpPr>
          <p:spPr>
            <a:xfrm flipV="1">
              <a:off x="9111138" y="3371694"/>
              <a:ext cx="0" cy="192033"/>
            </a:xfrm>
            <a:prstGeom prst="line">
              <a:avLst/>
            </a:prstGeom>
            <a:ln w="12700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1" name="그룹 70">
              <a:extLst>
                <a:ext uri="{FF2B5EF4-FFF2-40B4-BE49-F238E27FC236}">
                  <a16:creationId xmlns:a16="http://schemas.microsoft.com/office/drawing/2014/main" id="{1E864BA8-7537-44BD-8204-B428A863DCC7}"/>
                </a:ext>
              </a:extLst>
            </p:cNvPr>
            <p:cNvGrpSpPr/>
            <p:nvPr/>
          </p:nvGrpSpPr>
          <p:grpSpPr>
            <a:xfrm flipV="1">
              <a:off x="7514716" y="3371695"/>
              <a:ext cx="290259" cy="94957"/>
              <a:chOff x="1306365" y="4735829"/>
              <a:chExt cx="360652" cy="158291"/>
            </a:xfrm>
          </p:grpSpPr>
          <p:cxnSp>
            <p:nvCxnSpPr>
              <p:cNvPr id="84" name="직선 연결선 83">
                <a:extLst>
                  <a:ext uri="{FF2B5EF4-FFF2-40B4-BE49-F238E27FC236}">
                    <a16:creationId xmlns:a16="http://schemas.microsoft.com/office/drawing/2014/main" id="{12F3E499-86DD-402A-A380-105CED695DBA}"/>
                  </a:ext>
                </a:extLst>
              </p:cNvPr>
              <p:cNvCxnSpPr/>
              <p:nvPr/>
            </p:nvCxnSpPr>
            <p:spPr>
              <a:xfrm>
                <a:off x="1306365" y="4735829"/>
                <a:ext cx="0" cy="158291"/>
              </a:xfrm>
              <a:prstGeom prst="line">
                <a:avLst/>
              </a:prstGeom>
              <a:ln w="12700"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직선 연결선 84">
                <a:extLst>
                  <a:ext uri="{FF2B5EF4-FFF2-40B4-BE49-F238E27FC236}">
                    <a16:creationId xmlns:a16="http://schemas.microsoft.com/office/drawing/2014/main" id="{2E65237E-2D2C-41D8-A99A-57B301DA77B1}"/>
                  </a:ext>
                </a:extLst>
              </p:cNvPr>
              <p:cNvCxnSpPr/>
              <p:nvPr/>
            </p:nvCxnSpPr>
            <p:spPr>
              <a:xfrm>
                <a:off x="1486691" y="4735829"/>
                <a:ext cx="0" cy="158291"/>
              </a:xfrm>
              <a:prstGeom prst="line">
                <a:avLst/>
              </a:prstGeom>
              <a:ln w="12700"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직선 연결선 85">
                <a:extLst>
                  <a:ext uri="{FF2B5EF4-FFF2-40B4-BE49-F238E27FC236}">
                    <a16:creationId xmlns:a16="http://schemas.microsoft.com/office/drawing/2014/main" id="{B3CDD804-C8CE-459B-B062-7D396D4A8887}"/>
                  </a:ext>
                </a:extLst>
              </p:cNvPr>
              <p:cNvCxnSpPr/>
              <p:nvPr/>
            </p:nvCxnSpPr>
            <p:spPr>
              <a:xfrm>
                <a:off x="1667017" y="4735829"/>
                <a:ext cx="0" cy="158291"/>
              </a:xfrm>
              <a:prstGeom prst="line">
                <a:avLst/>
              </a:prstGeom>
              <a:ln w="12700"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2" name="그룹 71">
              <a:extLst>
                <a:ext uri="{FF2B5EF4-FFF2-40B4-BE49-F238E27FC236}">
                  <a16:creationId xmlns:a16="http://schemas.microsoft.com/office/drawing/2014/main" id="{1D43D1C9-B21E-448D-A787-BF5BAAF9D2C1}"/>
                </a:ext>
              </a:extLst>
            </p:cNvPr>
            <p:cNvGrpSpPr/>
            <p:nvPr/>
          </p:nvGrpSpPr>
          <p:grpSpPr>
            <a:xfrm flipV="1">
              <a:off x="8095233" y="3371695"/>
              <a:ext cx="290259" cy="94957"/>
              <a:chOff x="1306365" y="4735829"/>
              <a:chExt cx="360652" cy="158291"/>
            </a:xfrm>
          </p:grpSpPr>
          <p:cxnSp>
            <p:nvCxnSpPr>
              <p:cNvPr id="81" name="직선 연결선 80">
                <a:extLst>
                  <a:ext uri="{FF2B5EF4-FFF2-40B4-BE49-F238E27FC236}">
                    <a16:creationId xmlns:a16="http://schemas.microsoft.com/office/drawing/2014/main" id="{7E29D634-775B-4031-B70E-8DDB76727231}"/>
                  </a:ext>
                </a:extLst>
              </p:cNvPr>
              <p:cNvCxnSpPr/>
              <p:nvPr/>
            </p:nvCxnSpPr>
            <p:spPr>
              <a:xfrm>
                <a:off x="1306365" y="4735829"/>
                <a:ext cx="0" cy="158291"/>
              </a:xfrm>
              <a:prstGeom prst="line">
                <a:avLst/>
              </a:prstGeom>
              <a:ln w="12700"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직선 연결선 81">
                <a:extLst>
                  <a:ext uri="{FF2B5EF4-FFF2-40B4-BE49-F238E27FC236}">
                    <a16:creationId xmlns:a16="http://schemas.microsoft.com/office/drawing/2014/main" id="{1D0304FE-F0E0-410D-8DFE-846553AF8495}"/>
                  </a:ext>
                </a:extLst>
              </p:cNvPr>
              <p:cNvCxnSpPr/>
              <p:nvPr/>
            </p:nvCxnSpPr>
            <p:spPr>
              <a:xfrm>
                <a:off x="1486691" y="4735829"/>
                <a:ext cx="0" cy="158291"/>
              </a:xfrm>
              <a:prstGeom prst="line">
                <a:avLst/>
              </a:prstGeom>
              <a:ln w="12700"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직선 연결선 82">
                <a:extLst>
                  <a:ext uri="{FF2B5EF4-FFF2-40B4-BE49-F238E27FC236}">
                    <a16:creationId xmlns:a16="http://schemas.microsoft.com/office/drawing/2014/main" id="{92641060-18F9-4F5A-ADE1-A99CC500E509}"/>
                  </a:ext>
                </a:extLst>
              </p:cNvPr>
              <p:cNvCxnSpPr/>
              <p:nvPr/>
            </p:nvCxnSpPr>
            <p:spPr>
              <a:xfrm>
                <a:off x="1667017" y="4735829"/>
                <a:ext cx="0" cy="158291"/>
              </a:xfrm>
              <a:prstGeom prst="line">
                <a:avLst/>
              </a:prstGeom>
              <a:ln w="12700"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3" name="그룹 72">
              <a:extLst>
                <a:ext uri="{FF2B5EF4-FFF2-40B4-BE49-F238E27FC236}">
                  <a16:creationId xmlns:a16="http://schemas.microsoft.com/office/drawing/2014/main" id="{0224E5AE-8261-4A5E-9D27-B9C95BEEE415}"/>
                </a:ext>
              </a:extLst>
            </p:cNvPr>
            <p:cNvGrpSpPr/>
            <p:nvPr/>
          </p:nvGrpSpPr>
          <p:grpSpPr>
            <a:xfrm flipV="1">
              <a:off x="8675750" y="3371695"/>
              <a:ext cx="290259" cy="94957"/>
              <a:chOff x="1306365" y="4735829"/>
              <a:chExt cx="360652" cy="158291"/>
            </a:xfrm>
          </p:grpSpPr>
          <p:cxnSp>
            <p:nvCxnSpPr>
              <p:cNvPr id="78" name="직선 연결선 77">
                <a:extLst>
                  <a:ext uri="{FF2B5EF4-FFF2-40B4-BE49-F238E27FC236}">
                    <a16:creationId xmlns:a16="http://schemas.microsoft.com/office/drawing/2014/main" id="{9D357283-BF97-4CF0-84E7-30F86B5A7A63}"/>
                  </a:ext>
                </a:extLst>
              </p:cNvPr>
              <p:cNvCxnSpPr/>
              <p:nvPr/>
            </p:nvCxnSpPr>
            <p:spPr>
              <a:xfrm>
                <a:off x="1306365" y="4735829"/>
                <a:ext cx="0" cy="158291"/>
              </a:xfrm>
              <a:prstGeom prst="line">
                <a:avLst/>
              </a:prstGeom>
              <a:ln w="12700"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직선 연결선 78">
                <a:extLst>
                  <a:ext uri="{FF2B5EF4-FFF2-40B4-BE49-F238E27FC236}">
                    <a16:creationId xmlns:a16="http://schemas.microsoft.com/office/drawing/2014/main" id="{0BE1BD72-A4CA-442F-9072-437E38D2A81F}"/>
                  </a:ext>
                </a:extLst>
              </p:cNvPr>
              <p:cNvCxnSpPr/>
              <p:nvPr/>
            </p:nvCxnSpPr>
            <p:spPr>
              <a:xfrm>
                <a:off x="1486691" y="4735829"/>
                <a:ext cx="0" cy="158291"/>
              </a:xfrm>
              <a:prstGeom prst="line">
                <a:avLst/>
              </a:prstGeom>
              <a:ln w="12700"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직선 연결선 79">
                <a:extLst>
                  <a:ext uri="{FF2B5EF4-FFF2-40B4-BE49-F238E27FC236}">
                    <a16:creationId xmlns:a16="http://schemas.microsoft.com/office/drawing/2014/main" id="{D0F09C2E-2481-43AC-887D-E0CB5D3403FD}"/>
                  </a:ext>
                </a:extLst>
              </p:cNvPr>
              <p:cNvCxnSpPr/>
              <p:nvPr/>
            </p:nvCxnSpPr>
            <p:spPr>
              <a:xfrm>
                <a:off x="1667017" y="4735829"/>
                <a:ext cx="0" cy="158291"/>
              </a:xfrm>
              <a:prstGeom prst="line">
                <a:avLst/>
              </a:prstGeom>
              <a:ln w="12700"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4" name="그룹 73">
              <a:extLst>
                <a:ext uri="{FF2B5EF4-FFF2-40B4-BE49-F238E27FC236}">
                  <a16:creationId xmlns:a16="http://schemas.microsoft.com/office/drawing/2014/main" id="{878B76E8-0021-4FD7-AA2C-A27D87931438}"/>
                </a:ext>
              </a:extLst>
            </p:cNvPr>
            <p:cNvGrpSpPr/>
            <p:nvPr/>
          </p:nvGrpSpPr>
          <p:grpSpPr>
            <a:xfrm flipV="1">
              <a:off x="9256268" y="3371695"/>
              <a:ext cx="290259" cy="94957"/>
              <a:chOff x="1306365" y="4735829"/>
              <a:chExt cx="360652" cy="158291"/>
            </a:xfrm>
          </p:grpSpPr>
          <p:cxnSp>
            <p:nvCxnSpPr>
              <p:cNvPr id="75" name="직선 연결선 74">
                <a:extLst>
                  <a:ext uri="{FF2B5EF4-FFF2-40B4-BE49-F238E27FC236}">
                    <a16:creationId xmlns:a16="http://schemas.microsoft.com/office/drawing/2014/main" id="{176B4CF6-A745-4ED0-B3AD-761F016E6F8C}"/>
                  </a:ext>
                </a:extLst>
              </p:cNvPr>
              <p:cNvCxnSpPr/>
              <p:nvPr/>
            </p:nvCxnSpPr>
            <p:spPr>
              <a:xfrm>
                <a:off x="1306365" y="4735829"/>
                <a:ext cx="0" cy="158291"/>
              </a:xfrm>
              <a:prstGeom prst="line">
                <a:avLst/>
              </a:prstGeom>
              <a:ln w="12700"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직선 연결선 75">
                <a:extLst>
                  <a:ext uri="{FF2B5EF4-FFF2-40B4-BE49-F238E27FC236}">
                    <a16:creationId xmlns:a16="http://schemas.microsoft.com/office/drawing/2014/main" id="{48F725CF-53A8-40F1-B44C-809912C29C92}"/>
                  </a:ext>
                </a:extLst>
              </p:cNvPr>
              <p:cNvCxnSpPr/>
              <p:nvPr/>
            </p:nvCxnSpPr>
            <p:spPr>
              <a:xfrm>
                <a:off x="1486691" y="4735829"/>
                <a:ext cx="0" cy="158291"/>
              </a:xfrm>
              <a:prstGeom prst="line">
                <a:avLst/>
              </a:prstGeom>
              <a:ln w="12700"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직선 연결선 76">
                <a:extLst>
                  <a:ext uri="{FF2B5EF4-FFF2-40B4-BE49-F238E27FC236}">
                    <a16:creationId xmlns:a16="http://schemas.microsoft.com/office/drawing/2014/main" id="{76D3CAB6-4791-49C7-8562-7ED97E82FF82}"/>
                  </a:ext>
                </a:extLst>
              </p:cNvPr>
              <p:cNvCxnSpPr/>
              <p:nvPr/>
            </p:nvCxnSpPr>
            <p:spPr>
              <a:xfrm>
                <a:off x="1667017" y="4735829"/>
                <a:ext cx="0" cy="158291"/>
              </a:xfrm>
              <a:prstGeom prst="line">
                <a:avLst/>
              </a:prstGeom>
              <a:ln w="12700"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78" name="그룹 177">
            <a:extLst>
              <a:ext uri="{FF2B5EF4-FFF2-40B4-BE49-F238E27FC236}">
                <a16:creationId xmlns:a16="http://schemas.microsoft.com/office/drawing/2014/main" id="{00EBCEBF-658D-4B54-B900-FD53BB733AD7}"/>
              </a:ext>
            </a:extLst>
          </p:cNvPr>
          <p:cNvGrpSpPr/>
          <p:nvPr userDrawn="1"/>
        </p:nvGrpSpPr>
        <p:grpSpPr>
          <a:xfrm>
            <a:off x="260648" y="992560"/>
            <a:ext cx="6336000" cy="8460940"/>
            <a:chOff x="260648" y="992560"/>
            <a:chExt cx="6336000" cy="8460940"/>
          </a:xfrm>
        </p:grpSpPr>
        <p:grpSp>
          <p:nvGrpSpPr>
            <p:cNvPr id="179" name="그룹 178">
              <a:extLst>
                <a:ext uri="{FF2B5EF4-FFF2-40B4-BE49-F238E27FC236}">
                  <a16:creationId xmlns:a16="http://schemas.microsoft.com/office/drawing/2014/main" id="{2878AA29-3CD1-4853-A689-7414A4EF71D4}"/>
                </a:ext>
              </a:extLst>
            </p:cNvPr>
            <p:cNvGrpSpPr/>
            <p:nvPr/>
          </p:nvGrpSpPr>
          <p:grpSpPr>
            <a:xfrm>
              <a:off x="260648" y="1065492"/>
              <a:ext cx="6336000" cy="8316000"/>
              <a:chOff x="260648" y="921476"/>
              <a:chExt cx="6336000" cy="8316000"/>
            </a:xfrm>
          </p:grpSpPr>
          <p:sp>
            <p:nvSpPr>
              <p:cNvPr id="192" name="Rectangle 27">
                <a:extLst>
                  <a:ext uri="{FF2B5EF4-FFF2-40B4-BE49-F238E27FC236}">
                    <a16:creationId xmlns:a16="http://schemas.microsoft.com/office/drawing/2014/main" id="{AF70D7CD-CB52-4CA0-AE8C-05394AAF1C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0668" y="921476"/>
                <a:ext cx="5976000" cy="8316000"/>
              </a:xfrm>
              <a:prstGeom prst="rect">
                <a:avLst/>
              </a:prstGeom>
              <a:ln>
                <a:solidFill>
                  <a:schemeClr val="bg1">
                    <a:lumMod val="8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wrap="none" anchor="ctr"/>
              <a:lstStyle/>
              <a:p>
                <a:pPr lvl="0"/>
                <a:endParaRPr lang="ko-KR" altLang="en-US"/>
              </a:p>
            </p:txBody>
          </p:sp>
          <p:sp>
            <p:nvSpPr>
              <p:cNvPr id="193" name="Line 29">
                <a:extLst>
                  <a:ext uri="{FF2B5EF4-FFF2-40B4-BE49-F238E27FC236}">
                    <a16:creationId xmlns:a16="http://schemas.microsoft.com/office/drawing/2014/main" id="{E513A473-3DC9-4AD5-82C4-9F3F37EB5E2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0648" y="1424608"/>
                <a:ext cx="6336000" cy="0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wrap="none" anchor="ctr"/>
              <a:lstStyle/>
              <a:p>
                <a:pPr lvl="0"/>
                <a:endParaRPr lang="ko-KR" altLang="en-US"/>
              </a:p>
            </p:txBody>
          </p:sp>
          <p:sp>
            <p:nvSpPr>
              <p:cNvPr id="194" name="Line 29">
                <a:extLst>
                  <a:ext uri="{FF2B5EF4-FFF2-40B4-BE49-F238E27FC236}">
                    <a16:creationId xmlns:a16="http://schemas.microsoft.com/office/drawing/2014/main" id="{B197ED0E-5A70-4A97-9A98-FCCDC1BCD9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0648" y="2756756"/>
                <a:ext cx="6336000" cy="0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wrap="none" anchor="ctr"/>
              <a:lstStyle/>
              <a:p>
                <a:pPr lvl="0"/>
                <a:endParaRPr lang="ko-KR" altLang="en-US"/>
              </a:p>
            </p:txBody>
          </p:sp>
          <p:sp>
            <p:nvSpPr>
              <p:cNvPr id="195" name="Line 29">
                <a:extLst>
                  <a:ext uri="{FF2B5EF4-FFF2-40B4-BE49-F238E27FC236}">
                    <a16:creationId xmlns:a16="http://schemas.microsoft.com/office/drawing/2014/main" id="{FC81AAF9-DCB3-4FB2-975F-D2675354A6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0648" y="1100572"/>
                <a:ext cx="6336000" cy="0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wrap="none" anchor="ctr"/>
              <a:lstStyle/>
              <a:p>
                <a:pPr lvl="0"/>
                <a:endParaRPr lang="ko-KR" altLang="en-US"/>
              </a:p>
            </p:txBody>
          </p:sp>
          <p:sp>
            <p:nvSpPr>
              <p:cNvPr id="196" name="Line 29">
                <a:extLst>
                  <a:ext uri="{FF2B5EF4-FFF2-40B4-BE49-F238E27FC236}">
                    <a16:creationId xmlns:a16="http://schemas.microsoft.com/office/drawing/2014/main" id="{6BB68A08-BF05-4471-AD32-7F35F973E1C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0648" y="2360712"/>
                <a:ext cx="6336000" cy="0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wrap="none" anchor="ctr"/>
              <a:lstStyle/>
              <a:p>
                <a:pPr lvl="0"/>
                <a:endParaRPr lang="ko-KR" altLang="en-US"/>
              </a:p>
            </p:txBody>
          </p:sp>
          <p:sp>
            <p:nvSpPr>
              <p:cNvPr id="197" name="Line 29">
                <a:extLst>
                  <a:ext uri="{FF2B5EF4-FFF2-40B4-BE49-F238E27FC236}">
                    <a16:creationId xmlns:a16="http://schemas.microsoft.com/office/drawing/2014/main" id="{11A35DA7-2C57-45FD-A4E0-266179AD1CAA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260648" y="2072680"/>
                <a:ext cx="6336000" cy="0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wrap="none" anchor="ctr"/>
              <a:lstStyle/>
              <a:p>
                <a:pPr lvl="0"/>
                <a:endParaRPr lang="ko-KR" altLang="en-US"/>
              </a:p>
            </p:txBody>
          </p:sp>
          <p:sp>
            <p:nvSpPr>
              <p:cNvPr id="154" name="Line 29">
                <a:extLst>
                  <a:ext uri="{FF2B5EF4-FFF2-40B4-BE49-F238E27FC236}">
                    <a16:creationId xmlns:a16="http://schemas.microsoft.com/office/drawing/2014/main" id="{5A167E3F-806D-4CEE-8B2F-B712366F73D9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260648" y="1820652"/>
                <a:ext cx="6336000" cy="0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wrap="none" anchor="ctr"/>
              <a:lstStyle/>
              <a:p>
                <a:pPr lvl="0"/>
                <a:endParaRPr lang="ko-KR" altLang="en-US"/>
              </a:p>
            </p:txBody>
          </p:sp>
        </p:grpSp>
        <p:grpSp>
          <p:nvGrpSpPr>
            <p:cNvPr id="180" name="그룹 179">
              <a:extLst>
                <a:ext uri="{FF2B5EF4-FFF2-40B4-BE49-F238E27FC236}">
                  <a16:creationId xmlns:a16="http://schemas.microsoft.com/office/drawing/2014/main" id="{25D4A3CC-B8F3-47E0-B9A2-49868060AD4B}"/>
                </a:ext>
              </a:extLst>
            </p:cNvPr>
            <p:cNvGrpSpPr/>
            <p:nvPr/>
          </p:nvGrpSpPr>
          <p:grpSpPr>
            <a:xfrm>
              <a:off x="368660" y="992560"/>
              <a:ext cx="180000" cy="180000"/>
              <a:chOff x="972319" y="4050596"/>
              <a:chExt cx="180000" cy="180000"/>
            </a:xfrm>
          </p:grpSpPr>
          <p:cxnSp>
            <p:nvCxnSpPr>
              <p:cNvPr id="190" name="직선 연결선 189">
                <a:extLst>
                  <a:ext uri="{FF2B5EF4-FFF2-40B4-BE49-F238E27FC236}">
                    <a16:creationId xmlns:a16="http://schemas.microsoft.com/office/drawing/2014/main" id="{ED4F356F-B507-43AE-99D1-D0B0263C1A9A}"/>
                  </a:ext>
                </a:extLst>
              </p:cNvPr>
              <p:cNvCxnSpPr/>
              <p:nvPr userDrawn="1"/>
            </p:nvCxnSpPr>
            <p:spPr>
              <a:xfrm>
                <a:off x="972319" y="4122564"/>
                <a:ext cx="180000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1" name="직선 연결선 190">
                <a:extLst>
                  <a:ext uri="{FF2B5EF4-FFF2-40B4-BE49-F238E27FC236}">
                    <a16:creationId xmlns:a16="http://schemas.microsoft.com/office/drawing/2014/main" id="{F442C067-8D59-4890-8515-CC4CAEA13953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044327" y="4050596"/>
                <a:ext cx="0" cy="18000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1" name="그룹 180">
              <a:extLst>
                <a:ext uri="{FF2B5EF4-FFF2-40B4-BE49-F238E27FC236}">
                  <a16:creationId xmlns:a16="http://schemas.microsoft.com/office/drawing/2014/main" id="{8CD883A5-5F6A-4FC4-9C74-A26B95BB6F70}"/>
                </a:ext>
              </a:extLst>
            </p:cNvPr>
            <p:cNvGrpSpPr/>
            <p:nvPr/>
          </p:nvGrpSpPr>
          <p:grpSpPr>
            <a:xfrm flipV="1">
              <a:off x="368660" y="9273500"/>
              <a:ext cx="180000" cy="180000"/>
              <a:chOff x="972319" y="4050596"/>
              <a:chExt cx="180000" cy="180000"/>
            </a:xfrm>
          </p:grpSpPr>
          <p:cxnSp>
            <p:nvCxnSpPr>
              <p:cNvPr id="188" name="직선 연결선 187">
                <a:extLst>
                  <a:ext uri="{FF2B5EF4-FFF2-40B4-BE49-F238E27FC236}">
                    <a16:creationId xmlns:a16="http://schemas.microsoft.com/office/drawing/2014/main" id="{7DDD4415-079B-421F-87F9-F5A874817ACF}"/>
                  </a:ext>
                </a:extLst>
              </p:cNvPr>
              <p:cNvCxnSpPr/>
              <p:nvPr userDrawn="1"/>
            </p:nvCxnSpPr>
            <p:spPr>
              <a:xfrm>
                <a:off x="972319" y="4122564"/>
                <a:ext cx="180000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" name="직선 연결선 188">
                <a:extLst>
                  <a:ext uri="{FF2B5EF4-FFF2-40B4-BE49-F238E27FC236}">
                    <a16:creationId xmlns:a16="http://schemas.microsoft.com/office/drawing/2014/main" id="{722DAB2B-C8EA-482C-9036-C18460FE6354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044327" y="4050596"/>
                <a:ext cx="0" cy="18000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2" name="그룹 181">
              <a:extLst>
                <a:ext uri="{FF2B5EF4-FFF2-40B4-BE49-F238E27FC236}">
                  <a16:creationId xmlns:a16="http://schemas.microsoft.com/office/drawing/2014/main" id="{31FB8510-05BE-457F-828F-EBFE3B45ED57}"/>
                </a:ext>
              </a:extLst>
            </p:cNvPr>
            <p:cNvGrpSpPr/>
            <p:nvPr/>
          </p:nvGrpSpPr>
          <p:grpSpPr>
            <a:xfrm flipH="1" flipV="1">
              <a:off x="6309320" y="9273480"/>
              <a:ext cx="180000" cy="180000"/>
              <a:chOff x="972279" y="4050596"/>
              <a:chExt cx="180000" cy="180000"/>
            </a:xfrm>
          </p:grpSpPr>
          <p:cxnSp>
            <p:nvCxnSpPr>
              <p:cNvPr id="186" name="직선 연결선 185">
                <a:extLst>
                  <a:ext uri="{FF2B5EF4-FFF2-40B4-BE49-F238E27FC236}">
                    <a16:creationId xmlns:a16="http://schemas.microsoft.com/office/drawing/2014/main" id="{40CADAC4-48C3-4875-B907-66DBC99CD48D}"/>
                  </a:ext>
                </a:extLst>
              </p:cNvPr>
              <p:cNvCxnSpPr/>
              <p:nvPr userDrawn="1"/>
            </p:nvCxnSpPr>
            <p:spPr>
              <a:xfrm>
                <a:off x="972279" y="4122564"/>
                <a:ext cx="180000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" name="직선 연결선 186">
                <a:extLst>
                  <a:ext uri="{FF2B5EF4-FFF2-40B4-BE49-F238E27FC236}">
                    <a16:creationId xmlns:a16="http://schemas.microsoft.com/office/drawing/2014/main" id="{B9DE0E2F-BEF0-40FD-89C8-33BAB0FD5142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044327" y="4050596"/>
                <a:ext cx="0" cy="18000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3" name="그룹 182">
              <a:extLst>
                <a:ext uri="{FF2B5EF4-FFF2-40B4-BE49-F238E27FC236}">
                  <a16:creationId xmlns:a16="http://schemas.microsoft.com/office/drawing/2014/main" id="{5C8C01D7-B855-48A4-8018-AD9F66F0E9A5}"/>
                </a:ext>
              </a:extLst>
            </p:cNvPr>
            <p:cNvGrpSpPr/>
            <p:nvPr/>
          </p:nvGrpSpPr>
          <p:grpSpPr>
            <a:xfrm flipH="1">
              <a:off x="6309320" y="992560"/>
              <a:ext cx="180000" cy="180000"/>
              <a:chOff x="972319" y="4050596"/>
              <a:chExt cx="180000" cy="180000"/>
            </a:xfrm>
          </p:grpSpPr>
          <p:cxnSp>
            <p:nvCxnSpPr>
              <p:cNvPr id="184" name="직선 연결선 183">
                <a:extLst>
                  <a:ext uri="{FF2B5EF4-FFF2-40B4-BE49-F238E27FC236}">
                    <a16:creationId xmlns:a16="http://schemas.microsoft.com/office/drawing/2014/main" id="{A9D97EE2-9F34-4075-A5F3-18651D433B1A}"/>
                  </a:ext>
                </a:extLst>
              </p:cNvPr>
              <p:cNvCxnSpPr/>
              <p:nvPr userDrawn="1"/>
            </p:nvCxnSpPr>
            <p:spPr>
              <a:xfrm>
                <a:off x="972319" y="4122564"/>
                <a:ext cx="180000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5" name="직선 연결선 184">
                <a:extLst>
                  <a:ext uri="{FF2B5EF4-FFF2-40B4-BE49-F238E27FC236}">
                    <a16:creationId xmlns:a16="http://schemas.microsoft.com/office/drawing/2014/main" id="{31B18A1B-6D70-431D-BF46-3980EAC0BF5B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044327" y="4050596"/>
                <a:ext cx="0" cy="18000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D463A67-0778-4552-8F37-37F356CCB7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676" y="1082744"/>
            <a:ext cx="1833886" cy="199285"/>
          </a:xfrm>
          <a:prstGeom prst="rect">
            <a:avLst/>
          </a:prstGeom>
          <a:noFill/>
        </p:spPr>
        <p:txBody>
          <a:bodyPr wrap="none" lIns="108000" tIns="0" rIns="0" bIns="0" anchor="ctr">
            <a:spAutoFit/>
          </a:bodyPr>
          <a:lstStyle/>
          <a:p>
            <a:pPr marL="0" lvl="0" fontAlgn="base" latinLnBrk="0">
              <a:spcAft>
                <a:spcPts val="200"/>
              </a:spcAft>
              <a:buClr>
                <a:schemeClr val="tx1">
                  <a:lumMod val="75000"/>
                  <a:lumOff val="25000"/>
                </a:schemeClr>
              </a:buClr>
              <a:buSzPct val="90000"/>
            </a:pPr>
            <a:r>
              <a:rPr lang="ko-KR" altLang="en-US"/>
              <a:t>마스터 제목 스타일 편집</a:t>
            </a:r>
          </a:p>
        </p:txBody>
      </p:sp>
      <p:sp>
        <p:nvSpPr>
          <p:cNvPr id="167" name="모서리가 둥근 직사각형 22">
            <a:extLst>
              <a:ext uri="{FF2B5EF4-FFF2-40B4-BE49-F238E27FC236}">
                <a16:creationId xmlns:a16="http://schemas.microsoft.com/office/drawing/2014/main" id="{A7B1F7C0-FCB8-4ABD-B45C-D35CDC64EA94}"/>
              </a:ext>
            </a:extLst>
          </p:cNvPr>
          <p:cNvSpPr/>
          <p:nvPr userDrawn="1"/>
        </p:nvSpPr>
        <p:spPr>
          <a:xfrm>
            <a:off x="3151129" y="9571334"/>
            <a:ext cx="555743" cy="151272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ko-KR" altLang="en-US" sz="2116">
              <a:ln>
                <a:solidFill>
                  <a:schemeClr val="accent1">
                    <a:alpha val="0"/>
                  </a:schemeClr>
                </a:solidFill>
              </a:ln>
            </a:endParaRP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FA8A035A-9C53-4FB2-922E-D4D7CBDCBD6C}"/>
              </a:ext>
            </a:extLst>
          </p:cNvPr>
          <p:cNvSpPr txBox="1"/>
          <p:nvPr userDrawn="1"/>
        </p:nvSpPr>
        <p:spPr>
          <a:xfrm>
            <a:off x="3368086" y="9593575"/>
            <a:ext cx="121828" cy="11631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fld id="{BD87C080-B586-45DA-A112-7E5FBBC160D1}" type="slidenum">
              <a:rPr lang="ko-KR" altLang="en-US" sz="756" kern="1200" smtClean="0">
                <a:ln>
                  <a:solidFill>
                    <a:schemeClr val="accent1">
                      <a:alpha val="0"/>
                    </a:schemeClr>
                  </a:solidFill>
                </a:ln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  <a:latin typeface="+mn-ea"/>
                <a:ea typeface="+mn-ea"/>
                <a:cs typeface="+mn-cs"/>
              </a:rPr>
              <a:t>‹#›</a:t>
            </a:fld>
            <a:endParaRPr lang="ko-KR" altLang="en-US" sz="756" kern="1200" dirty="0">
              <a:ln>
                <a:solidFill>
                  <a:schemeClr val="accent1">
                    <a:alpha val="0"/>
                  </a:schemeClr>
                </a:solidFill>
              </a:ln>
              <a:gradFill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tx1">
                      <a:lumMod val="75000"/>
                      <a:lumOff val="25000"/>
                    </a:schemeClr>
                  </a:gs>
                </a:gsLst>
                <a:lin ang="5400000" scaled="1"/>
              </a:gradFill>
              <a:latin typeface="+mn-ea"/>
              <a:ea typeface="+mn-ea"/>
              <a:cs typeface="+mn-cs"/>
            </a:endParaRPr>
          </a:p>
        </p:txBody>
      </p:sp>
      <p:grpSp>
        <p:nvGrpSpPr>
          <p:cNvPr id="169" name="그룹 168">
            <a:extLst>
              <a:ext uri="{FF2B5EF4-FFF2-40B4-BE49-F238E27FC236}">
                <a16:creationId xmlns:a16="http://schemas.microsoft.com/office/drawing/2014/main" id="{A8C6C309-F3D0-43DF-BEC4-0DA6A7215ABD}"/>
              </a:ext>
            </a:extLst>
          </p:cNvPr>
          <p:cNvGrpSpPr/>
          <p:nvPr userDrawn="1"/>
        </p:nvGrpSpPr>
        <p:grpSpPr>
          <a:xfrm>
            <a:off x="440668" y="9561512"/>
            <a:ext cx="942382" cy="186065"/>
            <a:chOff x="728700" y="7676979"/>
            <a:chExt cx="942382" cy="186065"/>
          </a:xfrm>
        </p:grpSpPr>
        <p:sp>
          <p:nvSpPr>
            <p:cNvPr id="170" name="任意形状 1136">
              <a:extLst>
                <a:ext uri="{FF2B5EF4-FFF2-40B4-BE49-F238E27FC236}">
                  <a16:creationId xmlns:a16="http://schemas.microsoft.com/office/drawing/2014/main" id="{9E32481B-A831-46F1-8F43-D42CC45F079C}"/>
                </a:ext>
              </a:extLst>
            </p:cNvPr>
            <p:cNvSpPr/>
            <p:nvPr/>
          </p:nvSpPr>
          <p:spPr>
            <a:xfrm>
              <a:off x="728700" y="7680698"/>
              <a:ext cx="182346" cy="1823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1880" y="9720"/>
                  </a:moveTo>
                  <a:lnTo>
                    <a:pt x="11880" y="4320"/>
                  </a:lnTo>
                  <a:lnTo>
                    <a:pt x="6480" y="11880"/>
                  </a:lnTo>
                  <a:lnTo>
                    <a:pt x="9720" y="11880"/>
                  </a:lnTo>
                  <a:lnTo>
                    <a:pt x="9720" y="17280"/>
                  </a:lnTo>
                  <a:lnTo>
                    <a:pt x="15120" y="9720"/>
                  </a:lnTo>
                  <a:lnTo>
                    <a:pt x="11880" y="9720"/>
                  </a:lnTo>
                  <a:close/>
                  <a:moveTo>
                    <a:pt x="10800" y="21600"/>
                  </a:moveTo>
                  <a:cubicBezTo>
                    <a:pt x="4835" y="21600"/>
                    <a:pt x="0" y="16765"/>
                    <a:pt x="0" y="10800"/>
                  </a:cubicBez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dirty="0"/>
            </a:p>
          </p:txBody>
        </p:sp>
        <p:sp>
          <p:nvSpPr>
            <p:cNvPr id="171" name="Text Box 53">
              <a:extLst>
                <a:ext uri="{FF2B5EF4-FFF2-40B4-BE49-F238E27FC236}">
                  <a16:creationId xmlns:a16="http://schemas.microsoft.com/office/drawing/2014/main" id="{741D79E1-E59E-44F5-8DCA-FDED5E7A4BA5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944921" y="7676979"/>
              <a:ext cx="726161" cy="169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CC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bg1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 marL="177800" indent="-177800" defTabSz="793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1028700" indent="-457200" defTabSz="793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668463" indent="-454025" defTabSz="793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2317750" indent="-458788" defTabSz="793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965450" indent="-457200" defTabSz="793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34226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38798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43370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47942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indent="0" defTabSz="914400">
                <a:lnSpc>
                  <a:spcPct val="120000"/>
                </a:lnSpc>
                <a:spcAft>
                  <a:spcPts val="600"/>
                </a:spcAft>
              </a:pPr>
              <a:r>
                <a:rPr lang="en-US" altLang="ko-KR" sz="10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50" charset="-127"/>
                  <a:ea typeface="10X10 Bold" panose="020D0604000000000000" pitchFamily="50" charset="-127"/>
                  <a:cs typeface="Pretendard" panose="02000503000000020004" pitchFamily="50" charset="-127"/>
                </a:rPr>
                <a:t>YOUR</a:t>
              </a:r>
              <a:r>
                <a:rPr lang="en-US" altLang="ko-KR" sz="1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50" charset="-127"/>
                  <a:ea typeface="나눔명조" panose="02020603020101020101" pitchFamily="18" charset="-127"/>
                  <a:cs typeface="Pretendard" panose="02000503000000020004" pitchFamily="50" charset="-127"/>
                </a:rPr>
                <a:t>LOGO</a:t>
              </a:r>
            </a:p>
          </p:txBody>
        </p:sp>
      </p:grpSp>
      <p:sp>
        <p:nvSpPr>
          <p:cNvPr id="3" name="직사각형 2">
            <a:extLst>
              <a:ext uri="{FF2B5EF4-FFF2-40B4-BE49-F238E27FC236}">
                <a16:creationId xmlns:a16="http://schemas.microsoft.com/office/drawing/2014/main" id="{447D3625-C21E-450C-AF2B-10E6EA45A918}"/>
              </a:ext>
            </a:extLst>
          </p:cNvPr>
          <p:cNvSpPr/>
          <p:nvPr userDrawn="1"/>
        </p:nvSpPr>
        <p:spPr>
          <a:xfrm>
            <a:off x="0" y="0"/>
            <a:ext cx="6858000" cy="720000"/>
          </a:xfrm>
          <a:prstGeom prst="rect">
            <a:avLst/>
          </a:prstGeom>
          <a:solidFill>
            <a:schemeClr val="bg1">
              <a:alpha val="30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" tIns="18000" rIns="18000" bIns="18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621991" latinLnBrk="0">
              <a:buSzPct val="80000"/>
            </a:pPr>
            <a:endParaRPr lang="ko-KR" altLang="en-US" sz="1100" b="1" kern="0" dirty="0">
              <a:gradFill>
                <a:gsLst>
                  <a:gs pos="0">
                    <a:srgbClr val="2C2C2C"/>
                  </a:gs>
                  <a:gs pos="51000">
                    <a:srgbClr val="2C2C2C"/>
                  </a:gs>
                </a:gsLst>
                <a:lin ang="5400000" scaled="1"/>
              </a:gradFill>
              <a:latin typeface="+mn-ea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3F309371-A94C-92C7-C457-59E13702AD97}"/>
              </a:ext>
            </a:extLst>
          </p:cNvPr>
          <p:cNvCxnSpPr/>
          <p:nvPr userDrawn="1"/>
        </p:nvCxnSpPr>
        <p:spPr>
          <a:xfrm>
            <a:off x="0" y="717953"/>
            <a:ext cx="685800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그룹 5">
            <a:extLst>
              <a:ext uri="{FF2B5EF4-FFF2-40B4-BE49-F238E27FC236}">
                <a16:creationId xmlns:a16="http://schemas.microsoft.com/office/drawing/2014/main" id="{985A1D53-6316-487B-740A-CDFD3ECFD898}"/>
              </a:ext>
            </a:extLst>
          </p:cNvPr>
          <p:cNvGrpSpPr/>
          <p:nvPr userDrawn="1"/>
        </p:nvGrpSpPr>
        <p:grpSpPr>
          <a:xfrm>
            <a:off x="6786000" y="0"/>
            <a:ext cx="72000" cy="720000"/>
            <a:chOff x="0" y="0"/>
            <a:chExt cx="144000" cy="9906000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5CF22B24-EF17-6A1A-CF68-4EECD1F44D6C}"/>
                </a:ext>
              </a:extLst>
            </p:cNvPr>
            <p:cNvSpPr/>
            <p:nvPr/>
          </p:nvSpPr>
          <p:spPr>
            <a:xfrm>
              <a:off x="0" y="0"/>
              <a:ext cx="144000" cy="1656000"/>
            </a:xfrm>
            <a:prstGeom prst="rect">
              <a:avLst/>
            </a:prstGeom>
            <a:solidFill>
              <a:srgbClr val="019B8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128E6A42-ACB1-E745-4926-1FD269894631}"/>
                </a:ext>
              </a:extLst>
            </p:cNvPr>
            <p:cNvSpPr/>
            <p:nvPr/>
          </p:nvSpPr>
          <p:spPr>
            <a:xfrm>
              <a:off x="0" y="1650000"/>
              <a:ext cx="144000" cy="1656000"/>
            </a:xfrm>
            <a:prstGeom prst="rect">
              <a:avLst/>
            </a:prstGeom>
            <a:solidFill>
              <a:srgbClr val="87AE1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1F946228-3217-9405-55BC-2AE42341A924}"/>
                </a:ext>
              </a:extLst>
            </p:cNvPr>
            <p:cNvSpPr/>
            <p:nvPr/>
          </p:nvSpPr>
          <p:spPr>
            <a:xfrm>
              <a:off x="0" y="3300000"/>
              <a:ext cx="144000" cy="1656000"/>
            </a:xfrm>
            <a:prstGeom prst="rect">
              <a:avLst/>
            </a:prstGeom>
            <a:solidFill>
              <a:srgbClr val="F7AC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80AC09BD-46E1-96CE-5D98-E5A19FE4A5A2}"/>
                </a:ext>
              </a:extLst>
            </p:cNvPr>
            <p:cNvSpPr/>
            <p:nvPr/>
          </p:nvSpPr>
          <p:spPr>
            <a:xfrm>
              <a:off x="0" y="4950000"/>
              <a:ext cx="144000" cy="1656000"/>
            </a:xfrm>
            <a:prstGeom prst="rect">
              <a:avLst/>
            </a:prstGeom>
            <a:solidFill>
              <a:srgbClr val="E752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1D394F6D-EEA2-1A2F-CC09-F6F30F7EC37A}"/>
                </a:ext>
              </a:extLst>
            </p:cNvPr>
            <p:cNvSpPr/>
            <p:nvPr/>
          </p:nvSpPr>
          <p:spPr>
            <a:xfrm>
              <a:off x="0" y="6600000"/>
              <a:ext cx="144000" cy="1656000"/>
            </a:xfrm>
            <a:prstGeom prst="rect">
              <a:avLst/>
            </a:prstGeom>
            <a:solidFill>
              <a:srgbClr val="C9196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7282DC25-08C9-CD41-D5AF-6E20A6FDDCBE}"/>
                </a:ext>
              </a:extLst>
            </p:cNvPr>
            <p:cNvSpPr/>
            <p:nvPr/>
          </p:nvSpPr>
          <p:spPr>
            <a:xfrm>
              <a:off x="0" y="8250000"/>
              <a:ext cx="144000" cy="1656000"/>
            </a:xfrm>
            <a:prstGeom prst="rect">
              <a:avLst/>
            </a:prstGeom>
            <a:solidFill>
              <a:srgbClr val="4E1E4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8CCAB705-9C22-6D1E-4368-F4DB14E90EF9}"/>
              </a:ext>
            </a:extLst>
          </p:cNvPr>
          <p:cNvGrpSpPr/>
          <p:nvPr userDrawn="1"/>
        </p:nvGrpSpPr>
        <p:grpSpPr>
          <a:xfrm>
            <a:off x="4574932" y="354012"/>
            <a:ext cx="2094428" cy="350516"/>
            <a:chOff x="4574932" y="181135"/>
            <a:chExt cx="2094428" cy="350516"/>
          </a:xfrm>
        </p:grpSpPr>
        <p:sp>
          <p:nvSpPr>
            <p:cNvPr id="14" name="모서리가 둥근 직사각형 209">
              <a:extLst>
                <a:ext uri="{FF2B5EF4-FFF2-40B4-BE49-F238E27FC236}">
                  <a16:creationId xmlns:a16="http://schemas.microsoft.com/office/drawing/2014/main" id="{E32C1EA1-092E-7157-F4C6-619DC5B12897}"/>
                </a:ext>
              </a:extLst>
            </p:cNvPr>
            <p:cNvSpPr/>
            <p:nvPr/>
          </p:nvSpPr>
          <p:spPr>
            <a:xfrm>
              <a:off x="6145724" y="267462"/>
              <a:ext cx="523636" cy="163636"/>
            </a:xfrm>
            <a:prstGeom prst="roundRect">
              <a:avLst>
                <a:gd name="adj" fmla="val 18250"/>
              </a:avLst>
            </a:prstGeom>
            <a:solidFill>
              <a:srgbClr val="0070C0"/>
            </a:solidFill>
            <a:ln w="88900" cmpd="sng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18000" rIns="0" bIns="0" rtlCol="0" anchor="ctr"/>
            <a:lstStyle/>
            <a:p>
              <a:pPr algn="ctr" defTabSz="621991">
                <a:buSzPct val="80000"/>
              </a:pPr>
              <a:r>
                <a:rPr kumimoji="1" lang="ko-KR" altLang="en-US" sz="800" spc="-30" dirty="0">
                  <a:ln>
                    <a:solidFill>
                      <a:srgbClr val="7F7F7F">
                        <a:alpha val="0"/>
                      </a:srgbClr>
                    </a:solidFill>
                  </a:ln>
                  <a:solidFill>
                    <a:prstClr val="white">
                      <a:lumMod val="95000"/>
                    </a:prstClr>
                  </a:solidFill>
                  <a:latin typeface="G마켓 산스 Medium" panose="02000000000000000000" pitchFamily="50" charset="-127"/>
                  <a:ea typeface="G마켓 산스 Medium" panose="02000000000000000000" pitchFamily="50" charset="-127"/>
                </a:rPr>
                <a:t>문서유형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1509483-F137-9E67-5238-155789BB7BEC}"/>
                </a:ext>
              </a:extLst>
            </p:cNvPr>
            <p:cNvSpPr txBox="1"/>
            <p:nvPr/>
          </p:nvSpPr>
          <p:spPr>
            <a:xfrm>
              <a:off x="4574932" y="303838"/>
              <a:ext cx="1518364" cy="12311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r"/>
              <a:r>
                <a:rPr kumimoji="1" lang="en-US" altLang="ko-KR" sz="800" spc="-4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G마켓 산스 Medium" panose="02000000000000000000" pitchFamily="50" charset="-127"/>
                  <a:ea typeface="G마켓 산스 Medium" panose="02000000000000000000" pitchFamily="50" charset="-127"/>
                  <a:cs typeface="KoPubWorld바탕체 Bold" panose="00000800000000000000" pitchFamily="2" charset="-127"/>
                </a:rPr>
                <a:t>Simple_basic</a:t>
              </a:r>
              <a:r>
                <a:rPr kumimoji="1" lang="en-US" altLang="ko-KR" sz="800" spc="-40" dirty="0">
                  <a:solidFill>
                    <a:schemeClr val="bg1">
                      <a:lumMod val="95000"/>
                    </a:schemeClr>
                  </a:solidFill>
                  <a:latin typeface="G마켓 산스 Medium" panose="02000000000000000000" pitchFamily="50" charset="-127"/>
                  <a:ea typeface="G마켓 산스 Medium" panose="02000000000000000000" pitchFamily="50" charset="-127"/>
                  <a:cs typeface="KoPubWorld바탕체 Bold" panose="00000800000000000000" pitchFamily="2" charset="-127"/>
                </a:rPr>
                <a:t> </a:t>
              </a:r>
              <a:r>
                <a:rPr kumimoji="1" lang="en-US" altLang="ko-KR" sz="800" b="0" i="0" spc="-40" baseline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마켓 산스 Medium" panose="02000000000000000000" pitchFamily="50" charset="-127"/>
                  <a:ea typeface="G마켓 산스 Medium" panose="02000000000000000000" pitchFamily="50" charset="-127"/>
                  <a:cs typeface="KoPubWorld바탕체 Bold" panose="00000800000000000000" pitchFamily="2" charset="-127"/>
                </a:rPr>
                <a:t>| </a:t>
              </a:r>
              <a:r>
                <a:rPr kumimoji="1" lang="ko-KR" altLang="en-US" sz="800" b="0" i="0" spc="-40" baseline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마켓 산스 Medium" panose="02000000000000000000" pitchFamily="50" charset="-127"/>
                  <a:ea typeface="G마켓 산스 Medium" panose="02000000000000000000" pitchFamily="50" charset="-127"/>
                  <a:cs typeface="KoPubWorld바탕체 Bold" panose="00000800000000000000" pitchFamily="2" charset="-127"/>
                </a:rPr>
                <a:t>파워포인트 템플릿</a:t>
              </a:r>
            </a:p>
          </p:txBody>
        </p:sp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AB5550C5-5616-EE61-2CB5-5EEACCCBB385}"/>
                </a:ext>
              </a:extLst>
            </p:cNvPr>
            <p:cNvGrpSpPr/>
            <p:nvPr/>
          </p:nvGrpSpPr>
          <p:grpSpPr>
            <a:xfrm>
              <a:off x="6208451" y="181135"/>
              <a:ext cx="341582" cy="350516"/>
              <a:chOff x="6208451" y="173992"/>
              <a:chExt cx="341582" cy="350516"/>
            </a:xfrm>
          </p:grpSpPr>
          <p:sp>
            <p:nvSpPr>
              <p:cNvPr id="17" name="직사각형 16">
                <a:extLst>
                  <a:ext uri="{FF2B5EF4-FFF2-40B4-BE49-F238E27FC236}">
                    <a16:creationId xmlns:a16="http://schemas.microsoft.com/office/drawing/2014/main" id="{1A49EDC8-E352-F8DA-9446-11D2B34D7414}"/>
                  </a:ext>
                </a:extLst>
              </p:cNvPr>
              <p:cNvSpPr/>
              <p:nvPr/>
            </p:nvSpPr>
            <p:spPr>
              <a:xfrm>
                <a:off x="6208451" y="173992"/>
                <a:ext cx="66360" cy="52359"/>
              </a:xfrm>
              <a:prstGeom prst="rect">
                <a:avLst/>
              </a:prstGeom>
              <a:solidFill>
                <a:srgbClr val="F8F8F8">
                  <a:alpha val="5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n-ea"/>
                </a:endParaRPr>
              </a:p>
            </p:txBody>
          </p:sp>
          <p:sp>
            <p:nvSpPr>
              <p:cNvPr id="18" name="직사각형 17">
                <a:extLst>
                  <a:ext uri="{FF2B5EF4-FFF2-40B4-BE49-F238E27FC236}">
                    <a16:creationId xmlns:a16="http://schemas.microsoft.com/office/drawing/2014/main" id="{24714DAB-F503-A6CE-03A6-14385A9CE125}"/>
                  </a:ext>
                </a:extLst>
              </p:cNvPr>
              <p:cNvSpPr/>
              <p:nvPr/>
            </p:nvSpPr>
            <p:spPr>
              <a:xfrm>
                <a:off x="6208451" y="472149"/>
                <a:ext cx="66360" cy="52359"/>
              </a:xfrm>
              <a:prstGeom prst="rect">
                <a:avLst/>
              </a:prstGeom>
              <a:solidFill>
                <a:srgbClr val="F8F8F8">
                  <a:alpha val="5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n-ea"/>
                </a:endParaRPr>
              </a:p>
            </p:txBody>
          </p:sp>
          <p:sp>
            <p:nvSpPr>
              <p:cNvPr id="19" name="직사각형 18">
                <a:extLst>
                  <a:ext uri="{FF2B5EF4-FFF2-40B4-BE49-F238E27FC236}">
                    <a16:creationId xmlns:a16="http://schemas.microsoft.com/office/drawing/2014/main" id="{DC1ABD24-B633-4FC3-F861-EB7808398A01}"/>
                  </a:ext>
                </a:extLst>
              </p:cNvPr>
              <p:cNvSpPr/>
              <p:nvPr userDrawn="1"/>
            </p:nvSpPr>
            <p:spPr>
              <a:xfrm>
                <a:off x="6300192" y="173992"/>
                <a:ext cx="66360" cy="52359"/>
              </a:xfrm>
              <a:prstGeom prst="rect">
                <a:avLst/>
              </a:prstGeom>
              <a:solidFill>
                <a:srgbClr val="F8F8F8">
                  <a:alpha val="5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n-ea"/>
                </a:endParaRPr>
              </a:p>
            </p:txBody>
          </p:sp>
          <p:sp>
            <p:nvSpPr>
              <p:cNvPr id="20" name="직사각형 19">
                <a:extLst>
                  <a:ext uri="{FF2B5EF4-FFF2-40B4-BE49-F238E27FC236}">
                    <a16:creationId xmlns:a16="http://schemas.microsoft.com/office/drawing/2014/main" id="{DFF88033-66CA-2D48-1B80-D3030D0085A4}"/>
                  </a:ext>
                </a:extLst>
              </p:cNvPr>
              <p:cNvSpPr/>
              <p:nvPr userDrawn="1"/>
            </p:nvSpPr>
            <p:spPr>
              <a:xfrm>
                <a:off x="6300192" y="472149"/>
                <a:ext cx="66360" cy="52359"/>
              </a:xfrm>
              <a:prstGeom prst="rect">
                <a:avLst/>
              </a:prstGeom>
              <a:solidFill>
                <a:srgbClr val="F8F8F8">
                  <a:alpha val="5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n-ea"/>
                </a:endParaRPr>
              </a:p>
            </p:txBody>
          </p:sp>
          <p:sp>
            <p:nvSpPr>
              <p:cNvPr id="21" name="직사각형 20">
                <a:extLst>
                  <a:ext uri="{FF2B5EF4-FFF2-40B4-BE49-F238E27FC236}">
                    <a16:creationId xmlns:a16="http://schemas.microsoft.com/office/drawing/2014/main" id="{FE8B10A1-FE37-1DEE-4E74-81329B071136}"/>
                  </a:ext>
                </a:extLst>
              </p:cNvPr>
              <p:cNvSpPr/>
              <p:nvPr userDrawn="1"/>
            </p:nvSpPr>
            <p:spPr>
              <a:xfrm>
                <a:off x="6391933" y="173992"/>
                <a:ext cx="66360" cy="52359"/>
              </a:xfrm>
              <a:prstGeom prst="rect">
                <a:avLst/>
              </a:prstGeom>
              <a:solidFill>
                <a:srgbClr val="F8F8F8">
                  <a:alpha val="5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n-ea"/>
                </a:endParaRPr>
              </a:p>
            </p:txBody>
          </p:sp>
          <p:sp>
            <p:nvSpPr>
              <p:cNvPr id="22" name="직사각형 21">
                <a:extLst>
                  <a:ext uri="{FF2B5EF4-FFF2-40B4-BE49-F238E27FC236}">
                    <a16:creationId xmlns:a16="http://schemas.microsoft.com/office/drawing/2014/main" id="{DDEB3F16-653B-49CC-B0A2-EB728E3D879C}"/>
                  </a:ext>
                </a:extLst>
              </p:cNvPr>
              <p:cNvSpPr/>
              <p:nvPr userDrawn="1"/>
            </p:nvSpPr>
            <p:spPr>
              <a:xfrm>
                <a:off x="6391933" y="472149"/>
                <a:ext cx="66360" cy="52359"/>
              </a:xfrm>
              <a:prstGeom prst="rect">
                <a:avLst/>
              </a:prstGeom>
              <a:solidFill>
                <a:srgbClr val="F8F8F8">
                  <a:alpha val="5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n-ea"/>
                </a:endParaRPr>
              </a:p>
            </p:txBody>
          </p:sp>
          <p:sp>
            <p:nvSpPr>
              <p:cNvPr id="23" name="직사각형 22">
                <a:extLst>
                  <a:ext uri="{FF2B5EF4-FFF2-40B4-BE49-F238E27FC236}">
                    <a16:creationId xmlns:a16="http://schemas.microsoft.com/office/drawing/2014/main" id="{43A17864-5BF1-5724-D7BC-77911CE8F82D}"/>
                  </a:ext>
                </a:extLst>
              </p:cNvPr>
              <p:cNvSpPr/>
              <p:nvPr userDrawn="1"/>
            </p:nvSpPr>
            <p:spPr>
              <a:xfrm>
                <a:off x="6483673" y="173992"/>
                <a:ext cx="66360" cy="52359"/>
              </a:xfrm>
              <a:prstGeom prst="rect">
                <a:avLst/>
              </a:prstGeom>
              <a:solidFill>
                <a:srgbClr val="F8F8F8">
                  <a:alpha val="5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n-ea"/>
                </a:endParaRPr>
              </a:p>
            </p:txBody>
          </p:sp>
          <p:sp>
            <p:nvSpPr>
              <p:cNvPr id="24" name="직사각형 23">
                <a:extLst>
                  <a:ext uri="{FF2B5EF4-FFF2-40B4-BE49-F238E27FC236}">
                    <a16:creationId xmlns:a16="http://schemas.microsoft.com/office/drawing/2014/main" id="{743014B8-122F-4F7D-2ADF-C5696D38D348}"/>
                  </a:ext>
                </a:extLst>
              </p:cNvPr>
              <p:cNvSpPr/>
              <p:nvPr userDrawn="1"/>
            </p:nvSpPr>
            <p:spPr>
              <a:xfrm>
                <a:off x="6483673" y="472149"/>
                <a:ext cx="66360" cy="52359"/>
              </a:xfrm>
              <a:prstGeom prst="rect">
                <a:avLst/>
              </a:prstGeom>
              <a:solidFill>
                <a:srgbClr val="F8F8F8">
                  <a:alpha val="5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n-ea"/>
                </a:endParaRPr>
              </a:p>
            </p:txBody>
          </p:sp>
        </p:grpSp>
      </p:grpSp>
      <p:sp>
        <p:nvSpPr>
          <p:cNvPr id="25" name="자유형: 도형 112">
            <a:extLst>
              <a:ext uri="{FF2B5EF4-FFF2-40B4-BE49-F238E27FC236}">
                <a16:creationId xmlns:a16="http://schemas.microsoft.com/office/drawing/2014/main" id="{EC8C4FFE-EBC5-B343-313E-969AE85834FE}"/>
              </a:ext>
            </a:extLst>
          </p:cNvPr>
          <p:cNvSpPr>
            <a:spLocks/>
          </p:cNvSpPr>
          <p:nvPr userDrawn="1"/>
        </p:nvSpPr>
        <p:spPr bwMode="auto">
          <a:xfrm rot="5400000">
            <a:off x="286876" y="-71043"/>
            <a:ext cx="434248" cy="1008000"/>
          </a:xfrm>
          <a:prstGeom prst="round2SameRect">
            <a:avLst>
              <a:gd name="adj1" fmla="val 6208"/>
              <a:gd name="adj2" fmla="val 0"/>
            </a:avLst>
          </a:prstGeom>
          <a:solidFill>
            <a:srgbClr val="263C7E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621991" latinLnBrk="0">
              <a:buSzPct val="80000"/>
            </a:pPr>
            <a:endParaRPr lang="ko-KR" altLang="en-US" sz="1400" dirty="0">
              <a:ln>
                <a:solidFill>
                  <a:srgbClr val="CAD0DC">
                    <a:alpha val="0"/>
                  </a:srgbClr>
                </a:solidFill>
              </a:ln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E11BAF1F-77EE-7DC7-B4D0-8900DA464C6B}"/>
              </a:ext>
            </a:extLst>
          </p:cNvPr>
          <p:cNvSpPr/>
          <p:nvPr userDrawn="1"/>
        </p:nvSpPr>
        <p:spPr>
          <a:xfrm>
            <a:off x="1196752" y="464388"/>
            <a:ext cx="432000" cy="180000"/>
          </a:xfrm>
          <a:prstGeom prst="roundRect">
            <a:avLst/>
          </a:prstGeom>
          <a:solidFill>
            <a:srgbClr val="022C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25200" rtlCol="0" anchor="ctr"/>
          <a:lstStyle/>
          <a:p>
            <a:pPr algn="ctr"/>
            <a:r>
              <a:rPr lang="ko-KR" altLang="en-US" sz="700" dirty="0">
                <a:latin typeface="+mn-ea"/>
              </a:rPr>
              <a:t>항목경로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E16487A-05B7-C0D9-A120-6A4CB2ED3BB9}"/>
              </a:ext>
            </a:extLst>
          </p:cNvPr>
          <p:cNvSpPr txBox="1"/>
          <p:nvPr userDrawn="1"/>
        </p:nvSpPr>
        <p:spPr>
          <a:xfrm>
            <a:off x="113698" y="272480"/>
            <a:ext cx="434982" cy="130381"/>
          </a:xfrm>
          <a:prstGeom prst="rect">
            <a:avLst/>
          </a:prstGeom>
          <a:noFill/>
        </p:spPr>
        <p:txBody>
          <a:bodyPr wrap="none" lIns="36000" tIns="7200" rIns="36000" bIns="0" rtlCol="0" anchor="ctr">
            <a:spAutoFit/>
          </a:bodyPr>
          <a:lstStyle/>
          <a:p>
            <a:pPr algn="ctr" defTabSz="987095"/>
            <a:r>
              <a:rPr lang="en-US" altLang="ko-KR" sz="800" b="0" i="0" spc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bg1">
                    <a:lumMod val="95000"/>
                  </a:schemeClr>
                </a:solidFill>
                <a:latin typeface="+mn-ea"/>
              </a:rPr>
              <a:t>Chapter</a:t>
            </a:r>
            <a:endParaRPr lang="ko-KR" altLang="en-US" sz="800" b="0" i="0" spc="0" dirty="0">
              <a:ln>
                <a:solidFill>
                  <a:srgbClr val="4F81BD">
                    <a:alpha val="0"/>
                  </a:srgbClr>
                </a:solidFill>
              </a:ln>
              <a:solidFill>
                <a:schemeClr val="bg1">
                  <a:lumMod val="95000"/>
                </a:schemeClr>
              </a:solidFill>
              <a:latin typeface="+mn-ea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79140ED9-AA2C-14E3-DA4D-82889CA8395B}"/>
              </a:ext>
            </a:extLst>
          </p:cNvPr>
          <p:cNvSpPr/>
          <p:nvPr userDrawn="1"/>
        </p:nvSpPr>
        <p:spPr>
          <a:xfrm>
            <a:off x="270518" y="471488"/>
            <a:ext cx="86400" cy="178593"/>
          </a:xfrm>
          <a:prstGeom prst="rect">
            <a:avLst/>
          </a:prstGeom>
          <a:solidFill>
            <a:srgbClr val="F8F8F8">
              <a:alpha val="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D62BCB7C-37BA-5A17-240E-DE9DFA4BA16E}"/>
              </a:ext>
            </a:extLst>
          </p:cNvPr>
          <p:cNvSpPr/>
          <p:nvPr userDrawn="1"/>
        </p:nvSpPr>
        <p:spPr>
          <a:xfrm>
            <a:off x="138244" y="515167"/>
            <a:ext cx="86400" cy="134914"/>
          </a:xfrm>
          <a:prstGeom prst="rect">
            <a:avLst/>
          </a:prstGeom>
          <a:solidFill>
            <a:srgbClr val="F8F8F8">
              <a:alpha val="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9392A5A0-5EAD-FF5C-4BAA-7C0E58D21F6D}"/>
              </a:ext>
            </a:extLst>
          </p:cNvPr>
          <p:cNvSpPr/>
          <p:nvPr userDrawn="1"/>
        </p:nvSpPr>
        <p:spPr>
          <a:xfrm>
            <a:off x="402793" y="423619"/>
            <a:ext cx="86400" cy="226462"/>
          </a:xfrm>
          <a:prstGeom prst="rect">
            <a:avLst/>
          </a:prstGeom>
          <a:solidFill>
            <a:srgbClr val="F8F8F8">
              <a:alpha val="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47" name="자유형: 도형 112">
            <a:extLst>
              <a:ext uri="{FF2B5EF4-FFF2-40B4-BE49-F238E27FC236}">
                <a16:creationId xmlns:a16="http://schemas.microsoft.com/office/drawing/2014/main" id="{4AECCBAF-D35C-57D2-2A5F-3B99E20F4F5B}"/>
              </a:ext>
            </a:extLst>
          </p:cNvPr>
          <p:cNvSpPr>
            <a:spLocks/>
          </p:cNvSpPr>
          <p:nvPr userDrawn="1"/>
        </p:nvSpPr>
        <p:spPr bwMode="auto">
          <a:xfrm rot="5400000">
            <a:off x="468000" y="213953"/>
            <a:ext cx="72000" cy="1008000"/>
          </a:xfrm>
          <a:prstGeom prst="round2SameRect">
            <a:avLst>
              <a:gd name="adj1" fmla="val 20848"/>
              <a:gd name="adj2" fmla="val 5115"/>
            </a:avLst>
          </a:prstGeom>
          <a:solidFill>
            <a:srgbClr val="DEEBF7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621991" latinLnBrk="0">
              <a:buSzPct val="80000"/>
            </a:pPr>
            <a:endParaRPr lang="ko-KR" altLang="en-US" sz="1400" dirty="0">
              <a:ln>
                <a:solidFill>
                  <a:srgbClr val="CAD0DC">
                    <a:alpha val="0"/>
                  </a:srgbClr>
                </a:solidFill>
              </a:ln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097917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692" r:id="rId2"/>
    <p:sldLayoutId id="2147483735" r:id="rId3"/>
    <p:sldLayoutId id="2147483725" r:id="rId4"/>
    <p:sldLayoutId id="2147483724" r:id="rId5"/>
    <p:sldLayoutId id="2147483726" r:id="rId6"/>
    <p:sldLayoutId id="2147483748" r:id="rId7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lang="ko-KR" altLang="en-US" sz="1400" kern="1200" smtClean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14457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42" r:id="rId2"/>
    <p:sldLayoutId id="2147483750" r:id="rId3"/>
    <p:sldLayoutId id="2147483751" r:id="rId4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Relationship Id="rId4" Type="http://schemas.microsoft.com/office/2007/relationships/hdphoto" Target="../media/hdphoto1.wdp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jpeg"/><Relationship Id="rId4" Type="http://schemas.openxmlformats.org/officeDocument/2006/relationships/image" Target="../media/image17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9.png"/><Relationship Id="rId18" Type="http://schemas.openxmlformats.org/officeDocument/2006/relationships/image" Target="../media/image34.png"/><Relationship Id="rId3" Type="http://schemas.openxmlformats.org/officeDocument/2006/relationships/image" Target="../media/image14.png"/><Relationship Id="rId21" Type="http://schemas.openxmlformats.org/officeDocument/2006/relationships/image" Target="../media/image37.pn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17" Type="http://schemas.openxmlformats.org/officeDocument/2006/relationships/image" Target="../media/image33.png"/><Relationship Id="rId2" Type="http://schemas.openxmlformats.org/officeDocument/2006/relationships/notesSlide" Target="../notesSlides/notesSlide25.xml"/><Relationship Id="rId16" Type="http://schemas.openxmlformats.org/officeDocument/2006/relationships/image" Target="../media/image32.png"/><Relationship Id="rId20" Type="http://schemas.openxmlformats.org/officeDocument/2006/relationships/image" Target="../media/image3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5" Type="http://schemas.openxmlformats.org/officeDocument/2006/relationships/image" Target="../media/image31.png"/><Relationship Id="rId23" Type="http://schemas.openxmlformats.org/officeDocument/2006/relationships/image" Target="../media/image39.png"/><Relationship Id="rId10" Type="http://schemas.openxmlformats.org/officeDocument/2006/relationships/image" Target="../media/image26.png"/><Relationship Id="rId19" Type="http://schemas.openxmlformats.org/officeDocument/2006/relationships/image" Target="../media/image35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Relationship Id="rId14" Type="http://schemas.openxmlformats.org/officeDocument/2006/relationships/image" Target="../media/image30.png"/><Relationship Id="rId22" Type="http://schemas.openxmlformats.org/officeDocument/2006/relationships/image" Target="../media/image38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1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13" Type="http://schemas.openxmlformats.org/officeDocument/2006/relationships/image" Target="../media/image17.png"/><Relationship Id="rId3" Type="http://schemas.openxmlformats.org/officeDocument/2006/relationships/image" Target="../media/image43.png"/><Relationship Id="rId7" Type="http://schemas.openxmlformats.org/officeDocument/2006/relationships/image" Target="../media/image45.png"/><Relationship Id="rId12" Type="http://schemas.microsoft.com/office/2007/relationships/hdphoto" Target="../media/hdphoto4.wdp"/><Relationship Id="rId17" Type="http://schemas.openxmlformats.org/officeDocument/2006/relationships/image" Target="../media/image52.png"/><Relationship Id="rId2" Type="http://schemas.openxmlformats.org/officeDocument/2006/relationships/notesSlide" Target="../notesSlides/notesSlide36.xml"/><Relationship Id="rId16" Type="http://schemas.openxmlformats.org/officeDocument/2006/relationships/image" Target="../media/image51.png"/><Relationship Id="rId1" Type="http://schemas.openxmlformats.org/officeDocument/2006/relationships/slideLayout" Target="../slideLayouts/slideLayout3.xml"/><Relationship Id="rId6" Type="http://schemas.microsoft.com/office/2007/relationships/hdphoto" Target="../media/hdphoto3.wdp"/><Relationship Id="rId11" Type="http://schemas.openxmlformats.org/officeDocument/2006/relationships/image" Target="../media/image49.png"/><Relationship Id="rId5" Type="http://schemas.openxmlformats.org/officeDocument/2006/relationships/image" Target="../media/image44.png"/><Relationship Id="rId15" Type="http://schemas.openxmlformats.org/officeDocument/2006/relationships/image" Target="../media/image42.png"/><Relationship Id="rId10" Type="http://schemas.openxmlformats.org/officeDocument/2006/relationships/image" Target="../media/image48.png"/><Relationship Id="rId4" Type="http://schemas.microsoft.com/office/2007/relationships/hdphoto" Target="../media/hdphoto2.wdp"/><Relationship Id="rId9" Type="http://schemas.openxmlformats.org/officeDocument/2006/relationships/image" Target="../media/image47.png"/><Relationship Id="rId14" Type="http://schemas.openxmlformats.org/officeDocument/2006/relationships/image" Target="../media/image50.jpe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Relationship Id="rId4" Type="http://schemas.microsoft.com/office/2007/relationships/hdphoto" Target="../media/hdphoto5.wdp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.png"/><Relationship Id="rId5" Type="http://schemas.openxmlformats.org/officeDocument/2006/relationships/image" Target="../media/image55.png"/><Relationship Id="rId4" Type="http://schemas.microsoft.com/office/2007/relationships/hdphoto" Target="../media/hdphoto6.wdp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6.png"/><Relationship Id="rId4" Type="http://schemas.openxmlformats.org/officeDocument/2006/relationships/image" Target="../media/image42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7" Type="http://schemas.microsoft.com/office/2007/relationships/hdphoto" Target="../media/hdphoto8.wdp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microsoft.com/office/2007/relationships/hdphoto" Target="../media/hdphoto7.wdp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3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4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그림 335">
            <a:extLst>
              <a:ext uri="{FF2B5EF4-FFF2-40B4-BE49-F238E27FC236}">
                <a16:creationId xmlns:a16="http://schemas.microsoft.com/office/drawing/2014/main" id="{7B0BE728-98D7-41AA-83ED-1817237AECE2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78" b="6191"/>
          <a:stretch/>
        </p:blipFill>
        <p:spPr>
          <a:xfrm>
            <a:off x="0" y="1424980"/>
            <a:ext cx="5040000" cy="6696000"/>
          </a:xfrm>
          <a:prstGeom prst="round2SameRect">
            <a:avLst>
              <a:gd name="adj1" fmla="val 0"/>
              <a:gd name="adj2" fmla="val 0"/>
            </a:avLst>
          </a:prstGeom>
        </p:spPr>
      </p:pic>
      <p:sp>
        <p:nvSpPr>
          <p:cNvPr id="11" name="제목 10"/>
          <p:cNvSpPr>
            <a:spLocks noGrp="1"/>
          </p:cNvSpPr>
          <p:nvPr>
            <p:ph type="title"/>
          </p:nvPr>
        </p:nvSpPr>
        <p:spPr>
          <a:xfrm>
            <a:off x="-2026686" y="69248"/>
            <a:ext cx="1984519" cy="22775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 fontAlgn="base" latinLnBrk="0">
              <a:spcAft>
                <a:spcPts val="200"/>
              </a:spcAft>
              <a:buClr>
                <a:schemeClr val="tx1">
                  <a:lumMod val="75000"/>
                  <a:lumOff val="25000"/>
                </a:schemeClr>
              </a:buClr>
              <a:buSzPct val="90000"/>
            </a:pPr>
            <a:r>
              <a:rPr lang="ko-KR" altLang="en-US" sz="1600" dirty="0">
                <a:cs typeface="+mn-cs"/>
              </a:rPr>
              <a:t>표지</a:t>
            </a:r>
            <a:r>
              <a:rPr lang="en-US" altLang="ko-KR" sz="1600" dirty="0">
                <a:cs typeface="+mn-cs"/>
              </a:rPr>
              <a:t>_image 01 =====</a:t>
            </a:r>
            <a:endParaRPr lang="ko-KR" altLang="en-US" sz="1600" dirty="0">
              <a:cs typeface="+mn-cs"/>
            </a:endParaRPr>
          </a:p>
        </p:txBody>
      </p:sp>
      <p:grpSp>
        <p:nvGrpSpPr>
          <p:cNvPr id="357" name="그룹 356">
            <a:extLst>
              <a:ext uri="{FF2B5EF4-FFF2-40B4-BE49-F238E27FC236}">
                <a16:creationId xmlns:a16="http://schemas.microsoft.com/office/drawing/2014/main" id="{2DAAA5C6-16D9-4CC8-B45F-F35CD6DDFCD5}"/>
              </a:ext>
            </a:extLst>
          </p:cNvPr>
          <p:cNvGrpSpPr/>
          <p:nvPr/>
        </p:nvGrpSpPr>
        <p:grpSpPr>
          <a:xfrm>
            <a:off x="368660" y="524508"/>
            <a:ext cx="1436230" cy="381923"/>
            <a:chOff x="2483189" y="1379936"/>
            <a:chExt cx="1436230" cy="381923"/>
          </a:xfrm>
        </p:grpSpPr>
        <p:grpSp>
          <p:nvGrpSpPr>
            <p:cNvPr id="358" name="그룹 357">
              <a:extLst>
                <a:ext uri="{FF2B5EF4-FFF2-40B4-BE49-F238E27FC236}">
                  <a16:creationId xmlns:a16="http://schemas.microsoft.com/office/drawing/2014/main" id="{C815967E-07DB-48E3-9AE1-4468FAC6C0F2}"/>
                </a:ext>
              </a:extLst>
            </p:cNvPr>
            <p:cNvGrpSpPr/>
            <p:nvPr/>
          </p:nvGrpSpPr>
          <p:grpSpPr>
            <a:xfrm>
              <a:off x="3032958" y="1409344"/>
              <a:ext cx="886461" cy="303005"/>
              <a:chOff x="5687960" y="106965"/>
              <a:chExt cx="605465" cy="188141"/>
            </a:xfrm>
          </p:grpSpPr>
          <p:sp>
            <p:nvSpPr>
              <p:cNvPr id="360" name="직사각형 359">
                <a:extLst>
                  <a:ext uri="{FF2B5EF4-FFF2-40B4-BE49-F238E27FC236}">
                    <a16:creationId xmlns:a16="http://schemas.microsoft.com/office/drawing/2014/main" id="{331345FF-7A63-4DF2-8B4A-1E892BA5ADA1}"/>
                  </a:ext>
                </a:extLst>
              </p:cNvPr>
              <p:cNvSpPr/>
              <p:nvPr userDrawn="1"/>
            </p:nvSpPr>
            <p:spPr>
              <a:xfrm>
                <a:off x="5687960" y="106965"/>
                <a:ext cx="605465" cy="114662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 defTabSz="914400" fontAlgn="base">
                  <a:spcBef>
                    <a:spcPct val="0"/>
                  </a:spcBef>
                  <a:spcAft>
                    <a:spcPts val="200"/>
                  </a:spcAft>
                  <a:buClr>
                    <a:prstClr val="black">
                      <a:lumMod val="75000"/>
                      <a:lumOff val="25000"/>
                    </a:prstClr>
                  </a:buClr>
                  <a:buSzPct val="90000"/>
                  <a:defRPr/>
                </a:pPr>
                <a:r>
                  <a:rPr lang="en-US" altLang="ko-KR" sz="1200" spc="150" dirty="0">
                    <a:solidFill>
                      <a:prstClr val="black">
                        <a:lumMod val="95000"/>
                        <a:lumOff val="5000"/>
                      </a:prstClr>
                    </a:solidFill>
                    <a:latin typeface="Pretendard" panose="02000503000000020004" pitchFamily="50" charset="-127"/>
                    <a:ea typeface="Pretendard SemiBold" panose="02000703000000020004" pitchFamily="50" charset="-127"/>
                    <a:cs typeface="Pretendard" panose="02000503000000020004" pitchFamily="50" charset="-127"/>
                  </a:rPr>
                  <a:t>COMPANY</a:t>
                </a:r>
                <a:endParaRPr lang="ko-KR" altLang="en-US" sz="1200" spc="150" dirty="0">
                  <a:solidFill>
                    <a:prstClr val="black">
                      <a:lumMod val="95000"/>
                      <a:lumOff val="5000"/>
                    </a:prstClr>
                  </a:solidFill>
                  <a:latin typeface="Pretendard" panose="02000503000000020004" pitchFamily="50" charset="-127"/>
                  <a:ea typeface="Pretendard SemiBold" panose="02000703000000020004" pitchFamily="50" charset="-127"/>
                  <a:cs typeface="Pretendard" panose="02000503000000020004" pitchFamily="50" charset="-127"/>
                </a:endParaRPr>
              </a:p>
            </p:txBody>
          </p:sp>
          <p:sp>
            <p:nvSpPr>
              <p:cNvPr id="361" name="직사각형 360">
                <a:extLst>
                  <a:ext uri="{FF2B5EF4-FFF2-40B4-BE49-F238E27FC236}">
                    <a16:creationId xmlns:a16="http://schemas.microsoft.com/office/drawing/2014/main" id="{F8B2C158-30B2-47CA-81EA-7DA7075EEB63}"/>
                  </a:ext>
                </a:extLst>
              </p:cNvPr>
              <p:cNvSpPr/>
              <p:nvPr userDrawn="1"/>
            </p:nvSpPr>
            <p:spPr>
              <a:xfrm>
                <a:off x="5693316" y="228220"/>
                <a:ext cx="585757" cy="66886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 lvl="0" algn="l" defTabSz="914400" fontAlgn="base">
                  <a:spcBef>
                    <a:spcPct val="0"/>
                  </a:spcBef>
                  <a:spcAft>
                    <a:spcPts val="200"/>
                  </a:spcAft>
                  <a:buClr>
                    <a:schemeClr val="tx1">
                      <a:lumMod val="75000"/>
                      <a:lumOff val="25000"/>
                    </a:schemeClr>
                  </a:buClr>
                  <a:buSzPct val="90000"/>
                </a:pPr>
                <a:r>
                  <a:rPr lang="en-US" altLang="ko-KR" sz="700" b="0" spc="5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Pretendard" panose="02000503000000020004" pitchFamily="50" charset="-127"/>
                    <a:cs typeface="Pretendard" panose="02000503000000020004" pitchFamily="50" charset="-127"/>
                  </a:rPr>
                  <a:t>CLINT LOGO HERE</a:t>
                </a:r>
                <a:endParaRPr lang="ko-KR" altLang="en-US" sz="700" b="0" spc="5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</p:grpSp>
        <p:pic>
          <p:nvPicPr>
            <p:cNvPr id="359" name="그림 358">
              <a:extLst>
                <a:ext uri="{FF2B5EF4-FFF2-40B4-BE49-F238E27FC236}">
                  <a16:creationId xmlns:a16="http://schemas.microsoft.com/office/drawing/2014/main" id="{899E28BD-2058-4F44-A4E8-25C7A82996E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83189" y="1379936"/>
              <a:ext cx="521395" cy="381923"/>
            </a:xfrm>
            <a:prstGeom prst="rect">
              <a:avLst/>
            </a:prstGeom>
          </p:spPr>
        </p:pic>
      </p:grpSp>
      <p:grpSp>
        <p:nvGrpSpPr>
          <p:cNvPr id="354" name="그룹 353">
            <a:extLst>
              <a:ext uri="{FF2B5EF4-FFF2-40B4-BE49-F238E27FC236}">
                <a16:creationId xmlns:a16="http://schemas.microsoft.com/office/drawing/2014/main" id="{2418BA37-7EA4-4092-82BF-CB480807013D}"/>
              </a:ext>
            </a:extLst>
          </p:cNvPr>
          <p:cNvGrpSpPr/>
          <p:nvPr/>
        </p:nvGrpSpPr>
        <p:grpSpPr>
          <a:xfrm>
            <a:off x="146120" y="1568624"/>
            <a:ext cx="4747758" cy="6408708"/>
            <a:chOff x="146120" y="1568624"/>
            <a:chExt cx="4747758" cy="6408708"/>
          </a:xfrm>
        </p:grpSpPr>
        <p:sp>
          <p:nvSpPr>
            <p:cNvPr id="355" name="직사각형 354">
              <a:extLst>
                <a:ext uri="{FF2B5EF4-FFF2-40B4-BE49-F238E27FC236}">
                  <a16:creationId xmlns:a16="http://schemas.microsoft.com/office/drawing/2014/main" id="{F80E3045-53EA-467A-857F-454219A2CC8F}"/>
                </a:ext>
              </a:extLst>
            </p:cNvPr>
            <p:cNvSpPr/>
            <p:nvPr/>
          </p:nvSpPr>
          <p:spPr>
            <a:xfrm>
              <a:off x="179999" y="1604628"/>
              <a:ext cx="4680000" cy="6336000"/>
            </a:xfrm>
            <a:prstGeom prst="rect">
              <a:avLst/>
            </a:prstGeom>
            <a:solidFill>
              <a:schemeClr val="tx1">
                <a:alpha val="10000"/>
              </a:schemeClr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356" name="그룹 355">
              <a:extLst>
                <a:ext uri="{FF2B5EF4-FFF2-40B4-BE49-F238E27FC236}">
                  <a16:creationId xmlns:a16="http://schemas.microsoft.com/office/drawing/2014/main" id="{C5CFAFFA-7135-43A4-A89C-7D41897EB6CD}"/>
                </a:ext>
              </a:extLst>
            </p:cNvPr>
            <p:cNvGrpSpPr/>
            <p:nvPr/>
          </p:nvGrpSpPr>
          <p:grpSpPr>
            <a:xfrm>
              <a:off x="146120" y="1568624"/>
              <a:ext cx="4747758" cy="6408708"/>
              <a:chOff x="152640" y="1568624"/>
              <a:chExt cx="4747758" cy="6408708"/>
            </a:xfrm>
            <a:solidFill>
              <a:schemeClr val="bg1">
                <a:alpha val="50000"/>
              </a:schemeClr>
            </a:solidFill>
          </p:grpSpPr>
          <p:sp>
            <p:nvSpPr>
              <p:cNvPr id="362" name="직사각형 361">
                <a:extLst>
                  <a:ext uri="{FF2B5EF4-FFF2-40B4-BE49-F238E27FC236}">
                    <a16:creationId xmlns:a16="http://schemas.microsoft.com/office/drawing/2014/main" id="{354E6EA1-BC2F-4324-8DA6-7BBA9F2F8765}"/>
                  </a:ext>
                </a:extLst>
              </p:cNvPr>
              <p:cNvSpPr/>
              <p:nvPr/>
            </p:nvSpPr>
            <p:spPr>
              <a:xfrm>
                <a:off x="184320" y="1568628"/>
                <a:ext cx="4680000" cy="36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63" name="직사각형 362">
                <a:extLst>
                  <a:ext uri="{FF2B5EF4-FFF2-40B4-BE49-F238E27FC236}">
                    <a16:creationId xmlns:a16="http://schemas.microsoft.com/office/drawing/2014/main" id="{0749F146-96BE-41C5-8531-A200AAF78428}"/>
                  </a:ext>
                </a:extLst>
              </p:cNvPr>
              <p:cNvSpPr/>
              <p:nvPr/>
            </p:nvSpPr>
            <p:spPr>
              <a:xfrm>
                <a:off x="184320" y="7941332"/>
                <a:ext cx="4680000" cy="36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64" name="직사각형 363">
                <a:extLst>
                  <a:ext uri="{FF2B5EF4-FFF2-40B4-BE49-F238E27FC236}">
                    <a16:creationId xmlns:a16="http://schemas.microsoft.com/office/drawing/2014/main" id="{18C2FE3E-F782-47DF-B960-33A1ED2ABFDD}"/>
                  </a:ext>
                </a:extLst>
              </p:cNvPr>
              <p:cNvSpPr/>
              <p:nvPr/>
            </p:nvSpPr>
            <p:spPr>
              <a:xfrm rot="5400000">
                <a:off x="-3033360" y="4754624"/>
                <a:ext cx="6408000" cy="36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65" name="직사각형 364">
                <a:extLst>
                  <a:ext uri="{FF2B5EF4-FFF2-40B4-BE49-F238E27FC236}">
                    <a16:creationId xmlns:a16="http://schemas.microsoft.com/office/drawing/2014/main" id="{6AD3903F-A699-4545-ABC5-7D488AA3DDCA}"/>
                  </a:ext>
                </a:extLst>
              </p:cNvPr>
              <p:cNvSpPr/>
              <p:nvPr/>
            </p:nvSpPr>
            <p:spPr>
              <a:xfrm rot="5400000">
                <a:off x="4360398" y="2072628"/>
                <a:ext cx="1044000" cy="36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66" name="직사각형 365">
                <a:extLst>
                  <a:ext uri="{FF2B5EF4-FFF2-40B4-BE49-F238E27FC236}">
                    <a16:creationId xmlns:a16="http://schemas.microsoft.com/office/drawing/2014/main" id="{59FE9D16-3463-455F-A732-FE0E9937B071}"/>
                  </a:ext>
                </a:extLst>
              </p:cNvPr>
              <p:cNvSpPr/>
              <p:nvPr/>
            </p:nvSpPr>
            <p:spPr>
              <a:xfrm rot="16200000">
                <a:off x="3532398" y="6609332"/>
                <a:ext cx="2700000" cy="36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169C0870-7607-436C-A091-AE09EB72E3EF}"/>
              </a:ext>
            </a:extLst>
          </p:cNvPr>
          <p:cNvGrpSpPr/>
          <p:nvPr/>
        </p:nvGrpSpPr>
        <p:grpSpPr>
          <a:xfrm>
            <a:off x="3330000" y="2792760"/>
            <a:ext cx="3528000" cy="2306458"/>
            <a:chOff x="3330000" y="2792760"/>
            <a:chExt cx="3528000" cy="2306458"/>
          </a:xfrm>
        </p:grpSpPr>
        <p:sp>
          <p:nvSpPr>
            <p:cNvPr id="339" name="직사각형 338">
              <a:extLst>
                <a:ext uri="{FF2B5EF4-FFF2-40B4-BE49-F238E27FC236}">
                  <a16:creationId xmlns:a16="http://schemas.microsoft.com/office/drawing/2014/main" id="{9DB9617C-9D4E-4B0F-926A-F3F0CFB4FC2D}"/>
                </a:ext>
              </a:extLst>
            </p:cNvPr>
            <p:cNvSpPr/>
            <p:nvPr/>
          </p:nvSpPr>
          <p:spPr>
            <a:xfrm>
              <a:off x="3330000" y="2792760"/>
              <a:ext cx="3528000" cy="2306458"/>
            </a:xfrm>
            <a:prstGeom prst="rect">
              <a:avLst/>
            </a:prstGeom>
            <a:solidFill>
              <a:srgbClr val="0070C0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0" name="TextBox 339">
              <a:extLst>
                <a:ext uri="{FF2B5EF4-FFF2-40B4-BE49-F238E27FC236}">
                  <a16:creationId xmlns:a16="http://schemas.microsoft.com/office/drawing/2014/main" id="{82B55724-91F7-4B66-A0FA-7EE41ACF1B67}"/>
                </a:ext>
              </a:extLst>
            </p:cNvPr>
            <p:cNvSpPr txBox="1"/>
            <p:nvPr/>
          </p:nvSpPr>
          <p:spPr>
            <a:xfrm>
              <a:off x="3681028" y="3064144"/>
              <a:ext cx="1518155" cy="360000"/>
            </a:xfrm>
            <a:prstGeom prst="roundRect">
              <a:avLst>
                <a:gd name="adj" fmla="val 50000"/>
              </a:avLst>
            </a:prstGeom>
            <a:solidFill>
              <a:srgbClr val="212E37"/>
            </a:solidFill>
          </p:spPr>
          <p:txBody>
            <a:bodyPr wrap="none" lIns="108000" tIns="0" rIns="108000" bIns="0" rtlCol="0" anchor="ctr">
              <a:noAutofit/>
            </a:bodyPr>
            <a:lstStyle/>
            <a:p>
              <a:pPr algn="ctr"/>
              <a:r>
                <a:rPr kumimoji="1" lang="en-US" altLang="ko-KR" dirty="0">
                  <a:solidFill>
                    <a:schemeClr val="bg1"/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PPT</a:t>
              </a:r>
              <a:r>
                <a:rPr kumimoji="1" lang="ko-KR" altLang="en-US" dirty="0">
                  <a:solidFill>
                    <a:schemeClr val="bg1"/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템플릿</a:t>
              </a:r>
            </a:p>
          </p:txBody>
        </p:sp>
        <p:sp>
          <p:nvSpPr>
            <p:cNvPr id="341" name="Text Box 53">
              <a:extLst>
                <a:ext uri="{FF2B5EF4-FFF2-40B4-BE49-F238E27FC236}">
                  <a16:creationId xmlns:a16="http://schemas.microsoft.com/office/drawing/2014/main" id="{3E29F26A-FA5A-4539-A962-E54400EEBBD2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3681028" y="3688794"/>
              <a:ext cx="1591782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CC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bg1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 marL="177800" indent="-177800" defTabSz="793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1028700" indent="-457200" defTabSz="793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668463" indent="-454025" defTabSz="793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2317750" indent="-458788" defTabSz="793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965450" indent="-457200" defTabSz="793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34226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38798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43370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47942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indent="0" defTabSz="914400"/>
              <a:r>
                <a:rPr lang="ko-KR" altLang="en-US" sz="2600" dirty="0" err="1">
                  <a:solidFill>
                    <a:schemeClr val="bg1"/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심플</a:t>
              </a:r>
              <a:r>
                <a:rPr lang="en-US" altLang="ko-KR" sz="2600" dirty="0">
                  <a:solidFill>
                    <a:schemeClr val="bg1"/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_image</a:t>
              </a:r>
              <a:endParaRPr lang="ko-KR" altLang="en-US" sz="2600" dirty="0">
                <a:solidFill>
                  <a:schemeClr val="bg1"/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endParaRPr>
            </a:p>
          </p:txBody>
        </p:sp>
        <p:sp>
          <p:nvSpPr>
            <p:cNvPr id="343" name="Text Box 53">
              <a:extLst>
                <a:ext uri="{FF2B5EF4-FFF2-40B4-BE49-F238E27FC236}">
                  <a16:creationId xmlns:a16="http://schemas.microsoft.com/office/drawing/2014/main" id="{EBBB4693-6D0A-4661-8429-BD55AFBB7966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3681028" y="4108260"/>
              <a:ext cx="2604880" cy="4308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CC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bg1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 marL="177800" indent="-177800" defTabSz="793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1028700" indent="-457200" defTabSz="793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668463" indent="-454025" defTabSz="793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2317750" indent="-458788" defTabSz="793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965450" indent="-457200" defTabSz="793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34226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38798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43370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47942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indent="0" defTabSz="914400"/>
              <a:r>
                <a:rPr lang="ko-KR" altLang="en-US" sz="2800" dirty="0">
                  <a:solidFill>
                    <a:schemeClr val="bg1"/>
                  </a:solidFill>
                  <a:latin typeface="+mj-ea"/>
                  <a:ea typeface="+mj-ea"/>
                </a:rPr>
                <a:t>파워포인트 템플릿</a:t>
              </a:r>
            </a:p>
          </p:txBody>
        </p:sp>
        <p:sp>
          <p:nvSpPr>
            <p:cNvPr id="344" name="직사각형 343">
              <a:extLst>
                <a:ext uri="{FF2B5EF4-FFF2-40B4-BE49-F238E27FC236}">
                  <a16:creationId xmlns:a16="http://schemas.microsoft.com/office/drawing/2014/main" id="{957B0939-E8A5-4CEC-A393-DC1C341BF377}"/>
                </a:ext>
              </a:extLst>
            </p:cNvPr>
            <p:cNvSpPr/>
            <p:nvPr/>
          </p:nvSpPr>
          <p:spPr>
            <a:xfrm>
              <a:off x="3681028" y="4736984"/>
              <a:ext cx="2520000" cy="72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</a:endParaRPr>
            </a:p>
          </p:txBody>
        </p:sp>
        <p:sp>
          <p:nvSpPr>
            <p:cNvPr id="342" name="Freeform 81">
              <a:extLst>
                <a:ext uri="{FF2B5EF4-FFF2-40B4-BE49-F238E27FC236}">
                  <a16:creationId xmlns:a16="http://schemas.microsoft.com/office/drawing/2014/main" id="{9194486D-84F1-41E8-9CC4-BDB1A6849248}"/>
                </a:ext>
              </a:extLst>
            </p:cNvPr>
            <p:cNvSpPr/>
            <p:nvPr/>
          </p:nvSpPr>
          <p:spPr>
            <a:xfrm>
              <a:off x="6303467" y="4018727"/>
              <a:ext cx="293886" cy="2073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85" extrusionOk="0">
                  <a:moveTo>
                    <a:pt x="4509" y="39"/>
                  </a:moveTo>
                  <a:cubicBezTo>
                    <a:pt x="3455" y="203"/>
                    <a:pt x="2455" y="825"/>
                    <a:pt x="1661" y="1835"/>
                  </a:cubicBezTo>
                  <a:cubicBezTo>
                    <a:pt x="603" y="3191"/>
                    <a:pt x="0" y="5130"/>
                    <a:pt x="0" y="7149"/>
                  </a:cubicBezTo>
                  <a:cubicBezTo>
                    <a:pt x="0" y="10514"/>
                    <a:pt x="1689" y="13461"/>
                    <a:pt x="4036" y="14094"/>
                  </a:cubicBezTo>
                  <a:cubicBezTo>
                    <a:pt x="3561" y="15786"/>
                    <a:pt x="2807" y="17466"/>
                    <a:pt x="1807" y="19078"/>
                  </a:cubicBezTo>
                  <a:cubicBezTo>
                    <a:pt x="1490" y="19587"/>
                    <a:pt x="1445" y="20312"/>
                    <a:pt x="1705" y="20883"/>
                  </a:cubicBezTo>
                  <a:cubicBezTo>
                    <a:pt x="1906" y="21332"/>
                    <a:pt x="2241" y="21585"/>
                    <a:pt x="2601" y="21585"/>
                  </a:cubicBezTo>
                  <a:cubicBezTo>
                    <a:pt x="2702" y="21585"/>
                    <a:pt x="2799" y="21574"/>
                    <a:pt x="2899" y="21523"/>
                  </a:cubicBezTo>
                  <a:cubicBezTo>
                    <a:pt x="5016" y="20646"/>
                    <a:pt x="9967" y="17535"/>
                    <a:pt x="10104" y="7562"/>
                  </a:cubicBezTo>
                  <a:cubicBezTo>
                    <a:pt x="10155" y="3717"/>
                    <a:pt x="8165" y="417"/>
                    <a:pt x="5580" y="39"/>
                  </a:cubicBezTo>
                  <a:cubicBezTo>
                    <a:pt x="5222" y="-11"/>
                    <a:pt x="4861" y="-15"/>
                    <a:pt x="4509" y="39"/>
                  </a:cubicBezTo>
                  <a:close/>
                  <a:moveTo>
                    <a:pt x="16005" y="39"/>
                  </a:moveTo>
                  <a:cubicBezTo>
                    <a:pt x="14953" y="203"/>
                    <a:pt x="13958" y="825"/>
                    <a:pt x="13164" y="1835"/>
                  </a:cubicBezTo>
                  <a:cubicBezTo>
                    <a:pt x="12106" y="3191"/>
                    <a:pt x="11496" y="5130"/>
                    <a:pt x="11496" y="7149"/>
                  </a:cubicBezTo>
                  <a:cubicBezTo>
                    <a:pt x="11496" y="10514"/>
                    <a:pt x="13185" y="13461"/>
                    <a:pt x="15532" y="14094"/>
                  </a:cubicBezTo>
                  <a:cubicBezTo>
                    <a:pt x="15056" y="15786"/>
                    <a:pt x="14303" y="17466"/>
                    <a:pt x="13302" y="19078"/>
                  </a:cubicBezTo>
                  <a:cubicBezTo>
                    <a:pt x="12986" y="19587"/>
                    <a:pt x="12948" y="20312"/>
                    <a:pt x="13208" y="20883"/>
                  </a:cubicBezTo>
                  <a:cubicBezTo>
                    <a:pt x="13409" y="21332"/>
                    <a:pt x="13737" y="21585"/>
                    <a:pt x="14096" y="21585"/>
                  </a:cubicBezTo>
                  <a:cubicBezTo>
                    <a:pt x="14197" y="21585"/>
                    <a:pt x="14302" y="21574"/>
                    <a:pt x="14402" y="21523"/>
                  </a:cubicBezTo>
                  <a:cubicBezTo>
                    <a:pt x="16519" y="20646"/>
                    <a:pt x="21463" y="17535"/>
                    <a:pt x="21600" y="7562"/>
                  </a:cubicBezTo>
                  <a:lnTo>
                    <a:pt x="21600" y="7417"/>
                  </a:lnTo>
                  <a:cubicBezTo>
                    <a:pt x="21600" y="3634"/>
                    <a:pt x="19632" y="417"/>
                    <a:pt x="17069" y="39"/>
                  </a:cubicBezTo>
                  <a:cubicBezTo>
                    <a:pt x="16712" y="-11"/>
                    <a:pt x="16356" y="-15"/>
                    <a:pt x="16005" y="39"/>
                  </a:cubicBezTo>
                  <a:close/>
                </a:path>
              </a:pathLst>
            </a:custGeom>
            <a:solidFill>
              <a:srgbClr val="00B0F0"/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pPr marL="0" marR="0" lvl="0" indent="0" defTabSz="91440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>
                  <a:latin typeface="Poppins Regular"/>
                  <a:ea typeface="Poppins Regular"/>
                  <a:cs typeface="Poppins Regular"/>
                  <a:sym typeface="Poppins Regular"/>
                </a:defRPr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oppins Regular"/>
              </a:endParaRPr>
            </a:p>
          </p:txBody>
        </p:sp>
      </p:grpSp>
      <p:sp>
        <p:nvSpPr>
          <p:cNvPr id="367" name="Text Box 53">
            <a:extLst>
              <a:ext uri="{FF2B5EF4-FFF2-40B4-BE49-F238E27FC236}">
                <a16:creationId xmlns:a16="http://schemas.microsoft.com/office/drawing/2014/main" id="{DECA3402-0893-4AC9-904B-EAFCAB63EF31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341032" y="7622795"/>
            <a:ext cx="2515112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1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marL="177800" indent="-177800" defTabSz="793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1028700" indent="-457200" defTabSz="793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668463" indent="-454025" defTabSz="793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2317750" indent="-458788" defTabSz="793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965450" indent="-457200" defTabSz="793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3422650" indent="-457200" defTabSz="79375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3879850" indent="-457200" defTabSz="79375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4337050" indent="-457200" defTabSz="79375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4794250" indent="-457200" defTabSz="79375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indent="0" defTabSz="914400"/>
            <a:r>
              <a:rPr lang="ko-KR" altLang="en-US" sz="1200" dirty="0">
                <a:solidFill>
                  <a:schemeClr val="tx2">
                    <a:lumMod val="75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문서에 대한 키워드를 입력하는 곳입니다</a:t>
            </a:r>
            <a:r>
              <a:rPr lang="en-US" altLang="ko-KR" sz="1200" dirty="0">
                <a:solidFill>
                  <a:schemeClr val="tx2">
                    <a:lumMod val="75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.</a:t>
            </a:r>
          </a:p>
        </p:txBody>
      </p:sp>
      <p:grpSp>
        <p:nvGrpSpPr>
          <p:cNvPr id="368" name="그룹 367">
            <a:extLst>
              <a:ext uri="{FF2B5EF4-FFF2-40B4-BE49-F238E27FC236}">
                <a16:creationId xmlns:a16="http://schemas.microsoft.com/office/drawing/2014/main" id="{E97E4F37-03C0-4EAA-B60F-CB8AF61B0810}"/>
              </a:ext>
            </a:extLst>
          </p:cNvPr>
          <p:cNvGrpSpPr/>
          <p:nvPr/>
        </p:nvGrpSpPr>
        <p:grpSpPr>
          <a:xfrm>
            <a:off x="5773062" y="2476747"/>
            <a:ext cx="828000" cy="991938"/>
            <a:chOff x="5121000" y="1584262"/>
            <a:chExt cx="828000" cy="991938"/>
          </a:xfrm>
        </p:grpSpPr>
        <p:sp>
          <p:nvSpPr>
            <p:cNvPr id="369" name="사각형: 둥근 모서리 368">
              <a:extLst>
                <a:ext uri="{FF2B5EF4-FFF2-40B4-BE49-F238E27FC236}">
                  <a16:creationId xmlns:a16="http://schemas.microsoft.com/office/drawing/2014/main" id="{B358D460-214A-4EA6-A1C1-87FBFBAF49FD}"/>
                </a:ext>
              </a:extLst>
            </p:cNvPr>
            <p:cNvSpPr/>
            <p:nvPr/>
          </p:nvSpPr>
          <p:spPr>
            <a:xfrm>
              <a:off x="5121000" y="1584262"/>
              <a:ext cx="828000" cy="828000"/>
            </a:xfrm>
            <a:prstGeom prst="roundRect">
              <a:avLst/>
            </a:prstGeom>
            <a:solidFill>
              <a:srgbClr val="F2DC4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36000" bIns="0" rtlCol="0" anchor="ctr"/>
            <a:lstStyle/>
            <a:p>
              <a:pPr algn="ctr" defTabSz="825500" hangingPunct="0">
                <a:defRPr/>
              </a:pPr>
              <a:r>
                <a:rPr lang="ko-KR" altLang="en-US" sz="2400" kern="0" dirty="0" err="1">
                  <a:solidFill>
                    <a:srgbClr val="232422"/>
                  </a:solidFill>
                  <a:latin typeface="G마켓 산스 Medium" panose="02000000000000000000" pitchFamily="50" charset="-127"/>
                  <a:ea typeface="G마켓 산스 Medium" panose="02000000000000000000" pitchFamily="50" charset="-127"/>
                  <a:cs typeface="Montserrat ExtraBold"/>
                  <a:sym typeface="Montserrat ExtraBold"/>
                </a:rPr>
                <a:t>심플</a:t>
              </a:r>
              <a:endParaRPr lang="ko-KR" altLang="en-US" sz="2400" kern="0" dirty="0">
                <a:solidFill>
                  <a:srgbClr val="232422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  <a:cs typeface="Montserrat ExtraBold"/>
                <a:sym typeface="Montserrat ExtraBold"/>
              </a:endParaRPr>
            </a:p>
          </p:txBody>
        </p:sp>
        <p:sp>
          <p:nvSpPr>
            <p:cNvPr id="370" name="직각 삼각형 369">
              <a:extLst>
                <a:ext uri="{FF2B5EF4-FFF2-40B4-BE49-F238E27FC236}">
                  <a16:creationId xmlns:a16="http://schemas.microsoft.com/office/drawing/2014/main" id="{7E20A01E-92D7-4101-8C4E-04028EEAC882}"/>
                </a:ext>
              </a:extLst>
            </p:cNvPr>
            <p:cNvSpPr/>
            <p:nvPr/>
          </p:nvSpPr>
          <p:spPr>
            <a:xfrm flipV="1">
              <a:off x="5121001" y="2252700"/>
              <a:ext cx="295692" cy="323500"/>
            </a:xfrm>
            <a:prstGeom prst="rtTriangle">
              <a:avLst/>
            </a:prstGeom>
            <a:solidFill>
              <a:srgbClr val="F2DC4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45" name="그룹 344">
            <a:extLst>
              <a:ext uri="{FF2B5EF4-FFF2-40B4-BE49-F238E27FC236}">
                <a16:creationId xmlns:a16="http://schemas.microsoft.com/office/drawing/2014/main" id="{F432E2CB-F567-4038-964E-89712ABBA4B0}"/>
              </a:ext>
            </a:extLst>
          </p:cNvPr>
          <p:cNvGrpSpPr/>
          <p:nvPr/>
        </p:nvGrpSpPr>
        <p:grpSpPr>
          <a:xfrm>
            <a:off x="6750000" y="0"/>
            <a:ext cx="108000" cy="1964668"/>
            <a:chOff x="0" y="0"/>
            <a:chExt cx="144000" cy="9906000"/>
          </a:xfrm>
        </p:grpSpPr>
        <p:sp>
          <p:nvSpPr>
            <p:cNvPr id="346" name="직사각형 345">
              <a:extLst>
                <a:ext uri="{FF2B5EF4-FFF2-40B4-BE49-F238E27FC236}">
                  <a16:creationId xmlns:a16="http://schemas.microsoft.com/office/drawing/2014/main" id="{3A289168-28DA-4FE9-8F85-6049270B9732}"/>
                </a:ext>
              </a:extLst>
            </p:cNvPr>
            <p:cNvSpPr/>
            <p:nvPr/>
          </p:nvSpPr>
          <p:spPr>
            <a:xfrm>
              <a:off x="0" y="0"/>
              <a:ext cx="144000" cy="1656000"/>
            </a:xfrm>
            <a:prstGeom prst="rect">
              <a:avLst/>
            </a:prstGeom>
            <a:solidFill>
              <a:srgbClr val="019B8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  <p:sp>
          <p:nvSpPr>
            <p:cNvPr id="347" name="직사각형 346">
              <a:extLst>
                <a:ext uri="{FF2B5EF4-FFF2-40B4-BE49-F238E27FC236}">
                  <a16:creationId xmlns:a16="http://schemas.microsoft.com/office/drawing/2014/main" id="{905904CF-963B-4021-973A-A61450814801}"/>
                </a:ext>
              </a:extLst>
            </p:cNvPr>
            <p:cNvSpPr/>
            <p:nvPr/>
          </p:nvSpPr>
          <p:spPr>
            <a:xfrm>
              <a:off x="0" y="1650000"/>
              <a:ext cx="144000" cy="1656000"/>
            </a:xfrm>
            <a:prstGeom prst="rect">
              <a:avLst/>
            </a:prstGeom>
            <a:solidFill>
              <a:srgbClr val="87AE1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  <p:sp>
          <p:nvSpPr>
            <p:cNvPr id="348" name="직사각형 347">
              <a:extLst>
                <a:ext uri="{FF2B5EF4-FFF2-40B4-BE49-F238E27FC236}">
                  <a16:creationId xmlns:a16="http://schemas.microsoft.com/office/drawing/2014/main" id="{1ECF260C-E7DE-4E88-B8E8-93FF6B261240}"/>
                </a:ext>
              </a:extLst>
            </p:cNvPr>
            <p:cNvSpPr/>
            <p:nvPr/>
          </p:nvSpPr>
          <p:spPr>
            <a:xfrm>
              <a:off x="0" y="3300000"/>
              <a:ext cx="144000" cy="1656000"/>
            </a:xfrm>
            <a:prstGeom prst="rect">
              <a:avLst/>
            </a:prstGeom>
            <a:solidFill>
              <a:srgbClr val="F7AC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  <p:sp>
          <p:nvSpPr>
            <p:cNvPr id="349" name="직사각형 348">
              <a:extLst>
                <a:ext uri="{FF2B5EF4-FFF2-40B4-BE49-F238E27FC236}">
                  <a16:creationId xmlns:a16="http://schemas.microsoft.com/office/drawing/2014/main" id="{4ADB3083-8DB2-4170-8592-D04DFAFF0CAF}"/>
                </a:ext>
              </a:extLst>
            </p:cNvPr>
            <p:cNvSpPr/>
            <p:nvPr/>
          </p:nvSpPr>
          <p:spPr>
            <a:xfrm>
              <a:off x="0" y="4950000"/>
              <a:ext cx="144000" cy="1656000"/>
            </a:xfrm>
            <a:prstGeom prst="rect">
              <a:avLst/>
            </a:prstGeom>
            <a:solidFill>
              <a:srgbClr val="E752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  <p:sp>
          <p:nvSpPr>
            <p:cNvPr id="350" name="직사각형 349">
              <a:extLst>
                <a:ext uri="{FF2B5EF4-FFF2-40B4-BE49-F238E27FC236}">
                  <a16:creationId xmlns:a16="http://schemas.microsoft.com/office/drawing/2014/main" id="{36273FA9-CC14-47BE-8AE7-D780FC6885F6}"/>
                </a:ext>
              </a:extLst>
            </p:cNvPr>
            <p:cNvSpPr/>
            <p:nvPr/>
          </p:nvSpPr>
          <p:spPr>
            <a:xfrm>
              <a:off x="0" y="6600000"/>
              <a:ext cx="144000" cy="1656000"/>
            </a:xfrm>
            <a:prstGeom prst="rect">
              <a:avLst/>
            </a:prstGeom>
            <a:solidFill>
              <a:srgbClr val="C9196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  <p:sp>
          <p:nvSpPr>
            <p:cNvPr id="351" name="직사각형 350">
              <a:extLst>
                <a:ext uri="{FF2B5EF4-FFF2-40B4-BE49-F238E27FC236}">
                  <a16:creationId xmlns:a16="http://schemas.microsoft.com/office/drawing/2014/main" id="{84A0A957-4067-4BB9-A638-27591309B7D7}"/>
                </a:ext>
              </a:extLst>
            </p:cNvPr>
            <p:cNvSpPr/>
            <p:nvPr/>
          </p:nvSpPr>
          <p:spPr>
            <a:xfrm>
              <a:off x="0" y="8250000"/>
              <a:ext cx="144000" cy="1656000"/>
            </a:xfrm>
            <a:prstGeom prst="rect">
              <a:avLst/>
            </a:prstGeom>
            <a:solidFill>
              <a:srgbClr val="4E1E4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2AFF8043-21D6-4612-AB69-487C3BECA0B6}"/>
              </a:ext>
            </a:extLst>
          </p:cNvPr>
          <p:cNvGrpSpPr/>
          <p:nvPr/>
        </p:nvGrpSpPr>
        <p:grpSpPr>
          <a:xfrm>
            <a:off x="165408" y="8606080"/>
            <a:ext cx="5279048" cy="811416"/>
            <a:chOff x="165408" y="8606080"/>
            <a:chExt cx="5279048" cy="811416"/>
          </a:xfrm>
        </p:grpSpPr>
        <p:sp>
          <p:nvSpPr>
            <p:cNvPr id="970" name="Text Box 53">
              <a:extLst>
                <a:ext uri="{FF2B5EF4-FFF2-40B4-BE49-F238E27FC236}">
                  <a16:creationId xmlns:a16="http://schemas.microsoft.com/office/drawing/2014/main" id="{AC31AF13-E1A2-4B64-A0A8-CA108D639B5B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2938061" y="9021452"/>
              <a:ext cx="804707" cy="1264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CC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bg1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defPPr>
                <a:defRPr lang="en-US"/>
              </a:defPPr>
              <a:lvl1pPr lvl="0" indent="0" defTabSz="914400">
                <a:spcBef>
                  <a:spcPts val="1000"/>
                </a:spcBef>
                <a:defRPr kumimoji="1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  <a:ea typeface="굴림" panose="020B0600000101010101" pitchFamily="50" charset="-127"/>
                </a:defRPr>
              </a:lvl1pPr>
              <a:lvl2pPr marL="1028700" indent="-457200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668463" indent="-454025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2317750" indent="-458788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965450" indent="-457200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34226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38798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43370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47942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>
                <a:lnSpc>
                  <a:spcPct val="110000"/>
                </a:lnSpc>
                <a:spcBef>
                  <a:spcPts val="0"/>
                </a:spcBef>
              </a:pPr>
              <a:r>
                <a:rPr lang="en-US" altLang="ko-KR" dirty="0"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sample@mail.com</a:t>
              </a:r>
              <a:endParaRPr lang="ko-KR" altLang="en-US" dirty="0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endParaRPr>
            </a:p>
          </p:txBody>
        </p:sp>
        <p:sp>
          <p:nvSpPr>
            <p:cNvPr id="971" name="任意形状 978">
              <a:extLst>
                <a:ext uri="{FF2B5EF4-FFF2-40B4-BE49-F238E27FC236}">
                  <a16:creationId xmlns:a16="http://schemas.microsoft.com/office/drawing/2014/main" id="{CA0B7256-44FF-467A-9AD2-ED29A3159ECA}"/>
                </a:ext>
              </a:extLst>
            </p:cNvPr>
            <p:cNvSpPr/>
            <p:nvPr/>
          </p:nvSpPr>
          <p:spPr>
            <a:xfrm>
              <a:off x="2751048" y="9030182"/>
              <a:ext cx="134750" cy="1179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" y="0"/>
                  </a:moveTo>
                  <a:lnTo>
                    <a:pt x="20520" y="0"/>
                  </a:lnTo>
                  <a:cubicBezTo>
                    <a:pt x="21117" y="0"/>
                    <a:pt x="21600" y="537"/>
                    <a:pt x="21600" y="1200"/>
                  </a:cubicBezTo>
                  <a:lnTo>
                    <a:pt x="21600" y="20400"/>
                  </a:lnTo>
                  <a:cubicBezTo>
                    <a:pt x="21600" y="21063"/>
                    <a:pt x="21117" y="21600"/>
                    <a:pt x="20520" y="21600"/>
                  </a:cubicBezTo>
                  <a:lnTo>
                    <a:pt x="1080" y="21600"/>
                  </a:lnTo>
                  <a:cubicBezTo>
                    <a:pt x="483" y="21600"/>
                    <a:pt x="0" y="21063"/>
                    <a:pt x="0" y="20400"/>
                  </a:cubicBezTo>
                  <a:lnTo>
                    <a:pt x="0" y="1200"/>
                  </a:lnTo>
                  <a:cubicBezTo>
                    <a:pt x="0" y="537"/>
                    <a:pt x="483" y="0"/>
                    <a:pt x="1080" y="0"/>
                  </a:cubicBezTo>
                  <a:close/>
                  <a:moveTo>
                    <a:pt x="19440" y="5086"/>
                  </a:moveTo>
                  <a:lnTo>
                    <a:pt x="10878" y="13606"/>
                  </a:lnTo>
                  <a:lnTo>
                    <a:pt x="2160" y="5059"/>
                  </a:lnTo>
                  <a:lnTo>
                    <a:pt x="2160" y="19200"/>
                  </a:lnTo>
                  <a:lnTo>
                    <a:pt x="19440" y="19200"/>
                  </a:lnTo>
                  <a:lnTo>
                    <a:pt x="19440" y="5086"/>
                  </a:lnTo>
                  <a:close/>
                  <a:moveTo>
                    <a:pt x="2712" y="2400"/>
                  </a:moveTo>
                  <a:lnTo>
                    <a:pt x="10866" y="10394"/>
                  </a:lnTo>
                  <a:lnTo>
                    <a:pt x="18902" y="2400"/>
                  </a:lnTo>
                  <a:lnTo>
                    <a:pt x="2712" y="240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9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968" name="Text Box 53">
              <a:extLst>
                <a:ext uri="{FF2B5EF4-FFF2-40B4-BE49-F238E27FC236}">
                  <a16:creationId xmlns:a16="http://schemas.microsoft.com/office/drawing/2014/main" id="{70D8D396-F4B2-44CD-9BF7-A7611B5F97D8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4642224" y="9021452"/>
              <a:ext cx="795089" cy="1264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CC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bg1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defPPr>
                <a:defRPr lang="en-US"/>
              </a:defPPr>
              <a:lvl1pPr lvl="0" indent="0" defTabSz="914400">
                <a:spcBef>
                  <a:spcPts val="1000"/>
                </a:spcBef>
                <a:defRPr kumimoji="1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  <a:ea typeface="굴림" panose="020B0600000101010101" pitchFamily="50" charset="-127"/>
                </a:defRPr>
              </a:lvl1pPr>
              <a:lvl2pPr marL="1028700" indent="-457200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668463" indent="-454025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2317750" indent="-458788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965450" indent="-457200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34226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38798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43370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47942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>
                <a:lnSpc>
                  <a:spcPct val="110000"/>
                </a:lnSpc>
                <a:spcBef>
                  <a:spcPts val="0"/>
                </a:spcBef>
              </a:pPr>
              <a:r>
                <a:rPr lang="en-US" altLang="ko-KR" dirty="0"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www.sample.com</a:t>
              </a:r>
              <a:endParaRPr lang="ko-KR" altLang="en-US" dirty="0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endParaRPr>
            </a:p>
          </p:txBody>
        </p:sp>
        <p:sp>
          <p:nvSpPr>
            <p:cNvPr id="969" name="任意形状 412">
              <a:extLst>
                <a:ext uri="{FF2B5EF4-FFF2-40B4-BE49-F238E27FC236}">
                  <a16:creationId xmlns:a16="http://schemas.microsoft.com/office/drawing/2014/main" id="{042AE842-ADA0-4C1B-805F-5BE7D121AB42}"/>
                </a:ext>
              </a:extLst>
            </p:cNvPr>
            <p:cNvSpPr/>
            <p:nvPr/>
          </p:nvSpPr>
          <p:spPr>
            <a:xfrm>
              <a:off x="4438947" y="9022972"/>
              <a:ext cx="148226" cy="13238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05" extrusionOk="0">
                  <a:moveTo>
                    <a:pt x="17673" y="21505"/>
                  </a:moveTo>
                  <a:lnTo>
                    <a:pt x="3927" y="21505"/>
                  </a:lnTo>
                  <a:cubicBezTo>
                    <a:pt x="3385" y="21505"/>
                    <a:pt x="2945" y="21015"/>
                    <a:pt x="2945" y="20411"/>
                  </a:cubicBezTo>
                  <a:lnTo>
                    <a:pt x="2945" y="10560"/>
                  </a:lnTo>
                  <a:lnTo>
                    <a:pt x="0" y="10560"/>
                  </a:lnTo>
                  <a:lnTo>
                    <a:pt x="10139" y="285"/>
                  </a:lnTo>
                  <a:cubicBezTo>
                    <a:pt x="10514" y="-95"/>
                    <a:pt x="11086" y="-95"/>
                    <a:pt x="11461" y="285"/>
                  </a:cubicBezTo>
                  <a:lnTo>
                    <a:pt x="21600" y="10560"/>
                  </a:lnTo>
                  <a:lnTo>
                    <a:pt x="18655" y="10560"/>
                  </a:lnTo>
                  <a:lnTo>
                    <a:pt x="18655" y="20411"/>
                  </a:lnTo>
                  <a:cubicBezTo>
                    <a:pt x="18655" y="21015"/>
                    <a:pt x="18215" y="21505"/>
                    <a:pt x="17673" y="21505"/>
                  </a:cubicBezTo>
                  <a:close/>
                  <a:moveTo>
                    <a:pt x="4909" y="19316"/>
                  </a:moveTo>
                  <a:lnTo>
                    <a:pt x="16691" y="19316"/>
                  </a:lnTo>
                  <a:lnTo>
                    <a:pt x="16691" y="8543"/>
                  </a:lnTo>
                  <a:lnTo>
                    <a:pt x="10800" y="2574"/>
                  </a:lnTo>
                  <a:lnTo>
                    <a:pt x="4909" y="8543"/>
                  </a:lnTo>
                  <a:lnTo>
                    <a:pt x="4909" y="19316"/>
                  </a:lnTo>
                  <a:close/>
                  <a:moveTo>
                    <a:pt x="6873" y="14938"/>
                  </a:moveTo>
                  <a:lnTo>
                    <a:pt x="14727" y="14938"/>
                  </a:lnTo>
                  <a:lnTo>
                    <a:pt x="14727" y="17127"/>
                  </a:lnTo>
                  <a:lnTo>
                    <a:pt x="6873" y="17127"/>
                  </a:lnTo>
                  <a:lnTo>
                    <a:pt x="6873" y="14938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9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972" name="Text Box 53">
              <a:extLst>
                <a:ext uri="{FF2B5EF4-FFF2-40B4-BE49-F238E27FC236}">
                  <a16:creationId xmlns:a16="http://schemas.microsoft.com/office/drawing/2014/main" id="{B1F10A6A-9DB9-40F4-B570-2105F1A7509B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2926779" y="9260807"/>
              <a:ext cx="2517677" cy="1264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CC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bg1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defPPr>
                <a:defRPr lang="en-US"/>
              </a:defPPr>
              <a:lvl1pPr lvl="0" indent="0" defTabSz="914400">
                <a:lnSpc>
                  <a:spcPct val="110000"/>
                </a:lnSpc>
                <a:spcBef>
                  <a:spcPts val="0"/>
                </a:spcBef>
                <a:defRPr kumimoji="1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defRPr>
              </a:lvl1pPr>
              <a:lvl2pPr marL="1028700" indent="-457200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668463" indent="-454025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2317750" indent="-458788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965450" indent="-457200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34226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38798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43370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47942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r>
                <a:rPr lang="ko-KR" altLang="en-US" spc="10" dirty="0"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서울특별시 강남구 테헤란로 </a:t>
              </a:r>
              <a:r>
                <a:rPr lang="en-US" altLang="ko-KR" spc="10" dirty="0"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123</a:t>
              </a:r>
              <a:r>
                <a:rPr lang="ko-KR" altLang="en-US" spc="10" dirty="0"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길 </a:t>
              </a:r>
              <a:r>
                <a:rPr lang="en-US" altLang="ko-KR" spc="10" dirty="0"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45, </a:t>
              </a:r>
              <a:r>
                <a:rPr lang="ko-KR" altLang="en-US" spc="10" dirty="0" err="1"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카리버</a:t>
              </a:r>
              <a:r>
                <a:rPr lang="ko-KR" altLang="en-US" spc="10" dirty="0"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 오피스텔 </a:t>
              </a:r>
              <a:r>
                <a:rPr lang="en-US" altLang="ko-KR" spc="10" dirty="0"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101</a:t>
              </a:r>
              <a:r>
                <a:rPr lang="ko-KR" altLang="en-US" spc="10" dirty="0"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호</a:t>
              </a:r>
              <a:endParaRPr lang="en-US" altLang="ko-KR" spc="10" dirty="0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endParaRPr>
            </a:p>
          </p:txBody>
        </p:sp>
        <p:grpSp>
          <p:nvGrpSpPr>
            <p:cNvPr id="307" name="그룹 306">
              <a:extLst>
                <a:ext uri="{FF2B5EF4-FFF2-40B4-BE49-F238E27FC236}">
                  <a16:creationId xmlns:a16="http://schemas.microsoft.com/office/drawing/2014/main" id="{AC46C67A-01D3-43B6-89EB-AFA3D49E32FA}"/>
                </a:ext>
              </a:extLst>
            </p:cNvPr>
            <p:cNvGrpSpPr/>
            <p:nvPr/>
          </p:nvGrpSpPr>
          <p:grpSpPr>
            <a:xfrm>
              <a:off x="179300" y="9001029"/>
              <a:ext cx="2152472" cy="405569"/>
              <a:chOff x="4220940" y="8177794"/>
              <a:chExt cx="2152472" cy="405569"/>
            </a:xfrm>
          </p:grpSpPr>
          <p:sp>
            <p:nvSpPr>
              <p:cNvPr id="1275" name="Oval 3">
                <a:extLst>
                  <a:ext uri="{FF2B5EF4-FFF2-40B4-BE49-F238E27FC236}">
                    <a16:creationId xmlns:a16="http://schemas.microsoft.com/office/drawing/2014/main" id="{03FE8F8A-93D6-4A8C-BCC5-6781E82763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20940" y="8177794"/>
                <a:ext cx="405568" cy="405569"/>
              </a:xfrm>
              <a:prstGeom prst="ellipse">
                <a:avLst/>
              </a:prstGeom>
              <a:noFill/>
              <a:ln w="12700">
                <a:solidFill>
                  <a:schemeClr val="bg1">
                    <a:lumMod val="85000"/>
                    <a:alpha val="71000"/>
                  </a:schemeClr>
                </a:solidFill>
              </a:ln>
              <a:effectLst/>
            </p:spPr>
            <p:txBody>
              <a:bodyPr lIns="50800" tIns="50800" rIns="50800" bIns="50800" anchor="ctr"/>
              <a:lstStyle/>
              <a:p>
                <a:endParaRPr lang="en-US" altLang="en-US" sz="3200" dirty="0">
                  <a:solidFill>
                    <a:srgbClr val="FFFFFF"/>
                  </a:solidFill>
                  <a:latin typeface="Pretendard ExtraLight" panose="02000303000000020004" pitchFamily="50" charset="-127"/>
                  <a:ea typeface="Poppins" charset="0"/>
                  <a:cs typeface="Poppins" charset="0"/>
                  <a:sym typeface="Helvetica Light" charset="0"/>
                </a:endParaRPr>
              </a:p>
            </p:txBody>
          </p:sp>
          <p:sp>
            <p:nvSpPr>
              <p:cNvPr id="1276" name="AutoShape 4">
                <a:extLst>
                  <a:ext uri="{FF2B5EF4-FFF2-40B4-BE49-F238E27FC236}">
                    <a16:creationId xmlns:a16="http://schemas.microsoft.com/office/drawing/2014/main" id="{E1870301-92C8-4462-BE00-1ECEB6AC9B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77971" y="8294155"/>
                <a:ext cx="91507" cy="172846"/>
              </a:xfrm>
              <a:custGeom>
                <a:avLst/>
                <a:gdLst>
                  <a:gd name="T0" fmla="*/ 64294 w 21600"/>
                  <a:gd name="T1" fmla="*/ 121479 h 21595"/>
                  <a:gd name="T2" fmla="*/ 64294 w 21600"/>
                  <a:gd name="T3" fmla="*/ 121479 h 21595"/>
                  <a:gd name="T4" fmla="*/ 64294 w 21600"/>
                  <a:gd name="T5" fmla="*/ 121479 h 21595"/>
                  <a:gd name="T6" fmla="*/ 64294 w 21600"/>
                  <a:gd name="T7" fmla="*/ 121479 h 2159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595">
                    <a:moveTo>
                      <a:pt x="14325" y="0"/>
                    </a:moveTo>
                    <a:cubicBezTo>
                      <a:pt x="11947" y="-5"/>
                      <a:pt x="9683" y="535"/>
                      <a:pt x="8120" y="1477"/>
                    </a:cubicBezTo>
                    <a:cubicBezTo>
                      <a:pt x="6945" y="2186"/>
                      <a:pt x="6249" y="3081"/>
                      <a:pt x="6144" y="4019"/>
                    </a:cubicBezTo>
                    <a:lnTo>
                      <a:pt x="6123" y="7733"/>
                    </a:lnTo>
                    <a:lnTo>
                      <a:pt x="0" y="7733"/>
                    </a:lnTo>
                    <a:lnTo>
                      <a:pt x="0" y="11796"/>
                    </a:lnTo>
                    <a:lnTo>
                      <a:pt x="6103" y="11796"/>
                    </a:lnTo>
                    <a:lnTo>
                      <a:pt x="6052" y="21595"/>
                    </a:lnTo>
                    <a:lnTo>
                      <a:pt x="14509" y="21595"/>
                    </a:lnTo>
                    <a:lnTo>
                      <a:pt x="14509" y="11796"/>
                    </a:lnTo>
                    <a:lnTo>
                      <a:pt x="20469" y="11796"/>
                    </a:lnTo>
                    <a:lnTo>
                      <a:pt x="21447" y="7733"/>
                    </a:lnTo>
                    <a:lnTo>
                      <a:pt x="14509" y="7733"/>
                    </a:lnTo>
                    <a:lnTo>
                      <a:pt x="14509" y="4988"/>
                    </a:lnTo>
                    <a:cubicBezTo>
                      <a:pt x="14453" y="4560"/>
                      <a:pt x="14822" y="4150"/>
                      <a:pt x="15487" y="3901"/>
                    </a:cubicBezTo>
                    <a:cubicBezTo>
                      <a:pt x="15925" y="3738"/>
                      <a:pt x="16459" y="3660"/>
                      <a:pt x="16995" y="3682"/>
                    </a:cubicBezTo>
                    <a:lnTo>
                      <a:pt x="21600" y="3677"/>
                    </a:lnTo>
                    <a:lnTo>
                      <a:pt x="21590" y="0"/>
                    </a:lnTo>
                    <a:lnTo>
                      <a:pt x="14325" y="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p:spPr>
            <p:txBody>
              <a:bodyPr lIns="50800" tIns="50800" rIns="50800" bIns="5080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1277" name="Oval 6">
                <a:extLst>
                  <a:ext uri="{FF2B5EF4-FFF2-40B4-BE49-F238E27FC236}">
                    <a16:creationId xmlns:a16="http://schemas.microsoft.com/office/drawing/2014/main" id="{4711CFCC-5149-4891-8CA1-E9C795F9EC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03241" y="8177794"/>
                <a:ext cx="405568" cy="405569"/>
              </a:xfrm>
              <a:prstGeom prst="ellipse">
                <a:avLst/>
              </a:prstGeom>
              <a:noFill/>
              <a:ln w="12700">
                <a:solidFill>
                  <a:schemeClr val="bg1">
                    <a:lumMod val="85000"/>
                    <a:alpha val="71000"/>
                  </a:schemeClr>
                </a:solidFill>
              </a:ln>
              <a:effectLst/>
            </p:spPr>
            <p:txBody>
              <a:bodyPr lIns="50800" tIns="50800" rIns="50800" bIns="50800" anchor="ctr"/>
              <a:lstStyle/>
              <a:p>
                <a:endParaRPr lang="en-US" altLang="en-US" sz="3200" dirty="0">
                  <a:solidFill>
                    <a:srgbClr val="FFFFFF"/>
                  </a:solidFill>
                  <a:latin typeface="Pretendard ExtraLight" panose="02000303000000020004" pitchFamily="50" charset="-127"/>
                  <a:ea typeface="Poppins" charset="0"/>
                  <a:cs typeface="Poppins" charset="0"/>
                  <a:sym typeface="Helvetica Light" charset="0"/>
                </a:endParaRPr>
              </a:p>
            </p:txBody>
          </p:sp>
          <p:sp>
            <p:nvSpPr>
              <p:cNvPr id="1278" name="AutoShape 7">
                <a:extLst>
                  <a:ext uri="{FF2B5EF4-FFF2-40B4-BE49-F238E27FC236}">
                    <a16:creationId xmlns:a16="http://schemas.microsoft.com/office/drawing/2014/main" id="{70B20A7F-09CA-488C-B8CA-09517B8DAB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25985" y="8307712"/>
                <a:ext cx="176236" cy="145733"/>
              </a:xfrm>
              <a:custGeom>
                <a:avLst/>
                <a:gdLst>
                  <a:gd name="T0" fmla="*/ 123825 w 21600"/>
                  <a:gd name="T1" fmla="*/ 106380 h 20609"/>
                  <a:gd name="T2" fmla="*/ 123825 w 21600"/>
                  <a:gd name="T3" fmla="*/ 106380 h 20609"/>
                  <a:gd name="T4" fmla="*/ 123825 w 21600"/>
                  <a:gd name="T5" fmla="*/ 106380 h 20609"/>
                  <a:gd name="T6" fmla="*/ 123825 w 21600"/>
                  <a:gd name="T7" fmla="*/ 106380 h 2060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0609">
                    <a:moveTo>
                      <a:pt x="20989" y="488"/>
                    </a:moveTo>
                    <a:cubicBezTo>
                      <a:pt x="20829" y="951"/>
                      <a:pt x="20629" y="1394"/>
                      <a:pt x="20393" y="1811"/>
                    </a:cubicBezTo>
                    <a:cubicBezTo>
                      <a:pt x="20078" y="2370"/>
                      <a:pt x="19700" y="2878"/>
                      <a:pt x="19269" y="3322"/>
                    </a:cubicBezTo>
                    <a:cubicBezTo>
                      <a:pt x="19683" y="3307"/>
                      <a:pt x="20095" y="3243"/>
                      <a:pt x="20498" y="3130"/>
                    </a:cubicBezTo>
                    <a:cubicBezTo>
                      <a:pt x="20877" y="3024"/>
                      <a:pt x="21246" y="2876"/>
                      <a:pt x="21600" y="2687"/>
                    </a:cubicBezTo>
                    <a:cubicBezTo>
                      <a:pt x="21316" y="3218"/>
                      <a:pt x="20987" y="3713"/>
                      <a:pt x="20617" y="4166"/>
                    </a:cubicBezTo>
                    <a:cubicBezTo>
                      <a:pt x="20223" y="4649"/>
                      <a:pt x="19784" y="5081"/>
                      <a:pt x="19309" y="5454"/>
                    </a:cubicBezTo>
                    <a:cubicBezTo>
                      <a:pt x="19444" y="7795"/>
                      <a:pt x="19109" y="10097"/>
                      <a:pt x="18370" y="12200"/>
                    </a:cubicBezTo>
                    <a:cubicBezTo>
                      <a:pt x="17648" y="14253"/>
                      <a:pt x="16533" y="16141"/>
                      <a:pt x="14986" y="17569"/>
                    </a:cubicBezTo>
                    <a:cubicBezTo>
                      <a:pt x="13903" y="18568"/>
                      <a:pt x="12649" y="19278"/>
                      <a:pt x="11333" y="19776"/>
                    </a:cubicBezTo>
                    <a:cubicBezTo>
                      <a:pt x="7577" y="21197"/>
                      <a:pt x="3487" y="20789"/>
                      <a:pt x="0" y="18635"/>
                    </a:cubicBezTo>
                    <a:cubicBezTo>
                      <a:pt x="1193" y="18716"/>
                      <a:pt x="2389" y="18532"/>
                      <a:pt x="3523" y="18094"/>
                    </a:cubicBezTo>
                    <a:cubicBezTo>
                      <a:pt x="4495" y="17719"/>
                      <a:pt x="5407" y="17162"/>
                      <a:pt x="6225" y="16446"/>
                    </a:cubicBezTo>
                    <a:cubicBezTo>
                      <a:pt x="5098" y="16406"/>
                      <a:pt x="4024" y="15887"/>
                      <a:pt x="3208" y="14986"/>
                    </a:cubicBezTo>
                    <a:cubicBezTo>
                      <a:pt x="2632" y="14351"/>
                      <a:pt x="2210" y="13551"/>
                      <a:pt x="1985" y="12667"/>
                    </a:cubicBezTo>
                    <a:cubicBezTo>
                      <a:pt x="2291" y="12709"/>
                      <a:pt x="2600" y="12724"/>
                      <a:pt x="2908" y="12712"/>
                    </a:cubicBezTo>
                    <a:cubicBezTo>
                      <a:pt x="3196" y="12701"/>
                      <a:pt x="3482" y="12666"/>
                      <a:pt x="3766" y="12608"/>
                    </a:cubicBezTo>
                    <a:cubicBezTo>
                      <a:pt x="2710" y="12261"/>
                      <a:pt x="1802" y="11471"/>
                      <a:pt x="1219" y="10392"/>
                    </a:cubicBezTo>
                    <a:cubicBezTo>
                      <a:pt x="728" y="9483"/>
                      <a:pt x="496" y="8418"/>
                      <a:pt x="556" y="7347"/>
                    </a:cubicBezTo>
                    <a:cubicBezTo>
                      <a:pt x="865" y="7528"/>
                      <a:pt x="1185" y="7682"/>
                      <a:pt x="1514" y="7808"/>
                    </a:cubicBezTo>
                    <a:cubicBezTo>
                      <a:pt x="1827" y="7928"/>
                      <a:pt x="2147" y="8023"/>
                      <a:pt x="2471" y="8092"/>
                    </a:cubicBezTo>
                    <a:cubicBezTo>
                      <a:pt x="1633" y="7267"/>
                      <a:pt x="1044" y="6153"/>
                      <a:pt x="791" y="4912"/>
                    </a:cubicBezTo>
                    <a:cubicBezTo>
                      <a:pt x="541" y="3690"/>
                      <a:pt x="630" y="2408"/>
                      <a:pt x="1044" y="1248"/>
                    </a:cubicBezTo>
                    <a:cubicBezTo>
                      <a:pt x="2154" y="2776"/>
                      <a:pt x="3509" y="4041"/>
                      <a:pt x="5034" y="4972"/>
                    </a:cubicBezTo>
                    <a:cubicBezTo>
                      <a:pt x="6714" y="5998"/>
                      <a:pt x="8564" y="6597"/>
                      <a:pt x="10460" y="6728"/>
                    </a:cubicBezTo>
                    <a:cubicBezTo>
                      <a:pt x="9854" y="4014"/>
                      <a:pt x="11145" y="1215"/>
                      <a:pt x="13427" y="291"/>
                    </a:cubicBezTo>
                    <a:cubicBezTo>
                      <a:pt x="15140" y="-403"/>
                      <a:pt x="17045" y="169"/>
                      <a:pt x="18253" y="1739"/>
                    </a:cubicBezTo>
                    <a:cubicBezTo>
                      <a:pt x="18767" y="1670"/>
                      <a:pt x="19270" y="1521"/>
                      <a:pt x="19749" y="1295"/>
                    </a:cubicBezTo>
                    <a:cubicBezTo>
                      <a:pt x="20190" y="1087"/>
                      <a:pt x="20606" y="816"/>
                      <a:pt x="20989" y="488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p:spPr>
            <p:txBody>
              <a:bodyPr lIns="50800" tIns="50800" rIns="50800" bIns="5080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1279" name="Oval 9">
                <a:extLst>
                  <a:ext uri="{FF2B5EF4-FFF2-40B4-BE49-F238E27FC236}">
                    <a16:creationId xmlns:a16="http://schemas.microsoft.com/office/drawing/2014/main" id="{E2B48D9A-8F52-4B07-AF76-62AB920072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85542" y="8177794"/>
                <a:ext cx="405568" cy="405569"/>
              </a:xfrm>
              <a:prstGeom prst="ellipse">
                <a:avLst/>
              </a:prstGeom>
              <a:noFill/>
              <a:ln w="12700">
                <a:solidFill>
                  <a:schemeClr val="bg1">
                    <a:lumMod val="85000"/>
                    <a:alpha val="71000"/>
                  </a:schemeClr>
                </a:solidFill>
              </a:ln>
              <a:effectLst/>
            </p:spPr>
            <p:txBody>
              <a:bodyPr lIns="50800" tIns="50800" rIns="50800" bIns="50800" anchor="ctr"/>
              <a:lstStyle/>
              <a:p>
                <a:endParaRPr lang="en-US" altLang="en-US" sz="3200" dirty="0">
                  <a:solidFill>
                    <a:srgbClr val="FFFFFF"/>
                  </a:solidFill>
                  <a:latin typeface="Pretendard ExtraLight" panose="02000303000000020004" pitchFamily="50" charset="-127"/>
                  <a:ea typeface="Poppins" charset="0"/>
                  <a:cs typeface="Poppins" charset="0"/>
                  <a:sym typeface="Helvetica Light" charset="0"/>
                </a:endParaRPr>
              </a:p>
            </p:txBody>
          </p:sp>
          <p:sp>
            <p:nvSpPr>
              <p:cNvPr id="1280" name="AutoShape 10">
                <a:extLst>
                  <a:ext uri="{FF2B5EF4-FFF2-40B4-BE49-F238E27FC236}">
                    <a16:creationId xmlns:a16="http://schemas.microsoft.com/office/drawing/2014/main" id="{E4A0CE34-CF0F-4490-9A9E-95B76C039B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95352" y="8311666"/>
                <a:ext cx="215776" cy="137826"/>
              </a:xfrm>
              <a:custGeom>
                <a:avLst/>
                <a:gdLst>
                  <a:gd name="T0" fmla="*/ 151599 w 20949"/>
                  <a:gd name="T1" fmla="*/ 96820 h 20595"/>
                  <a:gd name="T2" fmla="*/ 151599 w 20949"/>
                  <a:gd name="T3" fmla="*/ 96820 h 20595"/>
                  <a:gd name="T4" fmla="*/ 151599 w 20949"/>
                  <a:gd name="T5" fmla="*/ 96820 h 20595"/>
                  <a:gd name="T6" fmla="*/ 151599 w 20949"/>
                  <a:gd name="T7" fmla="*/ 96820 h 2059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0949" h="20595">
                    <a:moveTo>
                      <a:pt x="6669" y="0"/>
                    </a:moveTo>
                    <a:cubicBezTo>
                      <a:pt x="4962" y="0"/>
                      <a:pt x="3255" y="1006"/>
                      <a:pt x="1953" y="3017"/>
                    </a:cubicBezTo>
                    <a:cubicBezTo>
                      <a:pt x="-651" y="7038"/>
                      <a:pt x="-651" y="13558"/>
                      <a:pt x="1953" y="17579"/>
                    </a:cubicBezTo>
                    <a:cubicBezTo>
                      <a:pt x="4557" y="21600"/>
                      <a:pt x="8780" y="21600"/>
                      <a:pt x="11384" y="17579"/>
                    </a:cubicBezTo>
                    <a:cubicBezTo>
                      <a:pt x="13022" y="15050"/>
                      <a:pt x="13627" y="11534"/>
                      <a:pt x="13205" y="8272"/>
                    </a:cubicBezTo>
                    <a:lnTo>
                      <a:pt x="13026" y="8272"/>
                    </a:lnTo>
                    <a:lnTo>
                      <a:pt x="13026" y="8259"/>
                    </a:lnTo>
                    <a:lnTo>
                      <a:pt x="6690" y="8259"/>
                    </a:lnTo>
                    <a:lnTo>
                      <a:pt x="6690" y="12305"/>
                    </a:lnTo>
                    <a:lnTo>
                      <a:pt x="10410" y="12305"/>
                    </a:lnTo>
                    <a:cubicBezTo>
                      <a:pt x="10222" y="13151"/>
                      <a:pt x="9915" y="13949"/>
                      <a:pt x="9477" y="14627"/>
                    </a:cubicBezTo>
                    <a:cubicBezTo>
                      <a:pt x="7927" y="17019"/>
                      <a:pt x="5415" y="17019"/>
                      <a:pt x="3865" y="14627"/>
                    </a:cubicBezTo>
                    <a:cubicBezTo>
                      <a:pt x="2316" y="12234"/>
                      <a:pt x="2316" y="8361"/>
                      <a:pt x="3865" y="5969"/>
                    </a:cubicBezTo>
                    <a:cubicBezTo>
                      <a:pt x="4640" y="4773"/>
                      <a:pt x="5654" y="4174"/>
                      <a:pt x="6669" y="4174"/>
                    </a:cubicBezTo>
                    <a:cubicBezTo>
                      <a:pt x="7633" y="4174"/>
                      <a:pt x="8593" y="4730"/>
                      <a:pt x="9352" y="5808"/>
                    </a:cubicBezTo>
                    <a:lnTo>
                      <a:pt x="11297" y="2894"/>
                    </a:lnTo>
                    <a:cubicBezTo>
                      <a:pt x="10006" y="970"/>
                      <a:pt x="8339" y="0"/>
                      <a:pt x="6669" y="0"/>
                    </a:cubicBezTo>
                    <a:close/>
                    <a:moveTo>
                      <a:pt x="16904" y="5120"/>
                    </a:moveTo>
                    <a:lnTo>
                      <a:pt x="16904" y="8490"/>
                    </a:lnTo>
                    <a:lnTo>
                      <a:pt x="14721" y="8490"/>
                    </a:lnTo>
                    <a:lnTo>
                      <a:pt x="14721" y="11359"/>
                    </a:lnTo>
                    <a:lnTo>
                      <a:pt x="16904" y="11359"/>
                    </a:lnTo>
                    <a:lnTo>
                      <a:pt x="16904" y="14730"/>
                    </a:lnTo>
                    <a:lnTo>
                      <a:pt x="18766" y="14730"/>
                    </a:lnTo>
                    <a:lnTo>
                      <a:pt x="18766" y="11359"/>
                    </a:lnTo>
                    <a:lnTo>
                      <a:pt x="20949" y="11359"/>
                    </a:lnTo>
                    <a:lnTo>
                      <a:pt x="20949" y="8490"/>
                    </a:lnTo>
                    <a:lnTo>
                      <a:pt x="18766" y="8490"/>
                    </a:lnTo>
                    <a:lnTo>
                      <a:pt x="18766" y="5120"/>
                    </a:lnTo>
                    <a:lnTo>
                      <a:pt x="16904" y="512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p:spPr>
            <p:txBody>
              <a:bodyPr lIns="50800" tIns="50800" rIns="50800" bIns="5080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1281" name="Oval 136">
                <a:extLst>
                  <a:ext uri="{FF2B5EF4-FFF2-40B4-BE49-F238E27FC236}">
                    <a16:creationId xmlns:a16="http://schemas.microsoft.com/office/drawing/2014/main" id="{5E0C2E6F-5E6D-4E51-A75A-9C2E550FB9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67844" y="8177794"/>
                <a:ext cx="405568" cy="405569"/>
              </a:xfrm>
              <a:prstGeom prst="ellipse">
                <a:avLst/>
              </a:prstGeom>
              <a:noFill/>
              <a:ln w="12700">
                <a:solidFill>
                  <a:schemeClr val="bg1">
                    <a:lumMod val="85000"/>
                    <a:alpha val="71000"/>
                  </a:schemeClr>
                </a:solidFill>
              </a:ln>
              <a:effectLst/>
            </p:spPr>
            <p:txBody>
              <a:bodyPr lIns="50800" tIns="50800" rIns="50800" bIns="50800" anchor="ctr"/>
              <a:lstStyle/>
              <a:p>
                <a:pPr>
                  <a:defRPr/>
                </a:pPr>
                <a:endParaRPr lang="en-US" altLang="en-US" sz="3200" dirty="0">
                  <a:solidFill>
                    <a:srgbClr val="FFFFFF"/>
                  </a:solidFill>
                  <a:latin typeface="Pretendard ExtraLight" panose="02000303000000020004" pitchFamily="50" charset="-127"/>
                  <a:ea typeface="Poppins" charset="0"/>
                  <a:cs typeface="Poppins" charset="0"/>
                  <a:sym typeface="Helvetica Light" charset="0"/>
                </a:endParaRPr>
              </a:p>
            </p:txBody>
          </p:sp>
          <p:sp>
            <p:nvSpPr>
              <p:cNvPr id="1282" name="AutoShape 13">
                <a:extLst>
                  <a:ext uri="{FF2B5EF4-FFF2-40B4-BE49-F238E27FC236}">
                    <a16:creationId xmlns:a16="http://schemas.microsoft.com/office/drawing/2014/main" id="{26C28FCA-0723-42D9-BDE5-2214BCE596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97309" y="8300368"/>
                <a:ext cx="161550" cy="160420"/>
              </a:xfrm>
              <a:custGeom>
                <a:avLst/>
                <a:gdLst>
                  <a:gd name="T0" fmla="*/ 113506 w 21352"/>
                  <a:gd name="T1" fmla="*/ 112698 h 21600"/>
                  <a:gd name="T2" fmla="*/ 113506 w 21352"/>
                  <a:gd name="T3" fmla="*/ 112698 h 21600"/>
                  <a:gd name="T4" fmla="*/ 113506 w 21352"/>
                  <a:gd name="T5" fmla="*/ 112698 h 21600"/>
                  <a:gd name="T6" fmla="*/ 113506 w 21352"/>
                  <a:gd name="T7" fmla="*/ 112698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352" h="21600">
                    <a:moveTo>
                      <a:pt x="2512" y="0"/>
                    </a:moveTo>
                    <a:cubicBezTo>
                      <a:pt x="1868" y="0"/>
                      <a:pt x="1228" y="252"/>
                      <a:pt x="736" y="755"/>
                    </a:cubicBezTo>
                    <a:cubicBezTo>
                      <a:pt x="-246" y="1760"/>
                      <a:pt x="-246" y="3389"/>
                      <a:pt x="736" y="4394"/>
                    </a:cubicBezTo>
                    <a:cubicBezTo>
                      <a:pt x="1719" y="5400"/>
                      <a:pt x="3311" y="5400"/>
                      <a:pt x="4293" y="4394"/>
                    </a:cubicBezTo>
                    <a:cubicBezTo>
                      <a:pt x="5276" y="3389"/>
                      <a:pt x="5276" y="1760"/>
                      <a:pt x="4293" y="755"/>
                    </a:cubicBezTo>
                    <a:cubicBezTo>
                      <a:pt x="3802" y="252"/>
                      <a:pt x="3156" y="0"/>
                      <a:pt x="2512" y="0"/>
                    </a:cubicBezTo>
                    <a:close/>
                    <a:moveTo>
                      <a:pt x="15974" y="6786"/>
                    </a:moveTo>
                    <a:cubicBezTo>
                      <a:pt x="14493" y="6827"/>
                      <a:pt x="13075" y="7479"/>
                      <a:pt x="12048" y="8609"/>
                    </a:cubicBezTo>
                    <a:lnTo>
                      <a:pt x="12048" y="7250"/>
                    </a:lnTo>
                    <a:lnTo>
                      <a:pt x="7561" y="7250"/>
                    </a:lnTo>
                    <a:lnTo>
                      <a:pt x="7561" y="21600"/>
                    </a:lnTo>
                    <a:lnTo>
                      <a:pt x="12048" y="21600"/>
                    </a:lnTo>
                    <a:lnTo>
                      <a:pt x="12048" y="13067"/>
                    </a:lnTo>
                    <a:cubicBezTo>
                      <a:pt x="12157" y="11669"/>
                      <a:pt x="13375" y="10577"/>
                      <a:pt x="14805" y="10756"/>
                    </a:cubicBezTo>
                    <a:cubicBezTo>
                      <a:pt x="16039" y="10911"/>
                      <a:pt x="16934" y="12021"/>
                      <a:pt x="16865" y="13287"/>
                    </a:cubicBezTo>
                    <a:lnTo>
                      <a:pt x="16865" y="21600"/>
                    </a:lnTo>
                    <a:lnTo>
                      <a:pt x="21352" y="21600"/>
                    </a:lnTo>
                    <a:lnTo>
                      <a:pt x="21352" y="13357"/>
                    </a:lnTo>
                    <a:lnTo>
                      <a:pt x="21352" y="13287"/>
                    </a:lnTo>
                    <a:lnTo>
                      <a:pt x="21346" y="13287"/>
                    </a:lnTo>
                    <a:cubicBezTo>
                      <a:pt x="21354" y="12646"/>
                      <a:pt x="21328" y="12016"/>
                      <a:pt x="21244" y="11407"/>
                    </a:cubicBezTo>
                    <a:cubicBezTo>
                      <a:pt x="21154" y="10757"/>
                      <a:pt x="21010" y="10115"/>
                      <a:pt x="20734" y="9532"/>
                    </a:cubicBezTo>
                    <a:cubicBezTo>
                      <a:pt x="20160" y="8321"/>
                      <a:pt x="19052" y="7432"/>
                      <a:pt x="17710" y="7024"/>
                    </a:cubicBezTo>
                    <a:cubicBezTo>
                      <a:pt x="17135" y="6849"/>
                      <a:pt x="16551" y="6770"/>
                      <a:pt x="15974" y="6786"/>
                    </a:cubicBezTo>
                    <a:close/>
                    <a:moveTo>
                      <a:pt x="271" y="7250"/>
                    </a:moveTo>
                    <a:lnTo>
                      <a:pt x="271" y="21600"/>
                    </a:lnTo>
                    <a:lnTo>
                      <a:pt x="4759" y="21600"/>
                    </a:lnTo>
                    <a:lnTo>
                      <a:pt x="4759" y="7250"/>
                    </a:lnTo>
                    <a:lnTo>
                      <a:pt x="271" y="725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p:spPr>
            <p:txBody>
              <a:bodyPr lIns="50800" tIns="50800" rIns="50800" bIns="50800" anchor="ctr"/>
              <a:lstStyle/>
              <a:p>
                <a:pPr>
                  <a:defRPr/>
                </a:pPr>
                <a:endParaRPr lang="ru-RU"/>
              </a:p>
            </p:txBody>
          </p:sp>
        </p:grpSp>
        <p:sp>
          <p:nvSpPr>
            <p:cNvPr id="1284" name="Text Box 53">
              <a:extLst>
                <a:ext uri="{FF2B5EF4-FFF2-40B4-BE49-F238E27FC236}">
                  <a16:creationId xmlns:a16="http://schemas.microsoft.com/office/drawing/2014/main" id="{4070482E-B1B3-49F5-B40F-BA48F94328D1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65408" y="8606080"/>
              <a:ext cx="2166364" cy="299295"/>
            </a:xfrm>
            <a:prstGeom prst="rect">
              <a:avLst/>
            </a:prstGeom>
            <a:solidFill>
              <a:srgbClr val="505050"/>
            </a:solidFill>
            <a:ln>
              <a:noFill/>
            </a:ln>
            <a:effectLst/>
          </p:spPr>
          <p:txBody>
            <a:bodyPr wrap="none" lIns="144000" tIns="36000" rIns="144000" bIns="36000" anchor="ctr">
              <a:noAutofit/>
            </a:bodyPr>
            <a:lstStyle>
              <a:defPPr>
                <a:defRPr lang="en-US"/>
              </a:defPPr>
              <a:lvl1pPr lvl="0" indent="0" algn="ctr" defTabSz="914400">
                <a:spcBef>
                  <a:spcPts val="1000"/>
                </a:spcBef>
                <a:defRPr kumimoji="1" sz="1000">
                  <a:solidFill>
                    <a:schemeClr val="bg1"/>
                  </a:solidFill>
                  <a:latin typeface="+mn-ea"/>
                </a:defRPr>
              </a:lvl1pPr>
              <a:lvl2pPr marL="1028700" indent="-457200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668463" indent="-454025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2317750" indent="-458788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965450" indent="-457200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34226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38798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43370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47942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r>
                <a:rPr lang="en-US" altLang="ko-KR" dirty="0"/>
                <a:t>(</a:t>
              </a:r>
              <a:r>
                <a:rPr lang="ko-KR" altLang="en-US" dirty="0"/>
                <a:t>주</a:t>
              </a:r>
              <a:r>
                <a:rPr lang="en-US" altLang="ko-KR" dirty="0"/>
                <a:t>)</a:t>
              </a:r>
              <a:r>
                <a:rPr lang="ko-KR" altLang="en-US" dirty="0"/>
                <a:t>서희 </a:t>
              </a:r>
              <a:r>
                <a:rPr lang="en-US" altLang="ko-KR" dirty="0"/>
                <a:t>Design</a:t>
              </a:r>
              <a:endParaRPr lang="ko-KR" altLang="en-US" dirty="0"/>
            </a:p>
          </p:txBody>
        </p:sp>
        <p:cxnSp>
          <p:nvCxnSpPr>
            <p:cNvPr id="3" name="직선 연결선 2">
              <a:extLst>
                <a:ext uri="{FF2B5EF4-FFF2-40B4-BE49-F238E27FC236}">
                  <a16:creationId xmlns:a16="http://schemas.microsoft.com/office/drawing/2014/main" id="{9564BA10-6913-4F5F-8D25-272E5CDCBACE}"/>
                </a:ext>
              </a:extLst>
            </p:cNvPr>
            <p:cNvCxnSpPr/>
            <p:nvPr/>
          </p:nvCxnSpPr>
          <p:spPr>
            <a:xfrm>
              <a:off x="2539206" y="8606080"/>
              <a:ext cx="0" cy="79200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7" name="任意形状 1091">
              <a:extLst>
                <a:ext uri="{FF2B5EF4-FFF2-40B4-BE49-F238E27FC236}">
                  <a16:creationId xmlns:a16="http://schemas.microsoft.com/office/drawing/2014/main" id="{FDFB1161-030F-45C5-8050-EC3C3497CA10}"/>
                </a:ext>
              </a:extLst>
            </p:cNvPr>
            <p:cNvSpPr/>
            <p:nvPr/>
          </p:nvSpPr>
          <p:spPr>
            <a:xfrm>
              <a:off x="2751048" y="9256464"/>
              <a:ext cx="133403" cy="16103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20760" extrusionOk="0">
                  <a:moveTo>
                    <a:pt x="9839" y="18058"/>
                  </a:moveTo>
                  <a:lnTo>
                    <a:pt x="15251" y="13328"/>
                  </a:lnTo>
                  <a:cubicBezTo>
                    <a:pt x="18239" y="10716"/>
                    <a:pt x="18239" y="6481"/>
                    <a:pt x="15250" y="3870"/>
                  </a:cubicBezTo>
                  <a:cubicBezTo>
                    <a:pt x="12261" y="1258"/>
                    <a:pt x="7416" y="1258"/>
                    <a:pt x="4427" y="3870"/>
                  </a:cubicBezTo>
                  <a:cubicBezTo>
                    <a:pt x="1439" y="6482"/>
                    <a:pt x="1439" y="10716"/>
                    <a:pt x="4427" y="13328"/>
                  </a:cubicBezTo>
                  <a:lnTo>
                    <a:pt x="9839" y="18058"/>
                  </a:lnTo>
                  <a:close/>
                  <a:moveTo>
                    <a:pt x="9839" y="20760"/>
                  </a:moveTo>
                  <a:lnTo>
                    <a:pt x="2882" y="14679"/>
                  </a:lnTo>
                  <a:cubicBezTo>
                    <a:pt x="-961" y="11321"/>
                    <a:pt x="-961" y="5876"/>
                    <a:pt x="2882" y="2518"/>
                  </a:cubicBezTo>
                  <a:cubicBezTo>
                    <a:pt x="6724" y="-840"/>
                    <a:pt x="12954" y="-840"/>
                    <a:pt x="16797" y="2518"/>
                  </a:cubicBezTo>
                  <a:cubicBezTo>
                    <a:pt x="20639" y="5876"/>
                    <a:pt x="20639" y="11321"/>
                    <a:pt x="16797" y="14679"/>
                  </a:cubicBezTo>
                  <a:lnTo>
                    <a:pt x="9839" y="20760"/>
                  </a:lnTo>
                  <a:close/>
                  <a:moveTo>
                    <a:pt x="9839" y="10510"/>
                  </a:moveTo>
                  <a:cubicBezTo>
                    <a:pt x="11047" y="10510"/>
                    <a:pt x="12026" y="9654"/>
                    <a:pt x="12026" y="8599"/>
                  </a:cubicBezTo>
                  <a:cubicBezTo>
                    <a:pt x="12026" y="7543"/>
                    <a:pt x="11047" y="6688"/>
                    <a:pt x="9839" y="6688"/>
                  </a:cubicBezTo>
                  <a:cubicBezTo>
                    <a:pt x="8631" y="6688"/>
                    <a:pt x="7653" y="7543"/>
                    <a:pt x="7653" y="8599"/>
                  </a:cubicBezTo>
                  <a:cubicBezTo>
                    <a:pt x="7653" y="9654"/>
                    <a:pt x="8631" y="10510"/>
                    <a:pt x="9839" y="10510"/>
                  </a:cubicBezTo>
                  <a:close/>
                  <a:moveTo>
                    <a:pt x="9839" y="12421"/>
                  </a:moveTo>
                  <a:cubicBezTo>
                    <a:pt x="7424" y="12421"/>
                    <a:pt x="5466" y="10710"/>
                    <a:pt x="5466" y="8599"/>
                  </a:cubicBezTo>
                  <a:cubicBezTo>
                    <a:pt x="5466" y="6488"/>
                    <a:pt x="7424" y="4777"/>
                    <a:pt x="9839" y="4777"/>
                  </a:cubicBezTo>
                  <a:cubicBezTo>
                    <a:pt x="12254" y="4777"/>
                    <a:pt x="14212" y="6488"/>
                    <a:pt x="14212" y="8599"/>
                  </a:cubicBezTo>
                  <a:cubicBezTo>
                    <a:pt x="14212" y="10710"/>
                    <a:pt x="12254" y="12421"/>
                    <a:pt x="9839" y="12421"/>
                  </a:cubicBez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9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grpSp>
          <p:nvGrpSpPr>
            <p:cNvPr id="372" name="그룹 371">
              <a:extLst>
                <a:ext uri="{FF2B5EF4-FFF2-40B4-BE49-F238E27FC236}">
                  <a16:creationId xmlns:a16="http://schemas.microsoft.com/office/drawing/2014/main" id="{5BB91A17-9C3B-4EE5-A008-428EA74D8800}"/>
                </a:ext>
              </a:extLst>
            </p:cNvPr>
            <p:cNvGrpSpPr/>
            <p:nvPr/>
          </p:nvGrpSpPr>
          <p:grpSpPr>
            <a:xfrm>
              <a:off x="2731569" y="8664014"/>
              <a:ext cx="942382" cy="186065"/>
              <a:chOff x="728700" y="7676979"/>
              <a:chExt cx="942382" cy="186065"/>
            </a:xfrm>
          </p:grpSpPr>
          <p:sp>
            <p:nvSpPr>
              <p:cNvPr id="373" name="任意形状 1136">
                <a:extLst>
                  <a:ext uri="{FF2B5EF4-FFF2-40B4-BE49-F238E27FC236}">
                    <a16:creationId xmlns:a16="http://schemas.microsoft.com/office/drawing/2014/main" id="{C81B3AD4-BD55-4359-88ED-391E1C797D8F}"/>
                  </a:ext>
                </a:extLst>
              </p:cNvPr>
              <p:cNvSpPr/>
              <p:nvPr/>
            </p:nvSpPr>
            <p:spPr>
              <a:xfrm>
                <a:off x="728700" y="7680698"/>
                <a:ext cx="182346" cy="18234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1880" y="9720"/>
                    </a:moveTo>
                    <a:lnTo>
                      <a:pt x="11880" y="4320"/>
                    </a:lnTo>
                    <a:lnTo>
                      <a:pt x="6480" y="11880"/>
                    </a:lnTo>
                    <a:lnTo>
                      <a:pt x="9720" y="11880"/>
                    </a:lnTo>
                    <a:lnTo>
                      <a:pt x="9720" y="17280"/>
                    </a:lnTo>
                    <a:lnTo>
                      <a:pt x="15120" y="9720"/>
                    </a:lnTo>
                    <a:lnTo>
                      <a:pt x="11880" y="9720"/>
                    </a:lnTo>
                    <a:close/>
                    <a:moveTo>
                      <a:pt x="10800" y="21600"/>
                    </a:moveTo>
                    <a:cubicBezTo>
                      <a:pt x="4835" y="21600"/>
                      <a:pt x="0" y="16765"/>
                      <a:pt x="0" y="10800"/>
                    </a:cubicBez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endParaRPr dirty="0"/>
              </a:p>
            </p:txBody>
          </p:sp>
          <p:sp>
            <p:nvSpPr>
              <p:cNvPr id="374" name="Text Box 53">
                <a:extLst>
                  <a:ext uri="{FF2B5EF4-FFF2-40B4-BE49-F238E27FC236}">
                    <a16:creationId xmlns:a16="http://schemas.microsoft.com/office/drawing/2014/main" id="{A88EB226-3C54-43B7-9DD2-0132C718711E}"/>
                  </a:ext>
                </a:extLst>
              </p:cNvPr>
              <p:cNvSpPr txBox="1">
                <a:spLocks noChangeArrowheads="1"/>
              </p:cNvSpPr>
              <p:nvPr/>
            </p:nvSpPr>
            <p:spPr bwMode="gray">
              <a:xfrm>
                <a:off x="944921" y="7676979"/>
                <a:ext cx="726161" cy="1692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CC99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7961" dir="2700000" algn="ctr" rotWithShape="0">
                        <a:schemeClr val="bg1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marL="177800" indent="-177800" defTabSz="79375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1028700" indent="-457200" defTabSz="79375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668463" indent="-454025" defTabSz="79375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2317750" indent="-458788" defTabSz="79375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965450" indent="-457200" defTabSz="79375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3422650" indent="-457200" defTabSz="793750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3879850" indent="-457200" defTabSz="793750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4337050" indent="-457200" defTabSz="793750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4794250" indent="-457200" defTabSz="793750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marL="0" indent="0" defTabSz="914400">
                  <a:lnSpc>
                    <a:spcPct val="120000"/>
                  </a:lnSpc>
                  <a:spcAft>
                    <a:spcPts val="600"/>
                  </a:spcAft>
                </a:pPr>
                <a:r>
                  <a:rPr lang="en-US" altLang="ko-KR" sz="10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50" charset="-127"/>
                    <a:ea typeface="10X10 Bold" panose="020D0604000000000000" pitchFamily="50" charset="-127"/>
                    <a:cs typeface="Pretendard" panose="02000503000000020004" pitchFamily="50" charset="-127"/>
                  </a:rPr>
                  <a:t>YOUR</a:t>
                </a:r>
                <a:r>
                  <a:rPr lang="en-US" altLang="ko-KR" sz="10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50" charset="-127"/>
                    <a:ea typeface="나눔명조" panose="02020603020101020101" pitchFamily="18" charset="-127"/>
                    <a:cs typeface="Pretendard" panose="02000503000000020004" pitchFamily="50" charset="-127"/>
                  </a:rPr>
                  <a:t>LOGO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5400817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Rectangle 12">
            <a:extLst>
              <a:ext uri="{FF2B5EF4-FFF2-40B4-BE49-F238E27FC236}">
                <a16:creationId xmlns:a16="http://schemas.microsoft.com/office/drawing/2014/main" id="{52D74B8C-42AC-42A7-A2AC-FC0BA011F96F}"/>
              </a:ext>
            </a:extLst>
          </p:cNvPr>
          <p:cNvSpPr/>
          <p:nvPr/>
        </p:nvSpPr>
        <p:spPr>
          <a:xfrm>
            <a:off x="0" y="625061"/>
            <a:ext cx="3392960" cy="86472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121920" tIns="60960" rIns="121920" bIns="60960" rtlCol="0" anchor="ctr">
            <a:noAutofit/>
          </a:bodyPr>
          <a:lstStyle/>
          <a:p>
            <a:pPr algn="ctr"/>
            <a:endParaRPr lang="en-US" sz="2400" dirty="0"/>
          </a:p>
        </p:txBody>
      </p:sp>
      <p:pic>
        <p:nvPicPr>
          <p:cNvPr id="62" name="그림 61">
            <a:extLst>
              <a:ext uri="{FF2B5EF4-FFF2-40B4-BE49-F238E27FC236}">
                <a16:creationId xmlns:a16="http://schemas.microsoft.com/office/drawing/2014/main" id="{C7E6CFE2-2FE9-4C98-91F3-A68AEFA54BE5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47" t="5278" r="34331" b="6191"/>
          <a:stretch/>
        </p:blipFill>
        <p:spPr>
          <a:xfrm>
            <a:off x="545400" y="2547041"/>
            <a:ext cx="2304000" cy="6120000"/>
          </a:xfrm>
          <a:prstGeom prst="round2SameRect">
            <a:avLst>
              <a:gd name="adj1" fmla="val 0"/>
              <a:gd name="adj2" fmla="val 0"/>
            </a:avLst>
          </a:prstGeom>
        </p:spPr>
      </p:pic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-2041216" y="69211"/>
            <a:ext cx="1984519" cy="22775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fontAlgn="base" latinLnBrk="0">
              <a:spcAft>
                <a:spcPts val="200"/>
              </a:spcAft>
              <a:buClr>
                <a:schemeClr val="tx1">
                  <a:lumMod val="75000"/>
                  <a:lumOff val="25000"/>
                </a:schemeClr>
              </a:buClr>
              <a:buSzPct val="90000"/>
            </a:pPr>
            <a:r>
              <a:rPr lang="ko-KR" altLang="en-US" sz="1600" dirty="0">
                <a:cs typeface="+mn-cs"/>
              </a:rPr>
              <a:t>목차</a:t>
            </a:r>
            <a:r>
              <a:rPr lang="en-US" altLang="ko-KR" sz="1600" dirty="0">
                <a:cs typeface="+mn-cs"/>
              </a:rPr>
              <a:t>_image 01 =====</a:t>
            </a:r>
            <a:endParaRPr lang="ko-KR" altLang="en-US" sz="1600" dirty="0">
              <a:cs typeface="+mn-cs"/>
            </a:endParaRPr>
          </a:p>
        </p:txBody>
      </p:sp>
      <p:sp>
        <p:nvSpPr>
          <p:cNvPr id="93" name="Shape">
            <a:extLst>
              <a:ext uri="{FF2B5EF4-FFF2-40B4-BE49-F238E27FC236}">
                <a16:creationId xmlns:a16="http://schemas.microsoft.com/office/drawing/2014/main" id="{E4311A72-E551-40BF-A58C-61CBA4AB344E}"/>
              </a:ext>
            </a:extLst>
          </p:cNvPr>
          <p:cNvSpPr/>
          <p:nvPr/>
        </p:nvSpPr>
        <p:spPr>
          <a:xfrm>
            <a:off x="5517232" y="632520"/>
            <a:ext cx="1073729" cy="100864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89" h="21541" extrusionOk="0">
                <a:moveTo>
                  <a:pt x="568" y="0"/>
                </a:moveTo>
                <a:cubicBezTo>
                  <a:pt x="423" y="0"/>
                  <a:pt x="278" y="59"/>
                  <a:pt x="167" y="178"/>
                </a:cubicBezTo>
                <a:cubicBezTo>
                  <a:pt x="-55" y="415"/>
                  <a:pt x="-55" y="799"/>
                  <a:pt x="167" y="1036"/>
                </a:cubicBezTo>
                <a:cubicBezTo>
                  <a:pt x="389" y="1272"/>
                  <a:pt x="749" y="1272"/>
                  <a:pt x="971" y="1036"/>
                </a:cubicBezTo>
                <a:cubicBezTo>
                  <a:pt x="1193" y="799"/>
                  <a:pt x="1193" y="415"/>
                  <a:pt x="971" y="178"/>
                </a:cubicBezTo>
                <a:cubicBezTo>
                  <a:pt x="860" y="59"/>
                  <a:pt x="714" y="0"/>
                  <a:pt x="568" y="0"/>
                </a:cubicBezTo>
                <a:close/>
                <a:moveTo>
                  <a:pt x="2830" y="0"/>
                </a:moveTo>
                <a:cubicBezTo>
                  <a:pt x="2685" y="0"/>
                  <a:pt x="2539" y="59"/>
                  <a:pt x="2428" y="178"/>
                </a:cubicBezTo>
                <a:cubicBezTo>
                  <a:pt x="2207" y="415"/>
                  <a:pt x="2207" y="799"/>
                  <a:pt x="2428" y="1036"/>
                </a:cubicBezTo>
                <a:cubicBezTo>
                  <a:pt x="2650" y="1272"/>
                  <a:pt x="3011" y="1272"/>
                  <a:pt x="3232" y="1036"/>
                </a:cubicBezTo>
                <a:cubicBezTo>
                  <a:pt x="3454" y="799"/>
                  <a:pt x="3454" y="415"/>
                  <a:pt x="3232" y="178"/>
                </a:cubicBezTo>
                <a:cubicBezTo>
                  <a:pt x="3121" y="59"/>
                  <a:pt x="2975" y="0"/>
                  <a:pt x="2830" y="0"/>
                </a:cubicBezTo>
                <a:close/>
                <a:moveTo>
                  <a:pt x="5092" y="0"/>
                </a:moveTo>
                <a:cubicBezTo>
                  <a:pt x="4946" y="0"/>
                  <a:pt x="4801" y="59"/>
                  <a:pt x="4690" y="178"/>
                </a:cubicBezTo>
                <a:cubicBezTo>
                  <a:pt x="4468" y="415"/>
                  <a:pt x="4468" y="799"/>
                  <a:pt x="4690" y="1036"/>
                </a:cubicBezTo>
                <a:cubicBezTo>
                  <a:pt x="4912" y="1272"/>
                  <a:pt x="5271" y="1272"/>
                  <a:pt x="5493" y="1036"/>
                </a:cubicBezTo>
                <a:cubicBezTo>
                  <a:pt x="5715" y="799"/>
                  <a:pt x="5715" y="415"/>
                  <a:pt x="5493" y="178"/>
                </a:cubicBezTo>
                <a:cubicBezTo>
                  <a:pt x="5382" y="59"/>
                  <a:pt x="5237" y="0"/>
                  <a:pt x="5092" y="0"/>
                </a:cubicBezTo>
                <a:close/>
                <a:moveTo>
                  <a:pt x="7353" y="0"/>
                </a:moveTo>
                <a:cubicBezTo>
                  <a:pt x="7208" y="0"/>
                  <a:pt x="7063" y="59"/>
                  <a:pt x="6952" y="178"/>
                </a:cubicBezTo>
                <a:cubicBezTo>
                  <a:pt x="6730" y="415"/>
                  <a:pt x="6730" y="799"/>
                  <a:pt x="6952" y="1036"/>
                </a:cubicBezTo>
                <a:cubicBezTo>
                  <a:pt x="7173" y="1272"/>
                  <a:pt x="7533" y="1272"/>
                  <a:pt x="7755" y="1036"/>
                </a:cubicBezTo>
                <a:cubicBezTo>
                  <a:pt x="7976" y="799"/>
                  <a:pt x="7976" y="415"/>
                  <a:pt x="7755" y="178"/>
                </a:cubicBezTo>
                <a:cubicBezTo>
                  <a:pt x="7644" y="59"/>
                  <a:pt x="7498" y="0"/>
                  <a:pt x="7353" y="0"/>
                </a:cubicBezTo>
                <a:close/>
                <a:moveTo>
                  <a:pt x="9615" y="0"/>
                </a:moveTo>
                <a:cubicBezTo>
                  <a:pt x="9469" y="0"/>
                  <a:pt x="9324" y="59"/>
                  <a:pt x="9213" y="178"/>
                </a:cubicBezTo>
                <a:cubicBezTo>
                  <a:pt x="8991" y="415"/>
                  <a:pt x="8991" y="799"/>
                  <a:pt x="9213" y="1036"/>
                </a:cubicBezTo>
                <a:cubicBezTo>
                  <a:pt x="9435" y="1272"/>
                  <a:pt x="9794" y="1272"/>
                  <a:pt x="10016" y="1036"/>
                </a:cubicBezTo>
                <a:cubicBezTo>
                  <a:pt x="10238" y="799"/>
                  <a:pt x="10238" y="415"/>
                  <a:pt x="10016" y="178"/>
                </a:cubicBezTo>
                <a:cubicBezTo>
                  <a:pt x="9905" y="59"/>
                  <a:pt x="9760" y="0"/>
                  <a:pt x="9615" y="0"/>
                </a:cubicBezTo>
                <a:close/>
                <a:moveTo>
                  <a:pt x="11876" y="0"/>
                </a:moveTo>
                <a:cubicBezTo>
                  <a:pt x="11731" y="0"/>
                  <a:pt x="11585" y="59"/>
                  <a:pt x="11474" y="178"/>
                </a:cubicBezTo>
                <a:cubicBezTo>
                  <a:pt x="11252" y="415"/>
                  <a:pt x="11252" y="799"/>
                  <a:pt x="11474" y="1036"/>
                </a:cubicBezTo>
                <a:cubicBezTo>
                  <a:pt x="11696" y="1272"/>
                  <a:pt x="12056" y="1272"/>
                  <a:pt x="12278" y="1036"/>
                </a:cubicBezTo>
                <a:cubicBezTo>
                  <a:pt x="12500" y="799"/>
                  <a:pt x="12500" y="415"/>
                  <a:pt x="12278" y="178"/>
                </a:cubicBezTo>
                <a:cubicBezTo>
                  <a:pt x="12167" y="59"/>
                  <a:pt x="12022" y="0"/>
                  <a:pt x="11876" y="0"/>
                </a:cubicBezTo>
                <a:close/>
                <a:moveTo>
                  <a:pt x="14138" y="0"/>
                </a:moveTo>
                <a:cubicBezTo>
                  <a:pt x="13992" y="0"/>
                  <a:pt x="13846" y="59"/>
                  <a:pt x="13735" y="178"/>
                </a:cubicBezTo>
                <a:cubicBezTo>
                  <a:pt x="13514" y="415"/>
                  <a:pt x="13514" y="799"/>
                  <a:pt x="13735" y="1036"/>
                </a:cubicBezTo>
                <a:cubicBezTo>
                  <a:pt x="13957" y="1272"/>
                  <a:pt x="14317" y="1272"/>
                  <a:pt x="14539" y="1036"/>
                </a:cubicBezTo>
                <a:cubicBezTo>
                  <a:pt x="14761" y="799"/>
                  <a:pt x="14761" y="415"/>
                  <a:pt x="14539" y="178"/>
                </a:cubicBezTo>
                <a:cubicBezTo>
                  <a:pt x="14428" y="59"/>
                  <a:pt x="14283" y="0"/>
                  <a:pt x="14138" y="0"/>
                </a:cubicBezTo>
                <a:close/>
                <a:moveTo>
                  <a:pt x="16398" y="0"/>
                </a:moveTo>
                <a:cubicBezTo>
                  <a:pt x="16253" y="0"/>
                  <a:pt x="16108" y="59"/>
                  <a:pt x="15997" y="178"/>
                </a:cubicBezTo>
                <a:cubicBezTo>
                  <a:pt x="15775" y="415"/>
                  <a:pt x="15775" y="799"/>
                  <a:pt x="15997" y="1036"/>
                </a:cubicBezTo>
                <a:cubicBezTo>
                  <a:pt x="16219" y="1272"/>
                  <a:pt x="16579" y="1272"/>
                  <a:pt x="16801" y="1036"/>
                </a:cubicBezTo>
                <a:cubicBezTo>
                  <a:pt x="17023" y="799"/>
                  <a:pt x="17023" y="415"/>
                  <a:pt x="16801" y="178"/>
                </a:cubicBezTo>
                <a:cubicBezTo>
                  <a:pt x="16690" y="59"/>
                  <a:pt x="16544" y="0"/>
                  <a:pt x="16398" y="0"/>
                </a:cubicBezTo>
                <a:close/>
                <a:moveTo>
                  <a:pt x="18660" y="0"/>
                </a:moveTo>
                <a:cubicBezTo>
                  <a:pt x="18515" y="0"/>
                  <a:pt x="18369" y="59"/>
                  <a:pt x="18259" y="178"/>
                </a:cubicBezTo>
                <a:cubicBezTo>
                  <a:pt x="18037" y="415"/>
                  <a:pt x="18037" y="799"/>
                  <a:pt x="18259" y="1036"/>
                </a:cubicBezTo>
                <a:cubicBezTo>
                  <a:pt x="18480" y="1272"/>
                  <a:pt x="18840" y="1272"/>
                  <a:pt x="19062" y="1036"/>
                </a:cubicBezTo>
                <a:cubicBezTo>
                  <a:pt x="19283" y="799"/>
                  <a:pt x="19283" y="415"/>
                  <a:pt x="19062" y="178"/>
                </a:cubicBezTo>
                <a:cubicBezTo>
                  <a:pt x="18951" y="59"/>
                  <a:pt x="18805" y="0"/>
                  <a:pt x="18660" y="0"/>
                </a:cubicBezTo>
                <a:close/>
                <a:moveTo>
                  <a:pt x="20922" y="0"/>
                </a:moveTo>
                <a:cubicBezTo>
                  <a:pt x="20776" y="0"/>
                  <a:pt x="20631" y="59"/>
                  <a:pt x="20520" y="178"/>
                </a:cubicBezTo>
                <a:cubicBezTo>
                  <a:pt x="20298" y="415"/>
                  <a:pt x="20298" y="799"/>
                  <a:pt x="20520" y="1036"/>
                </a:cubicBezTo>
                <a:cubicBezTo>
                  <a:pt x="20742" y="1272"/>
                  <a:pt x="21101" y="1272"/>
                  <a:pt x="21323" y="1036"/>
                </a:cubicBezTo>
                <a:cubicBezTo>
                  <a:pt x="21545" y="799"/>
                  <a:pt x="21545" y="415"/>
                  <a:pt x="21323" y="178"/>
                </a:cubicBezTo>
                <a:cubicBezTo>
                  <a:pt x="21212" y="59"/>
                  <a:pt x="21067" y="0"/>
                  <a:pt x="20922" y="0"/>
                </a:cubicBezTo>
                <a:close/>
                <a:moveTo>
                  <a:pt x="568" y="2259"/>
                </a:moveTo>
                <a:cubicBezTo>
                  <a:pt x="423" y="2259"/>
                  <a:pt x="278" y="2318"/>
                  <a:pt x="167" y="2437"/>
                </a:cubicBezTo>
                <a:cubicBezTo>
                  <a:pt x="-55" y="2673"/>
                  <a:pt x="-55" y="3058"/>
                  <a:pt x="167" y="3295"/>
                </a:cubicBezTo>
                <a:cubicBezTo>
                  <a:pt x="389" y="3531"/>
                  <a:pt x="749" y="3531"/>
                  <a:pt x="971" y="3295"/>
                </a:cubicBezTo>
                <a:cubicBezTo>
                  <a:pt x="1193" y="3058"/>
                  <a:pt x="1193" y="2673"/>
                  <a:pt x="971" y="2437"/>
                </a:cubicBezTo>
                <a:cubicBezTo>
                  <a:pt x="860" y="2318"/>
                  <a:pt x="714" y="2259"/>
                  <a:pt x="568" y="2259"/>
                </a:cubicBezTo>
                <a:close/>
                <a:moveTo>
                  <a:pt x="2830" y="2259"/>
                </a:moveTo>
                <a:cubicBezTo>
                  <a:pt x="2685" y="2259"/>
                  <a:pt x="2539" y="2318"/>
                  <a:pt x="2428" y="2437"/>
                </a:cubicBezTo>
                <a:cubicBezTo>
                  <a:pt x="2207" y="2673"/>
                  <a:pt x="2207" y="3058"/>
                  <a:pt x="2428" y="3295"/>
                </a:cubicBezTo>
                <a:cubicBezTo>
                  <a:pt x="2650" y="3531"/>
                  <a:pt x="3011" y="3531"/>
                  <a:pt x="3232" y="3295"/>
                </a:cubicBezTo>
                <a:cubicBezTo>
                  <a:pt x="3454" y="3058"/>
                  <a:pt x="3454" y="2673"/>
                  <a:pt x="3232" y="2437"/>
                </a:cubicBezTo>
                <a:cubicBezTo>
                  <a:pt x="3121" y="2318"/>
                  <a:pt x="2975" y="2259"/>
                  <a:pt x="2830" y="2259"/>
                </a:cubicBezTo>
                <a:close/>
                <a:moveTo>
                  <a:pt x="5092" y="2259"/>
                </a:moveTo>
                <a:cubicBezTo>
                  <a:pt x="4946" y="2259"/>
                  <a:pt x="4801" y="2318"/>
                  <a:pt x="4690" y="2437"/>
                </a:cubicBezTo>
                <a:cubicBezTo>
                  <a:pt x="4468" y="2673"/>
                  <a:pt x="4468" y="3058"/>
                  <a:pt x="4690" y="3295"/>
                </a:cubicBezTo>
                <a:cubicBezTo>
                  <a:pt x="4912" y="3531"/>
                  <a:pt x="5271" y="3531"/>
                  <a:pt x="5493" y="3295"/>
                </a:cubicBezTo>
                <a:cubicBezTo>
                  <a:pt x="5715" y="3058"/>
                  <a:pt x="5715" y="2673"/>
                  <a:pt x="5493" y="2437"/>
                </a:cubicBezTo>
                <a:cubicBezTo>
                  <a:pt x="5382" y="2318"/>
                  <a:pt x="5237" y="2259"/>
                  <a:pt x="5092" y="2259"/>
                </a:cubicBezTo>
                <a:close/>
                <a:moveTo>
                  <a:pt x="7353" y="2259"/>
                </a:moveTo>
                <a:cubicBezTo>
                  <a:pt x="7208" y="2259"/>
                  <a:pt x="7063" y="2318"/>
                  <a:pt x="6952" y="2437"/>
                </a:cubicBezTo>
                <a:cubicBezTo>
                  <a:pt x="6730" y="2673"/>
                  <a:pt x="6730" y="3058"/>
                  <a:pt x="6952" y="3295"/>
                </a:cubicBezTo>
                <a:cubicBezTo>
                  <a:pt x="7173" y="3531"/>
                  <a:pt x="7533" y="3531"/>
                  <a:pt x="7755" y="3295"/>
                </a:cubicBezTo>
                <a:cubicBezTo>
                  <a:pt x="7976" y="3058"/>
                  <a:pt x="7976" y="2673"/>
                  <a:pt x="7755" y="2437"/>
                </a:cubicBezTo>
                <a:cubicBezTo>
                  <a:pt x="7644" y="2318"/>
                  <a:pt x="7498" y="2259"/>
                  <a:pt x="7353" y="2259"/>
                </a:cubicBezTo>
                <a:close/>
                <a:moveTo>
                  <a:pt x="9615" y="2259"/>
                </a:moveTo>
                <a:cubicBezTo>
                  <a:pt x="9469" y="2259"/>
                  <a:pt x="9324" y="2318"/>
                  <a:pt x="9213" y="2437"/>
                </a:cubicBezTo>
                <a:cubicBezTo>
                  <a:pt x="8991" y="2673"/>
                  <a:pt x="8991" y="3058"/>
                  <a:pt x="9213" y="3295"/>
                </a:cubicBezTo>
                <a:cubicBezTo>
                  <a:pt x="9435" y="3531"/>
                  <a:pt x="9794" y="3531"/>
                  <a:pt x="10016" y="3295"/>
                </a:cubicBezTo>
                <a:cubicBezTo>
                  <a:pt x="10238" y="3058"/>
                  <a:pt x="10238" y="2673"/>
                  <a:pt x="10016" y="2437"/>
                </a:cubicBezTo>
                <a:cubicBezTo>
                  <a:pt x="9905" y="2318"/>
                  <a:pt x="9760" y="2259"/>
                  <a:pt x="9615" y="2259"/>
                </a:cubicBezTo>
                <a:close/>
                <a:moveTo>
                  <a:pt x="11876" y="2259"/>
                </a:moveTo>
                <a:cubicBezTo>
                  <a:pt x="11731" y="2259"/>
                  <a:pt x="11585" y="2318"/>
                  <a:pt x="11474" y="2437"/>
                </a:cubicBezTo>
                <a:cubicBezTo>
                  <a:pt x="11252" y="2673"/>
                  <a:pt x="11252" y="3058"/>
                  <a:pt x="11474" y="3295"/>
                </a:cubicBezTo>
                <a:cubicBezTo>
                  <a:pt x="11696" y="3531"/>
                  <a:pt x="12056" y="3531"/>
                  <a:pt x="12278" y="3295"/>
                </a:cubicBezTo>
                <a:cubicBezTo>
                  <a:pt x="12500" y="3058"/>
                  <a:pt x="12500" y="2673"/>
                  <a:pt x="12278" y="2437"/>
                </a:cubicBezTo>
                <a:cubicBezTo>
                  <a:pt x="12167" y="2318"/>
                  <a:pt x="12022" y="2259"/>
                  <a:pt x="11876" y="2259"/>
                </a:cubicBezTo>
                <a:close/>
                <a:moveTo>
                  <a:pt x="14138" y="2259"/>
                </a:moveTo>
                <a:cubicBezTo>
                  <a:pt x="13992" y="2259"/>
                  <a:pt x="13846" y="2318"/>
                  <a:pt x="13735" y="2437"/>
                </a:cubicBezTo>
                <a:cubicBezTo>
                  <a:pt x="13514" y="2673"/>
                  <a:pt x="13514" y="3058"/>
                  <a:pt x="13735" y="3295"/>
                </a:cubicBezTo>
                <a:cubicBezTo>
                  <a:pt x="13957" y="3531"/>
                  <a:pt x="14317" y="3531"/>
                  <a:pt x="14539" y="3295"/>
                </a:cubicBezTo>
                <a:cubicBezTo>
                  <a:pt x="14761" y="3058"/>
                  <a:pt x="14761" y="2673"/>
                  <a:pt x="14539" y="2437"/>
                </a:cubicBezTo>
                <a:cubicBezTo>
                  <a:pt x="14428" y="2318"/>
                  <a:pt x="14283" y="2259"/>
                  <a:pt x="14138" y="2259"/>
                </a:cubicBezTo>
                <a:close/>
                <a:moveTo>
                  <a:pt x="16398" y="2259"/>
                </a:moveTo>
                <a:cubicBezTo>
                  <a:pt x="16253" y="2259"/>
                  <a:pt x="16108" y="2318"/>
                  <a:pt x="15997" y="2437"/>
                </a:cubicBezTo>
                <a:cubicBezTo>
                  <a:pt x="15775" y="2673"/>
                  <a:pt x="15775" y="3058"/>
                  <a:pt x="15997" y="3295"/>
                </a:cubicBezTo>
                <a:cubicBezTo>
                  <a:pt x="16219" y="3531"/>
                  <a:pt x="16579" y="3531"/>
                  <a:pt x="16801" y="3295"/>
                </a:cubicBezTo>
                <a:cubicBezTo>
                  <a:pt x="17023" y="3058"/>
                  <a:pt x="17023" y="2673"/>
                  <a:pt x="16801" y="2437"/>
                </a:cubicBezTo>
                <a:cubicBezTo>
                  <a:pt x="16690" y="2318"/>
                  <a:pt x="16544" y="2259"/>
                  <a:pt x="16398" y="2259"/>
                </a:cubicBezTo>
                <a:close/>
                <a:moveTo>
                  <a:pt x="18660" y="2259"/>
                </a:moveTo>
                <a:cubicBezTo>
                  <a:pt x="18515" y="2259"/>
                  <a:pt x="18369" y="2318"/>
                  <a:pt x="18259" y="2437"/>
                </a:cubicBezTo>
                <a:cubicBezTo>
                  <a:pt x="18037" y="2673"/>
                  <a:pt x="18037" y="3058"/>
                  <a:pt x="18259" y="3295"/>
                </a:cubicBezTo>
                <a:cubicBezTo>
                  <a:pt x="18480" y="3531"/>
                  <a:pt x="18840" y="3531"/>
                  <a:pt x="19062" y="3295"/>
                </a:cubicBezTo>
                <a:cubicBezTo>
                  <a:pt x="19283" y="3058"/>
                  <a:pt x="19283" y="2673"/>
                  <a:pt x="19062" y="2437"/>
                </a:cubicBezTo>
                <a:cubicBezTo>
                  <a:pt x="18951" y="2318"/>
                  <a:pt x="18805" y="2259"/>
                  <a:pt x="18660" y="2259"/>
                </a:cubicBezTo>
                <a:close/>
                <a:moveTo>
                  <a:pt x="20922" y="2259"/>
                </a:moveTo>
                <a:cubicBezTo>
                  <a:pt x="20776" y="2259"/>
                  <a:pt x="20631" y="2318"/>
                  <a:pt x="20520" y="2437"/>
                </a:cubicBezTo>
                <a:cubicBezTo>
                  <a:pt x="20298" y="2673"/>
                  <a:pt x="20298" y="3058"/>
                  <a:pt x="20520" y="3295"/>
                </a:cubicBezTo>
                <a:cubicBezTo>
                  <a:pt x="20742" y="3531"/>
                  <a:pt x="21101" y="3531"/>
                  <a:pt x="21323" y="3295"/>
                </a:cubicBezTo>
                <a:cubicBezTo>
                  <a:pt x="21545" y="3058"/>
                  <a:pt x="21545" y="2673"/>
                  <a:pt x="21323" y="2437"/>
                </a:cubicBezTo>
                <a:cubicBezTo>
                  <a:pt x="21212" y="2318"/>
                  <a:pt x="21067" y="2259"/>
                  <a:pt x="20922" y="2259"/>
                </a:cubicBezTo>
                <a:close/>
                <a:moveTo>
                  <a:pt x="568" y="4517"/>
                </a:moveTo>
                <a:cubicBezTo>
                  <a:pt x="423" y="4517"/>
                  <a:pt x="278" y="4576"/>
                  <a:pt x="167" y="4694"/>
                </a:cubicBezTo>
                <a:cubicBezTo>
                  <a:pt x="-55" y="4931"/>
                  <a:pt x="-55" y="5316"/>
                  <a:pt x="167" y="5552"/>
                </a:cubicBezTo>
                <a:cubicBezTo>
                  <a:pt x="389" y="5789"/>
                  <a:pt x="749" y="5789"/>
                  <a:pt x="971" y="5552"/>
                </a:cubicBezTo>
                <a:cubicBezTo>
                  <a:pt x="1193" y="5316"/>
                  <a:pt x="1193" y="4931"/>
                  <a:pt x="971" y="4694"/>
                </a:cubicBezTo>
                <a:cubicBezTo>
                  <a:pt x="860" y="4576"/>
                  <a:pt x="714" y="4517"/>
                  <a:pt x="568" y="4517"/>
                </a:cubicBezTo>
                <a:close/>
                <a:moveTo>
                  <a:pt x="2830" y="4517"/>
                </a:moveTo>
                <a:cubicBezTo>
                  <a:pt x="2685" y="4517"/>
                  <a:pt x="2539" y="4576"/>
                  <a:pt x="2428" y="4694"/>
                </a:cubicBezTo>
                <a:cubicBezTo>
                  <a:pt x="2207" y="4931"/>
                  <a:pt x="2207" y="5316"/>
                  <a:pt x="2428" y="5552"/>
                </a:cubicBezTo>
                <a:cubicBezTo>
                  <a:pt x="2650" y="5789"/>
                  <a:pt x="3011" y="5789"/>
                  <a:pt x="3232" y="5552"/>
                </a:cubicBezTo>
                <a:cubicBezTo>
                  <a:pt x="3454" y="5316"/>
                  <a:pt x="3454" y="4931"/>
                  <a:pt x="3232" y="4694"/>
                </a:cubicBezTo>
                <a:cubicBezTo>
                  <a:pt x="3121" y="4576"/>
                  <a:pt x="2975" y="4517"/>
                  <a:pt x="2830" y="4517"/>
                </a:cubicBezTo>
                <a:close/>
                <a:moveTo>
                  <a:pt x="5092" y="4517"/>
                </a:moveTo>
                <a:cubicBezTo>
                  <a:pt x="4946" y="4517"/>
                  <a:pt x="4801" y="4576"/>
                  <a:pt x="4690" y="4694"/>
                </a:cubicBezTo>
                <a:cubicBezTo>
                  <a:pt x="4468" y="4931"/>
                  <a:pt x="4468" y="5316"/>
                  <a:pt x="4690" y="5552"/>
                </a:cubicBezTo>
                <a:cubicBezTo>
                  <a:pt x="4912" y="5789"/>
                  <a:pt x="5271" y="5789"/>
                  <a:pt x="5493" y="5552"/>
                </a:cubicBezTo>
                <a:cubicBezTo>
                  <a:pt x="5715" y="5316"/>
                  <a:pt x="5715" y="4931"/>
                  <a:pt x="5493" y="4694"/>
                </a:cubicBezTo>
                <a:cubicBezTo>
                  <a:pt x="5382" y="4576"/>
                  <a:pt x="5237" y="4517"/>
                  <a:pt x="5092" y="4517"/>
                </a:cubicBezTo>
                <a:close/>
                <a:moveTo>
                  <a:pt x="7353" y="4517"/>
                </a:moveTo>
                <a:cubicBezTo>
                  <a:pt x="7208" y="4517"/>
                  <a:pt x="7063" y="4576"/>
                  <a:pt x="6952" y="4694"/>
                </a:cubicBezTo>
                <a:cubicBezTo>
                  <a:pt x="6730" y="4931"/>
                  <a:pt x="6730" y="5316"/>
                  <a:pt x="6952" y="5552"/>
                </a:cubicBezTo>
                <a:cubicBezTo>
                  <a:pt x="7173" y="5789"/>
                  <a:pt x="7533" y="5789"/>
                  <a:pt x="7755" y="5552"/>
                </a:cubicBezTo>
                <a:cubicBezTo>
                  <a:pt x="7976" y="5316"/>
                  <a:pt x="7976" y="4931"/>
                  <a:pt x="7755" y="4694"/>
                </a:cubicBezTo>
                <a:cubicBezTo>
                  <a:pt x="7644" y="4576"/>
                  <a:pt x="7498" y="4517"/>
                  <a:pt x="7353" y="4517"/>
                </a:cubicBezTo>
                <a:close/>
                <a:moveTo>
                  <a:pt x="9615" y="4517"/>
                </a:moveTo>
                <a:cubicBezTo>
                  <a:pt x="9469" y="4517"/>
                  <a:pt x="9324" y="4576"/>
                  <a:pt x="9213" y="4694"/>
                </a:cubicBezTo>
                <a:cubicBezTo>
                  <a:pt x="8991" y="4931"/>
                  <a:pt x="8991" y="5316"/>
                  <a:pt x="9213" y="5552"/>
                </a:cubicBezTo>
                <a:cubicBezTo>
                  <a:pt x="9435" y="5789"/>
                  <a:pt x="9794" y="5789"/>
                  <a:pt x="10016" y="5552"/>
                </a:cubicBezTo>
                <a:cubicBezTo>
                  <a:pt x="10238" y="5316"/>
                  <a:pt x="10238" y="4931"/>
                  <a:pt x="10016" y="4694"/>
                </a:cubicBezTo>
                <a:cubicBezTo>
                  <a:pt x="9905" y="4576"/>
                  <a:pt x="9760" y="4517"/>
                  <a:pt x="9615" y="4517"/>
                </a:cubicBezTo>
                <a:close/>
                <a:moveTo>
                  <a:pt x="11876" y="4517"/>
                </a:moveTo>
                <a:cubicBezTo>
                  <a:pt x="11731" y="4517"/>
                  <a:pt x="11585" y="4576"/>
                  <a:pt x="11474" y="4694"/>
                </a:cubicBezTo>
                <a:cubicBezTo>
                  <a:pt x="11252" y="4931"/>
                  <a:pt x="11252" y="5316"/>
                  <a:pt x="11474" y="5552"/>
                </a:cubicBezTo>
                <a:cubicBezTo>
                  <a:pt x="11696" y="5789"/>
                  <a:pt x="12056" y="5789"/>
                  <a:pt x="12278" y="5552"/>
                </a:cubicBezTo>
                <a:cubicBezTo>
                  <a:pt x="12500" y="5316"/>
                  <a:pt x="12500" y="4931"/>
                  <a:pt x="12278" y="4694"/>
                </a:cubicBezTo>
                <a:cubicBezTo>
                  <a:pt x="12167" y="4576"/>
                  <a:pt x="12022" y="4517"/>
                  <a:pt x="11876" y="4517"/>
                </a:cubicBezTo>
                <a:close/>
                <a:moveTo>
                  <a:pt x="14138" y="4517"/>
                </a:moveTo>
                <a:cubicBezTo>
                  <a:pt x="13992" y="4517"/>
                  <a:pt x="13846" y="4576"/>
                  <a:pt x="13735" y="4694"/>
                </a:cubicBezTo>
                <a:cubicBezTo>
                  <a:pt x="13514" y="4931"/>
                  <a:pt x="13514" y="5316"/>
                  <a:pt x="13735" y="5552"/>
                </a:cubicBezTo>
                <a:cubicBezTo>
                  <a:pt x="13957" y="5789"/>
                  <a:pt x="14317" y="5789"/>
                  <a:pt x="14539" y="5552"/>
                </a:cubicBezTo>
                <a:cubicBezTo>
                  <a:pt x="14761" y="5316"/>
                  <a:pt x="14761" y="4931"/>
                  <a:pt x="14539" y="4694"/>
                </a:cubicBezTo>
                <a:cubicBezTo>
                  <a:pt x="14428" y="4576"/>
                  <a:pt x="14283" y="4517"/>
                  <a:pt x="14138" y="4517"/>
                </a:cubicBezTo>
                <a:close/>
                <a:moveTo>
                  <a:pt x="16398" y="4517"/>
                </a:moveTo>
                <a:cubicBezTo>
                  <a:pt x="16253" y="4517"/>
                  <a:pt x="16108" y="4576"/>
                  <a:pt x="15997" y="4694"/>
                </a:cubicBezTo>
                <a:cubicBezTo>
                  <a:pt x="15775" y="4931"/>
                  <a:pt x="15775" y="5316"/>
                  <a:pt x="15997" y="5552"/>
                </a:cubicBezTo>
                <a:cubicBezTo>
                  <a:pt x="16219" y="5789"/>
                  <a:pt x="16579" y="5789"/>
                  <a:pt x="16801" y="5552"/>
                </a:cubicBezTo>
                <a:cubicBezTo>
                  <a:pt x="17023" y="5316"/>
                  <a:pt x="17023" y="4931"/>
                  <a:pt x="16801" y="4694"/>
                </a:cubicBezTo>
                <a:cubicBezTo>
                  <a:pt x="16690" y="4576"/>
                  <a:pt x="16544" y="4517"/>
                  <a:pt x="16398" y="4517"/>
                </a:cubicBezTo>
                <a:close/>
                <a:moveTo>
                  <a:pt x="18660" y="4517"/>
                </a:moveTo>
                <a:cubicBezTo>
                  <a:pt x="18515" y="4517"/>
                  <a:pt x="18369" y="4576"/>
                  <a:pt x="18259" y="4694"/>
                </a:cubicBezTo>
                <a:cubicBezTo>
                  <a:pt x="18037" y="4931"/>
                  <a:pt x="18037" y="5316"/>
                  <a:pt x="18259" y="5552"/>
                </a:cubicBezTo>
                <a:cubicBezTo>
                  <a:pt x="18480" y="5789"/>
                  <a:pt x="18840" y="5789"/>
                  <a:pt x="19062" y="5552"/>
                </a:cubicBezTo>
                <a:cubicBezTo>
                  <a:pt x="19283" y="5316"/>
                  <a:pt x="19283" y="4931"/>
                  <a:pt x="19062" y="4694"/>
                </a:cubicBezTo>
                <a:cubicBezTo>
                  <a:pt x="18951" y="4576"/>
                  <a:pt x="18805" y="4517"/>
                  <a:pt x="18660" y="4517"/>
                </a:cubicBezTo>
                <a:close/>
                <a:moveTo>
                  <a:pt x="20922" y="4517"/>
                </a:moveTo>
                <a:cubicBezTo>
                  <a:pt x="20776" y="4517"/>
                  <a:pt x="20631" y="4576"/>
                  <a:pt x="20520" y="4694"/>
                </a:cubicBezTo>
                <a:cubicBezTo>
                  <a:pt x="20298" y="4931"/>
                  <a:pt x="20298" y="5316"/>
                  <a:pt x="20520" y="5552"/>
                </a:cubicBezTo>
                <a:cubicBezTo>
                  <a:pt x="20742" y="5789"/>
                  <a:pt x="21101" y="5789"/>
                  <a:pt x="21323" y="5552"/>
                </a:cubicBezTo>
                <a:cubicBezTo>
                  <a:pt x="21545" y="5316"/>
                  <a:pt x="21545" y="4931"/>
                  <a:pt x="21323" y="4694"/>
                </a:cubicBezTo>
                <a:cubicBezTo>
                  <a:pt x="21212" y="4576"/>
                  <a:pt x="21067" y="4517"/>
                  <a:pt x="20922" y="4517"/>
                </a:cubicBezTo>
                <a:close/>
                <a:moveTo>
                  <a:pt x="568" y="6776"/>
                </a:moveTo>
                <a:cubicBezTo>
                  <a:pt x="423" y="6776"/>
                  <a:pt x="278" y="6835"/>
                  <a:pt x="167" y="6953"/>
                </a:cubicBezTo>
                <a:cubicBezTo>
                  <a:pt x="-55" y="7190"/>
                  <a:pt x="-55" y="7574"/>
                  <a:pt x="167" y="7811"/>
                </a:cubicBezTo>
                <a:cubicBezTo>
                  <a:pt x="389" y="8048"/>
                  <a:pt x="749" y="8048"/>
                  <a:pt x="971" y="7811"/>
                </a:cubicBezTo>
                <a:cubicBezTo>
                  <a:pt x="1193" y="7574"/>
                  <a:pt x="1193" y="7190"/>
                  <a:pt x="971" y="6953"/>
                </a:cubicBezTo>
                <a:cubicBezTo>
                  <a:pt x="860" y="6835"/>
                  <a:pt x="714" y="6776"/>
                  <a:pt x="568" y="6776"/>
                </a:cubicBezTo>
                <a:close/>
                <a:moveTo>
                  <a:pt x="2830" y="6776"/>
                </a:moveTo>
                <a:cubicBezTo>
                  <a:pt x="2685" y="6776"/>
                  <a:pt x="2539" y="6835"/>
                  <a:pt x="2428" y="6953"/>
                </a:cubicBezTo>
                <a:cubicBezTo>
                  <a:pt x="2207" y="7190"/>
                  <a:pt x="2207" y="7574"/>
                  <a:pt x="2428" y="7811"/>
                </a:cubicBezTo>
                <a:cubicBezTo>
                  <a:pt x="2650" y="8048"/>
                  <a:pt x="3011" y="8048"/>
                  <a:pt x="3232" y="7811"/>
                </a:cubicBezTo>
                <a:cubicBezTo>
                  <a:pt x="3454" y="7574"/>
                  <a:pt x="3454" y="7190"/>
                  <a:pt x="3232" y="6953"/>
                </a:cubicBezTo>
                <a:cubicBezTo>
                  <a:pt x="3121" y="6835"/>
                  <a:pt x="2975" y="6776"/>
                  <a:pt x="2830" y="6776"/>
                </a:cubicBezTo>
                <a:close/>
                <a:moveTo>
                  <a:pt x="5092" y="6776"/>
                </a:moveTo>
                <a:cubicBezTo>
                  <a:pt x="4946" y="6776"/>
                  <a:pt x="4801" y="6835"/>
                  <a:pt x="4690" y="6953"/>
                </a:cubicBezTo>
                <a:cubicBezTo>
                  <a:pt x="4468" y="7190"/>
                  <a:pt x="4468" y="7574"/>
                  <a:pt x="4690" y="7811"/>
                </a:cubicBezTo>
                <a:cubicBezTo>
                  <a:pt x="4912" y="8048"/>
                  <a:pt x="5271" y="8048"/>
                  <a:pt x="5493" y="7811"/>
                </a:cubicBezTo>
                <a:cubicBezTo>
                  <a:pt x="5715" y="7574"/>
                  <a:pt x="5715" y="7190"/>
                  <a:pt x="5493" y="6953"/>
                </a:cubicBezTo>
                <a:cubicBezTo>
                  <a:pt x="5382" y="6835"/>
                  <a:pt x="5237" y="6776"/>
                  <a:pt x="5092" y="6776"/>
                </a:cubicBezTo>
                <a:close/>
                <a:moveTo>
                  <a:pt x="7353" y="6776"/>
                </a:moveTo>
                <a:cubicBezTo>
                  <a:pt x="7208" y="6776"/>
                  <a:pt x="7063" y="6835"/>
                  <a:pt x="6952" y="6953"/>
                </a:cubicBezTo>
                <a:cubicBezTo>
                  <a:pt x="6730" y="7190"/>
                  <a:pt x="6730" y="7574"/>
                  <a:pt x="6952" y="7811"/>
                </a:cubicBezTo>
                <a:cubicBezTo>
                  <a:pt x="7173" y="8048"/>
                  <a:pt x="7533" y="8048"/>
                  <a:pt x="7755" y="7811"/>
                </a:cubicBezTo>
                <a:cubicBezTo>
                  <a:pt x="7976" y="7574"/>
                  <a:pt x="7976" y="7190"/>
                  <a:pt x="7755" y="6953"/>
                </a:cubicBezTo>
                <a:cubicBezTo>
                  <a:pt x="7644" y="6835"/>
                  <a:pt x="7498" y="6776"/>
                  <a:pt x="7353" y="6776"/>
                </a:cubicBezTo>
                <a:close/>
                <a:moveTo>
                  <a:pt x="9615" y="6776"/>
                </a:moveTo>
                <a:cubicBezTo>
                  <a:pt x="9469" y="6776"/>
                  <a:pt x="9324" y="6835"/>
                  <a:pt x="9213" y="6953"/>
                </a:cubicBezTo>
                <a:cubicBezTo>
                  <a:pt x="8991" y="7190"/>
                  <a:pt x="8991" y="7574"/>
                  <a:pt x="9213" y="7811"/>
                </a:cubicBezTo>
                <a:cubicBezTo>
                  <a:pt x="9435" y="8048"/>
                  <a:pt x="9794" y="8048"/>
                  <a:pt x="10016" y="7811"/>
                </a:cubicBezTo>
                <a:cubicBezTo>
                  <a:pt x="10238" y="7574"/>
                  <a:pt x="10238" y="7190"/>
                  <a:pt x="10016" y="6953"/>
                </a:cubicBezTo>
                <a:cubicBezTo>
                  <a:pt x="9905" y="6835"/>
                  <a:pt x="9760" y="6776"/>
                  <a:pt x="9615" y="6776"/>
                </a:cubicBezTo>
                <a:close/>
                <a:moveTo>
                  <a:pt x="11876" y="6776"/>
                </a:moveTo>
                <a:cubicBezTo>
                  <a:pt x="11731" y="6776"/>
                  <a:pt x="11585" y="6835"/>
                  <a:pt x="11474" y="6953"/>
                </a:cubicBezTo>
                <a:cubicBezTo>
                  <a:pt x="11252" y="7190"/>
                  <a:pt x="11252" y="7574"/>
                  <a:pt x="11474" y="7811"/>
                </a:cubicBezTo>
                <a:cubicBezTo>
                  <a:pt x="11696" y="8048"/>
                  <a:pt x="12056" y="8048"/>
                  <a:pt x="12278" y="7811"/>
                </a:cubicBezTo>
                <a:cubicBezTo>
                  <a:pt x="12500" y="7574"/>
                  <a:pt x="12500" y="7190"/>
                  <a:pt x="12278" y="6953"/>
                </a:cubicBezTo>
                <a:cubicBezTo>
                  <a:pt x="12167" y="6835"/>
                  <a:pt x="12022" y="6776"/>
                  <a:pt x="11876" y="6776"/>
                </a:cubicBezTo>
                <a:close/>
                <a:moveTo>
                  <a:pt x="14138" y="6776"/>
                </a:moveTo>
                <a:cubicBezTo>
                  <a:pt x="13992" y="6776"/>
                  <a:pt x="13846" y="6835"/>
                  <a:pt x="13735" y="6953"/>
                </a:cubicBezTo>
                <a:cubicBezTo>
                  <a:pt x="13514" y="7190"/>
                  <a:pt x="13514" y="7574"/>
                  <a:pt x="13735" y="7811"/>
                </a:cubicBezTo>
                <a:cubicBezTo>
                  <a:pt x="13957" y="8048"/>
                  <a:pt x="14317" y="8048"/>
                  <a:pt x="14539" y="7811"/>
                </a:cubicBezTo>
                <a:cubicBezTo>
                  <a:pt x="14761" y="7574"/>
                  <a:pt x="14761" y="7190"/>
                  <a:pt x="14539" y="6953"/>
                </a:cubicBezTo>
                <a:cubicBezTo>
                  <a:pt x="14428" y="6835"/>
                  <a:pt x="14283" y="6776"/>
                  <a:pt x="14138" y="6776"/>
                </a:cubicBezTo>
                <a:close/>
                <a:moveTo>
                  <a:pt x="16398" y="6776"/>
                </a:moveTo>
                <a:cubicBezTo>
                  <a:pt x="16253" y="6776"/>
                  <a:pt x="16108" y="6835"/>
                  <a:pt x="15997" y="6953"/>
                </a:cubicBezTo>
                <a:cubicBezTo>
                  <a:pt x="15775" y="7190"/>
                  <a:pt x="15775" y="7574"/>
                  <a:pt x="15997" y="7811"/>
                </a:cubicBezTo>
                <a:cubicBezTo>
                  <a:pt x="16219" y="8048"/>
                  <a:pt x="16579" y="8048"/>
                  <a:pt x="16801" y="7811"/>
                </a:cubicBezTo>
                <a:cubicBezTo>
                  <a:pt x="17023" y="7574"/>
                  <a:pt x="17023" y="7190"/>
                  <a:pt x="16801" y="6953"/>
                </a:cubicBezTo>
                <a:cubicBezTo>
                  <a:pt x="16690" y="6835"/>
                  <a:pt x="16544" y="6776"/>
                  <a:pt x="16398" y="6776"/>
                </a:cubicBezTo>
                <a:close/>
                <a:moveTo>
                  <a:pt x="18660" y="6776"/>
                </a:moveTo>
                <a:cubicBezTo>
                  <a:pt x="18515" y="6776"/>
                  <a:pt x="18369" y="6835"/>
                  <a:pt x="18259" y="6953"/>
                </a:cubicBezTo>
                <a:cubicBezTo>
                  <a:pt x="18037" y="7190"/>
                  <a:pt x="18037" y="7574"/>
                  <a:pt x="18259" y="7811"/>
                </a:cubicBezTo>
                <a:cubicBezTo>
                  <a:pt x="18480" y="8048"/>
                  <a:pt x="18840" y="8048"/>
                  <a:pt x="19062" y="7811"/>
                </a:cubicBezTo>
                <a:cubicBezTo>
                  <a:pt x="19283" y="7574"/>
                  <a:pt x="19283" y="7190"/>
                  <a:pt x="19062" y="6953"/>
                </a:cubicBezTo>
                <a:cubicBezTo>
                  <a:pt x="18951" y="6835"/>
                  <a:pt x="18805" y="6776"/>
                  <a:pt x="18660" y="6776"/>
                </a:cubicBezTo>
                <a:close/>
                <a:moveTo>
                  <a:pt x="20922" y="6776"/>
                </a:moveTo>
                <a:cubicBezTo>
                  <a:pt x="20776" y="6776"/>
                  <a:pt x="20631" y="6835"/>
                  <a:pt x="20520" y="6953"/>
                </a:cubicBezTo>
                <a:cubicBezTo>
                  <a:pt x="20298" y="7190"/>
                  <a:pt x="20298" y="7574"/>
                  <a:pt x="20520" y="7811"/>
                </a:cubicBezTo>
                <a:cubicBezTo>
                  <a:pt x="20742" y="8048"/>
                  <a:pt x="21101" y="8048"/>
                  <a:pt x="21323" y="7811"/>
                </a:cubicBezTo>
                <a:cubicBezTo>
                  <a:pt x="21545" y="7574"/>
                  <a:pt x="21545" y="7190"/>
                  <a:pt x="21323" y="6953"/>
                </a:cubicBezTo>
                <a:cubicBezTo>
                  <a:pt x="21212" y="6835"/>
                  <a:pt x="21067" y="6776"/>
                  <a:pt x="20922" y="6776"/>
                </a:cubicBezTo>
                <a:close/>
                <a:moveTo>
                  <a:pt x="568" y="9034"/>
                </a:moveTo>
                <a:cubicBezTo>
                  <a:pt x="423" y="9034"/>
                  <a:pt x="278" y="9094"/>
                  <a:pt x="167" y="9212"/>
                </a:cubicBezTo>
                <a:cubicBezTo>
                  <a:pt x="-55" y="9449"/>
                  <a:pt x="-55" y="9833"/>
                  <a:pt x="167" y="10070"/>
                </a:cubicBezTo>
                <a:cubicBezTo>
                  <a:pt x="389" y="10307"/>
                  <a:pt x="749" y="10307"/>
                  <a:pt x="971" y="10070"/>
                </a:cubicBezTo>
                <a:cubicBezTo>
                  <a:pt x="1193" y="9833"/>
                  <a:pt x="1193" y="9449"/>
                  <a:pt x="971" y="9212"/>
                </a:cubicBezTo>
                <a:cubicBezTo>
                  <a:pt x="860" y="9094"/>
                  <a:pt x="714" y="9034"/>
                  <a:pt x="568" y="9034"/>
                </a:cubicBezTo>
                <a:close/>
                <a:moveTo>
                  <a:pt x="2830" y="9034"/>
                </a:moveTo>
                <a:cubicBezTo>
                  <a:pt x="2685" y="9034"/>
                  <a:pt x="2539" y="9094"/>
                  <a:pt x="2428" y="9212"/>
                </a:cubicBezTo>
                <a:cubicBezTo>
                  <a:pt x="2207" y="9449"/>
                  <a:pt x="2207" y="9833"/>
                  <a:pt x="2428" y="10070"/>
                </a:cubicBezTo>
                <a:cubicBezTo>
                  <a:pt x="2650" y="10307"/>
                  <a:pt x="3011" y="10307"/>
                  <a:pt x="3232" y="10070"/>
                </a:cubicBezTo>
                <a:cubicBezTo>
                  <a:pt x="3454" y="9833"/>
                  <a:pt x="3454" y="9449"/>
                  <a:pt x="3232" y="9212"/>
                </a:cubicBezTo>
                <a:cubicBezTo>
                  <a:pt x="3121" y="9094"/>
                  <a:pt x="2975" y="9034"/>
                  <a:pt x="2830" y="9034"/>
                </a:cubicBezTo>
                <a:close/>
                <a:moveTo>
                  <a:pt x="5092" y="9034"/>
                </a:moveTo>
                <a:cubicBezTo>
                  <a:pt x="4946" y="9034"/>
                  <a:pt x="4801" y="9094"/>
                  <a:pt x="4690" y="9212"/>
                </a:cubicBezTo>
                <a:cubicBezTo>
                  <a:pt x="4468" y="9449"/>
                  <a:pt x="4468" y="9833"/>
                  <a:pt x="4690" y="10070"/>
                </a:cubicBezTo>
                <a:cubicBezTo>
                  <a:pt x="4912" y="10307"/>
                  <a:pt x="5271" y="10307"/>
                  <a:pt x="5493" y="10070"/>
                </a:cubicBezTo>
                <a:cubicBezTo>
                  <a:pt x="5715" y="9833"/>
                  <a:pt x="5715" y="9449"/>
                  <a:pt x="5493" y="9212"/>
                </a:cubicBezTo>
                <a:cubicBezTo>
                  <a:pt x="5382" y="9094"/>
                  <a:pt x="5237" y="9034"/>
                  <a:pt x="5092" y="9034"/>
                </a:cubicBezTo>
                <a:close/>
                <a:moveTo>
                  <a:pt x="7353" y="9034"/>
                </a:moveTo>
                <a:cubicBezTo>
                  <a:pt x="7208" y="9034"/>
                  <a:pt x="7063" y="9094"/>
                  <a:pt x="6952" y="9212"/>
                </a:cubicBezTo>
                <a:cubicBezTo>
                  <a:pt x="6730" y="9449"/>
                  <a:pt x="6730" y="9833"/>
                  <a:pt x="6952" y="10070"/>
                </a:cubicBezTo>
                <a:cubicBezTo>
                  <a:pt x="7173" y="10307"/>
                  <a:pt x="7533" y="10307"/>
                  <a:pt x="7755" y="10070"/>
                </a:cubicBezTo>
                <a:cubicBezTo>
                  <a:pt x="7976" y="9833"/>
                  <a:pt x="7976" y="9449"/>
                  <a:pt x="7755" y="9212"/>
                </a:cubicBezTo>
                <a:cubicBezTo>
                  <a:pt x="7644" y="9094"/>
                  <a:pt x="7498" y="9034"/>
                  <a:pt x="7353" y="9034"/>
                </a:cubicBezTo>
                <a:close/>
                <a:moveTo>
                  <a:pt x="9615" y="9034"/>
                </a:moveTo>
                <a:cubicBezTo>
                  <a:pt x="9469" y="9034"/>
                  <a:pt x="9324" y="9094"/>
                  <a:pt x="9213" y="9212"/>
                </a:cubicBezTo>
                <a:cubicBezTo>
                  <a:pt x="8991" y="9449"/>
                  <a:pt x="8991" y="9833"/>
                  <a:pt x="9213" y="10070"/>
                </a:cubicBezTo>
                <a:cubicBezTo>
                  <a:pt x="9435" y="10307"/>
                  <a:pt x="9794" y="10307"/>
                  <a:pt x="10016" y="10070"/>
                </a:cubicBezTo>
                <a:cubicBezTo>
                  <a:pt x="10238" y="9833"/>
                  <a:pt x="10238" y="9449"/>
                  <a:pt x="10016" y="9212"/>
                </a:cubicBezTo>
                <a:cubicBezTo>
                  <a:pt x="9905" y="9094"/>
                  <a:pt x="9760" y="9034"/>
                  <a:pt x="9615" y="9034"/>
                </a:cubicBezTo>
                <a:close/>
                <a:moveTo>
                  <a:pt x="11876" y="9034"/>
                </a:moveTo>
                <a:cubicBezTo>
                  <a:pt x="11731" y="9034"/>
                  <a:pt x="11585" y="9094"/>
                  <a:pt x="11474" y="9212"/>
                </a:cubicBezTo>
                <a:cubicBezTo>
                  <a:pt x="11252" y="9449"/>
                  <a:pt x="11252" y="9833"/>
                  <a:pt x="11474" y="10070"/>
                </a:cubicBezTo>
                <a:cubicBezTo>
                  <a:pt x="11696" y="10307"/>
                  <a:pt x="12056" y="10307"/>
                  <a:pt x="12278" y="10070"/>
                </a:cubicBezTo>
                <a:cubicBezTo>
                  <a:pt x="12500" y="9833"/>
                  <a:pt x="12500" y="9449"/>
                  <a:pt x="12278" y="9212"/>
                </a:cubicBezTo>
                <a:cubicBezTo>
                  <a:pt x="12167" y="9094"/>
                  <a:pt x="12022" y="9034"/>
                  <a:pt x="11876" y="9034"/>
                </a:cubicBezTo>
                <a:close/>
                <a:moveTo>
                  <a:pt x="14138" y="9034"/>
                </a:moveTo>
                <a:cubicBezTo>
                  <a:pt x="13992" y="9034"/>
                  <a:pt x="13846" y="9094"/>
                  <a:pt x="13735" y="9212"/>
                </a:cubicBezTo>
                <a:cubicBezTo>
                  <a:pt x="13514" y="9449"/>
                  <a:pt x="13514" y="9833"/>
                  <a:pt x="13735" y="10070"/>
                </a:cubicBezTo>
                <a:cubicBezTo>
                  <a:pt x="13957" y="10307"/>
                  <a:pt x="14317" y="10307"/>
                  <a:pt x="14539" y="10070"/>
                </a:cubicBezTo>
                <a:cubicBezTo>
                  <a:pt x="14761" y="9833"/>
                  <a:pt x="14761" y="9449"/>
                  <a:pt x="14539" y="9212"/>
                </a:cubicBezTo>
                <a:cubicBezTo>
                  <a:pt x="14428" y="9094"/>
                  <a:pt x="14283" y="9034"/>
                  <a:pt x="14138" y="9034"/>
                </a:cubicBezTo>
                <a:close/>
                <a:moveTo>
                  <a:pt x="16398" y="9034"/>
                </a:moveTo>
                <a:cubicBezTo>
                  <a:pt x="16253" y="9034"/>
                  <a:pt x="16108" y="9094"/>
                  <a:pt x="15997" y="9212"/>
                </a:cubicBezTo>
                <a:cubicBezTo>
                  <a:pt x="15775" y="9449"/>
                  <a:pt x="15775" y="9833"/>
                  <a:pt x="15997" y="10070"/>
                </a:cubicBezTo>
                <a:cubicBezTo>
                  <a:pt x="16219" y="10307"/>
                  <a:pt x="16579" y="10307"/>
                  <a:pt x="16801" y="10070"/>
                </a:cubicBezTo>
                <a:cubicBezTo>
                  <a:pt x="17023" y="9833"/>
                  <a:pt x="17023" y="9449"/>
                  <a:pt x="16801" y="9212"/>
                </a:cubicBezTo>
                <a:cubicBezTo>
                  <a:pt x="16690" y="9094"/>
                  <a:pt x="16544" y="9034"/>
                  <a:pt x="16398" y="9034"/>
                </a:cubicBezTo>
                <a:close/>
                <a:moveTo>
                  <a:pt x="18660" y="9034"/>
                </a:moveTo>
                <a:cubicBezTo>
                  <a:pt x="18515" y="9034"/>
                  <a:pt x="18369" y="9094"/>
                  <a:pt x="18259" y="9212"/>
                </a:cubicBezTo>
                <a:cubicBezTo>
                  <a:pt x="18037" y="9449"/>
                  <a:pt x="18037" y="9833"/>
                  <a:pt x="18259" y="10070"/>
                </a:cubicBezTo>
                <a:cubicBezTo>
                  <a:pt x="18480" y="10307"/>
                  <a:pt x="18840" y="10307"/>
                  <a:pt x="19062" y="10070"/>
                </a:cubicBezTo>
                <a:cubicBezTo>
                  <a:pt x="19283" y="9833"/>
                  <a:pt x="19283" y="9449"/>
                  <a:pt x="19062" y="9212"/>
                </a:cubicBezTo>
                <a:cubicBezTo>
                  <a:pt x="18951" y="9094"/>
                  <a:pt x="18805" y="9034"/>
                  <a:pt x="18660" y="9034"/>
                </a:cubicBezTo>
                <a:close/>
                <a:moveTo>
                  <a:pt x="20922" y="9034"/>
                </a:moveTo>
                <a:cubicBezTo>
                  <a:pt x="20776" y="9034"/>
                  <a:pt x="20631" y="9094"/>
                  <a:pt x="20520" y="9212"/>
                </a:cubicBezTo>
                <a:cubicBezTo>
                  <a:pt x="20298" y="9449"/>
                  <a:pt x="20298" y="9833"/>
                  <a:pt x="20520" y="10070"/>
                </a:cubicBezTo>
                <a:cubicBezTo>
                  <a:pt x="20742" y="10307"/>
                  <a:pt x="21101" y="10307"/>
                  <a:pt x="21323" y="10070"/>
                </a:cubicBezTo>
                <a:cubicBezTo>
                  <a:pt x="21545" y="9833"/>
                  <a:pt x="21545" y="9449"/>
                  <a:pt x="21323" y="9212"/>
                </a:cubicBezTo>
                <a:cubicBezTo>
                  <a:pt x="21212" y="9094"/>
                  <a:pt x="21067" y="9034"/>
                  <a:pt x="20922" y="9034"/>
                </a:cubicBezTo>
                <a:close/>
                <a:moveTo>
                  <a:pt x="568" y="11293"/>
                </a:moveTo>
                <a:cubicBezTo>
                  <a:pt x="423" y="11293"/>
                  <a:pt x="278" y="11353"/>
                  <a:pt x="167" y="11471"/>
                </a:cubicBezTo>
                <a:cubicBezTo>
                  <a:pt x="-55" y="11708"/>
                  <a:pt x="-55" y="12092"/>
                  <a:pt x="167" y="12329"/>
                </a:cubicBezTo>
                <a:cubicBezTo>
                  <a:pt x="389" y="12566"/>
                  <a:pt x="749" y="12566"/>
                  <a:pt x="971" y="12329"/>
                </a:cubicBezTo>
                <a:cubicBezTo>
                  <a:pt x="1193" y="12092"/>
                  <a:pt x="1193" y="11708"/>
                  <a:pt x="971" y="11471"/>
                </a:cubicBezTo>
                <a:cubicBezTo>
                  <a:pt x="860" y="11353"/>
                  <a:pt x="714" y="11293"/>
                  <a:pt x="568" y="11293"/>
                </a:cubicBezTo>
                <a:close/>
                <a:moveTo>
                  <a:pt x="2830" y="11293"/>
                </a:moveTo>
                <a:cubicBezTo>
                  <a:pt x="2685" y="11293"/>
                  <a:pt x="2539" y="11353"/>
                  <a:pt x="2428" y="11471"/>
                </a:cubicBezTo>
                <a:cubicBezTo>
                  <a:pt x="2207" y="11708"/>
                  <a:pt x="2207" y="12092"/>
                  <a:pt x="2428" y="12329"/>
                </a:cubicBezTo>
                <a:cubicBezTo>
                  <a:pt x="2650" y="12566"/>
                  <a:pt x="3011" y="12566"/>
                  <a:pt x="3232" y="12329"/>
                </a:cubicBezTo>
                <a:cubicBezTo>
                  <a:pt x="3454" y="12092"/>
                  <a:pt x="3454" y="11708"/>
                  <a:pt x="3232" y="11471"/>
                </a:cubicBezTo>
                <a:cubicBezTo>
                  <a:pt x="3121" y="11353"/>
                  <a:pt x="2975" y="11293"/>
                  <a:pt x="2830" y="11293"/>
                </a:cubicBezTo>
                <a:close/>
                <a:moveTo>
                  <a:pt x="5092" y="11293"/>
                </a:moveTo>
                <a:cubicBezTo>
                  <a:pt x="4946" y="11293"/>
                  <a:pt x="4801" y="11353"/>
                  <a:pt x="4690" y="11471"/>
                </a:cubicBezTo>
                <a:cubicBezTo>
                  <a:pt x="4468" y="11708"/>
                  <a:pt x="4468" y="12092"/>
                  <a:pt x="4690" y="12329"/>
                </a:cubicBezTo>
                <a:cubicBezTo>
                  <a:pt x="4912" y="12566"/>
                  <a:pt x="5271" y="12566"/>
                  <a:pt x="5493" y="12329"/>
                </a:cubicBezTo>
                <a:cubicBezTo>
                  <a:pt x="5715" y="12092"/>
                  <a:pt x="5715" y="11708"/>
                  <a:pt x="5493" y="11471"/>
                </a:cubicBezTo>
                <a:cubicBezTo>
                  <a:pt x="5382" y="11353"/>
                  <a:pt x="5237" y="11293"/>
                  <a:pt x="5092" y="11293"/>
                </a:cubicBezTo>
                <a:close/>
                <a:moveTo>
                  <a:pt x="7353" y="11293"/>
                </a:moveTo>
                <a:cubicBezTo>
                  <a:pt x="7208" y="11293"/>
                  <a:pt x="7063" y="11353"/>
                  <a:pt x="6952" y="11471"/>
                </a:cubicBezTo>
                <a:cubicBezTo>
                  <a:pt x="6730" y="11708"/>
                  <a:pt x="6730" y="12092"/>
                  <a:pt x="6952" y="12329"/>
                </a:cubicBezTo>
                <a:cubicBezTo>
                  <a:pt x="7173" y="12566"/>
                  <a:pt x="7533" y="12566"/>
                  <a:pt x="7755" y="12329"/>
                </a:cubicBezTo>
                <a:cubicBezTo>
                  <a:pt x="7976" y="12092"/>
                  <a:pt x="7976" y="11708"/>
                  <a:pt x="7755" y="11471"/>
                </a:cubicBezTo>
                <a:cubicBezTo>
                  <a:pt x="7644" y="11353"/>
                  <a:pt x="7498" y="11293"/>
                  <a:pt x="7353" y="11293"/>
                </a:cubicBezTo>
                <a:close/>
                <a:moveTo>
                  <a:pt x="9615" y="11293"/>
                </a:moveTo>
                <a:cubicBezTo>
                  <a:pt x="9469" y="11293"/>
                  <a:pt x="9324" y="11353"/>
                  <a:pt x="9213" y="11471"/>
                </a:cubicBezTo>
                <a:cubicBezTo>
                  <a:pt x="8991" y="11708"/>
                  <a:pt x="8991" y="12092"/>
                  <a:pt x="9213" y="12329"/>
                </a:cubicBezTo>
                <a:cubicBezTo>
                  <a:pt x="9435" y="12566"/>
                  <a:pt x="9794" y="12566"/>
                  <a:pt x="10016" y="12329"/>
                </a:cubicBezTo>
                <a:cubicBezTo>
                  <a:pt x="10238" y="12092"/>
                  <a:pt x="10238" y="11708"/>
                  <a:pt x="10016" y="11471"/>
                </a:cubicBezTo>
                <a:cubicBezTo>
                  <a:pt x="9905" y="11353"/>
                  <a:pt x="9760" y="11293"/>
                  <a:pt x="9615" y="11293"/>
                </a:cubicBezTo>
                <a:close/>
                <a:moveTo>
                  <a:pt x="11876" y="11293"/>
                </a:moveTo>
                <a:cubicBezTo>
                  <a:pt x="11731" y="11293"/>
                  <a:pt x="11585" y="11353"/>
                  <a:pt x="11474" y="11471"/>
                </a:cubicBezTo>
                <a:cubicBezTo>
                  <a:pt x="11252" y="11708"/>
                  <a:pt x="11252" y="12092"/>
                  <a:pt x="11474" y="12329"/>
                </a:cubicBezTo>
                <a:cubicBezTo>
                  <a:pt x="11696" y="12566"/>
                  <a:pt x="12056" y="12566"/>
                  <a:pt x="12278" y="12329"/>
                </a:cubicBezTo>
                <a:cubicBezTo>
                  <a:pt x="12500" y="12092"/>
                  <a:pt x="12500" y="11708"/>
                  <a:pt x="12278" y="11471"/>
                </a:cubicBezTo>
                <a:cubicBezTo>
                  <a:pt x="12167" y="11353"/>
                  <a:pt x="12022" y="11293"/>
                  <a:pt x="11876" y="11293"/>
                </a:cubicBezTo>
                <a:close/>
                <a:moveTo>
                  <a:pt x="14138" y="11293"/>
                </a:moveTo>
                <a:cubicBezTo>
                  <a:pt x="13992" y="11293"/>
                  <a:pt x="13846" y="11353"/>
                  <a:pt x="13735" y="11471"/>
                </a:cubicBezTo>
                <a:cubicBezTo>
                  <a:pt x="13514" y="11708"/>
                  <a:pt x="13514" y="12092"/>
                  <a:pt x="13735" y="12329"/>
                </a:cubicBezTo>
                <a:cubicBezTo>
                  <a:pt x="13957" y="12566"/>
                  <a:pt x="14317" y="12566"/>
                  <a:pt x="14539" y="12329"/>
                </a:cubicBezTo>
                <a:cubicBezTo>
                  <a:pt x="14761" y="12092"/>
                  <a:pt x="14761" y="11708"/>
                  <a:pt x="14539" y="11471"/>
                </a:cubicBezTo>
                <a:cubicBezTo>
                  <a:pt x="14428" y="11353"/>
                  <a:pt x="14283" y="11293"/>
                  <a:pt x="14138" y="11293"/>
                </a:cubicBezTo>
                <a:close/>
                <a:moveTo>
                  <a:pt x="16398" y="11293"/>
                </a:moveTo>
                <a:cubicBezTo>
                  <a:pt x="16253" y="11293"/>
                  <a:pt x="16108" y="11353"/>
                  <a:pt x="15997" y="11471"/>
                </a:cubicBezTo>
                <a:cubicBezTo>
                  <a:pt x="15775" y="11708"/>
                  <a:pt x="15775" y="12092"/>
                  <a:pt x="15997" y="12329"/>
                </a:cubicBezTo>
                <a:cubicBezTo>
                  <a:pt x="16219" y="12566"/>
                  <a:pt x="16579" y="12566"/>
                  <a:pt x="16801" y="12329"/>
                </a:cubicBezTo>
                <a:cubicBezTo>
                  <a:pt x="17023" y="12092"/>
                  <a:pt x="17023" y="11708"/>
                  <a:pt x="16801" y="11471"/>
                </a:cubicBezTo>
                <a:cubicBezTo>
                  <a:pt x="16690" y="11353"/>
                  <a:pt x="16544" y="11293"/>
                  <a:pt x="16398" y="11293"/>
                </a:cubicBezTo>
                <a:close/>
                <a:moveTo>
                  <a:pt x="18660" y="11293"/>
                </a:moveTo>
                <a:cubicBezTo>
                  <a:pt x="18515" y="11293"/>
                  <a:pt x="18369" y="11353"/>
                  <a:pt x="18259" y="11471"/>
                </a:cubicBezTo>
                <a:cubicBezTo>
                  <a:pt x="18037" y="11708"/>
                  <a:pt x="18037" y="12092"/>
                  <a:pt x="18259" y="12329"/>
                </a:cubicBezTo>
                <a:cubicBezTo>
                  <a:pt x="18480" y="12566"/>
                  <a:pt x="18840" y="12566"/>
                  <a:pt x="19062" y="12329"/>
                </a:cubicBezTo>
                <a:cubicBezTo>
                  <a:pt x="19283" y="12092"/>
                  <a:pt x="19283" y="11708"/>
                  <a:pt x="19062" y="11471"/>
                </a:cubicBezTo>
                <a:cubicBezTo>
                  <a:pt x="18951" y="11353"/>
                  <a:pt x="18805" y="11293"/>
                  <a:pt x="18660" y="11293"/>
                </a:cubicBezTo>
                <a:close/>
                <a:moveTo>
                  <a:pt x="20922" y="11293"/>
                </a:moveTo>
                <a:cubicBezTo>
                  <a:pt x="20776" y="11293"/>
                  <a:pt x="20631" y="11353"/>
                  <a:pt x="20520" y="11471"/>
                </a:cubicBezTo>
                <a:cubicBezTo>
                  <a:pt x="20298" y="11708"/>
                  <a:pt x="20298" y="12092"/>
                  <a:pt x="20520" y="12329"/>
                </a:cubicBezTo>
                <a:cubicBezTo>
                  <a:pt x="20742" y="12566"/>
                  <a:pt x="21101" y="12566"/>
                  <a:pt x="21323" y="12329"/>
                </a:cubicBezTo>
                <a:cubicBezTo>
                  <a:pt x="21545" y="12092"/>
                  <a:pt x="21545" y="11708"/>
                  <a:pt x="21323" y="11471"/>
                </a:cubicBezTo>
                <a:cubicBezTo>
                  <a:pt x="21212" y="11353"/>
                  <a:pt x="21067" y="11293"/>
                  <a:pt x="20922" y="11293"/>
                </a:cubicBezTo>
                <a:close/>
                <a:moveTo>
                  <a:pt x="568" y="13551"/>
                </a:moveTo>
                <a:cubicBezTo>
                  <a:pt x="423" y="13551"/>
                  <a:pt x="278" y="13610"/>
                  <a:pt x="167" y="13729"/>
                </a:cubicBezTo>
                <a:cubicBezTo>
                  <a:pt x="-55" y="13966"/>
                  <a:pt x="-55" y="14350"/>
                  <a:pt x="167" y="14587"/>
                </a:cubicBezTo>
                <a:cubicBezTo>
                  <a:pt x="389" y="14823"/>
                  <a:pt x="749" y="14823"/>
                  <a:pt x="971" y="14587"/>
                </a:cubicBezTo>
                <a:cubicBezTo>
                  <a:pt x="1193" y="14350"/>
                  <a:pt x="1193" y="13966"/>
                  <a:pt x="971" y="13729"/>
                </a:cubicBezTo>
                <a:cubicBezTo>
                  <a:pt x="860" y="13610"/>
                  <a:pt x="714" y="13551"/>
                  <a:pt x="568" y="13551"/>
                </a:cubicBezTo>
                <a:close/>
                <a:moveTo>
                  <a:pt x="2830" y="13551"/>
                </a:moveTo>
                <a:cubicBezTo>
                  <a:pt x="2685" y="13551"/>
                  <a:pt x="2539" y="13610"/>
                  <a:pt x="2428" y="13729"/>
                </a:cubicBezTo>
                <a:cubicBezTo>
                  <a:pt x="2207" y="13966"/>
                  <a:pt x="2207" y="14350"/>
                  <a:pt x="2428" y="14587"/>
                </a:cubicBezTo>
                <a:cubicBezTo>
                  <a:pt x="2650" y="14823"/>
                  <a:pt x="3011" y="14823"/>
                  <a:pt x="3232" y="14587"/>
                </a:cubicBezTo>
                <a:cubicBezTo>
                  <a:pt x="3454" y="14350"/>
                  <a:pt x="3454" y="13966"/>
                  <a:pt x="3232" y="13729"/>
                </a:cubicBezTo>
                <a:cubicBezTo>
                  <a:pt x="3121" y="13610"/>
                  <a:pt x="2975" y="13551"/>
                  <a:pt x="2830" y="13551"/>
                </a:cubicBezTo>
                <a:close/>
                <a:moveTo>
                  <a:pt x="5092" y="13551"/>
                </a:moveTo>
                <a:cubicBezTo>
                  <a:pt x="4946" y="13551"/>
                  <a:pt x="4801" y="13610"/>
                  <a:pt x="4690" y="13729"/>
                </a:cubicBezTo>
                <a:cubicBezTo>
                  <a:pt x="4468" y="13966"/>
                  <a:pt x="4468" y="14350"/>
                  <a:pt x="4690" y="14587"/>
                </a:cubicBezTo>
                <a:cubicBezTo>
                  <a:pt x="4912" y="14823"/>
                  <a:pt x="5271" y="14823"/>
                  <a:pt x="5493" y="14587"/>
                </a:cubicBezTo>
                <a:cubicBezTo>
                  <a:pt x="5715" y="14350"/>
                  <a:pt x="5715" y="13966"/>
                  <a:pt x="5493" y="13729"/>
                </a:cubicBezTo>
                <a:cubicBezTo>
                  <a:pt x="5382" y="13610"/>
                  <a:pt x="5237" y="13551"/>
                  <a:pt x="5092" y="13551"/>
                </a:cubicBezTo>
                <a:close/>
                <a:moveTo>
                  <a:pt x="7353" y="13551"/>
                </a:moveTo>
                <a:cubicBezTo>
                  <a:pt x="7208" y="13551"/>
                  <a:pt x="7063" y="13610"/>
                  <a:pt x="6952" y="13729"/>
                </a:cubicBezTo>
                <a:cubicBezTo>
                  <a:pt x="6730" y="13966"/>
                  <a:pt x="6730" y="14350"/>
                  <a:pt x="6952" y="14587"/>
                </a:cubicBezTo>
                <a:cubicBezTo>
                  <a:pt x="7173" y="14823"/>
                  <a:pt x="7533" y="14823"/>
                  <a:pt x="7755" y="14587"/>
                </a:cubicBezTo>
                <a:cubicBezTo>
                  <a:pt x="7976" y="14350"/>
                  <a:pt x="7976" y="13966"/>
                  <a:pt x="7755" y="13729"/>
                </a:cubicBezTo>
                <a:cubicBezTo>
                  <a:pt x="7644" y="13610"/>
                  <a:pt x="7498" y="13551"/>
                  <a:pt x="7353" y="13551"/>
                </a:cubicBezTo>
                <a:close/>
                <a:moveTo>
                  <a:pt x="9615" y="13551"/>
                </a:moveTo>
                <a:cubicBezTo>
                  <a:pt x="9469" y="13551"/>
                  <a:pt x="9324" y="13610"/>
                  <a:pt x="9213" y="13729"/>
                </a:cubicBezTo>
                <a:cubicBezTo>
                  <a:pt x="8991" y="13966"/>
                  <a:pt x="8991" y="14350"/>
                  <a:pt x="9213" y="14587"/>
                </a:cubicBezTo>
                <a:cubicBezTo>
                  <a:pt x="9435" y="14823"/>
                  <a:pt x="9794" y="14823"/>
                  <a:pt x="10016" y="14587"/>
                </a:cubicBezTo>
                <a:cubicBezTo>
                  <a:pt x="10238" y="14350"/>
                  <a:pt x="10238" y="13966"/>
                  <a:pt x="10016" y="13729"/>
                </a:cubicBezTo>
                <a:cubicBezTo>
                  <a:pt x="9905" y="13610"/>
                  <a:pt x="9760" y="13551"/>
                  <a:pt x="9615" y="13551"/>
                </a:cubicBezTo>
                <a:close/>
                <a:moveTo>
                  <a:pt x="11876" y="13551"/>
                </a:moveTo>
                <a:cubicBezTo>
                  <a:pt x="11731" y="13551"/>
                  <a:pt x="11585" y="13610"/>
                  <a:pt x="11474" y="13729"/>
                </a:cubicBezTo>
                <a:cubicBezTo>
                  <a:pt x="11252" y="13966"/>
                  <a:pt x="11252" y="14350"/>
                  <a:pt x="11474" y="14587"/>
                </a:cubicBezTo>
                <a:cubicBezTo>
                  <a:pt x="11696" y="14823"/>
                  <a:pt x="12056" y="14823"/>
                  <a:pt x="12278" y="14587"/>
                </a:cubicBezTo>
                <a:cubicBezTo>
                  <a:pt x="12500" y="14350"/>
                  <a:pt x="12500" y="13966"/>
                  <a:pt x="12278" y="13729"/>
                </a:cubicBezTo>
                <a:cubicBezTo>
                  <a:pt x="12167" y="13610"/>
                  <a:pt x="12022" y="13551"/>
                  <a:pt x="11876" y="13551"/>
                </a:cubicBezTo>
                <a:close/>
                <a:moveTo>
                  <a:pt x="14138" y="13551"/>
                </a:moveTo>
                <a:cubicBezTo>
                  <a:pt x="13992" y="13551"/>
                  <a:pt x="13846" y="13610"/>
                  <a:pt x="13735" y="13729"/>
                </a:cubicBezTo>
                <a:cubicBezTo>
                  <a:pt x="13514" y="13966"/>
                  <a:pt x="13514" y="14350"/>
                  <a:pt x="13735" y="14587"/>
                </a:cubicBezTo>
                <a:cubicBezTo>
                  <a:pt x="13957" y="14823"/>
                  <a:pt x="14317" y="14823"/>
                  <a:pt x="14539" y="14587"/>
                </a:cubicBezTo>
                <a:cubicBezTo>
                  <a:pt x="14761" y="14350"/>
                  <a:pt x="14761" y="13966"/>
                  <a:pt x="14539" y="13729"/>
                </a:cubicBezTo>
                <a:cubicBezTo>
                  <a:pt x="14428" y="13610"/>
                  <a:pt x="14283" y="13551"/>
                  <a:pt x="14138" y="13551"/>
                </a:cubicBezTo>
                <a:close/>
                <a:moveTo>
                  <a:pt x="16398" y="13551"/>
                </a:moveTo>
                <a:cubicBezTo>
                  <a:pt x="16253" y="13551"/>
                  <a:pt x="16108" y="13610"/>
                  <a:pt x="15997" y="13729"/>
                </a:cubicBezTo>
                <a:cubicBezTo>
                  <a:pt x="15775" y="13966"/>
                  <a:pt x="15775" y="14350"/>
                  <a:pt x="15997" y="14587"/>
                </a:cubicBezTo>
                <a:cubicBezTo>
                  <a:pt x="16219" y="14823"/>
                  <a:pt x="16579" y="14823"/>
                  <a:pt x="16801" y="14587"/>
                </a:cubicBezTo>
                <a:cubicBezTo>
                  <a:pt x="17023" y="14350"/>
                  <a:pt x="17023" y="13966"/>
                  <a:pt x="16801" y="13729"/>
                </a:cubicBezTo>
                <a:cubicBezTo>
                  <a:pt x="16690" y="13610"/>
                  <a:pt x="16544" y="13551"/>
                  <a:pt x="16398" y="13551"/>
                </a:cubicBezTo>
                <a:close/>
                <a:moveTo>
                  <a:pt x="18660" y="13551"/>
                </a:moveTo>
                <a:cubicBezTo>
                  <a:pt x="18515" y="13551"/>
                  <a:pt x="18369" y="13610"/>
                  <a:pt x="18259" y="13729"/>
                </a:cubicBezTo>
                <a:cubicBezTo>
                  <a:pt x="18037" y="13966"/>
                  <a:pt x="18037" y="14350"/>
                  <a:pt x="18259" y="14587"/>
                </a:cubicBezTo>
                <a:cubicBezTo>
                  <a:pt x="18480" y="14823"/>
                  <a:pt x="18840" y="14823"/>
                  <a:pt x="19062" y="14587"/>
                </a:cubicBezTo>
                <a:cubicBezTo>
                  <a:pt x="19283" y="14350"/>
                  <a:pt x="19283" y="13966"/>
                  <a:pt x="19062" y="13729"/>
                </a:cubicBezTo>
                <a:cubicBezTo>
                  <a:pt x="18951" y="13610"/>
                  <a:pt x="18805" y="13551"/>
                  <a:pt x="18660" y="13551"/>
                </a:cubicBezTo>
                <a:close/>
                <a:moveTo>
                  <a:pt x="20922" y="13551"/>
                </a:moveTo>
                <a:cubicBezTo>
                  <a:pt x="20776" y="13551"/>
                  <a:pt x="20631" y="13610"/>
                  <a:pt x="20520" y="13729"/>
                </a:cubicBezTo>
                <a:cubicBezTo>
                  <a:pt x="20298" y="13966"/>
                  <a:pt x="20298" y="14350"/>
                  <a:pt x="20520" y="14587"/>
                </a:cubicBezTo>
                <a:cubicBezTo>
                  <a:pt x="20742" y="14823"/>
                  <a:pt x="21101" y="14823"/>
                  <a:pt x="21323" y="14587"/>
                </a:cubicBezTo>
                <a:cubicBezTo>
                  <a:pt x="21545" y="14350"/>
                  <a:pt x="21545" y="13966"/>
                  <a:pt x="21323" y="13729"/>
                </a:cubicBezTo>
                <a:cubicBezTo>
                  <a:pt x="21212" y="13610"/>
                  <a:pt x="21067" y="13551"/>
                  <a:pt x="20922" y="13551"/>
                </a:cubicBezTo>
                <a:close/>
                <a:moveTo>
                  <a:pt x="568" y="15810"/>
                </a:moveTo>
                <a:cubicBezTo>
                  <a:pt x="423" y="15810"/>
                  <a:pt x="278" y="15869"/>
                  <a:pt x="167" y="15988"/>
                </a:cubicBezTo>
                <a:cubicBezTo>
                  <a:pt x="-55" y="16224"/>
                  <a:pt x="-55" y="16609"/>
                  <a:pt x="167" y="16846"/>
                </a:cubicBezTo>
                <a:cubicBezTo>
                  <a:pt x="389" y="17082"/>
                  <a:pt x="749" y="17082"/>
                  <a:pt x="971" y="16846"/>
                </a:cubicBezTo>
                <a:cubicBezTo>
                  <a:pt x="1193" y="16609"/>
                  <a:pt x="1193" y="16224"/>
                  <a:pt x="971" y="15988"/>
                </a:cubicBezTo>
                <a:cubicBezTo>
                  <a:pt x="860" y="15869"/>
                  <a:pt x="714" y="15810"/>
                  <a:pt x="568" y="15810"/>
                </a:cubicBezTo>
                <a:close/>
                <a:moveTo>
                  <a:pt x="2830" y="15810"/>
                </a:moveTo>
                <a:cubicBezTo>
                  <a:pt x="2685" y="15810"/>
                  <a:pt x="2539" y="15869"/>
                  <a:pt x="2428" y="15988"/>
                </a:cubicBezTo>
                <a:cubicBezTo>
                  <a:pt x="2207" y="16224"/>
                  <a:pt x="2207" y="16609"/>
                  <a:pt x="2428" y="16846"/>
                </a:cubicBezTo>
                <a:cubicBezTo>
                  <a:pt x="2650" y="17082"/>
                  <a:pt x="3011" y="17082"/>
                  <a:pt x="3232" y="16846"/>
                </a:cubicBezTo>
                <a:cubicBezTo>
                  <a:pt x="3454" y="16609"/>
                  <a:pt x="3454" y="16224"/>
                  <a:pt x="3232" y="15988"/>
                </a:cubicBezTo>
                <a:cubicBezTo>
                  <a:pt x="3121" y="15869"/>
                  <a:pt x="2975" y="15810"/>
                  <a:pt x="2830" y="15810"/>
                </a:cubicBezTo>
                <a:close/>
                <a:moveTo>
                  <a:pt x="5092" y="15810"/>
                </a:moveTo>
                <a:cubicBezTo>
                  <a:pt x="4946" y="15810"/>
                  <a:pt x="4801" y="15869"/>
                  <a:pt x="4690" y="15988"/>
                </a:cubicBezTo>
                <a:cubicBezTo>
                  <a:pt x="4468" y="16224"/>
                  <a:pt x="4468" y="16609"/>
                  <a:pt x="4690" y="16846"/>
                </a:cubicBezTo>
                <a:cubicBezTo>
                  <a:pt x="4912" y="17082"/>
                  <a:pt x="5271" y="17082"/>
                  <a:pt x="5493" y="16846"/>
                </a:cubicBezTo>
                <a:cubicBezTo>
                  <a:pt x="5715" y="16609"/>
                  <a:pt x="5715" y="16224"/>
                  <a:pt x="5493" y="15988"/>
                </a:cubicBezTo>
                <a:cubicBezTo>
                  <a:pt x="5382" y="15869"/>
                  <a:pt x="5237" y="15810"/>
                  <a:pt x="5092" y="15810"/>
                </a:cubicBezTo>
                <a:close/>
                <a:moveTo>
                  <a:pt x="7353" y="15810"/>
                </a:moveTo>
                <a:cubicBezTo>
                  <a:pt x="7208" y="15810"/>
                  <a:pt x="7063" y="15869"/>
                  <a:pt x="6952" y="15988"/>
                </a:cubicBezTo>
                <a:cubicBezTo>
                  <a:pt x="6730" y="16224"/>
                  <a:pt x="6730" y="16609"/>
                  <a:pt x="6952" y="16846"/>
                </a:cubicBezTo>
                <a:cubicBezTo>
                  <a:pt x="7173" y="17082"/>
                  <a:pt x="7533" y="17082"/>
                  <a:pt x="7755" y="16846"/>
                </a:cubicBezTo>
                <a:cubicBezTo>
                  <a:pt x="7976" y="16609"/>
                  <a:pt x="7976" y="16224"/>
                  <a:pt x="7755" y="15988"/>
                </a:cubicBezTo>
                <a:cubicBezTo>
                  <a:pt x="7644" y="15869"/>
                  <a:pt x="7498" y="15810"/>
                  <a:pt x="7353" y="15810"/>
                </a:cubicBezTo>
                <a:close/>
                <a:moveTo>
                  <a:pt x="9615" y="15810"/>
                </a:moveTo>
                <a:cubicBezTo>
                  <a:pt x="9469" y="15810"/>
                  <a:pt x="9324" y="15869"/>
                  <a:pt x="9213" y="15988"/>
                </a:cubicBezTo>
                <a:cubicBezTo>
                  <a:pt x="8991" y="16224"/>
                  <a:pt x="8991" y="16609"/>
                  <a:pt x="9213" y="16846"/>
                </a:cubicBezTo>
                <a:cubicBezTo>
                  <a:pt x="9435" y="17082"/>
                  <a:pt x="9794" y="17082"/>
                  <a:pt x="10016" y="16846"/>
                </a:cubicBezTo>
                <a:cubicBezTo>
                  <a:pt x="10238" y="16609"/>
                  <a:pt x="10238" y="16224"/>
                  <a:pt x="10016" y="15988"/>
                </a:cubicBezTo>
                <a:cubicBezTo>
                  <a:pt x="9905" y="15869"/>
                  <a:pt x="9760" y="15810"/>
                  <a:pt x="9615" y="15810"/>
                </a:cubicBezTo>
                <a:close/>
                <a:moveTo>
                  <a:pt x="11876" y="15810"/>
                </a:moveTo>
                <a:cubicBezTo>
                  <a:pt x="11731" y="15810"/>
                  <a:pt x="11585" y="15869"/>
                  <a:pt x="11474" y="15988"/>
                </a:cubicBezTo>
                <a:cubicBezTo>
                  <a:pt x="11252" y="16224"/>
                  <a:pt x="11252" y="16609"/>
                  <a:pt x="11474" y="16846"/>
                </a:cubicBezTo>
                <a:cubicBezTo>
                  <a:pt x="11696" y="17082"/>
                  <a:pt x="12056" y="17082"/>
                  <a:pt x="12278" y="16846"/>
                </a:cubicBezTo>
                <a:cubicBezTo>
                  <a:pt x="12500" y="16609"/>
                  <a:pt x="12500" y="16224"/>
                  <a:pt x="12278" y="15988"/>
                </a:cubicBezTo>
                <a:cubicBezTo>
                  <a:pt x="12167" y="15869"/>
                  <a:pt x="12022" y="15810"/>
                  <a:pt x="11876" y="15810"/>
                </a:cubicBezTo>
                <a:close/>
                <a:moveTo>
                  <a:pt x="14138" y="15810"/>
                </a:moveTo>
                <a:cubicBezTo>
                  <a:pt x="13992" y="15810"/>
                  <a:pt x="13846" y="15869"/>
                  <a:pt x="13735" y="15988"/>
                </a:cubicBezTo>
                <a:cubicBezTo>
                  <a:pt x="13514" y="16224"/>
                  <a:pt x="13514" y="16609"/>
                  <a:pt x="13735" y="16846"/>
                </a:cubicBezTo>
                <a:cubicBezTo>
                  <a:pt x="13957" y="17082"/>
                  <a:pt x="14317" y="17082"/>
                  <a:pt x="14539" y="16846"/>
                </a:cubicBezTo>
                <a:cubicBezTo>
                  <a:pt x="14761" y="16609"/>
                  <a:pt x="14761" y="16224"/>
                  <a:pt x="14539" y="15988"/>
                </a:cubicBezTo>
                <a:cubicBezTo>
                  <a:pt x="14428" y="15869"/>
                  <a:pt x="14283" y="15810"/>
                  <a:pt x="14138" y="15810"/>
                </a:cubicBezTo>
                <a:close/>
                <a:moveTo>
                  <a:pt x="16398" y="15810"/>
                </a:moveTo>
                <a:cubicBezTo>
                  <a:pt x="16253" y="15810"/>
                  <a:pt x="16108" y="15869"/>
                  <a:pt x="15997" y="15988"/>
                </a:cubicBezTo>
                <a:cubicBezTo>
                  <a:pt x="15775" y="16224"/>
                  <a:pt x="15775" y="16609"/>
                  <a:pt x="15997" y="16846"/>
                </a:cubicBezTo>
                <a:cubicBezTo>
                  <a:pt x="16219" y="17082"/>
                  <a:pt x="16579" y="17082"/>
                  <a:pt x="16801" y="16846"/>
                </a:cubicBezTo>
                <a:cubicBezTo>
                  <a:pt x="17023" y="16609"/>
                  <a:pt x="17023" y="16224"/>
                  <a:pt x="16801" y="15988"/>
                </a:cubicBezTo>
                <a:cubicBezTo>
                  <a:pt x="16690" y="15869"/>
                  <a:pt x="16544" y="15810"/>
                  <a:pt x="16398" y="15810"/>
                </a:cubicBezTo>
                <a:close/>
                <a:moveTo>
                  <a:pt x="18660" y="15810"/>
                </a:moveTo>
                <a:cubicBezTo>
                  <a:pt x="18515" y="15810"/>
                  <a:pt x="18369" y="15869"/>
                  <a:pt x="18259" y="15988"/>
                </a:cubicBezTo>
                <a:cubicBezTo>
                  <a:pt x="18037" y="16224"/>
                  <a:pt x="18037" y="16609"/>
                  <a:pt x="18259" y="16846"/>
                </a:cubicBezTo>
                <a:cubicBezTo>
                  <a:pt x="18480" y="17082"/>
                  <a:pt x="18840" y="17082"/>
                  <a:pt x="19062" y="16846"/>
                </a:cubicBezTo>
                <a:cubicBezTo>
                  <a:pt x="19283" y="16609"/>
                  <a:pt x="19283" y="16224"/>
                  <a:pt x="19062" y="15988"/>
                </a:cubicBezTo>
                <a:cubicBezTo>
                  <a:pt x="18951" y="15869"/>
                  <a:pt x="18805" y="15810"/>
                  <a:pt x="18660" y="15810"/>
                </a:cubicBezTo>
                <a:close/>
                <a:moveTo>
                  <a:pt x="20922" y="15810"/>
                </a:moveTo>
                <a:cubicBezTo>
                  <a:pt x="20776" y="15810"/>
                  <a:pt x="20631" y="15869"/>
                  <a:pt x="20520" y="15988"/>
                </a:cubicBezTo>
                <a:cubicBezTo>
                  <a:pt x="20298" y="16224"/>
                  <a:pt x="20298" y="16609"/>
                  <a:pt x="20520" y="16846"/>
                </a:cubicBezTo>
                <a:cubicBezTo>
                  <a:pt x="20742" y="17082"/>
                  <a:pt x="21101" y="17082"/>
                  <a:pt x="21323" y="16846"/>
                </a:cubicBezTo>
                <a:cubicBezTo>
                  <a:pt x="21545" y="16609"/>
                  <a:pt x="21545" y="16224"/>
                  <a:pt x="21323" y="15988"/>
                </a:cubicBezTo>
                <a:cubicBezTo>
                  <a:pt x="21212" y="15869"/>
                  <a:pt x="21067" y="15810"/>
                  <a:pt x="20922" y="15810"/>
                </a:cubicBezTo>
                <a:close/>
                <a:moveTo>
                  <a:pt x="568" y="18069"/>
                </a:moveTo>
                <a:cubicBezTo>
                  <a:pt x="423" y="18069"/>
                  <a:pt x="278" y="18128"/>
                  <a:pt x="167" y="18247"/>
                </a:cubicBezTo>
                <a:cubicBezTo>
                  <a:pt x="-55" y="18483"/>
                  <a:pt x="-55" y="18868"/>
                  <a:pt x="167" y="19104"/>
                </a:cubicBezTo>
                <a:cubicBezTo>
                  <a:pt x="389" y="19341"/>
                  <a:pt x="749" y="19341"/>
                  <a:pt x="971" y="19104"/>
                </a:cubicBezTo>
                <a:cubicBezTo>
                  <a:pt x="1193" y="18868"/>
                  <a:pt x="1193" y="18483"/>
                  <a:pt x="971" y="18247"/>
                </a:cubicBezTo>
                <a:cubicBezTo>
                  <a:pt x="860" y="18128"/>
                  <a:pt x="714" y="18069"/>
                  <a:pt x="568" y="18069"/>
                </a:cubicBezTo>
                <a:close/>
                <a:moveTo>
                  <a:pt x="2830" y="18069"/>
                </a:moveTo>
                <a:cubicBezTo>
                  <a:pt x="2685" y="18069"/>
                  <a:pt x="2539" y="18128"/>
                  <a:pt x="2428" y="18247"/>
                </a:cubicBezTo>
                <a:cubicBezTo>
                  <a:pt x="2207" y="18483"/>
                  <a:pt x="2207" y="18868"/>
                  <a:pt x="2428" y="19104"/>
                </a:cubicBezTo>
                <a:cubicBezTo>
                  <a:pt x="2650" y="19341"/>
                  <a:pt x="3011" y="19341"/>
                  <a:pt x="3232" y="19104"/>
                </a:cubicBezTo>
                <a:cubicBezTo>
                  <a:pt x="3454" y="18868"/>
                  <a:pt x="3454" y="18483"/>
                  <a:pt x="3232" y="18247"/>
                </a:cubicBezTo>
                <a:cubicBezTo>
                  <a:pt x="3121" y="18128"/>
                  <a:pt x="2975" y="18069"/>
                  <a:pt x="2830" y="18069"/>
                </a:cubicBezTo>
                <a:close/>
                <a:moveTo>
                  <a:pt x="5092" y="18069"/>
                </a:moveTo>
                <a:cubicBezTo>
                  <a:pt x="4946" y="18069"/>
                  <a:pt x="4801" y="18128"/>
                  <a:pt x="4690" y="18247"/>
                </a:cubicBezTo>
                <a:cubicBezTo>
                  <a:pt x="4468" y="18483"/>
                  <a:pt x="4468" y="18868"/>
                  <a:pt x="4690" y="19104"/>
                </a:cubicBezTo>
                <a:cubicBezTo>
                  <a:pt x="4912" y="19341"/>
                  <a:pt x="5271" y="19341"/>
                  <a:pt x="5493" y="19104"/>
                </a:cubicBezTo>
                <a:cubicBezTo>
                  <a:pt x="5715" y="18868"/>
                  <a:pt x="5715" y="18483"/>
                  <a:pt x="5493" y="18247"/>
                </a:cubicBezTo>
                <a:cubicBezTo>
                  <a:pt x="5382" y="18128"/>
                  <a:pt x="5237" y="18069"/>
                  <a:pt x="5092" y="18069"/>
                </a:cubicBezTo>
                <a:close/>
                <a:moveTo>
                  <a:pt x="7353" y="18069"/>
                </a:moveTo>
                <a:cubicBezTo>
                  <a:pt x="7208" y="18069"/>
                  <a:pt x="7063" y="18128"/>
                  <a:pt x="6952" y="18247"/>
                </a:cubicBezTo>
                <a:cubicBezTo>
                  <a:pt x="6730" y="18483"/>
                  <a:pt x="6730" y="18868"/>
                  <a:pt x="6952" y="19104"/>
                </a:cubicBezTo>
                <a:cubicBezTo>
                  <a:pt x="7173" y="19341"/>
                  <a:pt x="7533" y="19341"/>
                  <a:pt x="7755" y="19104"/>
                </a:cubicBezTo>
                <a:cubicBezTo>
                  <a:pt x="7976" y="18868"/>
                  <a:pt x="7976" y="18483"/>
                  <a:pt x="7755" y="18247"/>
                </a:cubicBezTo>
                <a:cubicBezTo>
                  <a:pt x="7644" y="18128"/>
                  <a:pt x="7498" y="18069"/>
                  <a:pt x="7353" y="18069"/>
                </a:cubicBezTo>
                <a:close/>
                <a:moveTo>
                  <a:pt x="9615" y="18069"/>
                </a:moveTo>
                <a:cubicBezTo>
                  <a:pt x="9469" y="18069"/>
                  <a:pt x="9324" y="18128"/>
                  <a:pt x="9213" y="18247"/>
                </a:cubicBezTo>
                <a:cubicBezTo>
                  <a:pt x="8991" y="18483"/>
                  <a:pt x="8991" y="18868"/>
                  <a:pt x="9213" y="19104"/>
                </a:cubicBezTo>
                <a:cubicBezTo>
                  <a:pt x="9435" y="19341"/>
                  <a:pt x="9794" y="19341"/>
                  <a:pt x="10016" y="19104"/>
                </a:cubicBezTo>
                <a:cubicBezTo>
                  <a:pt x="10238" y="18868"/>
                  <a:pt x="10238" y="18483"/>
                  <a:pt x="10016" y="18247"/>
                </a:cubicBezTo>
                <a:cubicBezTo>
                  <a:pt x="9905" y="18128"/>
                  <a:pt x="9760" y="18069"/>
                  <a:pt x="9615" y="18069"/>
                </a:cubicBezTo>
                <a:close/>
                <a:moveTo>
                  <a:pt x="11876" y="18069"/>
                </a:moveTo>
                <a:cubicBezTo>
                  <a:pt x="11731" y="18069"/>
                  <a:pt x="11585" y="18128"/>
                  <a:pt x="11474" y="18247"/>
                </a:cubicBezTo>
                <a:cubicBezTo>
                  <a:pt x="11252" y="18483"/>
                  <a:pt x="11252" y="18868"/>
                  <a:pt x="11474" y="19104"/>
                </a:cubicBezTo>
                <a:cubicBezTo>
                  <a:pt x="11696" y="19341"/>
                  <a:pt x="12056" y="19341"/>
                  <a:pt x="12278" y="19104"/>
                </a:cubicBezTo>
                <a:cubicBezTo>
                  <a:pt x="12500" y="18868"/>
                  <a:pt x="12500" y="18483"/>
                  <a:pt x="12278" y="18247"/>
                </a:cubicBezTo>
                <a:cubicBezTo>
                  <a:pt x="12167" y="18128"/>
                  <a:pt x="12022" y="18069"/>
                  <a:pt x="11876" y="18069"/>
                </a:cubicBezTo>
                <a:close/>
                <a:moveTo>
                  <a:pt x="14138" y="18069"/>
                </a:moveTo>
                <a:cubicBezTo>
                  <a:pt x="13992" y="18069"/>
                  <a:pt x="13846" y="18128"/>
                  <a:pt x="13735" y="18247"/>
                </a:cubicBezTo>
                <a:cubicBezTo>
                  <a:pt x="13514" y="18483"/>
                  <a:pt x="13514" y="18868"/>
                  <a:pt x="13735" y="19104"/>
                </a:cubicBezTo>
                <a:cubicBezTo>
                  <a:pt x="13957" y="19341"/>
                  <a:pt x="14317" y="19341"/>
                  <a:pt x="14539" y="19104"/>
                </a:cubicBezTo>
                <a:cubicBezTo>
                  <a:pt x="14761" y="18868"/>
                  <a:pt x="14761" y="18483"/>
                  <a:pt x="14539" y="18247"/>
                </a:cubicBezTo>
                <a:cubicBezTo>
                  <a:pt x="14428" y="18128"/>
                  <a:pt x="14283" y="18069"/>
                  <a:pt x="14138" y="18069"/>
                </a:cubicBezTo>
                <a:close/>
                <a:moveTo>
                  <a:pt x="16398" y="18069"/>
                </a:moveTo>
                <a:cubicBezTo>
                  <a:pt x="16253" y="18069"/>
                  <a:pt x="16108" y="18128"/>
                  <a:pt x="15997" y="18247"/>
                </a:cubicBezTo>
                <a:cubicBezTo>
                  <a:pt x="15775" y="18483"/>
                  <a:pt x="15775" y="18868"/>
                  <a:pt x="15997" y="19104"/>
                </a:cubicBezTo>
                <a:cubicBezTo>
                  <a:pt x="16219" y="19341"/>
                  <a:pt x="16579" y="19341"/>
                  <a:pt x="16801" y="19104"/>
                </a:cubicBezTo>
                <a:cubicBezTo>
                  <a:pt x="17023" y="18868"/>
                  <a:pt x="17023" y="18483"/>
                  <a:pt x="16801" y="18247"/>
                </a:cubicBezTo>
                <a:cubicBezTo>
                  <a:pt x="16690" y="18128"/>
                  <a:pt x="16544" y="18069"/>
                  <a:pt x="16398" y="18069"/>
                </a:cubicBezTo>
                <a:close/>
                <a:moveTo>
                  <a:pt x="18660" y="18069"/>
                </a:moveTo>
                <a:cubicBezTo>
                  <a:pt x="18515" y="18069"/>
                  <a:pt x="18369" y="18128"/>
                  <a:pt x="18259" y="18247"/>
                </a:cubicBezTo>
                <a:cubicBezTo>
                  <a:pt x="18037" y="18483"/>
                  <a:pt x="18037" y="18868"/>
                  <a:pt x="18259" y="19104"/>
                </a:cubicBezTo>
                <a:cubicBezTo>
                  <a:pt x="18480" y="19341"/>
                  <a:pt x="18840" y="19341"/>
                  <a:pt x="19062" y="19104"/>
                </a:cubicBezTo>
                <a:cubicBezTo>
                  <a:pt x="19283" y="18868"/>
                  <a:pt x="19283" y="18483"/>
                  <a:pt x="19062" y="18247"/>
                </a:cubicBezTo>
                <a:cubicBezTo>
                  <a:pt x="18951" y="18128"/>
                  <a:pt x="18805" y="18069"/>
                  <a:pt x="18660" y="18069"/>
                </a:cubicBezTo>
                <a:close/>
                <a:moveTo>
                  <a:pt x="20922" y="18069"/>
                </a:moveTo>
                <a:cubicBezTo>
                  <a:pt x="20776" y="18069"/>
                  <a:pt x="20631" y="18128"/>
                  <a:pt x="20520" y="18247"/>
                </a:cubicBezTo>
                <a:cubicBezTo>
                  <a:pt x="20298" y="18483"/>
                  <a:pt x="20298" y="18868"/>
                  <a:pt x="20520" y="19104"/>
                </a:cubicBezTo>
                <a:cubicBezTo>
                  <a:pt x="20742" y="19341"/>
                  <a:pt x="21101" y="19341"/>
                  <a:pt x="21323" y="19104"/>
                </a:cubicBezTo>
                <a:cubicBezTo>
                  <a:pt x="21545" y="18868"/>
                  <a:pt x="21545" y="18483"/>
                  <a:pt x="21323" y="18247"/>
                </a:cubicBezTo>
                <a:cubicBezTo>
                  <a:pt x="21212" y="18128"/>
                  <a:pt x="21067" y="18069"/>
                  <a:pt x="20922" y="18069"/>
                </a:cubicBezTo>
                <a:close/>
                <a:moveTo>
                  <a:pt x="568" y="20328"/>
                </a:moveTo>
                <a:cubicBezTo>
                  <a:pt x="423" y="20328"/>
                  <a:pt x="278" y="20387"/>
                  <a:pt x="167" y="20505"/>
                </a:cubicBezTo>
                <a:cubicBezTo>
                  <a:pt x="-55" y="20742"/>
                  <a:pt x="-55" y="21126"/>
                  <a:pt x="167" y="21363"/>
                </a:cubicBezTo>
                <a:cubicBezTo>
                  <a:pt x="389" y="21600"/>
                  <a:pt x="749" y="21600"/>
                  <a:pt x="971" y="21363"/>
                </a:cubicBezTo>
                <a:cubicBezTo>
                  <a:pt x="1193" y="21126"/>
                  <a:pt x="1193" y="20742"/>
                  <a:pt x="971" y="20505"/>
                </a:cubicBezTo>
                <a:cubicBezTo>
                  <a:pt x="860" y="20387"/>
                  <a:pt x="714" y="20328"/>
                  <a:pt x="568" y="20328"/>
                </a:cubicBezTo>
                <a:close/>
                <a:moveTo>
                  <a:pt x="2830" y="20328"/>
                </a:moveTo>
                <a:cubicBezTo>
                  <a:pt x="2685" y="20328"/>
                  <a:pt x="2539" y="20387"/>
                  <a:pt x="2428" y="20505"/>
                </a:cubicBezTo>
                <a:cubicBezTo>
                  <a:pt x="2207" y="20742"/>
                  <a:pt x="2207" y="21126"/>
                  <a:pt x="2428" y="21363"/>
                </a:cubicBezTo>
                <a:cubicBezTo>
                  <a:pt x="2650" y="21600"/>
                  <a:pt x="3011" y="21600"/>
                  <a:pt x="3232" y="21363"/>
                </a:cubicBezTo>
                <a:cubicBezTo>
                  <a:pt x="3454" y="21126"/>
                  <a:pt x="3454" y="20742"/>
                  <a:pt x="3232" y="20505"/>
                </a:cubicBezTo>
                <a:cubicBezTo>
                  <a:pt x="3121" y="20387"/>
                  <a:pt x="2975" y="20328"/>
                  <a:pt x="2830" y="20328"/>
                </a:cubicBezTo>
                <a:close/>
                <a:moveTo>
                  <a:pt x="5092" y="20328"/>
                </a:moveTo>
                <a:cubicBezTo>
                  <a:pt x="4946" y="20328"/>
                  <a:pt x="4801" y="20387"/>
                  <a:pt x="4690" y="20505"/>
                </a:cubicBezTo>
                <a:cubicBezTo>
                  <a:pt x="4468" y="20742"/>
                  <a:pt x="4468" y="21126"/>
                  <a:pt x="4690" y="21363"/>
                </a:cubicBezTo>
                <a:cubicBezTo>
                  <a:pt x="4912" y="21600"/>
                  <a:pt x="5271" y="21600"/>
                  <a:pt x="5493" y="21363"/>
                </a:cubicBezTo>
                <a:cubicBezTo>
                  <a:pt x="5715" y="21126"/>
                  <a:pt x="5715" y="20742"/>
                  <a:pt x="5493" y="20505"/>
                </a:cubicBezTo>
                <a:cubicBezTo>
                  <a:pt x="5382" y="20387"/>
                  <a:pt x="5237" y="20328"/>
                  <a:pt x="5092" y="20328"/>
                </a:cubicBezTo>
                <a:close/>
                <a:moveTo>
                  <a:pt x="7353" y="20328"/>
                </a:moveTo>
                <a:cubicBezTo>
                  <a:pt x="7208" y="20328"/>
                  <a:pt x="7063" y="20387"/>
                  <a:pt x="6952" y="20505"/>
                </a:cubicBezTo>
                <a:cubicBezTo>
                  <a:pt x="6730" y="20742"/>
                  <a:pt x="6730" y="21126"/>
                  <a:pt x="6952" y="21363"/>
                </a:cubicBezTo>
                <a:cubicBezTo>
                  <a:pt x="7173" y="21600"/>
                  <a:pt x="7533" y="21600"/>
                  <a:pt x="7755" y="21363"/>
                </a:cubicBezTo>
                <a:cubicBezTo>
                  <a:pt x="7976" y="21126"/>
                  <a:pt x="7976" y="20742"/>
                  <a:pt x="7755" y="20505"/>
                </a:cubicBezTo>
                <a:cubicBezTo>
                  <a:pt x="7644" y="20387"/>
                  <a:pt x="7498" y="20328"/>
                  <a:pt x="7353" y="20328"/>
                </a:cubicBezTo>
                <a:close/>
                <a:moveTo>
                  <a:pt x="9615" y="20328"/>
                </a:moveTo>
                <a:cubicBezTo>
                  <a:pt x="9469" y="20328"/>
                  <a:pt x="9324" y="20387"/>
                  <a:pt x="9213" y="20505"/>
                </a:cubicBezTo>
                <a:cubicBezTo>
                  <a:pt x="8991" y="20742"/>
                  <a:pt x="8991" y="21126"/>
                  <a:pt x="9213" y="21363"/>
                </a:cubicBezTo>
                <a:cubicBezTo>
                  <a:pt x="9435" y="21600"/>
                  <a:pt x="9794" y="21600"/>
                  <a:pt x="10016" y="21363"/>
                </a:cubicBezTo>
                <a:cubicBezTo>
                  <a:pt x="10238" y="21126"/>
                  <a:pt x="10238" y="20742"/>
                  <a:pt x="10016" y="20505"/>
                </a:cubicBezTo>
                <a:cubicBezTo>
                  <a:pt x="9905" y="20387"/>
                  <a:pt x="9760" y="20328"/>
                  <a:pt x="9615" y="20328"/>
                </a:cubicBezTo>
                <a:close/>
                <a:moveTo>
                  <a:pt x="11876" y="20328"/>
                </a:moveTo>
                <a:cubicBezTo>
                  <a:pt x="11731" y="20328"/>
                  <a:pt x="11585" y="20387"/>
                  <a:pt x="11474" y="20505"/>
                </a:cubicBezTo>
                <a:cubicBezTo>
                  <a:pt x="11252" y="20742"/>
                  <a:pt x="11252" y="21126"/>
                  <a:pt x="11474" y="21363"/>
                </a:cubicBezTo>
                <a:cubicBezTo>
                  <a:pt x="11696" y="21600"/>
                  <a:pt x="12056" y="21600"/>
                  <a:pt x="12278" y="21363"/>
                </a:cubicBezTo>
                <a:cubicBezTo>
                  <a:pt x="12500" y="21126"/>
                  <a:pt x="12500" y="20742"/>
                  <a:pt x="12278" y="20505"/>
                </a:cubicBezTo>
                <a:cubicBezTo>
                  <a:pt x="12167" y="20387"/>
                  <a:pt x="12022" y="20328"/>
                  <a:pt x="11876" y="20328"/>
                </a:cubicBezTo>
                <a:close/>
                <a:moveTo>
                  <a:pt x="14138" y="20328"/>
                </a:moveTo>
                <a:cubicBezTo>
                  <a:pt x="13992" y="20328"/>
                  <a:pt x="13846" y="20387"/>
                  <a:pt x="13735" y="20505"/>
                </a:cubicBezTo>
                <a:cubicBezTo>
                  <a:pt x="13514" y="20742"/>
                  <a:pt x="13514" y="21126"/>
                  <a:pt x="13735" y="21363"/>
                </a:cubicBezTo>
                <a:cubicBezTo>
                  <a:pt x="13957" y="21600"/>
                  <a:pt x="14317" y="21600"/>
                  <a:pt x="14539" y="21363"/>
                </a:cubicBezTo>
                <a:cubicBezTo>
                  <a:pt x="14761" y="21126"/>
                  <a:pt x="14761" y="20742"/>
                  <a:pt x="14539" y="20505"/>
                </a:cubicBezTo>
                <a:cubicBezTo>
                  <a:pt x="14428" y="20387"/>
                  <a:pt x="14283" y="20328"/>
                  <a:pt x="14138" y="20328"/>
                </a:cubicBezTo>
                <a:close/>
                <a:moveTo>
                  <a:pt x="16398" y="20328"/>
                </a:moveTo>
                <a:cubicBezTo>
                  <a:pt x="16253" y="20328"/>
                  <a:pt x="16108" y="20387"/>
                  <a:pt x="15997" y="20505"/>
                </a:cubicBezTo>
                <a:cubicBezTo>
                  <a:pt x="15775" y="20742"/>
                  <a:pt x="15775" y="21126"/>
                  <a:pt x="15997" y="21363"/>
                </a:cubicBezTo>
                <a:cubicBezTo>
                  <a:pt x="16219" y="21600"/>
                  <a:pt x="16579" y="21600"/>
                  <a:pt x="16801" y="21363"/>
                </a:cubicBezTo>
                <a:cubicBezTo>
                  <a:pt x="17023" y="21126"/>
                  <a:pt x="17023" y="20742"/>
                  <a:pt x="16801" y="20505"/>
                </a:cubicBezTo>
                <a:cubicBezTo>
                  <a:pt x="16690" y="20387"/>
                  <a:pt x="16544" y="20328"/>
                  <a:pt x="16398" y="20328"/>
                </a:cubicBezTo>
                <a:close/>
                <a:moveTo>
                  <a:pt x="18660" y="20328"/>
                </a:moveTo>
                <a:cubicBezTo>
                  <a:pt x="18515" y="20328"/>
                  <a:pt x="18369" y="20387"/>
                  <a:pt x="18259" y="20505"/>
                </a:cubicBezTo>
                <a:cubicBezTo>
                  <a:pt x="18037" y="20742"/>
                  <a:pt x="18037" y="21126"/>
                  <a:pt x="18259" y="21363"/>
                </a:cubicBezTo>
                <a:cubicBezTo>
                  <a:pt x="18480" y="21600"/>
                  <a:pt x="18840" y="21600"/>
                  <a:pt x="19062" y="21363"/>
                </a:cubicBezTo>
                <a:cubicBezTo>
                  <a:pt x="19283" y="21126"/>
                  <a:pt x="19283" y="20742"/>
                  <a:pt x="19062" y="20505"/>
                </a:cubicBezTo>
                <a:cubicBezTo>
                  <a:pt x="18951" y="20387"/>
                  <a:pt x="18805" y="20328"/>
                  <a:pt x="18660" y="20328"/>
                </a:cubicBezTo>
                <a:close/>
                <a:moveTo>
                  <a:pt x="20922" y="20328"/>
                </a:moveTo>
                <a:cubicBezTo>
                  <a:pt x="20776" y="20328"/>
                  <a:pt x="20631" y="20387"/>
                  <a:pt x="20520" y="20505"/>
                </a:cubicBezTo>
                <a:cubicBezTo>
                  <a:pt x="20298" y="20742"/>
                  <a:pt x="20298" y="21126"/>
                  <a:pt x="20520" y="21363"/>
                </a:cubicBezTo>
                <a:cubicBezTo>
                  <a:pt x="20742" y="21600"/>
                  <a:pt x="21101" y="21600"/>
                  <a:pt x="21323" y="21363"/>
                </a:cubicBezTo>
                <a:cubicBezTo>
                  <a:pt x="21545" y="21126"/>
                  <a:pt x="21545" y="20742"/>
                  <a:pt x="21323" y="20505"/>
                </a:cubicBezTo>
                <a:cubicBezTo>
                  <a:pt x="21212" y="20387"/>
                  <a:pt x="21067" y="20328"/>
                  <a:pt x="20922" y="20328"/>
                </a:cubicBezTo>
                <a:close/>
              </a:path>
            </a:pathLst>
          </a:custGeom>
          <a:solidFill>
            <a:schemeClr val="tx1">
              <a:alpha val="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1528703" hangingPunct="0"/>
            <a:endParaRPr sz="5400" kern="0" dirty="0">
              <a:solidFill>
                <a:srgbClr val="FFFFFF"/>
              </a:solidFill>
              <a:latin typeface="Pretendard" panose="02000503000000020004" pitchFamily="50" charset="-127"/>
              <a:cs typeface="Pretendard" panose="02000503000000020004" pitchFamily="50" charset="-127"/>
              <a:sym typeface="Poppins Medium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424B03A2-812B-4CB6-8B2F-B045CD8632D8}"/>
              </a:ext>
            </a:extLst>
          </p:cNvPr>
          <p:cNvGrpSpPr/>
          <p:nvPr/>
        </p:nvGrpSpPr>
        <p:grpSpPr>
          <a:xfrm>
            <a:off x="3068960" y="1964668"/>
            <a:ext cx="3789040" cy="6831815"/>
            <a:chOff x="3068960" y="1964668"/>
            <a:chExt cx="3789040" cy="6831815"/>
          </a:xfrm>
        </p:grpSpPr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6CCEF513-572C-49B6-8A5E-1893F9FC3F59}"/>
                </a:ext>
              </a:extLst>
            </p:cNvPr>
            <p:cNvGrpSpPr/>
            <p:nvPr/>
          </p:nvGrpSpPr>
          <p:grpSpPr>
            <a:xfrm>
              <a:off x="3068960" y="4376936"/>
              <a:ext cx="3789040" cy="324000"/>
              <a:chOff x="3068960" y="4370196"/>
              <a:chExt cx="3789040" cy="324000"/>
            </a:xfrm>
          </p:grpSpPr>
          <p:sp>
            <p:nvSpPr>
              <p:cNvPr id="24" name="직사각형 23">
                <a:extLst>
                  <a:ext uri="{FF2B5EF4-FFF2-40B4-BE49-F238E27FC236}">
                    <a16:creationId xmlns:a16="http://schemas.microsoft.com/office/drawing/2014/main" id="{C8B8EB09-3EBA-4A8E-88F9-D8768B73446C}"/>
                  </a:ext>
                </a:extLst>
              </p:cNvPr>
              <p:cNvSpPr/>
              <p:nvPr/>
            </p:nvSpPr>
            <p:spPr>
              <a:xfrm>
                <a:off x="3392996" y="4370196"/>
                <a:ext cx="3465004" cy="324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txBody>
              <a:bodyPr wrap="square" lIns="108000" tIns="36000" rIns="36000" bIns="36000" anchor="ctr">
                <a:noAutofit/>
              </a:bodyPr>
              <a:lstStyle/>
              <a:p>
                <a:r>
                  <a:rPr lang="ko-KR" altLang="en-US" sz="1600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2">
                        <a:lumMod val="75000"/>
                      </a:schemeClr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</a:rPr>
                  <a:t>전략 및 방법론</a:t>
                </a:r>
              </a:p>
            </p:txBody>
          </p:sp>
          <p:sp>
            <p:nvSpPr>
              <p:cNvPr id="26" name="모서리가 둥근 직사각형 102">
                <a:extLst>
                  <a:ext uri="{FF2B5EF4-FFF2-40B4-BE49-F238E27FC236}">
                    <a16:creationId xmlns:a16="http://schemas.microsoft.com/office/drawing/2014/main" id="{C25F33A3-08FF-4537-91A8-81F2EC0DCA51}"/>
                  </a:ext>
                </a:extLst>
              </p:cNvPr>
              <p:cNvSpPr/>
              <p:nvPr/>
            </p:nvSpPr>
            <p:spPr>
              <a:xfrm>
                <a:off x="3068960" y="4370196"/>
                <a:ext cx="324000" cy="324000"/>
              </a:xfrm>
              <a:prstGeom prst="roundRect">
                <a:avLst>
                  <a:gd name="adj" fmla="val 0"/>
                </a:avLst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600" b="1" dirty="0">
                    <a:solidFill>
                      <a:schemeClr val="bg1"/>
                    </a:solidFill>
                    <a:latin typeface="나눔명조 ExtraBold" panose="02020603020101020101" pitchFamily="18" charset="-127"/>
                    <a:ea typeface="나눔명조 ExtraBold" panose="02020603020101020101" pitchFamily="18" charset="-127"/>
                  </a:rPr>
                  <a:t>Ⅱ</a:t>
                </a:r>
              </a:p>
            </p:txBody>
          </p:sp>
        </p:grpSp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1D4076C3-6355-490F-B77E-4C17BFB0EC82}"/>
                </a:ext>
              </a:extLst>
            </p:cNvPr>
            <p:cNvGrpSpPr/>
            <p:nvPr/>
          </p:nvGrpSpPr>
          <p:grpSpPr>
            <a:xfrm>
              <a:off x="3068960" y="6818223"/>
              <a:ext cx="3789040" cy="324000"/>
              <a:chOff x="3068960" y="6801342"/>
              <a:chExt cx="3789040" cy="324000"/>
            </a:xfrm>
          </p:grpSpPr>
          <p:sp>
            <p:nvSpPr>
              <p:cNvPr id="25" name="직사각형 24">
                <a:extLst>
                  <a:ext uri="{FF2B5EF4-FFF2-40B4-BE49-F238E27FC236}">
                    <a16:creationId xmlns:a16="http://schemas.microsoft.com/office/drawing/2014/main" id="{CBE119A4-8073-4A13-807E-1A9F3DD0E4F0}"/>
                  </a:ext>
                </a:extLst>
              </p:cNvPr>
              <p:cNvSpPr/>
              <p:nvPr/>
            </p:nvSpPr>
            <p:spPr>
              <a:xfrm>
                <a:off x="3392996" y="6801342"/>
                <a:ext cx="3465004" cy="324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txBody>
              <a:bodyPr wrap="square" lIns="108000" tIns="36000" rIns="36000" bIns="36000" anchor="ctr">
                <a:noAutofit/>
              </a:bodyPr>
              <a:lstStyle/>
              <a:p>
                <a:r>
                  <a:rPr lang="ko-KR" altLang="en-US" sz="1600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2">
                        <a:lumMod val="75000"/>
                      </a:schemeClr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</a:rPr>
                  <a:t>기술 및 기능</a:t>
                </a:r>
              </a:p>
            </p:txBody>
          </p:sp>
          <p:sp>
            <p:nvSpPr>
              <p:cNvPr id="27" name="모서리가 둥근 직사각형 79">
                <a:extLst>
                  <a:ext uri="{FF2B5EF4-FFF2-40B4-BE49-F238E27FC236}">
                    <a16:creationId xmlns:a16="http://schemas.microsoft.com/office/drawing/2014/main" id="{B37F95E8-9DF3-48A8-A9CB-0C82E7BCEB3F}"/>
                  </a:ext>
                </a:extLst>
              </p:cNvPr>
              <p:cNvSpPr/>
              <p:nvPr/>
            </p:nvSpPr>
            <p:spPr>
              <a:xfrm>
                <a:off x="3068960" y="6801342"/>
                <a:ext cx="324000" cy="324000"/>
              </a:xfrm>
              <a:prstGeom prst="roundRect">
                <a:avLst>
                  <a:gd name="adj" fmla="val 0"/>
                </a:avLst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600" b="1" dirty="0">
                    <a:solidFill>
                      <a:schemeClr val="bg1"/>
                    </a:solidFill>
                    <a:latin typeface="나눔명조 ExtraBold" panose="02020603020101020101" pitchFamily="18" charset="-127"/>
                    <a:ea typeface="나눔명조 ExtraBold" panose="02020603020101020101" pitchFamily="18" charset="-127"/>
                  </a:rPr>
                  <a:t>Ⅲ</a:t>
                </a:r>
              </a:p>
            </p:txBody>
          </p:sp>
        </p:grpSp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D0F822FE-120F-4376-854A-A961266F620C}"/>
                </a:ext>
              </a:extLst>
            </p:cNvPr>
            <p:cNvGrpSpPr/>
            <p:nvPr/>
          </p:nvGrpSpPr>
          <p:grpSpPr>
            <a:xfrm>
              <a:off x="3068996" y="1964668"/>
              <a:ext cx="3789004" cy="324000"/>
              <a:chOff x="3068996" y="1979694"/>
              <a:chExt cx="3789004" cy="324000"/>
            </a:xfrm>
          </p:grpSpPr>
          <p:sp>
            <p:nvSpPr>
              <p:cNvPr id="40" name="직사각형 39">
                <a:extLst>
                  <a:ext uri="{FF2B5EF4-FFF2-40B4-BE49-F238E27FC236}">
                    <a16:creationId xmlns:a16="http://schemas.microsoft.com/office/drawing/2014/main" id="{B6A482E2-10C3-47FE-B41B-CB37DC1EB3AE}"/>
                  </a:ext>
                </a:extLst>
              </p:cNvPr>
              <p:cNvSpPr/>
              <p:nvPr/>
            </p:nvSpPr>
            <p:spPr>
              <a:xfrm>
                <a:off x="3392996" y="1979694"/>
                <a:ext cx="3465004" cy="324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txBody>
              <a:bodyPr wrap="square" lIns="108000" tIns="36000" rIns="36000" bIns="36000" anchor="ctr">
                <a:noAutofit/>
              </a:bodyPr>
              <a:lstStyle/>
              <a:p>
                <a:r>
                  <a:rPr lang="ko-KR" altLang="en-US" sz="1600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2">
                        <a:lumMod val="75000"/>
                      </a:schemeClr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</a:rPr>
                  <a:t>제안 개요</a:t>
                </a:r>
              </a:p>
            </p:txBody>
          </p:sp>
          <p:sp>
            <p:nvSpPr>
              <p:cNvPr id="41" name="모서리가 둥근 직사각형 145">
                <a:extLst>
                  <a:ext uri="{FF2B5EF4-FFF2-40B4-BE49-F238E27FC236}">
                    <a16:creationId xmlns:a16="http://schemas.microsoft.com/office/drawing/2014/main" id="{D17B74DF-94F9-42A2-99C0-D887A8B15B86}"/>
                  </a:ext>
                </a:extLst>
              </p:cNvPr>
              <p:cNvSpPr/>
              <p:nvPr/>
            </p:nvSpPr>
            <p:spPr>
              <a:xfrm>
                <a:off x="3068996" y="1979694"/>
                <a:ext cx="324000" cy="324000"/>
              </a:xfrm>
              <a:prstGeom prst="roundRect">
                <a:avLst>
                  <a:gd name="adj" fmla="val 0"/>
                </a:avLst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600" b="1" dirty="0">
                    <a:solidFill>
                      <a:schemeClr val="bg1"/>
                    </a:solidFill>
                    <a:latin typeface="나눔명조 ExtraBold" panose="02020603020101020101" pitchFamily="18" charset="-127"/>
                    <a:ea typeface="나눔명조 ExtraBold" panose="02020603020101020101" pitchFamily="18" charset="-127"/>
                  </a:rPr>
                  <a:t>Ⅰ</a:t>
                </a:r>
                <a:endParaRPr lang="ko-KR" altLang="en-US" sz="1600" b="1" dirty="0">
                  <a:solidFill>
                    <a:schemeClr val="bg1"/>
                  </a:solidFill>
                  <a:latin typeface="나눔명조 ExtraBold" panose="02020603020101020101" pitchFamily="18" charset="-127"/>
                  <a:ea typeface="나눔명조 ExtraBold" panose="02020603020101020101" pitchFamily="18" charset="-127"/>
                </a:endParaRPr>
              </a:p>
            </p:txBody>
          </p:sp>
        </p:grpSp>
        <p:sp>
          <p:nvSpPr>
            <p:cNvPr id="43" name="Text Box 5">
              <a:extLst>
                <a:ext uri="{FF2B5EF4-FFF2-40B4-BE49-F238E27FC236}">
                  <a16:creationId xmlns:a16="http://schemas.microsoft.com/office/drawing/2014/main" id="{C26CCB19-C58D-4734-B544-EDCF3CF996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85754" y="2449082"/>
              <a:ext cx="211597" cy="14911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t">
              <a:spAutoFit/>
            </a:bodyPr>
            <a:lstStyle>
              <a:defPPr>
                <a:defRPr lang="en-US"/>
              </a:defPPr>
              <a:lvl1pPr marR="0" lvl="0" indent="0" algn="r" defTabSz="1062038" fontAlgn="auto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1" sz="1000" b="0" i="0" u="none" strike="noStrike" cap="none" spc="0" normalizeH="0" baseline="0">
                  <a:ln>
                    <a:solidFill>
                      <a:srgbClr val="47A5E1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defRPr>
              </a:lvl1pPr>
              <a:lvl2pPr marL="530225" defTabSz="1062038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062038" defTabSz="1062038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592263" defTabSz="1062038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124075" defTabSz="1062038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81275" defTabSz="1062038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3038475" defTabSz="1062038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95675" defTabSz="1062038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952875" defTabSz="1062038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r>
                <a:rPr lang="en-US" altLang="ko-KR" dirty="0"/>
                <a:t>001</a:t>
              </a:r>
            </a:p>
            <a:p>
              <a:r>
                <a:rPr lang="en-US" altLang="ko-KR" dirty="0"/>
                <a:t>003</a:t>
              </a:r>
            </a:p>
            <a:p>
              <a:r>
                <a:rPr lang="en-US" altLang="ko-KR" dirty="0"/>
                <a:t>004</a:t>
              </a:r>
            </a:p>
            <a:p>
              <a:r>
                <a:rPr lang="en-US" altLang="ko-KR" dirty="0"/>
                <a:t>007</a:t>
              </a:r>
            </a:p>
            <a:p>
              <a:r>
                <a:rPr lang="en-US" altLang="ko-KR" dirty="0"/>
                <a:t>012</a:t>
              </a:r>
            </a:p>
          </p:txBody>
        </p:sp>
        <p:cxnSp>
          <p:nvCxnSpPr>
            <p:cNvPr id="44" name="직선 연결선 43">
              <a:extLst>
                <a:ext uri="{FF2B5EF4-FFF2-40B4-BE49-F238E27FC236}">
                  <a16:creationId xmlns:a16="http://schemas.microsoft.com/office/drawing/2014/main" id="{0F624EB2-2090-43DE-B50E-84F8259CDF3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48256" y="2624771"/>
              <a:ext cx="1824620" cy="0"/>
            </a:xfrm>
            <a:prstGeom prst="line">
              <a:avLst/>
            </a:prstGeom>
            <a:ln w="19050" cap="rnd">
              <a:solidFill>
                <a:schemeClr val="bg1">
                  <a:lumMod val="6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직선 연결선 50">
              <a:extLst>
                <a:ext uri="{FF2B5EF4-FFF2-40B4-BE49-F238E27FC236}">
                  <a16:creationId xmlns:a16="http://schemas.microsoft.com/office/drawing/2014/main" id="{C91C7C9E-EC25-4EF1-B681-9BE2D4A8150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93262" y="2929473"/>
              <a:ext cx="1979614" cy="0"/>
            </a:xfrm>
            <a:prstGeom prst="line">
              <a:avLst/>
            </a:prstGeom>
            <a:ln w="19050" cap="rnd">
              <a:solidFill>
                <a:schemeClr val="bg1">
                  <a:lumMod val="6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직선 연결선 51">
              <a:extLst>
                <a:ext uri="{FF2B5EF4-FFF2-40B4-BE49-F238E27FC236}">
                  <a16:creationId xmlns:a16="http://schemas.microsoft.com/office/drawing/2014/main" id="{40DDD49D-EC2E-4F10-98C2-964D27CE82D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48256" y="3234175"/>
              <a:ext cx="1824622" cy="0"/>
            </a:xfrm>
            <a:prstGeom prst="line">
              <a:avLst/>
            </a:prstGeom>
            <a:ln w="19050" cap="rnd">
              <a:solidFill>
                <a:schemeClr val="bg1">
                  <a:lumMod val="6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직선 연결선 55">
              <a:extLst>
                <a:ext uri="{FF2B5EF4-FFF2-40B4-BE49-F238E27FC236}">
                  <a16:creationId xmlns:a16="http://schemas.microsoft.com/office/drawing/2014/main" id="{9C0DAECB-520C-40BB-B750-FEB7F2402E2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81128" y="3538877"/>
              <a:ext cx="1691749" cy="0"/>
            </a:xfrm>
            <a:prstGeom prst="line">
              <a:avLst/>
            </a:prstGeom>
            <a:ln w="19050" cap="rnd">
              <a:solidFill>
                <a:schemeClr val="bg1">
                  <a:lumMod val="6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직선 연결선 56">
              <a:extLst>
                <a:ext uri="{FF2B5EF4-FFF2-40B4-BE49-F238E27FC236}">
                  <a16:creationId xmlns:a16="http://schemas.microsoft.com/office/drawing/2014/main" id="{88C5CE49-3B87-40DB-9CFD-11619E974C2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65104" y="3843579"/>
              <a:ext cx="1907992" cy="0"/>
            </a:xfrm>
            <a:prstGeom prst="line">
              <a:avLst/>
            </a:prstGeom>
            <a:ln w="19050" cap="rnd">
              <a:solidFill>
                <a:schemeClr val="bg1">
                  <a:lumMod val="6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8" name="그룹 67">
              <a:extLst>
                <a:ext uri="{FF2B5EF4-FFF2-40B4-BE49-F238E27FC236}">
                  <a16:creationId xmlns:a16="http://schemas.microsoft.com/office/drawing/2014/main" id="{920B83D2-6CFF-4AA5-AE4A-6DC250C3D397}"/>
                </a:ext>
              </a:extLst>
            </p:cNvPr>
            <p:cNvGrpSpPr/>
            <p:nvPr/>
          </p:nvGrpSpPr>
          <p:grpSpPr>
            <a:xfrm>
              <a:off x="3573016" y="4842395"/>
              <a:ext cx="3024336" cy="1495218"/>
              <a:chOff x="3573016" y="5158426"/>
              <a:chExt cx="3024336" cy="1495218"/>
            </a:xfrm>
          </p:grpSpPr>
          <p:sp>
            <p:nvSpPr>
              <p:cNvPr id="28" name="Text Box 5">
                <a:extLst>
                  <a:ext uri="{FF2B5EF4-FFF2-40B4-BE49-F238E27FC236}">
                    <a16:creationId xmlns:a16="http://schemas.microsoft.com/office/drawing/2014/main" id="{4D480CCB-0F67-4A2E-BBDC-13D3D49A5BF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73016" y="5158426"/>
                <a:ext cx="1099660" cy="14952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t">
                <a:spAutoFit/>
              </a:bodyPr>
              <a:lstStyle>
                <a:lvl1pPr defTabSz="1062038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530225" defTabSz="1062038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062038" defTabSz="1062038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592263" defTabSz="1062038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124075" defTabSz="1062038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81275" defTabSz="1062038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3038475" defTabSz="1062038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95675" defTabSz="1062038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952875" defTabSz="1062038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marL="177800" indent="-177800">
                  <a:lnSpc>
                    <a:spcPct val="200000"/>
                  </a:lnSpc>
                  <a:buAutoNum type="arabicPeriod"/>
                </a:pPr>
                <a:r>
                  <a:rPr lang="ko-KR" altLang="en-US" sz="1000" spc="-50" dirty="0">
                    <a:ln>
                      <a:solidFill>
                        <a:srgbClr val="47A5E1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제목을 입력하세요</a:t>
                </a:r>
                <a:endParaRPr lang="en-US" altLang="ko-KR" sz="1000" spc="-50" dirty="0">
                  <a:ln>
                    <a:solidFill>
                      <a:srgbClr val="47A5E1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endParaRPr>
              </a:p>
              <a:p>
                <a:pPr marL="177800" indent="-177800">
                  <a:lnSpc>
                    <a:spcPct val="200000"/>
                  </a:lnSpc>
                  <a:buAutoNum type="arabicPeriod"/>
                </a:pPr>
                <a:r>
                  <a:rPr lang="ko-KR" altLang="en-US" sz="1000" spc="-50" dirty="0">
                    <a:ln>
                      <a:solidFill>
                        <a:srgbClr val="47A5E1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제목을 입력하세요</a:t>
                </a:r>
                <a:endParaRPr lang="en-US" altLang="ko-KR" sz="1000" spc="-50" dirty="0">
                  <a:ln>
                    <a:solidFill>
                      <a:srgbClr val="47A5E1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endParaRPr>
              </a:p>
              <a:p>
                <a:pPr marL="177800" indent="-177800">
                  <a:lnSpc>
                    <a:spcPct val="200000"/>
                  </a:lnSpc>
                  <a:buAutoNum type="arabicPeriod"/>
                </a:pPr>
                <a:r>
                  <a:rPr lang="ko-KR" altLang="en-US" sz="1000" spc="-50" dirty="0">
                    <a:ln>
                      <a:solidFill>
                        <a:srgbClr val="47A5E1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제목을 입력하세요</a:t>
                </a:r>
                <a:endParaRPr lang="en-US" altLang="ko-KR" sz="1000" spc="-50" dirty="0">
                  <a:ln>
                    <a:solidFill>
                      <a:srgbClr val="47A5E1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endParaRPr>
              </a:p>
              <a:p>
                <a:pPr marL="177800" indent="-177800">
                  <a:lnSpc>
                    <a:spcPct val="200000"/>
                  </a:lnSpc>
                  <a:buAutoNum type="arabicPeriod"/>
                </a:pPr>
                <a:r>
                  <a:rPr lang="ko-KR" altLang="en-US" sz="1000" spc="-50" dirty="0">
                    <a:ln>
                      <a:solidFill>
                        <a:srgbClr val="47A5E1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제목을 입력하세요</a:t>
                </a:r>
                <a:endParaRPr lang="en-US" altLang="ko-KR" sz="1000" spc="-50" dirty="0">
                  <a:ln>
                    <a:solidFill>
                      <a:srgbClr val="47A5E1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endParaRPr>
              </a:p>
              <a:p>
                <a:pPr marL="177800" indent="-177800">
                  <a:lnSpc>
                    <a:spcPct val="200000"/>
                  </a:lnSpc>
                  <a:buAutoNum type="arabicPeriod"/>
                </a:pPr>
                <a:r>
                  <a:rPr lang="ko-KR" altLang="en-US" sz="1000" spc="-50" dirty="0">
                    <a:ln>
                      <a:solidFill>
                        <a:srgbClr val="47A5E1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제목을 입력하세요</a:t>
                </a:r>
              </a:p>
            </p:txBody>
          </p:sp>
          <p:sp>
            <p:nvSpPr>
              <p:cNvPr id="29" name="Text Box 5">
                <a:extLst>
                  <a:ext uri="{FF2B5EF4-FFF2-40B4-BE49-F238E27FC236}">
                    <a16:creationId xmlns:a16="http://schemas.microsoft.com/office/drawing/2014/main" id="{E2AFBF3D-1886-4DC6-9AC7-B2ADEB936E1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385755" y="5162178"/>
                <a:ext cx="211597" cy="149111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t">
                <a:spAutoFit/>
              </a:bodyPr>
              <a:lstStyle>
                <a:defPPr>
                  <a:defRPr lang="en-US"/>
                </a:defPPr>
                <a:lvl1pPr marR="0" lvl="0" indent="0" algn="r" defTabSz="1062038" fontAlgn="auto"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1" sz="1000" b="0" i="0" u="none" strike="noStrike" cap="none" spc="0" normalizeH="0" baseline="0">
                    <a:ln>
                      <a:solidFill>
                        <a:srgbClr val="47A5E1">
                          <a:alpha val="0"/>
                        </a:srgb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defRPr>
                </a:lvl1pPr>
                <a:lvl2pPr marL="530225" defTabSz="1062038">
                  <a:defRPr kumimoji="1"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062038" defTabSz="1062038">
                  <a:defRPr kumimoji="1"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592263" defTabSz="1062038">
                  <a:defRPr kumimoji="1"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124075" defTabSz="1062038">
                  <a:defRPr kumimoji="1"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81275" defTabSz="1062038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3038475" defTabSz="1062038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95675" defTabSz="1062038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952875" defTabSz="1062038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r>
                  <a:rPr lang="en-US" altLang="ko-KR" dirty="0"/>
                  <a:t>013</a:t>
                </a:r>
              </a:p>
              <a:p>
                <a:r>
                  <a:rPr lang="en-US" altLang="ko-KR" dirty="0"/>
                  <a:t>024</a:t>
                </a:r>
              </a:p>
              <a:p>
                <a:r>
                  <a:rPr lang="en-US" altLang="ko-KR" dirty="0"/>
                  <a:t>053</a:t>
                </a:r>
              </a:p>
              <a:p>
                <a:r>
                  <a:rPr lang="en-US" altLang="ko-KR" dirty="0"/>
                  <a:t>075</a:t>
                </a:r>
              </a:p>
              <a:p>
                <a:r>
                  <a:rPr lang="en-US" altLang="ko-KR" dirty="0"/>
                  <a:t>081</a:t>
                </a:r>
              </a:p>
            </p:txBody>
          </p:sp>
          <p:cxnSp>
            <p:nvCxnSpPr>
              <p:cNvPr id="32" name="직선 연결선 31">
                <a:extLst>
                  <a:ext uri="{FF2B5EF4-FFF2-40B4-BE49-F238E27FC236}">
                    <a16:creationId xmlns:a16="http://schemas.microsoft.com/office/drawing/2014/main" id="{240E5919-15C0-4315-BF37-72A7D49BD49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797152" y="5341429"/>
                <a:ext cx="1476798" cy="0"/>
              </a:xfrm>
              <a:prstGeom prst="line">
                <a:avLst/>
              </a:prstGeom>
              <a:ln w="19050" cap="rnd">
                <a:solidFill>
                  <a:schemeClr val="bg1">
                    <a:lumMod val="6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직선 연결선 32">
                <a:extLst>
                  <a:ext uri="{FF2B5EF4-FFF2-40B4-BE49-F238E27FC236}">
                    <a16:creationId xmlns:a16="http://schemas.microsoft.com/office/drawing/2014/main" id="{4DB50A7A-FC96-4BA1-8C0F-07A958C07D9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797150" y="5645525"/>
                <a:ext cx="1476800" cy="0"/>
              </a:xfrm>
              <a:prstGeom prst="line">
                <a:avLst/>
              </a:prstGeom>
              <a:ln w="19050" cap="rnd">
                <a:solidFill>
                  <a:schemeClr val="bg1">
                    <a:lumMod val="6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직선 연결선 33">
                <a:extLst>
                  <a:ext uri="{FF2B5EF4-FFF2-40B4-BE49-F238E27FC236}">
                    <a16:creationId xmlns:a16="http://schemas.microsoft.com/office/drawing/2014/main" id="{747770E6-E87D-42A1-87BA-3C6F68692C4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797152" y="5949621"/>
                <a:ext cx="1476798" cy="0"/>
              </a:xfrm>
              <a:prstGeom prst="line">
                <a:avLst/>
              </a:prstGeom>
              <a:ln w="19050" cap="rnd">
                <a:solidFill>
                  <a:schemeClr val="bg1">
                    <a:lumMod val="6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직선 연결선 34">
                <a:extLst>
                  <a:ext uri="{FF2B5EF4-FFF2-40B4-BE49-F238E27FC236}">
                    <a16:creationId xmlns:a16="http://schemas.microsoft.com/office/drawing/2014/main" id="{FDB13A6F-2D7E-48D7-9CE2-98007D238FA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797152" y="6253718"/>
                <a:ext cx="1476798" cy="0"/>
              </a:xfrm>
              <a:prstGeom prst="line">
                <a:avLst/>
              </a:prstGeom>
              <a:ln w="19050" cap="rnd">
                <a:solidFill>
                  <a:schemeClr val="bg1">
                    <a:lumMod val="6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직선 연결선 66">
                <a:extLst>
                  <a:ext uri="{FF2B5EF4-FFF2-40B4-BE49-F238E27FC236}">
                    <a16:creationId xmlns:a16="http://schemas.microsoft.com/office/drawing/2014/main" id="{45E00F06-E22A-427E-8957-D64D6D7E345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797152" y="6553051"/>
                <a:ext cx="1476798" cy="0"/>
              </a:xfrm>
              <a:prstGeom prst="line">
                <a:avLst/>
              </a:prstGeom>
              <a:ln w="19050" cap="rnd">
                <a:solidFill>
                  <a:schemeClr val="bg1">
                    <a:lumMod val="6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9" name="그룹 68">
              <a:extLst>
                <a:ext uri="{FF2B5EF4-FFF2-40B4-BE49-F238E27FC236}">
                  <a16:creationId xmlns:a16="http://schemas.microsoft.com/office/drawing/2014/main" id="{0F4132AA-6463-4BDB-B743-0086B177C5C7}"/>
                </a:ext>
              </a:extLst>
            </p:cNvPr>
            <p:cNvGrpSpPr/>
            <p:nvPr/>
          </p:nvGrpSpPr>
          <p:grpSpPr>
            <a:xfrm>
              <a:off x="3573016" y="7301265"/>
              <a:ext cx="3024336" cy="1495218"/>
              <a:chOff x="3573016" y="5158426"/>
              <a:chExt cx="3024336" cy="1495218"/>
            </a:xfrm>
          </p:grpSpPr>
          <p:sp>
            <p:nvSpPr>
              <p:cNvPr id="70" name="Text Box 5">
                <a:extLst>
                  <a:ext uri="{FF2B5EF4-FFF2-40B4-BE49-F238E27FC236}">
                    <a16:creationId xmlns:a16="http://schemas.microsoft.com/office/drawing/2014/main" id="{6E994B41-31FA-4A78-A1F1-B19F6209E10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73016" y="5158426"/>
                <a:ext cx="1099660" cy="14952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t">
                <a:spAutoFit/>
              </a:bodyPr>
              <a:lstStyle>
                <a:lvl1pPr defTabSz="1062038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530225" defTabSz="1062038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062038" defTabSz="1062038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592263" defTabSz="1062038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124075" defTabSz="1062038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81275" defTabSz="1062038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3038475" defTabSz="1062038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95675" defTabSz="1062038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952875" defTabSz="1062038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marL="177800" indent="-177800">
                  <a:lnSpc>
                    <a:spcPct val="200000"/>
                  </a:lnSpc>
                  <a:buAutoNum type="arabicPeriod"/>
                </a:pPr>
                <a:r>
                  <a:rPr lang="ko-KR" altLang="en-US" sz="1000" spc="-50" dirty="0">
                    <a:ln>
                      <a:solidFill>
                        <a:srgbClr val="47A5E1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제목을 입력하세요</a:t>
                </a:r>
                <a:endParaRPr lang="en-US" altLang="ko-KR" sz="1000" spc="-50" dirty="0">
                  <a:ln>
                    <a:solidFill>
                      <a:srgbClr val="47A5E1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endParaRPr>
              </a:p>
              <a:p>
                <a:pPr marL="177800" indent="-177800">
                  <a:lnSpc>
                    <a:spcPct val="200000"/>
                  </a:lnSpc>
                  <a:buAutoNum type="arabicPeriod"/>
                </a:pPr>
                <a:r>
                  <a:rPr lang="ko-KR" altLang="en-US" sz="1000" spc="-50" dirty="0">
                    <a:ln>
                      <a:solidFill>
                        <a:srgbClr val="47A5E1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제목을 입력하세요</a:t>
                </a:r>
                <a:endParaRPr lang="en-US" altLang="ko-KR" sz="1000" spc="-50" dirty="0">
                  <a:ln>
                    <a:solidFill>
                      <a:srgbClr val="47A5E1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endParaRPr>
              </a:p>
              <a:p>
                <a:pPr marL="177800" indent="-177800">
                  <a:lnSpc>
                    <a:spcPct val="200000"/>
                  </a:lnSpc>
                  <a:buAutoNum type="arabicPeriod"/>
                </a:pPr>
                <a:r>
                  <a:rPr lang="ko-KR" altLang="en-US" sz="1000" spc="-50" dirty="0">
                    <a:ln>
                      <a:solidFill>
                        <a:srgbClr val="47A5E1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제목을 입력하세요</a:t>
                </a:r>
                <a:endParaRPr lang="en-US" altLang="ko-KR" sz="1000" spc="-50" dirty="0">
                  <a:ln>
                    <a:solidFill>
                      <a:srgbClr val="47A5E1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endParaRPr>
              </a:p>
              <a:p>
                <a:pPr marL="177800" indent="-177800">
                  <a:lnSpc>
                    <a:spcPct val="200000"/>
                  </a:lnSpc>
                  <a:buAutoNum type="arabicPeriod"/>
                </a:pPr>
                <a:r>
                  <a:rPr lang="ko-KR" altLang="en-US" sz="1000" spc="-50" dirty="0">
                    <a:ln>
                      <a:solidFill>
                        <a:srgbClr val="47A5E1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제목을 입력하세요</a:t>
                </a:r>
                <a:endParaRPr lang="en-US" altLang="ko-KR" sz="1000" spc="-50" dirty="0">
                  <a:ln>
                    <a:solidFill>
                      <a:srgbClr val="47A5E1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endParaRPr>
              </a:p>
              <a:p>
                <a:pPr marL="177800" indent="-177800">
                  <a:lnSpc>
                    <a:spcPct val="200000"/>
                  </a:lnSpc>
                  <a:buAutoNum type="arabicPeriod"/>
                </a:pPr>
                <a:r>
                  <a:rPr lang="ko-KR" altLang="en-US" sz="1000" spc="-50" dirty="0">
                    <a:ln>
                      <a:solidFill>
                        <a:srgbClr val="47A5E1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제목을 입력하세요</a:t>
                </a:r>
              </a:p>
            </p:txBody>
          </p:sp>
          <p:sp>
            <p:nvSpPr>
              <p:cNvPr id="71" name="Text Box 5">
                <a:extLst>
                  <a:ext uri="{FF2B5EF4-FFF2-40B4-BE49-F238E27FC236}">
                    <a16:creationId xmlns:a16="http://schemas.microsoft.com/office/drawing/2014/main" id="{9A2FAD1A-1484-4DF0-BCCB-D1DD24839D7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385756" y="5162178"/>
                <a:ext cx="211596" cy="149111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t">
                <a:spAutoFit/>
              </a:bodyPr>
              <a:lstStyle>
                <a:defPPr>
                  <a:defRPr lang="en-US"/>
                </a:defPPr>
                <a:lvl1pPr marR="0" lvl="0" indent="0" algn="r" defTabSz="1062038" fontAlgn="auto"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1" sz="1000" b="0" i="0" u="none" strike="noStrike" cap="none" spc="0" normalizeH="0" baseline="0">
                    <a:ln>
                      <a:solidFill>
                        <a:srgbClr val="47A5E1">
                          <a:alpha val="0"/>
                        </a:srgb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defRPr>
                </a:lvl1pPr>
                <a:lvl2pPr marL="530225" defTabSz="1062038">
                  <a:defRPr kumimoji="1"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062038" defTabSz="1062038">
                  <a:defRPr kumimoji="1"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592263" defTabSz="1062038">
                  <a:defRPr kumimoji="1"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124075" defTabSz="1062038">
                  <a:defRPr kumimoji="1"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81275" defTabSz="1062038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3038475" defTabSz="1062038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95675" defTabSz="1062038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952875" defTabSz="1062038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r>
                  <a:rPr lang="en-US" altLang="ko-KR" dirty="0"/>
                  <a:t>085</a:t>
                </a:r>
              </a:p>
              <a:p>
                <a:r>
                  <a:rPr lang="en-US" altLang="ko-KR" dirty="0"/>
                  <a:t>099</a:t>
                </a:r>
              </a:p>
              <a:p>
                <a:r>
                  <a:rPr lang="en-US" altLang="ko-KR" dirty="0"/>
                  <a:t>124</a:t>
                </a:r>
              </a:p>
              <a:p>
                <a:r>
                  <a:rPr lang="en-US" altLang="ko-KR" dirty="0"/>
                  <a:t>133</a:t>
                </a:r>
              </a:p>
              <a:p>
                <a:r>
                  <a:rPr lang="en-US" altLang="ko-KR" dirty="0"/>
                  <a:t>156</a:t>
                </a:r>
              </a:p>
            </p:txBody>
          </p:sp>
          <p:cxnSp>
            <p:nvCxnSpPr>
              <p:cNvPr id="72" name="직선 연결선 71">
                <a:extLst>
                  <a:ext uri="{FF2B5EF4-FFF2-40B4-BE49-F238E27FC236}">
                    <a16:creationId xmlns:a16="http://schemas.microsoft.com/office/drawing/2014/main" id="{DFA87D92-6F56-482A-B4C4-89ADAF0ED4B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797152" y="5341429"/>
                <a:ext cx="1476798" cy="0"/>
              </a:xfrm>
              <a:prstGeom prst="line">
                <a:avLst/>
              </a:prstGeom>
              <a:ln w="19050" cap="rnd">
                <a:solidFill>
                  <a:schemeClr val="bg1">
                    <a:lumMod val="6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직선 연결선 72">
                <a:extLst>
                  <a:ext uri="{FF2B5EF4-FFF2-40B4-BE49-F238E27FC236}">
                    <a16:creationId xmlns:a16="http://schemas.microsoft.com/office/drawing/2014/main" id="{28985901-16E2-496B-87B5-171BCA9671A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797150" y="5645525"/>
                <a:ext cx="1476800" cy="0"/>
              </a:xfrm>
              <a:prstGeom prst="line">
                <a:avLst/>
              </a:prstGeom>
              <a:ln w="19050" cap="rnd">
                <a:solidFill>
                  <a:schemeClr val="bg1">
                    <a:lumMod val="6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직선 연결선 73">
                <a:extLst>
                  <a:ext uri="{FF2B5EF4-FFF2-40B4-BE49-F238E27FC236}">
                    <a16:creationId xmlns:a16="http://schemas.microsoft.com/office/drawing/2014/main" id="{634DCF44-7523-407D-A052-D1D640DA769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797152" y="5949621"/>
                <a:ext cx="1476798" cy="0"/>
              </a:xfrm>
              <a:prstGeom prst="line">
                <a:avLst/>
              </a:prstGeom>
              <a:ln w="19050" cap="rnd">
                <a:solidFill>
                  <a:schemeClr val="bg1">
                    <a:lumMod val="6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직선 연결선 74">
                <a:extLst>
                  <a:ext uri="{FF2B5EF4-FFF2-40B4-BE49-F238E27FC236}">
                    <a16:creationId xmlns:a16="http://schemas.microsoft.com/office/drawing/2014/main" id="{F54C4CFB-3660-426A-AAE4-7D40BB28371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797152" y="6253718"/>
                <a:ext cx="1476798" cy="0"/>
              </a:xfrm>
              <a:prstGeom prst="line">
                <a:avLst/>
              </a:prstGeom>
              <a:ln w="19050" cap="rnd">
                <a:solidFill>
                  <a:schemeClr val="bg1">
                    <a:lumMod val="6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직선 연결선 75">
                <a:extLst>
                  <a:ext uri="{FF2B5EF4-FFF2-40B4-BE49-F238E27FC236}">
                    <a16:creationId xmlns:a16="http://schemas.microsoft.com/office/drawing/2014/main" id="{7C01DC31-CA94-40D0-A591-4B2CBC0581A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797152" y="6553051"/>
                <a:ext cx="1476798" cy="0"/>
              </a:xfrm>
              <a:prstGeom prst="line">
                <a:avLst/>
              </a:prstGeom>
              <a:ln w="19050" cap="rnd">
                <a:solidFill>
                  <a:schemeClr val="bg1">
                    <a:lumMod val="6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4" name="Text Box 5">
              <a:extLst>
                <a:ext uri="{FF2B5EF4-FFF2-40B4-BE49-F238E27FC236}">
                  <a16:creationId xmlns:a16="http://schemas.microsoft.com/office/drawing/2014/main" id="{2CE695F6-C772-4AF0-8123-AFA9489789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73016" y="2445330"/>
              <a:ext cx="875240" cy="14952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t">
              <a:spAutoFit/>
            </a:bodyPr>
            <a:lstStyle>
              <a:lvl1pPr defTabSz="1062038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530225" defTabSz="1062038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062038" defTabSz="1062038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592263" defTabSz="1062038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124075" defTabSz="1062038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81275" defTabSz="10620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3038475" defTabSz="10620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95675" defTabSz="10620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952875" defTabSz="10620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177800" indent="-177800">
                <a:lnSpc>
                  <a:spcPct val="200000"/>
                </a:lnSpc>
                <a:buAutoNum type="arabicPeriod"/>
              </a:pPr>
              <a:r>
                <a:rPr lang="ko-KR" altLang="en-US" sz="1000" spc="-50" dirty="0">
                  <a:ln>
                    <a:solidFill>
                      <a:srgbClr val="47A5E1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목적 및 배경</a:t>
              </a:r>
              <a:endParaRPr lang="en-US" altLang="ko-KR" sz="1000" spc="-50" dirty="0">
                <a:ln>
                  <a:solidFill>
                    <a:srgbClr val="47A5E1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  <a:p>
              <a:pPr marL="177800" indent="-177800">
                <a:lnSpc>
                  <a:spcPct val="200000"/>
                </a:lnSpc>
                <a:buAutoNum type="arabicPeriod"/>
              </a:pPr>
              <a:r>
                <a:rPr lang="ko-KR" altLang="en-US" sz="1000" spc="-50" dirty="0">
                  <a:ln>
                    <a:solidFill>
                      <a:srgbClr val="47A5E1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사업 범위</a:t>
              </a:r>
              <a:endParaRPr lang="en-US" altLang="ko-KR" sz="1000" spc="-50" dirty="0">
                <a:ln>
                  <a:solidFill>
                    <a:srgbClr val="47A5E1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  <a:p>
              <a:pPr marL="177800" indent="-177800">
                <a:lnSpc>
                  <a:spcPct val="200000"/>
                </a:lnSpc>
                <a:buAutoNum type="arabicPeriod"/>
              </a:pPr>
              <a:r>
                <a:rPr lang="ko-KR" altLang="en-US" sz="1000" spc="-50" dirty="0">
                  <a:ln>
                    <a:solidFill>
                      <a:srgbClr val="47A5E1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특징 및 장점</a:t>
              </a:r>
              <a:endParaRPr lang="en-US" altLang="ko-KR" sz="1000" spc="-50" dirty="0">
                <a:ln>
                  <a:solidFill>
                    <a:srgbClr val="47A5E1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  <a:p>
              <a:pPr marL="177800" indent="-177800">
                <a:lnSpc>
                  <a:spcPct val="200000"/>
                </a:lnSpc>
                <a:buAutoNum type="arabicPeriod"/>
              </a:pPr>
              <a:r>
                <a:rPr lang="ko-KR" altLang="en-US" sz="1000" spc="-50" dirty="0">
                  <a:ln>
                    <a:solidFill>
                      <a:srgbClr val="47A5E1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사업수행 목표</a:t>
              </a:r>
              <a:endParaRPr lang="en-US" altLang="ko-KR" sz="1000" spc="-50" dirty="0">
                <a:ln>
                  <a:solidFill>
                    <a:srgbClr val="47A5E1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  <a:p>
              <a:pPr marL="177800" indent="-177800">
                <a:lnSpc>
                  <a:spcPct val="200000"/>
                </a:lnSpc>
                <a:buAutoNum type="arabicPeriod"/>
              </a:pPr>
              <a:r>
                <a:rPr lang="ko-KR" altLang="en-US" sz="1000" spc="-50" dirty="0">
                  <a:ln>
                    <a:solidFill>
                      <a:srgbClr val="47A5E1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기대 효과</a:t>
              </a:r>
              <a:endParaRPr lang="en-US" altLang="ko-KR" sz="1000" spc="-50" dirty="0">
                <a:ln>
                  <a:solidFill>
                    <a:srgbClr val="47A5E1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6E5EA83B-9BC1-47A2-8A39-B5B0053803ED}"/>
              </a:ext>
            </a:extLst>
          </p:cNvPr>
          <p:cNvSpPr txBox="1"/>
          <p:nvPr/>
        </p:nvSpPr>
        <p:spPr>
          <a:xfrm>
            <a:off x="779202" y="1424608"/>
            <a:ext cx="1619033" cy="42062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spcAft>
                <a:spcPts val="400"/>
              </a:spcAft>
            </a:pPr>
            <a:r>
              <a:rPr kumimoji="1" lang="en-US" altLang="ko-KR" sz="1200" spc="-40">
                <a:solidFill>
                  <a:schemeClr val="tx1">
                    <a:lumMod val="85000"/>
                    <a:lumOff val="15000"/>
                  </a:schemeClr>
                </a:solidFill>
                <a:latin typeface="G마켓 산스 Light" panose="02000000000000000000" pitchFamily="50" charset="-127"/>
                <a:ea typeface="G마켓 산스 Light" panose="02000000000000000000" pitchFamily="50" charset="-127"/>
              </a:rPr>
              <a:t>Simple_image</a:t>
            </a:r>
            <a:endParaRPr kumimoji="1" lang="en-US" altLang="ko-KR" sz="1200" spc="-40" dirty="0">
              <a:solidFill>
                <a:schemeClr val="tx1">
                  <a:lumMod val="85000"/>
                  <a:lumOff val="15000"/>
                </a:schemeClr>
              </a:solidFill>
              <a:latin typeface="G마켓 산스 Light" panose="02000000000000000000" pitchFamily="50" charset="-127"/>
              <a:ea typeface="G마켓 산스 Light" panose="02000000000000000000" pitchFamily="50" charset="-127"/>
            </a:endParaRPr>
          </a:p>
          <a:p>
            <a:pPr>
              <a:spcAft>
                <a:spcPts val="400"/>
              </a:spcAft>
            </a:pPr>
            <a:r>
              <a:rPr kumimoji="1" lang="ko-KR" altLang="en-US" sz="1200" b="0" i="0" spc="-40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파워포인트 템플릿 </a:t>
            </a:r>
            <a:r>
              <a:rPr kumimoji="1" lang="en-US" altLang="ko-KR" sz="1200" b="0" i="0" spc="-40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| 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PPT</a:t>
            </a:r>
            <a:endParaRPr kumimoji="1" lang="ko-KR" altLang="en-US" sz="1200" b="0" i="0" spc="-40" baseline="0" dirty="0">
              <a:solidFill>
                <a:schemeClr val="tx1">
                  <a:lumMod val="85000"/>
                  <a:lumOff val="15000"/>
                </a:schemeClr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1A36804-F5E9-4D96-8D01-2B12718A1C34}"/>
              </a:ext>
            </a:extLst>
          </p:cNvPr>
          <p:cNvSpPr txBox="1"/>
          <p:nvPr/>
        </p:nvSpPr>
        <p:spPr>
          <a:xfrm>
            <a:off x="725037" y="1964668"/>
            <a:ext cx="1727362" cy="324000"/>
          </a:xfrm>
          <a:prstGeom prst="roundRect">
            <a:avLst>
              <a:gd name="adj" fmla="val 50000"/>
            </a:avLst>
          </a:prstGeom>
          <a:solidFill>
            <a:schemeClr val="bg1"/>
          </a:solidFill>
        </p:spPr>
        <p:txBody>
          <a:bodyPr wrap="none" lIns="108000" tIns="0" rIns="108000" bIns="0" rtlCol="0" anchor="ctr">
            <a:noAutofit/>
          </a:bodyPr>
          <a:lstStyle/>
          <a:p>
            <a:pPr algn="ctr"/>
            <a:r>
              <a:rPr kumimoji="1" lang="en-US" altLang="ko-KR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CONTENTS</a:t>
            </a:r>
          </a:p>
        </p:txBody>
      </p:sp>
      <p:grpSp>
        <p:nvGrpSpPr>
          <p:cNvPr id="434" name="그룹 433">
            <a:extLst>
              <a:ext uri="{FF2B5EF4-FFF2-40B4-BE49-F238E27FC236}">
                <a16:creationId xmlns:a16="http://schemas.microsoft.com/office/drawing/2014/main" id="{4B206177-1406-4636-8248-2A9818B7082A}"/>
              </a:ext>
            </a:extLst>
          </p:cNvPr>
          <p:cNvGrpSpPr/>
          <p:nvPr/>
        </p:nvGrpSpPr>
        <p:grpSpPr>
          <a:xfrm>
            <a:off x="6750000" y="0"/>
            <a:ext cx="108000" cy="1964668"/>
            <a:chOff x="0" y="0"/>
            <a:chExt cx="144000" cy="9906000"/>
          </a:xfrm>
        </p:grpSpPr>
        <p:sp>
          <p:nvSpPr>
            <p:cNvPr id="435" name="직사각형 434">
              <a:extLst>
                <a:ext uri="{FF2B5EF4-FFF2-40B4-BE49-F238E27FC236}">
                  <a16:creationId xmlns:a16="http://schemas.microsoft.com/office/drawing/2014/main" id="{E358D189-A712-47C0-B0F8-66F32ECA8EB6}"/>
                </a:ext>
              </a:extLst>
            </p:cNvPr>
            <p:cNvSpPr/>
            <p:nvPr/>
          </p:nvSpPr>
          <p:spPr>
            <a:xfrm>
              <a:off x="0" y="0"/>
              <a:ext cx="144000" cy="1656000"/>
            </a:xfrm>
            <a:prstGeom prst="rect">
              <a:avLst/>
            </a:prstGeom>
            <a:solidFill>
              <a:srgbClr val="019B8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  <p:sp>
          <p:nvSpPr>
            <p:cNvPr id="436" name="직사각형 435">
              <a:extLst>
                <a:ext uri="{FF2B5EF4-FFF2-40B4-BE49-F238E27FC236}">
                  <a16:creationId xmlns:a16="http://schemas.microsoft.com/office/drawing/2014/main" id="{11C0C7B4-53AA-4B9A-A9D2-F631E6679B21}"/>
                </a:ext>
              </a:extLst>
            </p:cNvPr>
            <p:cNvSpPr/>
            <p:nvPr/>
          </p:nvSpPr>
          <p:spPr>
            <a:xfrm>
              <a:off x="0" y="1650000"/>
              <a:ext cx="144000" cy="1656000"/>
            </a:xfrm>
            <a:prstGeom prst="rect">
              <a:avLst/>
            </a:prstGeom>
            <a:solidFill>
              <a:srgbClr val="87AE1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  <p:sp>
          <p:nvSpPr>
            <p:cNvPr id="437" name="직사각형 436">
              <a:extLst>
                <a:ext uri="{FF2B5EF4-FFF2-40B4-BE49-F238E27FC236}">
                  <a16:creationId xmlns:a16="http://schemas.microsoft.com/office/drawing/2014/main" id="{20BAC600-286D-457A-8A07-AE8CF6722871}"/>
                </a:ext>
              </a:extLst>
            </p:cNvPr>
            <p:cNvSpPr/>
            <p:nvPr/>
          </p:nvSpPr>
          <p:spPr>
            <a:xfrm>
              <a:off x="0" y="3300000"/>
              <a:ext cx="144000" cy="1656000"/>
            </a:xfrm>
            <a:prstGeom prst="rect">
              <a:avLst/>
            </a:prstGeom>
            <a:solidFill>
              <a:srgbClr val="F7AC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  <p:sp>
          <p:nvSpPr>
            <p:cNvPr id="438" name="직사각형 437">
              <a:extLst>
                <a:ext uri="{FF2B5EF4-FFF2-40B4-BE49-F238E27FC236}">
                  <a16:creationId xmlns:a16="http://schemas.microsoft.com/office/drawing/2014/main" id="{E0A49D2C-3E58-4AF3-84CF-AD3E6BE53736}"/>
                </a:ext>
              </a:extLst>
            </p:cNvPr>
            <p:cNvSpPr/>
            <p:nvPr/>
          </p:nvSpPr>
          <p:spPr>
            <a:xfrm>
              <a:off x="0" y="4950000"/>
              <a:ext cx="144000" cy="1656000"/>
            </a:xfrm>
            <a:prstGeom prst="rect">
              <a:avLst/>
            </a:prstGeom>
            <a:solidFill>
              <a:srgbClr val="E752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  <p:sp>
          <p:nvSpPr>
            <p:cNvPr id="439" name="직사각형 438">
              <a:extLst>
                <a:ext uri="{FF2B5EF4-FFF2-40B4-BE49-F238E27FC236}">
                  <a16:creationId xmlns:a16="http://schemas.microsoft.com/office/drawing/2014/main" id="{540CED39-5486-422D-8015-334F610F13D9}"/>
                </a:ext>
              </a:extLst>
            </p:cNvPr>
            <p:cNvSpPr/>
            <p:nvPr/>
          </p:nvSpPr>
          <p:spPr>
            <a:xfrm>
              <a:off x="0" y="6600000"/>
              <a:ext cx="144000" cy="1656000"/>
            </a:xfrm>
            <a:prstGeom prst="rect">
              <a:avLst/>
            </a:prstGeom>
            <a:solidFill>
              <a:srgbClr val="C9196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  <p:sp>
          <p:nvSpPr>
            <p:cNvPr id="440" name="직사각형 439">
              <a:extLst>
                <a:ext uri="{FF2B5EF4-FFF2-40B4-BE49-F238E27FC236}">
                  <a16:creationId xmlns:a16="http://schemas.microsoft.com/office/drawing/2014/main" id="{AC7A05D7-C175-4EA3-87D0-39D886A6F460}"/>
                </a:ext>
              </a:extLst>
            </p:cNvPr>
            <p:cNvSpPr/>
            <p:nvPr/>
          </p:nvSpPr>
          <p:spPr>
            <a:xfrm>
              <a:off x="0" y="8250000"/>
              <a:ext cx="144000" cy="1656000"/>
            </a:xfrm>
            <a:prstGeom prst="rect">
              <a:avLst/>
            </a:prstGeom>
            <a:solidFill>
              <a:srgbClr val="4E1E4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</p:grpSp>
      <p:grpSp>
        <p:nvGrpSpPr>
          <p:cNvPr id="392" name="그룹 391">
            <a:extLst>
              <a:ext uri="{FF2B5EF4-FFF2-40B4-BE49-F238E27FC236}">
                <a16:creationId xmlns:a16="http://schemas.microsoft.com/office/drawing/2014/main" id="{A0BB546F-7519-4E7C-9AAD-D790AEB03D92}"/>
              </a:ext>
            </a:extLst>
          </p:cNvPr>
          <p:cNvGrpSpPr/>
          <p:nvPr/>
        </p:nvGrpSpPr>
        <p:grpSpPr>
          <a:xfrm>
            <a:off x="685910" y="2686321"/>
            <a:ext cx="2012887" cy="5832000"/>
            <a:chOff x="146120" y="1568624"/>
            <a:chExt cx="2086247" cy="6044549"/>
          </a:xfrm>
        </p:grpSpPr>
        <p:sp>
          <p:nvSpPr>
            <p:cNvPr id="393" name="직사각형 392">
              <a:extLst>
                <a:ext uri="{FF2B5EF4-FFF2-40B4-BE49-F238E27FC236}">
                  <a16:creationId xmlns:a16="http://schemas.microsoft.com/office/drawing/2014/main" id="{F5ED50FF-2205-47BA-9F3F-7583253E735D}"/>
                </a:ext>
              </a:extLst>
            </p:cNvPr>
            <p:cNvSpPr/>
            <p:nvPr/>
          </p:nvSpPr>
          <p:spPr>
            <a:xfrm>
              <a:off x="179999" y="1604628"/>
              <a:ext cx="2019151" cy="5970270"/>
            </a:xfrm>
            <a:prstGeom prst="rect">
              <a:avLst/>
            </a:prstGeom>
            <a:solidFill>
              <a:schemeClr val="tx1">
                <a:alpha val="10000"/>
              </a:schemeClr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394" name="그룹 393">
              <a:extLst>
                <a:ext uri="{FF2B5EF4-FFF2-40B4-BE49-F238E27FC236}">
                  <a16:creationId xmlns:a16="http://schemas.microsoft.com/office/drawing/2014/main" id="{DFF71C63-9592-4096-9041-075DE4565E64}"/>
                </a:ext>
              </a:extLst>
            </p:cNvPr>
            <p:cNvGrpSpPr/>
            <p:nvPr/>
          </p:nvGrpSpPr>
          <p:grpSpPr>
            <a:xfrm>
              <a:off x="146120" y="1568624"/>
              <a:ext cx="2086247" cy="6044549"/>
              <a:chOff x="152640" y="1568624"/>
              <a:chExt cx="2086247" cy="6044549"/>
            </a:xfrm>
            <a:solidFill>
              <a:schemeClr val="bg1">
                <a:alpha val="50000"/>
              </a:schemeClr>
            </a:solidFill>
          </p:grpSpPr>
          <p:sp>
            <p:nvSpPr>
              <p:cNvPr id="395" name="직사각형 394">
                <a:extLst>
                  <a:ext uri="{FF2B5EF4-FFF2-40B4-BE49-F238E27FC236}">
                    <a16:creationId xmlns:a16="http://schemas.microsoft.com/office/drawing/2014/main" id="{37F6F84C-8504-48CB-8583-5A7E28AC4A00}"/>
                  </a:ext>
                </a:extLst>
              </p:cNvPr>
              <p:cNvSpPr/>
              <p:nvPr/>
            </p:nvSpPr>
            <p:spPr>
              <a:xfrm>
                <a:off x="189252" y="1568628"/>
                <a:ext cx="2014850" cy="36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96" name="직사각형 395">
                <a:extLst>
                  <a:ext uri="{FF2B5EF4-FFF2-40B4-BE49-F238E27FC236}">
                    <a16:creationId xmlns:a16="http://schemas.microsoft.com/office/drawing/2014/main" id="{EC75A641-14F4-4DFA-A695-498AED313E3F}"/>
                  </a:ext>
                </a:extLst>
              </p:cNvPr>
              <p:cNvSpPr/>
              <p:nvPr/>
            </p:nvSpPr>
            <p:spPr>
              <a:xfrm>
                <a:off x="189253" y="7576214"/>
                <a:ext cx="2014849" cy="36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97" name="직사각형 396">
                <a:extLst>
                  <a:ext uri="{FF2B5EF4-FFF2-40B4-BE49-F238E27FC236}">
                    <a16:creationId xmlns:a16="http://schemas.microsoft.com/office/drawing/2014/main" id="{70F9CB79-CBE4-4DD1-A00C-564FD44E4350}"/>
                  </a:ext>
                </a:extLst>
              </p:cNvPr>
              <p:cNvSpPr/>
              <p:nvPr/>
            </p:nvSpPr>
            <p:spPr>
              <a:xfrm rot="5400000">
                <a:off x="-2851635" y="4572899"/>
                <a:ext cx="6044549" cy="36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98" name="직사각형 397">
                <a:extLst>
                  <a:ext uri="{FF2B5EF4-FFF2-40B4-BE49-F238E27FC236}">
                    <a16:creationId xmlns:a16="http://schemas.microsoft.com/office/drawing/2014/main" id="{BB6E4E3E-6870-4332-ADF5-0EC126016D0E}"/>
                  </a:ext>
                </a:extLst>
              </p:cNvPr>
              <p:cNvSpPr/>
              <p:nvPr/>
            </p:nvSpPr>
            <p:spPr>
              <a:xfrm rot="5400000">
                <a:off x="1698886" y="2072628"/>
                <a:ext cx="1044000" cy="36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99" name="직사각형 398">
                <a:extLst>
                  <a:ext uri="{FF2B5EF4-FFF2-40B4-BE49-F238E27FC236}">
                    <a16:creationId xmlns:a16="http://schemas.microsoft.com/office/drawing/2014/main" id="{FE2CEA66-C584-4BE5-807D-C1202358BF67}"/>
                  </a:ext>
                </a:extLst>
              </p:cNvPr>
              <p:cNvSpPr/>
              <p:nvPr/>
            </p:nvSpPr>
            <p:spPr>
              <a:xfrm rot="5400000">
                <a:off x="1053020" y="6427199"/>
                <a:ext cx="2335733" cy="36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A491DDEF-E1A0-41DA-A3B4-AB4B7DDDBB3B}"/>
              </a:ext>
            </a:extLst>
          </p:cNvPr>
          <p:cNvGrpSpPr/>
          <p:nvPr/>
        </p:nvGrpSpPr>
        <p:grpSpPr>
          <a:xfrm>
            <a:off x="362858" y="9489504"/>
            <a:ext cx="6108741" cy="186065"/>
            <a:chOff x="362858" y="9489504"/>
            <a:chExt cx="6108741" cy="186065"/>
          </a:xfrm>
        </p:grpSpPr>
        <p:sp>
          <p:nvSpPr>
            <p:cNvPr id="96" name="Text Box 53">
              <a:extLst>
                <a:ext uri="{FF2B5EF4-FFF2-40B4-BE49-F238E27FC236}">
                  <a16:creationId xmlns:a16="http://schemas.microsoft.com/office/drawing/2014/main" id="{9B580C29-8C60-4E87-94C5-DADA7DC17744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4480109" y="9519314"/>
              <a:ext cx="804707" cy="1264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CC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bg1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defPPr>
                <a:defRPr lang="en-US"/>
              </a:defPPr>
              <a:lvl1pPr lvl="0" indent="0" defTabSz="914400">
                <a:spcBef>
                  <a:spcPts val="1000"/>
                </a:spcBef>
                <a:defRPr kumimoji="1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  <a:ea typeface="굴림" panose="020B0600000101010101" pitchFamily="50" charset="-127"/>
                </a:defRPr>
              </a:lvl1pPr>
              <a:lvl2pPr marL="1028700" indent="-457200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668463" indent="-454025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2317750" indent="-458788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965450" indent="-457200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34226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38798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43370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47942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sample@mail.com</a:t>
              </a:r>
              <a:endPara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endParaRPr>
            </a:p>
          </p:txBody>
        </p:sp>
        <p:sp>
          <p:nvSpPr>
            <p:cNvPr id="97" name="任意形状 978">
              <a:extLst>
                <a:ext uri="{FF2B5EF4-FFF2-40B4-BE49-F238E27FC236}">
                  <a16:creationId xmlns:a16="http://schemas.microsoft.com/office/drawing/2014/main" id="{0B7EA2DF-73D9-4767-BF32-C8E936C12924}"/>
                </a:ext>
              </a:extLst>
            </p:cNvPr>
            <p:cNvSpPr/>
            <p:nvPr/>
          </p:nvSpPr>
          <p:spPr>
            <a:xfrm>
              <a:off x="4293096" y="9523555"/>
              <a:ext cx="134750" cy="1179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" y="0"/>
                  </a:moveTo>
                  <a:lnTo>
                    <a:pt x="20520" y="0"/>
                  </a:lnTo>
                  <a:cubicBezTo>
                    <a:pt x="21117" y="0"/>
                    <a:pt x="21600" y="537"/>
                    <a:pt x="21600" y="1200"/>
                  </a:cubicBezTo>
                  <a:lnTo>
                    <a:pt x="21600" y="20400"/>
                  </a:lnTo>
                  <a:cubicBezTo>
                    <a:pt x="21600" y="21063"/>
                    <a:pt x="21117" y="21600"/>
                    <a:pt x="20520" y="21600"/>
                  </a:cubicBezTo>
                  <a:lnTo>
                    <a:pt x="1080" y="21600"/>
                  </a:lnTo>
                  <a:cubicBezTo>
                    <a:pt x="483" y="21600"/>
                    <a:pt x="0" y="21063"/>
                    <a:pt x="0" y="20400"/>
                  </a:cubicBezTo>
                  <a:lnTo>
                    <a:pt x="0" y="1200"/>
                  </a:lnTo>
                  <a:cubicBezTo>
                    <a:pt x="0" y="537"/>
                    <a:pt x="483" y="0"/>
                    <a:pt x="1080" y="0"/>
                  </a:cubicBezTo>
                  <a:close/>
                  <a:moveTo>
                    <a:pt x="19440" y="5086"/>
                  </a:moveTo>
                  <a:lnTo>
                    <a:pt x="10878" y="13606"/>
                  </a:lnTo>
                  <a:lnTo>
                    <a:pt x="2160" y="5059"/>
                  </a:lnTo>
                  <a:lnTo>
                    <a:pt x="2160" y="19200"/>
                  </a:lnTo>
                  <a:lnTo>
                    <a:pt x="19440" y="19200"/>
                  </a:lnTo>
                  <a:lnTo>
                    <a:pt x="19440" y="5086"/>
                  </a:lnTo>
                  <a:close/>
                  <a:moveTo>
                    <a:pt x="2712" y="2400"/>
                  </a:moveTo>
                  <a:lnTo>
                    <a:pt x="10866" y="10394"/>
                  </a:lnTo>
                  <a:lnTo>
                    <a:pt x="18902" y="2400"/>
                  </a:lnTo>
                  <a:lnTo>
                    <a:pt x="2712" y="240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+mn-cs"/>
              </a:endParaRPr>
            </a:p>
          </p:txBody>
        </p:sp>
        <p:sp>
          <p:nvSpPr>
            <p:cNvPr id="94" name="Text Box 53">
              <a:extLst>
                <a:ext uri="{FF2B5EF4-FFF2-40B4-BE49-F238E27FC236}">
                  <a16:creationId xmlns:a16="http://schemas.microsoft.com/office/drawing/2014/main" id="{F45E1F49-3B72-4D0D-9F3A-1517713824EE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5676510" y="9519314"/>
              <a:ext cx="795089" cy="1264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CC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bg1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defPPr>
                <a:defRPr lang="en-US"/>
              </a:defPPr>
              <a:lvl1pPr lvl="0" indent="0" defTabSz="914400">
                <a:spcBef>
                  <a:spcPts val="1000"/>
                </a:spcBef>
                <a:defRPr kumimoji="1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  <a:ea typeface="굴림" panose="020B0600000101010101" pitchFamily="50" charset="-127"/>
                </a:defRPr>
              </a:lvl1pPr>
              <a:lvl2pPr marL="1028700" indent="-457200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668463" indent="-454025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2317750" indent="-458788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965450" indent="-457200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34226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38798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43370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47942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www.sample.com</a:t>
              </a:r>
              <a:endPara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endParaRPr>
            </a:p>
          </p:txBody>
        </p:sp>
        <p:sp>
          <p:nvSpPr>
            <p:cNvPr id="95" name="任意形状 412">
              <a:extLst>
                <a:ext uri="{FF2B5EF4-FFF2-40B4-BE49-F238E27FC236}">
                  <a16:creationId xmlns:a16="http://schemas.microsoft.com/office/drawing/2014/main" id="{71E68212-5D33-46C8-AD11-AB76014B0FEB}"/>
                </a:ext>
              </a:extLst>
            </p:cNvPr>
            <p:cNvSpPr/>
            <p:nvPr/>
          </p:nvSpPr>
          <p:spPr>
            <a:xfrm>
              <a:off x="5473233" y="9516345"/>
              <a:ext cx="148226" cy="13238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05" extrusionOk="0">
                  <a:moveTo>
                    <a:pt x="17673" y="21505"/>
                  </a:moveTo>
                  <a:lnTo>
                    <a:pt x="3927" y="21505"/>
                  </a:lnTo>
                  <a:cubicBezTo>
                    <a:pt x="3385" y="21505"/>
                    <a:pt x="2945" y="21015"/>
                    <a:pt x="2945" y="20411"/>
                  </a:cubicBezTo>
                  <a:lnTo>
                    <a:pt x="2945" y="10560"/>
                  </a:lnTo>
                  <a:lnTo>
                    <a:pt x="0" y="10560"/>
                  </a:lnTo>
                  <a:lnTo>
                    <a:pt x="10139" y="285"/>
                  </a:lnTo>
                  <a:cubicBezTo>
                    <a:pt x="10514" y="-95"/>
                    <a:pt x="11086" y="-95"/>
                    <a:pt x="11461" y="285"/>
                  </a:cubicBezTo>
                  <a:lnTo>
                    <a:pt x="21600" y="10560"/>
                  </a:lnTo>
                  <a:lnTo>
                    <a:pt x="18655" y="10560"/>
                  </a:lnTo>
                  <a:lnTo>
                    <a:pt x="18655" y="20411"/>
                  </a:lnTo>
                  <a:cubicBezTo>
                    <a:pt x="18655" y="21015"/>
                    <a:pt x="18215" y="21505"/>
                    <a:pt x="17673" y="21505"/>
                  </a:cubicBezTo>
                  <a:close/>
                  <a:moveTo>
                    <a:pt x="4909" y="19316"/>
                  </a:moveTo>
                  <a:lnTo>
                    <a:pt x="16691" y="19316"/>
                  </a:lnTo>
                  <a:lnTo>
                    <a:pt x="16691" y="8543"/>
                  </a:lnTo>
                  <a:lnTo>
                    <a:pt x="10800" y="2574"/>
                  </a:lnTo>
                  <a:lnTo>
                    <a:pt x="4909" y="8543"/>
                  </a:lnTo>
                  <a:lnTo>
                    <a:pt x="4909" y="19316"/>
                  </a:lnTo>
                  <a:close/>
                  <a:moveTo>
                    <a:pt x="6873" y="14938"/>
                  </a:moveTo>
                  <a:lnTo>
                    <a:pt x="14727" y="14938"/>
                  </a:lnTo>
                  <a:lnTo>
                    <a:pt x="14727" y="17127"/>
                  </a:lnTo>
                  <a:lnTo>
                    <a:pt x="6873" y="17127"/>
                  </a:lnTo>
                  <a:lnTo>
                    <a:pt x="6873" y="14938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+mn-cs"/>
              </a:endParaRPr>
            </a:p>
          </p:txBody>
        </p:sp>
        <p:sp>
          <p:nvSpPr>
            <p:cNvPr id="89" name="Text Box 53">
              <a:extLst>
                <a:ext uri="{FF2B5EF4-FFF2-40B4-BE49-F238E27FC236}">
                  <a16:creationId xmlns:a16="http://schemas.microsoft.com/office/drawing/2014/main" id="{322ACC2B-9741-4E9B-9E98-EDF5B980B461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464862" y="9505592"/>
              <a:ext cx="1264770" cy="1538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CC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bg1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 marL="177800" indent="-177800" defTabSz="793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1028700" indent="-457200" defTabSz="793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668463" indent="-454025" defTabSz="793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2317750" indent="-458788" defTabSz="793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965450" indent="-457200" defTabSz="793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34226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38798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43370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47942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+mn-cs"/>
                </a:rPr>
                <a:t>업체명</a:t>
              </a:r>
              <a:r>
                <a:rPr kumimoji="1" lang="en-US" altLang="ko-KR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+mn-cs"/>
                </a:rPr>
                <a:t>: (</a:t>
              </a:r>
              <a:r>
                <a:rPr kumimoji="1" lang="ko-KR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+mn-cs"/>
                </a:rPr>
                <a:t>주</a:t>
              </a:r>
              <a:r>
                <a:rPr kumimoji="1" lang="en-US" altLang="ko-KR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+mn-cs"/>
                </a:rPr>
                <a:t>)</a:t>
              </a:r>
              <a:r>
                <a:rPr kumimoji="1" lang="ko-KR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+mn-cs"/>
                </a:rPr>
                <a:t>서희 </a:t>
              </a:r>
              <a:r>
                <a:rPr kumimoji="1" lang="en-US" altLang="ko-KR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+mn-cs"/>
                </a:rPr>
                <a:t>Design</a:t>
              </a:r>
              <a:endParaRPr kumimoji="1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+mn-cs"/>
              </a:endParaRPr>
            </a:p>
          </p:txBody>
        </p:sp>
        <p:grpSp>
          <p:nvGrpSpPr>
            <p:cNvPr id="90" name="그룹 89">
              <a:extLst>
                <a:ext uri="{FF2B5EF4-FFF2-40B4-BE49-F238E27FC236}">
                  <a16:creationId xmlns:a16="http://schemas.microsoft.com/office/drawing/2014/main" id="{B428F132-E3BE-474D-8CD5-8CDAF5BA939E}"/>
                </a:ext>
              </a:extLst>
            </p:cNvPr>
            <p:cNvGrpSpPr/>
            <p:nvPr/>
          </p:nvGrpSpPr>
          <p:grpSpPr>
            <a:xfrm>
              <a:off x="362858" y="9489504"/>
              <a:ext cx="942382" cy="186065"/>
              <a:chOff x="728700" y="7676979"/>
              <a:chExt cx="942382" cy="186065"/>
            </a:xfrm>
          </p:grpSpPr>
          <p:sp>
            <p:nvSpPr>
              <p:cNvPr id="91" name="任意形状 1136">
                <a:extLst>
                  <a:ext uri="{FF2B5EF4-FFF2-40B4-BE49-F238E27FC236}">
                    <a16:creationId xmlns:a16="http://schemas.microsoft.com/office/drawing/2014/main" id="{F12562E3-5993-4252-A58F-3DB605BCE811}"/>
                  </a:ext>
                </a:extLst>
              </p:cNvPr>
              <p:cNvSpPr/>
              <p:nvPr/>
            </p:nvSpPr>
            <p:spPr>
              <a:xfrm>
                <a:off x="728700" y="7680698"/>
                <a:ext cx="182346" cy="18234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1880" y="9720"/>
                    </a:moveTo>
                    <a:lnTo>
                      <a:pt x="11880" y="4320"/>
                    </a:lnTo>
                    <a:lnTo>
                      <a:pt x="6480" y="11880"/>
                    </a:lnTo>
                    <a:lnTo>
                      <a:pt x="9720" y="11880"/>
                    </a:lnTo>
                    <a:lnTo>
                      <a:pt x="9720" y="17280"/>
                    </a:lnTo>
                    <a:lnTo>
                      <a:pt x="15120" y="9720"/>
                    </a:lnTo>
                    <a:lnTo>
                      <a:pt x="11880" y="9720"/>
                    </a:lnTo>
                    <a:close/>
                    <a:moveTo>
                      <a:pt x="10800" y="21600"/>
                    </a:moveTo>
                    <a:cubicBezTo>
                      <a:pt x="4835" y="21600"/>
                      <a:pt x="0" y="16765"/>
                      <a:pt x="0" y="10800"/>
                    </a:cubicBez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endParaRPr dirty="0"/>
              </a:p>
            </p:txBody>
          </p:sp>
          <p:sp>
            <p:nvSpPr>
              <p:cNvPr id="92" name="Text Box 53">
                <a:extLst>
                  <a:ext uri="{FF2B5EF4-FFF2-40B4-BE49-F238E27FC236}">
                    <a16:creationId xmlns:a16="http://schemas.microsoft.com/office/drawing/2014/main" id="{60EFBBCF-3C7D-42EA-90F9-FD896A20D920}"/>
                  </a:ext>
                </a:extLst>
              </p:cNvPr>
              <p:cNvSpPr txBox="1">
                <a:spLocks noChangeArrowheads="1"/>
              </p:cNvSpPr>
              <p:nvPr/>
            </p:nvSpPr>
            <p:spPr bwMode="gray">
              <a:xfrm>
                <a:off x="944921" y="7676979"/>
                <a:ext cx="726161" cy="1692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CC99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7961" dir="2700000" algn="ctr" rotWithShape="0">
                        <a:schemeClr val="bg1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marL="177800" indent="-177800" defTabSz="79375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1028700" indent="-457200" defTabSz="79375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668463" indent="-454025" defTabSz="79375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2317750" indent="-458788" defTabSz="79375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965450" indent="-457200" defTabSz="79375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3422650" indent="-457200" defTabSz="793750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3879850" indent="-457200" defTabSz="793750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4337050" indent="-457200" defTabSz="793750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4794250" indent="-457200" defTabSz="793750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marL="0" indent="0" defTabSz="914400">
                  <a:lnSpc>
                    <a:spcPct val="120000"/>
                  </a:lnSpc>
                  <a:spcAft>
                    <a:spcPts val="600"/>
                  </a:spcAft>
                </a:pPr>
                <a:r>
                  <a:rPr lang="en-US" altLang="ko-KR" sz="10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50" charset="-127"/>
                    <a:ea typeface="10X10 Bold" panose="020D0604000000000000" pitchFamily="50" charset="-127"/>
                    <a:cs typeface="Pretendard" panose="02000503000000020004" pitchFamily="50" charset="-127"/>
                  </a:rPr>
                  <a:t>YOUR</a:t>
                </a:r>
                <a:r>
                  <a:rPr lang="en-US" altLang="ko-KR" sz="10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50" charset="-127"/>
                    <a:ea typeface="나눔명조" panose="02020603020101020101" pitchFamily="18" charset="-127"/>
                    <a:cs typeface="Pretendard" panose="02000503000000020004" pitchFamily="50" charset="-127"/>
                  </a:rPr>
                  <a:t>LOGO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768035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>
            <a:extLst>
              <a:ext uri="{FF2B5EF4-FFF2-40B4-BE49-F238E27FC236}">
                <a16:creationId xmlns:a16="http://schemas.microsoft.com/office/drawing/2014/main" id="{EDF9AB19-7CC3-44BC-A662-1A87AFA52E54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0"/>
            <a:ext cx="6858000" cy="9111343"/>
            <a:chOff x="6132601" y="1427314"/>
            <a:chExt cx="5040000" cy="6696000"/>
          </a:xfrm>
        </p:grpSpPr>
        <p:pic>
          <p:nvPicPr>
            <p:cNvPr id="32" name="그림 31">
              <a:extLst>
                <a:ext uri="{FF2B5EF4-FFF2-40B4-BE49-F238E27FC236}">
                  <a16:creationId xmlns:a16="http://schemas.microsoft.com/office/drawing/2014/main" id="{406DA1BE-18EE-4CFC-8348-2F70F8FD585F}"/>
                </a:ext>
              </a:extLst>
            </p:cNvPr>
            <p:cNvPicPr preferRelativeResize="0">
              <a:picLocks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278" b="6191"/>
            <a:stretch/>
          </p:blipFill>
          <p:spPr>
            <a:xfrm>
              <a:off x="6132601" y="1427314"/>
              <a:ext cx="5040000" cy="6696000"/>
            </a:xfrm>
            <a:prstGeom prst="round2SameRect">
              <a:avLst>
                <a:gd name="adj1" fmla="val 0"/>
                <a:gd name="adj2" fmla="val 0"/>
              </a:avLst>
            </a:prstGeom>
          </p:spPr>
        </p:pic>
        <p:grpSp>
          <p:nvGrpSpPr>
            <p:cNvPr id="33" name="그룹 32">
              <a:extLst>
                <a:ext uri="{FF2B5EF4-FFF2-40B4-BE49-F238E27FC236}">
                  <a16:creationId xmlns:a16="http://schemas.microsoft.com/office/drawing/2014/main" id="{F0F98083-1048-4358-A1D2-BDB0C4AE090A}"/>
                </a:ext>
              </a:extLst>
            </p:cNvPr>
            <p:cNvGrpSpPr/>
            <p:nvPr/>
          </p:nvGrpSpPr>
          <p:grpSpPr>
            <a:xfrm>
              <a:off x="6278721" y="1570958"/>
              <a:ext cx="4747758" cy="6408708"/>
              <a:chOff x="146120" y="1568624"/>
              <a:chExt cx="4747758" cy="6408708"/>
            </a:xfrm>
          </p:grpSpPr>
          <p:sp>
            <p:nvSpPr>
              <p:cNvPr id="35" name="직사각형 34">
                <a:extLst>
                  <a:ext uri="{FF2B5EF4-FFF2-40B4-BE49-F238E27FC236}">
                    <a16:creationId xmlns:a16="http://schemas.microsoft.com/office/drawing/2014/main" id="{3EA9575E-E38A-4920-8428-CCFCD9832718}"/>
                  </a:ext>
                </a:extLst>
              </p:cNvPr>
              <p:cNvSpPr/>
              <p:nvPr/>
            </p:nvSpPr>
            <p:spPr>
              <a:xfrm>
                <a:off x="179999" y="1604628"/>
                <a:ext cx="4680000" cy="6336000"/>
              </a:xfrm>
              <a:prstGeom prst="rect">
                <a:avLst/>
              </a:prstGeom>
              <a:solidFill>
                <a:schemeClr val="tx1">
                  <a:alpha val="10000"/>
                </a:schemeClr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36" name="그룹 35">
                <a:extLst>
                  <a:ext uri="{FF2B5EF4-FFF2-40B4-BE49-F238E27FC236}">
                    <a16:creationId xmlns:a16="http://schemas.microsoft.com/office/drawing/2014/main" id="{8DD12A76-0613-458B-96FC-26429D37CFE5}"/>
                  </a:ext>
                </a:extLst>
              </p:cNvPr>
              <p:cNvGrpSpPr/>
              <p:nvPr/>
            </p:nvGrpSpPr>
            <p:grpSpPr>
              <a:xfrm>
                <a:off x="146120" y="1568624"/>
                <a:ext cx="4747758" cy="6408708"/>
                <a:chOff x="152640" y="1568624"/>
                <a:chExt cx="4747758" cy="6408708"/>
              </a:xfrm>
              <a:solidFill>
                <a:schemeClr val="bg1">
                  <a:alpha val="50000"/>
                </a:schemeClr>
              </a:solidFill>
            </p:grpSpPr>
            <p:sp>
              <p:nvSpPr>
                <p:cNvPr id="37" name="직사각형 36">
                  <a:extLst>
                    <a:ext uri="{FF2B5EF4-FFF2-40B4-BE49-F238E27FC236}">
                      <a16:creationId xmlns:a16="http://schemas.microsoft.com/office/drawing/2014/main" id="{2AB54E53-B1E0-4552-855B-EAC076AD1955}"/>
                    </a:ext>
                  </a:extLst>
                </p:cNvPr>
                <p:cNvSpPr/>
                <p:nvPr/>
              </p:nvSpPr>
              <p:spPr>
                <a:xfrm>
                  <a:off x="184320" y="1568628"/>
                  <a:ext cx="4680000" cy="3600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8" name="직사각형 37">
                  <a:extLst>
                    <a:ext uri="{FF2B5EF4-FFF2-40B4-BE49-F238E27FC236}">
                      <a16:creationId xmlns:a16="http://schemas.microsoft.com/office/drawing/2014/main" id="{92FBE11C-E814-45CA-8F53-40F4F6340DB6}"/>
                    </a:ext>
                  </a:extLst>
                </p:cNvPr>
                <p:cNvSpPr/>
                <p:nvPr/>
              </p:nvSpPr>
              <p:spPr>
                <a:xfrm>
                  <a:off x="184320" y="7941332"/>
                  <a:ext cx="4680000" cy="3600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9" name="직사각형 38">
                  <a:extLst>
                    <a:ext uri="{FF2B5EF4-FFF2-40B4-BE49-F238E27FC236}">
                      <a16:creationId xmlns:a16="http://schemas.microsoft.com/office/drawing/2014/main" id="{EC3653A6-7C6E-4768-ACE9-525800B2EB8A}"/>
                    </a:ext>
                  </a:extLst>
                </p:cNvPr>
                <p:cNvSpPr/>
                <p:nvPr/>
              </p:nvSpPr>
              <p:spPr>
                <a:xfrm rot="5400000">
                  <a:off x="-3033360" y="4754624"/>
                  <a:ext cx="6408000" cy="3600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0" name="직사각형 39">
                  <a:extLst>
                    <a:ext uri="{FF2B5EF4-FFF2-40B4-BE49-F238E27FC236}">
                      <a16:creationId xmlns:a16="http://schemas.microsoft.com/office/drawing/2014/main" id="{790B4C1B-C6F2-440F-B0F3-EE5A41D65EF6}"/>
                    </a:ext>
                  </a:extLst>
                </p:cNvPr>
                <p:cNvSpPr/>
                <p:nvPr/>
              </p:nvSpPr>
              <p:spPr>
                <a:xfrm rot="5400000">
                  <a:off x="4360398" y="2072628"/>
                  <a:ext cx="1044000" cy="3600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2" name="직사각형 41">
                  <a:extLst>
                    <a:ext uri="{FF2B5EF4-FFF2-40B4-BE49-F238E27FC236}">
                      <a16:creationId xmlns:a16="http://schemas.microsoft.com/office/drawing/2014/main" id="{79B9BAED-E3F9-4DEE-ACB9-E1F1174DD2D7}"/>
                    </a:ext>
                  </a:extLst>
                </p:cNvPr>
                <p:cNvSpPr/>
                <p:nvPr/>
              </p:nvSpPr>
              <p:spPr>
                <a:xfrm rot="16200000">
                  <a:off x="3532398" y="6609332"/>
                  <a:ext cx="2700000" cy="3600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</p:grpSp>
      </p:grpSp>
      <p:sp>
        <p:nvSpPr>
          <p:cNvPr id="11" name="제목 10"/>
          <p:cNvSpPr>
            <a:spLocks noGrp="1"/>
          </p:cNvSpPr>
          <p:nvPr>
            <p:ph type="title" idx="4294967295"/>
          </p:nvPr>
        </p:nvSpPr>
        <p:spPr>
          <a:xfrm>
            <a:off x="-2011903" y="83482"/>
            <a:ext cx="1984519" cy="22775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 fontAlgn="base" latinLnBrk="0">
              <a:spcAft>
                <a:spcPts val="200"/>
              </a:spcAft>
              <a:buClr>
                <a:schemeClr val="tx1">
                  <a:lumMod val="75000"/>
                  <a:lumOff val="25000"/>
                </a:schemeClr>
              </a:buClr>
              <a:buSzPct val="90000"/>
            </a:pPr>
            <a:r>
              <a:rPr lang="ko-KR" altLang="en-US" sz="1600" dirty="0">
                <a:latin typeface="+mj-ea"/>
                <a:cs typeface="+mn-cs"/>
              </a:rPr>
              <a:t>간지</a:t>
            </a:r>
            <a:r>
              <a:rPr lang="en-US" altLang="ko-KR" sz="1600" dirty="0">
                <a:latin typeface="+mj-ea"/>
                <a:cs typeface="+mn-cs"/>
              </a:rPr>
              <a:t>_image 01 =====</a:t>
            </a:r>
            <a:endParaRPr lang="ko-KR" altLang="en-US" sz="1600" dirty="0">
              <a:latin typeface="+mj-ea"/>
              <a:cs typeface="+mn-cs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9336CC73-1C12-499D-AEEC-0B0202EF30E2}"/>
              </a:ext>
            </a:extLst>
          </p:cNvPr>
          <p:cNvGrpSpPr/>
          <p:nvPr/>
        </p:nvGrpSpPr>
        <p:grpSpPr>
          <a:xfrm>
            <a:off x="476738" y="452500"/>
            <a:ext cx="3148177" cy="974814"/>
            <a:chOff x="476738" y="426532"/>
            <a:chExt cx="3148177" cy="974814"/>
          </a:xfrm>
        </p:grpSpPr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47263BBD-298E-4914-87A0-02B97076D68E}"/>
                </a:ext>
              </a:extLst>
            </p:cNvPr>
            <p:cNvSpPr txBox="1"/>
            <p:nvPr/>
          </p:nvSpPr>
          <p:spPr>
            <a:xfrm>
              <a:off x="530903" y="493311"/>
              <a:ext cx="1619033" cy="42062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kumimoji="1" lang="en-US" altLang="ko-KR" sz="1200" spc="-40">
                  <a:solidFill>
                    <a:schemeClr val="bg1">
                      <a:lumMod val="95000"/>
                    </a:schemeClr>
                  </a:solidFill>
                  <a:latin typeface="G마켓 산스 Light" panose="02000000000000000000" pitchFamily="50" charset="-127"/>
                  <a:ea typeface="G마켓 산스 Light" panose="02000000000000000000" pitchFamily="50" charset="-127"/>
                </a:rPr>
                <a:t>Simple_image</a:t>
              </a:r>
              <a:endParaRPr kumimoji="1" lang="en-US" altLang="ko-KR" sz="1200" spc="-40" dirty="0">
                <a:solidFill>
                  <a:schemeClr val="bg1">
                    <a:lumMod val="95000"/>
                  </a:schemeClr>
                </a:solidFill>
                <a:latin typeface="G마켓 산스 Light" panose="02000000000000000000" pitchFamily="50" charset="-127"/>
                <a:ea typeface="G마켓 산스 Light" panose="02000000000000000000" pitchFamily="50" charset="-127"/>
              </a:endParaRPr>
            </a:p>
            <a:p>
              <a:pPr>
                <a:spcAft>
                  <a:spcPts val="400"/>
                </a:spcAft>
              </a:pPr>
              <a:r>
                <a:rPr kumimoji="1" lang="ko-KR" altLang="en-US" sz="1200" b="0" i="0" spc="-40" baseline="0" dirty="0">
                  <a:solidFill>
                    <a:schemeClr val="bg1">
                      <a:lumMod val="95000"/>
                    </a:schemeClr>
                  </a:solidFill>
                  <a:latin typeface="G마켓 산스 Bold" panose="02000000000000000000" pitchFamily="50" charset="-127"/>
                  <a:ea typeface="G마켓 산스 Bold" panose="02000000000000000000" pitchFamily="50" charset="-127"/>
                </a:rPr>
                <a:t>파워포인트 템플릿 </a:t>
              </a:r>
              <a:r>
                <a:rPr kumimoji="1" lang="en-US" altLang="ko-KR" sz="1200" b="0" i="0" spc="-40" baseline="0" dirty="0">
                  <a:solidFill>
                    <a:schemeClr val="bg1">
                      <a:lumMod val="95000"/>
                    </a:schemeClr>
                  </a:solidFill>
                  <a:latin typeface="G마켓 산스 Bold" panose="02000000000000000000" pitchFamily="50" charset="-127"/>
                  <a:ea typeface="G마켓 산스 Bold" panose="02000000000000000000" pitchFamily="50" charset="-127"/>
                </a:rPr>
                <a:t>| </a:t>
              </a:r>
              <a:r>
                <a:rPr kumimoji="1" lang="en-US" altLang="ko-KR" sz="1200" spc="-40" dirty="0">
                  <a:solidFill>
                    <a:schemeClr val="bg1">
                      <a:lumMod val="95000"/>
                    </a:schemeClr>
                  </a:solidFill>
                  <a:latin typeface="G마켓 산스 Medium" panose="02000000000000000000" pitchFamily="50" charset="-127"/>
                  <a:ea typeface="G마켓 산스 Medium" panose="02000000000000000000" pitchFamily="50" charset="-127"/>
                </a:rPr>
                <a:t>PPT</a:t>
              </a:r>
              <a:endParaRPr kumimoji="1" lang="ko-KR" altLang="en-US" sz="1200" b="0" i="0" spc="-40" baseline="0" dirty="0">
                <a:solidFill>
                  <a:schemeClr val="bg1">
                    <a:lumMod val="95000"/>
                  </a:schemeClr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endParaRP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5956EB92-0524-4B23-8AC0-4A8761939CE0}"/>
                </a:ext>
              </a:extLst>
            </p:cNvPr>
            <p:cNvSpPr txBox="1"/>
            <p:nvPr/>
          </p:nvSpPr>
          <p:spPr>
            <a:xfrm>
              <a:off x="476738" y="1033371"/>
              <a:ext cx="1727362" cy="32400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</p:spPr>
          <p:txBody>
            <a:bodyPr wrap="none" lIns="108000" tIns="0" rIns="108000" bIns="0" rtlCol="0" anchor="ctr">
              <a:noAutofit/>
            </a:bodyPr>
            <a:lstStyle>
              <a:defPPr>
                <a:defRPr lang="en-US"/>
              </a:defPPr>
              <a:lvl1pPr algn="ctr">
                <a:defRPr kumimoji="1">
                  <a:solidFill>
                    <a:schemeClr val="tx1">
                      <a:lumMod val="95000"/>
                      <a:lumOff val="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defRPr>
              </a:lvl1pPr>
            </a:lstStyle>
            <a:p>
              <a:r>
                <a:rPr lang="en-US" altLang="ko-KR" dirty="0"/>
                <a:t>CONTENTS</a:t>
              </a:r>
            </a:p>
          </p:txBody>
        </p:sp>
        <p:sp>
          <p:nvSpPr>
            <p:cNvPr id="87" name="Shape">
              <a:extLst>
                <a:ext uri="{FF2B5EF4-FFF2-40B4-BE49-F238E27FC236}">
                  <a16:creationId xmlns:a16="http://schemas.microsoft.com/office/drawing/2014/main" id="{329795E6-B1AE-4295-B218-18D6928BA987}"/>
                </a:ext>
              </a:extLst>
            </p:cNvPr>
            <p:cNvSpPr/>
            <p:nvPr/>
          </p:nvSpPr>
          <p:spPr>
            <a:xfrm>
              <a:off x="2421953" y="426532"/>
              <a:ext cx="1202962" cy="9748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08" y="0"/>
                  </a:moveTo>
                  <a:lnTo>
                    <a:pt x="1808" y="1129"/>
                  </a:lnTo>
                  <a:lnTo>
                    <a:pt x="0" y="1129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1129"/>
                  </a:lnTo>
                  <a:lnTo>
                    <a:pt x="7183" y="1129"/>
                  </a:lnTo>
                  <a:lnTo>
                    <a:pt x="7183" y="0"/>
                  </a:lnTo>
                  <a:lnTo>
                    <a:pt x="1808" y="0"/>
                  </a:lnTo>
                  <a:close/>
                  <a:moveTo>
                    <a:pt x="865" y="2193"/>
                  </a:moveTo>
                  <a:lnTo>
                    <a:pt x="20736" y="2193"/>
                  </a:lnTo>
                  <a:lnTo>
                    <a:pt x="20736" y="20536"/>
                  </a:lnTo>
                  <a:lnTo>
                    <a:pt x="865" y="20536"/>
                  </a:lnTo>
                  <a:lnTo>
                    <a:pt x="865" y="2193"/>
                  </a:lnTo>
                  <a:close/>
                  <a:moveTo>
                    <a:pt x="14835" y="4981"/>
                  </a:moveTo>
                  <a:lnTo>
                    <a:pt x="14835" y="6094"/>
                  </a:lnTo>
                  <a:lnTo>
                    <a:pt x="18456" y="6094"/>
                  </a:lnTo>
                  <a:lnTo>
                    <a:pt x="18456" y="4981"/>
                  </a:lnTo>
                  <a:lnTo>
                    <a:pt x="14835" y="4981"/>
                  </a:lnTo>
                  <a:close/>
                  <a:moveTo>
                    <a:pt x="8083" y="6670"/>
                  </a:moveTo>
                  <a:cubicBezTo>
                    <a:pt x="7051" y="6670"/>
                    <a:pt x="6018" y="7154"/>
                    <a:pt x="5231" y="8124"/>
                  </a:cubicBezTo>
                  <a:cubicBezTo>
                    <a:pt x="3655" y="10064"/>
                    <a:pt x="3655" y="13209"/>
                    <a:pt x="5231" y="15149"/>
                  </a:cubicBezTo>
                  <a:cubicBezTo>
                    <a:pt x="6806" y="17088"/>
                    <a:pt x="9360" y="17088"/>
                    <a:pt x="10935" y="15149"/>
                  </a:cubicBezTo>
                  <a:cubicBezTo>
                    <a:pt x="12511" y="13209"/>
                    <a:pt x="12511" y="10064"/>
                    <a:pt x="10935" y="8124"/>
                  </a:cubicBezTo>
                  <a:cubicBezTo>
                    <a:pt x="10148" y="7154"/>
                    <a:pt x="9115" y="6670"/>
                    <a:pt x="8083" y="6670"/>
                  </a:cubicBezTo>
                  <a:close/>
                  <a:moveTo>
                    <a:pt x="8083" y="7757"/>
                  </a:moveTo>
                  <a:cubicBezTo>
                    <a:pt x="8889" y="7757"/>
                    <a:pt x="9696" y="8136"/>
                    <a:pt x="10311" y="8894"/>
                  </a:cubicBezTo>
                  <a:cubicBezTo>
                    <a:pt x="11541" y="10408"/>
                    <a:pt x="11541" y="12864"/>
                    <a:pt x="10311" y="14379"/>
                  </a:cubicBezTo>
                  <a:cubicBezTo>
                    <a:pt x="9081" y="15893"/>
                    <a:pt x="7086" y="15893"/>
                    <a:pt x="5855" y="14379"/>
                  </a:cubicBezTo>
                  <a:cubicBezTo>
                    <a:pt x="4625" y="12864"/>
                    <a:pt x="4625" y="10408"/>
                    <a:pt x="5855" y="8894"/>
                  </a:cubicBezTo>
                  <a:cubicBezTo>
                    <a:pt x="6470" y="8136"/>
                    <a:pt x="7277" y="7757"/>
                    <a:pt x="8083" y="7757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12700">
              <a:noFill/>
              <a:miter lim="400000"/>
            </a:ln>
          </p:spPr>
          <p:txBody>
            <a:bodyPr lIns="0" tIns="0" rIns="0" bIns="0" anchor="ctr"/>
            <a:lstStyle/>
            <a:p>
              <a:pPr defTabSz="8255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sz="3200">
                <a:solidFill>
                  <a:srgbClr val="FFFFFF"/>
                </a:solidFill>
                <a:sym typeface="Helvetica Neue Medium"/>
              </a:endParaRPr>
            </a:p>
          </p:txBody>
        </p:sp>
      </p:grpSp>
      <p:sp>
        <p:nvSpPr>
          <p:cNvPr id="34" name="Text Box 53">
            <a:extLst>
              <a:ext uri="{FF2B5EF4-FFF2-40B4-BE49-F238E27FC236}">
                <a16:creationId xmlns:a16="http://schemas.microsoft.com/office/drawing/2014/main" id="{6CBA6132-DA2A-4E6E-B8C5-1DCBE85A5C54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531240" y="1640632"/>
            <a:ext cx="2559996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1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marL="177800" indent="-177800" defTabSz="793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1028700" indent="-457200" defTabSz="793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668463" indent="-454025" defTabSz="793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2317750" indent="-458788" defTabSz="793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965450" indent="-457200" defTabSz="793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3422650" indent="-457200" defTabSz="79375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3879850" indent="-457200" defTabSz="79375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4337050" indent="-457200" defTabSz="79375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4794250" indent="-457200" defTabSz="79375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indent="0" defTabSz="914400"/>
            <a:r>
              <a:rPr lang="ko-KR" altLang="en-US" sz="1200" dirty="0">
                <a:solidFill>
                  <a:schemeClr val="bg1">
                    <a:alpha val="70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해당 챕터 간지의 설명 문구를 입력하세요</a:t>
            </a:r>
            <a:r>
              <a:rPr lang="en-US" altLang="ko-KR" sz="1200" dirty="0">
                <a:solidFill>
                  <a:schemeClr val="bg1">
                    <a:alpha val="70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.</a:t>
            </a:r>
          </a:p>
        </p:txBody>
      </p:sp>
      <p:sp>
        <p:nvSpPr>
          <p:cNvPr id="43" name="Rectangle 12">
            <a:extLst>
              <a:ext uri="{FF2B5EF4-FFF2-40B4-BE49-F238E27FC236}">
                <a16:creationId xmlns:a16="http://schemas.microsoft.com/office/drawing/2014/main" id="{7D878431-59D8-48B0-83C2-C392A2143429}"/>
              </a:ext>
            </a:extLst>
          </p:cNvPr>
          <p:cNvSpPr/>
          <p:nvPr/>
        </p:nvSpPr>
        <p:spPr>
          <a:xfrm>
            <a:off x="1464861" y="3169405"/>
            <a:ext cx="5390251" cy="3852000"/>
          </a:xfrm>
          <a:prstGeom prst="rect">
            <a:avLst/>
          </a:prstGeom>
          <a:solidFill>
            <a:schemeClr val="bg1">
              <a:alpha val="90000"/>
            </a:schemeClr>
          </a:solidFill>
          <a:ln w="6350">
            <a:noFill/>
          </a:ln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121920" tIns="60960" rIns="121920" bIns="60960" rtlCol="0" anchor="ctr">
            <a:noAutofit/>
          </a:bodyPr>
          <a:lstStyle/>
          <a:p>
            <a:pPr algn="ctr"/>
            <a:endParaRPr lang="en-US" sz="2400" dirty="0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55F3FE36-6883-4E49-9C04-3920DF71DE78}"/>
              </a:ext>
            </a:extLst>
          </p:cNvPr>
          <p:cNvSpPr/>
          <p:nvPr/>
        </p:nvSpPr>
        <p:spPr>
          <a:xfrm>
            <a:off x="2417103" y="3503595"/>
            <a:ext cx="3964156" cy="540000"/>
          </a:xfrm>
          <a:prstGeom prst="rect">
            <a:avLst/>
          </a:prstGeom>
          <a:solidFill>
            <a:schemeClr val="tx1">
              <a:alpha val="8000"/>
            </a:schemeClr>
          </a:solidFill>
          <a:ln>
            <a:noFill/>
          </a:ln>
        </p:spPr>
        <p:txBody>
          <a:bodyPr wrap="square" lIns="144000" tIns="36000" rIns="0" bIns="36000" anchor="ctr">
            <a:noAutofit/>
          </a:bodyPr>
          <a:lstStyle/>
          <a:p>
            <a:r>
              <a:rPr lang="ko-KR" altLang="en-US" sz="24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</a:rPr>
              <a:t>제안 개요</a:t>
            </a:r>
          </a:p>
        </p:txBody>
      </p:sp>
      <p:sp>
        <p:nvSpPr>
          <p:cNvPr id="45" name="모서리가 둥근 직사각형 145">
            <a:extLst>
              <a:ext uri="{FF2B5EF4-FFF2-40B4-BE49-F238E27FC236}">
                <a16:creationId xmlns:a16="http://schemas.microsoft.com/office/drawing/2014/main" id="{DF2784F8-B64F-4F79-B507-4771ED423E9D}"/>
              </a:ext>
            </a:extLst>
          </p:cNvPr>
          <p:cNvSpPr/>
          <p:nvPr/>
        </p:nvSpPr>
        <p:spPr>
          <a:xfrm>
            <a:off x="1808880" y="3503595"/>
            <a:ext cx="540000" cy="540000"/>
          </a:xfrm>
          <a:prstGeom prst="roundRect">
            <a:avLst>
              <a:gd name="adj" fmla="val 0"/>
            </a:avLst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>
                <a:solidFill>
                  <a:schemeClr val="bg1"/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Ⅰ</a:t>
            </a:r>
            <a:endParaRPr lang="ko-KR" altLang="en-US" sz="2800" b="1" dirty="0">
              <a:solidFill>
                <a:schemeClr val="bg1"/>
              </a:solidFill>
              <a:latin typeface="나눔명조" panose="02020603020101020101" pitchFamily="18" charset="-127"/>
              <a:ea typeface="나눔명조" panose="02020603020101020101" pitchFamily="18" charset="-127"/>
            </a:endParaRPr>
          </a:p>
        </p:txBody>
      </p:sp>
      <p:graphicFrame>
        <p:nvGraphicFramePr>
          <p:cNvPr id="46" name="표 3">
            <a:extLst>
              <a:ext uri="{FF2B5EF4-FFF2-40B4-BE49-F238E27FC236}">
                <a16:creationId xmlns:a16="http://schemas.microsoft.com/office/drawing/2014/main" id="{C4C483FD-2D0B-41A4-8EE1-925EF6DCC107}"/>
              </a:ext>
            </a:extLst>
          </p:cNvPr>
          <p:cNvGraphicFramePr>
            <a:graphicFrameLocks noGrp="1"/>
          </p:cNvGraphicFramePr>
          <p:nvPr/>
        </p:nvGraphicFramePr>
        <p:xfrm>
          <a:off x="2417103" y="4287709"/>
          <a:ext cx="3964156" cy="2376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64156">
                  <a:extLst>
                    <a:ext uri="{9D8B030D-6E8A-4147-A177-3AD203B41FA5}">
                      <a16:colId xmlns:a16="http://schemas.microsoft.com/office/drawing/2014/main" val="3512023494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600" b="0" kern="1200" dirty="0">
                          <a:ln w="6350"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600" b="0" kern="1200" dirty="0">
                          <a:ln w="6350"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목적 및 배경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2602578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600" b="0" kern="1200" dirty="0">
                          <a:ln w="6350"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2. </a:t>
                      </a:r>
                      <a:r>
                        <a:rPr kumimoji="1" lang="ko-KR" altLang="en-US" sz="1600" b="0" kern="1200" dirty="0">
                          <a:ln w="6350"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사업 범위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2717536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600" b="0" kern="1200" dirty="0">
                          <a:ln w="6350"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3. </a:t>
                      </a:r>
                      <a:r>
                        <a:rPr kumimoji="1" lang="ko-KR" altLang="en-US" sz="1600" b="0" kern="1200" dirty="0">
                          <a:ln w="6350"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특징 및 장점</a:t>
                      </a:r>
                      <a:endParaRPr kumimoji="1" lang="en-US" altLang="ko-KR" sz="1600" b="0" kern="1200" dirty="0">
                        <a:ln w="6350"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4981497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600" b="0" kern="1200" dirty="0">
                          <a:ln w="6350"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4. </a:t>
                      </a:r>
                      <a:r>
                        <a:rPr kumimoji="1" lang="ko-KR" altLang="en-US" sz="1600" b="0" kern="1200" dirty="0">
                          <a:ln w="6350"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사업수행 목표</a:t>
                      </a:r>
                      <a:endParaRPr kumimoji="1" lang="en-US" altLang="ko-KR" sz="1600" b="0" kern="1200" dirty="0">
                        <a:ln w="6350"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289477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600" b="0" kern="1200" dirty="0">
                          <a:ln w="6350"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5. </a:t>
                      </a:r>
                      <a:r>
                        <a:rPr kumimoji="1" lang="ko-KR" altLang="en-US" sz="1600" b="0" kern="1200" dirty="0">
                          <a:ln w="6350"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기대 효과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2449661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600" b="0" kern="1200" dirty="0">
                          <a:ln w="6350"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6. </a:t>
                      </a:r>
                      <a:r>
                        <a:rPr kumimoji="1" lang="ko-KR" altLang="en-US" sz="1600" b="0" kern="1200" dirty="0">
                          <a:ln w="6350"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제목 입력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1818578"/>
                  </a:ext>
                </a:extLst>
              </a:tr>
            </a:tbl>
          </a:graphicData>
        </a:graphic>
      </p:graphicFrame>
      <p:sp>
        <p:nvSpPr>
          <p:cNvPr id="57" name="Rectangle 12">
            <a:extLst>
              <a:ext uri="{FF2B5EF4-FFF2-40B4-BE49-F238E27FC236}">
                <a16:creationId xmlns:a16="http://schemas.microsoft.com/office/drawing/2014/main" id="{EA266E82-6BB0-490C-8510-F261753B0B83}"/>
              </a:ext>
            </a:extLst>
          </p:cNvPr>
          <p:cNvSpPr/>
          <p:nvPr/>
        </p:nvSpPr>
        <p:spPr>
          <a:xfrm>
            <a:off x="0" y="9110557"/>
            <a:ext cx="6858000" cy="161703"/>
          </a:xfrm>
          <a:prstGeom prst="rect">
            <a:avLst/>
          </a:prstGeom>
          <a:solidFill>
            <a:srgbClr val="E5E6E8"/>
          </a:solidFill>
          <a:ln w="6350">
            <a:noFill/>
          </a:ln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121920" tIns="60960" rIns="121920" bIns="60960" rtlCol="0" anchor="ctr">
            <a:noAutofit/>
          </a:bodyPr>
          <a:lstStyle/>
          <a:p>
            <a:pPr algn="ctr"/>
            <a:endParaRPr lang="en-US" sz="2400" dirty="0"/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2BBCCE88-2335-40D8-A637-8269174B3525}"/>
              </a:ext>
            </a:extLst>
          </p:cNvPr>
          <p:cNvGrpSpPr/>
          <p:nvPr/>
        </p:nvGrpSpPr>
        <p:grpSpPr>
          <a:xfrm>
            <a:off x="362858" y="9489504"/>
            <a:ext cx="6108741" cy="186065"/>
            <a:chOff x="362858" y="9489504"/>
            <a:chExt cx="6108741" cy="186065"/>
          </a:xfrm>
        </p:grpSpPr>
        <p:sp>
          <p:nvSpPr>
            <p:cNvPr id="47" name="Text Box 53">
              <a:extLst>
                <a:ext uri="{FF2B5EF4-FFF2-40B4-BE49-F238E27FC236}">
                  <a16:creationId xmlns:a16="http://schemas.microsoft.com/office/drawing/2014/main" id="{E636015E-D0B8-46A1-AEE0-C7D07DFCB227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4480109" y="9519314"/>
              <a:ext cx="804707" cy="1264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CC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bg1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defPPr>
                <a:defRPr lang="en-US"/>
              </a:defPPr>
              <a:lvl1pPr lvl="0" indent="0" defTabSz="914400">
                <a:spcBef>
                  <a:spcPts val="1000"/>
                </a:spcBef>
                <a:defRPr kumimoji="1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  <a:ea typeface="굴림" panose="020B0600000101010101" pitchFamily="50" charset="-127"/>
                </a:defRPr>
              </a:lvl1pPr>
              <a:lvl2pPr marL="1028700" indent="-457200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668463" indent="-454025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2317750" indent="-458788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965450" indent="-457200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34226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38798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43370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47942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sample@mail.com</a:t>
              </a:r>
              <a:endPara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endParaRPr>
            </a:p>
          </p:txBody>
        </p:sp>
        <p:sp>
          <p:nvSpPr>
            <p:cNvPr id="48" name="任意形状 978">
              <a:extLst>
                <a:ext uri="{FF2B5EF4-FFF2-40B4-BE49-F238E27FC236}">
                  <a16:creationId xmlns:a16="http://schemas.microsoft.com/office/drawing/2014/main" id="{D43B4360-7FA8-410F-889D-E36840E45ABC}"/>
                </a:ext>
              </a:extLst>
            </p:cNvPr>
            <p:cNvSpPr/>
            <p:nvPr/>
          </p:nvSpPr>
          <p:spPr>
            <a:xfrm>
              <a:off x="4293096" y="9523555"/>
              <a:ext cx="134750" cy="1179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" y="0"/>
                  </a:moveTo>
                  <a:lnTo>
                    <a:pt x="20520" y="0"/>
                  </a:lnTo>
                  <a:cubicBezTo>
                    <a:pt x="21117" y="0"/>
                    <a:pt x="21600" y="537"/>
                    <a:pt x="21600" y="1200"/>
                  </a:cubicBezTo>
                  <a:lnTo>
                    <a:pt x="21600" y="20400"/>
                  </a:lnTo>
                  <a:cubicBezTo>
                    <a:pt x="21600" y="21063"/>
                    <a:pt x="21117" y="21600"/>
                    <a:pt x="20520" y="21600"/>
                  </a:cubicBezTo>
                  <a:lnTo>
                    <a:pt x="1080" y="21600"/>
                  </a:lnTo>
                  <a:cubicBezTo>
                    <a:pt x="483" y="21600"/>
                    <a:pt x="0" y="21063"/>
                    <a:pt x="0" y="20400"/>
                  </a:cubicBezTo>
                  <a:lnTo>
                    <a:pt x="0" y="1200"/>
                  </a:lnTo>
                  <a:cubicBezTo>
                    <a:pt x="0" y="537"/>
                    <a:pt x="483" y="0"/>
                    <a:pt x="1080" y="0"/>
                  </a:cubicBezTo>
                  <a:close/>
                  <a:moveTo>
                    <a:pt x="19440" y="5086"/>
                  </a:moveTo>
                  <a:lnTo>
                    <a:pt x="10878" y="13606"/>
                  </a:lnTo>
                  <a:lnTo>
                    <a:pt x="2160" y="5059"/>
                  </a:lnTo>
                  <a:lnTo>
                    <a:pt x="2160" y="19200"/>
                  </a:lnTo>
                  <a:lnTo>
                    <a:pt x="19440" y="19200"/>
                  </a:lnTo>
                  <a:lnTo>
                    <a:pt x="19440" y="5086"/>
                  </a:lnTo>
                  <a:close/>
                  <a:moveTo>
                    <a:pt x="2712" y="2400"/>
                  </a:moveTo>
                  <a:lnTo>
                    <a:pt x="10866" y="10394"/>
                  </a:lnTo>
                  <a:lnTo>
                    <a:pt x="18902" y="2400"/>
                  </a:lnTo>
                  <a:lnTo>
                    <a:pt x="2712" y="240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+mn-cs"/>
              </a:endParaRPr>
            </a:p>
          </p:txBody>
        </p:sp>
        <p:sp>
          <p:nvSpPr>
            <p:cNvPr id="49" name="Text Box 53">
              <a:extLst>
                <a:ext uri="{FF2B5EF4-FFF2-40B4-BE49-F238E27FC236}">
                  <a16:creationId xmlns:a16="http://schemas.microsoft.com/office/drawing/2014/main" id="{784DF101-FD82-41E9-815A-DBE68125EA97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5676510" y="9519314"/>
              <a:ext cx="795089" cy="1264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CC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bg1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defPPr>
                <a:defRPr lang="en-US"/>
              </a:defPPr>
              <a:lvl1pPr lvl="0" indent="0" defTabSz="914400">
                <a:spcBef>
                  <a:spcPts val="1000"/>
                </a:spcBef>
                <a:defRPr kumimoji="1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  <a:ea typeface="굴림" panose="020B0600000101010101" pitchFamily="50" charset="-127"/>
                </a:defRPr>
              </a:lvl1pPr>
              <a:lvl2pPr marL="1028700" indent="-457200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668463" indent="-454025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2317750" indent="-458788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965450" indent="-457200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34226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38798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43370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47942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www.sample.com</a:t>
              </a:r>
              <a:endPara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endParaRPr>
            </a:p>
          </p:txBody>
        </p:sp>
        <p:sp>
          <p:nvSpPr>
            <p:cNvPr id="50" name="任意形状 412">
              <a:extLst>
                <a:ext uri="{FF2B5EF4-FFF2-40B4-BE49-F238E27FC236}">
                  <a16:creationId xmlns:a16="http://schemas.microsoft.com/office/drawing/2014/main" id="{CC93AF7A-AD4E-4752-85FB-1572BE40FF2C}"/>
                </a:ext>
              </a:extLst>
            </p:cNvPr>
            <p:cNvSpPr/>
            <p:nvPr/>
          </p:nvSpPr>
          <p:spPr>
            <a:xfrm>
              <a:off x="5473233" y="9516345"/>
              <a:ext cx="148226" cy="13238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05" extrusionOk="0">
                  <a:moveTo>
                    <a:pt x="17673" y="21505"/>
                  </a:moveTo>
                  <a:lnTo>
                    <a:pt x="3927" y="21505"/>
                  </a:lnTo>
                  <a:cubicBezTo>
                    <a:pt x="3385" y="21505"/>
                    <a:pt x="2945" y="21015"/>
                    <a:pt x="2945" y="20411"/>
                  </a:cubicBezTo>
                  <a:lnTo>
                    <a:pt x="2945" y="10560"/>
                  </a:lnTo>
                  <a:lnTo>
                    <a:pt x="0" y="10560"/>
                  </a:lnTo>
                  <a:lnTo>
                    <a:pt x="10139" y="285"/>
                  </a:lnTo>
                  <a:cubicBezTo>
                    <a:pt x="10514" y="-95"/>
                    <a:pt x="11086" y="-95"/>
                    <a:pt x="11461" y="285"/>
                  </a:cubicBezTo>
                  <a:lnTo>
                    <a:pt x="21600" y="10560"/>
                  </a:lnTo>
                  <a:lnTo>
                    <a:pt x="18655" y="10560"/>
                  </a:lnTo>
                  <a:lnTo>
                    <a:pt x="18655" y="20411"/>
                  </a:lnTo>
                  <a:cubicBezTo>
                    <a:pt x="18655" y="21015"/>
                    <a:pt x="18215" y="21505"/>
                    <a:pt x="17673" y="21505"/>
                  </a:cubicBezTo>
                  <a:close/>
                  <a:moveTo>
                    <a:pt x="4909" y="19316"/>
                  </a:moveTo>
                  <a:lnTo>
                    <a:pt x="16691" y="19316"/>
                  </a:lnTo>
                  <a:lnTo>
                    <a:pt x="16691" y="8543"/>
                  </a:lnTo>
                  <a:lnTo>
                    <a:pt x="10800" y="2574"/>
                  </a:lnTo>
                  <a:lnTo>
                    <a:pt x="4909" y="8543"/>
                  </a:lnTo>
                  <a:lnTo>
                    <a:pt x="4909" y="19316"/>
                  </a:lnTo>
                  <a:close/>
                  <a:moveTo>
                    <a:pt x="6873" y="14938"/>
                  </a:moveTo>
                  <a:lnTo>
                    <a:pt x="14727" y="14938"/>
                  </a:lnTo>
                  <a:lnTo>
                    <a:pt x="14727" y="17127"/>
                  </a:lnTo>
                  <a:lnTo>
                    <a:pt x="6873" y="17127"/>
                  </a:lnTo>
                  <a:lnTo>
                    <a:pt x="6873" y="14938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+mn-cs"/>
              </a:endParaRPr>
            </a:p>
          </p:txBody>
        </p:sp>
        <p:sp>
          <p:nvSpPr>
            <p:cNvPr id="51" name="Text Box 53">
              <a:extLst>
                <a:ext uri="{FF2B5EF4-FFF2-40B4-BE49-F238E27FC236}">
                  <a16:creationId xmlns:a16="http://schemas.microsoft.com/office/drawing/2014/main" id="{D999BD7F-3FF3-46F9-8584-9EB7F7313084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464862" y="9505592"/>
              <a:ext cx="1264770" cy="1538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CC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bg1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 marL="177800" indent="-177800" defTabSz="793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1028700" indent="-457200" defTabSz="793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668463" indent="-454025" defTabSz="793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2317750" indent="-458788" defTabSz="793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965450" indent="-457200" defTabSz="793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34226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38798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43370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47942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+mn-cs"/>
                </a:rPr>
                <a:t>업체명</a:t>
              </a:r>
              <a:r>
                <a:rPr kumimoji="1" lang="en-US" altLang="ko-KR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+mn-cs"/>
                </a:rPr>
                <a:t>: (</a:t>
              </a:r>
              <a:r>
                <a:rPr kumimoji="1" lang="ko-KR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+mn-cs"/>
                </a:rPr>
                <a:t>주</a:t>
              </a:r>
              <a:r>
                <a:rPr kumimoji="1" lang="en-US" altLang="ko-KR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+mn-cs"/>
                </a:rPr>
                <a:t>)</a:t>
              </a:r>
              <a:r>
                <a:rPr kumimoji="1" lang="ko-KR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+mn-cs"/>
                </a:rPr>
                <a:t>서희 </a:t>
              </a:r>
              <a:r>
                <a:rPr kumimoji="1" lang="en-US" altLang="ko-KR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+mn-cs"/>
                </a:rPr>
                <a:t>Design</a:t>
              </a:r>
              <a:endParaRPr kumimoji="1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+mn-cs"/>
              </a:endParaRPr>
            </a:p>
          </p:txBody>
        </p:sp>
        <p:grpSp>
          <p:nvGrpSpPr>
            <p:cNvPr id="52" name="그룹 51">
              <a:extLst>
                <a:ext uri="{FF2B5EF4-FFF2-40B4-BE49-F238E27FC236}">
                  <a16:creationId xmlns:a16="http://schemas.microsoft.com/office/drawing/2014/main" id="{17736D6B-AE7A-467F-A18E-F26C41E6C2F4}"/>
                </a:ext>
              </a:extLst>
            </p:cNvPr>
            <p:cNvGrpSpPr/>
            <p:nvPr/>
          </p:nvGrpSpPr>
          <p:grpSpPr>
            <a:xfrm>
              <a:off x="362858" y="9489504"/>
              <a:ext cx="942382" cy="186065"/>
              <a:chOff x="728700" y="7676979"/>
              <a:chExt cx="942382" cy="186065"/>
            </a:xfrm>
          </p:grpSpPr>
          <p:sp>
            <p:nvSpPr>
              <p:cNvPr id="53" name="任意形状 1136">
                <a:extLst>
                  <a:ext uri="{FF2B5EF4-FFF2-40B4-BE49-F238E27FC236}">
                    <a16:creationId xmlns:a16="http://schemas.microsoft.com/office/drawing/2014/main" id="{BDF6C096-9FC9-4B2C-82FA-9B17299A59F4}"/>
                  </a:ext>
                </a:extLst>
              </p:cNvPr>
              <p:cNvSpPr/>
              <p:nvPr/>
            </p:nvSpPr>
            <p:spPr>
              <a:xfrm>
                <a:off x="728700" y="7680698"/>
                <a:ext cx="182346" cy="18234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1880" y="9720"/>
                    </a:moveTo>
                    <a:lnTo>
                      <a:pt x="11880" y="4320"/>
                    </a:lnTo>
                    <a:lnTo>
                      <a:pt x="6480" y="11880"/>
                    </a:lnTo>
                    <a:lnTo>
                      <a:pt x="9720" y="11880"/>
                    </a:lnTo>
                    <a:lnTo>
                      <a:pt x="9720" y="17280"/>
                    </a:lnTo>
                    <a:lnTo>
                      <a:pt x="15120" y="9720"/>
                    </a:lnTo>
                    <a:lnTo>
                      <a:pt x="11880" y="9720"/>
                    </a:lnTo>
                    <a:close/>
                    <a:moveTo>
                      <a:pt x="10800" y="21600"/>
                    </a:moveTo>
                    <a:cubicBezTo>
                      <a:pt x="4835" y="21600"/>
                      <a:pt x="0" y="16765"/>
                      <a:pt x="0" y="10800"/>
                    </a:cubicBez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endParaRPr dirty="0"/>
              </a:p>
            </p:txBody>
          </p:sp>
          <p:sp>
            <p:nvSpPr>
              <p:cNvPr id="54" name="Text Box 53">
                <a:extLst>
                  <a:ext uri="{FF2B5EF4-FFF2-40B4-BE49-F238E27FC236}">
                    <a16:creationId xmlns:a16="http://schemas.microsoft.com/office/drawing/2014/main" id="{44021AA1-FFD1-4CB6-BC71-437EA358BDEE}"/>
                  </a:ext>
                </a:extLst>
              </p:cNvPr>
              <p:cNvSpPr txBox="1">
                <a:spLocks noChangeArrowheads="1"/>
              </p:cNvSpPr>
              <p:nvPr/>
            </p:nvSpPr>
            <p:spPr bwMode="gray">
              <a:xfrm>
                <a:off x="944921" y="7676979"/>
                <a:ext cx="726161" cy="1692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CC99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7961" dir="2700000" algn="ctr" rotWithShape="0">
                        <a:schemeClr val="bg1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marL="177800" indent="-177800" defTabSz="79375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1028700" indent="-457200" defTabSz="79375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668463" indent="-454025" defTabSz="79375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2317750" indent="-458788" defTabSz="79375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965450" indent="-457200" defTabSz="79375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3422650" indent="-457200" defTabSz="793750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3879850" indent="-457200" defTabSz="793750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4337050" indent="-457200" defTabSz="793750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4794250" indent="-457200" defTabSz="793750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marL="0" indent="0" defTabSz="914400">
                  <a:lnSpc>
                    <a:spcPct val="120000"/>
                  </a:lnSpc>
                  <a:spcAft>
                    <a:spcPts val="600"/>
                  </a:spcAft>
                </a:pPr>
                <a:r>
                  <a:rPr lang="en-US" altLang="ko-KR" sz="10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50" charset="-127"/>
                    <a:ea typeface="10X10 Bold" panose="020D0604000000000000" pitchFamily="50" charset="-127"/>
                    <a:cs typeface="Pretendard" panose="02000503000000020004" pitchFamily="50" charset="-127"/>
                  </a:rPr>
                  <a:t>YOUR</a:t>
                </a:r>
                <a:r>
                  <a:rPr lang="en-US" altLang="ko-KR" sz="10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50" charset="-127"/>
                    <a:ea typeface="나눔명조" panose="02020603020101020101" pitchFamily="18" charset="-127"/>
                    <a:cs typeface="Pretendard" panose="02000503000000020004" pitchFamily="50" charset="-127"/>
                  </a:rPr>
                  <a:t>LOGO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6632525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5" name="그림 304">
            <a:extLst>
              <a:ext uri="{FF2B5EF4-FFF2-40B4-BE49-F238E27FC236}">
                <a16:creationId xmlns:a16="http://schemas.microsoft.com/office/drawing/2014/main" id="{BC1400C9-24D9-4599-97C8-632D3E8681D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023" r="20759"/>
          <a:stretch/>
        </p:blipFill>
        <p:spPr>
          <a:xfrm>
            <a:off x="0" y="1424980"/>
            <a:ext cx="5040000" cy="6696000"/>
          </a:xfrm>
          <a:prstGeom prst="rect">
            <a:avLst/>
          </a:prstGeom>
        </p:spPr>
      </p:pic>
      <p:sp>
        <p:nvSpPr>
          <p:cNvPr id="11" name="제목 10"/>
          <p:cNvSpPr>
            <a:spLocks noGrp="1"/>
          </p:cNvSpPr>
          <p:nvPr>
            <p:ph type="title"/>
          </p:nvPr>
        </p:nvSpPr>
        <p:spPr>
          <a:xfrm>
            <a:off x="-2026686" y="69248"/>
            <a:ext cx="1984519" cy="22775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 fontAlgn="base" latinLnBrk="0">
              <a:spcAft>
                <a:spcPts val="200"/>
              </a:spcAft>
              <a:buClr>
                <a:schemeClr val="tx1">
                  <a:lumMod val="75000"/>
                  <a:lumOff val="25000"/>
                </a:schemeClr>
              </a:buClr>
              <a:buSzPct val="90000"/>
            </a:pPr>
            <a:r>
              <a:rPr lang="ko-KR" altLang="en-US" sz="1600" dirty="0">
                <a:cs typeface="+mn-cs"/>
              </a:rPr>
              <a:t>표지</a:t>
            </a:r>
            <a:r>
              <a:rPr lang="en-US" altLang="ko-KR" sz="1600" dirty="0">
                <a:cs typeface="+mn-cs"/>
              </a:rPr>
              <a:t>_image 02 =====</a:t>
            </a:r>
            <a:endParaRPr lang="ko-KR" altLang="en-US" sz="1600" dirty="0">
              <a:cs typeface="+mn-cs"/>
            </a:endParaRPr>
          </a:p>
        </p:txBody>
      </p:sp>
      <p:grpSp>
        <p:nvGrpSpPr>
          <p:cNvPr id="363" name="그룹 362">
            <a:extLst>
              <a:ext uri="{FF2B5EF4-FFF2-40B4-BE49-F238E27FC236}">
                <a16:creationId xmlns:a16="http://schemas.microsoft.com/office/drawing/2014/main" id="{16CC39A2-0770-40C0-9460-1B1FE6EB77FC}"/>
              </a:ext>
            </a:extLst>
          </p:cNvPr>
          <p:cNvGrpSpPr/>
          <p:nvPr/>
        </p:nvGrpSpPr>
        <p:grpSpPr>
          <a:xfrm>
            <a:off x="368660" y="524508"/>
            <a:ext cx="1436230" cy="381923"/>
            <a:chOff x="2483189" y="1379936"/>
            <a:chExt cx="1436230" cy="381923"/>
          </a:xfrm>
        </p:grpSpPr>
        <p:grpSp>
          <p:nvGrpSpPr>
            <p:cNvPr id="364" name="그룹 363">
              <a:extLst>
                <a:ext uri="{FF2B5EF4-FFF2-40B4-BE49-F238E27FC236}">
                  <a16:creationId xmlns:a16="http://schemas.microsoft.com/office/drawing/2014/main" id="{D9ACDD5E-EC7B-4C9A-ADA1-542169575ADA}"/>
                </a:ext>
              </a:extLst>
            </p:cNvPr>
            <p:cNvGrpSpPr/>
            <p:nvPr/>
          </p:nvGrpSpPr>
          <p:grpSpPr>
            <a:xfrm>
              <a:off x="3032958" y="1409344"/>
              <a:ext cx="886461" cy="303005"/>
              <a:chOff x="5687960" y="106965"/>
              <a:chExt cx="605465" cy="188141"/>
            </a:xfrm>
          </p:grpSpPr>
          <p:sp>
            <p:nvSpPr>
              <p:cNvPr id="366" name="직사각형 365">
                <a:extLst>
                  <a:ext uri="{FF2B5EF4-FFF2-40B4-BE49-F238E27FC236}">
                    <a16:creationId xmlns:a16="http://schemas.microsoft.com/office/drawing/2014/main" id="{AAA365C8-A203-4512-AD35-96B62D1F3462}"/>
                  </a:ext>
                </a:extLst>
              </p:cNvPr>
              <p:cNvSpPr/>
              <p:nvPr userDrawn="1"/>
            </p:nvSpPr>
            <p:spPr>
              <a:xfrm>
                <a:off x="5687960" y="106965"/>
                <a:ext cx="605465" cy="114662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 defTabSz="914400" fontAlgn="base">
                  <a:spcBef>
                    <a:spcPct val="0"/>
                  </a:spcBef>
                  <a:spcAft>
                    <a:spcPts val="200"/>
                  </a:spcAft>
                  <a:buClr>
                    <a:schemeClr val="tx1">
                      <a:lumMod val="75000"/>
                      <a:lumOff val="25000"/>
                    </a:schemeClr>
                  </a:buClr>
                  <a:buSzPct val="90000"/>
                </a:pPr>
                <a:r>
                  <a:rPr lang="en-US" altLang="ko-KR" sz="1200" spc="15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Pretendard" panose="02000503000000020004" pitchFamily="50" charset="-127"/>
                    <a:ea typeface="+mj-ea"/>
                    <a:cs typeface="Pretendard" panose="02000503000000020004" pitchFamily="50" charset="-127"/>
                  </a:rPr>
                  <a:t>COMPANY</a:t>
                </a:r>
                <a:endParaRPr lang="ko-KR" altLang="en-US" sz="1200" spc="15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Pretendard" panose="02000503000000020004" pitchFamily="50" charset="-127"/>
                  <a:ea typeface="+mj-ea"/>
                  <a:cs typeface="Pretendard" panose="02000503000000020004" pitchFamily="50" charset="-127"/>
                </a:endParaRPr>
              </a:p>
            </p:txBody>
          </p:sp>
          <p:sp>
            <p:nvSpPr>
              <p:cNvPr id="367" name="직사각형 366">
                <a:extLst>
                  <a:ext uri="{FF2B5EF4-FFF2-40B4-BE49-F238E27FC236}">
                    <a16:creationId xmlns:a16="http://schemas.microsoft.com/office/drawing/2014/main" id="{5B766F45-36E9-4305-A47B-9FCC83B4779F}"/>
                  </a:ext>
                </a:extLst>
              </p:cNvPr>
              <p:cNvSpPr/>
              <p:nvPr userDrawn="1"/>
            </p:nvSpPr>
            <p:spPr>
              <a:xfrm>
                <a:off x="5693316" y="228220"/>
                <a:ext cx="585757" cy="66886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 lvl="0" algn="l" defTabSz="914400" fontAlgn="base">
                  <a:spcBef>
                    <a:spcPct val="0"/>
                  </a:spcBef>
                  <a:spcAft>
                    <a:spcPts val="200"/>
                  </a:spcAft>
                  <a:buClr>
                    <a:schemeClr val="tx1">
                      <a:lumMod val="75000"/>
                      <a:lumOff val="25000"/>
                    </a:schemeClr>
                  </a:buClr>
                  <a:buSzPct val="90000"/>
                </a:pPr>
                <a:r>
                  <a:rPr lang="en-US" altLang="ko-KR" sz="700" b="0" spc="5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Pretendard" panose="02000503000000020004" pitchFamily="50" charset="-127"/>
                    <a:cs typeface="Pretendard" panose="02000503000000020004" pitchFamily="50" charset="-127"/>
                  </a:rPr>
                  <a:t>CLINT LOGO HERE</a:t>
                </a:r>
                <a:endParaRPr lang="ko-KR" altLang="en-US" sz="700" b="0" spc="5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</p:grpSp>
        <p:pic>
          <p:nvPicPr>
            <p:cNvPr id="365" name="그림 364">
              <a:extLst>
                <a:ext uri="{FF2B5EF4-FFF2-40B4-BE49-F238E27FC236}">
                  <a16:creationId xmlns:a16="http://schemas.microsoft.com/office/drawing/2014/main" id="{9BBBA3A5-5FA1-408D-9FB4-265D92A4492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83189" y="1379936"/>
              <a:ext cx="521395" cy="381923"/>
            </a:xfrm>
            <a:prstGeom prst="rect">
              <a:avLst/>
            </a:prstGeom>
          </p:spPr>
        </p:pic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60356A92-90F1-4742-BFF9-FBC994774B28}"/>
              </a:ext>
            </a:extLst>
          </p:cNvPr>
          <p:cNvGrpSpPr/>
          <p:nvPr/>
        </p:nvGrpSpPr>
        <p:grpSpPr>
          <a:xfrm>
            <a:off x="146120" y="1568624"/>
            <a:ext cx="4747758" cy="6408708"/>
            <a:chOff x="146120" y="1568624"/>
            <a:chExt cx="4747758" cy="6408708"/>
          </a:xfrm>
        </p:grpSpPr>
        <p:sp>
          <p:nvSpPr>
            <p:cNvPr id="354" name="직사각형 353">
              <a:extLst>
                <a:ext uri="{FF2B5EF4-FFF2-40B4-BE49-F238E27FC236}">
                  <a16:creationId xmlns:a16="http://schemas.microsoft.com/office/drawing/2014/main" id="{2DDAF3D7-D214-46A6-8A38-C5CCC1569A18}"/>
                </a:ext>
              </a:extLst>
            </p:cNvPr>
            <p:cNvSpPr/>
            <p:nvPr/>
          </p:nvSpPr>
          <p:spPr>
            <a:xfrm>
              <a:off x="179999" y="1604628"/>
              <a:ext cx="4680000" cy="6336000"/>
            </a:xfrm>
            <a:prstGeom prst="rect">
              <a:avLst/>
            </a:prstGeom>
            <a:solidFill>
              <a:schemeClr val="tx1">
                <a:alpha val="10000"/>
              </a:schemeClr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355" name="그룹 354">
              <a:extLst>
                <a:ext uri="{FF2B5EF4-FFF2-40B4-BE49-F238E27FC236}">
                  <a16:creationId xmlns:a16="http://schemas.microsoft.com/office/drawing/2014/main" id="{3846A435-8145-45CE-A640-3C82DB321790}"/>
                </a:ext>
              </a:extLst>
            </p:cNvPr>
            <p:cNvGrpSpPr/>
            <p:nvPr/>
          </p:nvGrpSpPr>
          <p:grpSpPr>
            <a:xfrm>
              <a:off x="146120" y="1568624"/>
              <a:ext cx="4747758" cy="6408708"/>
              <a:chOff x="152640" y="1568624"/>
              <a:chExt cx="4747758" cy="6408708"/>
            </a:xfrm>
            <a:solidFill>
              <a:schemeClr val="bg1">
                <a:alpha val="50000"/>
              </a:schemeClr>
            </a:solidFill>
          </p:grpSpPr>
          <p:sp>
            <p:nvSpPr>
              <p:cNvPr id="356" name="직사각형 355">
                <a:extLst>
                  <a:ext uri="{FF2B5EF4-FFF2-40B4-BE49-F238E27FC236}">
                    <a16:creationId xmlns:a16="http://schemas.microsoft.com/office/drawing/2014/main" id="{9C1641F0-BBE5-4CE7-849D-E0F545A0A744}"/>
                  </a:ext>
                </a:extLst>
              </p:cNvPr>
              <p:cNvSpPr/>
              <p:nvPr/>
            </p:nvSpPr>
            <p:spPr>
              <a:xfrm>
                <a:off x="184320" y="1568628"/>
                <a:ext cx="4680000" cy="36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57" name="직사각형 356">
                <a:extLst>
                  <a:ext uri="{FF2B5EF4-FFF2-40B4-BE49-F238E27FC236}">
                    <a16:creationId xmlns:a16="http://schemas.microsoft.com/office/drawing/2014/main" id="{E81B0ED3-55E9-41BC-AB1C-784E9249CAAA}"/>
                  </a:ext>
                </a:extLst>
              </p:cNvPr>
              <p:cNvSpPr/>
              <p:nvPr/>
            </p:nvSpPr>
            <p:spPr>
              <a:xfrm>
                <a:off x="184320" y="7941332"/>
                <a:ext cx="4680000" cy="36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58" name="직사각형 357">
                <a:extLst>
                  <a:ext uri="{FF2B5EF4-FFF2-40B4-BE49-F238E27FC236}">
                    <a16:creationId xmlns:a16="http://schemas.microsoft.com/office/drawing/2014/main" id="{7A11A50C-92D9-47E5-BB61-EDE7FD189ECF}"/>
                  </a:ext>
                </a:extLst>
              </p:cNvPr>
              <p:cNvSpPr/>
              <p:nvPr/>
            </p:nvSpPr>
            <p:spPr>
              <a:xfrm rot="5400000">
                <a:off x="-3033360" y="4754624"/>
                <a:ext cx="6408000" cy="36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59" name="직사각형 358">
                <a:extLst>
                  <a:ext uri="{FF2B5EF4-FFF2-40B4-BE49-F238E27FC236}">
                    <a16:creationId xmlns:a16="http://schemas.microsoft.com/office/drawing/2014/main" id="{3924A7C9-10F1-47BB-BD31-7BFED23E9B8D}"/>
                  </a:ext>
                </a:extLst>
              </p:cNvPr>
              <p:cNvSpPr/>
              <p:nvPr/>
            </p:nvSpPr>
            <p:spPr>
              <a:xfrm rot="5400000">
                <a:off x="4360398" y="2072628"/>
                <a:ext cx="1044000" cy="36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75" name="직사각형 374">
                <a:extLst>
                  <a:ext uri="{FF2B5EF4-FFF2-40B4-BE49-F238E27FC236}">
                    <a16:creationId xmlns:a16="http://schemas.microsoft.com/office/drawing/2014/main" id="{0920DB9A-437E-4EF5-B12B-9D352F8F1C4D}"/>
                  </a:ext>
                </a:extLst>
              </p:cNvPr>
              <p:cNvSpPr/>
              <p:nvPr/>
            </p:nvSpPr>
            <p:spPr>
              <a:xfrm rot="16200000">
                <a:off x="3532398" y="6609332"/>
                <a:ext cx="2700000" cy="36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368" name="그룹 367">
            <a:extLst>
              <a:ext uri="{FF2B5EF4-FFF2-40B4-BE49-F238E27FC236}">
                <a16:creationId xmlns:a16="http://schemas.microsoft.com/office/drawing/2014/main" id="{D29A916C-9316-4A8D-83EB-DB6DE3BBAFED}"/>
              </a:ext>
            </a:extLst>
          </p:cNvPr>
          <p:cNvGrpSpPr/>
          <p:nvPr/>
        </p:nvGrpSpPr>
        <p:grpSpPr>
          <a:xfrm>
            <a:off x="3330000" y="2792760"/>
            <a:ext cx="3528000" cy="2306458"/>
            <a:chOff x="3330000" y="2792760"/>
            <a:chExt cx="3528000" cy="2306458"/>
          </a:xfrm>
        </p:grpSpPr>
        <p:sp>
          <p:nvSpPr>
            <p:cNvPr id="369" name="직사각형 368">
              <a:extLst>
                <a:ext uri="{FF2B5EF4-FFF2-40B4-BE49-F238E27FC236}">
                  <a16:creationId xmlns:a16="http://schemas.microsoft.com/office/drawing/2014/main" id="{39F76A4A-BAAB-46A4-9B6D-B596B2540190}"/>
                </a:ext>
              </a:extLst>
            </p:cNvPr>
            <p:cNvSpPr/>
            <p:nvPr/>
          </p:nvSpPr>
          <p:spPr>
            <a:xfrm>
              <a:off x="3330000" y="2792760"/>
              <a:ext cx="3528000" cy="2306458"/>
            </a:xfrm>
            <a:prstGeom prst="rect">
              <a:avLst/>
            </a:prstGeom>
            <a:solidFill>
              <a:srgbClr val="0070C0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0" name="TextBox 369">
              <a:extLst>
                <a:ext uri="{FF2B5EF4-FFF2-40B4-BE49-F238E27FC236}">
                  <a16:creationId xmlns:a16="http://schemas.microsoft.com/office/drawing/2014/main" id="{518390AF-6B2F-4626-B28B-2152D42E4A4E}"/>
                </a:ext>
              </a:extLst>
            </p:cNvPr>
            <p:cNvSpPr txBox="1"/>
            <p:nvPr/>
          </p:nvSpPr>
          <p:spPr>
            <a:xfrm>
              <a:off x="3681028" y="3064144"/>
              <a:ext cx="1518155" cy="360000"/>
            </a:xfrm>
            <a:prstGeom prst="roundRect">
              <a:avLst>
                <a:gd name="adj" fmla="val 50000"/>
              </a:avLst>
            </a:prstGeom>
            <a:solidFill>
              <a:srgbClr val="212E37"/>
            </a:solidFill>
          </p:spPr>
          <p:txBody>
            <a:bodyPr wrap="none" lIns="108000" tIns="0" rIns="108000" bIns="0" rtlCol="0" anchor="ctr">
              <a:noAutofit/>
            </a:bodyPr>
            <a:lstStyle>
              <a:defPPr>
                <a:defRPr lang="en-US"/>
              </a:defPPr>
              <a:lvl1pPr algn="ctr">
                <a:defRPr kumimoji="1">
                  <a:solidFill>
                    <a:schemeClr val="bg1"/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defRPr>
              </a:lvl1pPr>
            </a:lstStyle>
            <a:p>
              <a:r>
                <a:rPr lang="en-US" altLang="ko-KR" dirty="0"/>
                <a:t>PPT</a:t>
              </a:r>
              <a:r>
                <a:rPr lang="ko-KR" altLang="en-US" dirty="0"/>
                <a:t>템플릿</a:t>
              </a:r>
            </a:p>
          </p:txBody>
        </p:sp>
        <p:sp>
          <p:nvSpPr>
            <p:cNvPr id="371" name="Text Box 53">
              <a:extLst>
                <a:ext uri="{FF2B5EF4-FFF2-40B4-BE49-F238E27FC236}">
                  <a16:creationId xmlns:a16="http://schemas.microsoft.com/office/drawing/2014/main" id="{06160D10-2673-4624-BE8F-E81CDEA2EAC8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3681028" y="3688794"/>
              <a:ext cx="1591782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CC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bg1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 marL="177800" indent="-177800" defTabSz="793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1028700" indent="-457200" defTabSz="793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668463" indent="-454025" defTabSz="793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2317750" indent="-458788" defTabSz="793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965450" indent="-457200" defTabSz="793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34226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38798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43370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47942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indent="0" defTabSz="914400"/>
              <a:r>
                <a:rPr lang="ko-KR" altLang="en-US" sz="2600" dirty="0" err="1">
                  <a:solidFill>
                    <a:schemeClr val="bg1"/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심플</a:t>
              </a:r>
              <a:r>
                <a:rPr lang="en-US" altLang="ko-KR" sz="2600" dirty="0">
                  <a:solidFill>
                    <a:schemeClr val="bg1"/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_image</a:t>
              </a:r>
              <a:endParaRPr lang="ko-KR" altLang="en-US" sz="2600" dirty="0">
                <a:solidFill>
                  <a:schemeClr val="bg1"/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endParaRPr>
            </a:p>
          </p:txBody>
        </p:sp>
        <p:sp>
          <p:nvSpPr>
            <p:cNvPr id="372" name="Text Box 53">
              <a:extLst>
                <a:ext uri="{FF2B5EF4-FFF2-40B4-BE49-F238E27FC236}">
                  <a16:creationId xmlns:a16="http://schemas.microsoft.com/office/drawing/2014/main" id="{42114821-A63C-4FB1-ABF4-FFA26222E825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3681028" y="4108260"/>
              <a:ext cx="2604880" cy="4308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CC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bg1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 marL="177800" indent="-177800" defTabSz="793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1028700" indent="-457200" defTabSz="793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668463" indent="-454025" defTabSz="793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2317750" indent="-458788" defTabSz="793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965450" indent="-457200" defTabSz="793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34226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38798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43370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47942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indent="0" defTabSz="914400"/>
              <a:r>
                <a:rPr lang="ko-KR" altLang="en-US" sz="2800" dirty="0">
                  <a:solidFill>
                    <a:schemeClr val="bg1"/>
                  </a:solidFill>
                  <a:latin typeface="+mj-ea"/>
                  <a:ea typeface="+mj-ea"/>
                </a:rPr>
                <a:t>파워포인트 템플릿</a:t>
              </a:r>
            </a:p>
          </p:txBody>
        </p:sp>
        <p:sp>
          <p:nvSpPr>
            <p:cNvPr id="373" name="직사각형 372">
              <a:extLst>
                <a:ext uri="{FF2B5EF4-FFF2-40B4-BE49-F238E27FC236}">
                  <a16:creationId xmlns:a16="http://schemas.microsoft.com/office/drawing/2014/main" id="{E243FFA0-29EB-4A34-9A89-4E15A94ECE81}"/>
                </a:ext>
              </a:extLst>
            </p:cNvPr>
            <p:cNvSpPr/>
            <p:nvPr/>
          </p:nvSpPr>
          <p:spPr>
            <a:xfrm>
              <a:off x="3681028" y="4736984"/>
              <a:ext cx="2520000" cy="72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</a:endParaRPr>
            </a:p>
          </p:txBody>
        </p:sp>
        <p:sp>
          <p:nvSpPr>
            <p:cNvPr id="374" name="Freeform 81">
              <a:extLst>
                <a:ext uri="{FF2B5EF4-FFF2-40B4-BE49-F238E27FC236}">
                  <a16:creationId xmlns:a16="http://schemas.microsoft.com/office/drawing/2014/main" id="{59CC24E0-5C5A-4B3D-97F9-B932A642E9A7}"/>
                </a:ext>
              </a:extLst>
            </p:cNvPr>
            <p:cNvSpPr/>
            <p:nvPr/>
          </p:nvSpPr>
          <p:spPr>
            <a:xfrm>
              <a:off x="6303467" y="4018727"/>
              <a:ext cx="293886" cy="2073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85" extrusionOk="0">
                  <a:moveTo>
                    <a:pt x="4509" y="39"/>
                  </a:moveTo>
                  <a:cubicBezTo>
                    <a:pt x="3455" y="203"/>
                    <a:pt x="2455" y="825"/>
                    <a:pt x="1661" y="1835"/>
                  </a:cubicBezTo>
                  <a:cubicBezTo>
                    <a:pt x="603" y="3191"/>
                    <a:pt x="0" y="5130"/>
                    <a:pt x="0" y="7149"/>
                  </a:cubicBezTo>
                  <a:cubicBezTo>
                    <a:pt x="0" y="10514"/>
                    <a:pt x="1689" y="13461"/>
                    <a:pt x="4036" y="14094"/>
                  </a:cubicBezTo>
                  <a:cubicBezTo>
                    <a:pt x="3561" y="15786"/>
                    <a:pt x="2807" y="17466"/>
                    <a:pt x="1807" y="19078"/>
                  </a:cubicBezTo>
                  <a:cubicBezTo>
                    <a:pt x="1490" y="19587"/>
                    <a:pt x="1445" y="20312"/>
                    <a:pt x="1705" y="20883"/>
                  </a:cubicBezTo>
                  <a:cubicBezTo>
                    <a:pt x="1906" y="21332"/>
                    <a:pt x="2241" y="21585"/>
                    <a:pt x="2601" y="21585"/>
                  </a:cubicBezTo>
                  <a:cubicBezTo>
                    <a:pt x="2702" y="21585"/>
                    <a:pt x="2799" y="21574"/>
                    <a:pt x="2899" y="21523"/>
                  </a:cubicBezTo>
                  <a:cubicBezTo>
                    <a:pt x="5016" y="20646"/>
                    <a:pt x="9967" y="17535"/>
                    <a:pt x="10104" y="7562"/>
                  </a:cubicBezTo>
                  <a:cubicBezTo>
                    <a:pt x="10155" y="3717"/>
                    <a:pt x="8165" y="417"/>
                    <a:pt x="5580" y="39"/>
                  </a:cubicBezTo>
                  <a:cubicBezTo>
                    <a:pt x="5222" y="-11"/>
                    <a:pt x="4861" y="-15"/>
                    <a:pt x="4509" y="39"/>
                  </a:cubicBezTo>
                  <a:close/>
                  <a:moveTo>
                    <a:pt x="16005" y="39"/>
                  </a:moveTo>
                  <a:cubicBezTo>
                    <a:pt x="14953" y="203"/>
                    <a:pt x="13958" y="825"/>
                    <a:pt x="13164" y="1835"/>
                  </a:cubicBezTo>
                  <a:cubicBezTo>
                    <a:pt x="12106" y="3191"/>
                    <a:pt x="11496" y="5130"/>
                    <a:pt x="11496" y="7149"/>
                  </a:cubicBezTo>
                  <a:cubicBezTo>
                    <a:pt x="11496" y="10514"/>
                    <a:pt x="13185" y="13461"/>
                    <a:pt x="15532" y="14094"/>
                  </a:cubicBezTo>
                  <a:cubicBezTo>
                    <a:pt x="15056" y="15786"/>
                    <a:pt x="14303" y="17466"/>
                    <a:pt x="13302" y="19078"/>
                  </a:cubicBezTo>
                  <a:cubicBezTo>
                    <a:pt x="12986" y="19587"/>
                    <a:pt x="12948" y="20312"/>
                    <a:pt x="13208" y="20883"/>
                  </a:cubicBezTo>
                  <a:cubicBezTo>
                    <a:pt x="13409" y="21332"/>
                    <a:pt x="13737" y="21585"/>
                    <a:pt x="14096" y="21585"/>
                  </a:cubicBezTo>
                  <a:cubicBezTo>
                    <a:pt x="14197" y="21585"/>
                    <a:pt x="14302" y="21574"/>
                    <a:pt x="14402" y="21523"/>
                  </a:cubicBezTo>
                  <a:cubicBezTo>
                    <a:pt x="16519" y="20646"/>
                    <a:pt x="21463" y="17535"/>
                    <a:pt x="21600" y="7562"/>
                  </a:cubicBezTo>
                  <a:lnTo>
                    <a:pt x="21600" y="7417"/>
                  </a:lnTo>
                  <a:cubicBezTo>
                    <a:pt x="21600" y="3634"/>
                    <a:pt x="19632" y="417"/>
                    <a:pt x="17069" y="39"/>
                  </a:cubicBezTo>
                  <a:cubicBezTo>
                    <a:pt x="16712" y="-11"/>
                    <a:pt x="16356" y="-15"/>
                    <a:pt x="16005" y="39"/>
                  </a:cubicBezTo>
                  <a:close/>
                </a:path>
              </a:pathLst>
            </a:custGeom>
            <a:solidFill>
              <a:srgbClr val="00B0F0"/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pPr marL="0" marR="0" lvl="0" indent="0" defTabSz="91440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>
                  <a:latin typeface="Poppins Regular"/>
                  <a:ea typeface="Poppins Regular"/>
                  <a:cs typeface="Poppins Regular"/>
                  <a:sym typeface="Poppins Regular"/>
                </a:defRPr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oppins Regular"/>
              </a:endParaRPr>
            </a:p>
          </p:txBody>
        </p:sp>
      </p:grpSp>
      <p:sp>
        <p:nvSpPr>
          <p:cNvPr id="376" name="Text Box 53">
            <a:extLst>
              <a:ext uri="{FF2B5EF4-FFF2-40B4-BE49-F238E27FC236}">
                <a16:creationId xmlns:a16="http://schemas.microsoft.com/office/drawing/2014/main" id="{407F9E8E-B797-424E-838B-D700E3DE596A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341032" y="1767653"/>
            <a:ext cx="2515112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1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marL="177800" indent="-177800" defTabSz="793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1028700" indent="-457200" defTabSz="793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668463" indent="-454025" defTabSz="793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2317750" indent="-458788" defTabSz="793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965450" indent="-457200" defTabSz="793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3422650" indent="-457200" defTabSz="79375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3879850" indent="-457200" defTabSz="79375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4337050" indent="-457200" defTabSz="79375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4794250" indent="-457200" defTabSz="79375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indent="0" defTabSz="914400"/>
            <a:r>
              <a:rPr lang="ko-KR" altLang="en-US" sz="1200" dirty="0">
                <a:solidFill>
                  <a:schemeClr val="bg1">
                    <a:alpha val="70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문서에 대한 키워드를 입력하는 곳입니다</a:t>
            </a:r>
            <a:r>
              <a:rPr lang="en-US" altLang="ko-KR" sz="1200" dirty="0">
                <a:solidFill>
                  <a:schemeClr val="bg1">
                    <a:alpha val="70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.</a:t>
            </a:r>
          </a:p>
        </p:txBody>
      </p:sp>
      <p:grpSp>
        <p:nvGrpSpPr>
          <p:cNvPr id="377" name="그룹 376">
            <a:extLst>
              <a:ext uri="{FF2B5EF4-FFF2-40B4-BE49-F238E27FC236}">
                <a16:creationId xmlns:a16="http://schemas.microsoft.com/office/drawing/2014/main" id="{23B6ED82-B268-4BB0-B779-2AA56AC63BA1}"/>
              </a:ext>
            </a:extLst>
          </p:cNvPr>
          <p:cNvGrpSpPr/>
          <p:nvPr/>
        </p:nvGrpSpPr>
        <p:grpSpPr>
          <a:xfrm>
            <a:off x="5773062" y="2476747"/>
            <a:ext cx="828000" cy="991938"/>
            <a:chOff x="5121000" y="1584262"/>
            <a:chExt cx="828000" cy="991938"/>
          </a:xfrm>
        </p:grpSpPr>
        <p:sp>
          <p:nvSpPr>
            <p:cNvPr id="378" name="사각형: 둥근 모서리 377">
              <a:extLst>
                <a:ext uri="{FF2B5EF4-FFF2-40B4-BE49-F238E27FC236}">
                  <a16:creationId xmlns:a16="http://schemas.microsoft.com/office/drawing/2014/main" id="{A5C93D66-33F4-4384-9A1A-2F714901E60F}"/>
                </a:ext>
              </a:extLst>
            </p:cNvPr>
            <p:cNvSpPr/>
            <p:nvPr/>
          </p:nvSpPr>
          <p:spPr>
            <a:xfrm>
              <a:off x="5121000" y="1584262"/>
              <a:ext cx="828000" cy="828000"/>
            </a:xfrm>
            <a:prstGeom prst="roundRect">
              <a:avLst/>
            </a:prstGeom>
            <a:solidFill>
              <a:srgbClr val="F2DC4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36000" bIns="0" rtlCol="0" anchor="ctr"/>
            <a:lstStyle/>
            <a:p>
              <a:pPr algn="ctr" defTabSz="825500" hangingPunct="0">
                <a:defRPr/>
              </a:pPr>
              <a:r>
                <a:rPr lang="ko-KR" altLang="en-US" sz="2400" kern="0">
                  <a:solidFill>
                    <a:srgbClr val="232422"/>
                  </a:solidFill>
                  <a:latin typeface="G마켓 산스 Medium" panose="02000000000000000000" pitchFamily="50" charset="-127"/>
                  <a:ea typeface="G마켓 산스 Medium" panose="02000000000000000000" pitchFamily="50" charset="-127"/>
                  <a:cs typeface="Montserrat ExtraBold"/>
                  <a:sym typeface="Montserrat ExtraBold"/>
                </a:rPr>
                <a:t>샘플</a:t>
              </a:r>
              <a:endParaRPr lang="ko-KR" altLang="en-US" sz="2400" kern="0" dirty="0">
                <a:solidFill>
                  <a:srgbClr val="232422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  <a:cs typeface="Montserrat ExtraBold"/>
                <a:sym typeface="Montserrat ExtraBold"/>
              </a:endParaRPr>
            </a:p>
          </p:txBody>
        </p:sp>
        <p:sp>
          <p:nvSpPr>
            <p:cNvPr id="379" name="직각 삼각형 378">
              <a:extLst>
                <a:ext uri="{FF2B5EF4-FFF2-40B4-BE49-F238E27FC236}">
                  <a16:creationId xmlns:a16="http://schemas.microsoft.com/office/drawing/2014/main" id="{8924B50D-A505-4E70-860B-6A2443021536}"/>
                </a:ext>
              </a:extLst>
            </p:cNvPr>
            <p:cNvSpPr/>
            <p:nvPr/>
          </p:nvSpPr>
          <p:spPr>
            <a:xfrm flipV="1">
              <a:off x="5121001" y="2252700"/>
              <a:ext cx="295692" cy="323500"/>
            </a:xfrm>
            <a:prstGeom prst="rtTriangle">
              <a:avLst/>
            </a:prstGeom>
            <a:solidFill>
              <a:srgbClr val="F2DC4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91" name="그룹 390">
            <a:extLst>
              <a:ext uri="{FF2B5EF4-FFF2-40B4-BE49-F238E27FC236}">
                <a16:creationId xmlns:a16="http://schemas.microsoft.com/office/drawing/2014/main" id="{03A8186F-BA6A-4537-9657-D3AA0D8EC145}"/>
              </a:ext>
            </a:extLst>
          </p:cNvPr>
          <p:cNvGrpSpPr/>
          <p:nvPr/>
        </p:nvGrpSpPr>
        <p:grpSpPr>
          <a:xfrm>
            <a:off x="6750000" y="0"/>
            <a:ext cx="108000" cy="1964668"/>
            <a:chOff x="0" y="0"/>
            <a:chExt cx="144000" cy="9906000"/>
          </a:xfrm>
        </p:grpSpPr>
        <p:sp>
          <p:nvSpPr>
            <p:cNvPr id="392" name="직사각형 391">
              <a:extLst>
                <a:ext uri="{FF2B5EF4-FFF2-40B4-BE49-F238E27FC236}">
                  <a16:creationId xmlns:a16="http://schemas.microsoft.com/office/drawing/2014/main" id="{9E7A3B77-C92A-43DB-BF48-4374332C2FE0}"/>
                </a:ext>
              </a:extLst>
            </p:cNvPr>
            <p:cNvSpPr/>
            <p:nvPr/>
          </p:nvSpPr>
          <p:spPr>
            <a:xfrm>
              <a:off x="0" y="0"/>
              <a:ext cx="144000" cy="1656000"/>
            </a:xfrm>
            <a:prstGeom prst="rect">
              <a:avLst/>
            </a:prstGeom>
            <a:solidFill>
              <a:srgbClr val="019B8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  <p:sp>
          <p:nvSpPr>
            <p:cNvPr id="393" name="직사각형 392">
              <a:extLst>
                <a:ext uri="{FF2B5EF4-FFF2-40B4-BE49-F238E27FC236}">
                  <a16:creationId xmlns:a16="http://schemas.microsoft.com/office/drawing/2014/main" id="{718D09EA-4585-4808-9412-4A9C2113E26E}"/>
                </a:ext>
              </a:extLst>
            </p:cNvPr>
            <p:cNvSpPr/>
            <p:nvPr/>
          </p:nvSpPr>
          <p:spPr>
            <a:xfrm>
              <a:off x="0" y="1650000"/>
              <a:ext cx="144000" cy="1656000"/>
            </a:xfrm>
            <a:prstGeom prst="rect">
              <a:avLst/>
            </a:prstGeom>
            <a:solidFill>
              <a:srgbClr val="87AE1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  <p:sp>
          <p:nvSpPr>
            <p:cNvPr id="394" name="직사각형 393">
              <a:extLst>
                <a:ext uri="{FF2B5EF4-FFF2-40B4-BE49-F238E27FC236}">
                  <a16:creationId xmlns:a16="http://schemas.microsoft.com/office/drawing/2014/main" id="{73CBB6DF-511E-40DE-A679-C63DA0824C93}"/>
                </a:ext>
              </a:extLst>
            </p:cNvPr>
            <p:cNvSpPr/>
            <p:nvPr/>
          </p:nvSpPr>
          <p:spPr>
            <a:xfrm>
              <a:off x="0" y="3300000"/>
              <a:ext cx="144000" cy="1656000"/>
            </a:xfrm>
            <a:prstGeom prst="rect">
              <a:avLst/>
            </a:prstGeom>
            <a:solidFill>
              <a:srgbClr val="F7AC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  <p:sp>
          <p:nvSpPr>
            <p:cNvPr id="395" name="직사각형 394">
              <a:extLst>
                <a:ext uri="{FF2B5EF4-FFF2-40B4-BE49-F238E27FC236}">
                  <a16:creationId xmlns:a16="http://schemas.microsoft.com/office/drawing/2014/main" id="{4D5508CB-3C99-4754-ABCB-152D2F84CCE0}"/>
                </a:ext>
              </a:extLst>
            </p:cNvPr>
            <p:cNvSpPr/>
            <p:nvPr/>
          </p:nvSpPr>
          <p:spPr>
            <a:xfrm>
              <a:off x="0" y="4950000"/>
              <a:ext cx="144000" cy="1656000"/>
            </a:xfrm>
            <a:prstGeom prst="rect">
              <a:avLst/>
            </a:prstGeom>
            <a:solidFill>
              <a:srgbClr val="E752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  <p:sp>
          <p:nvSpPr>
            <p:cNvPr id="396" name="직사각형 395">
              <a:extLst>
                <a:ext uri="{FF2B5EF4-FFF2-40B4-BE49-F238E27FC236}">
                  <a16:creationId xmlns:a16="http://schemas.microsoft.com/office/drawing/2014/main" id="{D530DE51-603B-4FD6-8BC1-B67FA543B1A8}"/>
                </a:ext>
              </a:extLst>
            </p:cNvPr>
            <p:cNvSpPr/>
            <p:nvPr/>
          </p:nvSpPr>
          <p:spPr>
            <a:xfrm>
              <a:off x="0" y="6600000"/>
              <a:ext cx="144000" cy="1656000"/>
            </a:xfrm>
            <a:prstGeom prst="rect">
              <a:avLst/>
            </a:prstGeom>
            <a:solidFill>
              <a:srgbClr val="C9196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  <p:sp>
          <p:nvSpPr>
            <p:cNvPr id="397" name="직사각형 396">
              <a:extLst>
                <a:ext uri="{FF2B5EF4-FFF2-40B4-BE49-F238E27FC236}">
                  <a16:creationId xmlns:a16="http://schemas.microsoft.com/office/drawing/2014/main" id="{0AC0247B-CCA2-4F3C-87E3-0D8287648D2A}"/>
                </a:ext>
              </a:extLst>
            </p:cNvPr>
            <p:cNvSpPr/>
            <p:nvPr/>
          </p:nvSpPr>
          <p:spPr>
            <a:xfrm>
              <a:off x="0" y="8250000"/>
              <a:ext cx="144000" cy="1656000"/>
            </a:xfrm>
            <a:prstGeom prst="rect">
              <a:avLst/>
            </a:prstGeom>
            <a:solidFill>
              <a:srgbClr val="4E1E4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</p:grpSp>
      <p:grpSp>
        <p:nvGrpSpPr>
          <p:cNvPr id="380" name="그룹 379">
            <a:extLst>
              <a:ext uri="{FF2B5EF4-FFF2-40B4-BE49-F238E27FC236}">
                <a16:creationId xmlns:a16="http://schemas.microsoft.com/office/drawing/2014/main" id="{F70C467B-800F-4582-8BF9-A207AB7B31F1}"/>
              </a:ext>
            </a:extLst>
          </p:cNvPr>
          <p:cNvGrpSpPr/>
          <p:nvPr/>
        </p:nvGrpSpPr>
        <p:grpSpPr>
          <a:xfrm>
            <a:off x="165408" y="8606080"/>
            <a:ext cx="5279048" cy="811416"/>
            <a:chOff x="165408" y="8606080"/>
            <a:chExt cx="5279048" cy="811416"/>
          </a:xfrm>
        </p:grpSpPr>
        <p:sp>
          <p:nvSpPr>
            <p:cNvPr id="381" name="Text Box 53">
              <a:extLst>
                <a:ext uri="{FF2B5EF4-FFF2-40B4-BE49-F238E27FC236}">
                  <a16:creationId xmlns:a16="http://schemas.microsoft.com/office/drawing/2014/main" id="{42A78863-D601-4A9E-B15D-AEEADB435936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2938061" y="9021452"/>
              <a:ext cx="804707" cy="1264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CC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bg1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defPPr>
                <a:defRPr lang="en-US"/>
              </a:defPPr>
              <a:lvl1pPr lvl="0" indent="0" defTabSz="914400">
                <a:spcBef>
                  <a:spcPts val="1000"/>
                </a:spcBef>
                <a:defRPr kumimoji="1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  <a:ea typeface="굴림" panose="020B0600000101010101" pitchFamily="50" charset="-127"/>
                </a:defRPr>
              </a:lvl1pPr>
              <a:lvl2pPr marL="1028700" indent="-457200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668463" indent="-454025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2317750" indent="-458788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965450" indent="-457200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34226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38798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43370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47942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>
                <a:lnSpc>
                  <a:spcPct val="110000"/>
                </a:lnSpc>
                <a:spcBef>
                  <a:spcPts val="0"/>
                </a:spcBef>
              </a:pPr>
              <a:r>
                <a:rPr lang="en-US" altLang="ko-KR" dirty="0"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sample@mail.com</a:t>
              </a:r>
              <a:endParaRPr lang="ko-KR" altLang="en-US" dirty="0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endParaRPr>
            </a:p>
          </p:txBody>
        </p:sp>
        <p:sp>
          <p:nvSpPr>
            <p:cNvPr id="382" name="任意形状 978">
              <a:extLst>
                <a:ext uri="{FF2B5EF4-FFF2-40B4-BE49-F238E27FC236}">
                  <a16:creationId xmlns:a16="http://schemas.microsoft.com/office/drawing/2014/main" id="{D2AF9FC4-4357-4E95-8B73-DA9D511DDC56}"/>
                </a:ext>
              </a:extLst>
            </p:cNvPr>
            <p:cNvSpPr/>
            <p:nvPr/>
          </p:nvSpPr>
          <p:spPr>
            <a:xfrm>
              <a:off x="2751048" y="9030182"/>
              <a:ext cx="134750" cy="1179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" y="0"/>
                  </a:moveTo>
                  <a:lnTo>
                    <a:pt x="20520" y="0"/>
                  </a:lnTo>
                  <a:cubicBezTo>
                    <a:pt x="21117" y="0"/>
                    <a:pt x="21600" y="537"/>
                    <a:pt x="21600" y="1200"/>
                  </a:cubicBezTo>
                  <a:lnTo>
                    <a:pt x="21600" y="20400"/>
                  </a:lnTo>
                  <a:cubicBezTo>
                    <a:pt x="21600" y="21063"/>
                    <a:pt x="21117" y="21600"/>
                    <a:pt x="20520" y="21600"/>
                  </a:cubicBezTo>
                  <a:lnTo>
                    <a:pt x="1080" y="21600"/>
                  </a:lnTo>
                  <a:cubicBezTo>
                    <a:pt x="483" y="21600"/>
                    <a:pt x="0" y="21063"/>
                    <a:pt x="0" y="20400"/>
                  </a:cubicBezTo>
                  <a:lnTo>
                    <a:pt x="0" y="1200"/>
                  </a:lnTo>
                  <a:cubicBezTo>
                    <a:pt x="0" y="537"/>
                    <a:pt x="483" y="0"/>
                    <a:pt x="1080" y="0"/>
                  </a:cubicBezTo>
                  <a:close/>
                  <a:moveTo>
                    <a:pt x="19440" y="5086"/>
                  </a:moveTo>
                  <a:lnTo>
                    <a:pt x="10878" y="13606"/>
                  </a:lnTo>
                  <a:lnTo>
                    <a:pt x="2160" y="5059"/>
                  </a:lnTo>
                  <a:lnTo>
                    <a:pt x="2160" y="19200"/>
                  </a:lnTo>
                  <a:lnTo>
                    <a:pt x="19440" y="19200"/>
                  </a:lnTo>
                  <a:lnTo>
                    <a:pt x="19440" y="5086"/>
                  </a:lnTo>
                  <a:close/>
                  <a:moveTo>
                    <a:pt x="2712" y="2400"/>
                  </a:moveTo>
                  <a:lnTo>
                    <a:pt x="10866" y="10394"/>
                  </a:lnTo>
                  <a:lnTo>
                    <a:pt x="18902" y="2400"/>
                  </a:lnTo>
                  <a:lnTo>
                    <a:pt x="2712" y="240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9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383" name="Text Box 53">
              <a:extLst>
                <a:ext uri="{FF2B5EF4-FFF2-40B4-BE49-F238E27FC236}">
                  <a16:creationId xmlns:a16="http://schemas.microsoft.com/office/drawing/2014/main" id="{670B19A6-DDB4-4485-B981-57CB4AA0B227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4642224" y="9021452"/>
              <a:ext cx="795089" cy="1264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CC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bg1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defPPr>
                <a:defRPr lang="en-US"/>
              </a:defPPr>
              <a:lvl1pPr lvl="0" indent="0" defTabSz="914400">
                <a:spcBef>
                  <a:spcPts val="1000"/>
                </a:spcBef>
                <a:defRPr kumimoji="1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  <a:ea typeface="굴림" panose="020B0600000101010101" pitchFamily="50" charset="-127"/>
                </a:defRPr>
              </a:lvl1pPr>
              <a:lvl2pPr marL="1028700" indent="-457200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668463" indent="-454025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2317750" indent="-458788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965450" indent="-457200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34226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38798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43370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47942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>
                <a:lnSpc>
                  <a:spcPct val="110000"/>
                </a:lnSpc>
                <a:spcBef>
                  <a:spcPts val="0"/>
                </a:spcBef>
              </a:pPr>
              <a:r>
                <a:rPr lang="en-US" altLang="ko-KR" dirty="0"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www.sample.com</a:t>
              </a:r>
              <a:endParaRPr lang="ko-KR" altLang="en-US" dirty="0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endParaRPr>
            </a:p>
          </p:txBody>
        </p:sp>
        <p:sp>
          <p:nvSpPr>
            <p:cNvPr id="384" name="任意形状 412">
              <a:extLst>
                <a:ext uri="{FF2B5EF4-FFF2-40B4-BE49-F238E27FC236}">
                  <a16:creationId xmlns:a16="http://schemas.microsoft.com/office/drawing/2014/main" id="{BAB4B07D-EA72-4AD0-BF28-9FAAA5A4F8BF}"/>
                </a:ext>
              </a:extLst>
            </p:cNvPr>
            <p:cNvSpPr/>
            <p:nvPr/>
          </p:nvSpPr>
          <p:spPr>
            <a:xfrm>
              <a:off x="4438947" y="9022972"/>
              <a:ext cx="148226" cy="13238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05" extrusionOk="0">
                  <a:moveTo>
                    <a:pt x="17673" y="21505"/>
                  </a:moveTo>
                  <a:lnTo>
                    <a:pt x="3927" y="21505"/>
                  </a:lnTo>
                  <a:cubicBezTo>
                    <a:pt x="3385" y="21505"/>
                    <a:pt x="2945" y="21015"/>
                    <a:pt x="2945" y="20411"/>
                  </a:cubicBezTo>
                  <a:lnTo>
                    <a:pt x="2945" y="10560"/>
                  </a:lnTo>
                  <a:lnTo>
                    <a:pt x="0" y="10560"/>
                  </a:lnTo>
                  <a:lnTo>
                    <a:pt x="10139" y="285"/>
                  </a:lnTo>
                  <a:cubicBezTo>
                    <a:pt x="10514" y="-95"/>
                    <a:pt x="11086" y="-95"/>
                    <a:pt x="11461" y="285"/>
                  </a:cubicBezTo>
                  <a:lnTo>
                    <a:pt x="21600" y="10560"/>
                  </a:lnTo>
                  <a:lnTo>
                    <a:pt x="18655" y="10560"/>
                  </a:lnTo>
                  <a:lnTo>
                    <a:pt x="18655" y="20411"/>
                  </a:lnTo>
                  <a:cubicBezTo>
                    <a:pt x="18655" y="21015"/>
                    <a:pt x="18215" y="21505"/>
                    <a:pt x="17673" y="21505"/>
                  </a:cubicBezTo>
                  <a:close/>
                  <a:moveTo>
                    <a:pt x="4909" y="19316"/>
                  </a:moveTo>
                  <a:lnTo>
                    <a:pt x="16691" y="19316"/>
                  </a:lnTo>
                  <a:lnTo>
                    <a:pt x="16691" y="8543"/>
                  </a:lnTo>
                  <a:lnTo>
                    <a:pt x="10800" y="2574"/>
                  </a:lnTo>
                  <a:lnTo>
                    <a:pt x="4909" y="8543"/>
                  </a:lnTo>
                  <a:lnTo>
                    <a:pt x="4909" y="19316"/>
                  </a:lnTo>
                  <a:close/>
                  <a:moveTo>
                    <a:pt x="6873" y="14938"/>
                  </a:moveTo>
                  <a:lnTo>
                    <a:pt x="14727" y="14938"/>
                  </a:lnTo>
                  <a:lnTo>
                    <a:pt x="14727" y="17127"/>
                  </a:lnTo>
                  <a:lnTo>
                    <a:pt x="6873" y="17127"/>
                  </a:lnTo>
                  <a:lnTo>
                    <a:pt x="6873" y="14938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9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385" name="Text Box 53">
              <a:extLst>
                <a:ext uri="{FF2B5EF4-FFF2-40B4-BE49-F238E27FC236}">
                  <a16:creationId xmlns:a16="http://schemas.microsoft.com/office/drawing/2014/main" id="{CBBD553D-0A9C-42CB-984C-C8E0D21837AB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2926779" y="9260807"/>
              <a:ext cx="2517677" cy="1264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CC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bg1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defPPr>
                <a:defRPr lang="en-US"/>
              </a:defPPr>
              <a:lvl1pPr lvl="0" indent="0" defTabSz="914400">
                <a:lnSpc>
                  <a:spcPct val="110000"/>
                </a:lnSpc>
                <a:spcBef>
                  <a:spcPts val="0"/>
                </a:spcBef>
                <a:defRPr kumimoji="1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defRPr>
              </a:lvl1pPr>
              <a:lvl2pPr marL="1028700" indent="-457200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668463" indent="-454025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2317750" indent="-458788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965450" indent="-457200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34226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38798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43370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47942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r>
                <a:rPr lang="ko-KR" altLang="en-US" spc="10" dirty="0"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서울특별시 강남구 테헤란로 </a:t>
              </a:r>
              <a:r>
                <a:rPr lang="en-US" altLang="ko-KR" spc="10" dirty="0"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123</a:t>
              </a:r>
              <a:r>
                <a:rPr lang="ko-KR" altLang="en-US" spc="10" dirty="0"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길 </a:t>
              </a:r>
              <a:r>
                <a:rPr lang="en-US" altLang="ko-KR" spc="10" dirty="0"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45, </a:t>
              </a:r>
              <a:r>
                <a:rPr lang="ko-KR" altLang="en-US" spc="10" dirty="0" err="1"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카리버</a:t>
              </a:r>
              <a:r>
                <a:rPr lang="ko-KR" altLang="en-US" spc="10" dirty="0"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 오피스텔 </a:t>
              </a:r>
              <a:r>
                <a:rPr lang="en-US" altLang="ko-KR" spc="10" dirty="0"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101</a:t>
              </a:r>
              <a:r>
                <a:rPr lang="ko-KR" altLang="en-US" spc="10" dirty="0"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호</a:t>
              </a:r>
              <a:endParaRPr lang="en-US" altLang="ko-KR" spc="10" dirty="0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endParaRPr>
            </a:p>
          </p:txBody>
        </p:sp>
        <p:grpSp>
          <p:nvGrpSpPr>
            <p:cNvPr id="386" name="그룹 385">
              <a:extLst>
                <a:ext uri="{FF2B5EF4-FFF2-40B4-BE49-F238E27FC236}">
                  <a16:creationId xmlns:a16="http://schemas.microsoft.com/office/drawing/2014/main" id="{3B8AD95A-1FAE-41D8-BA47-6E991505E7FC}"/>
                </a:ext>
              </a:extLst>
            </p:cNvPr>
            <p:cNvGrpSpPr/>
            <p:nvPr/>
          </p:nvGrpSpPr>
          <p:grpSpPr>
            <a:xfrm>
              <a:off x="179300" y="9001029"/>
              <a:ext cx="2152472" cy="405569"/>
              <a:chOff x="4220940" y="8177794"/>
              <a:chExt cx="2152472" cy="405569"/>
            </a:xfrm>
          </p:grpSpPr>
          <p:sp>
            <p:nvSpPr>
              <p:cNvPr id="400" name="Oval 3">
                <a:extLst>
                  <a:ext uri="{FF2B5EF4-FFF2-40B4-BE49-F238E27FC236}">
                    <a16:creationId xmlns:a16="http://schemas.microsoft.com/office/drawing/2014/main" id="{04EE0F5F-C9E9-43A4-A419-FA7E295BB7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20940" y="8177794"/>
                <a:ext cx="405568" cy="405569"/>
              </a:xfrm>
              <a:prstGeom prst="ellipse">
                <a:avLst/>
              </a:prstGeom>
              <a:noFill/>
              <a:ln w="12700">
                <a:solidFill>
                  <a:schemeClr val="bg1">
                    <a:lumMod val="85000"/>
                    <a:alpha val="71000"/>
                  </a:schemeClr>
                </a:solidFill>
              </a:ln>
              <a:effectLst/>
            </p:spPr>
            <p:txBody>
              <a:bodyPr lIns="50800" tIns="50800" rIns="50800" bIns="50800" anchor="ctr"/>
              <a:lstStyle/>
              <a:p>
                <a:endParaRPr lang="en-US" altLang="en-US" sz="3200" dirty="0">
                  <a:solidFill>
                    <a:srgbClr val="FFFFFF"/>
                  </a:solidFill>
                  <a:latin typeface="Pretendard ExtraLight" panose="02000303000000020004" pitchFamily="50" charset="-127"/>
                  <a:ea typeface="Poppins" charset="0"/>
                  <a:cs typeface="Poppins" charset="0"/>
                  <a:sym typeface="Helvetica Light" charset="0"/>
                </a:endParaRPr>
              </a:p>
            </p:txBody>
          </p:sp>
          <p:sp>
            <p:nvSpPr>
              <p:cNvPr id="401" name="AutoShape 4">
                <a:extLst>
                  <a:ext uri="{FF2B5EF4-FFF2-40B4-BE49-F238E27FC236}">
                    <a16:creationId xmlns:a16="http://schemas.microsoft.com/office/drawing/2014/main" id="{A0BB7C94-F1C1-4F3E-9D17-A2EE26373C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77971" y="8294155"/>
                <a:ext cx="91507" cy="172846"/>
              </a:xfrm>
              <a:custGeom>
                <a:avLst/>
                <a:gdLst>
                  <a:gd name="T0" fmla="*/ 64294 w 21600"/>
                  <a:gd name="T1" fmla="*/ 121479 h 21595"/>
                  <a:gd name="T2" fmla="*/ 64294 w 21600"/>
                  <a:gd name="T3" fmla="*/ 121479 h 21595"/>
                  <a:gd name="T4" fmla="*/ 64294 w 21600"/>
                  <a:gd name="T5" fmla="*/ 121479 h 21595"/>
                  <a:gd name="T6" fmla="*/ 64294 w 21600"/>
                  <a:gd name="T7" fmla="*/ 121479 h 2159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595">
                    <a:moveTo>
                      <a:pt x="14325" y="0"/>
                    </a:moveTo>
                    <a:cubicBezTo>
                      <a:pt x="11947" y="-5"/>
                      <a:pt x="9683" y="535"/>
                      <a:pt x="8120" y="1477"/>
                    </a:cubicBezTo>
                    <a:cubicBezTo>
                      <a:pt x="6945" y="2186"/>
                      <a:pt x="6249" y="3081"/>
                      <a:pt x="6144" y="4019"/>
                    </a:cubicBezTo>
                    <a:lnTo>
                      <a:pt x="6123" y="7733"/>
                    </a:lnTo>
                    <a:lnTo>
                      <a:pt x="0" y="7733"/>
                    </a:lnTo>
                    <a:lnTo>
                      <a:pt x="0" y="11796"/>
                    </a:lnTo>
                    <a:lnTo>
                      <a:pt x="6103" y="11796"/>
                    </a:lnTo>
                    <a:lnTo>
                      <a:pt x="6052" y="21595"/>
                    </a:lnTo>
                    <a:lnTo>
                      <a:pt x="14509" y="21595"/>
                    </a:lnTo>
                    <a:lnTo>
                      <a:pt x="14509" y="11796"/>
                    </a:lnTo>
                    <a:lnTo>
                      <a:pt x="20469" y="11796"/>
                    </a:lnTo>
                    <a:lnTo>
                      <a:pt x="21447" y="7733"/>
                    </a:lnTo>
                    <a:lnTo>
                      <a:pt x="14509" y="7733"/>
                    </a:lnTo>
                    <a:lnTo>
                      <a:pt x="14509" y="4988"/>
                    </a:lnTo>
                    <a:cubicBezTo>
                      <a:pt x="14453" y="4560"/>
                      <a:pt x="14822" y="4150"/>
                      <a:pt x="15487" y="3901"/>
                    </a:cubicBezTo>
                    <a:cubicBezTo>
                      <a:pt x="15925" y="3738"/>
                      <a:pt x="16459" y="3660"/>
                      <a:pt x="16995" y="3682"/>
                    </a:cubicBezTo>
                    <a:lnTo>
                      <a:pt x="21600" y="3677"/>
                    </a:lnTo>
                    <a:lnTo>
                      <a:pt x="21590" y="0"/>
                    </a:lnTo>
                    <a:lnTo>
                      <a:pt x="14325" y="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p:spPr>
            <p:txBody>
              <a:bodyPr lIns="50800" tIns="50800" rIns="50800" bIns="5080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402" name="Oval 6">
                <a:extLst>
                  <a:ext uri="{FF2B5EF4-FFF2-40B4-BE49-F238E27FC236}">
                    <a16:creationId xmlns:a16="http://schemas.microsoft.com/office/drawing/2014/main" id="{BC6CA7BE-D241-485A-8F43-CA3D70C33E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03241" y="8177794"/>
                <a:ext cx="405568" cy="405569"/>
              </a:xfrm>
              <a:prstGeom prst="ellipse">
                <a:avLst/>
              </a:prstGeom>
              <a:noFill/>
              <a:ln w="12700">
                <a:solidFill>
                  <a:schemeClr val="bg1">
                    <a:lumMod val="85000"/>
                    <a:alpha val="71000"/>
                  </a:schemeClr>
                </a:solidFill>
              </a:ln>
              <a:effectLst/>
            </p:spPr>
            <p:txBody>
              <a:bodyPr lIns="50800" tIns="50800" rIns="50800" bIns="50800" anchor="ctr"/>
              <a:lstStyle/>
              <a:p>
                <a:endParaRPr lang="en-US" altLang="en-US" sz="3200" dirty="0">
                  <a:solidFill>
                    <a:srgbClr val="FFFFFF"/>
                  </a:solidFill>
                  <a:latin typeface="Pretendard ExtraLight" panose="02000303000000020004" pitchFamily="50" charset="-127"/>
                  <a:ea typeface="Poppins" charset="0"/>
                  <a:cs typeface="Poppins" charset="0"/>
                  <a:sym typeface="Helvetica Light" charset="0"/>
                </a:endParaRPr>
              </a:p>
            </p:txBody>
          </p:sp>
          <p:sp>
            <p:nvSpPr>
              <p:cNvPr id="403" name="AutoShape 7">
                <a:extLst>
                  <a:ext uri="{FF2B5EF4-FFF2-40B4-BE49-F238E27FC236}">
                    <a16:creationId xmlns:a16="http://schemas.microsoft.com/office/drawing/2014/main" id="{0FE4EA1D-E94E-40C1-B1A5-4FBB2D0BFC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25985" y="8307712"/>
                <a:ext cx="176236" cy="145733"/>
              </a:xfrm>
              <a:custGeom>
                <a:avLst/>
                <a:gdLst>
                  <a:gd name="T0" fmla="*/ 123825 w 21600"/>
                  <a:gd name="T1" fmla="*/ 106380 h 20609"/>
                  <a:gd name="T2" fmla="*/ 123825 w 21600"/>
                  <a:gd name="T3" fmla="*/ 106380 h 20609"/>
                  <a:gd name="T4" fmla="*/ 123825 w 21600"/>
                  <a:gd name="T5" fmla="*/ 106380 h 20609"/>
                  <a:gd name="T6" fmla="*/ 123825 w 21600"/>
                  <a:gd name="T7" fmla="*/ 106380 h 2060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0609">
                    <a:moveTo>
                      <a:pt x="20989" y="488"/>
                    </a:moveTo>
                    <a:cubicBezTo>
                      <a:pt x="20829" y="951"/>
                      <a:pt x="20629" y="1394"/>
                      <a:pt x="20393" y="1811"/>
                    </a:cubicBezTo>
                    <a:cubicBezTo>
                      <a:pt x="20078" y="2370"/>
                      <a:pt x="19700" y="2878"/>
                      <a:pt x="19269" y="3322"/>
                    </a:cubicBezTo>
                    <a:cubicBezTo>
                      <a:pt x="19683" y="3307"/>
                      <a:pt x="20095" y="3243"/>
                      <a:pt x="20498" y="3130"/>
                    </a:cubicBezTo>
                    <a:cubicBezTo>
                      <a:pt x="20877" y="3024"/>
                      <a:pt x="21246" y="2876"/>
                      <a:pt x="21600" y="2687"/>
                    </a:cubicBezTo>
                    <a:cubicBezTo>
                      <a:pt x="21316" y="3218"/>
                      <a:pt x="20987" y="3713"/>
                      <a:pt x="20617" y="4166"/>
                    </a:cubicBezTo>
                    <a:cubicBezTo>
                      <a:pt x="20223" y="4649"/>
                      <a:pt x="19784" y="5081"/>
                      <a:pt x="19309" y="5454"/>
                    </a:cubicBezTo>
                    <a:cubicBezTo>
                      <a:pt x="19444" y="7795"/>
                      <a:pt x="19109" y="10097"/>
                      <a:pt x="18370" y="12200"/>
                    </a:cubicBezTo>
                    <a:cubicBezTo>
                      <a:pt x="17648" y="14253"/>
                      <a:pt x="16533" y="16141"/>
                      <a:pt x="14986" y="17569"/>
                    </a:cubicBezTo>
                    <a:cubicBezTo>
                      <a:pt x="13903" y="18568"/>
                      <a:pt x="12649" y="19278"/>
                      <a:pt x="11333" y="19776"/>
                    </a:cubicBezTo>
                    <a:cubicBezTo>
                      <a:pt x="7577" y="21197"/>
                      <a:pt x="3487" y="20789"/>
                      <a:pt x="0" y="18635"/>
                    </a:cubicBezTo>
                    <a:cubicBezTo>
                      <a:pt x="1193" y="18716"/>
                      <a:pt x="2389" y="18532"/>
                      <a:pt x="3523" y="18094"/>
                    </a:cubicBezTo>
                    <a:cubicBezTo>
                      <a:pt x="4495" y="17719"/>
                      <a:pt x="5407" y="17162"/>
                      <a:pt x="6225" y="16446"/>
                    </a:cubicBezTo>
                    <a:cubicBezTo>
                      <a:pt x="5098" y="16406"/>
                      <a:pt x="4024" y="15887"/>
                      <a:pt x="3208" y="14986"/>
                    </a:cubicBezTo>
                    <a:cubicBezTo>
                      <a:pt x="2632" y="14351"/>
                      <a:pt x="2210" y="13551"/>
                      <a:pt x="1985" y="12667"/>
                    </a:cubicBezTo>
                    <a:cubicBezTo>
                      <a:pt x="2291" y="12709"/>
                      <a:pt x="2600" y="12724"/>
                      <a:pt x="2908" y="12712"/>
                    </a:cubicBezTo>
                    <a:cubicBezTo>
                      <a:pt x="3196" y="12701"/>
                      <a:pt x="3482" y="12666"/>
                      <a:pt x="3766" y="12608"/>
                    </a:cubicBezTo>
                    <a:cubicBezTo>
                      <a:pt x="2710" y="12261"/>
                      <a:pt x="1802" y="11471"/>
                      <a:pt x="1219" y="10392"/>
                    </a:cubicBezTo>
                    <a:cubicBezTo>
                      <a:pt x="728" y="9483"/>
                      <a:pt x="496" y="8418"/>
                      <a:pt x="556" y="7347"/>
                    </a:cubicBezTo>
                    <a:cubicBezTo>
                      <a:pt x="865" y="7528"/>
                      <a:pt x="1185" y="7682"/>
                      <a:pt x="1514" y="7808"/>
                    </a:cubicBezTo>
                    <a:cubicBezTo>
                      <a:pt x="1827" y="7928"/>
                      <a:pt x="2147" y="8023"/>
                      <a:pt x="2471" y="8092"/>
                    </a:cubicBezTo>
                    <a:cubicBezTo>
                      <a:pt x="1633" y="7267"/>
                      <a:pt x="1044" y="6153"/>
                      <a:pt x="791" y="4912"/>
                    </a:cubicBezTo>
                    <a:cubicBezTo>
                      <a:pt x="541" y="3690"/>
                      <a:pt x="630" y="2408"/>
                      <a:pt x="1044" y="1248"/>
                    </a:cubicBezTo>
                    <a:cubicBezTo>
                      <a:pt x="2154" y="2776"/>
                      <a:pt x="3509" y="4041"/>
                      <a:pt x="5034" y="4972"/>
                    </a:cubicBezTo>
                    <a:cubicBezTo>
                      <a:pt x="6714" y="5998"/>
                      <a:pt x="8564" y="6597"/>
                      <a:pt x="10460" y="6728"/>
                    </a:cubicBezTo>
                    <a:cubicBezTo>
                      <a:pt x="9854" y="4014"/>
                      <a:pt x="11145" y="1215"/>
                      <a:pt x="13427" y="291"/>
                    </a:cubicBezTo>
                    <a:cubicBezTo>
                      <a:pt x="15140" y="-403"/>
                      <a:pt x="17045" y="169"/>
                      <a:pt x="18253" y="1739"/>
                    </a:cubicBezTo>
                    <a:cubicBezTo>
                      <a:pt x="18767" y="1670"/>
                      <a:pt x="19270" y="1521"/>
                      <a:pt x="19749" y="1295"/>
                    </a:cubicBezTo>
                    <a:cubicBezTo>
                      <a:pt x="20190" y="1087"/>
                      <a:pt x="20606" y="816"/>
                      <a:pt x="20989" y="488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p:spPr>
            <p:txBody>
              <a:bodyPr lIns="50800" tIns="50800" rIns="50800" bIns="5080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404" name="Oval 9">
                <a:extLst>
                  <a:ext uri="{FF2B5EF4-FFF2-40B4-BE49-F238E27FC236}">
                    <a16:creationId xmlns:a16="http://schemas.microsoft.com/office/drawing/2014/main" id="{002D2702-52F6-4A12-9F64-1DDEBC977A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85542" y="8177794"/>
                <a:ext cx="405568" cy="405569"/>
              </a:xfrm>
              <a:prstGeom prst="ellipse">
                <a:avLst/>
              </a:prstGeom>
              <a:noFill/>
              <a:ln w="12700">
                <a:solidFill>
                  <a:schemeClr val="bg1">
                    <a:lumMod val="85000"/>
                    <a:alpha val="71000"/>
                  </a:schemeClr>
                </a:solidFill>
              </a:ln>
              <a:effectLst/>
            </p:spPr>
            <p:txBody>
              <a:bodyPr lIns="50800" tIns="50800" rIns="50800" bIns="50800" anchor="ctr"/>
              <a:lstStyle/>
              <a:p>
                <a:endParaRPr lang="en-US" altLang="en-US" sz="3200" dirty="0">
                  <a:solidFill>
                    <a:srgbClr val="FFFFFF"/>
                  </a:solidFill>
                  <a:latin typeface="Pretendard ExtraLight" panose="02000303000000020004" pitchFamily="50" charset="-127"/>
                  <a:ea typeface="Poppins" charset="0"/>
                  <a:cs typeface="Poppins" charset="0"/>
                  <a:sym typeface="Helvetica Light" charset="0"/>
                </a:endParaRPr>
              </a:p>
            </p:txBody>
          </p:sp>
          <p:sp>
            <p:nvSpPr>
              <p:cNvPr id="405" name="AutoShape 10">
                <a:extLst>
                  <a:ext uri="{FF2B5EF4-FFF2-40B4-BE49-F238E27FC236}">
                    <a16:creationId xmlns:a16="http://schemas.microsoft.com/office/drawing/2014/main" id="{42C51DC9-86FC-4372-B31A-65F3D8636A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95352" y="8311666"/>
                <a:ext cx="215776" cy="137826"/>
              </a:xfrm>
              <a:custGeom>
                <a:avLst/>
                <a:gdLst>
                  <a:gd name="T0" fmla="*/ 151599 w 20949"/>
                  <a:gd name="T1" fmla="*/ 96820 h 20595"/>
                  <a:gd name="T2" fmla="*/ 151599 w 20949"/>
                  <a:gd name="T3" fmla="*/ 96820 h 20595"/>
                  <a:gd name="T4" fmla="*/ 151599 w 20949"/>
                  <a:gd name="T5" fmla="*/ 96820 h 20595"/>
                  <a:gd name="T6" fmla="*/ 151599 w 20949"/>
                  <a:gd name="T7" fmla="*/ 96820 h 2059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0949" h="20595">
                    <a:moveTo>
                      <a:pt x="6669" y="0"/>
                    </a:moveTo>
                    <a:cubicBezTo>
                      <a:pt x="4962" y="0"/>
                      <a:pt x="3255" y="1006"/>
                      <a:pt x="1953" y="3017"/>
                    </a:cubicBezTo>
                    <a:cubicBezTo>
                      <a:pt x="-651" y="7038"/>
                      <a:pt x="-651" y="13558"/>
                      <a:pt x="1953" y="17579"/>
                    </a:cubicBezTo>
                    <a:cubicBezTo>
                      <a:pt x="4557" y="21600"/>
                      <a:pt x="8780" y="21600"/>
                      <a:pt x="11384" y="17579"/>
                    </a:cubicBezTo>
                    <a:cubicBezTo>
                      <a:pt x="13022" y="15050"/>
                      <a:pt x="13627" y="11534"/>
                      <a:pt x="13205" y="8272"/>
                    </a:cubicBezTo>
                    <a:lnTo>
                      <a:pt x="13026" y="8272"/>
                    </a:lnTo>
                    <a:lnTo>
                      <a:pt x="13026" y="8259"/>
                    </a:lnTo>
                    <a:lnTo>
                      <a:pt x="6690" y="8259"/>
                    </a:lnTo>
                    <a:lnTo>
                      <a:pt x="6690" y="12305"/>
                    </a:lnTo>
                    <a:lnTo>
                      <a:pt x="10410" y="12305"/>
                    </a:lnTo>
                    <a:cubicBezTo>
                      <a:pt x="10222" y="13151"/>
                      <a:pt x="9915" y="13949"/>
                      <a:pt x="9477" y="14627"/>
                    </a:cubicBezTo>
                    <a:cubicBezTo>
                      <a:pt x="7927" y="17019"/>
                      <a:pt x="5415" y="17019"/>
                      <a:pt x="3865" y="14627"/>
                    </a:cubicBezTo>
                    <a:cubicBezTo>
                      <a:pt x="2316" y="12234"/>
                      <a:pt x="2316" y="8361"/>
                      <a:pt x="3865" y="5969"/>
                    </a:cubicBezTo>
                    <a:cubicBezTo>
                      <a:pt x="4640" y="4773"/>
                      <a:pt x="5654" y="4174"/>
                      <a:pt x="6669" y="4174"/>
                    </a:cubicBezTo>
                    <a:cubicBezTo>
                      <a:pt x="7633" y="4174"/>
                      <a:pt x="8593" y="4730"/>
                      <a:pt x="9352" y="5808"/>
                    </a:cubicBezTo>
                    <a:lnTo>
                      <a:pt x="11297" y="2894"/>
                    </a:lnTo>
                    <a:cubicBezTo>
                      <a:pt x="10006" y="970"/>
                      <a:pt x="8339" y="0"/>
                      <a:pt x="6669" y="0"/>
                    </a:cubicBezTo>
                    <a:close/>
                    <a:moveTo>
                      <a:pt x="16904" y="5120"/>
                    </a:moveTo>
                    <a:lnTo>
                      <a:pt x="16904" y="8490"/>
                    </a:lnTo>
                    <a:lnTo>
                      <a:pt x="14721" y="8490"/>
                    </a:lnTo>
                    <a:lnTo>
                      <a:pt x="14721" y="11359"/>
                    </a:lnTo>
                    <a:lnTo>
                      <a:pt x="16904" y="11359"/>
                    </a:lnTo>
                    <a:lnTo>
                      <a:pt x="16904" y="14730"/>
                    </a:lnTo>
                    <a:lnTo>
                      <a:pt x="18766" y="14730"/>
                    </a:lnTo>
                    <a:lnTo>
                      <a:pt x="18766" y="11359"/>
                    </a:lnTo>
                    <a:lnTo>
                      <a:pt x="20949" y="11359"/>
                    </a:lnTo>
                    <a:lnTo>
                      <a:pt x="20949" y="8490"/>
                    </a:lnTo>
                    <a:lnTo>
                      <a:pt x="18766" y="8490"/>
                    </a:lnTo>
                    <a:lnTo>
                      <a:pt x="18766" y="5120"/>
                    </a:lnTo>
                    <a:lnTo>
                      <a:pt x="16904" y="512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p:spPr>
            <p:txBody>
              <a:bodyPr lIns="50800" tIns="50800" rIns="50800" bIns="5080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406" name="Oval 136">
                <a:extLst>
                  <a:ext uri="{FF2B5EF4-FFF2-40B4-BE49-F238E27FC236}">
                    <a16:creationId xmlns:a16="http://schemas.microsoft.com/office/drawing/2014/main" id="{3EA5F02F-13A3-4749-88A2-C0F631BFF4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67844" y="8177794"/>
                <a:ext cx="405568" cy="405569"/>
              </a:xfrm>
              <a:prstGeom prst="ellipse">
                <a:avLst/>
              </a:prstGeom>
              <a:noFill/>
              <a:ln w="12700">
                <a:solidFill>
                  <a:schemeClr val="bg1">
                    <a:lumMod val="85000"/>
                    <a:alpha val="71000"/>
                  </a:schemeClr>
                </a:solidFill>
              </a:ln>
              <a:effectLst/>
            </p:spPr>
            <p:txBody>
              <a:bodyPr lIns="50800" tIns="50800" rIns="50800" bIns="50800" anchor="ctr"/>
              <a:lstStyle/>
              <a:p>
                <a:pPr>
                  <a:defRPr/>
                </a:pPr>
                <a:endParaRPr lang="en-US" altLang="en-US" sz="3200" dirty="0">
                  <a:solidFill>
                    <a:srgbClr val="FFFFFF"/>
                  </a:solidFill>
                  <a:latin typeface="Pretendard ExtraLight" panose="02000303000000020004" pitchFamily="50" charset="-127"/>
                  <a:ea typeface="Poppins" charset="0"/>
                  <a:cs typeface="Poppins" charset="0"/>
                  <a:sym typeface="Helvetica Light" charset="0"/>
                </a:endParaRPr>
              </a:p>
            </p:txBody>
          </p:sp>
          <p:sp>
            <p:nvSpPr>
              <p:cNvPr id="407" name="AutoShape 13">
                <a:extLst>
                  <a:ext uri="{FF2B5EF4-FFF2-40B4-BE49-F238E27FC236}">
                    <a16:creationId xmlns:a16="http://schemas.microsoft.com/office/drawing/2014/main" id="{C7962F50-B130-4D74-9FE5-E442D71BF4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97309" y="8300368"/>
                <a:ext cx="161550" cy="160420"/>
              </a:xfrm>
              <a:custGeom>
                <a:avLst/>
                <a:gdLst>
                  <a:gd name="T0" fmla="*/ 113506 w 21352"/>
                  <a:gd name="T1" fmla="*/ 112698 h 21600"/>
                  <a:gd name="T2" fmla="*/ 113506 w 21352"/>
                  <a:gd name="T3" fmla="*/ 112698 h 21600"/>
                  <a:gd name="T4" fmla="*/ 113506 w 21352"/>
                  <a:gd name="T5" fmla="*/ 112698 h 21600"/>
                  <a:gd name="T6" fmla="*/ 113506 w 21352"/>
                  <a:gd name="T7" fmla="*/ 112698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352" h="21600">
                    <a:moveTo>
                      <a:pt x="2512" y="0"/>
                    </a:moveTo>
                    <a:cubicBezTo>
                      <a:pt x="1868" y="0"/>
                      <a:pt x="1228" y="252"/>
                      <a:pt x="736" y="755"/>
                    </a:cubicBezTo>
                    <a:cubicBezTo>
                      <a:pt x="-246" y="1760"/>
                      <a:pt x="-246" y="3389"/>
                      <a:pt x="736" y="4394"/>
                    </a:cubicBezTo>
                    <a:cubicBezTo>
                      <a:pt x="1719" y="5400"/>
                      <a:pt x="3311" y="5400"/>
                      <a:pt x="4293" y="4394"/>
                    </a:cubicBezTo>
                    <a:cubicBezTo>
                      <a:pt x="5276" y="3389"/>
                      <a:pt x="5276" y="1760"/>
                      <a:pt x="4293" y="755"/>
                    </a:cubicBezTo>
                    <a:cubicBezTo>
                      <a:pt x="3802" y="252"/>
                      <a:pt x="3156" y="0"/>
                      <a:pt x="2512" y="0"/>
                    </a:cubicBezTo>
                    <a:close/>
                    <a:moveTo>
                      <a:pt x="15974" y="6786"/>
                    </a:moveTo>
                    <a:cubicBezTo>
                      <a:pt x="14493" y="6827"/>
                      <a:pt x="13075" y="7479"/>
                      <a:pt x="12048" y="8609"/>
                    </a:cubicBezTo>
                    <a:lnTo>
                      <a:pt x="12048" y="7250"/>
                    </a:lnTo>
                    <a:lnTo>
                      <a:pt x="7561" y="7250"/>
                    </a:lnTo>
                    <a:lnTo>
                      <a:pt x="7561" y="21600"/>
                    </a:lnTo>
                    <a:lnTo>
                      <a:pt x="12048" y="21600"/>
                    </a:lnTo>
                    <a:lnTo>
                      <a:pt x="12048" y="13067"/>
                    </a:lnTo>
                    <a:cubicBezTo>
                      <a:pt x="12157" y="11669"/>
                      <a:pt x="13375" y="10577"/>
                      <a:pt x="14805" y="10756"/>
                    </a:cubicBezTo>
                    <a:cubicBezTo>
                      <a:pt x="16039" y="10911"/>
                      <a:pt x="16934" y="12021"/>
                      <a:pt x="16865" y="13287"/>
                    </a:cubicBezTo>
                    <a:lnTo>
                      <a:pt x="16865" y="21600"/>
                    </a:lnTo>
                    <a:lnTo>
                      <a:pt x="21352" y="21600"/>
                    </a:lnTo>
                    <a:lnTo>
                      <a:pt x="21352" y="13357"/>
                    </a:lnTo>
                    <a:lnTo>
                      <a:pt x="21352" y="13287"/>
                    </a:lnTo>
                    <a:lnTo>
                      <a:pt x="21346" y="13287"/>
                    </a:lnTo>
                    <a:cubicBezTo>
                      <a:pt x="21354" y="12646"/>
                      <a:pt x="21328" y="12016"/>
                      <a:pt x="21244" y="11407"/>
                    </a:cubicBezTo>
                    <a:cubicBezTo>
                      <a:pt x="21154" y="10757"/>
                      <a:pt x="21010" y="10115"/>
                      <a:pt x="20734" y="9532"/>
                    </a:cubicBezTo>
                    <a:cubicBezTo>
                      <a:pt x="20160" y="8321"/>
                      <a:pt x="19052" y="7432"/>
                      <a:pt x="17710" y="7024"/>
                    </a:cubicBezTo>
                    <a:cubicBezTo>
                      <a:pt x="17135" y="6849"/>
                      <a:pt x="16551" y="6770"/>
                      <a:pt x="15974" y="6786"/>
                    </a:cubicBezTo>
                    <a:close/>
                    <a:moveTo>
                      <a:pt x="271" y="7250"/>
                    </a:moveTo>
                    <a:lnTo>
                      <a:pt x="271" y="21600"/>
                    </a:lnTo>
                    <a:lnTo>
                      <a:pt x="4759" y="21600"/>
                    </a:lnTo>
                    <a:lnTo>
                      <a:pt x="4759" y="7250"/>
                    </a:lnTo>
                    <a:lnTo>
                      <a:pt x="271" y="725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p:spPr>
            <p:txBody>
              <a:bodyPr lIns="50800" tIns="50800" rIns="50800" bIns="50800" anchor="ctr"/>
              <a:lstStyle/>
              <a:p>
                <a:pPr>
                  <a:defRPr/>
                </a:pPr>
                <a:endParaRPr lang="ru-RU"/>
              </a:p>
            </p:txBody>
          </p:sp>
        </p:grpSp>
        <p:sp>
          <p:nvSpPr>
            <p:cNvPr id="387" name="Text Box 53">
              <a:extLst>
                <a:ext uri="{FF2B5EF4-FFF2-40B4-BE49-F238E27FC236}">
                  <a16:creationId xmlns:a16="http://schemas.microsoft.com/office/drawing/2014/main" id="{C4F8F8FF-9F81-4E20-81A9-19E2C56C47FB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65408" y="8606080"/>
              <a:ext cx="2166364" cy="299295"/>
            </a:xfrm>
            <a:prstGeom prst="rect">
              <a:avLst/>
            </a:prstGeom>
            <a:solidFill>
              <a:srgbClr val="505050"/>
            </a:solidFill>
            <a:ln>
              <a:noFill/>
            </a:ln>
            <a:effectLst/>
          </p:spPr>
          <p:txBody>
            <a:bodyPr wrap="none" lIns="144000" tIns="36000" rIns="144000" bIns="36000" anchor="ctr">
              <a:noAutofit/>
            </a:bodyPr>
            <a:lstStyle>
              <a:defPPr>
                <a:defRPr lang="en-US"/>
              </a:defPPr>
              <a:lvl1pPr lvl="0" indent="0" algn="ctr" defTabSz="914400">
                <a:spcBef>
                  <a:spcPts val="1000"/>
                </a:spcBef>
                <a:defRPr kumimoji="1" sz="1000">
                  <a:solidFill>
                    <a:schemeClr val="bg1"/>
                  </a:solidFill>
                  <a:latin typeface="+mn-ea"/>
                </a:defRPr>
              </a:lvl1pPr>
              <a:lvl2pPr marL="1028700" indent="-457200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668463" indent="-454025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2317750" indent="-458788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965450" indent="-457200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34226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38798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43370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47942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r>
                <a:rPr lang="en-US" altLang="ko-KR" dirty="0"/>
                <a:t>(</a:t>
              </a:r>
              <a:r>
                <a:rPr lang="ko-KR" altLang="en-US" dirty="0"/>
                <a:t>주</a:t>
              </a:r>
              <a:r>
                <a:rPr lang="en-US" altLang="ko-KR" dirty="0"/>
                <a:t>)</a:t>
              </a:r>
              <a:r>
                <a:rPr lang="ko-KR" altLang="en-US" dirty="0"/>
                <a:t>서희 </a:t>
              </a:r>
              <a:r>
                <a:rPr lang="en-US" altLang="ko-KR" dirty="0"/>
                <a:t>Design</a:t>
              </a:r>
              <a:endParaRPr lang="ko-KR" altLang="en-US" dirty="0"/>
            </a:p>
          </p:txBody>
        </p:sp>
        <p:cxnSp>
          <p:nvCxnSpPr>
            <p:cNvPr id="388" name="직선 연결선 387">
              <a:extLst>
                <a:ext uri="{FF2B5EF4-FFF2-40B4-BE49-F238E27FC236}">
                  <a16:creationId xmlns:a16="http://schemas.microsoft.com/office/drawing/2014/main" id="{79FA5956-D10C-48EC-ADE3-9C887EBD23D5}"/>
                </a:ext>
              </a:extLst>
            </p:cNvPr>
            <p:cNvCxnSpPr/>
            <p:nvPr/>
          </p:nvCxnSpPr>
          <p:spPr>
            <a:xfrm>
              <a:off x="2539206" y="8606080"/>
              <a:ext cx="0" cy="79200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9" name="任意形状 1091">
              <a:extLst>
                <a:ext uri="{FF2B5EF4-FFF2-40B4-BE49-F238E27FC236}">
                  <a16:creationId xmlns:a16="http://schemas.microsoft.com/office/drawing/2014/main" id="{2B6329BE-A090-489E-B4C7-FFE3EEC81C90}"/>
                </a:ext>
              </a:extLst>
            </p:cNvPr>
            <p:cNvSpPr/>
            <p:nvPr/>
          </p:nvSpPr>
          <p:spPr>
            <a:xfrm>
              <a:off x="2751048" y="9256464"/>
              <a:ext cx="133403" cy="16103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20760" extrusionOk="0">
                  <a:moveTo>
                    <a:pt x="9839" y="18058"/>
                  </a:moveTo>
                  <a:lnTo>
                    <a:pt x="15251" y="13328"/>
                  </a:lnTo>
                  <a:cubicBezTo>
                    <a:pt x="18239" y="10716"/>
                    <a:pt x="18239" y="6481"/>
                    <a:pt x="15250" y="3870"/>
                  </a:cubicBezTo>
                  <a:cubicBezTo>
                    <a:pt x="12261" y="1258"/>
                    <a:pt x="7416" y="1258"/>
                    <a:pt x="4427" y="3870"/>
                  </a:cubicBezTo>
                  <a:cubicBezTo>
                    <a:pt x="1439" y="6482"/>
                    <a:pt x="1439" y="10716"/>
                    <a:pt x="4427" y="13328"/>
                  </a:cubicBezTo>
                  <a:lnTo>
                    <a:pt x="9839" y="18058"/>
                  </a:lnTo>
                  <a:close/>
                  <a:moveTo>
                    <a:pt x="9839" y="20760"/>
                  </a:moveTo>
                  <a:lnTo>
                    <a:pt x="2882" y="14679"/>
                  </a:lnTo>
                  <a:cubicBezTo>
                    <a:pt x="-961" y="11321"/>
                    <a:pt x="-961" y="5876"/>
                    <a:pt x="2882" y="2518"/>
                  </a:cubicBezTo>
                  <a:cubicBezTo>
                    <a:pt x="6724" y="-840"/>
                    <a:pt x="12954" y="-840"/>
                    <a:pt x="16797" y="2518"/>
                  </a:cubicBezTo>
                  <a:cubicBezTo>
                    <a:pt x="20639" y="5876"/>
                    <a:pt x="20639" y="11321"/>
                    <a:pt x="16797" y="14679"/>
                  </a:cubicBezTo>
                  <a:lnTo>
                    <a:pt x="9839" y="20760"/>
                  </a:lnTo>
                  <a:close/>
                  <a:moveTo>
                    <a:pt x="9839" y="10510"/>
                  </a:moveTo>
                  <a:cubicBezTo>
                    <a:pt x="11047" y="10510"/>
                    <a:pt x="12026" y="9654"/>
                    <a:pt x="12026" y="8599"/>
                  </a:cubicBezTo>
                  <a:cubicBezTo>
                    <a:pt x="12026" y="7543"/>
                    <a:pt x="11047" y="6688"/>
                    <a:pt x="9839" y="6688"/>
                  </a:cubicBezTo>
                  <a:cubicBezTo>
                    <a:pt x="8631" y="6688"/>
                    <a:pt x="7653" y="7543"/>
                    <a:pt x="7653" y="8599"/>
                  </a:cubicBezTo>
                  <a:cubicBezTo>
                    <a:pt x="7653" y="9654"/>
                    <a:pt x="8631" y="10510"/>
                    <a:pt x="9839" y="10510"/>
                  </a:cubicBezTo>
                  <a:close/>
                  <a:moveTo>
                    <a:pt x="9839" y="12421"/>
                  </a:moveTo>
                  <a:cubicBezTo>
                    <a:pt x="7424" y="12421"/>
                    <a:pt x="5466" y="10710"/>
                    <a:pt x="5466" y="8599"/>
                  </a:cubicBezTo>
                  <a:cubicBezTo>
                    <a:pt x="5466" y="6488"/>
                    <a:pt x="7424" y="4777"/>
                    <a:pt x="9839" y="4777"/>
                  </a:cubicBezTo>
                  <a:cubicBezTo>
                    <a:pt x="12254" y="4777"/>
                    <a:pt x="14212" y="6488"/>
                    <a:pt x="14212" y="8599"/>
                  </a:cubicBezTo>
                  <a:cubicBezTo>
                    <a:pt x="14212" y="10710"/>
                    <a:pt x="12254" y="12421"/>
                    <a:pt x="9839" y="12421"/>
                  </a:cubicBez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9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grpSp>
          <p:nvGrpSpPr>
            <p:cNvPr id="390" name="그룹 389">
              <a:extLst>
                <a:ext uri="{FF2B5EF4-FFF2-40B4-BE49-F238E27FC236}">
                  <a16:creationId xmlns:a16="http://schemas.microsoft.com/office/drawing/2014/main" id="{A3E29926-21EA-4930-A3C3-19DCB5F68F0A}"/>
                </a:ext>
              </a:extLst>
            </p:cNvPr>
            <p:cNvGrpSpPr/>
            <p:nvPr/>
          </p:nvGrpSpPr>
          <p:grpSpPr>
            <a:xfrm>
              <a:off x="2731569" y="8664014"/>
              <a:ext cx="942382" cy="186065"/>
              <a:chOff x="728700" y="7676979"/>
              <a:chExt cx="942382" cy="186065"/>
            </a:xfrm>
          </p:grpSpPr>
          <p:sp>
            <p:nvSpPr>
              <p:cNvPr id="398" name="任意形状 1136">
                <a:extLst>
                  <a:ext uri="{FF2B5EF4-FFF2-40B4-BE49-F238E27FC236}">
                    <a16:creationId xmlns:a16="http://schemas.microsoft.com/office/drawing/2014/main" id="{D2BBD4D3-0DF1-4CDF-A1A1-07FD550647BF}"/>
                  </a:ext>
                </a:extLst>
              </p:cNvPr>
              <p:cNvSpPr/>
              <p:nvPr/>
            </p:nvSpPr>
            <p:spPr>
              <a:xfrm>
                <a:off x="728700" y="7680698"/>
                <a:ext cx="182346" cy="18234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1880" y="9720"/>
                    </a:moveTo>
                    <a:lnTo>
                      <a:pt x="11880" y="4320"/>
                    </a:lnTo>
                    <a:lnTo>
                      <a:pt x="6480" y="11880"/>
                    </a:lnTo>
                    <a:lnTo>
                      <a:pt x="9720" y="11880"/>
                    </a:lnTo>
                    <a:lnTo>
                      <a:pt x="9720" y="17280"/>
                    </a:lnTo>
                    <a:lnTo>
                      <a:pt x="15120" y="9720"/>
                    </a:lnTo>
                    <a:lnTo>
                      <a:pt x="11880" y="9720"/>
                    </a:lnTo>
                    <a:close/>
                    <a:moveTo>
                      <a:pt x="10800" y="21600"/>
                    </a:moveTo>
                    <a:cubicBezTo>
                      <a:pt x="4835" y="21600"/>
                      <a:pt x="0" y="16765"/>
                      <a:pt x="0" y="10800"/>
                    </a:cubicBez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endParaRPr dirty="0"/>
              </a:p>
            </p:txBody>
          </p:sp>
          <p:sp>
            <p:nvSpPr>
              <p:cNvPr id="399" name="Text Box 53">
                <a:extLst>
                  <a:ext uri="{FF2B5EF4-FFF2-40B4-BE49-F238E27FC236}">
                    <a16:creationId xmlns:a16="http://schemas.microsoft.com/office/drawing/2014/main" id="{D2050FA3-1EB7-45AC-997F-922647E3A8F8}"/>
                  </a:ext>
                </a:extLst>
              </p:cNvPr>
              <p:cNvSpPr txBox="1">
                <a:spLocks noChangeArrowheads="1"/>
              </p:cNvSpPr>
              <p:nvPr/>
            </p:nvSpPr>
            <p:spPr bwMode="gray">
              <a:xfrm>
                <a:off x="944921" y="7676979"/>
                <a:ext cx="726161" cy="1692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CC99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7961" dir="2700000" algn="ctr" rotWithShape="0">
                        <a:schemeClr val="bg1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marL="177800" indent="-177800" defTabSz="79375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1028700" indent="-457200" defTabSz="79375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668463" indent="-454025" defTabSz="79375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2317750" indent="-458788" defTabSz="79375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965450" indent="-457200" defTabSz="79375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3422650" indent="-457200" defTabSz="793750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3879850" indent="-457200" defTabSz="793750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4337050" indent="-457200" defTabSz="793750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4794250" indent="-457200" defTabSz="793750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marL="0" indent="0" defTabSz="914400">
                  <a:lnSpc>
                    <a:spcPct val="120000"/>
                  </a:lnSpc>
                  <a:spcAft>
                    <a:spcPts val="600"/>
                  </a:spcAft>
                </a:pPr>
                <a:r>
                  <a:rPr lang="en-US" altLang="ko-KR" sz="10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50" charset="-127"/>
                    <a:ea typeface="10X10 Bold" panose="020D0604000000000000" pitchFamily="50" charset="-127"/>
                    <a:cs typeface="Pretendard" panose="02000503000000020004" pitchFamily="50" charset="-127"/>
                  </a:rPr>
                  <a:t>YOUR</a:t>
                </a:r>
                <a:r>
                  <a:rPr lang="en-US" altLang="ko-KR" sz="10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50" charset="-127"/>
                    <a:ea typeface="나눔명조" panose="02020603020101020101" pitchFamily="18" charset="-127"/>
                    <a:cs typeface="Pretendard" panose="02000503000000020004" pitchFamily="50" charset="-127"/>
                  </a:rPr>
                  <a:t>LOGO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9859848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Rectangle 12">
            <a:extLst>
              <a:ext uri="{FF2B5EF4-FFF2-40B4-BE49-F238E27FC236}">
                <a16:creationId xmlns:a16="http://schemas.microsoft.com/office/drawing/2014/main" id="{52D74B8C-42AC-42A7-A2AC-FC0BA011F96F}"/>
              </a:ext>
            </a:extLst>
          </p:cNvPr>
          <p:cNvSpPr/>
          <p:nvPr/>
        </p:nvSpPr>
        <p:spPr>
          <a:xfrm>
            <a:off x="0" y="625061"/>
            <a:ext cx="3392960" cy="86472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121920" tIns="60960" rIns="121920" bIns="60960" rtlCol="0" anchor="ctr">
            <a:noAutofit/>
          </a:bodyPr>
          <a:lstStyle/>
          <a:p>
            <a:pPr algn="ctr"/>
            <a:endParaRPr lang="en-US" sz="2400" dirty="0"/>
          </a:p>
        </p:txBody>
      </p:sp>
      <p:pic>
        <p:nvPicPr>
          <p:cNvPr id="409" name="그림 408">
            <a:extLst>
              <a:ext uri="{FF2B5EF4-FFF2-40B4-BE49-F238E27FC236}">
                <a16:creationId xmlns:a16="http://schemas.microsoft.com/office/drawing/2014/main" id="{77A83F54-8531-42BA-B594-0E0D52C3BC7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271" r="59612"/>
          <a:stretch/>
        </p:blipFill>
        <p:spPr>
          <a:xfrm>
            <a:off x="545399" y="2547041"/>
            <a:ext cx="2304001" cy="6120000"/>
          </a:xfrm>
          <a:prstGeom prst="rect">
            <a:avLst/>
          </a:prstGeom>
        </p:spPr>
      </p:pic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-2041216" y="69211"/>
            <a:ext cx="1984519" cy="22775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fontAlgn="base" latinLnBrk="0">
              <a:spcAft>
                <a:spcPts val="200"/>
              </a:spcAft>
              <a:buClr>
                <a:schemeClr val="tx1">
                  <a:lumMod val="75000"/>
                  <a:lumOff val="25000"/>
                </a:schemeClr>
              </a:buClr>
              <a:buSzPct val="90000"/>
            </a:pPr>
            <a:r>
              <a:rPr lang="ko-KR" altLang="en-US" sz="1600" dirty="0">
                <a:cs typeface="+mn-cs"/>
              </a:rPr>
              <a:t>목차</a:t>
            </a:r>
            <a:r>
              <a:rPr lang="en-US" altLang="ko-KR" sz="1600" dirty="0">
                <a:cs typeface="+mn-cs"/>
              </a:rPr>
              <a:t>_image 02 =====</a:t>
            </a:r>
            <a:endParaRPr lang="ko-KR" altLang="en-US" sz="1600" dirty="0">
              <a:cs typeface="+mn-cs"/>
            </a:endParaRPr>
          </a:p>
        </p:txBody>
      </p:sp>
      <p:sp>
        <p:nvSpPr>
          <p:cNvPr id="93" name="Shape">
            <a:extLst>
              <a:ext uri="{FF2B5EF4-FFF2-40B4-BE49-F238E27FC236}">
                <a16:creationId xmlns:a16="http://schemas.microsoft.com/office/drawing/2014/main" id="{E4311A72-E551-40BF-A58C-61CBA4AB344E}"/>
              </a:ext>
            </a:extLst>
          </p:cNvPr>
          <p:cNvSpPr/>
          <p:nvPr/>
        </p:nvSpPr>
        <p:spPr>
          <a:xfrm>
            <a:off x="5517232" y="632520"/>
            <a:ext cx="1073729" cy="100864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89" h="21541" extrusionOk="0">
                <a:moveTo>
                  <a:pt x="568" y="0"/>
                </a:moveTo>
                <a:cubicBezTo>
                  <a:pt x="423" y="0"/>
                  <a:pt x="278" y="59"/>
                  <a:pt x="167" y="178"/>
                </a:cubicBezTo>
                <a:cubicBezTo>
                  <a:pt x="-55" y="415"/>
                  <a:pt x="-55" y="799"/>
                  <a:pt x="167" y="1036"/>
                </a:cubicBezTo>
                <a:cubicBezTo>
                  <a:pt x="389" y="1272"/>
                  <a:pt x="749" y="1272"/>
                  <a:pt x="971" y="1036"/>
                </a:cubicBezTo>
                <a:cubicBezTo>
                  <a:pt x="1193" y="799"/>
                  <a:pt x="1193" y="415"/>
                  <a:pt x="971" y="178"/>
                </a:cubicBezTo>
                <a:cubicBezTo>
                  <a:pt x="860" y="59"/>
                  <a:pt x="714" y="0"/>
                  <a:pt x="568" y="0"/>
                </a:cubicBezTo>
                <a:close/>
                <a:moveTo>
                  <a:pt x="2830" y="0"/>
                </a:moveTo>
                <a:cubicBezTo>
                  <a:pt x="2685" y="0"/>
                  <a:pt x="2539" y="59"/>
                  <a:pt x="2428" y="178"/>
                </a:cubicBezTo>
                <a:cubicBezTo>
                  <a:pt x="2207" y="415"/>
                  <a:pt x="2207" y="799"/>
                  <a:pt x="2428" y="1036"/>
                </a:cubicBezTo>
                <a:cubicBezTo>
                  <a:pt x="2650" y="1272"/>
                  <a:pt x="3011" y="1272"/>
                  <a:pt x="3232" y="1036"/>
                </a:cubicBezTo>
                <a:cubicBezTo>
                  <a:pt x="3454" y="799"/>
                  <a:pt x="3454" y="415"/>
                  <a:pt x="3232" y="178"/>
                </a:cubicBezTo>
                <a:cubicBezTo>
                  <a:pt x="3121" y="59"/>
                  <a:pt x="2975" y="0"/>
                  <a:pt x="2830" y="0"/>
                </a:cubicBezTo>
                <a:close/>
                <a:moveTo>
                  <a:pt x="5092" y="0"/>
                </a:moveTo>
                <a:cubicBezTo>
                  <a:pt x="4946" y="0"/>
                  <a:pt x="4801" y="59"/>
                  <a:pt x="4690" y="178"/>
                </a:cubicBezTo>
                <a:cubicBezTo>
                  <a:pt x="4468" y="415"/>
                  <a:pt x="4468" y="799"/>
                  <a:pt x="4690" y="1036"/>
                </a:cubicBezTo>
                <a:cubicBezTo>
                  <a:pt x="4912" y="1272"/>
                  <a:pt x="5271" y="1272"/>
                  <a:pt x="5493" y="1036"/>
                </a:cubicBezTo>
                <a:cubicBezTo>
                  <a:pt x="5715" y="799"/>
                  <a:pt x="5715" y="415"/>
                  <a:pt x="5493" y="178"/>
                </a:cubicBezTo>
                <a:cubicBezTo>
                  <a:pt x="5382" y="59"/>
                  <a:pt x="5237" y="0"/>
                  <a:pt x="5092" y="0"/>
                </a:cubicBezTo>
                <a:close/>
                <a:moveTo>
                  <a:pt x="7353" y="0"/>
                </a:moveTo>
                <a:cubicBezTo>
                  <a:pt x="7208" y="0"/>
                  <a:pt x="7063" y="59"/>
                  <a:pt x="6952" y="178"/>
                </a:cubicBezTo>
                <a:cubicBezTo>
                  <a:pt x="6730" y="415"/>
                  <a:pt x="6730" y="799"/>
                  <a:pt x="6952" y="1036"/>
                </a:cubicBezTo>
                <a:cubicBezTo>
                  <a:pt x="7173" y="1272"/>
                  <a:pt x="7533" y="1272"/>
                  <a:pt x="7755" y="1036"/>
                </a:cubicBezTo>
                <a:cubicBezTo>
                  <a:pt x="7976" y="799"/>
                  <a:pt x="7976" y="415"/>
                  <a:pt x="7755" y="178"/>
                </a:cubicBezTo>
                <a:cubicBezTo>
                  <a:pt x="7644" y="59"/>
                  <a:pt x="7498" y="0"/>
                  <a:pt x="7353" y="0"/>
                </a:cubicBezTo>
                <a:close/>
                <a:moveTo>
                  <a:pt x="9615" y="0"/>
                </a:moveTo>
                <a:cubicBezTo>
                  <a:pt x="9469" y="0"/>
                  <a:pt x="9324" y="59"/>
                  <a:pt x="9213" y="178"/>
                </a:cubicBezTo>
                <a:cubicBezTo>
                  <a:pt x="8991" y="415"/>
                  <a:pt x="8991" y="799"/>
                  <a:pt x="9213" y="1036"/>
                </a:cubicBezTo>
                <a:cubicBezTo>
                  <a:pt x="9435" y="1272"/>
                  <a:pt x="9794" y="1272"/>
                  <a:pt x="10016" y="1036"/>
                </a:cubicBezTo>
                <a:cubicBezTo>
                  <a:pt x="10238" y="799"/>
                  <a:pt x="10238" y="415"/>
                  <a:pt x="10016" y="178"/>
                </a:cubicBezTo>
                <a:cubicBezTo>
                  <a:pt x="9905" y="59"/>
                  <a:pt x="9760" y="0"/>
                  <a:pt x="9615" y="0"/>
                </a:cubicBezTo>
                <a:close/>
                <a:moveTo>
                  <a:pt x="11876" y="0"/>
                </a:moveTo>
                <a:cubicBezTo>
                  <a:pt x="11731" y="0"/>
                  <a:pt x="11585" y="59"/>
                  <a:pt x="11474" y="178"/>
                </a:cubicBezTo>
                <a:cubicBezTo>
                  <a:pt x="11252" y="415"/>
                  <a:pt x="11252" y="799"/>
                  <a:pt x="11474" y="1036"/>
                </a:cubicBezTo>
                <a:cubicBezTo>
                  <a:pt x="11696" y="1272"/>
                  <a:pt x="12056" y="1272"/>
                  <a:pt x="12278" y="1036"/>
                </a:cubicBezTo>
                <a:cubicBezTo>
                  <a:pt x="12500" y="799"/>
                  <a:pt x="12500" y="415"/>
                  <a:pt x="12278" y="178"/>
                </a:cubicBezTo>
                <a:cubicBezTo>
                  <a:pt x="12167" y="59"/>
                  <a:pt x="12022" y="0"/>
                  <a:pt x="11876" y="0"/>
                </a:cubicBezTo>
                <a:close/>
                <a:moveTo>
                  <a:pt x="14138" y="0"/>
                </a:moveTo>
                <a:cubicBezTo>
                  <a:pt x="13992" y="0"/>
                  <a:pt x="13846" y="59"/>
                  <a:pt x="13735" y="178"/>
                </a:cubicBezTo>
                <a:cubicBezTo>
                  <a:pt x="13514" y="415"/>
                  <a:pt x="13514" y="799"/>
                  <a:pt x="13735" y="1036"/>
                </a:cubicBezTo>
                <a:cubicBezTo>
                  <a:pt x="13957" y="1272"/>
                  <a:pt x="14317" y="1272"/>
                  <a:pt x="14539" y="1036"/>
                </a:cubicBezTo>
                <a:cubicBezTo>
                  <a:pt x="14761" y="799"/>
                  <a:pt x="14761" y="415"/>
                  <a:pt x="14539" y="178"/>
                </a:cubicBezTo>
                <a:cubicBezTo>
                  <a:pt x="14428" y="59"/>
                  <a:pt x="14283" y="0"/>
                  <a:pt x="14138" y="0"/>
                </a:cubicBezTo>
                <a:close/>
                <a:moveTo>
                  <a:pt x="16398" y="0"/>
                </a:moveTo>
                <a:cubicBezTo>
                  <a:pt x="16253" y="0"/>
                  <a:pt x="16108" y="59"/>
                  <a:pt x="15997" y="178"/>
                </a:cubicBezTo>
                <a:cubicBezTo>
                  <a:pt x="15775" y="415"/>
                  <a:pt x="15775" y="799"/>
                  <a:pt x="15997" y="1036"/>
                </a:cubicBezTo>
                <a:cubicBezTo>
                  <a:pt x="16219" y="1272"/>
                  <a:pt x="16579" y="1272"/>
                  <a:pt x="16801" y="1036"/>
                </a:cubicBezTo>
                <a:cubicBezTo>
                  <a:pt x="17023" y="799"/>
                  <a:pt x="17023" y="415"/>
                  <a:pt x="16801" y="178"/>
                </a:cubicBezTo>
                <a:cubicBezTo>
                  <a:pt x="16690" y="59"/>
                  <a:pt x="16544" y="0"/>
                  <a:pt x="16398" y="0"/>
                </a:cubicBezTo>
                <a:close/>
                <a:moveTo>
                  <a:pt x="18660" y="0"/>
                </a:moveTo>
                <a:cubicBezTo>
                  <a:pt x="18515" y="0"/>
                  <a:pt x="18369" y="59"/>
                  <a:pt x="18259" y="178"/>
                </a:cubicBezTo>
                <a:cubicBezTo>
                  <a:pt x="18037" y="415"/>
                  <a:pt x="18037" y="799"/>
                  <a:pt x="18259" y="1036"/>
                </a:cubicBezTo>
                <a:cubicBezTo>
                  <a:pt x="18480" y="1272"/>
                  <a:pt x="18840" y="1272"/>
                  <a:pt x="19062" y="1036"/>
                </a:cubicBezTo>
                <a:cubicBezTo>
                  <a:pt x="19283" y="799"/>
                  <a:pt x="19283" y="415"/>
                  <a:pt x="19062" y="178"/>
                </a:cubicBezTo>
                <a:cubicBezTo>
                  <a:pt x="18951" y="59"/>
                  <a:pt x="18805" y="0"/>
                  <a:pt x="18660" y="0"/>
                </a:cubicBezTo>
                <a:close/>
                <a:moveTo>
                  <a:pt x="20922" y="0"/>
                </a:moveTo>
                <a:cubicBezTo>
                  <a:pt x="20776" y="0"/>
                  <a:pt x="20631" y="59"/>
                  <a:pt x="20520" y="178"/>
                </a:cubicBezTo>
                <a:cubicBezTo>
                  <a:pt x="20298" y="415"/>
                  <a:pt x="20298" y="799"/>
                  <a:pt x="20520" y="1036"/>
                </a:cubicBezTo>
                <a:cubicBezTo>
                  <a:pt x="20742" y="1272"/>
                  <a:pt x="21101" y="1272"/>
                  <a:pt x="21323" y="1036"/>
                </a:cubicBezTo>
                <a:cubicBezTo>
                  <a:pt x="21545" y="799"/>
                  <a:pt x="21545" y="415"/>
                  <a:pt x="21323" y="178"/>
                </a:cubicBezTo>
                <a:cubicBezTo>
                  <a:pt x="21212" y="59"/>
                  <a:pt x="21067" y="0"/>
                  <a:pt x="20922" y="0"/>
                </a:cubicBezTo>
                <a:close/>
                <a:moveTo>
                  <a:pt x="568" y="2259"/>
                </a:moveTo>
                <a:cubicBezTo>
                  <a:pt x="423" y="2259"/>
                  <a:pt x="278" y="2318"/>
                  <a:pt x="167" y="2437"/>
                </a:cubicBezTo>
                <a:cubicBezTo>
                  <a:pt x="-55" y="2673"/>
                  <a:pt x="-55" y="3058"/>
                  <a:pt x="167" y="3295"/>
                </a:cubicBezTo>
                <a:cubicBezTo>
                  <a:pt x="389" y="3531"/>
                  <a:pt x="749" y="3531"/>
                  <a:pt x="971" y="3295"/>
                </a:cubicBezTo>
                <a:cubicBezTo>
                  <a:pt x="1193" y="3058"/>
                  <a:pt x="1193" y="2673"/>
                  <a:pt x="971" y="2437"/>
                </a:cubicBezTo>
                <a:cubicBezTo>
                  <a:pt x="860" y="2318"/>
                  <a:pt x="714" y="2259"/>
                  <a:pt x="568" y="2259"/>
                </a:cubicBezTo>
                <a:close/>
                <a:moveTo>
                  <a:pt x="2830" y="2259"/>
                </a:moveTo>
                <a:cubicBezTo>
                  <a:pt x="2685" y="2259"/>
                  <a:pt x="2539" y="2318"/>
                  <a:pt x="2428" y="2437"/>
                </a:cubicBezTo>
                <a:cubicBezTo>
                  <a:pt x="2207" y="2673"/>
                  <a:pt x="2207" y="3058"/>
                  <a:pt x="2428" y="3295"/>
                </a:cubicBezTo>
                <a:cubicBezTo>
                  <a:pt x="2650" y="3531"/>
                  <a:pt x="3011" y="3531"/>
                  <a:pt x="3232" y="3295"/>
                </a:cubicBezTo>
                <a:cubicBezTo>
                  <a:pt x="3454" y="3058"/>
                  <a:pt x="3454" y="2673"/>
                  <a:pt x="3232" y="2437"/>
                </a:cubicBezTo>
                <a:cubicBezTo>
                  <a:pt x="3121" y="2318"/>
                  <a:pt x="2975" y="2259"/>
                  <a:pt x="2830" y="2259"/>
                </a:cubicBezTo>
                <a:close/>
                <a:moveTo>
                  <a:pt x="5092" y="2259"/>
                </a:moveTo>
                <a:cubicBezTo>
                  <a:pt x="4946" y="2259"/>
                  <a:pt x="4801" y="2318"/>
                  <a:pt x="4690" y="2437"/>
                </a:cubicBezTo>
                <a:cubicBezTo>
                  <a:pt x="4468" y="2673"/>
                  <a:pt x="4468" y="3058"/>
                  <a:pt x="4690" y="3295"/>
                </a:cubicBezTo>
                <a:cubicBezTo>
                  <a:pt x="4912" y="3531"/>
                  <a:pt x="5271" y="3531"/>
                  <a:pt x="5493" y="3295"/>
                </a:cubicBezTo>
                <a:cubicBezTo>
                  <a:pt x="5715" y="3058"/>
                  <a:pt x="5715" y="2673"/>
                  <a:pt x="5493" y="2437"/>
                </a:cubicBezTo>
                <a:cubicBezTo>
                  <a:pt x="5382" y="2318"/>
                  <a:pt x="5237" y="2259"/>
                  <a:pt x="5092" y="2259"/>
                </a:cubicBezTo>
                <a:close/>
                <a:moveTo>
                  <a:pt x="7353" y="2259"/>
                </a:moveTo>
                <a:cubicBezTo>
                  <a:pt x="7208" y="2259"/>
                  <a:pt x="7063" y="2318"/>
                  <a:pt x="6952" y="2437"/>
                </a:cubicBezTo>
                <a:cubicBezTo>
                  <a:pt x="6730" y="2673"/>
                  <a:pt x="6730" y="3058"/>
                  <a:pt x="6952" y="3295"/>
                </a:cubicBezTo>
                <a:cubicBezTo>
                  <a:pt x="7173" y="3531"/>
                  <a:pt x="7533" y="3531"/>
                  <a:pt x="7755" y="3295"/>
                </a:cubicBezTo>
                <a:cubicBezTo>
                  <a:pt x="7976" y="3058"/>
                  <a:pt x="7976" y="2673"/>
                  <a:pt x="7755" y="2437"/>
                </a:cubicBezTo>
                <a:cubicBezTo>
                  <a:pt x="7644" y="2318"/>
                  <a:pt x="7498" y="2259"/>
                  <a:pt x="7353" y="2259"/>
                </a:cubicBezTo>
                <a:close/>
                <a:moveTo>
                  <a:pt x="9615" y="2259"/>
                </a:moveTo>
                <a:cubicBezTo>
                  <a:pt x="9469" y="2259"/>
                  <a:pt x="9324" y="2318"/>
                  <a:pt x="9213" y="2437"/>
                </a:cubicBezTo>
                <a:cubicBezTo>
                  <a:pt x="8991" y="2673"/>
                  <a:pt x="8991" y="3058"/>
                  <a:pt x="9213" y="3295"/>
                </a:cubicBezTo>
                <a:cubicBezTo>
                  <a:pt x="9435" y="3531"/>
                  <a:pt x="9794" y="3531"/>
                  <a:pt x="10016" y="3295"/>
                </a:cubicBezTo>
                <a:cubicBezTo>
                  <a:pt x="10238" y="3058"/>
                  <a:pt x="10238" y="2673"/>
                  <a:pt x="10016" y="2437"/>
                </a:cubicBezTo>
                <a:cubicBezTo>
                  <a:pt x="9905" y="2318"/>
                  <a:pt x="9760" y="2259"/>
                  <a:pt x="9615" y="2259"/>
                </a:cubicBezTo>
                <a:close/>
                <a:moveTo>
                  <a:pt x="11876" y="2259"/>
                </a:moveTo>
                <a:cubicBezTo>
                  <a:pt x="11731" y="2259"/>
                  <a:pt x="11585" y="2318"/>
                  <a:pt x="11474" y="2437"/>
                </a:cubicBezTo>
                <a:cubicBezTo>
                  <a:pt x="11252" y="2673"/>
                  <a:pt x="11252" y="3058"/>
                  <a:pt x="11474" y="3295"/>
                </a:cubicBezTo>
                <a:cubicBezTo>
                  <a:pt x="11696" y="3531"/>
                  <a:pt x="12056" y="3531"/>
                  <a:pt x="12278" y="3295"/>
                </a:cubicBezTo>
                <a:cubicBezTo>
                  <a:pt x="12500" y="3058"/>
                  <a:pt x="12500" y="2673"/>
                  <a:pt x="12278" y="2437"/>
                </a:cubicBezTo>
                <a:cubicBezTo>
                  <a:pt x="12167" y="2318"/>
                  <a:pt x="12022" y="2259"/>
                  <a:pt x="11876" y="2259"/>
                </a:cubicBezTo>
                <a:close/>
                <a:moveTo>
                  <a:pt x="14138" y="2259"/>
                </a:moveTo>
                <a:cubicBezTo>
                  <a:pt x="13992" y="2259"/>
                  <a:pt x="13846" y="2318"/>
                  <a:pt x="13735" y="2437"/>
                </a:cubicBezTo>
                <a:cubicBezTo>
                  <a:pt x="13514" y="2673"/>
                  <a:pt x="13514" y="3058"/>
                  <a:pt x="13735" y="3295"/>
                </a:cubicBezTo>
                <a:cubicBezTo>
                  <a:pt x="13957" y="3531"/>
                  <a:pt x="14317" y="3531"/>
                  <a:pt x="14539" y="3295"/>
                </a:cubicBezTo>
                <a:cubicBezTo>
                  <a:pt x="14761" y="3058"/>
                  <a:pt x="14761" y="2673"/>
                  <a:pt x="14539" y="2437"/>
                </a:cubicBezTo>
                <a:cubicBezTo>
                  <a:pt x="14428" y="2318"/>
                  <a:pt x="14283" y="2259"/>
                  <a:pt x="14138" y="2259"/>
                </a:cubicBezTo>
                <a:close/>
                <a:moveTo>
                  <a:pt x="16398" y="2259"/>
                </a:moveTo>
                <a:cubicBezTo>
                  <a:pt x="16253" y="2259"/>
                  <a:pt x="16108" y="2318"/>
                  <a:pt x="15997" y="2437"/>
                </a:cubicBezTo>
                <a:cubicBezTo>
                  <a:pt x="15775" y="2673"/>
                  <a:pt x="15775" y="3058"/>
                  <a:pt x="15997" y="3295"/>
                </a:cubicBezTo>
                <a:cubicBezTo>
                  <a:pt x="16219" y="3531"/>
                  <a:pt x="16579" y="3531"/>
                  <a:pt x="16801" y="3295"/>
                </a:cubicBezTo>
                <a:cubicBezTo>
                  <a:pt x="17023" y="3058"/>
                  <a:pt x="17023" y="2673"/>
                  <a:pt x="16801" y="2437"/>
                </a:cubicBezTo>
                <a:cubicBezTo>
                  <a:pt x="16690" y="2318"/>
                  <a:pt x="16544" y="2259"/>
                  <a:pt x="16398" y="2259"/>
                </a:cubicBezTo>
                <a:close/>
                <a:moveTo>
                  <a:pt x="18660" y="2259"/>
                </a:moveTo>
                <a:cubicBezTo>
                  <a:pt x="18515" y="2259"/>
                  <a:pt x="18369" y="2318"/>
                  <a:pt x="18259" y="2437"/>
                </a:cubicBezTo>
                <a:cubicBezTo>
                  <a:pt x="18037" y="2673"/>
                  <a:pt x="18037" y="3058"/>
                  <a:pt x="18259" y="3295"/>
                </a:cubicBezTo>
                <a:cubicBezTo>
                  <a:pt x="18480" y="3531"/>
                  <a:pt x="18840" y="3531"/>
                  <a:pt x="19062" y="3295"/>
                </a:cubicBezTo>
                <a:cubicBezTo>
                  <a:pt x="19283" y="3058"/>
                  <a:pt x="19283" y="2673"/>
                  <a:pt x="19062" y="2437"/>
                </a:cubicBezTo>
                <a:cubicBezTo>
                  <a:pt x="18951" y="2318"/>
                  <a:pt x="18805" y="2259"/>
                  <a:pt x="18660" y="2259"/>
                </a:cubicBezTo>
                <a:close/>
                <a:moveTo>
                  <a:pt x="20922" y="2259"/>
                </a:moveTo>
                <a:cubicBezTo>
                  <a:pt x="20776" y="2259"/>
                  <a:pt x="20631" y="2318"/>
                  <a:pt x="20520" y="2437"/>
                </a:cubicBezTo>
                <a:cubicBezTo>
                  <a:pt x="20298" y="2673"/>
                  <a:pt x="20298" y="3058"/>
                  <a:pt x="20520" y="3295"/>
                </a:cubicBezTo>
                <a:cubicBezTo>
                  <a:pt x="20742" y="3531"/>
                  <a:pt x="21101" y="3531"/>
                  <a:pt x="21323" y="3295"/>
                </a:cubicBezTo>
                <a:cubicBezTo>
                  <a:pt x="21545" y="3058"/>
                  <a:pt x="21545" y="2673"/>
                  <a:pt x="21323" y="2437"/>
                </a:cubicBezTo>
                <a:cubicBezTo>
                  <a:pt x="21212" y="2318"/>
                  <a:pt x="21067" y="2259"/>
                  <a:pt x="20922" y="2259"/>
                </a:cubicBezTo>
                <a:close/>
                <a:moveTo>
                  <a:pt x="568" y="4517"/>
                </a:moveTo>
                <a:cubicBezTo>
                  <a:pt x="423" y="4517"/>
                  <a:pt x="278" y="4576"/>
                  <a:pt x="167" y="4694"/>
                </a:cubicBezTo>
                <a:cubicBezTo>
                  <a:pt x="-55" y="4931"/>
                  <a:pt x="-55" y="5316"/>
                  <a:pt x="167" y="5552"/>
                </a:cubicBezTo>
                <a:cubicBezTo>
                  <a:pt x="389" y="5789"/>
                  <a:pt x="749" y="5789"/>
                  <a:pt x="971" y="5552"/>
                </a:cubicBezTo>
                <a:cubicBezTo>
                  <a:pt x="1193" y="5316"/>
                  <a:pt x="1193" y="4931"/>
                  <a:pt x="971" y="4694"/>
                </a:cubicBezTo>
                <a:cubicBezTo>
                  <a:pt x="860" y="4576"/>
                  <a:pt x="714" y="4517"/>
                  <a:pt x="568" y="4517"/>
                </a:cubicBezTo>
                <a:close/>
                <a:moveTo>
                  <a:pt x="2830" y="4517"/>
                </a:moveTo>
                <a:cubicBezTo>
                  <a:pt x="2685" y="4517"/>
                  <a:pt x="2539" y="4576"/>
                  <a:pt x="2428" y="4694"/>
                </a:cubicBezTo>
                <a:cubicBezTo>
                  <a:pt x="2207" y="4931"/>
                  <a:pt x="2207" y="5316"/>
                  <a:pt x="2428" y="5552"/>
                </a:cubicBezTo>
                <a:cubicBezTo>
                  <a:pt x="2650" y="5789"/>
                  <a:pt x="3011" y="5789"/>
                  <a:pt x="3232" y="5552"/>
                </a:cubicBezTo>
                <a:cubicBezTo>
                  <a:pt x="3454" y="5316"/>
                  <a:pt x="3454" y="4931"/>
                  <a:pt x="3232" y="4694"/>
                </a:cubicBezTo>
                <a:cubicBezTo>
                  <a:pt x="3121" y="4576"/>
                  <a:pt x="2975" y="4517"/>
                  <a:pt x="2830" y="4517"/>
                </a:cubicBezTo>
                <a:close/>
                <a:moveTo>
                  <a:pt x="5092" y="4517"/>
                </a:moveTo>
                <a:cubicBezTo>
                  <a:pt x="4946" y="4517"/>
                  <a:pt x="4801" y="4576"/>
                  <a:pt x="4690" y="4694"/>
                </a:cubicBezTo>
                <a:cubicBezTo>
                  <a:pt x="4468" y="4931"/>
                  <a:pt x="4468" y="5316"/>
                  <a:pt x="4690" y="5552"/>
                </a:cubicBezTo>
                <a:cubicBezTo>
                  <a:pt x="4912" y="5789"/>
                  <a:pt x="5271" y="5789"/>
                  <a:pt x="5493" y="5552"/>
                </a:cubicBezTo>
                <a:cubicBezTo>
                  <a:pt x="5715" y="5316"/>
                  <a:pt x="5715" y="4931"/>
                  <a:pt x="5493" y="4694"/>
                </a:cubicBezTo>
                <a:cubicBezTo>
                  <a:pt x="5382" y="4576"/>
                  <a:pt x="5237" y="4517"/>
                  <a:pt x="5092" y="4517"/>
                </a:cubicBezTo>
                <a:close/>
                <a:moveTo>
                  <a:pt x="7353" y="4517"/>
                </a:moveTo>
                <a:cubicBezTo>
                  <a:pt x="7208" y="4517"/>
                  <a:pt x="7063" y="4576"/>
                  <a:pt x="6952" y="4694"/>
                </a:cubicBezTo>
                <a:cubicBezTo>
                  <a:pt x="6730" y="4931"/>
                  <a:pt x="6730" y="5316"/>
                  <a:pt x="6952" y="5552"/>
                </a:cubicBezTo>
                <a:cubicBezTo>
                  <a:pt x="7173" y="5789"/>
                  <a:pt x="7533" y="5789"/>
                  <a:pt x="7755" y="5552"/>
                </a:cubicBezTo>
                <a:cubicBezTo>
                  <a:pt x="7976" y="5316"/>
                  <a:pt x="7976" y="4931"/>
                  <a:pt x="7755" y="4694"/>
                </a:cubicBezTo>
                <a:cubicBezTo>
                  <a:pt x="7644" y="4576"/>
                  <a:pt x="7498" y="4517"/>
                  <a:pt x="7353" y="4517"/>
                </a:cubicBezTo>
                <a:close/>
                <a:moveTo>
                  <a:pt x="9615" y="4517"/>
                </a:moveTo>
                <a:cubicBezTo>
                  <a:pt x="9469" y="4517"/>
                  <a:pt x="9324" y="4576"/>
                  <a:pt x="9213" y="4694"/>
                </a:cubicBezTo>
                <a:cubicBezTo>
                  <a:pt x="8991" y="4931"/>
                  <a:pt x="8991" y="5316"/>
                  <a:pt x="9213" y="5552"/>
                </a:cubicBezTo>
                <a:cubicBezTo>
                  <a:pt x="9435" y="5789"/>
                  <a:pt x="9794" y="5789"/>
                  <a:pt x="10016" y="5552"/>
                </a:cubicBezTo>
                <a:cubicBezTo>
                  <a:pt x="10238" y="5316"/>
                  <a:pt x="10238" y="4931"/>
                  <a:pt x="10016" y="4694"/>
                </a:cubicBezTo>
                <a:cubicBezTo>
                  <a:pt x="9905" y="4576"/>
                  <a:pt x="9760" y="4517"/>
                  <a:pt x="9615" y="4517"/>
                </a:cubicBezTo>
                <a:close/>
                <a:moveTo>
                  <a:pt x="11876" y="4517"/>
                </a:moveTo>
                <a:cubicBezTo>
                  <a:pt x="11731" y="4517"/>
                  <a:pt x="11585" y="4576"/>
                  <a:pt x="11474" y="4694"/>
                </a:cubicBezTo>
                <a:cubicBezTo>
                  <a:pt x="11252" y="4931"/>
                  <a:pt x="11252" y="5316"/>
                  <a:pt x="11474" y="5552"/>
                </a:cubicBezTo>
                <a:cubicBezTo>
                  <a:pt x="11696" y="5789"/>
                  <a:pt x="12056" y="5789"/>
                  <a:pt x="12278" y="5552"/>
                </a:cubicBezTo>
                <a:cubicBezTo>
                  <a:pt x="12500" y="5316"/>
                  <a:pt x="12500" y="4931"/>
                  <a:pt x="12278" y="4694"/>
                </a:cubicBezTo>
                <a:cubicBezTo>
                  <a:pt x="12167" y="4576"/>
                  <a:pt x="12022" y="4517"/>
                  <a:pt x="11876" y="4517"/>
                </a:cubicBezTo>
                <a:close/>
                <a:moveTo>
                  <a:pt x="14138" y="4517"/>
                </a:moveTo>
                <a:cubicBezTo>
                  <a:pt x="13992" y="4517"/>
                  <a:pt x="13846" y="4576"/>
                  <a:pt x="13735" y="4694"/>
                </a:cubicBezTo>
                <a:cubicBezTo>
                  <a:pt x="13514" y="4931"/>
                  <a:pt x="13514" y="5316"/>
                  <a:pt x="13735" y="5552"/>
                </a:cubicBezTo>
                <a:cubicBezTo>
                  <a:pt x="13957" y="5789"/>
                  <a:pt x="14317" y="5789"/>
                  <a:pt x="14539" y="5552"/>
                </a:cubicBezTo>
                <a:cubicBezTo>
                  <a:pt x="14761" y="5316"/>
                  <a:pt x="14761" y="4931"/>
                  <a:pt x="14539" y="4694"/>
                </a:cubicBezTo>
                <a:cubicBezTo>
                  <a:pt x="14428" y="4576"/>
                  <a:pt x="14283" y="4517"/>
                  <a:pt x="14138" y="4517"/>
                </a:cubicBezTo>
                <a:close/>
                <a:moveTo>
                  <a:pt x="16398" y="4517"/>
                </a:moveTo>
                <a:cubicBezTo>
                  <a:pt x="16253" y="4517"/>
                  <a:pt x="16108" y="4576"/>
                  <a:pt x="15997" y="4694"/>
                </a:cubicBezTo>
                <a:cubicBezTo>
                  <a:pt x="15775" y="4931"/>
                  <a:pt x="15775" y="5316"/>
                  <a:pt x="15997" y="5552"/>
                </a:cubicBezTo>
                <a:cubicBezTo>
                  <a:pt x="16219" y="5789"/>
                  <a:pt x="16579" y="5789"/>
                  <a:pt x="16801" y="5552"/>
                </a:cubicBezTo>
                <a:cubicBezTo>
                  <a:pt x="17023" y="5316"/>
                  <a:pt x="17023" y="4931"/>
                  <a:pt x="16801" y="4694"/>
                </a:cubicBezTo>
                <a:cubicBezTo>
                  <a:pt x="16690" y="4576"/>
                  <a:pt x="16544" y="4517"/>
                  <a:pt x="16398" y="4517"/>
                </a:cubicBezTo>
                <a:close/>
                <a:moveTo>
                  <a:pt x="18660" y="4517"/>
                </a:moveTo>
                <a:cubicBezTo>
                  <a:pt x="18515" y="4517"/>
                  <a:pt x="18369" y="4576"/>
                  <a:pt x="18259" y="4694"/>
                </a:cubicBezTo>
                <a:cubicBezTo>
                  <a:pt x="18037" y="4931"/>
                  <a:pt x="18037" y="5316"/>
                  <a:pt x="18259" y="5552"/>
                </a:cubicBezTo>
                <a:cubicBezTo>
                  <a:pt x="18480" y="5789"/>
                  <a:pt x="18840" y="5789"/>
                  <a:pt x="19062" y="5552"/>
                </a:cubicBezTo>
                <a:cubicBezTo>
                  <a:pt x="19283" y="5316"/>
                  <a:pt x="19283" y="4931"/>
                  <a:pt x="19062" y="4694"/>
                </a:cubicBezTo>
                <a:cubicBezTo>
                  <a:pt x="18951" y="4576"/>
                  <a:pt x="18805" y="4517"/>
                  <a:pt x="18660" y="4517"/>
                </a:cubicBezTo>
                <a:close/>
                <a:moveTo>
                  <a:pt x="20922" y="4517"/>
                </a:moveTo>
                <a:cubicBezTo>
                  <a:pt x="20776" y="4517"/>
                  <a:pt x="20631" y="4576"/>
                  <a:pt x="20520" y="4694"/>
                </a:cubicBezTo>
                <a:cubicBezTo>
                  <a:pt x="20298" y="4931"/>
                  <a:pt x="20298" y="5316"/>
                  <a:pt x="20520" y="5552"/>
                </a:cubicBezTo>
                <a:cubicBezTo>
                  <a:pt x="20742" y="5789"/>
                  <a:pt x="21101" y="5789"/>
                  <a:pt x="21323" y="5552"/>
                </a:cubicBezTo>
                <a:cubicBezTo>
                  <a:pt x="21545" y="5316"/>
                  <a:pt x="21545" y="4931"/>
                  <a:pt x="21323" y="4694"/>
                </a:cubicBezTo>
                <a:cubicBezTo>
                  <a:pt x="21212" y="4576"/>
                  <a:pt x="21067" y="4517"/>
                  <a:pt x="20922" y="4517"/>
                </a:cubicBezTo>
                <a:close/>
                <a:moveTo>
                  <a:pt x="568" y="6776"/>
                </a:moveTo>
                <a:cubicBezTo>
                  <a:pt x="423" y="6776"/>
                  <a:pt x="278" y="6835"/>
                  <a:pt x="167" y="6953"/>
                </a:cubicBezTo>
                <a:cubicBezTo>
                  <a:pt x="-55" y="7190"/>
                  <a:pt x="-55" y="7574"/>
                  <a:pt x="167" y="7811"/>
                </a:cubicBezTo>
                <a:cubicBezTo>
                  <a:pt x="389" y="8048"/>
                  <a:pt x="749" y="8048"/>
                  <a:pt x="971" y="7811"/>
                </a:cubicBezTo>
                <a:cubicBezTo>
                  <a:pt x="1193" y="7574"/>
                  <a:pt x="1193" y="7190"/>
                  <a:pt x="971" y="6953"/>
                </a:cubicBezTo>
                <a:cubicBezTo>
                  <a:pt x="860" y="6835"/>
                  <a:pt x="714" y="6776"/>
                  <a:pt x="568" y="6776"/>
                </a:cubicBezTo>
                <a:close/>
                <a:moveTo>
                  <a:pt x="2830" y="6776"/>
                </a:moveTo>
                <a:cubicBezTo>
                  <a:pt x="2685" y="6776"/>
                  <a:pt x="2539" y="6835"/>
                  <a:pt x="2428" y="6953"/>
                </a:cubicBezTo>
                <a:cubicBezTo>
                  <a:pt x="2207" y="7190"/>
                  <a:pt x="2207" y="7574"/>
                  <a:pt x="2428" y="7811"/>
                </a:cubicBezTo>
                <a:cubicBezTo>
                  <a:pt x="2650" y="8048"/>
                  <a:pt x="3011" y="8048"/>
                  <a:pt x="3232" y="7811"/>
                </a:cubicBezTo>
                <a:cubicBezTo>
                  <a:pt x="3454" y="7574"/>
                  <a:pt x="3454" y="7190"/>
                  <a:pt x="3232" y="6953"/>
                </a:cubicBezTo>
                <a:cubicBezTo>
                  <a:pt x="3121" y="6835"/>
                  <a:pt x="2975" y="6776"/>
                  <a:pt x="2830" y="6776"/>
                </a:cubicBezTo>
                <a:close/>
                <a:moveTo>
                  <a:pt x="5092" y="6776"/>
                </a:moveTo>
                <a:cubicBezTo>
                  <a:pt x="4946" y="6776"/>
                  <a:pt x="4801" y="6835"/>
                  <a:pt x="4690" y="6953"/>
                </a:cubicBezTo>
                <a:cubicBezTo>
                  <a:pt x="4468" y="7190"/>
                  <a:pt x="4468" y="7574"/>
                  <a:pt x="4690" y="7811"/>
                </a:cubicBezTo>
                <a:cubicBezTo>
                  <a:pt x="4912" y="8048"/>
                  <a:pt x="5271" y="8048"/>
                  <a:pt x="5493" y="7811"/>
                </a:cubicBezTo>
                <a:cubicBezTo>
                  <a:pt x="5715" y="7574"/>
                  <a:pt x="5715" y="7190"/>
                  <a:pt x="5493" y="6953"/>
                </a:cubicBezTo>
                <a:cubicBezTo>
                  <a:pt x="5382" y="6835"/>
                  <a:pt x="5237" y="6776"/>
                  <a:pt x="5092" y="6776"/>
                </a:cubicBezTo>
                <a:close/>
                <a:moveTo>
                  <a:pt x="7353" y="6776"/>
                </a:moveTo>
                <a:cubicBezTo>
                  <a:pt x="7208" y="6776"/>
                  <a:pt x="7063" y="6835"/>
                  <a:pt x="6952" y="6953"/>
                </a:cubicBezTo>
                <a:cubicBezTo>
                  <a:pt x="6730" y="7190"/>
                  <a:pt x="6730" y="7574"/>
                  <a:pt x="6952" y="7811"/>
                </a:cubicBezTo>
                <a:cubicBezTo>
                  <a:pt x="7173" y="8048"/>
                  <a:pt x="7533" y="8048"/>
                  <a:pt x="7755" y="7811"/>
                </a:cubicBezTo>
                <a:cubicBezTo>
                  <a:pt x="7976" y="7574"/>
                  <a:pt x="7976" y="7190"/>
                  <a:pt x="7755" y="6953"/>
                </a:cubicBezTo>
                <a:cubicBezTo>
                  <a:pt x="7644" y="6835"/>
                  <a:pt x="7498" y="6776"/>
                  <a:pt x="7353" y="6776"/>
                </a:cubicBezTo>
                <a:close/>
                <a:moveTo>
                  <a:pt x="9615" y="6776"/>
                </a:moveTo>
                <a:cubicBezTo>
                  <a:pt x="9469" y="6776"/>
                  <a:pt x="9324" y="6835"/>
                  <a:pt x="9213" y="6953"/>
                </a:cubicBezTo>
                <a:cubicBezTo>
                  <a:pt x="8991" y="7190"/>
                  <a:pt x="8991" y="7574"/>
                  <a:pt x="9213" y="7811"/>
                </a:cubicBezTo>
                <a:cubicBezTo>
                  <a:pt x="9435" y="8048"/>
                  <a:pt x="9794" y="8048"/>
                  <a:pt x="10016" y="7811"/>
                </a:cubicBezTo>
                <a:cubicBezTo>
                  <a:pt x="10238" y="7574"/>
                  <a:pt x="10238" y="7190"/>
                  <a:pt x="10016" y="6953"/>
                </a:cubicBezTo>
                <a:cubicBezTo>
                  <a:pt x="9905" y="6835"/>
                  <a:pt x="9760" y="6776"/>
                  <a:pt x="9615" y="6776"/>
                </a:cubicBezTo>
                <a:close/>
                <a:moveTo>
                  <a:pt x="11876" y="6776"/>
                </a:moveTo>
                <a:cubicBezTo>
                  <a:pt x="11731" y="6776"/>
                  <a:pt x="11585" y="6835"/>
                  <a:pt x="11474" y="6953"/>
                </a:cubicBezTo>
                <a:cubicBezTo>
                  <a:pt x="11252" y="7190"/>
                  <a:pt x="11252" y="7574"/>
                  <a:pt x="11474" y="7811"/>
                </a:cubicBezTo>
                <a:cubicBezTo>
                  <a:pt x="11696" y="8048"/>
                  <a:pt x="12056" y="8048"/>
                  <a:pt x="12278" y="7811"/>
                </a:cubicBezTo>
                <a:cubicBezTo>
                  <a:pt x="12500" y="7574"/>
                  <a:pt x="12500" y="7190"/>
                  <a:pt x="12278" y="6953"/>
                </a:cubicBezTo>
                <a:cubicBezTo>
                  <a:pt x="12167" y="6835"/>
                  <a:pt x="12022" y="6776"/>
                  <a:pt x="11876" y="6776"/>
                </a:cubicBezTo>
                <a:close/>
                <a:moveTo>
                  <a:pt x="14138" y="6776"/>
                </a:moveTo>
                <a:cubicBezTo>
                  <a:pt x="13992" y="6776"/>
                  <a:pt x="13846" y="6835"/>
                  <a:pt x="13735" y="6953"/>
                </a:cubicBezTo>
                <a:cubicBezTo>
                  <a:pt x="13514" y="7190"/>
                  <a:pt x="13514" y="7574"/>
                  <a:pt x="13735" y="7811"/>
                </a:cubicBezTo>
                <a:cubicBezTo>
                  <a:pt x="13957" y="8048"/>
                  <a:pt x="14317" y="8048"/>
                  <a:pt x="14539" y="7811"/>
                </a:cubicBezTo>
                <a:cubicBezTo>
                  <a:pt x="14761" y="7574"/>
                  <a:pt x="14761" y="7190"/>
                  <a:pt x="14539" y="6953"/>
                </a:cubicBezTo>
                <a:cubicBezTo>
                  <a:pt x="14428" y="6835"/>
                  <a:pt x="14283" y="6776"/>
                  <a:pt x="14138" y="6776"/>
                </a:cubicBezTo>
                <a:close/>
                <a:moveTo>
                  <a:pt x="16398" y="6776"/>
                </a:moveTo>
                <a:cubicBezTo>
                  <a:pt x="16253" y="6776"/>
                  <a:pt x="16108" y="6835"/>
                  <a:pt x="15997" y="6953"/>
                </a:cubicBezTo>
                <a:cubicBezTo>
                  <a:pt x="15775" y="7190"/>
                  <a:pt x="15775" y="7574"/>
                  <a:pt x="15997" y="7811"/>
                </a:cubicBezTo>
                <a:cubicBezTo>
                  <a:pt x="16219" y="8048"/>
                  <a:pt x="16579" y="8048"/>
                  <a:pt x="16801" y="7811"/>
                </a:cubicBezTo>
                <a:cubicBezTo>
                  <a:pt x="17023" y="7574"/>
                  <a:pt x="17023" y="7190"/>
                  <a:pt x="16801" y="6953"/>
                </a:cubicBezTo>
                <a:cubicBezTo>
                  <a:pt x="16690" y="6835"/>
                  <a:pt x="16544" y="6776"/>
                  <a:pt x="16398" y="6776"/>
                </a:cubicBezTo>
                <a:close/>
                <a:moveTo>
                  <a:pt x="18660" y="6776"/>
                </a:moveTo>
                <a:cubicBezTo>
                  <a:pt x="18515" y="6776"/>
                  <a:pt x="18369" y="6835"/>
                  <a:pt x="18259" y="6953"/>
                </a:cubicBezTo>
                <a:cubicBezTo>
                  <a:pt x="18037" y="7190"/>
                  <a:pt x="18037" y="7574"/>
                  <a:pt x="18259" y="7811"/>
                </a:cubicBezTo>
                <a:cubicBezTo>
                  <a:pt x="18480" y="8048"/>
                  <a:pt x="18840" y="8048"/>
                  <a:pt x="19062" y="7811"/>
                </a:cubicBezTo>
                <a:cubicBezTo>
                  <a:pt x="19283" y="7574"/>
                  <a:pt x="19283" y="7190"/>
                  <a:pt x="19062" y="6953"/>
                </a:cubicBezTo>
                <a:cubicBezTo>
                  <a:pt x="18951" y="6835"/>
                  <a:pt x="18805" y="6776"/>
                  <a:pt x="18660" y="6776"/>
                </a:cubicBezTo>
                <a:close/>
                <a:moveTo>
                  <a:pt x="20922" y="6776"/>
                </a:moveTo>
                <a:cubicBezTo>
                  <a:pt x="20776" y="6776"/>
                  <a:pt x="20631" y="6835"/>
                  <a:pt x="20520" y="6953"/>
                </a:cubicBezTo>
                <a:cubicBezTo>
                  <a:pt x="20298" y="7190"/>
                  <a:pt x="20298" y="7574"/>
                  <a:pt x="20520" y="7811"/>
                </a:cubicBezTo>
                <a:cubicBezTo>
                  <a:pt x="20742" y="8048"/>
                  <a:pt x="21101" y="8048"/>
                  <a:pt x="21323" y="7811"/>
                </a:cubicBezTo>
                <a:cubicBezTo>
                  <a:pt x="21545" y="7574"/>
                  <a:pt x="21545" y="7190"/>
                  <a:pt x="21323" y="6953"/>
                </a:cubicBezTo>
                <a:cubicBezTo>
                  <a:pt x="21212" y="6835"/>
                  <a:pt x="21067" y="6776"/>
                  <a:pt x="20922" y="6776"/>
                </a:cubicBezTo>
                <a:close/>
                <a:moveTo>
                  <a:pt x="568" y="9034"/>
                </a:moveTo>
                <a:cubicBezTo>
                  <a:pt x="423" y="9034"/>
                  <a:pt x="278" y="9094"/>
                  <a:pt x="167" y="9212"/>
                </a:cubicBezTo>
                <a:cubicBezTo>
                  <a:pt x="-55" y="9449"/>
                  <a:pt x="-55" y="9833"/>
                  <a:pt x="167" y="10070"/>
                </a:cubicBezTo>
                <a:cubicBezTo>
                  <a:pt x="389" y="10307"/>
                  <a:pt x="749" y="10307"/>
                  <a:pt x="971" y="10070"/>
                </a:cubicBezTo>
                <a:cubicBezTo>
                  <a:pt x="1193" y="9833"/>
                  <a:pt x="1193" y="9449"/>
                  <a:pt x="971" y="9212"/>
                </a:cubicBezTo>
                <a:cubicBezTo>
                  <a:pt x="860" y="9094"/>
                  <a:pt x="714" y="9034"/>
                  <a:pt x="568" y="9034"/>
                </a:cubicBezTo>
                <a:close/>
                <a:moveTo>
                  <a:pt x="2830" y="9034"/>
                </a:moveTo>
                <a:cubicBezTo>
                  <a:pt x="2685" y="9034"/>
                  <a:pt x="2539" y="9094"/>
                  <a:pt x="2428" y="9212"/>
                </a:cubicBezTo>
                <a:cubicBezTo>
                  <a:pt x="2207" y="9449"/>
                  <a:pt x="2207" y="9833"/>
                  <a:pt x="2428" y="10070"/>
                </a:cubicBezTo>
                <a:cubicBezTo>
                  <a:pt x="2650" y="10307"/>
                  <a:pt x="3011" y="10307"/>
                  <a:pt x="3232" y="10070"/>
                </a:cubicBezTo>
                <a:cubicBezTo>
                  <a:pt x="3454" y="9833"/>
                  <a:pt x="3454" y="9449"/>
                  <a:pt x="3232" y="9212"/>
                </a:cubicBezTo>
                <a:cubicBezTo>
                  <a:pt x="3121" y="9094"/>
                  <a:pt x="2975" y="9034"/>
                  <a:pt x="2830" y="9034"/>
                </a:cubicBezTo>
                <a:close/>
                <a:moveTo>
                  <a:pt x="5092" y="9034"/>
                </a:moveTo>
                <a:cubicBezTo>
                  <a:pt x="4946" y="9034"/>
                  <a:pt x="4801" y="9094"/>
                  <a:pt x="4690" y="9212"/>
                </a:cubicBezTo>
                <a:cubicBezTo>
                  <a:pt x="4468" y="9449"/>
                  <a:pt x="4468" y="9833"/>
                  <a:pt x="4690" y="10070"/>
                </a:cubicBezTo>
                <a:cubicBezTo>
                  <a:pt x="4912" y="10307"/>
                  <a:pt x="5271" y="10307"/>
                  <a:pt x="5493" y="10070"/>
                </a:cubicBezTo>
                <a:cubicBezTo>
                  <a:pt x="5715" y="9833"/>
                  <a:pt x="5715" y="9449"/>
                  <a:pt x="5493" y="9212"/>
                </a:cubicBezTo>
                <a:cubicBezTo>
                  <a:pt x="5382" y="9094"/>
                  <a:pt x="5237" y="9034"/>
                  <a:pt x="5092" y="9034"/>
                </a:cubicBezTo>
                <a:close/>
                <a:moveTo>
                  <a:pt x="7353" y="9034"/>
                </a:moveTo>
                <a:cubicBezTo>
                  <a:pt x="7208" y="9034"/>
                  <a:pt x="7063" y="9094"/>
                  <a:pt x="6952" y="9212"/>
                </a:cubicBezTo>
                <a:cubicBezTo>
                  <a:pt x="6730" y="9449"/>
                  <a:pt x="6730" y="9833"/>
                  <a:pt x="6952" y="10070"/>
                </a:cubicBezTo>
                <a:cubicBezTo>
                  <a:pt x="7173" y="10307"/>
                  <a:pt x="7533" y="10307"/>
                  <a:pt x="7755" y="10070"/>
                </a:cubicBezTo>
                <a:cubicBezTo>
                  <a:pt x="7976" y="9833"/>
                  <a:pt x="7976" y="9449"/>
                  <a:pt x="7755" y="9212"/>
                </a:cubicBezTo>
                <a:cubicBezTo>
                  <a:pt x="7644" y="9094"/>
                  <a:pt x="7498" y="9034"/>
                  <a:pt x="7353" y="9034"/>
                </a:cubicBezTo>
                <a:close/>
                <a:moveTo>
                  <a:pt x="9615" y="9034"/>
                </a:moveTo>
                <a:cubicBezTo>
                  <a:pt x="9469" y="9034"/>
                  <a:pt x="9324" y="9094"/>
                  <a:pt x="9213" y="9212"/>
                </a:cubicBezTo>
                <a:cubicBezTo>
                  <a:pt x="8991" y="9449"/>
                  <a:pt x="8991" y="9833"/>
                  <a:pt x="9213" y="10070"/>
                </a:cubicBezTo>
                <a:cubicBezTo>
                  <a:pt x="9435" y="10307"/>
                  <a:pt x="9794" y="10307"/>
                  <a:pt x="10016" y="10070"/>
                </a:cubicBezTo>
                <a:cubicBezTo>
                  <a:pt x="10238" y="9833"/>
                  <a:pt x="10238" y="9449"/>
                  <a:pt x="10016" y="9212"/>
                </a:cubicBezTo>
                <a:cubicBezTo>
                  <a:pt x="9905" y="9094"/>
                  <a:pt x="9760" y="9034"/>
                  <a:pt x="9615" y="9034"/>
                </a:cubicBezTo>
                <a:close/>
                <a:moveTo>
                  <a:pt x="11876" y="9034"/>
                </a:moveTo>
                <a:cubicBezTo>
                  <a:pt x="11731" y="9034"/>
                  <a:pt x="11585" y="9094"/>
                  <a:pt x="11474" y="9212"/>
                </a:cubicBezTo>
                <a:cubicBezTo>
                  <a:pt x="11252" y="9449"/>
                  <a:pt x="11252" y="9833"/>
                  <a:pt x="11474" y="10070"/>
                </a:cubicBezTo>
                <a:cubicBezTo>
                  <a:pt x="11696" y="10307"/>
                  <a:pt x="12056" y="10307"/>
                  <a:pt x="12278" y="10070"/>
                </a:cubicBezTo>
                <a:cubicBezTo>
                  <a:pt x="12500" y="9833"/>
                  <a:pt x="12500" y="9449"/>
                  <a:pt x="12278" y="9212"/>
                </a:cubicBezTo>
                <a:cubicBezTo>
                  <a:pt x="12167" y="9094"/>
                  <a:pt x="12022" y="9034"/>
                  <a:pt x="11876" y="9034"/>
                </a:cubicBezTo>
                <a:close/>
                <a:moveTo>
                  <a:pt x="14138" y="9034"/>
                </a:moveTo>
                <a:cubicBezTo>
                  <a:pt x="13992" y="9034"/>
                  <a:pt x="13846" y="9094"/>
                  <a:pt x="13735" y="9212"/>
                </a:cubicBezTo>
                <a:cubicBezTo>
                  <a:pt x="13514" y="9449"/>
                  <a:pt x="13514" y="9833"/>
                  <a:pt x="13735" y="10070"/>
                </a:cubicBezTo>
                <a:cubicBezTo>
                  <a:pt x="13957" y="10307"/>
                  <a:pt x="14317" y="10307"/>
                  <a:pt x="14539" y="10070"/>
                </a:cubicBezTo>
                <a:cubicBezTo>
                  <a:pt x="14761" y="9833"/>
                  <a:pt x="14761" y="9449"/>
                  <a:pt x="14539" y="9212"/>
                </a:cubicBezTo>
                <a:cubicBezTo>
                  <a:pt x="14428" y="9094"/>
                  <a:pt x="14283" y="9034"/>
                  <a:pt x="14138" y="9034"/>
                </a:cubicBezTo>
                <a:close/>
                <a:moveTo>
                  <a:pt x="16398" y="9034"/>
                </a:moveTo>
                <a:cubicBezTo>
                  <a:pt x="16253" y="9034"/>
                  <a:pt x="16108" y="9094"/>
                  <a:pt x="15997" y="9212"/>
                </a:cubicBezTo>
                <a:cubicBezTo>
                  <a:pt x="15775" y="9449"/>
                  <a:pt x="15775" y="9833"/>
                  <a:pt x="15997" y="10070"/>
                </a:cubicBezTo>
                <a:cubicBezTo>
                  <a:pt x="16219" y="10307"/>
                  <a:pt x="16579" y="10307"/>
                  <a:pt x="16801" y="10070"/>
                </a:cubicBezTo>
                <a:cubicBezTo>
                  <a:pt x="17023" y="9833"/>
                  <a:pt x="17023" y="9449"/>
                  <a:pt x="16801" y="9212"/>
                </a:cubicBezTo>
                <a:cubicBezTo>
                  <a:pt x="16690" y="9094"/>
                  <a:pt x="16544" y="9034"/>
                  <a:pt x="16398" y="9034"/>
                </a:cubicBezTo>
                <a:close/>
                <a:moveTo>
                  <a:pt x="18660" y="9034"/>
                </a:moveTo>
                <a:cubicBezTo>
                  <a:pt x="18515" y="9034"/>
                  <a:pt x="18369" y="9094"/>
                  <a:pt x="18259" y="9212"/>
                </a:cubicBezTo>
                <a:cubicBezTo>
                  <a:pt x="18037" y="9449"/>
                  <a:pt x="18037" y="9833"/>
                  <a:pt x="18259" y="10070"/>
                </a:cubicBezTo>
                <a:cubicBezTo>
                  <a:pt x="18480" y="10307"/>
                  <a:pt x="18840" y="10307"/>
                  <a:pt x="19062" y="10070"/>
                </a:cubicBezTo>
                <a:cubicBezTo>
                  <a:pt x="19283" y="9833"/>
                  <a:pt x="19283" y="9449"/>
                  <a:pt x="19062" y="9212"/>
                </a:cubicBezTo>
                <a:cubicBezTo>
                  <a:pt x="18951" y="9094"/>
                  <a:pt x="18805" y="9034"/>
                  <a:pt x="18660" y="9034"/>
                </a:cubicBezTo>
                <a:close/>
                <a:moveTo>
                  <a:pt x="20922" y="9034"/>
                </a:moveTo>
                <a:cubicBezTo>
                  <a:pt x="20776" y="9034"/>
                  <a:pt x="20631" y="9094"/>
                  <a:pt x="20520" y="9212"/>
                </a:cubicBezTo>
                <a:cubicBezTo>
                  <a:pt x="20298" y="9449"/>
                  <a:pt x="20298" y="9833"/>
                  <a:pt x="20520" y="10070"/>
                </a:cubicBezTo>
                <a:cubicBezTo>
                  <a:pt x="20742" y="10307"/>
                  <a:pt x="21101" y="10307"/>
                  <a:pt x="21323" y="10070"/>
                </a:cubicBezTo>
                <a:cubicBezTo>
                  <a:pt x="21545" y="9833"/>
                  <a:pt x="21545" y="9449"/>
                  <a:pt x="21323" y="9212"/>
                </a:cubicBezTo>
                <a:cubicBezTo>
                  <a:pt x="21212" y="9094"/>
                  <a:pt x="21067" y="9034"/>
                  <a:pt x="20922" y="9034"/>
                </a:cubicBezTo>
                <a:close/>
                <a:moveTo>
                  <a:pt x="568" y="11293"/>
                </a:moveTo>
                <a:cubicBezTo>
                  <a:pt x="423" y="11293"/>
                  <a:pt x="278" y="11353"/>
                  <a:pt x="167" y="11471"/>
                </a:cubicBezTo>
                <a:cubicBezTo>
                  <a:pt x="-55" y="11708"/>
                  <a:pt x="-55" y="12092"/>
                  <a:pt x="167" y="12329"/>
                </a:cubicBezTo>
                <a:cubicBezTo>
                  <a:pt x="389" y="12566"/>
                  <a:pt x="749" y="12566"/>
                  <a:pt x="971" y="12329"/>
                </a:cubicBezTo>
                <a:cubicBezTo>
                  <a:pt x="1193" y="12092"/>
                  <a:pt x="1193" y="11708"/>
                  <a:pt x="971" y="11471"/>
                </a:cubicBezTo>
                <a:cubicBezTo>
                  <a:pt x="860" y="11353"/>
                  <a:pt x="714" y="11293"/>
                  <a:pt x="568" y="11293"/>
                </a:cubicBezTo>
                <a:close/>
                <a:moveTo>
                  <a:pt x="2830" y="11293"/>
                </a:moveTo>
                <a:cubicBezTo>
                  <a:pt x="2685" y="11293"/>
                  <a:pt x="2539" y="11353"/>
                  <a:pt x="2428" y="11471"/>
                </a:cubicBezTo>
                <a:cubicBezTo>
                  <a:pt x="2207" y="11708"/>
                  <a:pt x="2207" y="12092"/>
                  <a:pt x="2428" y="12329"/>
                </a:cubicBezTo>
                <a:cubicBezTo>
                  <a:pt x="2650" y="12566"/>
                  <a:pt x="3011" y="12566"/>
                  <a:pt x="3232" y="12329"/>
                </a:cubicBezTo>
                <a:cubicBezTo>
                  <a:pt x="3454" y="12092"/>
                  <a:pt x="3454" y="11708"/>
                  <a:pt x="3232" y="11471"/>
                </a:cubicBezTo>
                <a:cubicBezTo>
                  <a:pt x="3121" y="11353"/>
                  <a:pt x="2975" y="11293"/>
                  <a:pt x="2830" y="11293"/>
                </a:cubicBezTo>
                <a:close/>
                <a:moveTo>
                  <a:pt x="5092" y="11293"/>
                </a:moveTo>
                <a:cubicBezTo>
                  <a:pt x="4946" y="11293"/>
                  <a:pt x="4801" y="11353"/>
                  <a:pt x="4690" y="11471"/>
                </a:cubicBezTo>
                <a:cubicBezTo>
                  <a:pt x="4468" y="11708"/>
                  <a:pt x="4468" y="12092"/>
                  <a:pt x="4690" y="12329"/>
                </a:cubicBezTo>
                <a:cubicBezTo>
                  <a:pt x="4912" y="12566"/>
                  <a:pt x="5271" y="12566"/>
                  <a:pt x="5493" y="12329"/>
                </a:cubicBezTo>
                <a:cubicBezTo>
                  <a:pt x="5715" y="12092"/>
                  <a:pt x="5715" y="11708"/>
                  <a:pt x="5493" y="11471"/>
                </a:cubicBezTo>
                <a:cubicBezTo>
                  <a:pt x="5382" y="11353"/>
                  <a:pt x="5237" y="11293"/>
                  <a:pt x="5092" y="11293"/>
                </a:cubicBezTo>
                <a:close/>
                <a:moveTo>
                  <a:pt x="7353" y="11293"/>
                </a:moveTo>
                <a:cubicBezTo>
                  <a:pt x="7208" y="11293"/>
                  <a:pt x="7063" y="11353"/>
                  <a:pt x="6952" y="11471"/>
                </a:cubicBezTo>
                <a:cubicBezTo>
                  <a:pt x="6730" y="11708"/>
                  <a:pt x="6730" y="12092"/>
                  <a:pt x="6952" y="12329"/>
                </a:cubicBezTo>
                <a:cubicBezTo>
                  <a:pt x="7173" y="12566"/>
                  <a:pt x="7533" y="12566"/>
                  <a:pt x="7755" y="12329"/>
                </a:cubicBezTo>
                <a:cubicBezTo>
                  <a:pt x="7976" y="12092"/>
                  <a:pt x="7976" y="11708"/>
                  <a:pt x="7755" y="11471"/>
                </a:cubicBezTo>
                <a:cubicBezTo>
                  <a:pt x="7644" y="11353"/>
                  <a:pt x="7498" y="11293"/>
                  <a:pt x="7353" y="11293"/>
                </a:cubicBezTo>
                <a:close/>
                <a:moveTo>
                  <a:pt x="9615" y="11293"/>
                </a:moveTo>
                <a:cubicBezTo>
                  <a:pt x="9469" y="11293"/>
                  <a:pt x="9324" y="11353"/>
                  <a:pt x="9213" y="11471"/>
                </a:cubicBezTo>
                <a:cubicBezTo>
                  <a:pt x="8991" y="11708"/>
                  <a:pt x="8991" y="12092"/>
                  <a:pt x="9213" y="12329"/>
                </a:cubicBezTo>
                <a:cubicBezTo>
                  <a:pt x="9435" y="12566"/>
                  <a:pt x="9794" y="12566"/>
                  <a:pt x="10016" y="12329"/>
                </a:cubicBezTo>
                <a:cubicBezTo>
                  <a:pt x="10238" y="12092"/>
                  <a:pt x="10238" y="11708"/>
                  <a:pt x="10016" y="11471"/>
                </a:cubicBezTo>
                <a:cubicBezTo>
                  <a:pt x="9905" y="11353"/>
                  <a:pt x="9760" y="11293"/>
                  <a:pt x="9615" y="11293"/>
                </a:cubicBezTo>
                <a:close/>
                <a:moveTo>
                  <a:pt x="11876" y="11293"/>
                </a:moveTo>
                <a:cubicBezTo>
                  <a:pt x="11731" y="11293"/>
                  <a:pt x="11585" y="11353"/>
                  <a:pt x="11474" y="11471"/>
                </a:cubicBezTo>
                <a:cubicBezTo>
                  <a:pt x="11252" y="11708"/>
                  <a:pt x="11252" y="12092"/>
                  <a:pt x="11474" y="12329"/>
                </a:cubicBezTo>
                <a:cubicBezTo>
                  <a:pt x="11696" y="12566"/>
                  <a:pt x="12056" y="12566"/>
                  <a:pt x="12278" y="12329"/>
                </a:cubicBezTo>
                <a:cubicBezTo>
                  <a:pt x="12500" y="12092"/>
                  <a:pt x="12500" y="11708"/>
                  <a:pt x="12278" y="11471"/>
                </a:cubicBezTo>
                <a:cubicBezTo>
                  <a:pt x="12167" y="11353"/>
                  <a:pt x="12022" y="11293"/>
                  <a:pt x="11876" y="11293"/>
                </a:cubicBezTo>
                <a:close/>
                <a:moveTo>
                  <a:pt x="14138" y="11293"/>
                </a:moveTo>
                <a:cubicBezTo>
                  <a:pt x="13992" y="11293"/>
                  <a:pt x="13846" y="11353"/>
                  <a:pt x="13735" y="11471"/>
                </a:cubicBezTo>
                <a:cubicBezTo>
                  <a:pt x="13514" y="11708"/>
                  <a:pt x="13514" y="12092"/>
                  <a:pt x="13735" y="12329"/>
                </a:cubicBezTo>
                <a:cubicBezTo>
                  <a:pt x="13957" y="12566"/>
                  <a:pt x="14317" y="12566"/>
                  <a:pt x="14539" y="12329"/>
                </a:cubicBezTo>
                <a:cubicBezTo>
                  <a:pt x="14761" y="12092"/>
                  <a:pt x="14761" y="11708"/>
                  <a:pt x="14539" y="11471"/>
                </a:cubicBezTo>
                <a:cubicBezTo>
                  <a:pt x="14428" y="11353"/>
                  <a:pt x="14283" y="11293"/>
                  <a:pt x="14138" y="11293"/>
                </a:cubicBezTo>
                <a:close/>
                <a:moveTo>
                  <a:pt x="16398" y="11293"/>
                </a:moveTo>
                <a:cubicBezTo>
                  <a:pt x="16253" y="11293"/>
                  <a:pt x="16108" y="11353"/>
                  <a:pt x="15997" y="11471"/>
                </a:cubicBezTo>
                <a:cubicBezTo>
                  <a:pt x="15775" y="11708"/>
                  <a:pt x="15775" y="12092"/>
                  <a:pt x="15997" y="12329"/>
                </a:cubicBezTo>
                <a:cubicBezTo>
                  <a:pt x="16219" y="12566"/>
                  <a:pt x="16579" y="12566"/>
                  <a:pt x="16801" y="12329"/>
                </a:cubicBezTo>
                <a:cubicBezTo>
                  <a:pt x="17023" y="12092"/>
                  <a:pt x="17023" y="11708"/>
                  <a:pt x="16801" y="11471"/>
                </a:cubicBezTo>
                <a:cubicBezTo>
                  <a:pt x="16690" y="11353"/>
                  <a:pt x="16544" y="11293"/>
                  <a:pt x="16398" y="11293"/>
                </a:cubicBezTo>
                <a:close/>
                <a:moveTo>
                  <a:pt x="18660" y="11293"/>
                </a:moveTo>
                <a:cubicBezTo>
                  <a:pt x="18515" y="11293"/>
                  <a:pt x="18369" y="11353"/>
                  <a:pt x="18259" y="11471"/>
                </a:cubicBezTo>
                <a:cubicBezTo>
                  <a:pt x="18037" y="11708"/>
                  <a:pt x="18037" y="12092"/>
                  <a:pt x="18259" y="12329"/>
                </a:cubicBezTo>
                <a:cubicBezTo>
                  <a:pt x="18480" y="12566"/>
                  <a:pt x="18840" y="12566"/>
                  <a:pt x="19062" y="12329"/>
                </a:cubicBezTo>
                <a:cubicBezTo>
                  <a:pt x="19283" y="12092"/>
                  <a:pt x="19283" y="11708"/>
                  <a:pt x="19062" y="11471"/>
                </a:cubicBezTo>
                <a:cubicBezTo>
                  <a:pt x="18951" y="11353"/>
                  <a:pt x="18805" y="11293"/>
                  <a:pt x="18660" y="11293"/>
                </a:cubicBezTo>
                <a:close/>
                <a:moveTo>
                  <a:pt x="20922" y="11293"/>
                </a:moveTo>
                <a:cubicBezTo>
                  <a:pt x="20776" y="11293"/>
                  <a:pt x="20631" y="11353"/>
                  <a:pt x="20520" y="11471"/>
                </a:cubicBezTo>
                <a:cubicBezTo>
                  <a:pt x="20298" y="11708"/>
                  <a:pt x="20298" y="12092"/>
                  <a:pt x="20520" y="12329"/>
                </a:cubicBezTo>
                <a:cubicBezTo>
                  <a:pt x="20742" y="12566"/>
                  <a:pt x="21101" y="12566"/>
                  <a:pt x="21323" y="12329"/>
                </a:cubicBezTo>
                <a:cubicBezTo>
                  <a:pt x="21545" y="12092"/>
                  <a:pt x="21545" y="11708"/>
                  <a:pt x="21323" y="11471"/>
                </a:cubicBezTo>
                <a:cubicBezTo>
                  <a:pt x="21212" y="11353"/>
                  <a:pt x="21067" y="11293"/>
                  <a:pt x="20922" y="11293"/>
                </a:cubicBezTo>
                <a:close/>
                <a:moveTo>
                  <a:pt x="568" y="13551"/>
                </a:moveTo>
                <a:cubicBezTo>
                  <a:pt x="423" y="13551"/>
                  <a:pt x="278" y="13610"/>
                  <a:pt x="167" y="13729"/>
                </a:cubicBezTo>
                <a:cubicBezTo>
                  <a:pt x="-55" y="13966"/>
                  <a:pt x="-55" y="14350"/>
                  <a:pt x="167" y="14587"/>
                </a:cubicBezTo>
                <a:cubicBezTo>
                  <a:pt x="389" y="14823"/>
                  <a:pt x="749" y="14823"/>
                  <a:pt x="971" y="14587"/>
                </a:cubicBezTo>
                <a:cubicBezTo>
                  <a:pt x="1193" y="14350"/>
                  <a:pt x="1193" y="13966"/>
                  <a:pt x="971" y="13729"/>
                </a:cubicBezTo>
                <a:cubicBezTo>
                  <a:pt x="860" y="13610"/>
                  <a:pt x="714" y="13551"/>
                  <a:pt x="568" y="13551"/>
                </a:cubicBezTo>
                <a:close/>
                <a:moveTo>
                  <a:pt x="2830" y="13551"/>
                </a:moveTo>
                <a:cubicBezTo>
                  <a:pt x="2685" y="13551"/>
                  <a:pt x="2539" y="13610"/>
                  <a:pt x="2428" y="13729"/>
                </a:cubicBezTo>
                <a:cubicBezTo>
                  <a:pt x="2207" y="13966"/>
                  <a:pt x="2207" y="14350"/>
                  <a:pt x="2428" y="14587"/>
                </a:cubicBezTo>
                <a:cubicBezTo>
                  <a:pt x="2650" y="14823"/>
                  <a:pt x="3011" y="14823"/>
                  <a:pt x="3232" y="14587"/>
                </a:cubicBezTo>
                <a:cubicBezTo>
                  <a:pt x="3454" y="14350"/>
                  <a:pt x="3454" y="13966"/>
                  <a:pt x="3232" y="13729"/>
                </a:cubicBezTo>
                <a:cubicBezTo>
                  <a:pt x="3121" y="13610"/>
                  <a:pt x="2975" y="13551"/>
                  <a:pt x="2830" y="13551"/>
                </a:cubicBezTo>
                <a:close/>
                <a:moveTo>
                  <a:pt x="5092" y="13551"/>
                </a:moveTo>
                <a:cubicBezTo>
                  <a:pt x="4946" y="13551"/>
                  <a:pt x="4801" y="13610"/>
                  <a:pt x="4690" y="13729"/>
                </a:cubicBezTo>
                <a:cubicBezTo>
                  <a:pt x="4468" y="13966"/>
                  <a:pt x="4468" y="14350"/>
                  <a:pt x="4690" y="14587"/>
                </a:cubicBezTo>
                <a:cubicBezTo>
                  <a:pt x="4912" y="14823"/>
                  <a:pt x="5271" y="14823"/>
                  <a:pt x="5493" y="14587"/>
                </a:cubicBezTo>
                <a:cubicBezTo>
                  <a:pt x="5715" y="14350"/>
                  <a:pt x="5715" y="13966"/>
                  <a:pt x="5493" y="13729"/>
                </a:cubicBezTo>
                <a:cubicBezTo>
                  <a:pt x="5382" y="13610"/>
                  <a:pt x="5237" y="13551"/>
                  <a:pt x="5092" y="13551"/>
                </a:cubicBezTo>
                <a:close/>
                <a:moveTo>
                  <a:pt x="7353" y="13551"/>
                </a:moveTo>
                <a:cubicBezTo>
                  <a:pt x="7208" y="13551"/>
                  <a:pt x="7063" y="13610"/>
                  <a:pt x="6952" y="13729"/>
                </a:cubicBezTo>
                <a:cubicBezTo>
                  <a:pt x="6730" y="13966"/>
                  <a:pt x="6730" y="14350"/>
                  <a:pt x="6952" y="14587"/>
                </a:cubicBezTo>
                <a:cubicBezTo>
                  <a:pt x="7173" y="14823"/>
                  <a:pt x="7533" y="14823"/>
                  <a:pt x="7755" y="14587"/>
                </a:cubicBezTo>
                <a:cubicBezTo>
                  <a:pt x="7976" y="14350"/>
                  <a:pt x="7976" y="13966"/>
                  <a:pt x="7755" y="13729"/>
                </a:cubicBezTo>
                <a:cubicBezTo>
                  <a:pt x="7644" y="13610"/>
                  <a:pt x="7498" y="13551"/>
                  <a:pt x="7353" y="13551"/>
                </a:cubicBezTo>
                <a:close/>
                <a:moveTo>
                  <a:pt x="9615" y="13551"/>
                </a:moveTo>
                <a:cubicBezTo>
                  <a:pt x="9469" y="13551"/>
                  <a:pt x="9324" y="13610"/>
                  <a:pt x="9213" y="13729"/>
                </a:cubicBezTo>
                <a:cubicBezTo>
                  <a:pt x="8991" y="13966"/>
                  <a:pt x="8991" y="14350"/>
                  <a:pt x="9213" y="14587"/>
                </a:cubicBezTo>
                <a:cubicBezTo>
                  <a:pt x="9435" y="14823"/>
                  <a:pt x="9794" y="14823"/>
                  <a:pt x="10016" y="14587"/>
                </a:cubicBezTo>
                <a:cubicBezTo>
                  <a:pt x="10238" y="14350"/>
                  <a:pt x="10238" y="13966"/>
                  <a:pt x="10016" y="13729"/>
                </a:cubicBezTo>
                <a:cubicBezTo>
                  <a:pt x="9905" y="13610"/>
                  <a:pt x="9760" y="13551"/>
                  <a:pt x="9615" y="13551"/>
                </a:cubicBezTo>
                <a:close/>
                <a:moveTo>
                  <a:pt x="11876" y="13551"/>
                </a:moveTo>
                <a:cubicBezTo>
                  <a:pt x="11731" y="13551"/>
                  <a:pt x="11585" y="13610"/>
                  <a:pt x="11474" y="13729"/>
                </a:cubicBezTo>
                <a:cubicBezTo>
                  <a:pt x="11252" y="13966"/>
                  <a:pt x="11252" y="14350"/>
                  <a:pt x="11474" y="14587"/>
                </a:cubicBezTo>
                <a:cubicBezTo>
                  <a:pt x="11696" y="14823"/>
                  <a:pt x="12056" y="14823"/>
                  <a:pt x="12278" y="14587"/>
                </a:cubicBezTo>
                <a:cubicBezTo>
                  <a:pt x="12500" y="14350"/>
                  <a:pt x="12500" y="13966"/>
                  <a:pt x="12278" y="13729"/>
                </a:cubicBezTo>
                <a:cubicBezTo>
                  <a:pt x="12167" y="13610"/>
                  <a:pt x="12022" y="13551"/>
                  <a:pt x="11876" y="13551"/>
                </a:cubicBezTo>
                <a:close/>
                <a:moveTo>
                  <a:pt x="14138" y="13551"/>
                </a:moveTo>
                <a:cubicBezTo>
                  <a:pt x="13992" y="13551"/>
                  <a:pt x="13846" y="13610"/>
                  <a:pt x="13735" y="13729"/>
                </a:cubicBezTo>
                <a:cubicBezTo>
                  <a:pt x="13514" y="13966"/>
                  <a:pt x="13514" y="14350"/>
                  <a:pt x="13735" y="14587"/>
                </a:cubicBezTo>
                <a:cubicBezTo>
                  <a:pt x="13957" y="14823"/>
                  <a:pt x="14317" y="14823"/>
                  <a:pt x="14539" y="14587"/>
                </a:cubicBezTo>
                <a:cubicBezTo>
                  <a:pt x="14761" y="14350"/>
                  <a:pt x="14761" y="13966"/>
                  <a:pt x="14539" y="13729"/>
                </a:cubicBezTo>
                <a:cubicBezTo>
                  <a:pt x="14428" y="13610"/>
                  <a:pt x="14283" y="13551"/>
                  <a:pt x="14138" y="13551"/>
                </a:cubicBezTo>
                <a:close/>
                <a:moveTo>
                  <a:pt x="16398" y="13551"/>
                </a:moveTo>
                <a:cubicBezTo>
                  <a:pt x="16253" y="13551"/>
                  <a:pt x="16108" y="13610"/>
                  <a:pt x="15997" y="13729"/>
                </a:cubicBezTo>
                <a:cubicBezTo>
                  <a:pt x="15775" y="13966"/>
                  <a:pt x="15775" y="14350"/>
                  <a:pt x="15997" y="14587"/>
                </a:cubicBezTo>
                <a:cubicBezTo>
                  <a:pt x="16219" y="14823"/>
                  <a:pt x="16579" y="14823"/>
                  <a:pt x="16801" y="14587"/>
                </a:cubicBezTo>
                <a:cubicBezTo>
                  <a:pt x="17023" y="14350"/>
                  <a:pt x="17023" y="13966"/>
                  <a:pt x="16801" y="13729"/>
                </a:cubicBezTo>
                <a:cubicBezTo>
                  <a:pt x="16690" y="13610"/>
                  <a:pt x="16544" y="13551"/>
                  <a:pt x="16398" y="13551"/>
                </a:cubicBezTo>
                <a:close/>
                <a:moveTo>
                  <a:pt x="18660" y="13551"/>
                </a:moveTo>
                <a:cubicBezTo>
                  <a:pt x="18515" y="13551"/>
                  <a:pt x="18369" y="13610"/>
                  <a:pt x="18259" y="13729"/>
                </a:cubicBezTo>
                <a:cubicBezTo>
                  <a:pt x="18037" y="13966"/>
                  <a:pt x="18037" y="14350"/>
                  <a:pt x="18259" y="14587"/>
                </a:cubicBezTo>
                <a:cubicBezTo>
                  <a:pt x="18480" y="14823"/>
                  <a:pt x="18840" y="14823"/>
                  <a:pt x="19062" y="14587"/>
                </a:cubicBezTo>
                <a:cubicBezTo>
                  <a:pt x="19283" y="14350"/>
                  <a:pt x="19283" y="13966"/>
                  <a:pt x="19062" y="13729"/>
                </a:cubicBezTo>
                <a:cubicBezTo>
                  <a:pt x="18951" y="13610"/>
                  <a:pt x="18805" y="13551"/>
                  <a:pt x="18660" y="13551"/>
                </a:cubicBezTo>
                <a:close/>
                <a:moveTo>
                  <a:pt x="20922" y="13551"/>
                </a:moveTo>
                <a:cubicBezTo>
                  <a:pt x="20776" y="13551"/>
                  <a:pt x="20631" y="13610"/>
                  <a:pt x="20520" y="13729"/>
                </a:cubicBezTo>
                <a:cubicBezTo>
                  <a:pt x="20298" y="13966"/>
                  <a:pt x="20298" y="14350"/>
                  <a:pt x="20520" y="14587"/>
                </a:cubicBezTo>
                <a:cubicBezTo>
                  <a:pt x="20742" y="14823"/>
                  <a:pt x="21101" y="14823"/>
                  <a:pt x="21323" y="14587"/>
                </a:cubicBezTo>
                <a:cubicBezTo>
                  <a:pt x="21545" y="14350"/>
                  <a:pt x="21545" y="13966"/>
                  <a:pt x="21323" y="13729"/>
                </a:cubicBezTo>
                <a:cubicBezTo>
                  <a:pt x="21212" y="13610"/>
                  <a:pt x="21067" y="13551"/>
                  <a:pt x="20922" y="13551"/>
                </a:cubicBezTo>
                <a:close/>
                <a:moveTo>
                  <a:pt x="568" y="15810"/>
                </a:moveTo>
                <a:cubicBezTo>
                  <a:pt x="423" y="15810"/>
                  <a:pt x="278" y="15869"/>
                  <a:pt x="167" y="15988"/>
                </a:cubicBezTo>
                <a:cubicBezTo>
                  <a:pt x="-55" y="16224"/>
                  <a:pt x="-55" y="16609"/>
                  <a:pt x="167" y="16846"/>
                </a:cubicBezTo>
                <a:cubicBezTo>
                  <a:pt x="389" y="17082"/>
                  <a:pt x="749" y="17082"/>
                  <a:pt x="971" y="16846"/>
                </a:cubicBezTo>
                <a:cubicBezTo>
                  <a:pt x="1193" y="16609"/>
                  <a:pt x="1193" y="16224"/>
                  <a:pt x="971" y="15988"/>
                </a:cubicBezTo>
                <a:cubicBezTo>
                  <a:pt x="860" y="15869"/>
                  <a:pt x="714" y="15810"/>
                  <a:pt x="568" y="15810"/>
                </a:cubicBezTo>
                <a:close/>
                <a:moveTo>
                  <a:pt x="2830" y="15810"/>
                </a:moveTo>
                <a:cubicBezTo>
                  <a:pt x="2685" y="15810"/>
                  <a:pt x="2539" y="15869"/>
                  <a:pt x="2428" y="15988"/>
                </a:cubicBezTo>
                <a:cubicBezTo>
                  <a:pt x="2207" y="16224"/>
                  <a:pt x="2207" y="16609"/>
                  <a:pt x="2428" y="16846"/>
                </a:cubicBezTo>
                <a:cubicBezTo>
                  <a:pt x="2650" y="17082"/>
                  <a:pt x="3011" y="17082"/>
                  <a:pt x="3232" y="16846"/>
                </a:cubicBezTo>
                <a:cubicBezTo>
                  <a:pt x="3454" y="16609"/>
                  <a:pt x="3454" y="16224"/>
                  <a:pt x="3232" y="15988"/>
                </a:cubicBezTo>
                <a:cubicBezTo>
                  <a:pt x="3121" y="15869"/>
                  <a:pt x="2975" y="15810"/>
                  <a:pt x="2830" y="15810"/>
                </a:cubicBezTo>
                <a:close/>
                <a:moveTo>
                  <a:pt x="5092" y="15810"/>
                </a:moveTo>
                <a:cubicBezTo>
                  <a:pt x="4946" y="15810"/>
                  <a:pt x="4801" y="15869"/>
                  <a:pt x="4690" y="15988"/>
                </a:cubicBezTo>
                <a:cubicBezTo>
                  <a:pt x="4468" y="16224"/>
                  <a:pt x="4468" y="16609"/>
                  <a:pt x="4690" y="16846"/>
                </a:cubicBezTo>
                <a:cubicBezTo>
                  <a:pt x="4912" y="17082"/>
                  <a:pt x="5271" y="17082"/>
                  <a:pt x="5493" y="16846"/>
                </a:cubicBezTo>
                <a:cubicBezTo>
                  <a:pt x="5715" y="16609"/>
                  <a:pt x="5715" y="16224"/>
                  <a:pt x="5493" y="15988"/>
                </a:cubicBezTo>
                <a:cubicBezTo>
                  <a:pt x="5382" y="15869"/>
                  <a:pt x="5237" y="15810"/>
                  <a:pt x="5092" y="15810"/>
                </a:cubicBezTo>
                <a:close/>
                <a:moveTo>
                  <a:pt x="7353" y="15810"/>
                </a:moveTo>
                <a:cubicBezTo>
                  <a:pt x="7208" y="15810"/>
                  <a:pt x="7063" y="15869"/>
                  <a:pt x="6952" y="15988"/>
                </a:cubicBezTo>
                <a:cubicBezTo>
                  <a:pt x="6730" y="16224"/>
                  <a:pt x="6730" y="16609"/>
                  <a:pt x="6952" y="16846"/>
                </a:cubicBezTo>
                <a:cubicBezTo>
                  <a:pt x="7173" y="17082"/>
                  <a:pt x="7533" y="17082"/>
                  <a:pt x="7755" y="16846"/>
                </a:cubicBezTo>
                <a:cubicBezTo>
                  <a:pt x="7976" y="16609"/>
                  <a:pt x="7976" y="16224"/>
                  <a:pt x="7755" y="15988"/>
                </a:cubicBezTo>
                <a:cubicBezTo>
                  <a:pt x="7644" y="15869"/>
                  <a:pt x="7498" y="15810"/>
                  <a:pt x="7353" y="15810"/>
                </a:cubicBezTo>
                <a:close/>
                <a:moveTo>
                  <a:pt x="9615" y="15810"/>
                </a:moveTo>
                <a:cubicBezTo>
                  <a:pt x="9469" y="15810"/>
                  <a:pt x="9324" y="15869"/>
                  <a:pt x="9213" y="15988"/>
                </a:cubicBezTo>
                <a:cubicBezTo>
                  <a:pt x="8991" y="16224"/>
                  <a:pt x="8991" y="16609"/>
                  <a:pt x="9213" y="16846"/>
                </a:cubicBezTo>
                <a:cubicBezTo>
                  <a:pt x="9435" y="17082"/>
                  <a:pt x="9794" y="17082"/>
                  <a:pt x="10016" y="16846"/>
                </a:cubicBezTo>
                <a:cubicBezTo>
                  <a:pt x="10238" y="16609"/>
                  <a:pt x="10238" y="16224"/>
                  <a:pt x="10016" y="15988"/>
                </a:cubicBezTo>
                <a:cubicBezTo>
                  <a:pt x="9905" y="15869"/>
                  <a:pt x="9760" y="15810"/>
                  <a:pt x="9615" y="15810"/>
                </a:cubicBezTo>
                <a:close/>
                <a:moveTo>
                  <a:pt x="11876" y="15810"/>
                </a:moveTo>
                <a:cubicBezTo>
                  <a:pt x="11731" y="15810"/>
                  <a:pt x="11585" y="15869"/>
                  <a:pt x="11474" y="15988"/>
                </a:cubicBezTo>
                <a:cubicBezTo>
                  <a:pt x="11252" y="16224"/>
                  <a:pt x="11252" y="16609"/>
                  <a:pt x="11474" y="16846"/>
                </a:cubicBezTo>
                <a:cubicBezTo>
                  <a:pt x="11696" y="17082"/>
                  <a:pt x="12056" y="17082"/>
                  <a:pt x="12278" y="16846"/>
                </a:cubicBezTo>
                <a:cubicBezTo>
                  <a:pt x="12500" y="16609"/>
                  <a:pt x="12500" y="16224"/>
                  <a:pt x="12278" y="15988"/>
                </a:cubicBezTo>
                <a:cubicBezTo>
                  <a:pt x="12167" y="15869"/>
                  <a:pt x="12022" y="15810"/>
                  <a:pt x="11876" y="15810"/>
                </a:cubicBezTo>
                <a:close/>
                <a:moveTo>
                  <a:pt x="14138" y="15810"/>
                </a:moveTo>
                <a:cubicBezTo>
                  <a:pt x="13992" y="15810"/>
                  <a:pt x="13846" y="15869"/>
                  <a:pt x="13735" y="15988"/>
                </a:cubicBezTo>
                <a:cubicBezTo>
                  <a:pt x="13514" y="16224"/>
                  <a:pt x="13514" y="16609"/>
                  <a:pt x="13735" y="16846"/>
                </a:cubicBezTo>
                <a:cubicBezTo>
                  <a:pt x="13957" y="17082"/>
                  <a:pt x="14317" y="17082"/>
                  <a:pt x="14539" y="16846"/>
                </a:cubicBezTo>
                <a:cubicBezTo>
                  <a:pt x="14761" y="16609"/>
                  <a:pt x="14761" y="16224"/>
                  <a:pt x="14539" y="15988"/>
                </a:cubicBezTo>
                <a:cubicBezTo>
                  <a:pt x="14428" y="15869"/>
                  <a:pt x="14283" y="15810"/>
                  <a:pt x="14138" y="15810"/>
                </a:cubicBezTo>
                <a:close/>
                <a:moveTo>
                  <a:pt x="16398" y="15810"/>
                </a:moveTo>
                <a:cubicBezTo>
                  <a:pt x="16253" y="15810"/>
                  <a:pt x="16108" y="15869"/>
                  <a:pt x="15997" y="15988"/>
                </a:cubicBezTo>
                <a:cubicBezTo>
                  <a:pt x="15775" y="16224"/>
                  <a:pt x="15775" y="16609"/>
                  <a:pt x="15997" y="16846"/>
                </a:cubicBezTo>
                <a:cubicBezTo>
                  <a:pt x="16219" y="17082"/>
                  <a:pt x="16579" y="17082"/>
                  <a:pt x="16801" y="16846"/>
                </a:cubicBezTo>
                <a:cubicBezTo>
                  <a:pt x="17023" y="16609"/>
                  <a:pt x="17023" y="16224"/>
                  <a:pt x="16801" y="15988"/>
                </a:cubicBezTo>
                <a:cubicBezTo>
                  <a:pt x="16690" y="15869"/>
                  <a:pt x="16544" y="15810"/>
                  <a:pt x="16398" y="15810"/>
                </a:cubicBezTo>
                <a:close/>
                <a:moveTo>
                  <a:pt x="18660" y="15810"/>
                </a:moveTo>
                <a:cubicBezTo>
                  <a:pt x="18515" y="15810"/>
                  <a:pt x="18369" y="15869"/>
                  <a:pt x="18259" y="15988"/>
                </a:cubicBezTo>
                <a:cubicBezTo>
                  <a:pt x="18037" y="16224"/>
                  <a:pt x="18037" y="16609"/>
                  <a:pt x="18259" y="16846"/>
                </a:cubicBezTo>
                <a:cubicBezTo>
                  <a:pt x="18480" y="17082"/>
                  <a:pt x="18840" y="17082"/>
                  <a:pt x="19062" y="16846"/>
                </a:cubicBezTo>
                <a:cubicBezTo>
                  <a:pt x="19283" y="16609"/>
                  <a:pt x="19283" y="16224"/>
                  <a:pt x="19062" y="15988"/>
                </a:cubicBezTo>
                <a:cubicBezTo>
                  <a:pt x="18951" y="15869"/>
                  <a:pt x="18805" y="15810"/>
                  <a:pt x="18660" y="15810"/>
                </a:cubicBezTo>
                <a:close/>
                <a:moveTo>
                  <a:pt x="20922" y="15810"/>
                </a:moveTo>
                <a:cubicBezTo>
                  <a:pt x="20776" y="15810"/>
                  <a:pt x="20631" y="15869"/>
                  <a:pt x="20520" y="15988"/>
                </a:cubicBezTo>
                <a:cubicBezTo>
                  <a:pt x="20298" y="16224"/>
                  <a:pt x="20298" y="16609"/>
                  <a:pt x="20520" y="16846"/>
                </a:cubicBezTo>
                <a:cubicBezTo>
                  <a:pt x="20742" y="17082"/>
                  <a:pt x="21101" y="17082"/>
                  <a:pt x="21323" y="16846"/>
                </a:cubicBezTo>
                <a:cubicBezTo>
                  <a:pt x="21545" y="16609"/>
                  <a:pt x="21545" y="16224"/>
                  <a:pt x="21323" y="15988"/>
                </a:cubicBezTo>
                <a:cubicBezTo>
                  <a:pt x="21212" y="15869"/>
                  <a:pt x="21067" y="15810"/>
                  <a:pt x="20922" y="15810"/>
                </a:cubicBezTo>
                <a:close/>
                <a:moveTo>
                  <a:pt x="568" y="18069"/>
                </a:moveTo>
                <a:cubicBezTo>
                  <a:pt x="423" y="18069"/>
                  <a:pt x="278" y="18128"/>
                  <a:pt x="167" y="18247"/>
                </a:cubicBezTo>
                <a:cubicBezTo>
                  <a:pt x="-55" y="18483"/>
                  <a:pt x="-55" y="18868"/>
                  <a:pt x="167" y="19104"/>
                </a:cubicBezTo>
                <a:cubicBezTo>
                  <a:pt x="389" y="19341"/>
                  <a:pt x="749" y="19341"/>
                  <a:pt x="971" y="19104"/>
                </a:cubicBezTo>
                <a:cubicBezTo>
                  <a:pt x="1193" y="18868"/>
                  <a:pt x="1193" y="18483"/>
                  <a:pt x="971" y="18247"/>
                </a:cubicBezTo>
                <a:cubicBezTo>
                  <a:pt x="860" y="18128"/>
                  <a:pt x="714" y="18069"/>
                  <a:pt x="568" y="18069"/>
                </a:cubicBezTo>
                <a:close/>
                <a:moveTo>
                  <a:pt x="2830" y="18069"/>
                </a:moveTo>
                <a:cubicBezTo>
                  <a:pt x="2685" y="18069"/>
                  <a:pt x="2539" y="18128"/>
                  <a:pt x="2428" y="18247"/>
                </a:cubicBezTo>
                <a:cubicBezTo>
                  <a:pt x="2207" y="18483"/>
                  <a:pt x="2207" y="18868"/>
                  <a:pt x="2428" y="19104"/>
                </a:cubicBezTo>
                <a:cubicBezTo>
                  <a:pt x="2650" y="19341"/>
                  <a:pt x="3011" y="19341"/>
                  <a:pt x="3232" y="19104"/>
                </a:cubicBezTo>
                <a:cubicBezTo>
                  <a:pt x="3454" y="18868"/>
                  <a:pt x="3454" y="18483"/>
                  <a:pt x="3232" y="18247"/>
                </a:cubicBezTo>
                <a:cubicBezTo>
                  <a:pt x="3121" y="18128"/>
                  <a:pt x="2975" y="18069"/>
                  <a:pt x="2830" y="18069"/>
                </a:cubicBezTo>
                <a:close/>
                <a:moveTo>
                  <a:pt x="5092" y="18069"/>
                </a:moveTo>
                <a:cubicBezTo>
                  <a:pt x="4946" y="18069"/>
                  <a:pt x="4801" y="18128"/>
                  <a:pt x="4690" y="18247"/>
                </a:cubicBezTo>
                <a:cubicBezTo>
                  <a:pt x="4468" y="18483"/>
                  <a:pt x="4468" y="18868"/>
                  <a:pt x="4690" y="19104"/>
                </a:cubicBezTo>
                <a:cubicBezTo>
                  <a:pt x="4912" y="19341"/>
                  <a:pt x="5271" y="19341"/>
                  <a:pt x="5493" y="19104"/>
                </a:cubicBezTo>
                <a:cubicBezTo>
                  <a:pt x="5715" y="18868"/>
                  <a:pt x="5715" y="18483"/>
                  <a:pt x="5493" y="18247"/>
                </a:cubicBezTo>
                <a:cubicBezTo>
                  <a:pt x="5382" y="18128"/>
                  <a:pt x="5237" y="18069"/>
                  <a:pt x="5092" y="18069"/>
                </a:cubicBezTo>
                <a:close/>
                <a:moveTo>
                  <a:pt x="7353" y="18069"/>
                </a:moveTo>
                <a:cubicBezTo>
                  <a:pt x="7208" y="18069"/>
                  <a:pt x="7063" y="18128"/>
                  <a:pt x="6952" y="18247"/>
                </a:cubicBezTo>
                <a:cubicBezTo>
                  <a:pt x="6730" y="18483"/>
                  <a:pt x="6730" y="18868"/>
                  <a:pt x="6952" y="19104"/>
                </a:cubicBezTo>
                <a:cubicBezTo>
                  <a:pt x="7173" y="19341"/>
                  <a:pt x="7533" y="19341"/>
                  <a:pt x="7755" y="19104"/>
                </a:cubicBezTo>
                <a:cubicBezTo>
                  <a:pt x="7976" y="18868"/>
                  <a:pt x="7976" y="18483"/>
                  <a:pt x="7755" y="18247"/>
                </a:cubicBezTo>
                <a:cubicBezTo>
                  <a:pt x="7644" y="18128"/>
                  <a:pt x="7498" y="18069"/>
                  <a:pt x="7353" y="18069"/>
                </a:cubicBezTo>
                <a:close/>
                <a:moveTo>
                  <a:pt x="9615" y="18069"/>
                </a:moveTo>
                <a:cubicBezTo>
                  <a:pt x="9469" y="18069"/>
                  <a:pt x="9324" y="18128"/>
                  <a:pt x="9213" y="18247"/>
                </a:cubicBezTo>
                <a:cubicBezTo>
                  <a:pt x="8991" y="18483"/>
                  <a:pt x="8991" y="18868"/>
                  <a:pt x="9213" y="19104"/>
                </a:cubicBezTo>
                <a:cubicBezTo>
                  <a:pt x="9435" y="19341"/>
                  <a:pt x="9794" y="19341"/>
                  <a:pt x="10016" y="19104"/>
                </a:cubicBezTo>
                <a:cubicBezTo>
                  <a:pt x="10238" y="18868"/>
                  <a:pt x="10238" y="18483"/>
                  <a:pt x="10016" y="18247"/>
                </a:cubicBezTo>
                <a:cubicBezTo>
                  <a:pt x="9905" y="18128"/>
                  <a:pt x="9760" y="18069"/>
                  <a:pt x="9615" y="18069"/>
                </a:cubicBezTo>
                <a:close/>
                <a:moveTo>
                  <a:pt x="11876" y="18069"/>
                </a:moveTo>
                <a:cubicBezTo>
                  <a:pt x="11731" y="18069"/>
                  <a:pt x="11585" y="18128"/>
                  <a:pt x="11474" y="18247"/>
                </a:cubicBezTo>
                <a:cubicBezTo>
                  <a:pt x="11252" y="18483"/>
                  <a:pt x="11252" y="18868"/>
                  <a:pt x="11474" y="19104"/>
                </a:cubicBezTo>
                <a:cubicBezTo>
                  <a:pt x="11696" y="19341"/>
                  <a:pt x="12056" y="19341"/>
                  <a:pt x="12278" y="19104"/>
                </a:cubicBezTo>
                <a:cubicBezTo>
                  <a:pt x="12500" y="18868"/>
                  <a:pt x="12500" y="18483"/>
                  <a:pt x="12278" y="18247"/>
                </a:cubicBezTo>
                <a:cubicBezTo>
                  <a:pt x="12167" y="18128"/>
                  <a:pt x="12022" y="18069"/>
                  <a:pt x="11876" y="18069"/>
                </a:cubicBezTo>
                <a:close/>
                <a:moveTo>
                  <a:pt x="14138" y="18069"/>
                </a:moveTo>
                <a:cubicBezTo>
                  <a:pt x="13992" y="18069"/>
                  <a:pt x="13846" y="18128"/>
                  <a:pt x="13735" y="18247"/>
                </a:cubicBezTo>
                <a:cubicBezTo>
                  <a:pt x="13514" y="18483"/>
                  <a:pt x="13514" y="18868"/>
                  <a:pt x="13735" y="19104"/>
                </a:cubicBezTo>
                <a:cubicBezTo>
                  <a:pt x="13957" y="19341"/>
                  <a:pt x="14317" y="19341"/>
                  <a:pt x="14539" y="19104"/>
                </a:cubicBezTo>
                <a:cubicBezTo>
                  <a:pt x="14761" y="18868"/>
                  <a:pt x="14761" y="18483"/>
                  <a:pt x="14539" y="18247"/>
                </a:cubicBezTo>
                <a:cubicBezTo>
                  <a:pt x="14428" y="18128"/>
                  <a:pt x="14283" y="18069"/>
                  <a:pt x="14138" y="18069"/>
                </a:cubicBezTo>
                <a:close/>
                <a:moveTo>
                  <a:pt x="16398" y="18069"/>
                </a:moveTo>
                <a:cubicBezTo>
                  <a:pt x="16253" y="18069"/>
                  <a:pt x="16108" y="18128"/>
                  <a:pt x="15997" y="18247"/>
                </a:cubicBezTo>
                <a:cubicBezTo>
                  <a:pt x="15775" y="18483"/>
                  <a:pt x="15775" y="18868"/>
                  <a:pt x="15997" y="19104"/>
                </a:cubicBezTo>
                <a:cubicBezTo>
                  <a:pt x="16219" y="19341"/>
                  <a:pt x="16579" y="19341"/>
                  <a:pt x="16801" y="19104"/>
                </a:cubicBezTo>
                <a:cubicBezTo>
                  <a:pt x="17023" y="18868"/>
                  <a:pt x="17023" y="18483"/>
                  <a:pt x="16801" y="18247"/>
                </a:cubicBezTo>
                <a:cubicBezTo>
                  <a:pt x="16690" y="18128"/>
                  <a:pt x="16544" y="18069"/>
                  <a:pt x="16398" y="18069"/>
                </a:cubicBezTo>
                <a:close/>
                <a:moveTo>
                  <a:pt x="18660" y="18069"/>
                </a:moveTo>
                <a:cubicBezTo>
                  <a:pt x="18515" y="18069"/>
                  <a:pt x="18369" y="18128"/>
                  <a:pt x="18259" y="18247"/>
                </a:cubicBezTo>
                <a:cubicBezTo>
                  <a:pt x="18037" y="18483"/>
                  <a:pt x="18037" y="18868"/>
                  <a:pt x="18259" y="19104"/>
                </a:cubicBezTo>
                <a:cubicBezTo>
                  <a:pt x="18480" y="19341"/>
                  <a:pt x="18840" y="19341"/>
                  <a:pt x="19062" y="19104"/>
                </a:cubicBezTo>
                <a:cubicBezTo>
                  <a:pt x="19283" y="18868"/>
                  <a:pt x="19283" y="18483"/>
                  <a:pt x="19062" y="18247"/>
                </a:cubicBezTo>
                <a:cubicBezTo>
                  <a:pt x="18951" y="18128"/>
                  <a:pt x="18805" y="18069"/>
                  <a:pt x="18660" y="18069"/>
                </a:cubicBezTo>
                <a:close/>
                <a:moveTo>
                  <a:pt x="20922" y="18069"/>
                </a:moveTo>
                <a:cubicBezTo>
                  <a:pt x="20776" y="18069"/>
                  <a:pt x="20631" y="18128"/>
                  <a:pt x="20520" y="18247"/>
                </a:cubicBezTo>
                <a:cubicBezTo>
                  <a:pt x="20298" y="18483"/>
                  <a:pt x="20298" y="18868"/>
                  <a:pt x="20520" y="19104"/>
                </a:cubicBezTo>
                <a:cubicBezTo>
                  <a:pt x="20742" y="19341"/>
                  <a:pt x="21101" y="19341"/>
                  <a:pt x="21323" y="19104"/>
                </a:cubicBezTo>
                <a:cubicBezTo>
                  <a:pt x="21545" y="18868"/>
                  <a:pt x="21545" y="18483"/>
                  <a:pt x="21323" y="18247"/>
                </a:cubicBezTo>
                <a:cubicBezTo>
                  <a:pt x="21212" y="18128"/>
                  <a:pt x="21067" y="18069"/>
                  <a:pt x="20922" y="18069"/>
                </a:cubicBezTo>
                <a:close/>
                <a:moveTo>
                  <a:pt x="568" y="20328"/>
                </a:moveTo>
                <a:cubicBezTo>
                  <a:pt x="423" y="20328"/>
                  <a:pt x="278" y="20387"/>
                  <a:pt x="167" y="20505"/>
                </a:cubicBezTo>
                <a:cubicBezTo>
                  <a:pt x="-55" y="20742"/>
                  <a:pt x="-55" y="21126"/>
                  <a:pt x="167" y="21363"/>
                </a:cubicBezTo>
                <a:cubicBezTo>
                  <a:pt x="389" y="21600"/>
                  <a:pt x="749" y="21600"/>
                  <a:pt x="971" y="21363"/>
                </a:cubicBezTo>
                <a:cubicBezTo>
                  <a:pt x="1193" y="21126"/>
                  <a:pt x="1193" y="20742"/>
                  <a:pt x="971" y="20505"/>
                </a:cubicBezTo>
                <a:cubicBezTo>
                  <a:pt x="860" y="20387"/>
                  <a:pt x="714" y="20328"/>
                  <a:pt x="568" y="20328"/>
                </a:cubicBezTo>
                <a:close/>
                <a:moveTo>
                  <a:pt x="2830" y="20328"/>
                </a:moveTo>
                <a:cubicBezTo>
                  <a:pt x="2685" y="20328"/>
                  <a:pt x="2539" y="20387"/>
                  <a:pt x="2428" y="20505"/>
                </a:cubicBezTo>
                <a:cubicBezTo>
                  <a:pt x="2207" y="20742"/>
                  <a:pt x="2207" y="21126"/>
                  <a:pt x="2428" y="21363"/>
                </a:cubicBezTo>
                <a:cubicBezTo>
                  <a:pt x="2650" y="21600"/>
                  <a:pt x="3011" y="21600"/>
                  <a:pt x="3232" y="21363"/>
                </a:cubicBezTo>
                <a:cubicBezTo>
                  <a:pt x="3454" y="21126"/>
                  <a:pt x="3454" y="20742"/>
                  <a:pt x="3232" y="20505"/>
                </a:cubicBezTo>
                <a:cubicBezTo>
                  <a:pt x="3121" y="20387"/>
                  <a:pt x="2975" y="20328"/>
                  <a:pt x="2830" y="20328"/>
                </a:cubicBezTo>
                <a:close/>
                <a:moveTo>
                  <a:pt x="5092" y="20328"/>
                </a:moveTo>
                <a:cubicBezTo>
                  <a:pt x="4946" y="20328"/>
                  <a:pt x="4801" y="20387"/>
                  <a:pt x="4690" y="20505"/>
                </a:cubicBezTo>
                <a:cubicBezTo>
                  <a:pt x="4468" y="20742"/>
                  <a:pt x="4468" y="21126"/>
                  <a:pt x="4690" y="21363"/>
                </a:cubicBezTo>
                <a:cubicBezTo>
                  <a:pt x="4912" y="21600"/>
                  <a:pt x="5271" y="21600"/>
                  <a:pt x="5493" y="21363"/>
                </a:cubicBezTo>
                <a:cubicBezTo>
                  <a:pt x="5715" y="21126"/>
                  <a:pt x="5715" y="20742"/>
                  <a:pt x="5493" y="20505"/>
                </a:cubicBezTo>
                <a:cubicBezTo>
                  <a:pt x="5382" y="20387"/>
                  <a:pt x="5237" y="20328"/>
                  <a:pt x="5092" y="20328"/>
                </a:cubicBezTo>
                <a:close/>
                <a:moveTo>
                  <a:pt x="7353" y="20328"/>
                </a:moveTo>
                <a:cubicBezTo>
                  <a:pt x="7208" y="20328"/>
                  <a:pt x="7063" y="20387"/>
                  <a:pt x="6952" y="20505"/>
                </a:cubicBezTo>
                <a:cubicBezTo>
                  <a:pt x="6730" y="20742"/>
                  <a:pt x="6730" y="21126"/>
                  <a:pt x="6952" y="21363"/>
                </a:cubicBezTo>
                <a:cubicBezTo>
                  <a:pt x="7173" y="21600"/>
                  <a:pt x="7533" y="21600"/>
                  <a:pt x="7755" y="21363"/>
                </a:cubicBezTo>
                <a:cubicBezTo>
                  <a:pt x="7976" y="21126"/>
                  <a:pt x="7976" y="20742"/>
                  <a:pt x="7755" y="20505"/>
                </a:cubicBezTo>
                <a:cubicBezTo>
                  <a:pt x="7644" y="20387"/>
                  <a:pt x="7498" y="20328"/>
                  <a:pt x="7353" y="20328"/>
                </a:cubicBezTo>
                <a:close/>
                <a:moveTo>
                  <a:pt x="9615" y="20328"/>
                </a:moveTo>
                <a:cubicBezTo>
                  <a:pt x="9469" y="20328"/>
                  <a:pt x="9324" y="20387"/>
                  <a:pt x="9213" y="20505"/>
                </a:cubicBezTo>
                <a:cubicBezTo>
                  <a:pt x="8991" y="20742"/>
                  <a:pt x="8991" y="21126"/>
                  <a:pt x="9213" y="21363"/>
                </a:cubicBezTo>
                <a:cubicBezTo>
                  <a:pt x="9435" y="21600"/>
                  <a:pt x="9794" y="21600"/>
                  <a:pt x="10016" y="21363"/>
                </a:cubicBezTo>
                <a:cubicBezTo>
                  <a:pt x="10238" y="21126"/>
                  <a:pt x="10238" y="20742"/>
                  <a:pt x="10016" y="20505"/>
                </a:cubicBezTo>
                <a:cubicBezTo>
                  <a:pt x="9905" y="20387"/>
                  <a:pt x="9760" y="20328"/>
                  <a:pt x="9615" y="20328"/>
                </a:cubicBezTo>
                <a:close/>
                <a:moveTo>
                  <a:pt x="11876" y="20328"/>
                </a:moveTo>
                <a:cubicBezTo>
                  <a:pt x="11731" y="20328"/>
                  <a:pt x="11585" y="20387"/>
                  <a:pt x="11474" y="20505"/>
                </a:cubicBezTo>
                <a:cubicBezTo>
                  <a:pt x="11252" y="20742"/>
                  <a:pt x="11252" y="21126"/>
                  <a:pt x="11474" y="21363"/>
                </a:cubicBezTo>
                <a:cubicBezTo>
                  <a:pt x="11696" y="21600"/>
                  <a:pt x="12056" y="21600"/>
                  <a:pt x="12278" y="21363"/>
                </a:cubicBezTo>
                <a:cubicBezTo>
                  <a:pt x="12500" y="21126"/>
                  <a:pt x="12500" y="20742"/>
                  <a:pt x="12278" y="20505"/>
                </a:cubicBezTo>
                <a:cubicBezTo>
                  <a:pt x="12167" y="20387"/>
                  <a:pt x="12022" y="20328"/>
                  <a:pt x="11876" y="20328"/>
                </a:cubicBezTo>
                <a:close/>
                <a:moveTo>
                  <a:pt x="14138" y="20328"/>
                </a:moveTo>
                <a:cubicBezTo>
                  <a:pt x="13992" y="20328"/>
                  <a:pt x="13846" y="20387"/>
                  <a:pt x="13735" y="20505"/>
                </a:cubicBezTo>
                <a:cubicBezTo>
                  <a:pt x="13514" y="20742"/>
                  <a:pt x="13514" y="21126"/>
                  <a:pt x="13735" y="21363"/>
                </a:cubicBezTo>
                <a:cubicBezTo>
                  <a:pt x="13957" y="21600"/>
                  <a:pt x="14317" y="21600"/>
                  <a:pt x="14539" y="21363"/>
                </a:cubicBezTo>
                <a:cubicBezTo>
                  <a:pt x="14761" y="21126"/>
                  <a:pt x="14761" y="20742"/>
                  <a:pt x="14539" y="20505"/>
                </a:cubicBezTo>
                <a:cubicBezTo>
                  <a:pt x="14428" y="20387"/>
                  <a:pt x="14283" y="20328"/>
                  <a:pt x="14138" y="20328"/>
                </a:cubicBezTo>
                <a:close/>
                <a:moveTo>
                  <a:pt x="16398" y="20328"/>
                </a:moveTo>
                <a:cubicBezTo>
                  <a:pt x="16253" y="20328"/>
                  <a:pt x="16108" y="20387"/>
                  <a:pt x="15997" y="20505"/>
                </a:cubicBezTo>
                <a:cubicBezTo>
                  <a:pt x="15775" y="20742"/>
                  <a:pt x="15775" y="21126"/>
                  <a:pt x="15997" y="21363"/>
                </a:cubicBezTo>
                <a:cubicBezTo>
                  <a:pt x="16219" y="21600"/>
                  <a:pt x="16579" y="21600"/>
                  <a:pt x="16801" y="21363"/>
                </a:cubicBezTo>
                <a:cubicBezTo>
                  <a:pt x="17023" y="21126"/>
                  <a:pt x="17023" y="20742"/>
                  <a:pt x="16801" y="20505"/>
                </a:cubicBezTo>
                <a:cubicBezTo>
                  <a:pt x="16690" y="20387"/>
                  <a:pt x="16544" y="20328"/>
                  <a:pt x="16398" y="20328"/>
                </a:cubicBezTo>
                <a:close/>
                <a:moveTo>
                  <a:pt x="18660" y="20328"/>
                </a:moveTo>
                <a:cubicBezTo>
                  <a:pt x="18515" y="20328"/>
                  <a:pt x="18369" y="20387"/>
                  <a:pt x="18259" y="20505"/>
                </a:cubicBezTo>
                <a:cubicBezTo>
                  <a:pt x="18037" y="20742"/>
                  <a:pt x="18037" y="21126"/>
                  <a:pt x="18259" y="21363"/>
                </a:cubicBezTo>
                <a:cubicBezTo>
                  <a:pt x="18480" y="21600"/>
                  <a:pt x="18840" y="21600"/>
                  <a:pt x="19062" y="21363"/>
                </a:cubicBezTo>
                <a:cubicBezTo>
                  <a:pt x="19283" y="21126"/>
                  <a:pt x="19283" y="20742"/>
                  <a:pt x="19062" y="20505"/>
                </a:cubicBezTo>
                <a:cubicBezTo>
                  <a:pt x="18951" y="20387"/>
                  <a:pt x="18805" y="20328"/>
                  <a:pt x="18660" y="20328"/>
                </a:cubicBezTo>
                <a:close/>
                <a:moveTo>
                  <a:pt x="20922" y="20328"/>
                </a:moveTo>
                <a:cubicBezTo>
                  <a:pt x="20776" y="20328"/>
                  <a:pt x="20631" y="20387"/>
                  <a:pt x="20520" y="20505"/>
                </a:cubicBezTo>
                <a:cubicBezTo>
                  <a:pt x="20298" y="20742"/>
                  <a:pt x="20298" y="21126"/>
                  <a:pt x="20520" y="21363"/>
                </a:cubicBezTo>
                <a:cubicBezTo>
                  <a:pt x="20742" y="21600"/>
                  <a:pt x="21101" y="21600"/>
                  <a:pt x="21323" y="21363"/>
                </a:cubicBezTo>
                <a:cubicBezTo>
                  <a:pt x="21545" y="21126"/>
                  <a:pt x="21545" y="20742"/>
                  <a:pt x="21323" y="20505"/>
                </a:cubicBezTo>
                <a:cubicBezTo>
                  <a:pt x="21212" y="20387"/>
                  <a:pt x="21067" y="20328"/>
                  <a:pt x="20922" y="20328"/>
                </a:cubicBezTo>
                <a:close/>
              </a:path>
            </a:pathLst>
          </a:custGeom>
          <a:solidFill>
            <a:schemeClr val="tx1">
              <a:alpha val="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1528703" hangingPunct="0"/>
            <a:endParaRPr sz="5400" kern="0" dirty="0">
              <a:solidFill>
                <a:srgbClr val="FFFFFF"/>
              </a:solidFill>
              <a:latin typeface="Pretendard" panose="02000503000000020004" pitchFamily="50" charset="-127"/>
              <a:cs typeface="Pretendard" panose="02000503000000020004" pitchFamily="50" charset="-127"/>
              <a:sym typeface="Poppins Medium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E5EA83B-9BC1-47A2-8A39-B5B0053803ED}"/>
              </a:ext>
            </a:extLst>
          </p:cNvPr>
          <p:cNvSpPr txBox="1"/>
          <p:nvPr/>
        </p:nvSpPr>
        <p:spPr>
          <a:xfrm>
            <a:off x="779202" y="1424608"/>
            <a:ext cx="1619033" cy="42062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spcAft>
                <a:spcPts val="400"/>
              </a:spcAft>
            </a:pPr>
            <a:r>
              <a:rPr kumimoji="1" lang="en-US" altLang="ko-KR" sz="1200" spc="-40">
                <a:solidFill>
                  <a:schemeClr val="tx1">
                    <a:lumMod val="85000"/>
                    <a:lumOff val="15000"/>
                  </a:schemeClr>
                </a:solidFill>
                <a:latin typeface="G마켓 산스 Light" panose="02000000000000000000" pitchFamily="50" charset="-127"/>
                <a:ea typeface="G마켓 산스 Light" panose="02000000000000000000" pitchFamily="50" charset="-127"/>
              </a:rPr>
              <a:t>Simple_image</a:t>
            </a:r>
            <a:endParaRPr kumimoji="1" lang="en-US" altLang="ko-KR" sz="1200" spc="-40" dirty="0">
              <a:solidFill>
                <a:schemeClr val="tx1">
                  <a:lumMod val="85000"/>
                  <a:lumOff val="15000"/>
                </a:schemeClr>
              </a:solidFill>
              <a:latin typeface="G마켓 산스 Light" panose="02000000000000000000" pitchFamily="50" charset="-127"/>
              <a:ea typeface="G마켓 산스 Light" panose="02000000000000000000" pitchFamily="50" charset="-127"/>
            </a:endParaRPr>
          </a:p>
          <a:p>
            <a:pPr>
              <a:spcAft>
                <a:spcPts val="400"/>
              </a:spcAft>
            </a:pPr>
            <a:r>
              <a:rPr kumimoji="1" lang="ko-KR" altLang="en-US" sz="1200" b="0" i="0" spc="-40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파워포인트 템플릿 </a:t>
            </a:r>
            <a:r>
              <a:rPr kumimoji="1" lang="en-US" altLang="ko-KR" sz="1200" b="0" i="0" spc="-40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| 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PPT</a:t>
            </a:r>
            <a:endParaRPr kumimoji="1" lang="ko-KR" altLang="en-US" sz="1200" b="0" i="0" spc="-40" baseline="0" dirty="0">
              <a:solidFill>
                <a:schemeClr val="tx1">
                  <a:lumMod val="85000"/>
                  <a:lumOff val="15000"/>
                </a:schemeClr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1A36804-F5E9-4D96-8D01-2B12718A1C34}"/>
              </a:ext>
            </a:extLst>
          </p:cNvPr>
          <p:cNvSpPr txBox="1"/>
          <p:nvPr/>
        </p:nvSpPr>
        <p:spPr>
          <a:xfrm>
            <a:off x="725037" y="1964668"/>
            <a:ext cx="1727362" cy="324000"/>
          </a:xfrm>
          <a:prstGeom prst="roundRect">
            <a:avLst>
              <a:gd name="adj" fmla="val 50000"/>
            </a:avLst>
          </a:prstGeom>
          <a:solidFill>
            <a:schemeClr val="bg1"/>
          </a:solidFill>
        </p:spPr>
        <p:txBody>
          <a:bodyPr wrap="none" lIns="108000" tIns="0" rIns="108000" bIns="0" rtlCol="0" anchor="ctr">
            <a:noAutofit/>
          </a:bodyPr>
          <a:lstStyle>
            <a:defPPr>
              <a:defRPr lang="en-US"/>
            </a:defPPr>
            <a:lvl1pPr algn="ctr">
              <a:defRPr kumimoji="1">
                <a:solidFill>
                  <a:schemeClr val="tx1">
                    <a:lumMod val="95000"/>
                    <a:lumOff val="5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defRPr>
            </a:lvl1pPr>
          </a:lstStyle>
          <a:p>
            <a:r>
              <a:rPr lang="en-US" altLang="ko-KR" dirty="0"/>
              <a:t>CONTENTS</a:t>
            </a:r>
          </a:p>
        </p:txBody>
      </p:sp>
      <p:grpSp>
        <p:nvGrpSpPr>
          <p:cNvPr id="400" name="그룹 399">
            <a:extLst>
              <a:ext uri="{FF2B5EF4-FFF2-40B4-BE49-F238E27FC236}">
                <a16:creationId xmlns:a16="http://schemas.microsoft.com/office/drawing/2014/main" id="{62C31F44-2727-41BD-BFB9-F4E4A723A93A}"/>
              </a:ext>
            </a:extLst>
          </p:cNvPr>
          <p:cNvGrpSpPr/>
          <p:nvPr/>
        </p:nvGrpSpPr>
        <p:grpSpPr>
          <a:xfrm>
            <a:off x="685910" y="2686321"/>
            <a:ext cx="2012887" cy="5832000"/>
            <a:chOff x="146120" y="1568624"/>
            <a:chExt cx="2086247" cy="6044549"/>
          </a:xfrm>
        </p:grpSpPr>
        <p:sp>
          <p:nvSpPr>
            <p:cNvPr id="401" name="직사각형 400">
              <a:extLst>
                <a:ext uri="{FF2B5EF4-FFF2-40B4-BE49-F238E27FC236}">
                  <a16:creationId xmlns:a16="http://schemas.microsoft.com/office/drawing/2014/main" id="{04934B14-B7FD-49C0-9624-009E34BBFA55}"/>
                </a:ext>
              </a:extLst>
            </p:cNvPr>
            <p:cNvSpPr/>
            <p:nvPr/>
          </p:nvSpPr>
          <p:spPr>
            <a:xfrm>
              <a:off x="179999" y="1604628"/>
              <a:ext cx="2019151" cy="5970270"/>
            </a:xfrm>
            <a:prstGeom prst="rect">
              <a:avLst/>
            </a:prstGeom>
            <a:solidFill>
              <a:schemeClr val="tx1">
                <a:alpha val="10000"/>
              </a:schemeClr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402" name="그룹 401">
              <a:extLst>
                <a:ext uri="{FF2B5EF4-FFF2-40B4-BE49-F238E27FC236}">
                  <a16:creationId xmlns:a16="http://schemas.microsoft.com/office/drawing/2014/main" id="{4BD6DFC9-9624-4288-B1D7-129EB2136B27}"/>
                </a:ext>
              </a:extLst>
            </p:cNvPr>
            <p:cNvGrpSpPr/>
            <p:nvPr/>
          </p:nvGrpSpPr>
          <p:grpSpPr>
            <a:xfrm>
              <a:off x="146120" y="1568624"/>
              <a:ext cx="2086247" cy="6044549"/>
              <a:chOff x="152640" y="1568624"/>
              <a:chExt cx="2086247" cy="6044549"/>
            </a:xfrm>
            <a:solidFill>
              <a:schemeClr val="bg1">
                <a:alpha val="50000"/>
              </a:schemeClr>
            </a:solidFill>
          </p:grpSpPr>
          <p:sp>
            <p:nvSpPr>
              <p:cNvPr id="403" name="직사각형 402">
                <a:extLst>
                  <a:ext uri="{FF2B5EF4-FFF2-40B4-BE49-F238E27FC236}">
                    <a16:creationId xmlns:a16="http://schemas.microsoft.com/office/drawing/2014/main" id="{CBDA9F0D-22CA-44BF-828C-401C4B939674}"/>
                  </a:ext>
                </a:extLst>
              </p:cNvPr>
              <p:cNvSpPr/>
              <p:nvPr/>
            </p:nvSpPr>
            <p:spPr>
              <a:xfrm>
                <a:off x="189252" y="1568628"/>
                <a:ext cx="2014850" cy="36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04" name="직사각형 403">
                <a:extLst>
                  <a:ext uri="{FF2B5EF4-FFF2-40B4-BE49-F238E27FC236}">
                    <a16:creationId xmlns:a16="http://schemas.microsoft.com/office/drawing/2014/main" id="{BCA6C4A4-D60E-4598-81F9-2C953787AEBD}"/>
                  </a:ext>
                </a:extLst>
              </p:cNvPr>
              <p:cNvSpPr/>
              <p:nvPr/>
            </p:nvSpPr>
            <p:spPr>
              <a:xfrm>
                <a:off x="189253" y="7576214"/>
                <a:ext cx="2014849" cy="36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05" name="직사각형 404">
                <a:extLst>
                  <a:ext uri="{FF2B5EF4-FFF2-40B4-BE49-F238E27FC236}">
                    <a16:creationId xmlns:a16="http://schemas.microsoft.com/office/drawing/2014/main" id="{FF3F92ED-21CB-48D1-A54B-56F574664B7A}"/>
                  </a:ext>
                </a:extLst>
              </p:cNvPr>
              <p:cNvSpPr/>
              <p:nvPr/>
            </p:nvSpPr>
            <p:spPr>
              <a:xfrm rot="5400000">
                <a:off x="-2851635" y="4572899"/>
                <a:ext cx="6044549" cy="36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06" name="직사각형 405">
                <a:extLst>
                  <a:ext uri="{FF2B5EF4-FFF2-40B4-BE49-F238E27FC236}">
                    <a16:creationId xmlns:a16="http://schemas.microsoft.com/office/drawing/2014/main" id="{9B37AC2A-CA43-4BC5-85B1-AE4F2AAD85EB}"/>
                  </a:ext>
                </a:extLst>
              </p:cNvPr>
              <p:cNvSpPr/>
              <p:nvPr/>
            </p:nvSpPr>
            <p:spPr>
              <a:xfrm rot="5400000">
                <a:off x="1698886" y="2072628"/>
                <a:ext cx="1044000" cy="36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07" name="직사각형 406">
                <a:extLst>
                  <a:ext uri="{FF2B5EF4-FFF2-40B4-BE49-F238E27FC236}">
                    <a16:creationId xmlns:a16="http://schemas.microsoft.com/office/drawing/2014/main" id="{056888AE-5BB2-49C1-9EE6-CC00F5CDC8B5}"/>
                  </a:ext>
                </a:extLst>
              </p:cNvPr>
              <p:cNvSpPr/>
              <p:nvPr/>
            </p:nvSpPr>
            <p:spPr>
              <a:xfrm rot="5400000">
                <a:off x="1053020" y="6427199"/>
                <a:ext cx="2335733" cy="36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B4CC9E91-E272-47FC-B87C-9C94082ECB2A}"/>
              </a:ext>
            </a:extLst>
          </p:cNvPr>
          <p:cNvGrpSpPr/>
          <p:nvPr/>
        </p:nvGrpSpPr>
        <p:grpSpPr>
          <a:xfrm>
            <a:off x="6750000" y="0"/>
            <a:ext cx="108000" cy="1964668"/>
            <a:chOff x="0" y="0"/>
            <a:chExt cx="144000" cy="9906000"/>
          </a:xfrm>
        </p:grpSpPr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AC25888D-AD06-4B65-BD2A-47EE9EF0C483}"/>
                </a:ext>
              </a:extLst>
            </p:cNvPr>
            <p:cNvSpPr/>
            <p:nvPr/>
          </p:nvSpPr>
          <p:spPr>
            <a:xfrm>
              <a:off x="0" y="0"/>
              <a:ext cx="144000" cy="1656000"/>
            </a:xfrm>
            <a:prstGeom prst="rect">
              <a:avLst/>
            </a:prstGeom>
            <a:solidFill>
              <a:srgbClr val="019B8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  <p:sp>
          <p:nvSpPr>
            <p:cNvPr id="64" name="직사각형 63">
              <a:extLst>
                <a:ext uri="{FF2B5EF4-FFF2-40B4-BE49-F238E27FC236}">
                  <a16:creationId xmlns:a16="http://schemas.microsoft.com/office/drawing/2014/main" id="{7C4F389E-1B57-41F6-A9B4-EDEE097201A9}"/>
                </a:ext>
              </a:extLst>
            </p:cNvPr>
            <p:cNvSpPr/>
            <p:nvPr/>
          </p:nvSpPr>
          <p:spPr>
            <a:xfrm>
              <a:off x="0" y="1650000"/>
              <a:ext cx="144000" cy="1656000"/>
            </a:xfrm>
            <a:prstGeom prst="rect">
              <a:avLst/>
            </a:prstGeom>
            <a:solidFill>
              <a:srgbClr val="87AE1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  <p:sp>
          <p:nvSpPr>
            <p:cNvPr id="65" name="직사각형 64">
              <a:extLst>
                <a:ext uri="{FF2B5EF4-FFF2-40B4-BE49-F238E27FC236}">
                  <a16:creationId xmlns:a16="http://schemas.microsoft.com/office/drawing/2014/main" id="{3C0E9ABB-5634-4BA0-914E-5A53069ED105}"/>
                </a:ext>
              </a:extLst>
            </p:cNvPr>
            <p:cNvSpPr/>
            <p:nvPr/>
          </p:nvSpPr>
          <p:spPr>
            <a:xfrm>
              <a:off x="0" y="3300000"/>
              <a:ext cx="144000" cy="1656000"/>
            </a:xfrm>
            <a:prstGeom prst="rect">
              <a:avLst/>
            </a:prstGeom>
            <a:solidFill>
              <a:srgbClr val="F7AC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  <p:sp>
          <p:nvSpPr>
            <p:cNvPr id="66" name="직사각형 65">
              <a:extLst>
                <a:ext uri="{FF2B5EF4-FFF2-40B4-BE49-F238E27FC236}">
                  <a16:creationId xmlns:a16="http://schemas.microsoft.com/office/drawing/2014/main" id="{BD31DB60-A9BB-4F6A-83F0-42F3DE9276C9}"/>
                </a:ext>
              </a:extLst>
            </p:cNvPr>
            <p:cNvSpPr/>
            <p:nvPr/>
          </p:nvSpPr>
          <p:spPr>
            <a:xfrm>
              <a:off x="0" y="4950000"/>
              <a:ext cx="144000" cy="1656000"/>
            </a:xfrm>
            <a:prstGeom prst="rect">
              <a:avLst/>
            </a:prstGeom>
            <a:solidFill>
              <a:srgbClr val="E752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  <p:sp>
          <p:nvSpPr>
            <p:cNvPr id="77" name="직사각형 76">
              <a:extLst>
                <a:ext uri="{FF2B5EF4-FFF2-40B4-BE49-F238E27FC236}">
                  <a16:creationId xmlns:a16="http://schemas.microsoft.com/office/drawing/2014/main" id="{9390CAF3-4CF8-4DA8-B1C3-7C996F23D482}"/>
                </a:ext>
              </a:extLst>
            </p:cNvPr>
            <p:cNvSpPr/>
            <p:nvPr/>
          </p:nvSpPr>
          <p:spPr>
            <a:xfrm>
              <a:off x="0" y="6600000"/>
              <a:ext cx="144000" cy="1656000"/>
            </a:xfrm>
            <a:prstGeom prst="rect">
              <a:avLst/>
            </a:prstGeom>
            <a:solidFill>
              <a:srgbClr val="C9196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  <p:sp>
          <p:nvSpPr>
            <p:cNvPr id="78" name="직사각형 77">
              <a:extLst>
                <a:ext uri="{FF2B5EF4-FFF2-40B4-BE49-F238E27FC236}">
                  <a16:creationId xmlns:a16="http://schemas.microsoft.com/office/drawing/2014/main" id="{4AD34FDB-4386-4EC2-A01F-79D5875D4006}"/>
                </a:ext>
              </a:extLst>
            </p:cNvPr>
            <p:cNvSpPr/>
            <p:nvPr/>
          </p:nvSpPr>
          <p:spPr>
            <a:xfrm>
              <a:off x="0" y="8250000"/>
              <a:ext cx="144000" cy="1656000"/>
            </a:xfrm>
            <a:prstGeom prst="rect">
              <a:avLst/>
            </a:prstGeom>
            <a:solidFill>
              <a:srgbClr val="4E1E4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</p:grpSp>
      <p:grpSp>
        <p:nvGrpSpPr>
          <p:cNvPr id="86" name="그룹 85">
            <a:extLst>
              <a:ext uri="{FF2B5EF4-FFF2-40B4-BE49-F238E27FC236}">
                <a16:creationId xmlns:a16="http://schemas.microsoft.com/office/drawing/2014/main" id="{B07519EE-CAA5-456A-8018-52811C46B9DB}"/>
              </a:ext>
            </a:extLst>
          </p:cNvPr>
          <p:cNvGrpSpPr/>
          <p:nvPr/>
        </p:nvGrpSpPr>
        <p:grpSpPr>
          <a:xfrm>
            <a:off x="3068960" y="1964668"/>
            <a:ext cx="3789040" cy="6831815"/>
            <a:chOff x="3068960" y="1964668"/>
            <a:chExt cx="3789040" cy="6831815"/>
          </a:xfrm>
        </p:grpSpPr>
        <p:grpSp>
          <p:nvGrpSpPr>
            <p:cNvPr id="87" name="그룹 86">
              <a:extLst>
                <a:ext uri="{FF2B5EF4-FFF2-40B4-BE49-F238E27FC236}">
                  <a16:creationId xmlns:a16="http://schemas.microsoft.com/office/drawing/2014/main" id="{D3999456-E6F2-4B39-9B42-B1773500F083}"/>
                </a:ext>
              </a:extLst>
            </p:cNvPr>
            <p:cNvGrpSpPr/>
            <p:nvPr/>
          </p:nvGrpSpPr>
          <p:grpSpPr>
            <a:xfrm>
              <a:off x="3068960" y="4376936"/>
              <a:ext cx="3789040" cy="324000"/>
              <a:chOff x="3068960" y="4370196"/>
              <a:chExt cx="3789040" cy="324000"/>
            </a:xfrm>
          </p:grpSpPr>
          <p:sp>
            <p:nvSpPr>
              <p:cNvPr id="119" name="직사각형 118">
                <a:extLst>
                  <a:ext uri="{FF2B5EF4-FFF2-40B4-BE49-F238E27FC236}">
                    <a16:creationId xmlns:a16="http://schemas.microsoft.com/office/drawing/2014/main" id="{20BB34B8-BEBD-4C25-8D82-A58920E1BDE1}"/>
                  </a:ext>
                </a:extLst>
              </p:cNvPr>
              <p:cNvSpPr/>
              <p:nvPr/>
            </p:nvSpPr>
            <p:spPr>
              <a:xfrm>
                <a:off x="3392996" y="4370196"/>
                <a:ext cx="3465004" cy="324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txBody>
              <a:bodyPr wrap="square" lIns="108000" tIns="36000" rIns="36000" bIns="36000" anchor="ctr">
                <a:noAutofit/>
              </a:bodyPr>
              <a:lstStyle/>
              <a:p>
                <a:r>
                  <a:rPr lang="ko-KR" altLang="en-US" sz="1600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2">
                        <a:lumMod val="75000"/>
                      </a:schemeClr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</a:rPr>
                  <a:t>전략 및 방법론</a:t>
                </a:r>
              </a:p>
            </p:txBody>
          </p:sp>
          <p:sp>
            <p:nvSpPr>
              <p:cNvPr id="120" name="모서리가 둥근 직사각형 102">
                <a:extLst>
                  <a:ext uri="{FF2B5EF4-FFF2-40B4-BE49-F238E27FC236}">
                    <a16:creationId xmlns:a16="http://schemas.microsoft.com/office/drawing/2014/main" id="{E6412216-90F0-44C0-9A20-18DD95038DC5}"/>
                  </a:ext>
                </a:extLst>
              </p:cNvPr>
              <p:cNvSpPr/>
              <p:nvPr/>
            </p:nvSpPr>
            <p:spPr>
              <a:xfrm>
                <a:off x="3068960" y="4370196"/>
                <a:ext cx="324000" cy="324000"/>
              </a:xfrm>
              <a:prstGeom prst="roundRect">
                <a:avLst>
                  <a:gd name="adj" fmla="val 0"/>
                </a:avLst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600" b="1" dirty="0">
                    <a:solidFill>
                      <a:schemeClr val="bg1"/>
                    </a:solidFill>
                    <a:latin typeface="나눔명조 ExtraBold" panose="02020603020101020101" pitchFamily="18" charset="-127"/>
                    <a:ea typeface="나눔명조 ExtraBold" panose="02020603020101020101" pitchFamily="18" charset="-127"/>
                  </a:rPr>
                  <a:t>Ⅱ</a:t>
                </a:r>
              </a:p>
            </p:txBody>
          </p:sp>
        </p:grpSp>
        <p:grpSp>
          <p:nvGrpSpPr>
            <p:cNvPr id="88" name="그룹 87">
              <a:extLst>
                <a:ext uri="{FF2B5EF4-FFF2-40B4-BE49-F238E27FC236}">
                  <a16:creationId xmlns:a16="http://schemas.microsoft.com/office/drawing/2014/main" id="{65D214ED-B99F-433F-9E8D-C14F8384F3F0}"/>
                </a:ext>
              </a:extLst>
            </p:cNvPr>
            <p:cNvGrpSpPr/>
            <p:nvPr/>
          </p:nvGrpSpPr>
          <p:grpSpPr>
            <a:xfrm>
              <a:off x="3068960" y="6818223"/>
              <a:ext cx="3789040" cy="324000"/>
              <a:chOff x="3068960" y="6801342"/>
              <a:chExt cx="3789040" cy="324000"/>
            </a:xfrm>
          </p:grpSpPr>
          <p:sp>
            <p:nvSpPr>
              <p:cNvPr id="116" name="직사각형 115">
                <a:extLst>
                  <a:ext uri="{FF2B5EF4-FFF2-40B4-BE49-F238E27FC236}">
                    <a16:creationId xmlns:a16="http://schemas.microsoft.com/office/drawing/2014/main" id="{D5BD7E01-27AE-4C73-8950-059765BD50FA}"/>
                  </a:ext>
                </a:extLst>
              </p:cNvPr>
              <p:cNvSpPr/>
              <p:nvPr/>
            </p:nvSpPr>
            <p:spPr>
              <a:xfrm>
                <a:off x="3392996" y="6801342"/>
                <a:ext cx="3465004" cy="324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txBody>
              <a:bodyPr wrap="square" lIns="108000" tIns="36000" rIns="36000" bIns="36000" anchor="ctr">
                <a:noAutofit/>
              </a:bodyPr>
              <a:lstStyle/>
              <a:p>
                <a:r>
                  <a:rPr lang="ko-KR" altLang="en-US" sz="1600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2">
                        <a:lumMod val="75000"/>
                      </a:schemeClr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</a:rPr>
                  <a:t>기술 및 기능</a:t>
                </a:r>
              </a:p>
            </p:txBody>
          </p:sp>
          <p:sp>
            <p:nvSpPr>
              <p:cNvPr id="118" name="모서리가 둥근 직사각형 79">
                <a:extLst>
                  <a:ext uri="{FF2B5EF4-FFF2-40B4-BE49-F238E27FC236}">
                    <a16:creationId xmlns:a16="http://schemas.microsoft.com/office/drawing/2014/main" id="{228C6418-5F5B-4684-9BB1-344D2BBC7598}"/>
                  </a:ext>
                </a:extLst>
              </p:cNvPr>
              <p:cNvSpPr/>
              <p:nvPr/>
            </p:nvSpPr>
            <p:spPr>
              <a:xfrm>
                <a:off x="3068960" y="6801342"/>
                <a:ext cx="324000" cy="324000"/>
              </a:xfrm>
              <a:prstGeom prst="roundRect">
                <a:avLst>
                  <a:gd name="adj" fmla="val 0"/>
                </a:avLst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600" b="1" dirty="0">
                    <a:solidFill>
                      <a:schemeClr val="bg1"/>
                    </a:solidFill>
                    <a:latin typeface="나눔명조 ExtraBold" panose="02020603020101020101" pitchFamily="18" charset="-127"/>
                    <a:ea typeface="나눔명조 ExtraBold" panose="02020603020101020101" pitchFamily="18" charset="-127"/>
                  </a:rPr>
                  <a:t>Ⅲ</a:t>
                </a:r>
              </a:p>
            </p:txBody>
          </p:sp>
        </p:grpSp>
        <p:grpSp>
          <p:nvGrpSpPr>
            <p:cNvPr id="89" name="그룹 88">
              <a:extLst>
                <a:ext uri="{FF2B5EF4-FFF2-40B4-BE49-F238E27FC236}">
                  <a16:creationId xmlns:a16="http://schemas.microsoft.com/office/drawing/2014/main" id="{2A3A64BA-06ED-4AD3-825D-C96BC57FFF43}"/>
                </a:ext>
              </a:extLst>
            </p:cNvPr>
            <p:cNvGrpSpPr/>
            <p:nvPr/>
          </p:nvGrpSpPr>
          <p:grpSpPr>
            <a:xfrm>
              <a:off x="3068996" y="1964668"/>
              <a:ext cx="3789004" cy="324000"/>
              <a:chOff x="3068996" y="1979694"/>
              <a:chExt cx="3789004" cy="324000"/>
            </a:xfrm>
          </p:grpSpPr>
          <p:sp>
            <p:nvSpPr>
              <p:cNvPr id="114" name="직사각형 113">
                <a:extLst>
                  <a:ext uri="{FF2B5EF4-FFF2-40B4-BE49-F238E27FC236}">
                    <a16:creationId xmlns:a16="http://schemas.microsoft.com/office/drawing/2014/main" id="{7F58626A-0343-49D0-9E69-B4F55D8A9493}"/>
                  </a:ext>
                </a:extLst>
              </p:cNvPr>
              <p:cNvSpPr/>
              <p:nvPr/>
            </p:nvSpPr>
            <p:spPr>
              <a:xfrm>
                <a:off x="3392996" y="1979694"/>
                <a:ext cx="3465004" cy="324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txBody>
              <a:bodyPr wrap="square" lIns="108000" tIns="36000" rIns="36000" bIns="36000" anchor="ctr">
                <a:noAutofit/>
              </a:bodyPr>
              <a:lstStyle/>
              <a:p>
                <a:r>
                  <a:rPr lang="ko-KR" altLang="en-US" sz="1600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2">
                        <a:lumMod val="75000"/>
                      </a:schemeClr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</a:rPr>
                  <a:t>제안 개요</a:t>
                </a:r>
              </a:p>
            </p:txBody>
          </p:sp>
          <p:sp>
            <p:nvSpPr>
              <p:cNvPr id="115" name="모서리가 둥근 직사각형 145">
                <a:extLst>
                  <a:ext uri="{FF2B5EF4-FFF2-40B4-BE49-F238E27FC236}">
                    <a16:creationId xmlns:a16="http://schemas.microsoft.com/office/drawing/2014/main" id="{A6096EA1-C78D-4B13-8EDD-A80DD907E1F3}"/>
                  </a:ext>
                </a:extLst>
              </p:cNvPr>
              <p:cNvSpPr/>
              <p:nvPr/>
            </p:nvSpPr>
            <p:spPr>
              <a:xfrm>
                <a:off x="3068996" y="1979694"/>
                <a:ext cx="324000" cy="324000"/>
              </a:xfrm>
              <a:prstGeom prst="roundRect">
                <a:avLst>
                  <a:gd name="adj" fmla="val 0"/>
                </a:avLst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600" b="1" dirty="0">
                    <a:solidFill>
                      <a:schemeClr val="bg1"/>
                    </a:solidFill>
                    <a:latin typeface="나눔명조 ExtraBold" panose="02020603020101020101" pitchFamily="18" charset="-127"/>
                    <a:ea typeface="나눔명조 ExtraBold" panose="02020603020101020101" pitchFamily="18" charset="-127"/>
                  </a:rPr>
                  <a:t>Ⅰ</a:t>
                </a:r>
                <a:endParaRPr lang="ko-KR" altLang="en-US" sz="1600" b="1" dirty="0">
                  <a:solidFill>
                    <a:schemeClr val="bg1"/>
                  </a:solidFill>
                  <a:latin typeface="나눔명조 ExtraBold" panose="02020603020101020101" pitchFamily="18" charset="-127"/>
                  <a:ea typeface="나눔명조 ExtraBold" panose="02020603020101020101" pitchFamily="18" charset="-127"/>
                </a:endParaRPr>
              </a:p>
            </p:txBody>
          </p:sp>
        </p:grpSp>
        <p:sp>
          <p:nvSpPr>
            <p:cNvPr id="90" name="Text Box 5">
              <a:extLst>
                <a:ext uri="{FF2B5EF4-FFF2-40B4-BE49-F238E27FC236}">
                  <a16:creationId xmlns:a16="http://schemas.microsoft.com/office/drawing/2014/main" id="{C9212E1A-1335-4665-B373-06E5B40355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85754" y="2449082"/>
              <a:ext cx="211597" cy="14911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t">
              <a:spAutoFit/>
            </a:bodyPr>
            <a:lstStyle>
              <a:defPPr>
                <a:defRPr lang="en-US"/>
              </a:defPPr>
              <a:lvl1pPr marR="0" lvl="0" indent="0" algn="r" defTabSz="1062038" fontAlgn="auto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1" sz="1000" b="0" i="0" u="none" strike="noStrike" cap="none" spc="0" normalizeH="0" baseline="0">
                  <a:ln>
                    <a:solidFill>
                      <a:srgbClr val="47A5E1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defRPr>
              </a:lvl1pPr>
              <a:lvl2pPr marL="530225" defTabSz="1062038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062038" defTabSz="1062038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592263" defTabSz="1062038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124075" defTabSz="1062038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81275" defTabSz="1062038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3038475" defTabSz="1062038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95675" defTabSz="1062038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952875" defTabSz="1062038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r>
                <a:rPr lang="en-US" altLang="ko-KR" dirty="0"/>
                <a:t>001</a:t>
              </a:r>
            </a:p>
            <a:p>
              <a:r>
                <a:rPr lang="en-US" altLang="ko-KR" dirty="0"/>
                <a:t>003</a:t>
              </a:r>
            </a:p>
            <a:p>
              <a:r>
                <a:rPr lang="en-US" altLang="ko-KR" dirty="0"/>
                <a:t>004</a:t>
              </a:r>
            </a:p>
            <a:p>
              <a:r>
                <a:rPr lang="en-US" altLang="ko-KR" dirty="0"/>
                <a:t>007</a:t>
              </a:r>
            </a:p>
            <a:p>
              <a:r>
                <a:rPr lang="en-US" altLang="ko-KR" dirty="0"/>
                <a:t>012</a:t>
              </a:r>
            </a:p>
          </p:txBody>
        </p:sp>
        <p:cxnSp>
          <p:nvCxnSpPr>
            <p:cNvPr id="91" name="직선 연결선 90">
              <a:extLst>
                <a:ext uri="{FF2B5EF4-FFF2-40B4-BE49-F238E27FC236}">
                  <a16:creationId xmlns:a16="http://schemas.microsoft.com/office/drawing/2014/main" id="{0B679990-6992-43EE-8244-6F9BC5F3033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48256" y="2624771"/>
              <a:ext cx="1824620" cy="0"/>
            </a:xfrm>
            <a:prstGeom prst="line">
              <a:avLst/>
            </a:prstGeom>
            <a:ln w="19050" cap="rnd">
              <a:solidFill>
                <a:schemeClr val="bg1">
                  <a:lumMod val="6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직선 연결선 91">
              <a:extLst>
                <a:ext uri="{FF2B5EF4-FFF2-40B4-BE49-F238E27FC236}">
                  <a16:creationId xmlns:a16="http://schemas.microsoft.com/office/drawing/2014/main" id="{5444AC61-C194-482E-8AE3-6B47BDA0D6B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93262" y="2929473"/>
              <a:ext cx="1979614" cy="0"/>
            </a:xfrm>
            <a:prstGeom prst="line">
              <a:avLst/>
            </a:prstGeom>
            <a:ln w="19050" cap="rnd">
              <a:solidFill>
                <a:schemeClr val="bg1">
                  <a:lumMod val="6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직선 연결선 93">
              <a:extLst>
                <a:ext uri="{FF2B5EF4-FFF2-40B4-BE49-F238E27FC236}">
                  <a16:creationId xmlns:a16="http://schemas.microsoft.com/office/drawing/2014/main" id="{F4299B42-435A-4174-991B-8C8E8284B82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48256" y="3234175"/>
              <a:ext cx="1824622" cy="0"/>
            </a:xfrm>
            <a:prstGeom prst="line">
              <a:avLst/>
            </a:prstGeom>
            <a:ln w="19050" cap="rnd">
              <a:solidFill>
                <a:schemeClr val="bg1">
                  <a:lumMod val="6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직선 연결선 94">
              <a:extLst>
                <a:ext uri="{FF2B5EF4-FFF2-40B4-BE49-F238E27FC236}">
                  <a16:creationId xmlns:a16="http://schemas.microsoft.com/office/drawing/2014/main" id="{0673B7D2-426B-468B-B024-31054C3C4EE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81128" y="3538877"/>
              <a:ext cx="1691749" cy="0"/>
            </a:xfrm>
            <a:prstGeom prst="line">
              <a:avLst/>
            </a:prstGeom>
            <a:ln w="19050" cap="rnd">
              <a:solidFill>
                <a:schemeClr val="bg1">
                  <a:lumMod val="6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직선 연결선 95">
              <a:extLst>
                <a:ext uri="{FF2B5EF4-FFF2-40B4-BE49-F238E27FC236}">
                  <a16:creationId xmlns:a16="http://schemas.microsoft.com/office/drawing/2014/main" id="{26DA1C70-8134-44A8-A2ED-078299FA230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65104" y="3843579"/>
              <a:ext cx="1907992" cy="0"/>
            </a:xfrm>
            <a:prstGeom prst="line">
              <a:avLst/>
            </a:prstGeom>
            <a:ln w="19050" cap="rnd">
              <a:solidFill>
                <a:schemeClr val="bg1">
                  <a:lumMod val="6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7" name="그룹 96">
              <a:extLst>
                <a:ext uri="{FF2B5EF4-FFF2-40B4-BE49-F238E27FC236}">
                  <a16:creationId xmlns:a16="http://schemas.microsoft.com/office/drawing/2014/main" id="{C5403A00-E1F2-4D63-875F-D53B5096DBB6}"/>
                </a:ext>
              </a:extLst>
            </p:cNvPr>
            <p:cNvGrpSpPr/>
            <p:nvPr/>
          </p:nvGrpSpPr>
          <p:grpSpPr>
            <a:xfrm>
              <a:off x="3573016" y="4842395"/>
              <a:ext cx="3024336" cy="1495218"/>
              <a:chOff x="3573016" y="5158426"/>
              <a:chExt cx="3024336" cy="1495218"/>
            </a:xfrm>
          </p:grpSpPr>
          <p:sp>
            <p:nvSpPr>
              <p:cNvPr id="107" name="Text Box 5">
                <a:extLst>
                  <a:ext uri="{FF2B5EF4-FFF2-40B4-BE49-F238E27FC236}">
                    <a16:creationId xmlns:a16="http://schemas.microsoft.com/office/drawing/2014/main" id="{88CDDB37-4B16-4A52-BDEA-1E6C67867AD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73016" y="5158426"/>
                <a:ext cx="1099660" cy="14952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t">
                <a:spAutoFit/>
              </a:bodyPr>
              <a:lstStyle>
                <a:lvl1pPr defTabSz="1062038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530225" defTabSz="1062038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062038" defTabSz="1062038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592263" defTabSz="1062038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124075" defTabSz="1062038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81275" defTabSz="1062038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3038475" defTabSz="1062038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95675" defTabSz="1062038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952875" defTabSz="1062038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marL="177800" indent="-177800">
                  <a:lnSpc>
                    <a:spcPct val="200000"/>
                  </a:lnSpc>
                  <a:buAutoNum type="arabicPeriod"/>
                </a:pPr>
                <a:r>
                  <a:rPr lang="ko-KR" altLang="en-US" sz="1000" spc="-50" dirty="0">
                    <a:ln>
                      <a:solidFill>
                        <a:srgbClr val="47A5E1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제목을 입력하세요</a:t>
                </a:r>
                <a:endParaRPr lang="en-US" altLang="ko-KR" sz="1000" spc="-50" dirty="0">
                  <a:ln>
                    <a:solidFill>
                      <a:srgbClr val="47A5E1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endParaRPr>
              </a:p>
              <a:p>
                <a:pPr marL="177800" indent="-177800">
                  <a:lnSpc>
                    <a:spcPct val="200000"/>
                  </a:lnSpc>
                  <a:buAutoNum type="arabicPeriod"/>
                </a:pPr>
                <a:r>
                  <a:rPr lang="ko-KR" altLang="en-US" sz="1000" spc="-50" dirty="0">
                    <a:ln>
                      <a:solidFill>
                        <a:srgbClr val="47A5E1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제목을 입력하세요</a:t>
                </a:r>
                <a:endParaRPr lang="en-US" altLang="ko-KR" sz="1000" spc="-50" dirty="0">
                  <a:ln>
                    <a:solidFill>
                      <a:srgbClr val="47A5E1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endParaRPr>
              </a:p>
              <a:p>
                <a:pPr marL="177800" indent="-177800">
                  <a:lnSpc>
                    <a:spcPct val="200000"/>
                  </a:lnSpc>
                  <a:buAutoNum type="arabicPeriod"/>
                </a:pPr>
                <a:r>
                  <a:rPr lang="ko-KR" altLang="en-US" sz="1000" spc="-50" dirty="0">
                    <a:ln>
                      <a:solidFill>
                        <a:srgbClr val="47A5E1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제목을 입력하세요</a:t>
                </a:r>
                <a:endParaRPr lang="en-US" altLang="ko-KR" sz="1000" spc="-50" dirty="0">
                  <a:ln>
                    <a:solidFill>
                      <a:srgbClr val="47A5E1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endParaRPr>
              </a:p>
              <a:p>
                <a:pPr marL="177800" indent="-177800">
                  <a:lnSpc>
                    <a:spcPct val="200000"/>
                  </a:lnSpc>
                  <a:buAutoNum type="arabicPeriod"/>
                </a:pPr>
                <a:r>
                  <a:rPr lang="ko-KR" altLang="en-US" sz="1000" spc="-50" dirty="0">
                    <a:ln>
                      <a:solidFill>
                        <a:srgbClr val="47A5E1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제목을 입력하세요</a:t>
                </a:r>
                <a:endParaRPr lang="en-US" altLang="ko-KR" sz="1000" spc="-50" dirty="0">
                  <a:ln>
                    <a:solidFill>
                      <a:srgbClr val="47A5E1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endParaRPr>
              </a:p>
              <a:p>
                <a:pPr marL="177800" indent="-177800">
                  <a:lnSpc>
                    <a:spcPct val="200000"/>
                  </a:lnSpc>
                  <a:buAutoNum type="arabicPeriod"/>
                </a:pPr>
                <a:r>
                  <a:rPr lang="ko-KR" altLang="en-US" sz="1000" spc="-50" dirty="0">
                    <a:ln>
                      <a:solidFill>
                        <a:srgbClr val="47A5E1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제목을 입력하세요</a:t>
                </a:r>
              </a:p>
            </p:txBody>
          </p:sp>
          <p:sp>
            <p:nvSpPr>
              <p:cNvPr id="108" name="Text Box 5">
                <a:extLst>
                  <a:ext uri="{FF2B5EF4-FFF2-40B4-BE49-F238E27FC236}">
                    <a16:creationId xmlns:a16="http://schemas.microsoft.com/office/drawing/2014/main" id="{D7D1ADB5-9455-4E9E-92A1-9DC9135F219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385755" y="5162178"/>
                <a:ext cx="211597" cy="149111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t">
                <a:spAutoFit/>
              </a:bodyPr>
              <a:lstStyle>
                <a:defPPr>
                  <a:defRPr lang="en-US"/>
                </a:defPPr>
                <a:lvl1pPr marR="0" lvl="0" indent="0" algn="r" defTabSz="1062038" fontAlgn="auto"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1" sz="1000" b="0" i="0" u="none" strike="noStrike" cap="none" spc="0" normalizeH="0" baseline="0">
                    <a:ln>
                      <a:solidFill>
                        <a:srgbClr val="47A5E1">
                          <a:alpha val="0"/>
                        </a:srgb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defRPr>
                </a:lvl1pPr>
                <a:lvl2pPr marL="530225" defTabSz="1062038">
                  <a:defRPr kumimoji="1"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062038" defTabSz="1062038">
                  <a:defRPr kumimoji="1"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592263" defTabSz="1062038">
                  <a:defRPr kumimoji="1"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124075" defTabSz="1062038">
                  <a:defRPr kumimoji="1"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81275" defTabSz="1062038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3038475" defTabSz="1062038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95675" defTabSz="1062038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952875" defTabSz="1062038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r>
                  <a:rPr lang="en-US" altLang="ko-KR" dirty="0"/>
                  <a:t>013</a:t>
                </a:r>
              </a:p>
              <a:p>
                <a:r>
                  <a:rPr lang="en-US" altLang="ko-KR" dirty="0"/>
                  <a:t>024</a:t>
                </a:r>
              </a:p>
              <a:p>
                <a:r>
                  <a:rPr lang="en-US" altLang="ko-KR" dirty="0"/>
                  <a:t>053</a:t>
                </a:r>
              </a:p>
              <a:p>
                <a:r>
                  <a:rPr lang="en-US" altLang="ko-KR" dirty="0"/>
                  <a:t>075</a:t>
                </a:r>
              </a:p>
              <a:p>
                <a:r>
                  <a:rPr lang="en-US" altLang="ko-KR" dirty="0"/>
                  <a:t>081</a:t>
                </a:r>
              </a:p>
            </p:txBody>
          </p:sp>
          <p:cxnSp>
            <p:nvCxnSpPr>
              <p:cNvPr id="109" name="직선 연결선 108">
                <a:extLst>
                  <a:ext uri="{FF2B5EF4-FFF2-40B4-BE49-F238E27FC236}">
                    <a16:creationId xmlns:a16="http://schemas.microsoft.com/office/drawing/2014/main" id="{BB3D71EF-B159-403D-BCD5-571AFE8D37E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797152" y="5341429"/>
                <a:ext cx="1476798" cy="0"/>
              </a:xfrm>
              <a:prstGeom prst="line">
                <a:avLst/>
              </a:prstGeom>
              <a:ln w="19050" cap="rnd">
                <a:solidFill>
                  <a:schemeClr val="bg1">
                    <a:lumMod val="6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직선 연결선 109">
                <a:extLst>
                  <a:ext uri="{FF2B5EF4-FFF2-40B4-BE49-F238E27FC236}">
                    <a16:creationId xmlns:a16="http://schemas.microsoft.com/office/drawing/2014/main" id="{217FD592-B111-4A8B-8ABC-AE99BF6BE8F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797150" y="5645525"/>
                <a:ext cx="1476800" cy="0"/>
              </a:xfrm>
              <a:prstGeom prst="line">
                <a:avLst/>
              </a:prstGeom>
              <a:ln w="19050" cap="rnd">
                <a:solidFill>
                  <a:schemeClr val="bg1">
                    <a:lumMod val="6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직선 연결선 110">
                <a:extLst>
                  <a:ext uri="{FF2B5EF4-FFF2-40B4-BE49-F238E27FC236}">
                    <a16:creationId xmlns:a16="http://schemas.microsoft.com/office/drawing/2014/main" id="{723B0B1C-D8F6-4A34-8CEB-583A73F4921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797152" y="5949621"/>
                <a:ext cx="1476798" cy="0"/>
              </a:xfrm>
              <a:prstGeom prst="line">
                <a:avLst/>
              </a:prstGeom>
              <a:ln w="19050" cap="rnd">
                <a:solidFill>
                  <a:schemeClr val="bg1">
                    <a:lumMod val="6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직선 연결선 111">
                <a:extLst>
                  <a:ext uri="{FF2B5EF4-FFF2-40B4-BE49-F238E27FC236}">
                    <a16:creationId xmlns:a16="http://schemas.microsoft.com/office/drawing/2014/main" id="{ED77E221-3809-47A3-B650-311FD1EA9E4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797152" y="6253718"/>
                <a:ext cx="1476798" cy="0"/>
              </a:xfrm>
              <a:prstGeom prst="line">
                <a:avLst/>
              </a:prstGeom>
              <a:ln w="19050" cap="rnd">
                <a:solidFill>
                  <a:schemeClr val="bg1">
                    <a:lumMod val="6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직선 연결선 112">
                <a:extLst>
                  <a:ext uri="{FF2B5EF4-FFF2-40B4-BE49-F238E27FC236}">
                    <a16:creationId xmlns:a16="http://schemas.microsoft.com/office/drawing/2014/main" id="{51E51794-B0D2-48ED-B216-C3F3DFA78E9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797152" y="6553051"/>
                <a:ext cx="1476798" cy="0"/>
              </a:xfrm>
              <a:prstGeom prst="line">
                <a:avLst/>
              </a:prstGeom>
              <a:ln w="19050" cap="rnd">
                <a:solidFill>
                  <a:schemeClr val="bg1">
                    <a:lumMod val="6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8" name="그룹 97">
              <a:extLst>
                <a:ext uri="{FF2B5EF4-FFF2-40B4-BE49-F238E27FC236}">
                  <a16:creationId xmlns:a16="http://schemas.microsoft.com/office/drawing/2014/main" id="{DCADDA31-E474-4991-9F53-8C4E40E1093F}"/>
                </a:ext>
              </a:extLst>
            </p:cNvPr>
            <p:cNvGrpSpPr/>
            <p:nvPr/>
          </p:nvGrpSpPr>
          <p:grpSpPr>
            <a:xfrm>
              <a:off x="3573016" y="7301265"/>
              <a:ext cx="3024336" cy="1495218"/>
              <a:chOff x="3573016" y="5158426"/>
              <a:chExt cx="3024336" cy="1495218"/>
            </a:xfrm>
          </p:grpSpPr>
          <p:sp>
            <p:nvSpPr>
              <p:cNvPr id="100" name="Text Box 5">
                <a:extLst>
                  <a:ext uri="{FF2B5EF4-FFF2-40B4-BE49-F238E27FC236}">
                    <a16:creationId xmlns:a16="http://schemas.microsoft.com/office/drawing/2014/main" id="{8E6E10CB-695D-4F4A-A833-D1CCF5FF32D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73016" y="5158426"/>
                <a:ext cx="1099660" cy="14952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t">
                <a:spAutoFit/>
              </a:bodyPr>
              <a:lstStyle>
                <a:lvl1pPr defTabSz="1062038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530225" defTabSz="1062038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062038" defTabSz="1062038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592263" defTabSz="1062038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124075" defTabSz="1062038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81275" defTabSz="1062038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3038475" defTabSz="1062038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95675" defTabSz="1062038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952875" defTabSz="1062038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marL="177800" indent="-177800">
                  <a:lnSpc>
                    <a:spcPct val="200000"/>
                  </a:lnSpc>
                  <a:buAutoNum type="arabicPeriod"/>
                </a:pPr>
                <a:r>
                  <a:rPr lang="ko-KR" altLang="en-US" sz="1000" spc="-50" dirty="0">
                    <a:ln>
                      <a:solidFill>
                        <a:srgbClr val="47A5E1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제목을 입력하세요</a:t>
                </a:r>
                <a:endParaRPr lang="en-US" altLang="ko-KR" sz="1000" spc="-50" dirty="0">
                  <a:ln>
                    <a:solidFill>
                      <a:srgbClr val="47A5E1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endParaRPr>
              </a:p>
              <a:p>
                <a:pPr marL="177800" indent="-177800">
                  <a:lnSpc>
                    <a:spcPct val="200000"/>
                  </a:lnSpc>
                  <a:buAutoNum type="arabicPeriod"/>
                </a:pPr>
                <a:r>
                  <a:rPr lang="ko-KR" altLang="en-US" sz="1000" spc="-50" dirty="0">
                    <a:ln>
                      <a:solidFill>
                        <a:srgbClr val="47A5E1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제목을 입력하세요</a:t>
                </a:r>
                <a:endParaRPr lang="en-US" altLang="ko-KR" sz="1000" spc="-50" dirty="0">
                  <a:ln>
                    <a:solidFill>
                      <a:srgbClr val="47A5E1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endParaRPr>
              </a:p>
              <a:p>
                <a:pPr marL="177800" indent="-177800">
                  <a:lnSpc>
                    <a:spcPct val="200000"/>
                  </a:lnSpc>
                  <a:buAutoNum type="arabicPeriod"/>
                </a:pPr>
                <a:r>
                  <a:rPr lang="ko-KR" altLang="en-US" sz="1000" spc="-50" dirty="0">
                    <a:ln>
                      <a:solidFill>
                        <a:srgbClr val="47A5E1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제목을 입력하세요</a:t>
                </a:r>
                <a:endParaRPr lang="en-US" altLang="ko-KR" sz="1000" spc="-50" dirty="0">
                  <a:ln>
                    <a:solidFill>
                      <a:srgbClr val="47A5E1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endParaRPr>
              </a:p>
              <a:p>
                <a:pPr marL="177800" indent="-177800">
                  <a:lnSpc>
                    <a:spcPct val="200000"/>
                  </a:lnSpc>
                  <a:buAutoNum type="arabicPeriod"/>
                </a:pPr>
                <a:r>
                  <a:rPr lang="ko-KR" altLang="en-US" sz="1000" spc="-50" dirty="0">
                    <a:ln>
                      <a:solidFill>
                        <a:srgbClr val="47A5E1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제목을 입력하세요</a:t>
                </a:r>
                <a:endParaRPr lang="en-US" altLang="ko-KR" sz="1000" spc="-50" dirty="0">
                  <a:ln>
                    <a:solidFill>
                      <a:srgbClr val="47A5E1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endParaRPr>
              </a:p>
              <a:p>
                <a:pPr marL="177800" indent="-177800">
                  <a:lnSpc>
                    <a:spcPct val="200000"/>
                  </a:lnSpc>
                  <a:buAutoNum type="arabicPeriod"/>
                </a:pPr>
                <a:r>
                  <a:rPr lang="ko-KR" altLang="en-US" sz="1000" spc="-50" dirty="0">
                    <a:ln>
                      <a:solidFill>
                        <a:srgbClr val="47A5E1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제목을 입력하세요</a:t>
                </a:r>
              </a:p>
            </p:txBody>
          </p:sp>
          <p:sp>
            <p:nvSpPr>
              <p:cNvPr id="101" name="Text Box 5">
                <a:extLst>
                  <a:ext uri="{FF2B5EF4-FFF2-40B4-BE49-F238E27FC236}">
                    <a16:creationId xmlns:a16="http://schemas.microsoft.com/office/drawing/2014/main" id="{3C202AE0-B22B-41E0-A35E-93355FD7A80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385756" y="5162178"/>
                <a:ext cx="211596" cy="149111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t">
                <a:spAutoFit/>
              </a:bodyPr>
              <a:lstStyle>
                <a:defPPr>
                  <a:defRPr lang="en-US"/>
                </a:defPPr>
                <a:lvl1pPr marR="0" lvl="0" indent="0" algn="r" defTabSz="1062038" fontAlgn="auto"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1" sz="1000" b="0" i="0" u="none" strike="noStrike" cap="none" spc="0" normalizeH="0" baseline="0">
                    <a:ln>
                      <a:solidFill>
                        <a:srgbClr val="47A5E1">
                          <a:alpha val="0"/>
                        </a:srgb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defRPr>
                </a:lvl1pPr>
                <a:lvl2pPr marL="530225" defTabSz="1062038">
                  <a:defRPr kumimoji="1"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062038" defTabSz="1062038">
                  <a:defRPr kumimoji="1"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592263" defTabSz="1062038">
                  <a:defRPr kumimoji="1"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124075" defTabSz="1062038">
                  <a:defRPr kumimoji="1"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81275" defTabSz="1062038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3038475" defTabSz="1062038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95675" defTabSz="1062038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952875" defTabSz="1062038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r>
                  <a:rPr lang="en-US" altLang="ko-KR" dirty="0"/>
                  <a:t>085</a:t>
                </a:r>
              </a:p>
              <a:p>
                <a:r>
                  <a:rPr lang="en-US" altLang="ko-KR" dirty="0"/>
                  <a:t>099</a:t>
                </a:r>
              </a:p>
              <a:p>
                <a:r>
                  <a:rPr lang="en-US" altLang="ko-KR" dirty="0"/>
                  <a:t>124</a:t>
                </a:r>
              </a:p>
              <a:p>
                <a:r>
                  <a:rPr lang="en-US" altLang="ko-KR" dirty="0"/>
                  <a:t>133</a:t>
                </a:r>
              </a:p>
              <a:p>
                <a:r>
                  <a:rPr lang="en-US" altLang="ko-KR" dirty="0"/>
                  <a:t>156</a:t>
                </a:r>
              </a:p>
            </p:txBody>
          </p:sp>
          <p:cxnSp>
            <p:nvCxnSpPr>
              <p:cNvPr id="102" name="직선 연결선 101">
                <a:extLst>
                  <a:ext uri="{FF2B5EF4-FFF2-40B4-BE49-F238E27FC236}">
                    <a16:creationId xmlns:a16="http://schemas.microsoft.com/office/drawing/2014/main" id="{3659F881-A682-4FF3-95C3-63721F05A47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797152" y="5341429"/>
                <a:ext cx="1476798" cy="0"/>
              </a:xfrm>
              <a:prstGeom prst="line">
                <a:avLst/>
              </a:prstGeom>
              <a:ln w="19050" cap="rnd">
                <a:solidFill>
                  <a:schemeClr val="bg1">
                    <a:lumMod val="6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직선 연결선 102">
                <a:extLst>
                  <a:ext uri="{FF2B5EF4-FFF2-40B4-BE49-F238E27FC236}">
                    <a16:creationId xmlns:a16="http://schemas.microsoft.com/office/drawing/2014/main" id="{71BB2246-4245-45AF-BD33-B5203AC7A1C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797150" y="5645525"/>
                <a:ext cx="1476800" cy="0"/>
              </a:xfrm>
              <a:prstGeom prst="line">
                <a:avLst/>
              </a:prstGeom>
              <a:ln w="19050" cap="rnd">
                <a:solidFill>
                  <a:schemeClr val="bg1">
                    <a:lumMod val="6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직선 연결선 103">
                <a:extLst>
                  <a:ext uri="{FF2B5EF4-FFF2-40B4-BE49-F238E27FC236}">
                    <a16:creationId xmlns:a16="http://schemas.microsoft.com/office/drawing/2014/main" id="{960DF3E2-9182-41F3-B7DD-8D75CCA861F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797152" y="5949621"/>
                <a:ext cx="1476798" cy="0"/>
              </a:xfrm>
              <a:prstGeom prst="line">
                <a:avLst/>
              </a:prstGeom>
              <a:ln w="19050" cap="rnd">
                <a:solidFill>
                  <a:schemeClr val="bg1">
                    <a:lumMod val="6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직선 연결선 104">
                <a:extLst>
                  <a:ext uri="{FF2B5EF4-FFF2-40B4-BE49-F238E27FC236}">
                    <a16:creationId xmlns:a16="http://schemas.microsoft.com/office/drawing/2014/main" id="{FE8E6F96-D384-48BE-B982-B35FEA8868C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797152" y="6253718"/>
                <a:ext cx="1476798" cy="0"/>
              </a:xfrm>
              <a:prstGeom prst="line">
                <a:avLst/>
              </a:prstGeom>
              <a:ln w="19050" cap="rnd">
                <a:solidFill>
                  <a:schemeClr val="bg1">
                    <a:lumMod val="6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직선 연결선 105">
                <a:extLst>
                  <a:ext uri="{FF2B5EF4-FFF2-40B4-BE49-F238E27FC236}">
                    <a16:creationId xmlns:a16="http://schemas.microsoft.com/office/drawing/2014/main" id="{0D59365F-E2D4-4051-A494-83795EDD39F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797152" y="6553051"/>
                <a:ext cx="1476798" cy="0"/>
              </a:xfrm>
              <a:prstGeom prst="line">
                <a:avLst/>
              </a:prstGeom>
              <a:ln w="19050" cap="rnd">
                <a:solidFill>
                  <a:schemeClr val="bg1">
                    <a:lumMod val="6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9" name="Text Box 5">
              <a:extLst>
                <a:ext uri="{FF2B5EF4-FFF2-40B4-BE49-F238E27FC236}">
                  <a16:creationId xmlns:a16="http://schemas.microsoft.com/office/drawing/2014/main" id="{F9BB3824-47AD-4C03-A8C4-7B87EDF85A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73016" y="2445330"/>
              <a:ext cx="875240" cy="14952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t">
              <a:spAutoFit/>
            </a:bodyPr>
            <a:lstStyle>
              <a:lvl1pPr defTabSz="1062038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530225" defTabSz="1062038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062038" defTabSz="1062038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592263" defTabSz="1062038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124075" defTabSz="1062038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81275" defTabSz="10620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3038475" defTabSz="10620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95675" defTabSz="10620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952875" defTabSz="10620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177800" indent="-177800">
                <a:lnSpc>
                  <a:spcPct val="200000"/>
                </a:lnSpc>
                <a:buAutoNum type="arabicPeriod"/>
              </a:pPr>
              <a:r>
                <a:rPr lang="ko-KR" altLang="en-US" sz="1000" spc="-50" dirty="0">
                  <a:ln>
                    <a:solidFill>
                      <a:srgbClr val="47A5E1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목적 및 배경</a:t>
              </a:r>
              <a:endParaRPr lang="en-US" altLang="ko-KR" sz="1000" spc="-50" dirty="0">
                <a:ln>
                  <a:solidFill>
                    <a:srgbClr val="47A5E1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  <a:p>
              <a:pPr marL="177800" indent="-177800">
                <a:lnSpc>
                  <a:spcPct val="200000"/>
                </a:lnSpc>
                <a:buAutoNum type="arabicPeriod"/>
              </a:pPr>
              <a:r>
                <a:rPr lang="ko-KR" altLang="en-US" sz="1000" spc="-50" dirty="0">
                  <a:ln>
                    <a:solidFill>
                      <a:srgbClr val="47A5E1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사업 범위</a:t>
              </a:r>
              <a:endParaRPr lang="en-US" altLang="ko-KR" sz="1000" spc="-50" dirty="0">
                <a:ln>
                  <a:solidFill>
                    <a:srgbClr val="47A5E1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  <a:p>
              <a:pPr marL="177800" indent="-177800">
                <a:lnSpc>
                  <a:spcPct val="200000"/>
                </a:lnSpc>
                <a:buAutoNum type="arabicPeriod"/>
              </a:pPr>
              <a:r>
                <a:rPr lang="ko-KR" altLang="en-US" sz="1000" spc="-50" dirty="0">
                  <a:ln>
                    <a:solidFill>
                      <a:srgbClr val="47A5E1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특징 및 장점</a:t>
              </a:r>
              <a:endParaRPr lang="en-US" altLang="ko-KR" sz="1000" spc="-50" dirty="0">
                <a:ln>
                  <a:solidFill>
                    <a:srgbClr val="47A5E1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  <a:p>
              <a:pPr marL="177800" indent="-177800">
                <a:lnSpc>
                  <a:spcPct val="200000"/>
                </a:lnSpc>
                <a:buAutoNum type="arabicPeriod"/>
              </a:pPr>
              <a:r>
                <a:rPr lang="ko-KR" altLang="en-US" sz="1000" spc="-50" dirty="0">
                  <a:ln>
                    <a:solidFill>
                      <a:srgbClr val="47A5E1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사업수행 목표</a:t>
              </a:r>
              <a:endParaRPr lang="en-US" altLang="ko-KR" sz="1000" spc="-50" dirty="0">
                <a:ln>
                  <a:solidFill>
                    <a:srgbClr val="47A5E1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  <a:p>
              <a:pPr marL="177800" indent="-177800">
                <a:lnSpc>
                  <a:spcPct val="200000"/>
                </a:lnSpc>
                <a:buAutoNum type="arabicPeriod"/>
              </a:pPr>
              <a:r>
                <a:rPr lang="ko-KR" altLang="en-US" sz="1000" spc="-50" dirty="0">
                  <a:ln>
                    <a:solidFill>
                      <a:srgbClr val="47A5E1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기대 효과</a:t>
              </a:r>
              <a:endParaRPr lang="en-US" altLang="ko-KR" sz="1000" spc="-50" dirty="0">
                <a:ln>
                  <a:solidFill>
                    <a:srgbClr val="47A5E1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492DBD08-C389-49EE-8E79-597500E8DFE0}"/>
              </a:ext>
            </a:extLst>
          </p:cNvPr>
          <p:cNvGrpSpPr/>
          <p:nvPr/>
        </p:nvGrpSpPr>
        <p:grpSpPr>
          <a:xfrm>
            <a:off x="362858" y="9489504"/>
            <a:ext cx="6108741" cy="186065"/>
            <a:chOff x="362858" y="9489504"/>
            <a:chExt cx="6108741" cy="186065"/>
          </a:xfrm>
        </p:grpSpPr>
        <p:sp>
          <p:nvSpPr>
            <p:cNvPr id="69" name="Text Box 53">
              <a:extLst>
                <a:ext uri="{FF2B5EF4-FFF2-40B4-BE49-F238E27FC236}">
                  <a16:creationId xmlns:a16="http://schemas.microsoft.com/office/drawing/2014/main" id="{CDF23961-06DB-4408-A2F8-36FA26254B30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4480109" y="9519314"/>
              <a:ext cx="804707" cy="1264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CC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bg1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defPPr>
                <a:defRPr lang="en-US"/>
              </a:defPPr>
              <a:lvl1pPr lvl="0" indent="0" defTabSz="914400">
                <a:spcBef>
                  <a:spcPts val="1000"/>
                </a:spcBef>
                <a:defRPr kumimoji="1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  <a:ea typeface="굴림" panose="020B0600000101010101" pitchFamily="50" charset="-127"/>
                </a:defRPr>
              </a:lvl1pPr>
              <a:lvl2pPr marL="1028700" indent="-457200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668463" indent="-454025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2317750" indent="-458788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965450" indent="-457200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34226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38798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43370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47942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sample@mail.com</a:t>
              </a:r>
              <a:endPara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endParaRPr>
            </a:p>
          </p:txBody>
        </p:sp>
        <p:sp>
          <p:nvSpPr>
            <p:cNvPr id="70" name="任意形状 978">
              <a:extLst>
                <a:ext uri="{FF2B5EF4-FFF2-40B4-BE49-F238E27FC236}">
                  <a16:creationId xmlns:a16="http://schemas.microsoft.com/office/drawing/2014/main" id="{509EB75F-CAF6-4E34-86FF-0DD8BB70BDAC}"/>
                </a:ext>
              </a:extLst>
            </p:cNvPr>
            <p:cNvSpPr/>
            <p:nvPr/>
          </p:nvSpPr>
          <p:spPr>
            <a:xfrm>
              <a:off x="4293096" y="9523555"/>
              <a:ext cx="134750" cy="1179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" y="0"/>
                  </a:moveTo>
                  <a:lnTo>
                    <a:pt x="20520" y="0"/>
                  </a:lnTo>
                  <a:cubicBezTo>
                    <a:pt x="21117" y="0"/>
                    <a:pt x="21600" y="537"/>
                    <a:pt x="21600" y="1200"/>
                  </a:cubicBezTo>
                  <a:lnTo>
                    <a:pt x="21600" y="20400"/>
                  </a:lnTo>
                  <a:cubicBezTo>
                    <a:pt x="21600" y="21063"/>
                    <a:pt x="21117" y="21600"/>
                    <a:pt x="20520" y="21600"/>
                  </a:cubicBezTo>
                  <a:lnTo>
                    <a:pt x="1080" y="21600"/>
                  </a:lnTo>
                  <a:cubicBezTo>
                    <a:pt x="483" y="21600"/>
                    <a:pt x="0" y="21063"/>
                    <a:pt x="0" y="20400"/>
                  </a:cubicBezTo>
                  <a:lnTo>
                    <a:pt x="0" y="1200"/>
                  </a:lnTo>
                  <a:cubicBezTo>
                    <a:pt x="0" y="537"/>
                    <a:pt x="483" y="0"/>
                    <a:pt x="1080" y="0"/>
                  </a:cubicBezTo>
                  <a:close/>
                  <a:moveTo>
                    <a:pt x="19440" y="5086"/>
                  </a:moveTo>
                  <a:lnTo>
                    <a:pt x="10878" y="13606"/>
                  </a:lnTo>
                  <a:lnTo>
                    <a:pt x="2160" y="5059"/>
                  </a:lnTo>
                  <a:lnTo>
                    <a:pt x="2160" y="19200"/>
                  </a:lnTo>
                  <a:lnTo>
                    <a:pt x="19440" y="19200"/>
                  </a:lnTo>
                  <a:lnTo>
                    <a:pt x="19440" y="5086"/>
                  </a:lnTo>
                  <a:close/>
                  <a:moveTo>
                    <a:pt x="2712" y="2400"/>
                  </a:moveTo>
                  <a:lnTo>
                    <a:pt x="10866" y="10394"/>
                  </a:lnTo>
                  <a:lnTo>
                    <a:pt x="18902" y="2400"/>
                  </a:lnTo>
                  <a:lnTo>
                    <a:pt x="2712" y="240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+mn-cs"/>
              </a:endParaRPr>
            </a:p>
          </p:txBody>
        </p:sp>
        <p:sp>
          <p:nvSpPr>
            <p:cNvPr id="71" name="Text Box 53">
              <a:extLst>
                <a:ext uri="{FF2B5EF4-FFF2-40B4-BE49-F238E27FC236}">
                  <a16:creationId xmlns:a16="http://schemas.microsoft.com/office/drawing/2014/main" id="{F6C276C1-B63F-447B-9AD2-B12E4AD00249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5676510" y="9519314"/>
              <a:ext cx="795089" cy="1264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CC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bg1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defPPr>
                <a:defRPr lang="en-US"/>
              </a:defPPr>
              <a:lvl1pPr lvl="0" indent="0" defTabSz="914400">
                <a:spcBef>
                  <a:spcPts val="1000"/>
                </a:spcBef>
                <a:defRPr kumimoji="1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  <a:ea typeface="굴림" panose="020B0600000101010101" pitchFamily="50" charset="-127"/>
                </a:defRPr>
              </a:lvl1pPr>
              <a:lvl2pPr marL="1028700" indent="-457200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668463" indent="-454025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2317750" indent="-458788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965450" indent="-457200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34226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38798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43370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47942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www.sample.com</a:t>
              </a:r>
              <a:endPara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endParaRPr>
            </a:p>
          </p:txBody>
        </p:sp>
        <p:sp>
          <p:nvSpPr>
            <p:cNvPr id="72" name="任意形状 412">
              <a:extLst>
                <a:ext uri="{FF2B5EF4-FFF2-40B4-BE49-F238E27FC236}">
                  <a16:creationId xmlns:a16="http://schemas.microsoft.com/office/drawing/2014/main" id="{3631C89F-E40C-41D0-BBC0-88A299805147}"/>
                </a:ext>
              </a:extLst>
            </p:cNvPr>
            <p:cNvSpPr/>
            <p:nvPr/>
          </p:nvSpPr>
          <p:spPr>
            <a:xfrm>
              <a:off x="5473233" y="9516345"/>
              <a:ext cx="148226" cy="13238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05" extrusionOk="0">
                  <a:moveTo>
                    <a:pt x="17673" y="21505"/>
                  </a:moveTo>
                  <a:lnTo>
                    <a:pt x="3927" y="21505"/>
                  </a:lnTo>
                  <a:cubicBezTo>
                    <a:pt x="3385" y="21505"/>
                    <a:pt x="2945" y="21015"/>
                    <a:pt x="2945" y="20411"/>
                  </a:cubicBezTo>
                  <a:lnTo>
                    <a:pt x="2945" y="10560"/>
                  </a:lnTo>
                  <a:lnTo>
                    <a:pt x="0" y="10560"/>
                  </a:lnTo>
                  <a:lnTo>
                    <a:pt x="10139" y="285"/>
                  </a:lnTo>
                  <a:cubicBezTo>
                    <a:pt x="10514" y="-95"/>
                    <a:pt x="11086" y="-95"/>
                    <a:pt x="11461" y="285"/>
                  </a:cubicBezTo>
                  <a:lnTo>
                    <a:pt x="21600" y="10560"/>
                  </a:lnTo>
                  <a:lnTo>
                    <a:pt x="18655" y="10560"/>
                  </a:lnTo>
                  <a:lnTo>
                    <a:pt x="18655" y="20411"/>
                  </a:lnTo>
                  <a:cubicBezTo>
                    <a:pt x="18655" y="21015"/>
                    <a:pt x="18215" y="21505"/>
                    <a:pt x="17673" y="21505"/>
                  </a:cubicBezTo>
                  <a:close/>
                  <a:moveTo>
                    <a:pt x="4909" y="19316"/>
                  </a:moveTo>
                  <a:lnTo>
                    <a:pt x="16691" y="19316"/>
                  </a:lnTo>
                  <a:lnTo>
                    <a:pt x="16691" y="8543"/>
                  </a:lnTo>
                  <a:lnTo>
                    <a:pt x="10800" y="2574"/>
                  </a:lnTo>
                  <a:lnTo>
                    <a:pt x="4909" y="8543"/>
                  </a:lnTo>
                  <a:lnTo>
                    <a:pt x="4909" y="19316"/>
                  </a:lnTo>
                  <a:close/>
                  <a:moveTo>
                    <a:pt x="6873" y="14938"/>
                  </a:moveTo>
                  <a:lnTo>
                    <a:pt x="14727" y="14938"/>
                  </a:lnTo>
                  <a:lnTo>
                    <a:pt x="14727" y="17127"/>
                  </a:lnTo>
                  <a:lnTo>
                    <a:pt x="6873" y="17127"/>
                  </a:lnTo>
                  <a:lnTo>
                    <a:pt x="6873" y="14938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+mn-cs"/>
              </a:endParaRPr>
            </a:p>
          </p:txBody>
        </p:sp>
        <p:sp>
          <p:nvSpPr>
            <p:cNvPr id="73" name="Text Box 53">
              <a:extLst>
                <a:ext uri="{FF2B5EF4-FFF2-40B4-BE49-F238E27FC236}">
                  <a16:creationId xmlns:a16="http://schemas.microsoft.com/office/drawing/2014/main" id="{EAA1EAC4-A27F-40C3-9DAA-6498F08811B0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464862" y="9505592"/>
              <a:ext cx="1264770" cy="1538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CC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bg1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 marL="177800" indent="-177800" defTabSz="793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1028700" indent="-457200" defTabSz="793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668463" indent="-454025" defTabSz="793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2317750" indent="-458788" defTabSz="793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965450" indent="-457200" defTabSz="793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34226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38798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43370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47942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+mn-cs"/>
                </a:rPr>
                <a:t>업체명</a:t>
              </a:r>
              <a:r>
                <a:rPr kumimoji="1" lang="en-US" altLang="ko-KR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+mn-cs"/>
                </a:rPr>
                <a:t>: (</a:t>
              </a:r>
              <a:r>
                <a:rPr kumimoji="1" lang="ko-KR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+mn-cs"/>
                </a:rPr>
                <a:t>주</a:t>
              </a:r>
              <a:r>
                <a:rPr kumimoji="1" lang="en-US" altLang="ko-KR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+mn-cs"/>
                </a:rPr>
                <a:t>)</a:t>
              </a:r>
              <a:r>
                <a:rPr kumimoji="1" lang="ko-KR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+mn-cs"/>
                </a:rPr>
                <a:t>서희 </a:t>
              </a:r>
              <a:r>
                <a:rPr kumimoji="1" lang="en-US" altLang="ko-KR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+mn-cs"/>
                </a:rPr>
                <a:t>Design</a:t>
              </a:r>
              <a:endParaRPr kumimoji="1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+mn-cs"/>
              </a:endParaRPr>
            </a:p>
          </p:txBody>
        </p:sp>
        <p:grpSp>
          <p:nvGrpSpPr>
            <p:cNvPr id="74" name="그룹 73">
              <a:extLst>
                <a:ext uri="{FF2B5EF4-FFF2-40B4-BE49-F238E27FC236}">
                  <a16:creationId xmlns:a16="http://schemas.microsoft.com/office/drawing/2014/main" id="{12F3A0A4-EC54-48BE-8516-C9BDE6375DF4}"/>
                </a:ext>
              </a:extLst>
            </p:cNvPr>
            <p:cNvGrpSpPr/>
            <p:nvPr/>
          </p:nvGrpSpPr>
          <p:grpSpPr>
            <a:xfrm>
              <a:off x="362858" y="9489504"/>
              <a:ext cx="942382" cy="186065"/>
              <a:chOff x="728700" y="7676979"/>
              <a:chExt cx="942382" cy="186065"/>
            </a:xfrm>
          </p:grpSpPr>
          <p:sp>
            <p:nvSpPr>
              <p:cNvPr id="75" name="任意形状 1136">
                <a:extLst>
                  <a:ext uri="{FF2B5EF4-FFF2-40B4-BE49-F238E27FC236}">
                    <a16:creationId xmlns:a16="http://schemas.microsoft.com/office/drawing/2014/main" id="{AFE1C62F-2B3C-4063-A804-37ECF34CA83C}"/>
                  </a:ext>
                </a:extLst>
              </p:cNvPr>
              <p:cNvSpPr/>
              <p:nvPr/>
            </p:nvSpPr>
            <p:spPr>
              <a:xfrm>
                <a:off x="728700" y="7680698"/>
                <a:ext cx="182346" cy="18234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1880" y="9720"/>
                    </a:moveTo>
                    <a:lnTo>
                      <a:pt x="11880" y="4320"/>
                    </a:lnTo>
                    <a:lnTo>
                      <a:pt x="6480" y="11880"/>
                    </a:lnTo>
                    <a:lnTo>
                      <a:pt x="9720" y="11880"/>
                    </a:lnTo>
                    <a:lnTo>
                      <a:pt x="9720" y="17280"/>
                    </a:lnTo>
                    <a:lnTo>
                      <a:pt x="15120" y="9720"/>
                    </a:lnTo>
                    <a:lnTo>
                      <a:pt x="11880" y="9720"/>
                    </a:lnTo>
                    <a:close/>
                    <a:moveTo>
                      <a:pt x="10800" y="21600"/>
                    </a:moveTo>
                    <a:cubicBezTo>
                      <a:pt x="4835" y="21600"/>
                      <a:pt x="0" y="16765"/>
                      <a:pt x="0" y="10800"/>
                    </a:cubicBez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endParaRPr dirty="0"/>
              </a:p>
            </p:txBody>
          </p:sp>
          <p:sp>
            <p:nvSpPr>
              <p:cNvPr id="76" name="Text Box 53">
                <a:extLst>
                  <a:ext uri="{FF2B5EF4-FFF2-40B4-BE49-F238E27FC236}">
                    <a16:creationId xmlns:a16="http://schemas.microsoft.com/office/drawing/2014/main" id="{5860DCC8-BE6C-40A0-80E4-AB838A3F7CB4}"/>
                  </a:ext>
                </a:extLst>
              </p:cNvPr>
              <p:cNvSpPr txBox="1">
                <a:spLocks noChangeArrowheads="1"/>
              </p:cNvSpPr>
              <p:nvPr/>
            </p:nvSpPr>
            <p:spPr bwMode="gray">
              <a:xfrm>
                <a:off x="944921" y="7676979"/>
                <a:ext cx="726161" cy="1692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CC99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7961" dir="2700000" algn="ctr" rotWithShape="0">
                        <a:schemeClr val="bg1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marL="177800" indent="-177800" defTabSz="79375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1028700" indent="-457200" defTabSz="79375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668463" indent="-454025" defTabSz="79375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2317750" indent="-458788" defTabSz="79375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965450" indent="-457200" defTabSz="79375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3422650" indent="-457200" defTabSz="793750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3879850" indent="-457200" defTabSz="793750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4337050" indent="-457200" defTabSz="793750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4794250" indent="-457200" defTabSz="793750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marL="0" indent="0" defTabSz="914400">
                  <a:lnSpc>
                    <a:spcPct val="120000"/>
                  </a:lnSpc>
                  <a:spcAft>
                    <a:spcPts val="600"/>
                  </a:spcAft>
                </a:pPr>
                <a:r>
                  <a:rPr lang="en-US" altLang="ko-KR" sz="10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50" charset="-127"/>
                    <a:ea typeface="10X10 Bold" panose="020D0604000000000000" pitchFamily="50" charset="-127"/>
                    <a:cs typeface="Pretendard" panose="02000503000000020004" pitchFamily="50" charset="-127"/>
                  </a:rPr>
                  <a:t>YOUR</a:t>
                </a:r>
                <a:r>
                  <a:rPr lang="en-US" altLang="ko-KR" sz="10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50" charset="-127"/>
                    <a:ea typeface="나눔명조" panose="02020603020101020101" pitchFamily="18" charset="-127"/>
                    <a:cs typeface="Pretendard" panose="02000503000000020004" pitchFamily="50" charset="-127"/>
                  </a:rPr>
                  <a:t>LOGO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528118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그림 48">
            <a:extLst>
              <a:ext uri="{FF2B5EF4-FFF2-40B4-BE49-F238E27FC236}">
                <a16:creationId xmlns:a16="http://schemas.microsoft.com/office/drawing/2014/main" id="{2044ED0E-4A8A-4BC5-8AAF-021463622DC4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357" r="22409"/>
          <a:stretch/>
        </p:blipFill>
        <p:spPr>
          <a:xfrm>
            <a:off x="0" y="-18674"/>
            <a:ext cx="6858000" cy="9111600"/>
          </a:xfrm>
          <a:prstGeom prst="rect">
            <a:avLst/>
          </a:prstGeom>
        </p:spPr>
      </p:pic>
      <p:grpSp>
        <p:nvGrpSpPr>
          <p:cNvPr id="66" name="그룹 65">
            <a:extLst>
              <a:ext uri="{FF2B5EF4-FFF2-40B4-BE49-F238E27FC236}">
                <a16:creationId xmlns:a16="http://schemas.microsoft.com/office/drawing/2014/main" id="{B3E03477-49BB-414A-9B6A-465F2EA0FC0E}"/>
              </a:ext>
            </a:extLst>
          </p:cNvPr>
          <p:cNvGrpSpPr/>
          <p:nvPr/>
        </p:nvGrpSpPr>
        <p:grpSpPr>
          <a:xfrm>
            <a:off x="198828" y="195458"/>
            <a:ext cx="6460342" cy="8720421"/>
            <a:chOff x="146120" y="1568624"/>
            <a:chExt cx="4747758" cy="6408708"/>
          </a:xfrm>
        </p:grpSpPr>
        <p:sp>
          <p:nvSpPr>
            <p:cNvPr id="67" name="직사각형 66">
              <a:extLst>
                <a:ext uri="{FF2B5EF4-FFF2-40B4-BE49-F238E27FC236}">
                  <a16:creationId xmlns:a16="http://schemas.microsoft.com/office/drawing/2014/main" id="{22DC615F-C1EF-4B11-B299-1673247FF01C}"/>
                </a:ext>
              </a:extLst>
            </p:cNvPr>
            <p:cNvSpPr/>
            <p:nvPr/>
          </p:nvSpPr>
          <p:spPr>
            <a:xfrm>
              <a:off x="179999" y="1604628"/>
              <a:ext cx="4680000" cy="6336000"/>
            </a:xfrm>
            <a:prstGeom prst="rect">
              <a:avLst/>
            </a:prstGeom>
            <a:solidFill>
              <a:schemeClr val="tx1">
                <a:alpha val="10000"/>
              </a:schemeClr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68" name="그룹 67">
              <a:extLst>
                <a:ext uri="{FF2B5EF4-FFF2-40B4-BE49-F238E27FC236}">
                  <a16:creationId xmlns:a16="http://schemas.microsoft.com/office/drawing/2014/main" id="{9FB20C07-D24A-4F12-A474-DA9758280D37}"/>
                </a:ext>
              </a:extLst>
            </p:cNvPr>
            <p:cNvGrpSpPr/>
            <p:nvPr/>
          </p:nvGrpSpPr>
          <p:grpSpPr>
            <a:xfrm>
              <a:off x="146120" y="1568624"/>
              <a:ext cx="4747758" cy="6408708"/>
              <a:chOff x="152640" y="1568624"/>
              <a:chExt cx="4747758" cy="6408708"/>
            </a:xfrm>
            <a:solidFill>
              <a:schemeClr val="bg1">
                <a:alpha val="50000"/>
              </a:schemeClr>
            </a:solidFill>
          </p:grpSpPr>
          <p:sp>
            <p:nvSpPr>
              <p:cNvPr id="69" name="직사각형 68">
                <a:extLst>
                  <a:ext uri="{FF2B5EF4-FFF2-40B4-BE49-F238E27FC236}">
                    <a16:creationId xmlns:a16="http://schemas.microsoft.com/office/drawing/2014/main" id="{1317C7E4-E353-4DF3-A9B8-AD87207944FF}"/>
                  </a:ext>
                </a:extLst>
              </p:cNvPr>
              <p:cNvSpPr/>
              <p:nvPr/>
            </p:nvSpPr>
            <p:spPr>
              <a:xfrm>
                <a:off x="184320" y="1568628"/>
                <a:ext cx="4680000" cy="36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0" name="직사각형 69">
                <a:extLst>
                  <a:ext uri="{FF2B5EF4-FFF2-40B4-BE49-F238E27FC236}">
                    <a16:creationId xmlns:a16="http://schemas.microsoft.com/office/drawing/2014/main" id="{ABF7CBCF-69B0-4496-B524-C1789B1C4275}"/>
                  </a:ext>
                </a:extLst>
              </p:cNvPr>
              <p:cNvSpPr/>
              <p:nvPr/>
            </p:nvSpPr>
            <p:spPr>
              <a:xfrm>
                <a:off x="184320" y="7941332"/>
                <a:ext cx="4680000" cy="36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1" name="직사각형 70">
                <a:extLst>
                  <a:ext uri="{FF2B5EF4-FFF2-40B4-BE49-F238E27FC236}">
                    <a16:creationId xmlns:a16="http://schemas.microsoft.com/office/drawing/2014/main" id="{9E56C11D-9B42-4AE8-AACA-BDCD02BECFE7}"/>
                  </a:ext>
                </a:extLst>
              </p:cNvPr>
              <p:cNvSpPr/>
              <p:nvPr/>
            </p:nvSpPr>
            <p:spPr>
              <a:xfrm rot="5400000">
                <a:off x="-3033360" y="4754624"/>
                <a:ext cx="6408000" cy="36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2" name="직사각형 71">
                <a:extLst>
                  <a:ext uri="{FF2B5EF4-FFF2-40B4-BE49-F238E27FC236}">
                    <a16:creationId xmlns:a16="http://schemas.microsoft.com/office/drawing/2014/main" id="{814B4196-B8A4-403D-8797-C63BBCFCE78D}"/>
                  </a:ext>
                </a:extLst>
              </p:cNvPr>
              <p:cNvSpPr/>
              <p:nvPr/>
            </p:nvSpPr>
            <p:spPr>
              <a:xfrm rot="5400000">
                <a:off x="4360398" y="2072628"/>
                <a:ext cx="1044000" cy="36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3" name="직사각형 72">
                <a:extLst>
                  <a:ext uri="{FF2B5EF4-FFF2-40B4-BE49-F238E27FC236}">
                    <a16:creationId xmlns:a16="http://schemas.microsoft.com/office/drawing/2014/main" id="{8362204C-CEE4-4BA8-80AF-1BD2C63F82CA}"/>
                  </a:ext>
                </a:extLst>
              </p:cNvPr>
              <p:cNvSpPr/>
              <p:nvPr/>
            </p:nvSpPr>
            <p:spPr>
              <a:xfrm rot="16200000">
                <a:off x="3532398" y="6609332"/>
                <a:ext cx="2700000" cy="36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sp>
        <p:nvSpPr>
          <p:cNvPr id="11" name="제목 10"/>
          <p:cNvSpPr>
            <a:spLocks noGrp="1"/>
          </p:cNvSpPr>
          <p:nvPr>
            <p:ph type="title" idx="4294967295"/>
          </p:nvPr>
        </p:nvSpPr>
        <p:spPr>
          <a:xfrm>
            <a:off x="-2011903" y="83482"/>
            <a:ext cx="1984519" cy="22775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 fontAlgn="base" latinLnBrk="0">
              <a:spcAft>
                <a:spcPts val="200"/>
              </a:spcAft>
              <a:buClr>
                <a:schemeClr val="tx1">
                  <a:lumMod val="75000"/>
                  <a:lumOff val="25000"/>
                </a:schemeClr>
              </a:buClr>
              <a:buSzPct val="90000"/>
            </a:pPr>
            <a:r>
              <a:rPr lang="ko-KR" altLang="en-US" sz="1600" dirty="0">
                <a:latin typeface="+mj-ea"/>
                <a:cs typeface="+mn-cs"/>
              </a:rPr>
              <a:t>간지</a:t>
            </a:r>
            <a:r>
              <a:rPr lang="en-US" altLang="ko-KR" sz="1600" dirty="0">
                <a:latin typeface="+mj-ea"/>
                <a:cs typeface="+mn-cs"/>
              </a:rPr>
              <a:t>_image 02 =====</a:t>
            </a:r>
            <a:endParaRPr lang="ko-KR" altLang="en-US" sz="1600" dirty="0">
              <a:latin typeface="+mj-ea"/>
              <a:cs typeface="+mn-cs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9336CC73-1C12-499D-AEEC-0B0202EF30E2}"/>
              </a:ext>
            </a:extLst>
          </p:cNvPr>
          <p:cNvGrpSpPr/>
          <p:nvPr/>
        </p:nvGrpSpPr>
        <p:grpSpPr>
          <a:xfrm>
            <a:off x="476738" y="452500"/>
            <a:ext cx="3148177" cy="974814"/>
            <a:chOff x="476738" y="426532"/>
            <a:chExt cx="3148177" cy="974814"/>
          </a:xfrm>
        </p:grpSpPr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47263BBD-298E-4914-87A0-02B97076D68E}"/>
                </a:ext>
              </a:extLst>
            </p:cNvPr>
            <p:cNvSpPr txBox="1"/>
            <p:nvPr/>
          </p:nvSpPr>
          <p:spPr>
            <a:xfrm>
              <a:off x="530903" y="493311"/>
              <a:ext cx="1619033" cy="42062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kumimoji="1" lang="en-US" altLang="ko-KR" sz="1200" spc="-40">
                  <a:solidFill>
                    <a:schemeClr val="bg1">
                      <a:lumMod val="95000"/>
                    </a:schemeClr>
                  </a:solidFill>
                  <a:latin typeface="G마켓 산스 Light" panose="02000000000000000000" pitchFamily="50" charset="-127"/>
                  <a:ea typeface="G마켓 산스 Light" panose="02000000000000000000" pitchFamily="50" charset="-127"/>
                </a:rPr>
                <a:t>Simple_image</a:t>
              </a:r>
              <a:endParaRPr kumimoji="1" lang="en-US" altLang="ko-KR" sz="1200" spc="-40" dirty="0">
                <a:solidFill>
                  <a:schemeClr val="bg1">
                    <a:lumMod val="95000"/>
                  </a:schemeClr>
                </a:solidFill>
                <a:latin typeface="G마켓 산스 Light" panose="02000000000000000000" pitchFamily="50" charset="-127"/>
                <a:ea typeface="G마켓 산스 Light" panose="02000000000000000000" pitchFamily="50" charset="-127"/>
              </a:endParaRPr>
            </a:p>
            <a:p>
              <a:pPr>
                <a:spcAft>
                  <a:spcPts val="400"/>
                </a:spcAft>
              </a:pPr>
              <a:r>
                <a:rPr kumimoji="1" lang="ko-KR" altLang="en-US" sz="1200" b="0" i="0" spc="-40" baseline="0" dirty="0">
                  <a:solidFill>
                    <a:schemeClr val="bg1">
                      <a:lumMod val="95000"/>
                    </a:schemeClr>
                  </a:solidFill>
                  <a:latin typeface="G마켓 산스 Bold" panose="02000000000000000000" pitchFamily="50" charset="-127"/>
                  <a:ea typeface="G마켓 산스 Bold" panose="02000000000000000000" pitchFamily="50" charset="-127"/>
                </a:rPr>
                <a:t>파워포인트 템플릿 </a:t>
              </a:r>
              <a:r>
                <a:rPr kumimoji="1" lang="en-US" altLang="ko-KR" sz="1200" b="0" i="0" spc="-40" baseline="0" dirty="0">
                  <a:solidFill>
                    <a:schemeClr val="bg1">
                      <a:lumMod val="95000"/>
                    </a:schemeClr>
                  </a:solidFill>
                  <a:latin typeface="G마켓 산스 Bold" panose="02000000000000000000" pitchFamily="50" charset="-127"/>
                  <a:ea typeface="G마켓 산스 Bold" panose="02000000000000000000" pitchFamily="50" charset="-127"/>
                </a:rPr>
                <a:t>| </a:t>
              </a:r>
              <a:r>
                <a:rPr kumimoji="1" lang="en-US" altLang="ko-KR" sz="1200" spc="-40" dirty="0">
                  <a:solidFill>
                    <a:schemeClr val="bg1">
                      <a:lumMod val="95000"/>
                    </a:schemeClr>
                  </a:solidFill>
                  <a:latin typeface="G마켓 산스 Medium" panose="02000000000000000000" pitchFamily="50" charset="-127"/>
                  <a:ea typeface="G마켓 산스 Medium" panose="02000000000000000000" pitchFamily="50" charset="-127"/>
                </a:rPr>
                <a:t>PPT</a:t>
              </a:r>
              <a:endParaRPr kumimoji="1" lang="ko-KR" altLang="en-US" sz="1200" b="0" i="0" spc="-40" baseline="0" dirty="0">
                <a:solidFill>
                  <a:schemeClr val="bg1">
                    <a:lumMod val="95000"/>
                  </a:schemeClr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endParaRP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5956EB92-0524-4B23-8AC0-4A8761939CE0}"/>
                </a:ext>
              </a:extLst>
            </p:cNvPr>
            <p:cNvSpPr txBox="1"/>
            <p:nvPr/>
          </p:nvSpPr>
          <p:spPr>
            <a:xfrm>
              <a:off x="476738" y="1033371"/>
              <a:ext cx="1727362" cy="32400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</p:spPr>
          <p:txBody>
            <a:bodyPr wrap="none" lIns="108000" tIns="0" rIns="108000" bIns="0" rtlCol="0" anchor="ctr">
              <a:noAutofit/>
            </a:bodyPr>
            <a:lstStyle>
              <a:defPPr>
                <a:defRPr lang="en-US"/>
              </a:defPPr>
              <a:lvl1pPr algn="ctr">
                <a:defRPr kumimoji="1">
                  <a:solidFill>
                    <a:schemeClr val="tx1">
                      <a:lumMod val="95000"/>
                      <a:lumOff val="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defRPr>
              </a:lvl1pPr>
            </a:lstStyle>
            <a:p>
              <a:r>
                <a:rPr lang="en-US" altLang="ko-KR" dirty="0"/>
                <a:t>CONTENTS</a:t>
              </a:r>
            </a:p>
          </p:txBody>
        </p:sp>
        <p:sp>
          <p:nvSpPr>
            <p:cNvPr id="87" name="Shape">
              <a:extLst>
                <a:ext uri="{FF2B5EF4-FFF2-40B4-BE49-F238E27FC236}">
                  <a16:creationId xmlns:a16="http://schemas.microsoft.com/office/drawing/2014/main" id="{329795E6-B1AE-4295-B218-18D6928BA987}"/>
                </a:ext>
              </a:extLst>
            </p:cNvPr>
            <p:cNvSpPr/>
            <p:nvPr/>
          </p:nvSpPr>
          <p:spPr>
            <a:xfrm>
              <a:off x="2421953" y="426532"/>
              <a:ext cx="1202962" cy="9748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08" y="0"/>
                  </a:moveTo>
                  <a:lnTo>
                    <a:pt x="1808" y="1129"/>
                  </a:lnTo>
                  <a:lnTo>
                    <a:pt x="0" y="1129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1129"/>
                  </a:lnTo>
                  <a:lnTo>
                    <a:pt x="7183" y="1129"/>
                  </a:lnTo>
                  <a:lnTo>
                    <a:pt x="7183" y="0"/>
                  </a:lnTo>
                  <a:lnTo>
                    <a:pt x="1808" y="0"/>
                  </a:lnTo>
                  <a:close/>
                  <a:moveTo>
                    <a:pt x="865" y="2193"/>
                  </a:moveTo>
                  <a:lnTo>
                    <a:pt x="20736" y="2193"/>
                  </a:lnTo>
                  <a:lnTo>
                    <a:pt x="20736" y="20536"/>
                  </a:lnTo>
                  <a:lnTo>
                    <a:pt x="865" y="20536"/>
                  </a:lnTo>
                  <a:lnTo>
                    <a:pt x="865" y="2193"/>
                  </a:lnTo>
                  <a:close/>
                  <a:moveTo>
                    <a:pt x="14835" y="4981"/>
                  </a:moveTo>
                  <a:lnTo>
                    <a:pt x="14835" y="6094"/>
                  </a:lnTo>
                  <a:lnTo>
                    <a:pt x="18456" y="6094"/>
                  </a:lnTo>
                  <a:lnTo>
                    <a:pt x="18456" y="4981"/>
                  </a:lnTo>
                  <a:lnTo>
                    <a:pt x="14835" y="4981"/>
                  </a:lnTo>
                  <a:close/>
                  <a:moveTo>
                    <a:pt x="8083" y="6670"/>
                  </a:moveTo>
                  <a:cubicBezTo>
                    <a:pt x="7051" y="6670"/>
                    <a:pt x="6018" y="7154"/>
                    <a:pt x="5231" y="8124"/>
                  </a:cubicBezTo>
                  <a:cubicBezTo>
                    <a:pt x="3655" y="10064"/>
                    <a:pt x="3655" y="13209"/>
                    <a:pt x="5231" y="15149"/>
                  </a:cubicBezTo>
                  <a:cubicBezTo>
                    <a:pt x="6806" y="17088"/>
                    <a:pt x="9360" y="17088"/>
                    <a:pt x="10935" y="15149"/>
                  </a:cubicBezTo>
                  <a:cubicBezTo>
                    <a:pt x="12511" y="13209"/>
                    <a:pt x="12511" y="10064"/>
                    <a:pt x="10935" y="8124"/>
                  </a:cubicBezTo>
                  <a:cubicBezTo>
                    <a:pt x="10148" y="7154"/>
                    <a:pt x="9115" y="6670"/>
                    <a:pt x="8083" y="6670"/>
                  </a:cubicBezTo>
                  <a:close/>
                  <a:moveTo>
                    <a:pt x="8083" y="7757"/>
                  </a:moveTo>
                  <a:cubicBezTo>
                    <a:pt x="8889" y="7757"/>
                    <a:pt x="9696" y="8136"/>
                    <a:pt x="10311" y="8894"/>
                  </a:cubicBezTo>
                  <a:cubicBezTo>
                    <a:pt x="11541" y="10408"/>
                    <a:pt x="11541" y="12864"/>
                    <a:pt x="10311" y="14379"/>
                  </a:cubicBezTo>
                  <a:cubicBezTo>
                    <a:pt x="9081" y="15893"/>
                    <a:pt x="7086" y="15893"/>
                    <a:pt x="5855" y="14379"/>
                  </a:cubicBezTo>
                  <a:cubicBezTo>
                    <a:pt x="4625" y="12864"/>
                    <a:pt x="4625" y="10408"/>
                    <a:pt x="5855" y="8894"/>
                  </a:cubicBezTo>
                  <a:cubicBezTo>
                    <a:pt x="6470" y="8136"/>
                    <a:pt x="7277" y="7757"/>
                    <a:pt x="8083" y="7757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12700">
              <a:noFill/>
              <a:miter lim="400000"/>
            </a:ln>
          </p:spPr>
          <p:txBody>
            <a:bodyPr lIns="0" tIns="0" rIns="0" bIns="0" anchor="ctr"/>
            <a:lstStyle/>
            <a:p>
              <a:pPr defTabSz="8255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sz="3200">
                <a:solidFill>
                  <a:srgbClr val="FFFFFF"/>
                </a:solidFill>
                <a:sym typeface="Helvetica Neue Medium"/>
              </a:endParaRPr>
            </a:p>
          </p:txBody>
        </p:sp>
      </p:grpSp>
      <p:sp>
        <p:nvSpPr>
          <p:cNvPr id="34" name="Text Box 53">
            <a:extLst>
              <a:ext uri="{FF2B5EF4-FFF2-40B4-BE49-F238E27FC236}">
                <a16:creationId xmlns:a16="http://schemas.microsoft.com/office/drawing/2014/main" id="{6CBA6132-DA2A-4E6E-B8C5-1DCBE85A5C54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531240" y="1640632"/>
            <a:ext cx="2559996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1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marL="177800" indent="-177800" defTabSz="793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1028700" indent="-457200" defTabSz="793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668463" indent="-454025" defTabSz="793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2317750" indent="-458788" defTabSz="793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965450" indent="-457200" defTabSz="793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3422650" indent="-457200" defTabSz="79375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3879850" indent="-457200" defTabSz="79375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4337050" indent="-457200" defTabSz="79375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4794250" indent="-457200" defTabSz="79375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indent="0" defTabSz="914400"/>
            <a:r>
              <a:rPr lang="ko-KR" altLang="en-US" sz="1200" dirty="0">
                <a:solidFill>
                  <a:schemeClr val="bg1">
                    <a:alpha val="70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해당 챕터 간지의 설명 문구를 입력하세요</a:t>
            </a:r>
            <a:r>
              <a:rPr lang="en-US" altLang="ko-KR" sz="1200" dirty="0">
                <a:solidFill>
                  <a:schemeClr val="bg1">
                    <a:alpha val="70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.</a:t>
            </a:r>
          </a:p>
        </p:txBody>
      </p:sp>
      <p:sp>
        <p:nvSpPr>
          <p:cNvPr id="32" name="Rectangle 12">
            <a:extLst>
              <a:ext uri="{FF2B5EF4-FFF2-40B4-BE49-F238E27FC236}">
                <a16:creationId xmlns:a16="http://schemas.microsoft.com/office/drawing/2014/main" id="{4DC9FD92-B28F-44CA-B908-9DEA111FA3D0}"/>
              </a:ext>
            </a:extLst>
          </p:cNvPr>
          <p:cNvSpPr/>
          <p:nvPr/>
        </p:nvSpPr>
        <p:spPr>
          <a:xfrm>
            <a:off x="1464861" y="3169405"/>
            <a:ext cx="5390251" cy="3852000"/>
          </a:xfrm>
          <a:prstGeom prst="rect">
            <a:avLst/>
          </a:prstGeom>
          <a:solidFill>
            <a:schemeClr val="bg1">
              <a:alpha val="90000"/>
            </a:schemeClr>
          </a:solidFill>
          <a:ln w="6350">
            <a:noFill/>
          </a:ln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121920" tIns="60960" rIns="121920" bIns="60960" rtlCol="0" anchor="ctr">
            <a:noAutofit/>
          </a:bodyPr>
          <a:lstStyle/>
          <a:p>
            <a:pPr algn="ctr"/>
            <a:endParaRPr lang="en-US" sz="2400" dirty="0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D9B64EC4-8A58-469E-A5AB-9863B5F5B310}"/>
              </a:ext>
            </a:extLst>
          </p:cNvPr>
          <p:cNvSpPr/>
          <p:nvPr/>
        </p:nvSpPr>
        <p:spPr>
          <a:xfrm>
            <a:off x="2417103" y="3503595"/>
            <a:ext cx="3964156" cy="540000"/>
          </a:xfrm>
          <a:prstGeom prst="rect">
            <a:avLst/>
          </a:prstGeom>
          <a:solidFill>
            <a:schemeClr val="tx1">
              <a:alpha val="8000"/>
            </a:schemeClr>
          </a:solidFill>
          <a:ln>
            <a:noFill/>
          </a:ln>
        </p:spPr>
        <p:txBody>
          <a:bodyPr wrap="square" lIns="144000" tIns="36000" rIns="0" bIns="36000" anchor="ctr">
            <a:noAutofit/>
          </a:bodyPr>
          <a:lstStyle/>
          <a:p>
            <a:r>
              <a:rPr lang="ko-KR" altLang="en-US" sz="24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</a:rPr>
              <a:t>제안 개요</a:t>
            </a:r>
          </a:p>
        </p:txBody>
      </p:sp>
      <p:sp>
        <p:nvSpPr>
          <p:cNvPr id="35" name="모서리가 둥근 직사각형 145">
            <a:extLst>
              <a:ext uri="{FF2B5EF4-FFF2-40B4-BE49-F238E27FC236}">
                <a16:creationId xmlns:a16="http://schemas.microsoft.com/office/drawing/2014/main" id="{E0F9A19A-943F-4421-8A17-CAF2FD9AE329}"/>
              </a:ext>
            </a:extLst>
          </p:cNvPr>
          <p:cNvSpPr/>
          <p:nvPr/>
        </p:nvSpPr>
        <p:spPr>
          <a:xfrm>
            <a:off x="1808880" y="3503595"/>
            <a:ext cx="540000" cy="540000"/>
          </a:xfrm>
          <a:prstGeom prst="roundRect">
            <a:avLst>
              <a:gd name="adj" fmla="val 0"/>
            </a:avLst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>
                <a:solidFill>
                  <a:schemeClr val="bg1"/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Ⅰ</a:t>
            </a:r>
            <a:endParaRPr lang="ko-KR" altLang="en-US" sz="2800" b="1" dirty="0">
              <a:solidFill>
                <a:schemeClr val="bg1"/>
              </a:solidFill>
              <a:latin typeface="나눔명조" panose="02020603020101020101" pitchFamily="18" charset="-127"/>
              <a:ea typeface="나눔명조" panose="02020603020101020101" pitchFamily="18" charset="-127"/>
            </a:endParaRPr>
          </a:p>
        </p:txBody>
      </p:sp>
      <p:graphicFrame>
        <p:nvGraphicFramePr>
          <p:cNvPr id="36" name="표 3">
            <a:extLst>
              <a:ext uri="{FF2B5EF4-FFF2-40B4-BE49-F238E27FC236}">
                <a16:creationId xmlns:a16="http://schemas.microsoft.com/office/drawing/2014/main" id="{4A0EBACF-94F2-4664-9047-426F3B3259B1}"/>
              </a:ext>
            </a:extLst>
          </p:cNvPr>
          <p:cNvGraphicFramePr>
            <a:graphicFrameLocks noGrp="1"/>
          </p:cNvGraphicFramePr>
          <p:nvPr/>
        </p:nvGraphicFramePr>
        <p:xfrm>
          <a:off x="2417103" y="4287709"/>
          <a:ext cx="3964156" cy="2376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64156">
                  <a:extLst>
                    <a:ext uri="{9D8B030D-6E8A-4147-A177-3AD203B41FA5}">
                      <a16:colId xmlns:a16="http://schemas.microsoft.com/office/drawing/2014/main" val="3512023494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600" b="0" kern="1200" dirty="0">
                          <a:ln w="6350"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600" b="0" kern="1200" dirty="0">
                          <a:ln w="6350"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목적 및 배경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2602578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600" b="0" kern="1200" dirty="0">
                          <a:ln w="6350"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2. </a:t>
                      </a:r>
                      <a:r>
                        <a:rPr kumimoji="1" lang="ko-KR" altLang="en-US" sz="1600" b="0" kern="1200" dirty="0">
                          <a:ln w="6350"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사업 범위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2717536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600" b="0" kern="1200" dirty="0">
                          <a:ln w="6350"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3. </a:t>
                      </a:r>
                      <a:r>
                        <a:rPr kumimoji="1" lang="ko-KR" altLang="en-US" sz="1600" b="0" kern="1200" dirty="0">
                          <a:ln w="6350"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특징 및 장점</a:t>
                      </a:r>
                      <a:endParaRPr kumimoji="1" lang="en-US" altLang="ko-KR" sz="1600" b="0" kern="1200" dirty="0">
                        <a:ln w="6350"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4981497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600" b="0" kern="1200" dirty="0">
                          <a:ln w="6350"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4. </a:t>
                      </a:r>
                      <a:r>
                        <a:rPr kumimoji="1" lang="ko-KR" altLang="en-US" sz="1600" b="0" kern="1200" dirty="0">
                          <a:ln w="6350"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사업수행 목표</a:t>
                      </a:r>
                      <a:endParaRPr kumimoji="1" lang="en-US" altLang="ko-KR" sz="1600" b="0" kern="1200" dirty="0">
                        <a:ln w="6350"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289477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600" b="0" kern="1200" dirty="0">
                          <a:ln w="6350"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5. </a:t>
                      </a:r>
                      <a:r>
                        <a:rPr kumimoji="1" lang="ko-KR" altLang="en-US" sz="1600" b="0" kern="1200" dirty="0">
                          <a:ln w="6350"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기대 효과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2449661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600" b="0" kern="1200" dirty="0">
                          <a:ln w="6350"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6. </a:t>
                      </a:r>
                      <a:r>
                        <a:rPr kumimoji="1" lang="ko-KR" altLang="en-US" sz="1600" b="0" kern="1200" dirty="0">
                          <a:ln w="6350"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제목 입력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1818578"/>
                  </a:ext>
                </a:extLst>
              </a:tr>
            </a:tbl>
          </a:graphicData>
        </a:graphic>
      </p:graphicFrame>
      <p:sp>
        <p:nvSpPr>
          <p:cNvPr id="48" name="Rectangle 12">
            <a:extLst>
              <a:ext uri="{FF2B5EF4-FFF2-40B4-BE49-F238E27FC236}">
                <a16:creationId xmlns:a16="http://schemas.microsoft.com/office/drawing/2014/main" id="{CD127D14-D779-48EA-9F62-94164AC7022F}"/>
              </a:ext>
            </a:extLst>
          </p:cNvPr>
          <p:cNvSpPr/>
          <p:nvPr/>
        </p:nvSpPr>
        <p:spPr>
          <a:xfrm>
            <a:off x="0" y="9110557"/>
            <a:ext cx="6858000" cy="161703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121920" tIns="60960" rIns="121920" bIns="60960" rtlCol="0" anchor="ctr">
            <a:noAutofit/>
          </a:bodyPr>
          <a:lstStyle/>
          <a:p>
            <a:pPr algn="ctr"/>
            <a:endParaRPr lang="en-US" sz="2400" dirty="0"/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1176E495-BD6B-424C-9F19-1E413D49CAA9}"/>
              </a:ext>
            </a:extLst>
          </p:cNvPr>
          <p:cNvGrpSpPr/>
          <p:nvPr/>
        </p:nvGrpSpPr>
        <p:grpSpPr>
          <a:xfrm>
            <a:off x="362858" y="9489504"/>
            <a:ext cx="6108741" cy="186065"/>
            <a:chOff x="362858" y="9489504"/>
            <a:chExt cx="6108741" cy="186065"/>
          </a:xfrm>
        </p:grpSpPr>
        <p:sp>
          <p:nvSpPr>
            <p:cNvPr id="38" name="Text Box 53">
              <a:extLst>
                <a:ext uri="{FF2B5EF4-FFF2-40B4-BE49-F238E27FC236}">
                  <a16:creationId xmlns:a16="http://schemas.microsoft.com/office/drawing/2014/main" id="{852969A5-DDD4-45D1-9E0B-F6172522C464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4480109" y="9519314"/>
              <a:ext cx="804707" cy="1264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CC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bg1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defPPr>
                <a:defRPr lang="en-US"/>
              </a:defPPr>
              <a:lvl1pPr lvl="0" indent="0" defTabSz="914400">
                <a:spcBef>
                  <a:spcPts val="1000"/>
                </a:spcBef>
                <a:defRPr kumimoji="1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  <a:ea typeface="굴림" panose="020B0600000101010101" pitchFamily="50" charset="-127"/>
                </a:defRPr>
              </a:lvl1pPr>
              <a:lvl2pPr marL="1028700" indent="-457200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668463" indent="-454025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2317750" indent="-458788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965450" indent="-457200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34226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38798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43370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47942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sample@mail.com</a:t>
              </a:r>
              <a:endPara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endParaRPr>
            </a:p>
          </p:txBody>
        </p:sp>
        <p:sp>
          <p:nvSpPr>
            <p:cNvPr id="39" name="任意形状 978">
              <a:extLst>
                <a:ext uri="{FF2B5EF4-FFF2-40B4-BE49-F238E27FC236}">
                  <a16:creationId xmlns:a16="http://schemas.microsoft.com/office/drawing/2014/main" id="{57B754FD-2A61-48FE-8BF9-01331463B92B}"/>
                </a:ext>
              </a:extLst>
            </p:cNvPr>
            <p:cNvSpPr/>
            <p:nvPr/>
          </p:nvSpPr>
          <p:spPr>
            <a:xfrm>
              <a:off x="4293096" y="9523555"/>
              <a:ext cx="134750" cy="1179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" y="0"/>
                  </a:moveTo>
                  <a:lnTo>
                    <a:pt x="20520" y="0"/>
                  </a:lnTo>
                  <a:cubicBezTo>
                    <a:pt x="21117" y="0"/>
                    <a:pt x="21600" y="537"/>
                    <a:pt x="21600" y="1200"/>
                  </a:cubicBezTo>
                  <a:lnTo>
                    <a:pt x="21600" y="20400"/>
                  </a:lnTo>
                  <a:cubicBezTo>
                    <a:pt x="21600" y="21063"/>
                    <a:pt x="21117" y="21600"/>
                    <a:pt x="20520" y="21600"/>
                  </a:cubicBezTo>
                  <a:lnTo>
                    <a:pt x="1080" y="21600"/>
                  </a:lnTo>
                  <a:cubicBezTo>
                    <a:pt x="483" y="21600"/>
                    <a:pt x="0" y="21063"/>
                    <a:pt x="0" y="20400"/>
                  </a:cubicBezTo>
                  <a:lnTo>
                    <a:pt x="0" y="1200"/>
                  </a:lnTo>
                  <a:cubicBezTo>
                    <a:pt x="0" y="537"/>
                    <a:pt x="483" y="0"/>
                    <a:pt x="1080" y="0"/>
                  </a:cubicBezTo>
                  <a:close/>
                  <a:moveTo>
                    <a:pt x="19440" y="5086"/>
                  </a:moveTo>
                  <a:lnTo>
                    <a:pt x="10878" y="13606"/>
                  </a:lnTo>
                  <a:lnTo>
                    <a:pt x="2160" y="5059"/>
                  </a:lnTo>
                  <a:lnTo>
                    <a:pt x="2160" y="19200"/>
                  </a:lnTo>
                  <a:lnTo>
                    <a:pt x="19440" y="19200"/>
                  </a:lnTo>
                  <a:lnTo>
                    <a:pt x="19440" y="5086"/>
                  </a:lnTo>
                  <a:close/>
                  <a:moveTo>
                    <a:pt x="2712" y="2400"/>
                  </a:moveTo>
                  <a:lnTo>
                    <a:pt x="10866" y="10394"/>
                  </a:lnTo>
                  <a:lnTo>
                    <a:pt x="18902" y="2400"/>
                  </a:lnTo>
                  <a:lnTo>
                    <a:pt x="2712" y="240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+mn-cs"/>
              </a:endParaRPr>
            </a:p>
          </p:txBody>
        </p:sp>
        <p:sp>
          <p:nvSpPr>
            <p:cNvPr id="40" name="Text Box 53">
              <a:extLst>
                <a:ext uri="{FF2B5EF4-FFF2-40B4-BE49-F238E27FC236}">
                  <a16:creationId xmlns:a16="http://schemas.microsoft.com/office/drawing/2014/main" id="{159F1B02-16DF-4FA3-B10B-74B86941F7F5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5676510" y="9519314"/>
              <a:ext cx="795089" cy="1264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CC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bg1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defPPr>
                <a:defRPr lang="en-US"/>
              </a:defPPr>
              <a:lvl1pPr lvl="0" indent="0" defTabSz="914400">
                <a:spcBef>
                  <a:spcPts val="1000"/>
                </a:spcBef>
                <a:defRPr kumimoji="1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  <a:ea typeface="굴림" panose="020B0600000101010101" pitchFamily="50" charset="-127"/>
                </a:defRPr>
              </a:lvl1pPr>
              <a:lvl2pPr marL="1028700" indent="-457200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668463" indent="-454025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2317750" indent="-458788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965450" indent="-457200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34226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38798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43370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47942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www.sample.com</a:t>
              </a:r>
              <a:endPara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endParaRPr>
            </a:p>
          </p:txBody>
        </p:sp>
        <p:sp>
          <p:nvSpPr>
            <p:cNvPr id="41" name="任意形状 412">
              <a:extLst>
                <a:ext uri="{FF2B5EF4-FFF2-40B4-BE49-F238E27FC236}">
                  <a16:creationId xmlns:a16="http://schemas.microsoft.com/office/drawing/2014/main" id="{FCD5351B-529D-4608-ABF4-C587B783483E}"/>
                </a:ext>
              </a:extLst>
            </p:cNvPr>
            <p:cNvSpPr/>
            <p:nvPr/>
          </p:nvSpPr>
          <p:spPr>
            <a:xfrm>
              <a:off x="5473233" y="9516345"/>
              <a:ext cx="148226" cy="13238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05" extrusionOk="0">
                  <a:moveTo>
                    <a:pt x="17673" y="21505"/>
                  </a:moveTo>
                  <a:lnTo>
                    <a:pt x="3927" y="21505"/>
                  </a:lnTo>
                  <a:cubicBezTo>
                    <a:pt x="3385" y="21505"/>
                    <a:pt x="2945" y="21015"/>
                    <a:pt x="2945" y="20411"/>
                  </a:cubicBezTo>
                  <a:lnTo>
                    <a:pt x="2945" y="10560"/>
                  </a:lnTo>
                  <a:lnTo>
                    <a:pt x="0" y="10560"/>
                  </a:lnTo>
                  <a:lnTo>
                    <a:pt x="10139" y="285"/>
                  </a:lnTo>
                  <a:cubicBezTo>
                    <a:pt x="10514" y="-95"/>
                    <a:pt x="11086" y="-95"/>
                    <a:pt x="11461" y="285"/>
                  </a:cubicBezTo>
                  <a:lnTo>
                    <a:pt x="21600" y="10560"/>
                  </a:lnTo>
                  <a:lnTo>
                    <a:pt x="18655" y="10560"/>
                  </a:lnTo>
                  <a:lnTo>
                    <a:pt x="18655" y="20411"/>
                  </a:lnTo>
                  <a:cubicBezTo>
                    <a:pt x="18655" y="21015"/>
                    <a:pt x="18215" y="21505"/>
                    <a:pt x="17673" y="21505"/>
                  </a:cubicBezTo>
                  <a:close/>
                  <a:moveTo>
                    <a:pt x="4909" y="19316"/>
                  </a:moveTo>
                  <a:lnTo>
                    <a:pt x="16691" y="19316"/>
                  </a:lnTo>
                  <a:lnTo>
                    <a:pt x="16691" y="8543"/>
                  </a:lnTo>
                  <a:lnTo>
                    <a:pt x="10800" y="2574"/>
                  </a:lnTo>
                  <a:lnTo>
                    <a:pt x="4909" y="8543"/>
                  </a:lnTo>
                  <a:lnTo>
                    <a:pt x="4909" y="19316"/>
                  </a:lnTo>
                  <a:close/>
                  <a:moveTo>
                    <a:pt x="6873" y="14938"/>
                  </a:moveTo>
                  <a:lnTo>
                    <a:pt x="14727" y="14938"/>
                  </a:lnTo>
                  <a:lnTo>
                    <a:pt x="14727" y="17127"/>
                  </a:lnTo>
                  <a:lnTo>
                    <a:pt x="6873" y="17127"/>
                  </a:lnTo>
                  <a:lnTo>
                    <a:pt x="6873" y="14938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+mn-cs"/>
              </a:endParaRPr>
            </a:p>
          </p:txBody>
        </p:sp>
        <p:sp>
          <p:nvSpPr>
            <p:cNvPr id="42" name="Text Box 53">
              <a:extLst>
                <a:ext uri="{FF2B5EF4-FFF2-40B4-BE49-F238E27FC236}">
                  <a16:creationId xmlns:a16="http://schemas.microsoft.com/office/drawing/2014/main" id="{CCD27A04-3CF6-4BC8-A4CD-FA10BAEF4F81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464862" y="9505592"/>
              <a:ext cx="1264770" cy="1538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CC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bg1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 marL="177800" indent="-177800" defTabSz="793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1028700" indent="-457200" defTabSz="793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668463" indent="-454025" defTabSz="793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2317750" indent="-458788" defTabSz="793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965450" indent="-457200" defTabSz="793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34226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38798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43370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47942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+mn-cs"/>
                </a:rPr>
                <a:t>업체명</a:t>
              </a:r>
              <a:r>
                <a:rPr kumimoji="1" lang="en-US" altLang="ko-KR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+mn-cs"/>
                </a:rPr>
                <a:t>: (</a:t>
              </a:r>
              <a:r>
                <a:rPr kumimoji="1" lang="ko-KR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+mn-cs"/>
                </a:rPr>
                <a:t>주</a:t>
              </a:r>
              <a:r>
                <a:rPr kumimoji="1" lang="en-US" altLang="ko-KR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+mn-cs"/>
                </a:rPr>
                <a:t>)</a:t>
              </a:r>
              <a:r>
                <a:rPr kumimoji="1" lang="ko-KR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+mn-cs"/>
                </a:rPr>
                <a:t>서희 </a:t>
              </a:r>
              <a:r>
                <a:rPr kumimoji="1" lang="en-US" altLang="ko-KR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+mn-cs"/>
                </a:rPr>
                <a:t>Design</a:t>
              </a:r>
              <a:endParaRPr kumimoji="1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+mn-cs"/>
              </a:endParaRPr>
            </a:p>
          </p:txBody>
        </p:sp>
        <p:grpSp>
          <p:nvGrpSpPr>
            <p:cNvPr id="43" name="그룹 42">
              <a:extLst>
                <a:ext uri="{FF2B5EF4-FFF2-40B4-BE49-F238E27FC236}">
                  <a16:creationId xmlns:a16="http://schemas.microsoft.com/office/drawing/2014/main" id="{78059AEB-4C05-4934-AE31-57113EFDE409}"/>
                </a:ext>
              </a:extLst>
            </p:cNvPr>
            <p:cNvGrpSpPr/>
            <p:nvPr/>
          </p:nvGrpSpPr>
          <p:grpSpPr>
            <a:xfrm>
              <a:off x="362858" y="9489504"/>
              <a:ext cx="942382" cy="186065"/>
              <a:chOff x="728700" y="7676979"/>
              <a:chExt cx="942382" cy="186065"/>
            </a:xfrm>
          </p:grpSpPr>
          <p:sp>
            <p:nvSpPr>
              <p:cNvPr id="44" name="任意形状 1136">
                <a:extLst>
                  <a:ext uri="{FF2B5EF4-FFF2-40B4-BE49-F238E27FC236}">
                    <a16:creationId xmlns:a16="http://schemas.microsoft.com/office/drawing/2014/main" id="{112828E5-F369-4535-A6A2-C53E74E57E8F}"/>
                  </a:ext>
                </a:extLst>
              </p:cNvPr>
              <p:cNvSpPr/>
              <p:nvPr/>
            </p:nvSpPr>
            <p:spPr>
              <a:xfrm>
                <a:off x="728700" y="7680698"/>
                <a:ext cx="182346" cy="18234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1880" y="9720"/>
                    </a:moveTo>
                    <a:lnTo>
                      <a:pt x="11880" y="4320"/>
                    </a:lnTo>
                    <a:lnTo>
                      <a:pt x="6480" y="11880"/>
                    </a:lnTo>
                    <a:lnTo>
                      <a:pt x="9720" y="11880"/>
                    </a:lnTo>
                    <a:lnTo>
                      <a:pt x="9720" y="17280"/>
                    </a:lnTo>
                    <a:lnTo>
                      <a:pt x="15120" y="9720"/>
                    </a:lnTo>
                    <a:lnTo>
                      <a:pt x="11880" y="9720"/>
                    </a:lnTo>
                    <a:close/>
                    <a:moveTo>
                      <a:pt x="10800" y="21600"/>
                    </a:moveTo>
                    <a:cubicBezTo>
                      <a:pt x="4835" y="21600"/>
                      <a:pt x="0" y="16765"/>
                      <a:pt x="0" y="10800"/>
                    </a:cubicBez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endParaRPr dirty="0"/>
              </a:p>
            </p:txBody>
          </p:sp>
          <p:sp>
            <p:nvSpPr>
              <p:cNvPr id="45" name="Text Box 53">
                <a:extLst>
                  <a:ext uri="{FF2B5EF4-FFF2-40B4-BE49-F238E27FC236}">
                    <a16:creationId xmlns:a16="http://schemas.microsoft.com/office/drawing/2014/main" id="{F36B90B4-8B76-46D2-829E-797A0F6EA351}"/>
                  </a:ext>
                </a:extLst>
              </p:cNvPr>
              <p:cNvSpPr txBox="1">
                <a:spLocks noChangeArrowheads="1"/>
              </p:cNvSpPr>
              <p:nvPr/>
            </p:nvSpPr>
            <p:spPr bwMode="gray">
              <a:xfrm>
                <a:off x="944921" y="7676979"/>
                <a:ext cx="726161" cy="1692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CC99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7961" dir="2700000" algn="ctr" rotWithShape="0">
                        <a:schemeClr val="bg1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marL="177800" indent="-177800" defTabSz="79375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1028700" indent="-457200" defTabSz="79375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668463" indent="-454025" defTabSz="79375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2317750" indent="-458788" defTabSz="79375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965450" indent="-457200" defTabSz="79375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3422650" indent="-457200" defTabSz="793750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3879850" indent="-457200" defTabSz="793750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4337050" indent="-457200" defTabSz="793750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4794250" indent="-457200" defTabSz="793750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marL="0" indent="0" defTabSz="914400">
                  <a:lnSpc>
                    <a:spcPct val="120000"/>
                  </a:lnSpc>
                  <a:spcAft>
                    <a:spcPts val="600"/>
                  </a:spcAft>
                </a:pPr>
                <a:r>
                  <a:rPr lang="en-US" altLang="ko-KR" sz="10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50" charset="-127"/>
                    <a:ea typeface="10X10 Bold" panose="020D0604000000000000" pitchFamily="50" charset="-127"/>
                    <a:cs typeface="Pretendard" panose="02000503000000020004" pitchFamily="50" charset="-127"/>
                  </a:rPr>
                  <a:t>YOUR</a:t>
                </a:r>
                <a:r>
                  <a:rPr lang="en-US" altLang="ko-KR" sz="10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50" charset="-127"/>
                    <a:ea typeface="나눔명조" panose="02020603020101020101" pitchFamily="18" charset="-127"/>
                    <a:cs typeface="Pretendard" panose="02000503000000020004" pitchFamily="50" charset="-127"/>
                  </a:rPr>
                  <a:t>LOGO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084774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0382A137-A9A8-481D-89C9-3032A31700D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429"/>
          <a:stretch/>
        </p:blipFill>
        <p:spPr>
          <a:xfrm>
            <a:off x="0" y="1424607"/>
            <a:ext cx="5040000" cy="6696000"/>
          </a:xfrm>
          <a:prstGeom prst="rect">
            <a:avLst/>
          </a:prstGeom>
        </p:spPr>
      </p:pic>
      <p:sp>
        <p:nvSpPr>
          <p:cNvPr id="11" name="제목 10"/>
          <p:cNvSpPr>
            <a:spLocks noGrp="1"/>
          </p:cNvSpPr>
          <p:nvPr>
            <p:ph type="title"/>
          </p:nvPr>
        </p:nvSpPr>
        <p:spPr>
          <a:xfrm>
            <a:off x="-2026686" y="69248"/>
            <a:ext cx="1984519" cy="22775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 fontAlgn="base" latinLnBrk="0">
              <a:spcAft>
                <a:spcPts val="200"/>
              </a:spcAft>
              <a:buClr>
                <a:schemeClr val="tx1">
                  <a:lumMod val="75000"/>
                  <a:lumOff val="25000"/>
                </a:schemeClr>
              </a:buClr>
              <a:buSzPct val="90000"/>
            </a:pPr>
            <a:r>
              <a:rPr lang="ko-KR" altLang="en-US" sz="1600" dirty="0">
                <a:cs typeface="+mn-cs"/>
              </a:rPr>
              <a:t>표지</a:t>
            </a:r>
            <a:r>
              <a:rPr lang="en-US" altLang="ko-KR" sz="1600" dirty="0">
                <a:cs typeface="+mn-cs"/>
              </a:rPr>
              <a:t>_image 03 =====</a:t>
            </a:r>
            <a:endParaRPr lang="ko-KR" altLang="en-US" sz="1600" dirty="0">
              <a:cs typeface="+mn-cs"/>
            </a:endParaRPr>
          </a:p>
        </p:txBody>
      </p:sp>
      <p:grpSp>
        <p:nvGrpSpPr>
          <p:cNvPr id="355" name="그룹 354">
            <a:extLst>
              <a:ext uri="{FF2B5EF4-FFF2-40B4-BE49-F238E27FC236}">
                <a16:creationId xmlns:a16="http://schemas.microsoft.com/office/drawing/2014/main" id="{7520E56E-26B6-45E7-8FA8-C57A01801BBD}"/>
              </a:ext>
            </a:extLst>
          </p:cNvPr>
          <p:cNvGrpSpPr/>
          <p:nvPr/>
        </p:nvGrpSpPr>
        <p:grpSpPr>
          <a:xfrm>
            <a:off x="368660" y="524508"/>
            <a:ext cx="1436230" cy="381923"/>
            <a:chOff x="2483189" y="1379936"/>
            <a:chExt cx="1436230" cy="381923"/>
          </a:xfrm>
        </p:grpSpPr>
        <p:grpSp>
          <p:nvGrpSpPr>
            <p:cNvPr id="356" name="그룹 355">
              <a:extLst>
                <a:ext uri="{FF2B5EF4-FFF2-40B4-BE49-F238E27FC236}">
                  <a16:creationId xmlns:a16="http://schemas.microsoft.com/office/drawing/2014/main" id="{4D595975-64F3-4721-8494-569F7023CADB}"/>
                </a:ext>
              </a:extLst>
            </p:cNvPr>
            <p:cNvGrpSpPr/>
            <p:nvPr/>
          </p:nvGrpSpPr>
          <p:grpSpPr>
            <a:xfrm>
              <a:off x="3032958" y="1409344"/>
              <a:ext cx="886461" cy="303005"/>
              <a:chOff x="5687960" y="106965"/>
              <a:chExt cx="605465" cy="188141"/>
            </a:xfrm>
          </p:grpSpPr>
          <p:sp>
            <p:nvSpPr>
              <p:cNvPr id="358" name="직사각형 357">
                <a:extLst>
                  <a:ext uri="{FF2B5EF4-FFF2-40B4-BE49-F238E27FC236}">
                    <a16:creationId xmlns:a16="http://schemas.microsoft.com/office/drawing/2014/main" id="{25E5ABD0-C2F3-44C6-9629-47C7AC192442}"/>
                  </a:ext>
                </a:extLst>
              </p:cNvPr>
              <p:cNvSpPr/>
              <p:nvPr userDrawn="1"/>
            </p:nvSpPr>
            <p:spPr>
              <a:xfrm>
                <a:off x="5687960" y="106965"/>
                <a:ext cx="605465" cy="114662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 defTabSz="914400" fontAlgn="base">
                  <a:spcBef>
                    <a:spcPct val="0"/>
                  </a:spcBef>
                  <a:spcAft>
                    <a:spcPts val="200"/>
                  </a:spcAft>
                  <a:buClr>
                    <a:schemeClr val="tx1">
                      <a:lumMod val="75000"/>
                      <a:lumOff val="25000"/>
                    </a:schemeClr>
                  </a:buClr>
                  <a:buSzPct val="90000"/>
                </a:pPr>
                <a:r>
                  <a:rPr lang="en-US" altLang="ko-KR" sz="1200" spc="15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Pretendard" panose="02000503000000020004" pitchFamily="50" charset="-127"/>
                    <a:ea typeface="+mj-ea"/>
                    <a:cs typeface="Pretendard" panose="02000503000000020004" pitchFamily="50" charset="-127"/>
                  </a:rPr>
                  <a:t>COMPANY</a:t>
                </a:r>
                <a:endParaRPr lang="ko-KR" altLang="en-US" sz="1200" spc="15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Pretendard" panose="02000503000000020004" pitchFamily="50" charset="-127"/>
                  <a:ea typeface="+mj-ea"/>
                  <a:cs typeface="Pretendard" panose="02000503000000020004" pitchFamily="50" charset="-127"/>
                </a:endParaRPr>
              </a:p>
            </p:txBody>
          </p:sp>
          <p:sp>
            <p:nvSpPr>
              <p:cNvPr id="359" name="직사각형 358">
                <a:extLst>
                  <a:ext uri="{FF2B5EF4-FFF2-40B4-BE49-F238E27FC236}">
                    <a16:creationId xmlns:a16="http://schemas.microsoft.com/office/drawing/2014/main" id="{38F2698E-3B84-43CF-9339-704D25932C8F}"/>
                  </a:ext>
                </a:extLst>
              </p:cNvPr>
              <p:cNvSpPr/>
              <p:nvPr userDrawn="1"/>
            </p:nvSpPr>
            <p:spPr>
              <a:xfrm>
                <a:off x="5693316" y="228220"/>
                <a:ext cx="585757" cy="66886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 lvl="0" algn="l" defTabSz="914400" fontAlgn="base">
                  <a:spcBef>
                    <a:spcPct val="0"/>
                  </a:spcBef>
                  <a:spcAft>
                    <a:spcPts val="200"/>
                  </a:spcAft>
                  <a:buClr>
                    <a:schemeClr val="tx1">
                      <a:lumMod val="75000"/>
                      <a:lumOff val="25000"/>
                    </a:schemeClr>
                  </a:buClr>
                  <a:buSzPct val="90000"/>
                </a:pPr>
                <a:r>
                  <a:rPr lang="en-US" altLang="ko-KR" sz="700" b="0" spc="5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Pretendard" panose="02000503000000020004" pitchFamily="50" charset="-127"/>
                    <a:cs typeface="Pretendard" panose="02000503000000020004" pitchFamily="50" charset="-127"/>
                  </a:rPr>
                  <a:t>CLINT LOGO HERE</a:t>
                </a:r>
                <a:endParaRPr lang="ko-KR" altLang="en-US" sz="700" b="0" spc="5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</p:grpSp>
        <p:pic>
          <p:nvPicPr>
            <p:cNvPr id="357" name="그림 356">
              <a:extLst>
                <a:ext uri="{FF2B5EF4-FFF2-40B4-BE49-F238E27FC236}">
                  <a16:creationId xmlns:a16="http://schemas.microsoft.com/office/drawing/2014/main" id="{9AF39221-07E6-4921-9C4D-87349A25C3A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83189" y="1379936"/>
              <a:ext cx="521395" cy="381923"/>
            </a:xfrm>
            <a:prstGeom prst="rect">
              <a:avLst/>
            </a:prstGeom>
          </p:spPr>
        </p:pic>
      </p:grpSp>
      <p:grpSp>
        <p:nvGrpSpPr>
          <p:cNvPr id="354" name="그룹 353">
            <a:extLst>
              <a:ext uri="{FF2B5EF4-FFF2-40B4-BE49-F238E27FC236}">
                <a16:creationId xmlns:a16="http://schemas.microsoft.com/office/drawing/2014/main" id="{26696CE1-5CF8-4B53-BC92-CE61831991B4}"/>
              </a:ext>
            </a:extLst>
          </p:cNvPr>
          <p:cNvGrpSpPr/>
          <p:nvPr/>
        </p:nvGrpSpPr>
        <p:grpSpPr>
          <a:xfrm>
            <a:off x="146120" y="1568624"/>
            <a:ext cx="4747758" cy="6408708"/>
            <a:chOff x="146120" y="1568624"/>
            <a:chExt cx="4747758" cy="6408708"/>
          </a:xfrm>
        </p:grpSpPr>
        <p:sp>
          <p:nvSpPr>
            <p:cNvPr id="367" name="직사각형 366">
              <a:extLst>
                <a:ext uri="{FF2B5EF4-FFF2-40B4-BE49-F238E27FC236}">
                  <a16:creationId xmlns:a16="http://schemas.microsoft.com/office/drawing/2014/main" id="{CA79F9A3-C823-46C2-A0CA-3F74EB9676FB}"/>
                </a:ext>
              </a:extLst>
            </p:cNvPr>
            <p:cNvSpPr/>
            <p:nvPr/>
          </p:nvSpPr>
          <p:spPr>
            <a:xfrm>
              <a:off x="179999" y="1604628"/>
              <a:ext cx="4680000" cy="6336000"/>
            </a:xfrm>
            <a:prstGeom prst="rect">
              <a:avLst/>
            </a:prstGeom>
            <a:solidFill>
              <a:schemeClr val="tx1">
                <a:alpha val="10000"/>
              </a:schemeClr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368" name="그룹 367">
              <a:extLst>
                <a:ext uri="{FF2B5EF4-FFF2-40B4-BE49-F238E27FC236}">
                  <a16:creationId xmlns:a16="http://schemas.microsoft.com/office/drawing/2014/main" id="{50DAF36F-A280-4FAF-9B51-CED1E8EB8E59}"/>
                </a:ext>
              </a:extLst>
            </p:cNvPr>
            <p:cNvGrpSpPr/>
            <p:nvPr/>
          </p:nvGrpSpPr>
          <p:grpSpPr>
            <a:xfrm>
              <a:off x="146120" y="1568624"/>
              <a:ext cx="4747758" cy="6408708"/>
              <a:chOff x="152640" y="1568624"/>
              <a:chExt cx="4747758" cy="6408708"/>
            </a:xfrm>
            <a:solidFill>
              <a:schemeClr val="bg1">
                <a:alpha val="50000"/>
              </a:schemeClr>
            </a:solidFill>
          </p:grpSpPr>
          <p:sp>
            <p:nvSpPr>
              <p:cNvPr id="369" name="직사각형 368">
                <a:extLst>
                  <a:ext uri="{FF2B5EF4-FFF2-40B4-BE49-F238E27FC236}">
                    <a16:creationId xmlns:a16="http://schemas.microsoft.com/office/drawing/2014/main" id="{A8227E1C-D8FE-432F-A028-CC8545398538}"/>
                  </a:ext>
                </a:extLst>
              </p:cNvPr>
              <p:cNvSpPr/>
              <p:nvPr/>
            </p:nvSpPr>
            <p:spPr>
              <a:xfrm>
                <a:off x="184320" y="1568628"/>
                <a:ext cx="4680000" cy="36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70" name="직사각형 369">
                <a:extLst>
                  <a:ext uri="{FF2B5EF4-FFF2-40B4-BE49-F238E27FC236}">
                    <a16:creationId xmlns:a16="http://schemas.microsoft.com/office/drawing/2014/main" id="{A2342443-AAE9-4541-A848-0B7F6C861C36}"/>
                  </a:ext>
                </a:extLst>
              </p:cNvPr>
              <p:cNvSpPr/>
              <p:nvPr/>
            </p:nvSpPr>
            <p:spPr>
              <a:xfrm>
                <a:off x="184320" y="7941332"/>
                <a:ext cx="4680000" cy="36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71" name="직사각형 370">
                <a:extLst>
                  <a:ext uri="{FF2B5EF4-FFF2-40B4-BE49-F238E27FC236}">
                    <a16:creationId xmlns:a16="http://schemas.microsoft.com/office/drawing/2014/main" id="{0446B74B-2F97-41D6-AA9F-5F0AE720C42F}"/>
                  </a:ext>
                </a:extLst>
              </p:cNvPr>
              <p:cNvSpPr/>
              <p:nvPr/>
            </p:nvSpPr>
            <p:spPr>
              <a:xfrm rot="5400000">
                <a:off x="-3033360" y="4754624"/>
                <a:ext cx="6408000" cy="36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72" name="직사각형 371">
                <a:extLst>
                  <a:ext uri="{FF2B5EF4-FFF2-40B4-BE49-F238E27FC236}">
                    <a16:creationId xmlns:a16="http://schemas.microsoft.com/office/drawing/2014/main" id="{589BED56-6811-4355-95BB-1132AD0AB69F}"/>
                  </a:ext>
                </a:extLst>
              </p:cNvPr>
              <p:cNvSpPr/>
              <p:nvPr/>
            </p:nvSpPr>
            <p:spPr>
              <a:xfrm rot="5400000">
                <a:off x="4360398" y="2072628"/>
                <a:ext cx="1044000" cy="36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79" name="직사각형 378">
                <a:extLst>
                  <a:ext uri="{FF2B5EF4-FFF2-40B4-BE49-F238E27FC236}">
                    <a16:creationId xmlns:a16="http://schemas.microsoft.com/office/drawing/2014/main" id="{763F227D-58CC-4CD0-BDC9-0599A3BC7074}"/>
                  </a:ext>
                </a:extLst>
              </p:cNvPr>
              <p:cNvSpPr/>
              <p:nvPr/>
            </p:nvSpPr>
            <p:spPr>
              <a:xfrm rot="16200000">
                <a:off x="3532398" y="6609332"/>
                <a:ext cx="2700000" cy="36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360" name="그룹 359">
            <a:extLst>
              <a:ext uri="{FF2B5EF4-FFF2-40B4-BE49-F238E27FC236}">
                <a16:creationId xmlns:a16="http://schemas.microsoft.com/office/drawing/2014/main" id="{A5B48CE9-8B30-4835-9221-3C8BDD6E0C42}"/>
              </a:ext>
            </a:extLst>
          </p:cNvPr>
          <p:cNvGrpSpPr/>
          <p:nvPr/>
        </p:nvGrpSpPr>
        <p:grpSpPr>
          <a:xfrm>
            <a:off x="3330000" y="2792760"/>
            <a:ext cx="3528000" cy="2306458"/>
            <a:chOff x="3330000" y="2792760"/>
            <a:chExt cx="3528000" cy="2306458"/>
          </a:xfrm>
        </p:grpSpPr>
        <p:sp>
          <p:nvSpPr>
            <p:cNvPr id="361" name="직사각형 360">
              <a:extLst>
                <a:ext uri="{FF2B5EF4-FFF2-40B4-BE49-F238E27FC236}">
                  <a16:creationId xmlns:a16="http://schemas.microsoft.com/office/drawing/2014/main" id="{77D45D79-69B9-4235-9252-5EE5308D7A6E}"/>
                </a:ext>
              </a:extLst>
            </p:cNvPr>
            <p:cNvSpPr/>
            <p:nvPr/>
          </p:nvSpPr>
          <p:spPr>
            <a:xfrm>
              <a:off x="3330000" y="2792760"/>
              <a:ext cx="3528000" cy="2306458"/>
            </a:xfrm>
            <a:prstGeom prst="rect">
              <a:avLst/>
            </a:prstGeom>
            <a:solidFill>
              <a:srgbClr val="0070C0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2" name="TextBox 361">
              <a:extLst>
                <a:ext uri="{FF2B5EF4-FFF2-40B4-BE49-F238E27FC236}">
                  <a16:creationId xmlns:a16="http://schemas.microsoft.com/office/drawing/2014/main" id="{50B843D4-38E5-4C7C-8035-DB4D269761F7}"/>
                </a:ext>
              </a:extLst>
            </p:cNvPr>
            <p:cNvSpPr txBox="1"/>
            <p:nvPr/>
          </p:nvSpPr>
          <p:spPr>
            <a:xfrm>
              <a:off x="3681028" y="3064144"/>
              <a:ext cx="1518155" cy="360000"/>
            </a:xfrm>
            <a:prstGeom prst="roundRect">
              <a:avLst>
                <a:gd name="adj" fmla="val 50000"/>
              </a:avLst>
            </a:prstGeom>
            <a:solidFill>
              <a:srgbClr val="212E37"/>
            </a:solidFill>
          </p:spPr>
          <p:txBody>
            <a:bodyPr wrap="none" lIns="108000" tIns="0" rIns="108000" bIns="0" rtlCol="0" anchor="ctr">
              <a:noAutofit/>
            </a:bodyPr>
            <a:lstStyle>
              <a:defPPr>
                <a:defRPr lang="en-US"/>
              </a:defPPr>
              <a:lvl1pPr algn="ctr">
                <a:defRPr kumimoji="1">
                  <a:solidFill>
                    <a:schemeClr val="bg1"/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defRPr>
              </a:lvl1pPr>
            </a:lstStyle>
            <a:p>
              <a:r>
                <a:rPr lang="en-US" altLang="ko-KR" dirty="0"/>
                <a:t>PPT</a:t>
              </a:r>
              <a:r>
                <a:rPr lang="ko-KR" altLang="en-US" dirty="0"/>
                <a:t>템플릿</a:t>
              </a:r>
            </a:p>
          </p:txBody>
        </p:sp>
        <p:sp>
          <p:nvSpPr>
            <p:cNvPr id="363" name="Text Box 53">
              <a:extLst>
                <a:ext uri="{FF2B5EF4-FFF2-40B4-BE49-F238E27FC236}">
                  <a16:creationId xmlns:a16="http://schemas.microsoft.com/office/drawing/2014/main" id="{579FC59E-33D2-47F7-916F-8DFB5491D04E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3681028" y="3688794"/>
              <a:ext cx="1591782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CC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bg1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 marL="177800" indent="-177800" defTabSz="793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1028700" indent="-457200" defTabSz="793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668463" indent="-454025" defTabSz="793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2317750" indent="-458788" defTabSz="793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965450" indent="-457200" defTabSz="793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34226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38798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43370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47942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indent="0" defTabSz="914400"/>
              <a:r>
                <a:rPr lang="ko-KR" altLang="en-US" sz="2600" dirty="0" err="1">
                  <a:solidFill>
                    <a:schemeClr val="bg1"/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심플</a:t>
              </a:r>
              <a:r>
                <a:rPr lang="en-US" altLang="ko-KR" sz="2600" dirty="0">
                  <a:solidFill>
                    <a:schemeClr val="bg1"/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_image</a:t>
              </a:r>
              <a:endParaRPr lang="ko-KR" altLang="en-US" sz="2600" dirty="0">
                <a:solidFill>
                  <a:schemeClr val="bg1"/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endParaRPr>
            </a:p>
          </p:txBody>
        </p:sp>
        <p:sp>
          <p:nvSpPr>
            <p:cNvPr id="364" name="Text Box 53">
              <a:extLst>
                <a:ext uri="{FF2B5EF4-FFF2-40B4-BE49-F238E27FC236}">
                  <a16:creationId xmlns:a16="http://schemas.microsoft.com/office/drawing/2014/main" id="{43D77761-F798-4FA0-B1B3-316EDDB7775D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3681028" y="4108260"/>
              <a:ext cx="2604880" cy="4308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CC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bg1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 marL="177800" indent="-177800" defTabSz="793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1028700" indent="-457200" defTabSz="793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668463" indent="-454025" defTabSz="793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2317750" indent="-458788" defTabSz="793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965450" indent="-457200" defTabSz="793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34226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38798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43370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47942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indent="0" defTabSz="914400"/>
              <a:r>
                <a:rPr lang="ko-KR" altLang="en-US" sz="2800" dirty="0">
                  <a:solidFill>
                    <a:schemeClr val="bg1"/>
                  </a:solidFill>
                  <a:latin typeface="+mj-ea"/>
                  <a:ea typeface="+mj-ea"/>
                </a:rPr>
                <a:t>파워포인트 템플릿</a:t>
              </a:r>
            </a:p>
          </p:txBody>
        </p:sp>
        <p:sp>
          <p:nvSpPr>
            <p:cNvPr id="365" name="직사각형 364">
              <a:extLst>
                <a:ext uri="{FF2B5EF4-FFF2-40B4-BE49-F238E27FC236}">
                  <a16:creationId xmlns:a16="http://schemas.microsoft.com/office/drawing/2014/main" id="{2CFE92D5-69E7-4FC1-B084-41C1BC212EF1}"/>
                </a:ext>
              </a:extLst>
            </p:cNvPr>
            <p:cNvSpPr/>
            <p:nvPr/>
          </p:nvSpPr>
          <p:spPr>
            <a:xfrm>
              <a:off x="3681028" y="4736984"/>
              <a:ext cx="2520000" cy="72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</a:endParaRPr>
            </a:p>
          </p:txBody>
        </p:sp>
        <p:sp>
          <p:nvSpPr>
            <p:cNvPr id="366" name="Freeform 81">
              <a:extLst>
                <a:ext uri="{FF2B5EF4-FFF2-40B4-BE49-F238E27FC236}">
                  <a16:creationId xmlns:a16="http://schemas.microsoft.com/office/drawing/2014/main" id="{BEB91343-153B-4F80-8CD6-8D4B3255ABC0}"/>
                </a:ext>
              </a:extLst>
            </p:cNvPr>
            <p:cNvSpPr/>
            <p:nvPr/>
          </p:nvSpPr>
          <p:spPr>
            <a:xfrm>
              <a:off x="6303467" y="4018727"/>
              <a:ext cx="293886" cy="2073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85" extrusionOk="0">
                  <a:moveTo>
                    <a:pt x="4509" y="39"/>
                  </a:moveTo>
                  <a:cubicBezTo>
                    <a:pt x="3455" y="203"/>
                    <a:pt x="2455" y="825"/>
                    <a:pt x="1661" y="1835"/>
                  </a:cubicBezTo>
                  <a:cubicBezTo>
                    <a:pt x="603" y="3191"/>
                    <a:pt x="0" y="5130"/>
                    <a:pt x="0" y="7149"/>
                  </a:cubicBezTo>
                  <a:cubicBezTo>
                    <a:pt x="0" y="10514"/>
                    <a:pt x="1689" y="13461"/>
                    <a:pt x="4036" y="14094"/>
                  </a:cubicBezTo>
                  <a:cubicBezTo>
                    <a:pt x="3561" y="15786"/>
                    <a:pt x="2807" y="17466"/>
                    <a:pt x="1807" y="19078"/>
                  </a:cubicBezTo>
                  <a:cubicBezTo>
                    <a:pt x="1490" y="19587"/>
                    <a:pt x="1445" y="20312"/>
                    <a:pt x="1705" y="20883"/>
                  </a:cubicBezTo>
                  <a:cubicBezTo>
                    <a:pt x="1906" y="21332"/>
                    <a:pt x="2241" y="21585"/>
                    <a:pt x="2601" y="21585"/>
                  </a:cubicBezTo>
                  <a:cubicBezTo>
                    <a:pt x="2702" y="21585"/>
                    <a:pt x="2799" y="21574"/>
                    <a:pt x="2899" y="21523"/>
                  </a:cubicBezTo>
                  <a:cubicBezTo>
                    <a:pt x="5016" y="20646"/>
                    <a:pt x="9967" y="17535"/>
                    <a:pt x="10104" y="7562"/>
                  </a:cubicBezTo>
                  <a:cubicBezTo>
                    <a:pt x="10155" y="3717"/>
                    <a:pt x="8165" y="417"/>
                    <a:pt x="5580" y="39"/>
                  </a:cubicBezTo>
                  <a:cubicBezTo>
                    <a:pt x="5222" y="-11"/>
                    <a:pt x="4861" y="-15"/>
                    <a:pt x="4509" y="39"/>
                  </a:cubicBezTo>
                  <a:close/>
                  <a:moveTo>
                    <a:pt x="16005" y="39"/>
                  </a:moveTo>
                  <a:cubicBezTo>
                    <a:pt x="14953" y="203"/>
                    <a:pt x="13958" y="825"/>
                    <a:pt x="13164" y="1835"/>
                  </a:cubicBezTo>
                  <a:cubicBezTo>
                    <a:pt x="12106" y="3191"/>
                    <a:pt x="11496" y="5130"/>
                    <a:pt x="11496" y="7149"/>
                  </a:cubicBezTo>
                  <a:cubicBezTo>
                    <a:pt x="11496" y="10514"/>
                    <a:pt x="13185" y="13461"/>
                    <a:pt x="15532" y="14094"/>
                  </a:cubicBezTo>
                  <a:cubicBezTo>
                    <a:pt x="15056" y="15786"/>
                    <a:pt x="14303" y="17466"/>
                    <a:pt x="13302" y="19078"/>
                  </a:cubicBezTo>
                  <a:cubicBezTo>
                    <a:pt x="12986" y="19587"/>
                    <a:pt x="12948" y="20312"/>
                    <a:pt x="13208" y="20883"/>
                  </a:cubicBezTo>
                  <a:cubicBezTo>
                    <a:pt x="13409" y="21332"/>
                    <a:pt x="13737" y="21585"/>
                    <a:pt x="14096" y="21585"/>
                  </a:cubicBezTo>
                  <a:cubicBezTo>
                    <a:pt x="14197" y="21585"/>
                    <a:pt x="14302" y="21574"/>
                    <a:pt x="14402" y="21523"/>
                  </a:cubicBezTo>
                  <a:cubicBezTo>
                    <a:pt x="16519" y="20646"/>
                    <a:pt x="21463" y="17535"/>
                    <a:pt x="21600" y="7562"/>
                  </a:cubicBezTo>
                  <a:lnTo>
                    <a:pt x="21600" y="7417"/>
                  </a:lnTo>
                  <a:cubicBezTo>
                    <a:pt x="21600" y="3634"/>
                    <a:pt x="19632" y="417"/>
                    <a:pt x="17069" y="39"/>
                  </a:cubicBezTo>
                  <a:cubicBezTo>
                    <a:pt x="16712" y="-11"/>
                    <a:pt x="16356" y="-15"/>
                    <a:pt x="16005" y="39"/>
                  </a:cubicBezTo>
                  <a:close/>
                </a:path>
              </a:pathLst>
            </a:custGeom>
            <a:solidFill>
              <a:srgbClr val="00B0F0"/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pPr marL="0" marR="0" lvl="0" indent="0" defTabSz="91440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>
                  <a:latin typeface="Poppins Regular"/>
                  <a:ea typeface="Poppins Regular"/>
                  <a:cs typeface="Poppins Regular"/>
                  <a:sym typeface="Poppins Regular"/>
                </a:defRPr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oppins Regular"/>
              </a:endParaRPr>
            </a:p>
          </p:txBody>
        </p:sp>
      </p:grpSp>
      <p:sp>
        <p:nvSpPr>
          <p:cNvPr id="380" name="Text Box 53">
            <a:extLst>
              <a:ext uri="{FF2B5EF4-FFF2-40B4-BE49-F238E27FC236}">
                <a16:creationId xmlns:a16="http://schemas.microsoft.com/office/drawing/2014/main" id="{8E1E276F-F1EF-4CC5-93F7-3E2BE3B1C3AE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341032" y="1767653"/>
            <a:ext cx="2694648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1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marL="177800" indent="-177800" defTabSz="793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1028700" indent="-457200" defTabSz="793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668463" indent="-454025" defTabSz="793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2317750" indent="-458788" defTabSz="793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965450" indent="-457200" defTabSz="793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3422650" indent="-457200" defTabSz="79375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3879850" indent="-457200" defTabSz="79375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4337050" indent="-457200" defTabSz="79375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4794250" indent="-457200" defTabSz="79375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indent="0" defTabSz="914400"/>
            <a:r>
              <a:rPr lang="ko-KR" altLang="en-US" sz="1200" dirty="0">
                <a:solidFill>
                  <a:schemeClr val="bg1">
                    <a:alpha val="70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집은 우리가 가장 사랑하고 투덜대는 곳이다</a:t>
            </a:r>
            <a:r>
              <a:rPr lang="en-US" altLang="ko-KR" sz="1200" dirty="0">
                <a:solidFill>
                  <a:schemeClr val="bg1">
                    <a:alpha val="70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.</a:t>
            </a:r>
          </a:p>
        </p:txBody>
      </p:sp>
      <p:grpSp>
        <p:nvGrpSpPr>
          <p:cNvPr id="384" name="그룹 383">
            <a:extLst>
              <a:ext uri="{FF2B5EF4-FFF2-40B4-BE49-F238E27FC236}">
                <a16:creationId xmlns:a16="http://schemas.microsoft.com/office/drawing/2014/main" id="{49817161-0F93-48D0-A502-90572B233B74}"/>
              </a:ext>
            </a:extLst>
          </p:cNvPr>
          <p:cNvGrpSpPr/>
          <p:nvPr/>
        </p:nvGrpSpPr>
        <p:grpSpPr>
          <a:xfrm>
            <a:off x="5697252" y="2476747"/>
            <a:ext cx="1008000" cy="991938"/>
            <a:chOff x="5121000" y="1584262"/>
            <a:chExt cx="1008000" cy="991938"/>
          </a:xfrm>
        </p:grpSpPr>
        <p:sp>
          <p:nvSpPr>
            <p:cNvPr id="385" name="사각형: 둥근 모서리 384">
              <a:extLst>
                <a:ext uri="{FF2B5EF4-FFF2-40B4-BE49-F238E27FC236}">
                  <a16:creationId xmlns:a16="http://schemas.microsoft.com/office/drawing/2014/main" id="{549B7E1F-7BAF-4141-A03E-486D703ADE84}"/>
                </a:ext>
              </a:extLst>
            </p:cNvPr>
            <p:cNvSpPr/>
            <p:nvPr/>
          </p:nvSpPr>
          <p:spPr>
            <a:xfrm>
              <a:off x="5121000" y="1584262"/>
              <a:ext cx="1008000" cy="828000"/>
            </a:xfrm>
            <a:prstGeom prst="roundRect">
              <a:avLst/>
            </a:prstGeom>
            <a:solidFill>
              <a:srgbClr val="F2DC4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36000" bIns="0" rtlCol="0" anchor="ctr"/>
            <a:lstStyle/>
            <a:p>
              <a:pPr algn="ctr" defTabSz="825500" hangingPunct="0">
                <a:defRPr/>
              </a:pPr>
              <a:r>
                <a:rPr lang="en-US" altLang="ko-KR" sz="2000" kern="0" spc="-150" dirty="0">
                  <a:solidFill>
                    <a:srgbClr val="232422"/>
                  </a:solidFill>
                  <a:latin typeface="G마켓 산스 Medium" panose="02000000000000000000" pitchFamily="50" charset="-127"/>
                  <a:ea typeface="G마켓 산스 Medium" panose="02000000000000000000" pitchFamily="50" charset="-127"/>
                  <a:cs typeface="Montserrat ExtraBold"/>
                  <a:sym typeface="Montserrat ExtraBold"/>
                </a:rPr>
                <a:t>HOME</a:t>
              </a:r>
              <a:endParaRPr lang="ko-KR" altLang="en-US" sz="2000" kern="0" spc="-150" dirty="0">
                <a:solidFill>
                  <a:srgbClr val="232422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  <a:cs typeface="Montserrat ExtraBold"/>
                <a:sym typeface="Montserrat ExtraBold"/>
              </a:endParaRPr>
            </a:p>
          </p:txBody>
        </p:sp>
        <p:sp>
          <p:nvSpPr>
            <p:cNvPr id="386" name="직각 삼각형 385">
              <a:extLst>
                <a:ext uri="{FF2B5EF4-FFF2-40B4-BE49-F238E27FC236}">
                  <a16:creationId xmlns:a16="http://schemas.microsoft.com/office/drawing/2014/main" id="{AB8FB928-754A-4391-95A2-F577AF0CA3E2}"/>
                </a:ext>
              </a:extLst>
            </p:cNvPr>
            <p:cNvSpPr/>
            <p:nvPr/>
          </p:nvSpPr>
          <p:spPr>
            <a:xfrm flipV="1">
              <a:off x="5121001" y="2252700"/>
              <a:ext cx="295692" cy="323500"/>
            </a:xfrm>
            <a:prstGeom prst="rtTriangle">
              <a:avLst/>
            </a:prstGeom>
            <a:solidFill>
              <a:srgbClr val="F2DC4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73" name="그룹 372">
            <a:extLst>
              <a:ext uri="{FF2B5EF4-FFF2-40B4-BE49-F238E27FC236}">
                <a16:creationId xmlns:a16="http://schemas.microsoft.com/office/drawing/2014/main" id="{DCD2F835-96B9-4CC9-8425-79AAB4DC8CA6}"/>
              </a:ext>
            </a:extLst>
          </p:cNvPr>
          <p:cNvGrpSpPr/>
          <p:nvPr/>
        </p:nvGrpSpPr>
        <p:grpSpPr>
          <a:xfrm>
            <a:off x="6750000" y="0"/>
            <a:ext cx="108000" cy="1964668"/>
            <a:chOff x="0" y="0"/>
            <a:chExt cx="144000" cy="9906000"/>
          </a:xfrm>
        </p:grpSpPr>
        <p:sp>
          <p:nvSpPr>
            <p:cNvPr id="374" name="직사각형 373">
              <a:extLst>
                <a:ext uri="{FF2B5EF4-FFF2-40B4-BE49-F238E27FC236}">
                  <a16:creationId xmlns:a16="http://schemas.microsoft.com/office/drawing/2014/main" id="{F2D42D7B-5A06-4D9A-B4C2-26EA88A0A0FB}"/>
                </a:ext>
              </a:extLst>
            </p:cNvPr>
            <p:cNvSpPr/>
            <p:nvPr/>
          </p:nvSpPr>
          <p:spPr>
            <a:xfrm>
              <a:off x="0" y="0"/>
              <a:ext cx="144000" cy="1656000"/>
            </a:xfrm>
            <a:prstGeom prst="rect">
              <a:avLst/>
            </a:prstGeom>
            <a:solidFill>
              <a:srgbClr val="019B8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  <p:sp>
          <p:nvSpPr>
            <p:cNvPr id="375" name="직사각형 374">
              <a:extLst>
                <a:ext uri="{FF2B5EF4-FFF2-40B4-BE49-F238E27FC236}">
                  <a16:creationId xmlns:a16="http://schemas.microsoft.com/office/drawing/2014/main" id="{48F2D867-1712-4F14-8B69-CE2244A55B6A}"/>
                </a:ext>
              </a:extLst>
            </p:cNvPr>
            <p:cNvSpPr/>
            <p:nvPr/>
          </p:nvSpPr>
          <p:spPr>
            <a:xfrm>
              <a:off x="0" y="1650000"/>
              <a:ext cx="144000" cy="1656000"/>
            </a:xfrm>
            <a:prstGeom prst="rect">
              <a:avLst/>
            </a:prstGeom>
            <a:solidFill>
              <a:srgbClr val="87AE1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  <p:sp>
          <p:nvSpPr>
            <p:cNvPr id="376" name="직사각형 375">
              <a:extLst>
                <a:ext uri="{FF2B5EF4-FFF2-40B4-BE49-F238E27FC236}">
                  <a16:creationId xmlns:a16="http://schemas.microsoft.com/office/drawing/2014/main" id="{72D35FD4-B4A1-478C-BDA3-8B1B48DB52D3}"/>
                </a:ext>
              </a:extLst>
            </p:cNvPr>
            <p:cNvSpPr/>
            <p:nvPr/>
          </p:nvSpPr>
          <p:spPr>
            <a:xfrm>
              <a:off x="0" y="3300000"/>
              <a:ext cx="144000" cy="1656000"/>
            </a:xfrm>
            <a:prstGeom prst="rect">
              <a:avLst/>
            </a:prstGeom>
            <a:solidFill>
              <a:srgbClr val="F7AC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  <p:sp>
          <p:nvSpPr>
            <p:cNvPr id="377" name="직사각형 376">
              <a:extLst>
                <a:ext uri="{FF2B5EF4-FFF2-40B4-BE49-F238E27FC236}">
                  <a16:creationId xmlns:a16="http://schemas.microsoft.com/office/drawing/2014/main" id="{8AF317C8-C7E8-411F-9366-98538F545512}"/>
                </a:ext>
              </a:extLst>
            </p:cNvPr>
            <p:cNvSpPr/>
            <p:nvPr/>
          </p:nvSpPr>
          <p:spPr>
            <a:xfrm>
              <a:off x="0" y="4950000"/>
              <a:ext cx="144000" cy="1656000"/>
            </a:xfrm>
            <a:prstGeom prst="rect">
              <a:avLst/>
            </a:prstGeom>
            <a:solidFill>
              <a:srgbClr val="E752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  <p:sp>
          <p:nvSpPr>
            <p:cNvPr id="378" name="직사각형 377">
              <a:extLst>
                <a:ext uri="{FF2B5EF4-FFF2-40B4-BE49-F238E27FC236}">
                  <a16:creationId xmlns:a16="http://schemas.microsoft.com/office/drawing/2014/main" id="{29A8D21F-43C5-441C-B4FD-57285245826F}"/>
                </a:ext>
              </a:extLst>
            </p:cNvPr>
            <p:cNvSpPr/>
            <p:nvPr/>
          </p:nvSpPr>
          <p:spPr>
            <a:xfrm>
              <a:off x="0" y="6600000"/>
              <a:ext cx="144000" cy="1656000"/>
            </a:xfrm>
            <a:prstGeom prst="rect">
              <a:avLst/>
            </a:prstGeom>
            <a:solidFill>
              <a:srgbClr val="C9196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  <p:sp>
          <p:nvSpPr>
            <p:cNvPr id="381" name="직사각형 380">
              <a:extLst>
                <a:ext uri="{FF2B5EF4-FFF2-40B4-BE49-F238E27FC236}">
                  <a16:creationId xmlns:a16="http://schemas.microsoft.com/office/drawing/2014/main" id="{D29236DB-0752-4140-8B0A-693522988F50}"/>
                </a:ext>
              </a:extLst>
            </p:cNvPr>
            <p:cNvSpPr/>
            <p:nvPr/>
          </p:nvSpPr>
          <p:spPr>
            <a:xfrm>
              <a:off x="0" y="8250000"/>
              <a:ext cx="144000" cy="1656000"/>
            </a:xfrm>
            <a:prstGeom prst="rect">
              <a:avLst/>
            </a:prstGeom>
            <a:solidFill>
              <a:srgbClr val="4E1E4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</p:grpSp>
      <p:grpSp>
        <p:nvGrpSpPr>
          <p:cNvPr id="382" name="그룹 381">
            <a:extLst>
              <a:ext uri="{FF2B5EF4-FFF2-40B4-BE49-F238E27FC236}">
                <a16:creationId xmlns:a16="http://schemas.microsoft.com/office/drawing/2014/main" id="{40610E79-B027-4B99-91AC-5DA431464373}"/>
              </a:ext>
            </a:extLst>
          </p:cNvPr>
          <p:cNvGrpSpPr/>
          <p:nvPr/>
        </p:nvGrpSpPr>
        <p:grpSpPr>
          <a:xfrm>
            <a:off x="165408" y="8606080"/>
            <a:ext cx="5279048" cy="811416"/>
            <a:chOff x="165408" y="8606080"/>
            <a:chExt cx="5279048" cy="811416"/>
          </a:xfrm>
        </p:grpSpPr>
        <p:sp>
          <p:nvSpPr>
            <p:cNvPr id="383" name="Text Box 53">
              <a:extLst>
                <a:ext uri="{FF2B5EF4-FFF2-40B4-BE49-F238E27FC236}">
                  <a16:creationId xmlns:a16="http://schemas.microsoft.com/office/drawing/2014/main" id="{0D09296A-C4B2-4E57-9145-44EC74E997A9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2938061" y="9021452"/>
              <a:ext cx="804707" cy="1264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CC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bg1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defPPr>
                <a:defRPr lang="en-US"/>
              </a:defPPr>
              <a:lvl1pPr lvl="0" indent="0" defTabSz="914400">
                <a:spcBef>
                  <a:spcPts val="1000"/>
                </a:spcBef>
                <a:defRPr kumimoji="1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  <a:ea typeface="굴림" panose="020B0600000101010101" pitchFamily="50" charset="-127"/>
                </a:defRPr>
              </a:lvl1pPr>
              <a:lvl2pPr marL="1028700" indent="-457200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668463" indent="-454025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2317750" indent="-458788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965450" indent="-457200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34226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38798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43370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47942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>
                <a:lnSpc>
                  <a:spcPct val="110000"/>
                </a:lnSpc>
                <a:spcBef>
                  <a:spcPts val="0"/>
                </a:spcBef>
              </a:pPr>
              <a:r>
                <a:rPr lang="en-US" altLang="ko-KR" dirty="0"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sample@mail.com</a:t>
              </a:r>
              <a:endParaRPr lang="ko-KR" altLang="en-US" dirty="0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endParaRPr>
            </a:p>
          </p:txBody>
        </p:sp>
        <p:sp>
          <p:nvSpPr>
            <p:cNvPr id="387" name="任意形状 978">
              <a:extLst>
                <a:ext uri="{FF2B5EF4-FFF2-40B4-BE49-F238E27FC236}">
                  <a16:creationId xmlns:a16="http://schemas.microsoft.com/office/drawing/2014/main" id="{D4ACE1ED-E664-45F4-B5CE-0E97750866FA}"/>
                </a:ext>
              </a:extLst>
            </p:cNvPr>
            <p:cNvSpPr/>
            <p:nvPr/>
          </p:nvSpPr>
          <p:spPr>
            <a:xfrm>
              <a:off x="2751048" y="9030182"/>
              <a:ext cx="134750" cy="1179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" y="0"/>
                  </a:moveTo>
                  <a:lnTo>
                    <a:pt x="20520" y="0"/>
                  </a:lnTo>
                  <a:cubicBezTo>
                    <a:pt x="21117" y="0"/>
                    <a:pt x="21600" y="537"/>
                    <a:pt x="21600" y="1200"/>
                  </a:cubicBezTo>
                  <a:lnTo>
                    <a:pt x="21600" y="20400"/>
                  </a:lnTo>
                  <a:cubicBezTo>
                    <a:pt x="21600" y="21063"/>
                    <a:pt x="21117" y="21600"/>
                    <a:pt x="20520" y="21600"/>
                  </a:cubicBezTo>
                  <a:lnTo>
                    <a:pt x="1080" y="21600"/>
                  </a:lnTo>
                  <a:cubicBezTo>
                    <a:pt x="483" y="21600"/>
                    <a:pt x="0" y="21063"/>
                    <a:pt x="0" y="20400"/>
                  </a:cubicBezTo>
                  <a:lnTo>
                    <a:pt x="0" y="1200"/>
                  </a:lnTo>
                  <a:cubicBezTo>
                    <a:pt x="0" y="537"/>
                    <a:pt x="483" y="0"/>
                    <a:pt x="1080" y="0"/>
                  </a:cubicBezTo>
                  <a:close/>
                  <a:moveTo>
                    <a:pt x="19440" y="5086"/>
                  </a:moveTo>
                  <a:lnTo>
                    <a:pt x="10878" y="13606"/>
                  </a:lnTo>
                  <a:lnTo>
                    <a:pt x="2160" y="5059"/>
                  </a:lnTo>
                  <a:lnTo>
                    <a:pt x="2160" y="19200"/>
                  </a:lnTo>
                  <a:lnTo>
                    <a:pt x="19440" y="19200"/>
                  </a:lnTo>
                  <a:lnTo>
                    <a:pt x="19440" y="5086"/>
                  </a:lnTo>
                  <a:close/>
                  <a:moveTo>
                    <a:pt x="2712" y="2400"/>
                  </a:moveTo>
                  <a:lnTo>
                    <a:pt x="10866" y="10394"/>
                  </a:lnTo>
                  <a:lnTo>
                    <a:pt x="18902" y="2400"/>
                  </a:lnTo>
                  <a:lnTo>
                    <a:pt x="2712" y="240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9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388" name="Text Box 53">
              <a:extLst>
                <a:ext uri="{FF2B5EF4-FFF2-40B4-BE49-F238E27FC236}">
                  <a16:creationId xmlns:a16="http://schemas.microsoft.com/office/drawing/2014/main" id="{A1A1751F-C865-4BF4-8A31-683D4C9AC7C9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4642224" y="9021452"/>
              <a:ext cx="795089" cy="1264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CC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bg1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defPPr>
                <a:defRPr lang="en-US"/>
              </a:defPPr>
              <a:lvl1pPr lvl="0" indent="0" defTabSz="914400">
                <a:spcBef>
                  <a:spcPts val="1000"/>
                </a:spcBef>
                <a:defRPr kumimoji="1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  <a:ea typeface="굴림" panose="020B0600000101010101" pitchFamily="50" charset="-127"/>
                </a:defRPr>
              </a:lvl1pPr>
              <a:lvl2pPr marL="1028700" indent="-457200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668463" indent="-454025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2317750" indent="-458788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965450" indent="-457200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34226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38798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43370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47942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>
                <a:lnSpc>
                  <a:spcPct val="110000"/>
                </a:lnSpc>
                <a:spcBef>
                  <a:spcPts val="0"/>
                </a:spcBef>
              </a:pPr>
              <a:r>
                <a:rPr lang="en-US" altLang="ko-KR" dirty="0"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www.sample.com</a:t>
              </a:r>
              <a:endParaRPr lang="ko-KR" altLang="en-US" dirty="0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endParaRPr>
            </a:p>
          </p:txBody>
        </p:sp>
        <p:sp>
          <p:nvSpPr>
            <p:cNvPr id="389" name="任意形状 412">
              <a:extLst>
                <a:ext uri="{FF2B5EF4-FFF2-40B4-BE49-F238E27FC236}">
                  <a16:creationId xmlns:a16="http://schemas.microsoft.com/office/drawing/2014/main" id="{9670E5BD-0004-4169-A2F4-91797659DF4A}"/>
                </a:ext>
              </a:extLst>
            </p:cNvPr>
            <p:cNvSpPr/>
            <p:nvPr/>
          </p:nvSpPr>
          <p:spPr>
            <a:xfrm>
              <a:off x="4438947" y="9022972"/>
              <a:ext cx="148226" cy="13238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05" extrusionOk="0">
                  <a:moveTo>
                    <a:pt x="17673" y="21505"/>
                  </a:moveTo>
                  <a:lnTo>
                    <a:pt x="3927" y="21505"/>
                  </a:lnTo>
                  <a:cubicBezTo>
                    <a:pt x="3385" y="21505"/>
                    <a:pt x="2945" y="21015"/>
                    <a:pt x="2945" y="20411"/>
                  </a:cubicBezTo>
                  <a:lnTo>
                    <a:pt x="2945" y="10560"/>
                  </a:lnTo>
                  <a:lnTo>
                    <a:pt x="0" y="10560"/>
                  </a:lnTo>
                  <a:lnTo>
                    <a:pt x="10139" y="285"/>
                  </a:lnTo>
                  <a:cubicBezTo>
                    <a:pt x="10514" y="-95"/>
                    <a:pt x="11086" y="-95"/>
                    <a:pt x="11461" y="285"/>
                  </a:cubicBezTo>
                  <a:lnTo>
                    <a:pt x="21600" y="10560"/>
                  </a:lnTo>
                  <a:lnTo>
                    <a:pt x="18655" y="10560"/>
                  </a:lnTo>
                  <a:lnTo>
                    <a:pt x="18655" y="20411"/>
                  </a:lnTo>
                  <a:cubicBezTo>
                    <a:pt x="18655" y="21015"/>
                    <a:pt x="18215" y="21505"/>
                    <a:pt x="17673" y="21505"/>
                  </a:cubicBezTo>
                  <a:close/>
                  <a:moveTo>
                    <a:pt x="4909" y="19316"/>
                  </a:moveTo>
                  <a:lnTo>
                    <a:pt x="16691" y="19316"/>
                  </a:lnTo>
                  <a:lnTo>
                    <a:pt x="16691" y="8543"/>
                  </a:lnTo>
                  <a:lnTo>
                    <a:pt x="10800" y="2574"/>
                  </a:lnTo>
                  <a:lnTo>
                    <a:pt x="4909" y="8543"/>
                  </a:lnTo>
                  <a:lnTo>
                    <a:pt x="4909" y="19316"/>
                  </a:lnTo>
                  <a:close/>
                  <a:moveTo>
                    <a:pt x="6873" y="14938"/>
                  </a:moveTo>
                  <a:lnTo>
                    <a:pt x="14727" y="14938"/>
                  </a:lnTo>
                  <a:lnTo>
                    <a:pt x="14727" y="17127"/>
                  </a:lnTo>
                  <a:lnTo>
                    <a:pt x="6873" y="17127"/>
                  </a:lnTo>
                  <a:lnTo>
                    <a:pt x="6873" y="14938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9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390" name="Text Box 53">
              <a:extLst>
                <a:ext uri="{FF2B5EF4-FFF2-40B4-BE49-F238E27FC236}">
                  <a16:creationId xmlns:a16="http://schemas.microsoft.com/office/drawing/2014/main" id="{F43EFB81-FF00-4C05-883A-BBA08FCD2DD6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2926779" y="9260807"/>
              <a:ext cx="2517677" cy="1264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CC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bg1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defPPr>
                <a:defRPr lang="en-US"/>
              </a:defPPr>
              <a:lvl1pPr lvl="0" indent="0" defTabSz="914400">
                <a:lnSpc>
                  <a:spcPct val="110000"/>
                </a:lnSpc>
                <a:spcBef>
                  <a:spcPts val="0"/>
                </a:spcBef>
                <a:defRPr kumimoji="1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defRPr>
              </a:lvl1pPr>
              <a:lvl2pPr marL="1028700" indent="-457200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668463" indent="-454025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2317750" indent="-458788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965450" indent="-457200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34226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38798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43370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47942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r>
                <a:rPr lang="ko-KR" altLang="en-US" spc="10" dirty="0"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서울특별시 강남구 테헤란로 </a:t>
              </a:r>
              <a:r>
                <a:rPr lang="en-US" altLang="ko-KR" spc="10" dirty="0"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123</a:t>
              </a:r>
              <a:r>
                <a:rPr lang="ko-KR" altLang="en-US" spc="10" dirty="0"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길 </a:t>
              </a:r>
              <a:r>
                <a:rPr lang="en-US" altLang="ko-KR" spc="10" dirty="0"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45, </a:t>
              </a:r>
              <a:r>
                <a:rPr lang="ko-KR" altLang="en-US" spc="10" dirty="0" err="1"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카리버</a:t>
              </a:r>
              <a:r>
                <a:rPr lang="ko-KR" altLang="en-US" spc="10" dirty="0"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 오피스텔 </a:t>
              </a:r>
              <a:r>
                <a:rPr lang="en-US" altLang="ko-KR" spc="10" dirty="0"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101</a:t>
              </a:r>
              <a:r>
                <a:rPr lang="ko-KR" altLang="en-US" spc="10" dirty="0"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호</a:t>
              </a:r>
              <a:endParaRPr lang="en-US" altLang="ko-KR" spc="10" dirty="0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endParaRPr>
            </a:p>
          </p:txBody>
        </p:sp>
        <p:grpSp>
          <p:nvGrpSpPr>
            <p:cNvPr id="391" name="그룹 390">
              <a:extLst>
                <a:ext uri="{FF2B5EF4-FFF2-40B4-BE49-F238E27FC236}">
                  <a16:creationId xmlns:a16="http://schemas.microsoft.com/office/drawing/2014/main" id="{58B7E4D6-2161-458D-9E89-0DD7A139BF9F}"/>
                </a:ext>
              </a:extLst>
            </p:cNvPr>
            <p:cNvGrpSpPr/>
            <p:nvPr/>
          </p:nvGrpSpPr>
          <p:grpSpPr>
            <a:xfrm>
              <a:off x="179300" y="9001029"/>
              <a:ext cx="2152472" cy="405569"/>
              <a:chOff x="4220940" y="8177794"/>
              <a:chExt cx="2152472" cy="405569"/>
            </a:xfrm>
          </p:grpSpPr>
          <p:sp>
            <p:nvSpPr>
              <p:cNvPr id="398" name="Oval 3">
                <a:extLst>
                  <a:ext uri="{FF2B5EF4-FFF2-40B4-BE49-F238E27FC236}">
                    <a16:creationId xmlns:a16="http://schemas.microsoft.com/office/drawing/2014/main" id="{9BC6292F-25DD-40CA-B880-FBECB23E0B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20940" y="8177794"/>
                <a:ext cx="405568" cy="405569"/>
              </a:xfrm>
              <a:prstGeom prst="ellipse">
                <a:avLst/>
              </a:prstGeom>
              <a:noFill/>
              <a:ln w="12700">
                <a:solidFill>
                  <a:schemeClr val="bg1">
                    <a:lumMod val="85000"/>
                    <a:alpha val="71000"/>
                  </a:schemeClr>
                </a:solidFill>
              </a:ln>
              <a:effectLst/>
            </p:spPr>
            <p:txBody>
              <a:bodyPr lIns="50800" tIns="50800" rIns="50800" bIns="50800" anchor="ctr"/>
              <a:lstStyle/>
              <a:p>
                <a:endParaRPr lang="en-US" altLang="en-US" sz="3200" dirty="0">
                  <a:solidFill>
                    <a:srgbClr val="FFFFFF"/>
                  </a:solidFill>
                  <a:latin typeface="Pretendard ExtraLight" panose="02000303000000020004" pitchFamily="50" charset="-127"/>
                  <a:ea typeface="Poppins" charset="0"/>
                  <a:cs typeface="Poppins" charset="0"/>
                  <a:sym typeface="Helvetica Light" charset="0"/>
                </a:endParaRPr>
              </a:p>
            </p:txBody>
          </p:sp>
          <p:sp>
            <p:nvSpPr>
              <p:cNvPr id="399" name="AutoShape 4">
                <a:extLst>
                  <a:ext uri="{FF2B5EF4-FFF2-40B4-BE49-F238E27FC236}">
                    <a16:creationId xmlns:a16="http://schemas.microsoft.com/office/drawing/2014/main" id="{65BC4547-859E-4488-AB16-39CACF4D13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77971" y="8294155"/>
                <a:ext cx="91507" cy="172846"/>
              </a:xfrm>
              <a:custGeom>
                <a:avLst/>
                <a:gdLst>
                  <a:gd name="T0" fmla="*/ 64294 w 21600"/>
                  <a:gd name="T1" fmla="*/ 121479 h 21595"/>
                  <a:gd name="T2" fmla="*/ 64294 w 21600"/>
                  <a:gd name="T3" fmla="*/ 121479 h 21595"/>
                  <a:gd name="T4" fmla="*/ 64294 w 21600"/>
                  <a:gd name="T5" fmla="*/ 121479 h 21595"/>
                  <a:gd name="T6" fmla="*/ 64294 w 21600"/>
                  <a:gd name="T7" fmla="*/ 121479 h 2159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595">
                    <a:moveTo>
                      <a:pt x="14325" y="0"/>
                    </a:moveTo>
                    <a:cubicBezTo>
                      <a:pt x="11947" y="-5"/>
                      <a:pt x="9683" y="535"/>
                      <a:pt x="8120" y="1477"/>
                    </a:cubicBezTo>
                    <a:cubicBezTo>
                      <a:pt x="6945" y="2186"/>
                      <a:pt x="6249" y="3081"/>
                      <a:pt x="6144" y="4019"/>
                    </a:cubicBezTo>
                    <a:lnTo>
                      <a:pt x="6123" y="7733"/>
                    </a:lnTo>
                    <a:lnTo>
                      <a:pt x="0" y="7733"/>
                    </a:lnTo>
                    <a:lnTo>
                      <a:pt x="0" y="11796"/>
                    </a:lnTo>
                    <a:lnTo>
                      <a:pt x="6103" y="11796"/>
                    </a:lnTo>
                    <a:lnTo>
                      <a:pt x="6052" y="21595"/>
                    </a:lnTo>
                    <a:lnTo>
                      <a:pt x="14509" y="21595"/>
                    </a:lnTo>
                    <a:lnTo>
                      <a:pt x="14509" y="11796"/>
                    </a:lnTo>
                    <a:lnTo>
                      <a:pt x="20469" y="11796"/>
                    </a:lnTo>
                    <a:lnTo>
                      <a:pt x="21447" y="7733"/>
                    </a:lnTo>
                    <a:lnTo>
                      <a:pt x="14509" y="7733"/>
                    </a:lnTo>
                    <a:lnTo>
                      <a:pt x="14509" y="4988"/>
                    </a:lnTo>
                    <a:cubicBezTo>
                      <a:pt x="14453" y="4560"/>
                      <a:pt x="14822" y="4150"/>
                      <a:pt x="15487" y="3901"/>
                    </a:cubicBezTo>
                    <a:cubicBezTo>
                      <a:pt x="15925" y="3738"/>
                      <a:pt x="16459" y="3660"/>
                      <a:pt x="16995" y="3682"/>
                    </a:cubicBezTo>
                    <a:lnTo>
                      <a:pt x="21600" y="3677"/>
                    </a:lnTo>
                    <a:lnTo>
                      <a:pt x="21590" y="0"/>
                    </a:lnTo>
                    <a:lnTo>
                      <a:pt x="14325" y="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p:spPr>
            <p:txBody>
              <a:bodyPr lIns="50800" tIns="50800" rIns="50800" bIns="5080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400" name="Oval 6">
                <a:extLst>
                  <a:ext uri="{FF2B5EF4-FFF2-40B4-BE49-F238E27FC236}">
                    <a16:creationId xmlns:a16="http://schemas.microsoft.com/office/drawing/2014/main" id="{6FB16F71-788C-4B40-990D-F4DEB63BB1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03241" y="8177794"/>
                <a:ext cx="405568" cy="405569"/>
              </a:xfrm>
              <a:prstGeom prst="ellipse">
                <a:avLst/>
              </a:prstGeom>
              <a:noFill/>
              <a:ln w="12700">
                <a:solidFill>
                  <a:schemeClr val="bg1">
                    <a:lumMod val="85000"/>
                    <a:alpha val="71000"/>
                  </a:schemeClr>
                </a:solidFill>
              </a:ln>
              <a:effectLst/>
            </p:spPr>
            <p:txBody>
              <a:bodyPr lIns="50800" tIns="50800" rIns="50800" bIns="50800" anchor="ctr"/>
              <a:lstStyle/>
              <a:p>
                <a:endParaRPr lang="en-US" altLang="en-US" sz="3200" dirty="0">
                  <a:solidFill>
                    <a:srgbClr val="FFFFFF"/>
                  </a:solidFill>
                  <a:latin typeface="Pretendard ExtraLight" panose="02000303000000020004" pitchFamily="50" charset="-127"/>
                  <a:ea typeface="Poppins" charset="0"/>
                  <a:cs typeface="Poppins" charset="0"/>
                  <a:sym typeface="Helvetica Light" charset="0"/>
                </a:endParaRPr>
              </a:p>
            </p:txBody>
          </p:sp>
          <p:sp>
            <p:nvSpPr>
              <p:cNvPr id="401" name="AutoShape 7">
                <a:extLst>
                  <a:ext uri="{FF2B5EF4-FFF2-40B4-BE49-F238E27FC236}">
                    <a16:creationId xmlns:a16="http://schemas.microsoft.com/office/drawing/2014/main" id="{09296433-3F31-40EC-8ED7-66AA6EBDF5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25985" y="8307712"/>
                <a:ext cx="176236" cy="145733"/>
              </a:xfrm>
              <a:custGeom>
                <a:avLst/>
                <a:gdLst>
                  <a:gd name="T0" fmla="*/ 123825 w 21600"/>
                  <a:gd name="T1" fmla="*/ 106380 h 20609"/>
                  <a:gd name="T2" fmla="*/ 123825 w 21600"/>
                  <a:gd name="T3" fmla="*/ 106380 h 20609"/>
                  <a:gd name="T4" fmla="*/ 123825 w 21600"/>
                  <a:gd name="T5" fmla="*/ 106380 h 20609"/>
                  <a:gd name="T6" fmla="*/ 123825 w 21600"/>
                  <a:gd name="T7" fmla="*/ 106380 h 2060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0609">
                    <a:moveTo>
                      <a:pt x="20989" y="488"/>
                    </a:moveTo>
                    <a:cubicBezTo>
                      <a:pt x="20829" y="951"/>
                      <a:pt x="20629" y="1394"/>
                      <a:pt x="20393" y="1811"/>
                    </a:cubicBezTo>
                    <a:cubicBezTo>
                      <a:pt x="20078" y="2370"/>
                      <a:pt x="19700" y="2878"/>
                      <a:pt x="19269" y="3322"/>
                    </a:cubicBezTo>
                    <a:cubicBezTo>
                      <a:pt x="19683" y="3307"/>
                      <a:pt x="20095" y="3243"/>
                      <a:pt x="20498" y="3130"/>
                    </a:cubicBezTo>
                    <a:cubicBezTo>
                      <a:pt x="20877" y="3024"/>
                      <a:pt x="21246" y="2876"/>
                      <a:pt x="21600" y="2687"/>
                    </a:cubicBezTo>
                    <a:cubicBezTo>
                      <a:pt x="21316" y="3218"/>
                      <a:pt x="20987" y="3713"/>
                      <a:pt x="20617" y="4166"/>
                    </a:cubicBezTo>
                    <a:cubicBezTo>
                      <a:pt x="20223" y="4649"/>
                      <a:pt x="19784" y="5081"/>
                      <a:pt x="19309" y="5454"/>
                    </a:cubicBezTo>
                    <a:cubicBezTo>
                      <a:pt x="19444" y="7795"/>
                      <a:pt x="19109" y="10097"/>
                      <a:pt x="18370" y="12200"/>
                    </a:cubicBezTo>
                    <a:cubicBezTo>
                      <a:pt x="17648" y="14253"/>
                      <a:pt x="16533" y="16141"/>
                      <a:pt x="14986" y="17569"/>
                    </a:cubicBezTo>
                    <a:cubicBezTo>
                      <a:pt x="13903" y="18568"/>
                      <a:pt x="12649" y="19278"/>
                      <a:pt x="11333" y="19776"/>
                    </a:cubicBezTo>
                    <a:cubicBezTo>
                      <a:pt x="7577" y="21197"/>
                      <a:pt x="3487" y="20789"/>
                      <a:pt x="0" y="18635"/>
                    </a:cubicBezTo>
                    <a:cubicBezTo>
                      <a:pt x="1193" y="18716"/>
                      <a:pt x="2389" y="18532"/>
                      <a:pt x="3523" y="18094"/>
                    </a:cubicBezTo>
                    <a:cubicBezTo>
                      <a:pt x="4495" y="17719"/>
                      <a:pt x="5407" y="17162"/>
                      <a:pt x="6225" y="16446"/>
                    </a:cubicBezTo>
                    <a:cubicBezTo>
                      <a:pt x="5098" y="16406"/>
                      <a:pt x="4024" y="15887"/>
                      <a:pt x="3208" y="14986"/>
                    </a:cubicBezTo>
                    <a:cubicBezTo>
                      <a:pt x="2632" y="14351"/>
                      <a:pt x="2210" y="13551"/>
                      <a:pt x="1985" y="12667"/>
                    </a:cubicBezTo>
                    <a:cubicBezTo>
                      <a:pt x="2291" y="12709"/>
                      <a:pt x="2600" y="12724"/>
                      <a:pt x="2908" y="12712"/>
                    </a:cubicBezTo>
                    <a:cubicBezTo>
                      <a:pt x="3196" y="12701"/>
                      <a:pt x="3482" y="12666"/>
                      <a:pt x="3766" y="12608"/>
                    </a:cubicBezTo>
                    <a:cubicBezTo>
                      <a:pt x="2710" y="12261"/>
                      <a:pt x="1802" y="11471"/>
                      <a:pt x="1219" y="10392"/>
                    </a:cubicBezTo>
                    <a:cubicBezTo>
                      <a:pt x="728" y="9483"/>
                      <a:pt x="496" y="8418"/>
                      <a:pt x="556" y="7347"/>
                    </a:cubicBezTo>
                    <a:cubicBezTo>
                      <a:pt x="865" y="7528"/>
                      <a:pt x="1185" y="7682"/>
                      <a:pt x="1514" y="7808"/>
                    </a:cubicBezTo>
                    <a:cubicBezTo>
                      <a:pt x="1827" y="7928"/>
                      <a:pt x="2147" y="8023"/>
                      <a:pt x="2471" y="8092"/>
                    </a:cubicBezTo>
                    <a:cubicBezTo>
                      <a:pt x="1633" y="7267"/>
                      <a:pt x="1044" y="6153"/>
                      <a:pt x="791" y="4912"/>
                    </a:cubicBezTo>
                    <a:cubicBezTo>
                      <a:pt x="541" y="3690"/>
                      <a:pt x="630" y="2408"/>
                      <a:pt x="1044" y="1248"/>
                    </a:cubicBezTo>
                    <a:cubicBezTo>
                      <a:pt x="2154" y="2776"/>
                      <a:pt x="3509" y="4041"/>
                      <a:pt x="5034" y="4972"/>
                    </a:cubicBezTo>
                    <a:cubicBezTo>
                      <a:pt x="6714" y="5998"/>
                      <a:pt x="8564" y="6597"/>
                      <a:pt x="10460" y="6728"/>
                    </a:cubicBezTo>
                    <a:cubicBezTo>
                      <a:pt x="9854" y="4014"/>
                      <a:pt x="11145" y="1215"/>
                      <a:pt x="13427" y="291"/>
                    </a:cubicBezTo>
                    <a:cubicBezTo>
                      <a:pt x="15140" y="-403"/>
                      <a:pt x="17045" y="169"/>
                      <a:pt x="18253" y="1739"/>
                    </a:cubicBezTo>
                    <a:cubicBezTo>
                      <a:pt x="18767" y="1670"/>
                      <a:pt x="19270" y="1521"/>
                      <a:pt x="19749" y="1295"/>
                    </a:cubicBezTo>
                    <a:cubicBezTo>
                      <a:pt x="20190" y="1087"/>
                      <a:pt x="20606" y="816"/>
                      <a:pt x="20989" y="488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p:spPr>
            <p:txBody>
              <a:bodyPr lIns="50800" tIns="50800" rIns="50800" bIns="5080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402" name="Oval 9">
                <a:extLst>
                  <a:ext uri="{FF2B5EF4-FFF2-40B4-BE49-F238E27FC236}">
                    <a16:creationId xmlns:a16="http://schemas.microsoft.com/office/drawing/2014/main" id="{1C8165F3-E711-4C4D-B784-2D3EBCF3E1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85542" y="8177794"/>
                <a:ext cx="405568" cy="405569"/>
              </a:xfrm>
              <a:prstGeom prst="ellipse">
                <a:avLst/>
              </a:prstGeom>
              <a:noFill/>
              <a:ln w="12700">
                <a:solidFill>
                  <a:schemeClr val="bg1">
                    <a:lumMod val="85000"/>
                    <a:alpha val="71000"/>
                  </a:schemeClr>
                </a:solidFill>
              </a:ln>
              <a:effectLst/>
            </p:spPr>
            <p:txBody>
              <a:bodyPr lIns="50800" tIns="50800" rIns="50800" bIns="50800" anchor="ctr"/>
              <a:lstStyle/>
              <a:p>
                <a:endParaRPr lang="en-US" altLang="en-US" sz="3200" dirty="0">
                  <a:solidFill>
                    <a:srgbClr val="FFFFFF"/>
                  </a:solidFill>
                  <a:latin typeface="Pretendard ExtraLight" panose="02000303000000020004" pitchFamily="50" charset="-127"/>
                  <a:ea typeface="Poppins" charset="0"/>
                  <a:cs typeface="Poppins" charset="0"/>
                  <a:sym typeface="Helvetica Light" charset="0"/>
                </a:endParaRPr>
              </a:p>
            </p:txBody>
          </p:sp>
          <p:sp>
            <p:nvSpPr>
              <p:cNvPr id="403" name="AutoShape 10">
                <a:extLst>
                  <a:ext uri="{FF2B5EF4-FFF2-40B4-BE49-F238E27FC236}">
                    <a16:creationId xmlns:a16="http://schemas.microsoft.com/office/drawing/2014/main" id="{809128FD-286E-4F7C-BEAF-DBD1C37EC6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95352" y="8311666"/>
                <a:ext cx="215776" cy="137826"/>
              </a:xfrm>
              <a:custGeom>
                <a:avLst/>
                <a:gdLst>
                  <a:gd name="T0" fmla="*/ 151599 w 20949"/>
                  <a:gd name="T1" fmla="*/ 96820 h 20595"/>
                  <a:gd name="T2" fmla="*/ 151599 w 20949"/>
                  <a:gd name="T3" fmla="*/ 96820 h 20595"/>
                  <a:gd name="T4" fmla="*/ 151599 w 20949"/>
                  <a:gd name="T5" fmla="*/ 96820 h 20595"/>
                  <a:gd name="T6" fmla="*/ 151599 w 20949"/>
                  <a:gd name="T7" fmla="*/ 96820 h 2059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0949" h="20595">
                    <a:moveTo>
                      <a:pt x="6669" y="0"/>
                    </a:moveTo>
                    <a:cubicBezTo>
                      <a:pt x="4962" y="0"/>
                      <a:pt x="3255" y="1006"/>
                      <a:pt x="1953" y="3017"/>
                    </a:cubicBezTo>
                    <a:cubicBezTo>
                      <a:pt x="-651" y="7038"/>
                      <a:pt x="-651" y="13558"/>
                      <a:pt x="1953" y="17579"/>
                    </a:cubicBezTo>
                    <a:cubicBezTo>
                      <a:pt x="4557" y="21600"/>
                      <a:pt x="8780" y="21600"/>
                      <a:pt x="11384" y="17579"/>
                    </a:cubicBezTo>
                    <a:cubicBezTo>
                      <a:pt x="13022" y="15050"/>
                      <a:pt x="13627" y="11534"/>
                      <a:pt x="13205" y="8272"/>
                    </a:cubicBezTo>
                    <a:lnTo>
                      <a:pt x="13026" y="8272"/>
                    </a:lnTo>
                    <a:lnTo>
                      <a:pt x="13026" y="8259"/>
                    </a:lnTo>
                    <a:lnTo>
                      <a:pt x="6690" y="8259"/>
                    </a:lnTo>
                    <a:lnTo>
                      <a:pt x="6690" y="12305"/>
                    </a:lnTo>
                    <a:lnTo>
                      <a:pt x="10410" y="12305"/>
                    </a:lnTo>
                    <a:cubicBezTo>
                      <a:pt x="10222" y="13151"/>
                      <a:pt x="9915" y="13949"/>
                      <a:pt x="9477" y="14627"/>
                    </a:cubicBezTo>
                    <a:cubicBezTo>
                      <a:pt x="7927" y="17019"/>
                      <a:pt x="5415" y="17019"/>
                      <a:pt x="3865" y="14627"/>
                    </a:cubicBezTo>
                    <a:cubicBezTo>
                      <a:pt x="2316" y="12234"/>
                      <a:pt x="2316" y="8361"/>
                      <a:pt x="3865" y="5969"/>
                    </a:cubicBezTo>
                    <a:cubicBezTo>
                      <a:pt x="4640" y="4773"/>
                      <a:pt x="5654" y="4174"/>
                      <a:pt x="6669" y="4174"/>
                    </a:cubicBezTo>
                    <a:cubicBezTo>
                      <a:pt x="7633" y="4174"/>
                      <a:pt x="8593" y="4730"/>
                      <a:pt x="9352" y="5808"/>
                    </a:cubicBezTo>
                    <a:lnTo>
                      <a:pt x="11297" y="2894"/>
                    </a:lnTo>
                    <a:cubicBezTo>
                      <a:pt x="10006" y="970"/>
                      <a:pt x="8339" y="0"/>
                      <a:pt x="6669" y="0"/>
                    </a:cubicBezTo>
                    <a:close/>
                    <a:moveTo>
                      <a:pt x="16904" y="5120"/>
                    </a:moveTo>
                    <a:lnTo>
                      <a:pt x="16904" y="8490"/>
                    </a:lnTo>
                    <a:lnTo>
                      <a:pt x="14721" y="8490"/>
                    </a:lnTo>
                    <a:lnTo>
                      <a:pt x="14721" y="11359"/>
                    </a:lnTo>
                    <a:lnTo>
                      <a:pt x="16904" y="11359"/>
                    </a:lnTo>
                    <a:lnTo>
                      <a:pt x="16904" y="14730"/>
                    </a:lnTo>
                    <a:lnTo>
                      <a:pt x="18766" y="14730"/>
                    </a:lnTo>
                    <a:lnTo>
                      <a:pt x="18766" y="11359"/>
                    </a:lnTo>
                    <a:lnTo>
                      <a:pt x="20949" y="11359"/>
                    </a:lnTo>
                    <a:lnTo>
                      <a:pt x="20949" y="8490"/>
                    </a:lnTo>
                    <a:lnTo>
                      <a:pt x="18766" y="8490"/>
                    </a:lnTo>
                    <a:lnTo>
                      <a:pt x="18766" y="5120"/>
                    </a:lnTo>
                    <a:lnTo>
                      <a:pt x="16904" y="512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p:spPr>
            <p:txBody>
              <a:bodyPr lIns="50800" tIns="50800" rIns="50800" bIns="5080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404" name="Oval 136">
                <a:extLst>
                  <a:ext uri="{FF2B5EF4-FFF2-40B4-BE49-F238E27FC236}">
                    <a16:creationId xmlns:a16="http://schemas.microsoft.com/office/drawing/2014/main" id="{0C604EF8-054F-41F6-9B28-8675CC7DD8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67844" y="8177794"/>
                <a:ext cx="405568" cy="405569"/>
              </a:xfrm>
              <a:prstGeom prst="ellipse">
                <a:avLst/>
              </a:prstGeom>
              <a:noFill/>
              <a:ln w="12700">
                <a:solidFill>
                  <a:schemeClr val="bg1">
                    <a:lumMod val="85000"/>
                    <a:alpha val="71000"/>
                  </a:schemeClr>
                </a:solidFill>
              </a:ln>
              <a:effectLst/>
            </p:spPr>
            <p:txBody>
              <a:bodyPr lIns="50800" tIns="50800" rIns="50800" bIns="50800" anchor="ctr"/>
              <a:lstStyle/>
              <a:p>
                <a:pPr>
                  <a:defRPr/>
                </a:pPr>
                <a:endParaRPr lang="en-US" altLang="en-US" sz="3200" dirty="0">
                  <a:solidFill>
                    <a:srgbClr val="FFFFFF"/>
                  </a:solidFill>
                  <a:latin typeface="Pretendard ExtraLight" panose="02000303000000020004" pitchFamily="50" charset="-127"/>
                  <a:ea typeface="Poppins" charset="0"/>
                  <a:cs typeface="Poppins" charset="0"/>
                  <a:sym typeface="Helvetica Light" charset="0"/>
                </a:endParaRPr>
              </a:p>
            </p:txBody>
          </p:sp>
          <p:sp>
            <p:nvSpPr>
              <p:cNvPr id="405" name="AutoShape 13">
                <a:extLst>
                  <a:ext uri="{FF2B5EF4-FFF2-40B4-BE49-F238E27FC236}">
                    <a16:creationId xmlns:a16="http://schemas.microsoft.com/office/drawing/2014/main" id="{650B10FC-408A-482E-90F7-A7755AC709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97309" y="8300368"/>
                <a:ext cx="161550" cy="160420"/>
              </a:xfrm>
              <a:custGeom>
                <a:avLst/>
                <a:gdLst>
                  <a:gd name="T0" fmla="*/ 113506 w 21352"/>
                  <a:gd name="T1" fmla="*/ 112698 h 21600"/>
                  <a:gd name="T2" fmla="*/ 113506 w 21352"/>
                  <a:gd name="T3" fmla="*/ 112698 h 21600"/>
                  <a:gd name="T4" fmla="*/ 113506 w 21352"/>
                  <a:gd name="T5" fmla="*/ 112698 h 21600"/>
                  <a:gd name="T6" fmla="*/ 113506 w 21352"/>
                  <a:gd name="T7" fmla="*/ 112698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352" h="21600">
                    <a:moveTo>
                      <a:pt x="2512" y="0"/>
                    </a:moveTo>
                    <a:cubicBezTo>
                      <a:pt x="1868" y="0"/>
                      <a:pt x="1228" y="252"/>
                      <a:pt x="736" y="755"/>
                    </a:cubicBezTo>
                    <a:cubicBezTo>
                      <a:pt x="-246" y="1760"/>
                      <a:pt x="-246" y="3389"/>
                      <a:pt x="736" y="4394"/>
                    </a:cubicBezTo>
                    <a:cubicBezTo>
                      <a:pt x="1719" y="5400"/>
                      <a:pt x="3311" y="5400"/>
                      <a:pt x="4293" y="4394"/>
                    </a:cubicBezTo>
                    <a:cubicBezTo>
                      <a:pt x="5276" y="3389"/>
                      <a:pt x="5276" y="1760"/>
                      <a:pt x="4293" y="755"/>
                    </a:cubicBezTo>
                    <a:cubicBezTo>
                      <a:pt x="3802" y="252"/>
                      <a:pt x="3156" y="0"/>
                      <a:pt x="2512" y="0"/>
                    </a:cubicBezTo>
                    <a:close/>
                    <a:moveTo>
                      <a:pt x="15974" y="6786"/>
                    </a:moveTo>
                    <a:cubicBezTo>
                      <a:pt x="14493" y="6827"/>
                      <a:pt x="13075" y="7479"/>
                      <a:pt x="12048" y="8609"/>
                    </a:cubicBezTo>
                    <a:lnTo>
                      <a:pt x="12048" y="7250"/>
                    </a:lnTo>
                    <a:lnTo>
                      <a:pt x="7561" y="7250"/>
                    </a:lnTo>
                    <a:lnTo>
                      <a:pt x="7561" y="21600"/>
                    </a:lnTo>
                    <a:lnTo>
                      <a:pt x="12048" y="21600"/>
                    </a:lnTo>
                    <a:lnTo>
                      <a:pt x="12048" y="13067"/>
                    </a:lnTo>
                    <a:cubicBezTo>
                      <a:pt x="12157" y="11669"/>
                      <a:pt x="13375" y="10577"/>
                      <a:pt x="14805" y="10756"/>
                    </a:cubicBezTo>
                    <a:cubicBezTo>
                      <a:pt x="16039" y="10911"/>
                      <a:pt x="16934" y="12021"/>
                      <a:pt x="16865" y="13287"/>
                    </a:cubicBezTo>
                    <a:lnTo>
                      <a:pt x="16865" y="21600"/>
                    </a:lnTo>
                    <a:lnTo>
                      <a:pt x="21352" y="21600"/>
                    </a:lnTo>
                    <a:lnTo>
                      <a:pt x="21352" y="13357"/>
                    </a:lnTo>
                    <a:lnTo>
                      <a:pt x="21352" y="13287"/>
                    </a:lnTo>
                    <a:lnTo>
                      <a:pt x="21346" y="13287"/>
                    </a:lnTo>
                    <a:cubicBezTo>
                      <a:pt x="21354" y="12646"/>
                      <a:pt x="21328" y="12016"/>
                      <a:pt x="21244" y="11407"/>
                    </a:cubicBezTo>
                    <a:cubicBezTo>
                      <a:pt x="21154" y="10757"/>
                      <a:pt x="21010" y="10115"/>
                      <a:pt x="20734" y="9532"/>
                    </a:cubicBezTo>
                    <a:cubicBezTo>
                      <a:pt x="20160" y="8321"/>
                      <a:pt x="19052" y="7432"/>
                      <a:pt x="17710" y="7024"/>
                    </a:cubicBezTo>
                    <a:cubicBezTo>
                      <a:pt x="17135" y="6849"/>
                      <a:pt x="16551" y="6770"/>
                      <a:pt x="15974" y="6786"/>
                    </a:cubicBezTo>
                    <a:close/>
                    <a:moveTo>
                      <a:pt x="271" y="7250"/>
                    </a:moveTo>
                    <a:lnTo>
                      <a:pt x="271" y="21600"/>
                    </a:lnTo>
                    <a:lnTo>
                      <a:pt x="4759" y="21600"/>
                    </a:lnTo>
                    <a:lnTo>
                      <a:pt x="4759" y="7250"/>
                    </a:lnTo>
                    <a:lnTo>
                      <a:pt x="271" y="725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p:spPr>
            <p:txBody>
              <a:bodyPr lIns="50800" tIns="50800" rIns="50800" bIns="50800" anchor="ctr"/>
              <a:lstStyle/>
              <a:p>
                <a:pPr>
                  <a:defRPr/>
                </a:pPr>
                <a:endParaRPr lang="ru-RU"/>
              </a:p>
            </p:txBody>
          </p:sp>
        </p:grpSp>
        <p:sp>
          <p:nvSpPr>
            <p:cNvPr id="392" name="Text Box 53">
              <a:extLst>
                <a:ext uri="{FF2B5EF4-FFF2-40B4-BE49-F238E27FC236}">
                  <a16:creationId xmlns:a16="http://schemas.microsoft.com/office/drawing/2014/main" id="{B0EA143A-9D37-4E98-B987-A2AE9B6B0741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65408" y="8606080"/>
              <a:ext cx="2166364" cy="299295"/>
            </a:xfrm>
            <a:prstGeom prst="rect">
              <a:avLst/>
            </a:prstGeom>
            <a:solidFill>
              <a:srgbClr val="505050"/>
            </a:solidFill>
            <a:ln>
              <a:noFill/>
            </a:ln>
            <a:effectLst/>
          </p:spPr>
          <p:txBody>
            <a:bodyPr wrap="none" lIns="144000" tIns="36000" rIns="144000" bIns="36000" anchor="ctr">
              <a:noAutofit/>
            </a:bodyPr>
            <a:lstStyle>
              <a:defPPr>
                <a:defRPr lang="en-US"/>
              </a:defPPr>
              <a:lvl1pPr lvl="0" indent="0" algn="ctr" defTabSz="914400">
                <a:spcBef>
                  <a:spcPts val="1000"/>
                </a:spcBef>
                <a:defRPr kumimoji="1" sz="1000">
                  <a:solidFill>
                    <a:schemeClr val="bg1"/>
                  </a:solidFill>
                  <a:latin typeface="+mn-ea"/>
                </a:defRPr>
              </a:lvl1pPr>
              <a:lvl2pPr marL="1028700" indent="-457200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668463" indent="-454025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2317750" indent="-458788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965450" indent="-457200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34226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38798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43370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47942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r>
                <a:rPr lang="en-US" altLang="ko-KR" dirty="0"/>
                <a:t>(</a:t>
              </a:r>
              <a:r>
                <a:rPr lang="ko-KR" altLang="en-US" dirty="0"/>
                <a:t>주</a:t>
              </a:r>
              <a:r>
                <a:rPr lang="en-US" altLang="ko-KR" dirty="0"/>
                <a:t>)</a:t>
              </a:r>
              <a:r>
                <a:rPr lang="ko-KR" altLang="en-US" dirty="0"/>
                <a:t>서희 </a:t>
              </a:r>
              <a:r>
                <a:rPr lang="en-US" altLang="ko-KR" dirty="0"/>
                <a:t>Design</a:t>
              </a:r>
              <a:endParaRPr lang="ko-KR" altLang="en-US" dirty="0"/>
            </a:p>
          </p:txBody>
        </p:sp>
        <p:cxnSp>
          <p:nvCxnSpPr>
            <p:cNvPr id="393" name="직선 연결선 392">
              <a:extLst>
                <a:ext uri="{FF2B5EF4-FFF2-40B4-BE49-F238E27FC236}">
                  <a16:creationId xmlns:a16="http://schemas.microsoft.com/office/drawing/2014/main" id="{E07E4648-791A-4BAB-B29B-BA7A6BF168A5}"/>
                </a:ext>
              </a:extLst>
            </p:cNvPr>
            <p:cNvCxnSpPr/>
            <p:nvPr/>
          </p:nvCxnSpPr>
          <p:spPr>
            <a:xfrm>
              <a:off x="2539206" y="8606080"/>
              <a:ext cx="0" cy="79200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4" name="任意形状 1091">
              <a:extLst>
                <a:ext uri="{FF2B5EF4-FFF2-40B4-BE49-F238E27FC236}">
                  <a16:creationId xmlns:a16="http://schemas.microsoft.com/office/drawing/2014/main" id="{80C9426F-77DF-4FA2-BC59-7B9E33F76524}"/>
                </a:ext>
              </a:extLst>
            </p:cNvPr>
            <p:cNvSpPr/>
            <p:nvPr/>
          </p:nvSpPr>
          <p:spPr>
            <a:xfrm>
              <a:off x="2751048" y="9256464"/>
              <a:ext cx="133403" cy="16103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20760" extrusionOk="0">
                  <a:moveTo>
                    <a:pt x="9839" y="18058"/>
                  </a:moveTo>
                  <a:lnTo>
                    <a:pt x="15251" y="13328"/>
                  </a:lnTo>
                  <a:cubicBezTo>
                    <a:pt x="18239" y="10716"/>
                    <a:pt x="18239" y="6481"/>
                    <a:pt x="15250" y="3870"/>
                  </a:cubicBezTo>
                  <a:cubicBezTo>
                    <a:pt x="12261" y="1258"/>
                    <a:pt x="7416" y="1258"/>
                    <a:pt x="4427" y="3870"/>
                  </a:cubicBezTo>
                  <a:cubicBezTo>
                    <a:pt x="1439" y="6482"/>
                    <a:pt x="1439" y="10716"/>
                    <a:pt x="4427" y="13328"/>
                  </a:cubicBezTo>
                  <a:lnTo>
                    <a:pt x="9839" y="18058"/>
                  </a:lnTo>
                  <a:close/>
                  <a:moveTo>
                    <a:pt x="9839" y="20760"/>
                  </a:moveTo>
                  <a:lnTo>
                    <a:pt x="2882" y="14679"/>
                  </a:lnTo>
                  <a:cubicBezTo>
                    <a:pt x="-961" y="11321"/>
                    <a:pt x="-961" y="5876"/>
                    <a:pt x="2882" y="2518"/>
                  </a:cubicBezTo>
                  <a:cubicBezTo>
                    <a:pt x="6724" y="-840"/>
                    <a:pt x="12954" y="-840"/>
                    <a:pt x="16797" y="2518"/>
                  </a:cubicBezTo>
                  <a:cubicBezTo>
                    <a:pt x="20639" y="5876"/>
                    <a:pt x="20639" y="11321"/>
                    <a:pt x="16797" y="14679"/>
                  </a:cubicBezTo>
                  <a:lnTo>
                    <a:pt x="9839" y="20760"/>
                  </a:lnTo>
                  <a:close/>
                  <a:moveTo>
                    <a:pt x="9839" y="10510"/>
                  </a:moveTo>
                  <a:cubicBezTo>
                    <a:pt x="11047" y="10510"/>
                    <a:pt x="12026" y="9654"/>
                    <a:pt x="12026" y="8599"/>
                  </a:cubicBezTo>
                  <a:cubicBezTo>
                    <a:pt x="12026" y="7543"/>
                    <a:pt x="11047" y="6688"/>
                    <a:pt x="9839" y="6688"/>
                  </a:cubicBezTo>
                  <a:cubicBezTo>
                    <a:pt x="8631" y="6688"/>
                    <a:pt x="7653" y="7543"/>
                    <a:pt x="7653" y="8599"/>
                  </a:cubicBezTo>
                  <a:cubicBezTo>
                    <a:pt x="7653" y="9654"/>
                    <a:pt x="8631" y="10510"/>
                    <a:pt x="9839" y="10510"/>
                  </a:cubicBezTo>
                  <a:close/>
                  <a:moveTo>
                    <a:pt x="9839" y="12421"/>
                  </a:moveTo>
                  <a:cubicBezTo>
                    <a:pt x="7424" y="12421"/>
                    <a:pt x="5466" y="10710"/>
                    <a:pt x="5466" y="8599"/>
                  </a:cubicBezTo>
                  <a:cubicBezTo>
                    <a:pt x="5466" y="6488"/>
                    <a:pt x="7424" y="4777"/>
                    <a:pt x="9839" y="4777"/>
                  </a:cubicBezTo>
                  <a:cubicBezTo>
                    <a:pt x="12254" y="4777"/>
                    <a:pt x="14212" y="6488"/>
                    <a:pt x="14212" y="8599"/>
                  </a:cubicBezTo>
                  <a:cubicBezTo>
                    <a:pt x="14212" y="10710"/>
                    <a:pt x="12254" y="12421"/>
                    <a:pt x="9839" y="12421"/>
                  </a:cubicBez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9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grpSp>
          <p:nvGrpSpPr>
            <p:cNvPr id="395" name="그룹 394">
              <a:extLst>
                <a:ext uri="{FF2B5EF4-FFF2-40B4-BE49-F238E27FC236}">
                  <a16:creationId xmlns:a16="http://schemas.microsoft.com/office/drawing/2014/main" id="{FE20A56C-2856-4B15-BF8B-04550B65FBF9}"/>
                </a:ext>
              </a:extLst>
            </p:cNvPr>
            <p:cNvGrpSpPr/>
            <p:nvPr/>
          </p:nvGrpSpPr>
          <p:grpSpPr>
            <a:xfrm>
              <a:off x="2731569" y="8664014"/>
              <a:ext cx="942382" cy="186065"/>
              <a:chOff x="728700" y="7676979"/>
              <a:chExt cx="942382" cy="186065"/>
            </a:xfrm>
          </p:grpSpPr>
          <p:sp>
            <p:nvSpPr>
              <p:cNvPr id="396" name="任意形状 1136">
                <a:extLst>
                  <a:ext uri="{FF2B5EF4-FFF2-40B4-BE49-F238E27FC236}">
                    <a16:creationId xmlns:a16="http://schemas.microsoft.com/office/drawing/2014/main" id="{6272AF1E-5CA2-46A9-8970-E169DECF0C8D}"/>
                  </a:ext>
                </a:extLst>
              </p:cNvPr>
              <p:cNvSpPr/>
              <p:nvPr/>
            </p:nvSpPr>
            <p:spPr>
              <a:xfrm>
                <a:off x="728700" y="7680698"/>
                <a:ext cx="182346" cy="18234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1880" y="9720"/>
                    </a:moveTo>
                    <a:lnTo>
                      <a:pt x="11880" y="4320"/>
                    </a:lnTo>
                    <a:lnTo>
                      <a:pt x="6480" y="11880"/>
                    </a:lnTo>
                    <a:lnTo>
                      <a:pt x="9720" y="11880"/>
                    </a:lnTo>
                    <a:lnTo>
                      <a:pt x="9720" y="17280"/>
                    </a:lnTo>
                    <a:lnTo>
                      <a:pt x="15120" y="9720"/>
                    </a:lnTo>
                    <a:lnTo>
                      <a:pt x="11880" y="9720"/>
                    </a:lnTo>
                    <a:close/>
                    <a:moveTo>
                      <a:pt x="10800" y="21600"/>
                    </a:moveTo>
                    <a:cubicBezTo>
                      <a:pt x="4835" y="21600"/>
                      <a:pt x="0" y="16765"/>
                      <a:pt x="0" y="10800"/>
                    </a:cubicBez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endParaRPr dirty="0"/>
              </a:p>
            </p:txBody>
          </p:sp>
          <p:sp>
            <p:nvSpPr>
              <p:cNvPr id="397" name="Text Box 53">
                <a:extLst>
                  <a:ext uri="{FF2B5EF4-FFF2-40B4-BE49-F238E27FC236}">
                    <a16:creationId xmlns:a16="http://schemas.microsoft.com/office/drawing/2014/main" id="{9A7ADDBE-4FFE-446F-9655-D4F813091C37}"/>
                  </a:ext>
                </a:extLst>
              </p:cNvPr>
              <p:cNvSpPr txBox="1">
                <a:spLocks noChangeArrowheads="1"/>
              </p:cNvSpPr>
              <p:nvPr/>
            </p:nvSpPr>
            <p:spPr bwMode="gray">
              <a:xfrm>
                <a:off x="944921" y="7676979"/>
                <a:ext cx="726161" cy="1692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CC99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7961" dir="2700000" algn="ctr" rotWithShape="0">
                        <a:schemeClr val="bg1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marL="177800" indent="-177800" defTabSz="79375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1028700" indent="-457200" defTabSz="79375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668463" indent="-454025" defTabSz="79375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2317750" indent="-458788" defTabSz="79375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965450" indent="-457200" defTabSz="79375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3422650" indent="-457200" defTabSz="793750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3879850" indent="-457200" defTabSz="793750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4337050" indent="-457200" defTabSz="793750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4794250" indent="-457200" defTabSz="793750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marL="0" indent="0" defTabSz="914400">
                  <a:lnSpc>
                    <a:spcPct val="120000"/>
                  </a:lnSpc>
                  <a:spcAft>
                    <a:spcPts val="600"/>
                  </a:spcAft>
                </a:pPr>
                <a:r>
                  <a:rPr lang="en-US" altLang="ko-KR" sz="10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50" charset="-127"/>
                    <a:ea typeface="10X10 Bold" panose="020D0604000000000000" pitchFamily="50" charset="-127"/>
                    <a:cs typeface="Pretendard" panose="02000503000000020004" pitchFamily="50" charset="-127"/>
                  </a:rPr>
                  <a:t>YOUR</a:t>
                </a:r>
                <a:r>
                  <a:rPr lang="en-US" altLang="ko-KR" sz="10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50" charset="-127"/>
                    <a:ea typeface="나눔명조" panose="02020603020101020101" pitchFamily="18" charset="-127"/>
                    <a:cs typeface="Pretendard" panose="02000503000000020004" pitchFamily="50" charset="-127"/>
                  </a:rPr>
                  <a:t>LOGO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214166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Rectangle 12">
            <a:extLst>
              <a:ext uri="{FF2B5EF4-FFF2-40B4-BE49-F238E27FC236}">
                <a16:creationId xmlns:a16="http://schemas.microsoft.com/office/drawing/2014/main" id="{52D74B8C-42AC-42A7-A2AC-FC0BA011F96F}"/>
              </a:ext>
            </a:extLst>
          </p:cNvPr>
          <p:cNvSpPr/>
          <p:nvPr/>
        </p:nvSpPr>
        <p:spPr>
          <a:xfrm>
            <a:off x="0" y="625061"/>
            <a:ext cx="3392960" cy="86472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121920" tIns="60960" rIns="121920" bIns="60960" rtlCol="0" anchor="ctr">
            <a:noAutofit/>
          </a:bodyPr>
          <a:lstStyle/>
          <a:p>
            <a:pPr algn="ctr"/>
            <a:endParaRPr lang="en-US" sz="2400" dirty="0"/>
          </a:p>
        </p:txBody>
      </p:sp>
      <p:pic>
        <p:nvPicPr>
          <p:cNvPr id="62" name="그림 61">
            <a:extLst>
              <a:ext uri="{FF2B5EF4-FFF2-40B4-BE49-F238E27FC236}">
                <a16:creationId xmlns:a16="http://schemas.microsoft.com/office/drawing/2014/main" id="{AED38411-4BC5-4D6D-AE49-7F4D70BADA8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889" t="11429" r="26094"/>
          <a:stretch/>
        </p:blipFill>
        <p:spPr>
          <a:xfrm>
            <a:off x="545399" y="2547041"/>
            <a:ext cx="2304001" cy="6120000"/>
          </a:xfrm>
          <a:prstGeom prst="rect">
            <a:avLst/>
          </a:prstGeom>
        </p:spPr>
      </p:pic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-2041216" y="69211"/>
            <a:ext cx="1984519" cy="22775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fontAlgn="base" latinLnBrk="0">
              <a:spcAft>
                <a:spcPts val="200"/>
              </a:spcAft>
              <a:buClr>
                <a:schemeClr val="tx1">
                  <a:lumMod val="75000"/>
                  <a:lumOff val="25000"/>
                </a:schemeClr>
              </a:buClr>
              <a:buSzPct val="90000"/>
            </a:pPr>
            <a:r>
              <a:rPr lang="ko-KR" altLang="en-US" sz="1600" dirty="0">
                <a:cs typeface="+mn-cs"/>
              </a:rPr>
              <a:t>목차</a:t>
            </a:r>
            <a:r>
              <a:rPr lang="en-US" altLang="ko-KR" sz="1600" dirty="0">
                <a:cs typeface="+mn-cs"/>
              </a:rPr>
              <a:t>_image 03 =====</a:t>
            </a:r>
            <a:endParaRPr lang="ko-KR" altLang="en-US" sz="1600" dirty="0">
              <a:cs typeface="+mn-cs"/>
            </a:endParaRPr>
          </a:p>
        </p:txBody>
      </p:sp>
      <p:sp>
        <p:nvSpPr>
          <p:cNvPr id="93" name="Shape">
            <a:extLst>
              <a:ext uri="{FF2B5EF4-FFF2-40B4-BE49-F238E27FC236}">
                <a16:creationId xmlns:a16="http://schemas.microsoft.com/office/drawing/2014/main" id="{E4311A72-E551-40BF-A58C-61CBA4AB344E}"/>
              </a:ext>
            </a:extLst>
          </p:cNvPr>
          <p:cNvSpPr/>
          <p:nvPr/>
        </p:nvSpPr>
        <p:spPr>
          <a:xfrm>
            <a:off x="5517232" y="632520"/>
            <a:ext cx="1073729" cy="100864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89" h="21541" extrusionOk="0">
                <a:moveTo>
                  <a:pt x="568" y="0"/>
                </a:moveTo>
                <a:cubicBezTo>
                  <a:pt x="423" y="0"/>
                  <a:pt x="278" y="59"/>
                  <a:pt x="167" y="178"/>
                </a:cubicBezTo>
                <a:cubicBezTo>
                  <a:pt x="-55" y="415"/>
                  <a:pt x="-55" y="799"/>
                  <a:pt x="167" y="1036"/>
                </a:cubicBezTo>
                <a:cubicBezTo>
                  <a:pt x="389" y="1272"/>
                  <a:pt x="749" y="1272"/>
                  <a:pt x="971" y="1036"/>
                </a:cubicBezTo>
                <a:cubicBezTo>
                  <a:pt x="1193" y="799"/>
                  <a:pt x="1193" y="415"/>
                  <a:pt x="971" y="178"/>
                </a:cubicBezTo>
                <a:cubicBezTo>
                  <a:pt x="860" y="59"/>
                  <a:pt x="714" y="0"/>
                  <a:pt x="568" y="0"/>
                </a:cubicBezTo>
                <a:close/>
                <a:moveTo>
                  <a:pt x="2830" y="0"/>
                </a:moveTo>
                <a:cubicBezTo>
                  <a:pt x="2685" y="0"/>
                  <a:pt x="2539" y="59"/>
                  <a:pt x="2428" y="178"/>
                </a:cubicBezTo>
                <a:cubicBezTo>
                  <a:pt x="2207" y="415"/>
                  <a:pt x="2207" y="799"/>
                  <a:pt x="2428" y="1036"/>
                </a:cubicBezTo>
                <a:cubicBezTo>
                  <a:pt x="2650" y="1272"/>
                  <a:pt x="3011" y="1272"/>
                  <a:pt x="3232" y="1036"/>
                </a:cubicBezTo>
                <a:cubicBezTo>
                  <a:pt x="3454" y="799"/>
                  <a:pt x="3454" y="415"/>
                  <a:pt x="3232" y="178"/>
                </a:cubicBezTo>
                <a:cubicBezTo>
                  <a:pt x="3121" y="59"/>
                  <a:pt x="2975" y="0"/>
                  <a:pt x="2830" y="0"/>
                </a:cubicBezTo>
                <a:close/>
                <a:moveTo>
                  <a:pt x="5092" y="0"/>
                </a:moveTo>
                <a:cubicBezTo>
                  <a:pt x="4946" y="0"/>
                  <a:pt x="4801" y="59"/>
                  <a:pt x="4690" y="178"/>
                </a:cubicBezTo>
                <a:cubicBezTo>
                  <a:pt x="4468" y="415"/>
                  <a:pt x="4468" y="799"/>
                  <a:pt x="4690" y="1036"/>
                </a:cubicBezTo>
                <a:cubicBezTo>
                  <a:pt x="4912" y="1272"/>
                  <a:pt x="5271" y="1272"/>
                  <a:pt x="5493" y="1036"/>
                </a:cubicBezTo>
                <a:cubicBezTo>
                  <a:pt x="5715" y="799"/>
                  <a:pt x="5715" y="415"/>
                  <a:pt x="5493" y="178"/>
                </a:cubicBezTo>
                <a:cubicBezTo>
                  <a:pt x="5382" y="59"/>
                  <a:pt x="5237" y="0"/>
                  <a:pt x="5092" y="0"/>
                </a:cubicBezTo>
                <a:close/>
                <a:moveTo>
                  <a:pt x="7353" y="0"/>
                </a:moveTo>
                <a:cubicBezTo>
                  <a:pt x="7208" y="0"/>
                  <a:pt x="7063" y="59"/>
                  <a:pt x="6952" y="178"/>
                </a:cubicBezTo>
                <a:cubicBezTo>
                  <a:pt x="6730" y="415"/>
                  <a:pt x="6730" y="799"/>
                  <a:pt x="6952" y="1036"/>
                </a:cubicBezTo>
                <a:cubicBezTo>
                  <a:pt x="7173" y="1272"/>
                  <a:pt x="7533" y="1272"/>
                  <a:pt x="7755" y="1036"/>
                </a:cubicBezTo>
                <a:cubicBezTo>
                  <a:pt x="7976" y="799"/>
                  <a:pt x="7976" y="415"/>
                  <a:pt x="7755" y="178"/>
                </a:cubicBezTo>
                <a:cubicBezTo>
                  <a:pt x="7644" y="59"/>
                  <a:pt x="7498" y="0"/>
                  <a:pt x="7353" y="0"/>
                </a:cubicBezTo>
                <a:close/>
                <a:moveTo>
                  <a:pt x="9615" y="0"/>
                </a:moveTo>
                <a:cubicBezTo>
                  <a:pt x="9469" y="0"/>
                  <a:pt x="9324" y="59"/>
                  <a:pt x="9213" y="178"/>
                </a:cubicBezTo>
                <a:cubicBezTo>
                  <a:pt x="8991" y="415"/>
                  <a:pt x="8991" y="799"/>
                  <a:pt x="9213" y="1036"/>
                </a:cubicBezTo>
                <a:cubicBezTo>
                  <a:pt x="9435" y="1272"/>
                  <a:pt x="9794" y="1272"/>
                  <a:pt x="10016" y="1036"/>
                </a:cubicBezTo>
                <a:cubicBezTo>
                  <a:pt x="10238" y="799"/>
                  <a:pt x="10238" y="415"/>
                  <a:pt x="10016" y="178"/>
                </a:cubicBezTo>
                <a:cubicBezTo>
                  <a:pt x="9905" y="59"/>
                  <a:pt x="9760" y="0"/>
                  <a:pt x="9615" y="0"/>
                </a:cubicBezTo>
                <a:close/>
                <a:moveTo>
                  <a:pt x="11876" y="0"/>
                </a:moveTo>
                <a:cubicBezTo>
                  <a:pt x="11731" y="0"/>
                  <a:pt x="11585" y="59"/>
                  <a:pt x="11474" y="178"/>
                </a:cubicBezTo>
                <a:cubicBezTo>
                  <a:pt x="11252" y="415"/>
                  <a:pt x="11252" y="799"/>
                  <a:pt x="11474" y="1036"/>
                </a:cubicBezTo>
                <a:cubicBezTo>
                  <a:pt x="11696" y="1272"/>
                  <a:pt x="12056" y="1272"/>
                  <a:pt x="12278" y="1036"/>
                </a:cubicBezTo>
                <a:cubicBezTo>
                  <a:pt x="12500" y="799"/>
                  <a:pt x="12500" y="415"/>
                  <a:pt x="12278" y="178"/>
                </a:cubicBezTo>
                <a:cubicBezTo>
                  <a:pt x="12167" y="59"/>
                  <a:pt x="12022" y="0"/>
                  <a:pt x="11876" y="0"/>
                </a:cubicBezTo>
                <a:close/>
                <a:moveTo>
                  <a:pt x="14138" y="0"/>
                </a:moveTo>
                <a:cubicBezTo>
                  <a:pt x="13992" y="0"/>
                  <a:pt x="13846" y="59"/>
                  <a:pt x="13735" y="178"/>
                </a:cubicBezTo>
                <a:cubicBezTo>
                  <a:pt x="13514" y="415"/>
                  <a:pt x="13514" y="799"/>
                  <a:pt x="13735" y="1036"/>
                </a:cubicBezTo>
                <a:cubicBezTo>
                  <a:pt x="13957" y="1272"/>
                  <a:pt x="14317" y="1272"/>
                  <a:pt x="14539" y="1036"/>
                </a:cubicBezTo>
                <a:cubicBezTo>
                  <a:pt x="14761" y="799"/>
                  <a:pt x="14761" y="415"/>
                  <a:pt x="14539" y="178"/>
                </a:cubicBezTo>
                <a:cubicBezTo>
                  <a:pt x="14428" y="59"/>
                  <a:pt x="14283" y="0"/>
                  <a:pt x="14138" y="0"/>
                </a:cubicBezTo>
                <a:close/>
                <a:moveTo>
                  <a:pt x="16398" y="0"/>
                </a:moveTo>
                <a:cubicBezTo>
                  <a:pt x="16253" y="0"/>
                  <a:pt x="16108" y="59"/>
                  <a:pt x="15997" y="178"/>
                </a:cubicBezTo>
                <a:cubicBezTo>
                  <a:pt x="15775" y="415"/>
                  <a:pt x="15775" y="799"/>
                  <a:pt x="15997" y="1036"/>
                </a:cubicBezTo>
                <a:cubicBezTo>
                  <a:pt x="16219" y="1272"/>
                  <a:pt x="16579" y="1272"/>
                  <a:pt x="16801" y="1036"/>
                </a:cubicBezTo>
                <a:cubicBezTo>
                  <a:pt x="17023" y="799"/>
                  <a:pt x="17023" y="415"/>
                  <a:pt x="16801" y="178"/>
                </a:cubicBezTo>
                <a:cubicBezTo>
                  <a:pt x="16690" y="59"/>
                  <a:pt x="16544" y="0"/>
                  <a:pt x="16398" y="0"/>
                </a:cubicBezTo>
                <a:close/>
                <a:moveTo>
                  <a:pt x="18660" y="0"/>
                </a:moveTo>
                <a:cubicBezTo>
                  <a:pt x="18515" y="0"/>
                  <a:pt x="18369" y="59"/>
                  <a:pt x="18259" y="178"/>
                </a:cubicBezTo>
                <a:cubicBezTo>
                  <a:pt x="18037" y="415"/>
                  <a:pt x="18037" y="799"/>
                  <a:pt x="18259" y="1036"/>
                </a:cubicBezTo>
                <a:cubicBezTo>
                  <a:pt x="18480" y="1272"/>
                  <a:pt x="18840" y="1272"/>
                  <a:pt x="19062" y="1036"/>
                </a:cubicBezTo>
                <a:cubicBezTo>
                  <a:pt x="19283" y="799"/>
                  <a:pt x="19283" y="415"/>
                  <a:pt x="19062" y="178"/>
                </a:cubicBezTo>
                <a:cubicBezTo>
                  <a:pt x="18951" y="59"/>
                  <a:pt x="18805" y="0"/>
                  <a:pt x="18660" y="0"/>
                </a:cubicBezTo>
                <a:close/>
                <a:moveTo>
                  <a:pt x="20922" y="0"/>
                </a:moveTo>
                <a:cubicBezTo>
                  <a:pt x="20776" y="0"/>
                  <a:pt x="20631" y="59"/>
                  <a:pt x="20520" y="178"/>
                </a:cubicBezTo>
                <a:cubicBezTo>
                  <a:pt x="20298" y="415"/>
                  <a:pt x="20298" y="799"/>
                  <a:pt x="20520" y="1036"/>
                </a:cubicBezTo>
                <a:cubicBezTo>
                  <a:pt x="20742" y="1272"/>
                  <a:pt x="21101" y="1272"/>
                  <a:pt x="21323" y="1036"/>
                </a:cubicBezTo>
                <a:cubicBezTo>
                  <a:pt x="21545" y="799"/>
                  <a:pt x="21545" y="415"/>
                  <a:pt x="21323" y="178"/>
                </a:cubicBezTo>
                <a:cubicBezTo>
                  <a:pt x="21212" y="59"/>
                  <a:pt x="21067" y="0"/>
                  <a:pt x="20922" y="0"/>
                </a:cubicBezTo>
                <a:close/>
                <a:moveTo>
                  <a:pt x="568" y="2259"/>
                </a:moveTo>
                <a:cubicBezTo>
                  <a:pt x="423" y="2259"/>
                  <a:pt x="278" y="2318"/>
                  <a:pt x="167" y="2437"/>
                </a:cubicBezTo>
                <a:cubicBezTo>
                  <a:pt x="-55" y="2673"/>
                  <a:pt x="-55" y="3058"/>
                  <a:pt x="167" y="3295"/>
                </a:cubicBezTo>
                <a:cubicBezTo>
                  <a:pt x="389" y="3531"/>
                  <a:pt x="749" y="3531"/>
                  <a:pt x="971" y="3295"/>
                </a:cubicBezTo>
                <a:cubicBezTo>
                  <a:pt x="1193" y="3058"/>
                  <a:pt x="1193" y="2673"/>
                  <a:pt x="971" y="2437"/>
                </a:cubicBezTo>
                <a:cubicBezTo>
                  <a:pt x="860" y="2318"/>
                  <a:pt x="714" y="2259"/>
                  <a:pt x="568" y="2259"/>
                </a:cubicBezTo>
                <a:close/>
                <a:moveTo>
                  <a:pt x="2830" y="2259"/>
                </a:moveTo>
                <a:cubicBezTo>
                  <a:pt x="2685" y="2259"/>
                  <a:pt x="2539" y="2318"/>
                  <a:pt x="2428" y="2437"/>
                </a:cubicBezTo>
                <a:cubicBezTo>
                  <a:pt x="2207" y="2673"/>
                  <a:pt x="2207" y="3058"/>
                  <a:pt x="2428" y="3295"/>
                </a:cubicBezTo>
                <a:cubicBezTo>
                  <a:pt x="2650" y="3531"/>
                  <a:pt x="3011" y="3531"/>
                  <a:pt x="3232" y="3295"/>
                </a:cubicBezTo>
                <a:cubicBezTo>
                  <a:pt x="3454" y="3058"/>
                  <a:pt x="3454" y="2673"/>
                  <a:pt x="3232" y="2437"/>
                </a:cubicBezTo>
                <a:cubicBezTo>
                  <a:pt x="3121" y="2318"/>
                  <a:pt x="2975" y="2259"/>
                  <a:pt x="2830" y="2259"/>
                </a:cubicBezTo>
                <a:close/>
                <a:moveTo>
                  <a:pt x="5092" y="2259"/>
                </a:moveTo>
                <a:cubicBezTo>
                  <a:pt x="4946" y="2259"/>
                  <a:pt x="4801" y="2318"/>
                  <a:pt x="4690" y="2437"/>
                </a:cubicBezTo>
                <a:cubicBezTo>
                  <a:pt x="4468" y="2673"/>
                  <a:pt x="4468" y="3058"/>
                  <a:pt x="4690" y="3295"/>
                </a:cubicBezTo>
                <a:cubicBezTo>
                  <a:pt x="4912" y="3531"/>
                  <a:pt x="5271" y="3531"/>
                  <a:pt x="5493" y="3295"/>
                </a:cubicBezTo>
                <a:cubicBezTo>
                  <a:pt x="5715" y="3058"/>
                  <a:pt x="5715" y="2673"/>
                  <a:pt x="5493" y="2437"/>
                </a:cubicBezTo>
                <a:cubicBezTo>
                  <a:pt x="5382" y="2318"/>
                  <a:pt x="5237" y="2259"/>
                  <a:pt x="5092" y="2259"/>
                </a:cubicBezTo>
                <a:close/>
                <a:moveTo>
                  <a:pt x="7353" y="2259"/>
                </a:moveTo>
                <a:cubicBezTo>
                  <a:pt x="7208" y="2259"/>
                  <a:pt x="7063" y="2318"/>
                  <a:pt x="6952" y="2437"/>
                </a:cubicBezTo>
                <a:cubicBezTo>
                  <a:pt x="6730" y="2673"/>
                  <a:pt x="6730" y="3058"/>
                  <a:pt x="6952" y="3295"/>
                </a:cubicBezTo>
                <a:cubicBezTo>
                  <a:pt x="7173" y="3531"/>
                  <a:pt x="7533" y="3531"/>
                  <a:pt x="7755" y="3295"/>
                </a:cubicBezTo>
                <a:cubicBezTo>
                  <a:pt x="7976" y="3058"/>
                  <a:pt x="7976" y="2673"/>
                  <a:pt x="7755" y="2437"/>
                </a:cubicBezTo>
                <a:cubicBezTo>
                  <a:pt x="7644" y="2318"/>
                  <a:pt x="7498" y="2259"/>
                  <a:pt x="7353" y="2259"/>
                </a:cubicBezTo>
                <a:close/>
                <a:moveTo>
                  <a:pt x="9615" y="2259"/>
                </a:moveTo>
                <a:cubicBezTo>
                  <a:pt x="9469" y="2259"/>
                  <a:pt x="9324" y="2318"/>
                  <a:pt x="9213" y="2437"/>
                </a:cubicBezTo>
                <a:cubicBezTo>
                  <a:pt x="8991" y="2673"/>
                  <a:pt x="8991" y="3058"/>
                  <a:pt x="9213" y="3295"/>
                </a:cubicBezTo>
                <a:cubicBezTo>
                  <a:pt x="9435" y="3531"/>
                  <a:pt x="9794" y="3531"/>
                  <a:pt x="10016" y="3295"/>
                </a:cubicBezTo>
                <a:cubicBezTo>
                  <a:pt x="10238" y="3058"/>
                  <a:pt x="10238" y="2673"/>
                  <a:pt x="10016" y="2437"/>
                </a:cubicBezTo>
                <a:cubicBezTo>
                  <a:pt x="9905" y="2318"/>
                  <a:pt x="9760" y="2259"/>
                  <a:pt x="9615" y="2259"/>
                </a:cubicBezTo>
                <a:close/>
                <a:moveTo>
                  <a:pt x="11876" y="2259"/>
                </a:moveTo>
                <a:cubicBezTo>
                  <a:pt x="11731" y="2259"/>
                  <a:pt x="11585" y="2318"/>
                  <a:pt x="11474" y="2437"/>
                </a:cubicBezTo>
                <a:cubicBezTo>
                  <a:pt x="11252" y="2673"/>
                  <a:pt x="11252" y="3058"/>
                  <a:pt x="11474" y="3295"/>
                </a:cubicBezTo>
                <a:cubicBezTo>
                  <a:pt x="11696" y="3531"/>
                  <a:pt x="12056" y="3531"/>
                  <a:pt x="12278" y="3295"/>
                </a:cubicBezTo>
                <a:cubicBezTo>
                  <a:pt x="12500" y="3058"/>
                  <a:pt x="12500" y="2673"/>
                  <a:pt x="12278" y="2437"/>
                </a:cubicBezTo>
                <a:cubicBezTo>
                  <a:pt x="12167" y="2318"/>
                  <a:pt x="12022" y="2259"/>
                  <a:pt x="11876" y="2259"/>
                </a:cubicBezTo>
                <a:close/>
                <a:moveTo>
                  <a:pt x="14138" y="2259"/>
                </a:moveTo>
                <a:cubicBezTo>
                  <a:pt x="13992" y="2259"/>
                  <a:pt x="13846" y="2318"/>
                  <a:pt x="13735" y="2437"/>
                </a:cubicBezTo>
                <a:cubicBezTo>
                  <a:pt x="13514" y="2673"/>
                  <a:pt x="13514" y="3058"/>
                  <a:pt x="13735" y="3295"/>
                </a:cubicBezTo>
                <a:cubicBezTo>
                  <a:pt x="13957" y="3531"/>
                  <a:pt x="14317" y="3531"/>
                  <a:pt x="14539" y="3295"/>
                </a:cubicBezTo>
                <a:cubicBezTo>
                  <a:pt x="14761" y="3058"/>
                  <a:pt x="14761" y="2673"/>
                  <a:pt x="14539" y="2437"/>
                </a:cubicBezTo>
                <a:cubicBezTo>
                  <a:pt x="14428" y="2318"/>
                  <a:pt x="14283" y="2259"/>
                  <a:pt x="14138" y="2259"/>
                </a:cubicBezTo>
                <a:close/>
                <a:moveTo>
                  <a:pt x="16398" y="2259"/>
                </a:moveTo>
                <a:cubicBezTo>
                  <a:pt x="16253" y="2259"/>
                  <a:pt x="16108" y="2318"/>
                  <a:pt x="15997" y="2437"/>
                </a:cubicBezTo>
                <a:cubicBezTo>
                  <a:pt x="15775" y="2673"/>
                  <a:pt x="15775" y="3058"/>
                  <a:pt x="15997" y="3295"/>
                </a:cubicBezTo>
                <a:cubicBezTo>
                  <a:pt x="16219" y="3531"/>
                  <a:pt x="16579" y="3531"/>
                  <a:pt x="16801" y="3295"/>
                </a:cubicBezTo>
                <a:cubicBezTo>
                  <a:pt x="17023" y="3058"/>
                  <a:pt x="17023" y="2673"/>
                  <a:pt x="16801" y="2437"/>
                </a:cubicBezTo>
                <a:cubicBezTo>
                  <a:pt x="16690" y="2318"/>
                  <a:pt x="16544" y="2259"/>
                  <a:pt x="16398" y="2259"/>
                </a:cubicBezTo>
                <a:close/>
                <a:moveTo>
                  <a:pt x="18660" y="2259"/>
                </a:moveTo>
                <a:cubicBezTo>
                  <a:pt x="18515" y="2259"/>
                  <a:pt x="18369" y="2318"/>
                  <a:pt x="18259" y="2437"/>
                </a:cubicBezTo>
                <a:cubicBezTo>
                  <a:pt x="18037" y="2673"/>
                  <a:pt x="18037" y="3058"/>
                  <a:pt x="18259" y="3295"/>
                </a:cubicBezTo>
                <a:cubicBezTo>
                  <a:pt x="18480" y="3531"/>
                  <a:pt x="18840" y="3531"/>
                  <a:pt x="19062" y="3295"/>
                </a:cubicBezTo>
                <a:cubicBezTo>
                  <a:pt x="19283" y="3058"/>
                  <a:pt x="19283" y="2673"/>
                  <a:pt x="19062" y="2437"/>
                </a:cubicBezTo>
                <a:cubicBezTo>
                  <a:pt x="18951" y="2318"/>
                  <a:pt x="18805" y="2259"/>
                  <a:pt x="18660" y="2259"/>
                </a:cubicBezTo>
                <a:close/>
                <a:moveTo>
                  <a:pt x="20922" y="2259"/>
                </a:moveTo>
                <a:cubicBezTo>
                  <a:pt x="20776" y="2259"/>
                  <a:pt x="20631" y="2318"/>
                  <a:pt x="20520" y="2437"/>
                </a:cubicBezTo>
                <a:cubicBezTo>
                  <a:pt x="20298" y="2673"/>
                  <a:pt x="20298" y="3058"/>
                  <a:pt x="20520" y="3295"/>
                </a:cubicBezTo>
                <a:cubicBezTo>
                  <a:pt x="20742" y="3531"/>
                  <a:pt x="21101" y="3531"/>
                  <a:pt x="21323" y="3295"/>
                </a:cubicBezTo>
                <a:cubicBezTo>
                  <a:pt x="21545" y="3058"/>
                  <a:pt x="21545" y="2673"/>
                  <a:pt x="21323" y="2437"/>
                </a:cubicBezTo>
                <a:cubicBezTo>
                  <a:pt x="21212" y="2318"/>
                  <a:pt x="21067" y="2259"/>
                  <a:pt x="20922" y="2259"/>
                </a:cubicBezTo>
                <a:close/>
                <a:moveTo>
                  <a:pt x="568" y="4517"/>
                </a:moveTo>
                <a:cubicBezTo>
                  <a:pt x="423" y="4517"/>
                  <a:pt x="278" y="4576"/>
                  <a:pt x="167" y="4694"/>
                </a:cubicBezTo>
                <a:cubicBezTo>
                  <a:pt x="-55" y="4931"/>
                  <a:pt x="-55" y="5316"/>
                  <a:pt x="167" y="5552"/>
                </a:cubicBezTo>
                <a:cubicBezTo>
                  <a:pt x="389" y="5789"/>
                  <a:pt x="749" y="5789"/>
                  <a:pt x="971" y="5552"/>
                </a:cubicBezTo>
                <a:cubicBezTo>
                  <a:pt x="1193" y="5316"/>
                  <a:pt x="1193" y="4931"/>
                  <a:pt x="971" y="4694"/>
                </a:cubicBezTo>
                <a:cubicBezTo>
                  <a:pt x="860" y="4576"/>
                  <a:pt x="714" y="4517"/>
                  <a:pt x="568" y="4517"/>
                </a:cubicBezTo>
                <a:close/>
                <a:moveTo>
                  <a:pt x="2830" y="4517"/>
                </a:moveTo>
                <a:cubicBezTo>
                  <a:pt x="2685" y="4517"/>
                  <a:pt x="2539" y="4576"/>
                  <a:pt x="2428" y="4694"/>
                </a:cubicBezTo>
                <a:cubicBezTo>
                  <a:pt x="2207" y="4931"/>
                  <a:pt x="2207" y="5316"/>
                  <a:pt x="2428" y="5552"/>
                </a:cubicBezTo>
                <a:cubicBezTo>
                  <a:pt x="2650" y="5789"/>
                  <a:pt x="3011" y="5789"/>
                  <a:pt x="3232" y="5552"/>
                </a:cubicBezTo>
                <a:cubicBezTo>
                  <a:pt x="3454" y="5316"/>
                  <a:pt x="3454" y="4931"/>
                  <a:pt x="3232" y="4694"/>
                </a:cubicBezTo>
                <a:cubicBezTo>
                  <a:pt x="3121" y="4576"/>
                  <a:pt x="2975" y="4517"/>
                  <a:pt x="2830" y="4517"/>
                </a:cubicBezTo>
                <a:close/>
                <a:moveTo>
                  <a:pt x="5092" y="4517"/>
                </a:moveTo>
                <a:cubicBezTo>
                  <a:pt x="4946" y="4517"/>
                  <a:pt x="4801" y="4576"/>
                  <a:pt x="4690" y="4694"/>
                </a:cubicBezTo>
                <a:cubicBezTo>
                  <a:pt x="4468" y="4931"/>
                  <a:pt x="4468" y="5316"/>
                  <a:pt x="4690" y="5552"/>
                </a:cubicBezTo>
                <a:cubicBezTo>
                  <a:pt x="4912" y="5789"/>
                  <a:pt x="5271" y="5789"/>
                  <a:pt x="5493" y="5552"/>
                </a:cubicBezTo>
                <a:cubicBezTo>
                  <a:pt x="5715" y="5316"/>
                  <a:pt x="5715" y="4931"/>
                  <a:pt x="5493" y="4694"/>
                </a:cubicBezTo>
                <a:cubicBezTo>
                  <a:pt x="5382" y="4576"/>
                  <a:pt x="5237" y="4517"/>
                  <a:pt x="5092" y="4517"/>
                </a:cubicBezTo>
                <a:close/>
                <a:moveTo>
                  <a:pt x="7353" y="4517"/>
                </a:moveTo>
                <a:cubicBezTo>
                  <a:pt x="7208" y="4517"/>
                  <a:pt x="7063" y="4576"/>
                  <a:pt x="6952" y="4694"/>
                </a:cubicBezTo>
                <a:cubicBezTo>
                  <a:pt x="6730" y="4931"/>
                  <a:pt x="6730" y="5316"/>
                  <a:pt x="6952" y="5552"/>
                </a:cubicBezTo>
                <a:cubicBezTo>
                  <a:pt x="7173" y="5789"/>
                  <a:pt x="7533" y="5789"/>
                  <a:pt x="7755" y="5552"/>
                </a:cubicBezTo>
                <a:cubicBezTo>
                  <a:pt x="7976" y="5316"/>
                  <a:pt x="7976" y="4931"/>
                  <a:pt x="7755" y="4694"/>
                </a:cubicBezTo>
                <a:cubicBezTo>
                  <a:pt x="7644" y="4576"/>
                  <a:pt x="7498" y="4517"/>
                  <a:pt x="7353" y="4517"/>
                </a:cubicBezTo>
                <a:close/>
                <a:moveTo>
                  <a:pt x="9615" y="4517"/>
                </a:moveTo>
                <a:cubicBezTo>
                  <a:pt x="9469" y="4517"/>
                  <a:pt x="9324" y="4576"/>
                  <a:pt x="9213" y="4694"/>
                </a:cubicBezTo>
                <a:cubicBezTo>
                  <a:pt x="8991" y="4931"/>
                  <a:pt x="8991" y="5316"/>
                  <a:pt x="9213" y="5552"/>
                </a:cubicBezTo>
                <a:cubicBezTo>
                  <a:pt x="9435" y="5789"/>
                  <a:pt x="9794" y="5789"/>
                  <a:pt x="10016" y="5552"/>
                </a:cubicBezTo>
                <a:cubicBezTo>
                  <a:pt x="10238" y="5316"/>
                  <a:pt x="10238" y="4931"/>
                  <a:pt x="10016" y="4694"/>
                </a:cubicBezTo>
                <a:cubicBezTo>
                  <a:pt x="9905" y="4576"/>
                  <a:pt x="9760" y="4517"/>
                  <a:pt x="9615" y="4517"/>
                </a:cubicBezTo>
                <a:close/>
                <a:moveTo>
                  <a:pt x="11876" y="4517"/>
                </a:moveTo>
                <a:cubicBezTo>
                  <a:pt x="11731" y="4517"/>
                  <a:pt x="11585" y="4576"/>
                  <a:pt x="11474" y="4694"/>
                </a:cubicBezTo>
                <a:cubicBezTo>
                  <a:pt x="11252" y="4931"/>
                  <a:pt x="11252" y="5316"/>
                  <a:pt x="11474" y="5552"/>
                </a:cubicBezTo>
                <a:cubicBezTo>
                  <a:pt x="11696" y="5789"/>
                  <a:pt x="12056" y="5789"/>
                  <a:pt x="12278" y="5552"/>
                </a:cubicBezTo>
                <a:cubicBezTo>
                  <a:pt x="12500" y="5316"/>
                  <a:pt x="12500" y="4931"/>
                  <a:pt x="12278" y="4694"/>
                </a:cubicBezTo>
                <a:cubicBezTo>
                  <a:pt x="12167" y="4576"/>
                  <a:pt x="12022" y="4517"/>
                  <a:pt x="11876" y="4517"/>
                </a:cubicBezTo>
                <a:close/>
                <a:moveTo>
                  <a:pt x="14138" y="4517"/>
                </a:moveTo>
                <a:cubicBezTo>
                  <a:pt x="13992" y="4517"/>
                  <a:pt x="13846" y="4576"/>
                  <a:pt x="13735" y="4694"/>
                </a:cubicBezTo>
                <a:cubicBezTo>
                  <a:pt x="13514" y="4931"/>
                  <a:pt x="13514" y="5316"/>
                  <a:pt x="13735" y="5552"/>
                </a:cubicBezTo>
                <a:cubicBezTo>
                  <a:pt x="13957" y="5789"/>
                  <a:pt x="14317" y="5789"/>
                  <a:pt x="14539" y="5552"/>
                </a:cubicBezTo>
                <a:cubicBezTo>
                  <a:pt x="14761" y="5316"/>
                  <a:pt x="14761" y="4931"/>
                  <a:pt x="14539" y="4694"/>
                </a:cubicBezTo>
                <a:cubicBezTo>
                  <a:pt x="14428" y="4576"/>
                  <a:pt x="14283" y="4517"/>
                  <a:pt x="14138" y="4517"/>
                </a:cubicBezTo>
                <a:close/>
                <a:moveTo>
                  <a:pt x="16398" y="4517"/>
                </a:moveTo>
                <a:cubicBezTo>
                  <a:pt x="16253" y="4517"/>
                  <a:pt x="16108" y="4576"/>
                  <a:pt x="15997" y="4694"/>
                </a:cubicBezTo>
                <a:cubicBezTo>
                  <a:pt x="15775" y="4931"/>
                  <a:pt x="15775" y="5316"/>
                  <a:pt x="15997" y="5552"/>
                </a:cubicBezTo>
                <a:cubicBezTo>
                  <a:pt x="16219" y="5789"/>
                  <a:pt x="16579" y="5789"/>
                  <a:pt x="16801" y="5552"/>
                </a:cubicBezTo>
                <a:cubicBezTo>
                  <a:pt x="17023" y="5316"/>
                  <a:pt x="17023" y="4931"/>
                  <a:pt x="16801" y="4694"/>
                </a:cubicBezTo>
                <a:cubicBezTo>
                  <a:pt x="16690" y="4576"/>
                  <a:pt x="16544" y="4517"/>
                  <a:pt x="16398" y="4517"/>
                </a:cubicBezTo>
                <a:close/>
                <a:moveTo>
                  <a:pt x="18660" y="4517"/>
                </a:moveTo>
                <a:cubicBezTo>
                  <a:pt x="18515" y="4517"/>
                  <a:pt x="18369" y="4576"/>
                  <a:pt x="18259" y="4694"/>
                </a:cubicBezTo>
                <a:cubicBezTo>
                  <a:pt x="18037" y="4931"/>
                  <a:pt x="18037" y="5316"/>
                  <a:pt x="18259" y="5552"/>
                </a:cubicBezTo>
                <a:cubicBezTo>
                  <a:pt x="18480" y="5789"/>
                  <a:pt x="18840" y="5789"/>
                  <a:pt x="19062" y="5552"/>
                </a:cubicBezTo>
                <a:cubicBezTo>
                  <a:pt x="19283" y="5316"/>
                  <a:pt x="19283" y="4931"/>
                  <a:pt x="19062" y="4694"/>
                </a:cubicBezTo>
                <a:cubicBezTo>
                  <a:pt x="18951" y="4576"/>
                  <a:pt x="18805" y="4517"/>
                  <a:pt x="18660" y="4517"/>
                </a:cubicBezTo>
                <a:close/>
                <a:moveTo>
                  <a:pt x="20922" y="4517"/>
                </a:moveTo>
                <a:cubicBezTo>
                  <a:pt x="20776" y="4517"/>
                  <a:pt x="20631" y="4576"/>
                  <a:pt x="20520" y="4694"/>
                </a:cubicBezTo>
                <a:cubicBezTo>
                  <a:pt x="20298" y="4931"/>
                  <a:pt x="20298" y="5316"/>
                  <a:pt x="20520" y="5552"/>
                </a:cubicBezTo>
                <a:cubicBezTo>
                  <a:pt x="20742" y="5789"/>
                  <a:pt x="21101" y="5789"/>
                  <a:pt x="21323" y="5552"/>
                </a:cubicBezTo>
                <a:cubicBezTo>
                  <a:pt x="21545" y="5316"/>
                  <a:pt x="21545" y="4931"/>
                  <a:pt x="21323" y="4694"/>
                </a:cubicBezTo>
                <a:cubicBezTo>
                  <a:pt x="21212" y="4576"/>
                  <a:pt x="21067" y="4517"/>
                  <a:pt x="20922" y="4517"/>
                </a:cubicBezTo>
                <a:close/>
                <a:moveTo>
                  <a:pt x="568" y="6776"/>
                </a:moveTo>
                <a:cubicBezTo>
                  <a:pt x="423" y="6776"/>
                  <a:pt x="278" y="6835"/>
                  <a:pt x="167" y="6953"/>
                </a:cubicBezTo>
                <a:cubicBezTo>
                  <a:pt x="-55" y="7190"/>
                  <a:pt x="-55" y="7574"/>
                  <a:pt x="167" y="7811"/>
                </a:cubicBezTo>
                <a:cubicBezTo>
                  <a:pt x="389" y="8048"/>
                  <a:pt x="749" y="8048"/>
                  <a:pt x="971" y="7811"/>
                </a:cubicBezTo>
                <a:cubicBezTo>
                  <a:pt x="1193" y="7574"/>
                  <a:pt x="1193" y="7190"/>
                  <a:pt x="971" y="6953"/>
                </a:cubicBezTo>
                <a:cubicBezTo>
                  <a:pt x="860" y="6835"/>
                  <a:pt x="714" y="6776"/>
                  <a:pt x="568" y="6776"/>
                </a:cubicBezTo>
                <a:close/>
                <a:moveTo>
                  <a:pt x="2830" y="6776"/>
                </a:moveTo>
                <a:cubicBezTo>
                  <a:pt x="2685" y="6776"/>
                  <a:pt x="2539" y="6835"/>
                  <a:pt x="2428" y="6953"/>
                </a:cubicBezTo>
                <a:cubicBezTo>
                  <a:pt x="2207" y="7190"/>
                  <a:pt x="2207" y="7574"/>
                  <a:pt x="2428" y="7811"/>
                </a:cubicBezTo>
                <a:cubicBezTo>
                  <a:pt x="2650" y="8048"/>
                  <a:pt x="3011" y="8048"/>
                  <a:pt x="3232" y="7811"/>
                </a:cubicBezTo>
                <a:cubicBezTo>
                  <a:pt x="3454" y="7574"/>
                  <a:pt x="3454" y="7190"/>
                  <a:pt x="3232" y="6953"/>
                </a:cubicBezTo>
                <a:cubicBezTo>
                  <a:pt x="3121" y="6835"/>
                  <a:pt x="2975" y="6776"/>
                  <a:pt x="2830" y="6776"/>
                </a:cubicBezTo>
                <a:close/>
                <a:moveTo>
                  <a:pt x="5092" y="6776"/>
                </a:moveTo>
                <a:cubicBezTo>
                  <a:pt x="4946" y="6776"/>
                  <a:pt x="4801" y="6835"/>
                  <a:pt x="4690" y="6953"/>
                </a:cubicBezTo>
                <a:cubicBezTo>
                  <a:pt x="4468" y="7190"/>
                  <a:pt x="4468" y="7574"/>
                  <a:pt x="4690" y="7811"/>
                </a:cubicBezTo>
                <a:cubicBezTo>
                  <a:pt x="4912" y="8048"/>
                  <a:pt x="5271" y="8048"/>
                  <a:pt x="5493" y="7811"/>
                </a:cubicBezTo>
                <a:cubicBezTo>
                  <a:pt x="5715" y="7574"/>
                  <a:pt x="5715" y="7190"/>
                  <a:pt x="5493" y="6953"/>
                </a:cubicBezTo>
                <a:cubicBezTo>
                  <a:pt x="5382" y="6835"/>
                  <a:pt x="5237" y="6776"/>
                  <a:pt x="5092" y="6776"/>
                </a:cubicBezTo>
                <a:close/>
                <a:moveTo>
                  <a:pt x="7353" y="6776"/>
                </a:moveTo>
                <a:cubicBezTo>
                  <a:pt x="7208" y="6776"/>
                  <a:pt x="7063" y="6835"/>
                  <a:pt x="6952" y="6953"/>
                </a:cubicBezTo>
                <a:cubicBezTo>
                  <a:pt x="6730" y="7190"/>
                  <a:pt x="6730" y="7574"/>
                  <a:pt x="6952" y="7811"/>
                </a:cubicBezTo>
                <a:cubicBezTo>
                  <a:pt x="7173" y="8048"/>
                  <a:pt x="7533" y="8048"/>
                  <a:pt x="7755" y="7811"/>
                </a:cubicBezTo>
                <a:cubicBezTo>
                  <a:pt x="7976" y="7574"/>
                  <a:pt x="7976" y="7190"/>
                  <a:pt x="7755" y="6953"/>
                </a:cubicBezTo>
                <a:cubicBezTo>
                  <a:pt x="7644" y="6835"/>
                  <a:pt x="7498" y="6776"/>
                  <a:pt x="7353" y="6776"/>
                </a:cubicBezTo>
                <a:close/>
                <a:moveTo>
                  <a:pt x="9615" y="6776"/>
                </a:moveTo>
                <a:cubicBezTo>
                  <a:pt x="9469" y="6776"/>
                  <a:pt x="9324" y="6835"/>
                  <a:pt x="9213" y="6953"/>
                </a:cubicBezTo>
                <a:cubicBezTo>
                  <a:pt x="8991" y="7190"/>
                  <a:pt x="8991" y="7574"/>
                  <a:pt x="9213" y="7811"/>
                </a:cubicBezTo>
                <a:cubicBezTo>
                  <a:pt x="9435" y="8048"/>
                  <a:pt x="9794" y="8048"/>
                  <a:pt x="10016" y="7811"/>
                </a:cubicBezTo>
                <a:cubicBezTo>
                  <a:pt x="10238" y="7574"/>
                  <a:pt x="10238" y="7190"/>
                  <a:pt x="10016" y="6953"/>
                </a:cubicBezTo>
                <a:cubicBezTo>
                  <a:pt x="9905" y="6835"/>
                  <a:pt x="9760" y="6776"/>
                  <a:pt x="9615" y="6776"/>
                </a:cubicBezTo>
                <a:close/>
                <a:moveTo>
                  <a:pt x="11876" y="6776"/>
                </a:moveTo>
                <a:cubicBezTo>
                  <a:pt x="11731" y="6776"/>
                  <a:pt x="11585" y="6835"/>
                  <a:pt x="11474" y="6953"/>
                </a:cubicBezTo>
                <a:cubicBezTo>
                  <a:pt x="11252" y="7190"/>
                  <a:pt x="11252" y="7574"/>
                  <a:pt x="11474" y="7811"/>
                </a:cubicBezTo>
                <a:cubicBezTo>
                  <a:pt x="11696" y="8048"/>
                  <a:pt x="12056" y="8048"/>
                  <a:pt x="12278" y="7811"/>
                </a:cubicBezTo>
                <a:cubicBezTo>
                  <a:pt x="12500" y="7574"/>
                  <a:pt x="12500" y="7190"/>
                  <a:pt x="12278" y="6953"/>
                </a:cubicBezTo>
                <a:cubicBezTo>
                  <a:pt x="12167" y="6835"/>
                  <a:pt x="12022" y="6776"/>
                  <a:pt x="11876" y="6776"/>
                </a:cubicBezTo>
                <a:close/>
                <a:moveTo>
                  <a:pt x="14138" y="6776"/>
                </a:moveTo>
                <a:cubicBezTo>
                  <a:pt x="13992" y="6776"/>
                  <a:pt x="13846" y="6835"/>
                  <a:pt x="13735" y="6953"/>
                </a:cubicBezTo>
                <a:cubicBezTo>
                  <a:pt x="13514" y="7190"/>
                  <a:pt x="13514" y="7574"/>
                  <a:pt x="13735" y="7811"/>
                </a:cubicBezTo>
                <a:cubicBezTo>
                  <a:pt x="13957" y="8048"/>
                  <a:pt x="14317" y="8048"/>
                  <a:pt x="14539" y="7811"/>
                </a:cubicBezTo>
                <a:cubicBezTo>
                  <a:pt x="14761" y="7574"/>
                  <a:pt x="14761" y="7190"/>
                  <a:pt x="14539" y="6953"/>
                </a:cubicBezTo>
                <a:cubicBezTo>
                  <a:pt x="14428" y="6835"/>
                  <a:pt x="14283" y="6776"/>
                  <a:pt x="14138" y="6776"/>
                </a:cubicBezTo>
                <a:close/>
                <a:moveTo>
                  <a:pt x="16398" y="6776"/>
                </a:moveTo>
                <a:cubicBezTo>
                  <a:pt x="16253" y="6776"/>
                  <a:pt x="16108" y="6835"/>
                  <a:pt x="15997" y="6953"/>
                </a:cubicBezTo>
                <a:cubicBezTo>
                  <a:pt x="15775" y="7190"/>
                  <a:pt x="15775" y="7574"/>
                  <a:pt x="15997" y="7811"/>
                </a:cubicBezTo>
                <a:cubicBezTo>
                  <a:pt x="16219" y="8048"/>
                  <a:pt x="16579" y="8048"/>
                  <a:pt x="16801" y="7811"/>
                </a:cubicBezTo>
                <a:cubicBezTo>
                  <a:pt x="17023" y="7574"/>
                  <a:pt x="17023" y="7190"/>
                  <a:pt x="16801" y="6953"/>
                </a:cubicBezTo>
                <a:cubicBezTo>
                  <a:pt x="16690" y="6835"/>
                  <a:pt x="16544" y="6776"/>
                  <a:pt x="16398" y="6776"/>
                </a:cubicBezTo>
                <a:close/>
                <a:moveTo>
                  <a:pt x="18660" y="6776"/>
                </a:moveTo>
                <a:cubicBezTo>
                  <a:pt x="18515" y="6776"/>
                  <a:pt x="18369" y="6835"/>
                  <a:pt x="18259" y="6953"/>
                </a:cubicBezTo>
                <a:cubicBezTo>
                  <a:pt x="18037" y="7190"/>
                  <a:pt x="18037" y="7574"/>
                  <a:pt x="18259" y="7811"/>
                </a:cubicBezTo>
                <a:cubicBezTo>
                  <a:pt x="18480" y="8048"/>
                  <a:pt x="18840" y="8048"/>
                  <a:pt x="19062" y="7811"/>
                </a:cubicBezTo>
                <a:cubicBezTo>
                  <a:pt x="19283" y="7574"/>
                  <a:pt x="19283" y="7190"/>
                  <a:pt x="19062" y="6953"/>
                </a:cubicBezTo>
                <a:cubicBezTo>
                  <a:pt x="18951" y="6835"/>
                  <a:pt x="18805" y="6776"/>
                  <a:pt x="18660" y="6776"/>
                </a:cubicBezTo>
                <a:close/>
                <a:moveTo>
                  <a:pt x="20922" y="6776"/>
                </a:moveTo>
                <a:cubicBezTo>
                  <a:pt x="20776" y="6776"/>
                  <a:pt x="20631" y="6835"/>
                  <a:pt x="20520" y="6953"/>
                </a:cubicBezTo>
                <a:cubicBezTo>
                  <a:pt x="20298" y="7190"/>
                  <a:pt x="20298" y="7574"/>
                  <a:pt x="20520" y="7811"/>
                </a:cubicBezTo>
                <a:cubicBezTo>
                  <a:pt x="20742" y="8048"/>
                  <a:pt x="21101" y="8048"/>
                  <a:pt x="21323" y="7811"/>
                </a:cubicBezTo>
                <a:cubicBezTo>
                  <a:pt x="21545" y="7574"/>
                  <a:pt x="21545" y="7190"/>
                  <a:pt x="21323" y="6953"/>
                </a:cubicBezTo>
                <a:cubicBezTo>
                  <a:pt x="21212" y="6835"/>
                  <a:pt x="21067" y="6776"/>
                  <a:pt x="20922" y="6776"/>
                </a:cubicBezTo>
                <a:close/>
                <a:moveTo>
                  <a:pt x="568" y="9034"/>
                </a:moveTo>
                <a:cubicBezTo>
                  <a:pt x="423" y="9034"/>
                  <a:pt x="278" y="9094"/>
                  <a:pt x="167" y="9212"/>
                </a:cubicBezTo>
                <a:cubicBezTo>
                  <a:pt x="-55" y="9449"/>
                  <a:pt x="-55" y="9833"/>
                  <a:pt x="167" y="10070"/>
                </a:cubicBezTo>
                <a:cubicBezTo>
                  <a:pt x="389" y="10307"/>
                  <a:pt x="749" y="10307"/>
                  <a:pt x="971" y="10070"/>
                </a:cubicBezTo>
                <a:cubicBezTo>
                  <a:pt x="1193" y="9833"/>
                  <a:pt x="1193" y="9449"/>
                  <a:pt x="971" y="9212"/>
                </a:cubicBezTo>
                <a:cubicBezTo>
                  <a:pt x="860" y="9094"/>
                  <a:pt x="714" y="9034"/>
                  <a:pt x="568" y="9034"/>
                </a:cubicBezTo>
                <a:close/>
                <a:moveTo>
                  <a:pt x="2830" y="9034"/>
                </a:moveTo>
                <a:cubicBezTo>
                  <a:pt x="2685" y="9034"/>
                  <a:pt x="2539" y="9094"/>
                  <a:pt x="2428" y="9212"/>
                </a:cubicBezTo>
                <a:cubicBezTo>
                  <a:pt x="2207" y="9449"/>
                  <a:pt x="2207" y="9833"/>
                  <a:pt x="2428" y="10070"/>
                </a:cubicBezTo>
                <a:cubicBezTo>
                  <a:pt x="2650" y="10307"/>
                  <a:pt x="3011" y="10307"/>
                  <a:pt x="3232" y="10070"/>
                </a:cubicBezTo>
                <a:cubicBezTo>
                  <a:pt x="3454" y="9833"/>
                  <a:pt x="3454" y="9449"/>
                  <a:pt x="3232" y="9212"/>
                </a:cubicBezTo>
                <a:cubicBezTo>
                  <a:pt x="3121" y="9094"/>
                  <a:pt x="2975" y="9034"/>
                  <a:pt x="2830" y="9034"/>
                </a:cubicBezTo>
                <a:close/>
                <a:moveTo>
                  <a:pt x="5092" y="9034"/>
                </a:moveTo>
                <a:cubicBezTo>
                  <a:pt x="4946" y="9034"/>
                  <a:pt x="4801" y="9094"/>
                  <a:pt x="4690" y="9212"/>
                </a:cubicBezTo>
                <a:cubicBezTo>
                  <a:pt x="4468" y="9449"/>
                  <a:pt x="4468" y="9833"/>
                  <a:pt x="4690" y="10070"/>
                </a:cubicBezTo>
                <a:cubicBezTo>
                  <a:pt x="4912" y="10307"/>
                  <a:pt x="5271" y="10307"/>
                  <a:pt x="5493" y="10070"/>
                </a:cubicBezTo>
                <a:cubicBezTo>
                  <a:pt x="5715" y="9833"/>
                  <a:pt x="5715" y="9449"/>
                  <a:pt x="5493" y="9212"/>
                </a:cubicBezTo>
                <a:cubicBezTo>
                  <a:pt x="5382" y="9094"/>
                  <a:pt x="5237" y="9034"/>
                  <a:pt x="5092" y="9034"/>
                </a:cubicBezTo>
                <a:close/>
                <a:moveTo>
                  <a:pt x="7353" y="9034"/>
                </a:moveTo>
                <a:cubicBezTo>
                  <a:pt x="7208" y="9034"/>
                  <a:pt x="7063" y="9094"/>
                  <a:pt x="6952" y="9212"/>
                </a:cubicBezTo>
                <a:cubicBezTo>
                  <a:pt x="6730" y="9449"/>
                  <a:pt x="6730" y="9833"/>
                  <a:pt x="6952" y="10070"/>
                </a:cubicBezTo>
                <a:cubicBezTo>
                  <a:pt x="7173" y="10307"/>
                  <a:pt x="7533" y="10307"/>
                  <a:pt x="7755" y="10070"/>
                </a:cubicBezTo>
                <a:cubicBezTo>
                  <a:pt x="7976" y="9833"/>
                  <a:pt x="7976" y="9449"/>
                  <a:pt x="7755" y="9212"/>
                </a:cubicBezTo>
                <a:cubicBezTo>
                  <a:pt x="7644" y="9094"/>
                  <a:pt x="7498" y="9034"/>
                  <a:pt x="7353" y="9034"/>
                </a:cubicBezTo>
                <a:close/>
                <a:moveTo>
                  <a:pt x="9615" y="9034"/>
                </a:moveTo>
                <a:cubicBezTo>
                  <a:pt x="9469" y="9034"/>
                  <a:pt x="9324" y="9094"/>
                  <a:pt x="9213" y="9212"/>
                </a:cubicBezTo>
                <a:cubicBezTo>
                  <a:pt x="8991" y="9449"/>
                  <a:pt x="8991" y="9833"/>
                  <a:pt x="9213" y="10070"/>
                </a:cubicBezTo>
                <a:cubicBezTo>
                  <a:pt x="9435" y="10307"/>
                  <a:pt x="9794" y="10307"/>
                  <a:pt x="10016" y="10070"/>
                </a:cubicBezTo>
                <a:cubicBezTo>
                  <a:pt x="10238" y="9833"/>
                  <a:pt x="10238" y="9449"/>
                  <a:pt x="10016" y="9212"/>
                </a:cubicBezTo>
                <a:cubicBezTo>
                  <a:pt x="9905" y="9094"/>
                  <a:pt x="9760" y="9034"/>
                  <a:pt x="9615" y="9034"/>
                </a:cubicBezTo>
                <a:close/>
                <a:moveTo>
                  <a:pt x="11876" y="9034"/>
                </a:moveTo>
                <a:cubicBezTo>
                  <a:pt x="11731" y="9034"/>
                  <a:pt x="11585" y="9094"/>
                  <a:pt x="11474" y="9212"/>
                </a:cubicBezTo>
                <a:cubicBezTo>
                  <a:pt x="11252" y="9449"/>
                  <a:pt x="11252" y="9833"/>
                  <a:pt x="11474" y="10070"/>
                </a:cubicBezTo>
                <a:cubicBezTo>
                  <a:pt x="11696" y="10307"/>
                  <a:pt x="12056" y="10307"/>
                  <a:pt x="12278" y="10070"/>
                </a:cubicBezTo>
                <a:cubicBezTo>
                  <a:pt x="12500" y="9833"/>
                  <a:pt x="12500" y="9449"/>
                  <a:pt x="12278" y="9212"/>
                </a:cubicBezTo>
                <a:cubicBezTo>
                  <a:pt x="12167" y="9094"/>
                  <a:pt x="12022" y="9034"/>
                  <a:pt x="11876" y="9034"/>
                </a:cubicBezTo>
                <a:close/>
                <a:moveTo>
                  <a:pt x="14138" y="9034"/>
                </a:moveTo>
                <a:cubicBezTo>
                  <a:pt x="13992" y="9034"/>
                  <a:pt x="13846" y="9094"/>
                  <a:pt x="13735" y="9212"/>
                </a:cubicBezTo>
                <a:cubicBezTo>
                  <a:pt x="13514" y="9449"/>
                  <a:pt x="13514" y="9833"/>
                  <a:pt x="13735" y="10070"/>
                </a:cubicBezTo>
                <a:cubicBezTo>
                  <a:pt x="13957" y="10307"/>
                  <a:pt x="14317" y="10307"/>
                  <a:pt x="14539" y="10070"/>
                </a:cubicBezTo>
                <a:cubicBezTo>
                  <a:pt x="14761" y="9833"/>
                  <a:pt x="14761" y="9449"/>
                  <a:pt x="14539" y="9212"/>
                </a:cubicBezTo>
                <a:cubicBezTo>
                  <a:pt x="14428" y="9094"/>
                  <a:pt x="14283" y="9034"/>
                  <a:pt x="14138" y="9034"/>
                </a:cubicBezTo>
                <a:close/>
                <a:moveTo>
                  <a:pt x="16398" y="9034"/>
                </a:moveTo>
                <a:cubicBezTo>
                  <a:pt x="16253" y="9034"/>
                  <a:pt x="16108" y="9094"/>
                  <a:pt x="15997" y="9212"/>
                </a:cubicBezTo>
                <a:cubicBezTo>
                  <a:pt x="15775" y="9449"/>
                  <a:pt x="15775" y="9833"/>
                  <a:pt x="15997" y="10070"/>
                </a:cubicBezTo>
                <a:cubicBezTo>
                  <a:pt x="16219" y="10307"/>
                  <a:pt x="16579" y="10307"/>
                  <a:pt x="16801" y="10070"/>
                </a:cubicBezTo>
                <a:cubicBezTo>
                  <a:pt x="17023" y="9833"/>
                  <a:pt x="17023" y="9449"/>
                  <a:pt x="16801" y="9212"/>
                </a:cubicBezTo>
                <a:cubicBezTo>
                  <a:pt x="16690" y="9094"/>
                  <a:pt x="16544" y="9034"/>
                  <a:pt x="16398" y="9034"/>
                </a:cubicBezTo>
                <a:close/>
                <a:moveTo>
                  <a:pt x="18660" y="9034"/>
                </a:moveTo>
                <a:cubicBezTo>
                  <a:pt x="18515" y="9034"/>
                  <a:pt x="18369" y="9094"/>
                  <a:pt x="18259" y="9212"/>
                </a:cubicBezTo>
                <a:cubicBezTo>
                  <a:pt x="18037" y="9449"/>
                  <a:pt x="18037" y="9833"/>
                  <a:pt x="18259" y="10070"/>
                </a:cubicBezTo>
                <a:cubicBezTo>
                  <a:pt x="18480" y="10307"/>
                  <a:pt x="18840" y="10307"/>
                  <a:pt x="19062" y="10070"/>
                </a:cubicBezTo>
                <a:cubicBezTo>
                  <a:pt x="19283" y="9833"/>
                  <a:pt x="19283" y="9449"/>
                  <a:pt x="19062" y="9212"/>
                </a:cubicBezTo>
                <a:cubicBezTo>
                  <a:pt x="18951" y="9094"/>
                  <a:pt x="18805" y="9034"/>
                  <a:pt x="18660" y="9034"/>
                </a:cubicBezTo>
                <a:close/>
                <a:moveTo>
                  <a:pt x="20922" y="9034"/>
                </a:moveTo>
                <a:cubicBezTo>
                  <a:pt x="20776" y="9034"/>
                  <a:pt x="20631" y="9094"/>
                  <a:pt x="20520" y="9212"/>
                </a:cubicBezTo>
                <a:cubicBezTo>
                  <a:pt x="20298" y="9449"/>
                  <a:pt x="20298" y="9833"/>
                  <a:pt x="20520" y="10070"/>
                </a:cubicBezTo>
                <a:cubicBezTo>
                  <a:pt x="20742" y="10307"/>
                  <a:pt x="21101" y="10307"/>
                  <a:pt x="21323" y="10070"/>
                </a:cubicBezTo>
                <a:cubicBezTo>
                  <a:pt x="21545" y="9833"/>
                  <a:pt x="21545" y="9449"/>
                  <a:pt x="21323" y="9212"/>
                </a:cubicBezTo>
                <a:cubicBezTo>
                  <a:pt x="21212" y="9094"/>
                  <a:pt x="21067" y="9034"/>
                  <a:pt x="20922" y="9034"/>
                </a:cubicBezTo>
                <a:close/>
                <a:moveTo>
                  <a:pt x="568" y="11293"/>
                </a:moveTo>
                <a:cubicBezTo>
                  <a:pt x="423" y="11293"/>
                  <a:pt x="278" y="11353"/>
                  <a:pt x="167" y="11471"/>
                </a:cubicBezTo>
                <a:cubicBezTo>
                  <a:pt x="-55" y="11708"/>
                  <a:pt x="-55" y="12092"/>
                  <a:pt x="167" y="12329"/>
                </a:cubicBezTo>
                <a:cubicBezTo>
                  <a:pt x="389" y="12566"/>
                  <a:pt x="749" y="12566"/>
                  <a:pt x="971" y="12329"/>
                </a:cubicBezTo>
                <a:cubicBezTo>
                  <a:pt x="1193" y="12092"/>
                  <a:pt x="1193" y="11708"/>
                  <a:pt x="971" y="11471"/>
                </a:cubicBezTo>
                <a:cubicBezTo>
                  <a:pt x="860" y="11353"/>
                  <a:pt x="714" y="11293"/>
                  <a:pt x="568" y="11293"/>
                </a:cubicBezTo>
                <a:close/>
                <a:moveTo>
                  <a:pt x="2830" y="11293"/>
                </a:moveTo>
                <a:cubicBezTo>
                  <a:pt x="2685" y="11293"/>
                  <a:pt x="2539" y="11353"/>
                  <a:pt x="2428" y="11471"/>
                </a:cubicBezTo>
                <a:cubicBezTo>
                  <a:pt x="2207" y="11708"/>
                  <a:pt x="2207" y="12092"/>
                  <a:pt x="2428" y="12329"/>
                </a:cubicBezTo>
                <a:cubicBezTo>
                  <a:pt x="2650" y="12566"/>
                  <a:pt x="3011" y="12566"/>
                  <a:pt x="3232" y="12329"/>
                </a:cubicBezTo>
                <a:cubicBezTo>
                  <a:pt x="3454" y="12092"/>
                  <a:pt x="3454" y="11708"/>
                  <a:pt x="3232" y="11471"/>
                </a:cubicBezTo>
                <a:cubicBezTo>
                  <a:pt x="3121" y="11353"/>
                  <a:pt x="2975" y="11293"/>
                  <a:pt x="2830" y="11293"/>
                </a:cubicBezTo>
                <a:close/>
                <a:moveTo>
                  <a:pt x="5092" y="11293"/>
                </a:moveTo>
                <a:cubicBezTo>
                  <a:pt x="4946" y="11293"/>
                  <a:pt x="4801" y="11353"/>
                  <a:pt x="4690" y="11471"/>
                </a:cubicBezTo>
                <a:cubicBezTo>
                  <a:pt x="4468" y="11708"/>
                  <a:pt x="4468" y="12092"/>
                  <a:pt x="4690" y="12329"/>
                </a:cubicBezTo>
                <a:cubicBezTo>
                  <a:pt x="4912" y="12566"/>
                  <a:pt x="5271" y="12566"/>
                  <a:pt x="5493" y="12329"/>
                </a:cubicBezTo>
                <a:cubicBezTo>
                  <a:pt x="5715" y="12092"/>
                  <a:pt x="5715" y="11708"/>
                  <a:pt x="5493" y="11471"/>
                </a:cubicBezTo>
                <a:cubicBezTo>
                  <a:pt x="5382" y="11353"/>
                  <a:pt x="5237" y="11293"/>
                  <a:pt x="5092" y="11293"/>
                </a:cubicBezTo>
                <a:close/>
                <a:moveTo>
                  <a:pt x="7353" y="11293"/>
                </a:moveTo>
                <a:cubicBezTo>
                  <a:pt x="7208" y="11293"/>
                  <a:pt x="7063" y="11353"/>
                  <a:pt x="6952" y="11471"/>
                </a:cubicBezTo>
                <a:cubicBezTo>
                  <a:pt x="6730" y="11708"/>
                  <a:pt x="6730" y="12092"/>
                  <a:pt x="6952" y="12329"/>
                </a:cubicBezTo>
                <a:cubicBezTo>
                  <a:pt x="7173" y="12566"/>
                  <a:pt x="7533" y="12566"/>
                  <a:pt x="7755" y="12329"/>
                </a:cubicBezTo>
                <a:cubicBezTo>
                  <a:pt x="7976" y="12092"/>
                  <a:pt x="7976" y="11708"/>
                  <a:pt x="7755" y="11471"/>
                </a:cubicBezTo>
                <a:cubicBezTo>
                  <a:pt x="7644" y="11353"/>
                  <a:pt x="7498" y="11293"/>
                  <a:pt x="7353" y="11293"/>
                </a:cubicBezTo>
                <a:close/>
                <a:moveTo>
                  <a:pt x="9615" y="11293"/>
                </a:moveTo>
                <a:cubicBezTo>
                  <a:pt x="9469" y="11293"/>
                  <a:pt x="9324" y="11353"/>
                  <a:pt x="9213" y="11471"/>
                </a:cubicBezTo>
                <a:cubicBezTo>
                  <a:pt x="8991" y="11708"/>
                  <a:pt x="8991" y="12092"/>
                  <a:pt x="9213" y="12329"/>
                </a:cubicBezTo>
                <a:cubicBezTo>
                  <a:pt x="9435" y="12566"/>
                  <a:pt x="9794" y="12566"/>
                  <a:pt x="10016" y="12329"/>
                </a:cubicBezTo>
                <a:cubicBezTo>
                  <a:pt x="10238" y="12092"/>
                  <a:pt x="10238" y="11708"/>
                  <a:pt x="10016" y="11471"/>
                </a:cubicBezTo>
                <a:cubicBezTo>
                  <a:pt x="9905" y="11353"/>
                  <a:pt x="9760" y="11293"/>
                  <a:pt x="9615" y="11293"/>
                </a:cubicBezTo>
                <a:close/>
                <a:moveTo>
                  <a:pt x="11876" y="11293"/>
                </a:moveTo>
                <a:cubicBezTo>
                  <a:pt x="11731" y="11293"/>
                  <a:pt x="11585" y="11353"/>
                  <a:pt x="11474" y="11471"/>
                </a:cubicBezTo>
                <a:cubicBezTo>
                  <a:pt x="11252" y="11708"/>
                  <a:pt x="11252" y="12092"/>
                  <a:pt x="11474" y="12329"/>
                </a:cubicBezTo>
                <a:cubicBezTo>
                  <a:pt x="11696" y="12566"/>
                  <a:pt x="12056" y="12566"/>
                  <a:pt x="12278" y="12329"/>
                </a:cubicBezTo>
                <a:cubicBezTo>
                  <a:pt x="12500" y="12092"/>
                  <a:pt x="12500" y="11708"/>
                  <a:pt x="12278" y="11471"/>
                </a:cubicBezTo>
                <a:cubicBezTo>
                  <a:pt x="12167" y="11353"/>
                  <a:pt x="12022" y="11293"/>
                  <a:pt x="11876" y="11293"/>
                </a:cubicBezTo>
                <a:close/>
                <a:moveTo>
                  <a:pt x="14138" y="11293"/>
                </a:moveTo>
                <a:cubicBezTo>
                  <a:pt x="13992" y="11293"/>
                  <a:pt x="13846" y="11353"/>
                  <a:pt x="13735" y="11471"/>
                </a:cubicBezTo>
                <a:cubicBezTo>
                  <a:pt x="13514" y="11708"/>
                  <a:pt x="13514" y="12092"/>
                  <a:pt x="13735" y="12329"/>
                </a:cubicBezTo>
                <a:cubicBezTo>
                  <a:pt x="13957" y="12566"/>
                  <a:pt x="14317" y="12566"/>
                  <a:pt x="14539" y="12329"/>
                </a:cubicBezTo>
                <a:cubicBezTo>
                  <a:pt x="14761" y="12092"/>
                  <a:pt x="14761" y="11708"/>
                  <a:pt x="14539" y="11471"/>
                </a:cubicBezTo>
                <a:cubicBezTo>
                  <a:pt x="14428" y="11353"/>
                  <a:pt x="14283" y="11293"/>
                  <a:pt x="14138" y="11293"/>
                </a:cubicBezTo>
                <a:close/>
                <a:moveTo>
                  <a:pt x="16398" y="11293"/>
                </a:moveTo>
                <a:cubicBezTo>
                  <a:pt x="16253" y="11293"/>
                  <a:pt x="16108" y="11353"/>
                  <a:pt x="15997" y="11471"/>
                </a:cubicBezTo>
                <a:cubicBezTo>
                  <a:pt x="15775" y="11708"/>
                  <a:pt x="15775" y="12092"/>
                  <a:pt x="15997" y="12329"/>
                </a:cubicBezTo>
                <a:cubicBezTo>
                  <a:pt x="16219" y="12566"/>
                  <a:pt x="16579" y="12566"/>
                  <a:pt x="16801" y="12329"/>
                </a:cubicBezTo>
                <a:cubicBezTo>
                  <a:pt x="17023" y="12092"/>
                  <a:pt x="17023" y="11708"/>
                  <a:pt x="16801" y="11471"/>
                </a:cubicBezTo>
                <a:cubicBezTo>
                  <a:pt x="16690" y="11353"/>
                  <a:pt x="16544" y="11293"/>
                  <a:pt x="16398" y="11293"/>
                </a:cubicBezTo>
                <a:close/>
                <a:moveTo>
                  <a:pt x="18660" y="11293"/>
                </a:moveTo>
                <a:cubicBezTo>
                  <a:pt x="18515" y="11293"/>
                  <a:pt x="18369" y="11353"/>
                  <a:pt x="18259" y="11471"/>
                </a:cubicBezTo>
                <a:cubicBezTo>
                  <a:pt x="18037" y="11708"/>
                  <a:pt x="18037" y="12092"/>
                  <a:pt x="18259" y="12329"/>
                </a:cubicBezTo>
                <a:cubicBezTo>
                  <a:pt x="18480" y="12566"/>
                  <a:pt x="18840" y="12566"/>
                  <a:pt x="19062" y="12329"/>
                </a:cubicBezTo>
                <a:cubicBezTo>
                  <a:pt x="19283" y="12092"/>
                  <a:pt x="19283" y="11708"/>
                  <a:pt x="19062" y="11471"/>
                </a:cubicBezTo>
                <a:cubicBezTo>
                  <a:pt x="18951" y="11353"/>
                  <a:pt x="18805" y="11293"/>
                  <a:pt x="18660" y="11293"/>
                </a:cubicBezTo>
                <a:close/>
                <a:moveTo>
                  <a:pt x="20922" y="11293"/>
                </a:moveTo>
                <a:cubicBezTo>
                  <a:pt x="20776" y="11293"/>
                  <a:pt x="20631" y="11353"/>
                  <a:pt x="20520" y="11471"/>
                </a:cubicBezTo>
                <a:cubicBezTo>
                  <a:pt x="20298" y="11708"/>
                  <a:pt x="20298" y="12092"/>
                  <a:pt x="20520" y="12329"/>
                </a:cubicBezTo>
                <a:cubicBezTo>
                  <a:pt x="20742" y="12566"/>
                  <a:pt x="21101" y="12566"/>
                  <a:pt x="21323" y="12329"/>
                </a:cubicBezTo>
                <a:cubicBezTo>
                  <a:pt x="21545" y="12092"/>
                  <a:pt x="21545" y="11708"/>
                  <a:pt x="21323" y="11471"/>
                </a:cubicBezTo>
                <a:cubicBezTo>
                  <a:pt x="21212" y="11353"/>
                  <a:pt x="21067" y="11293"/>
                  <a:pt x="20922" y="11293"/>
                </a:cubicBezTo>
                <a:close/>
                <a:moveTo>
                  <a:pt x="568" y="13551"/>
                </a:moveTo>
                <a:cubicBezTo>
                  <a:pt x="423" y="13551"/>
                  <a:pt x="278" y="13610"/>
                  <a:pt x="167" y="13729"/>
                </a:cubicBezTo>
                <a:cubicBezTo>
                  <a:pt x="-55" y="13966"/>
                  <a:pt x="-55" y="14350"/>
                  <a:pt x="167" y="14587"/>
                </a:cubicBezTo>
                <a:cubicBezTo>
                  <a:pt x="389" y="14823"/>
                  <a:pt x="749" y="14823"/>
                  <a:pt x="971" y="14587"/>
                </a:cubicBezTo>
                <a:cubicBezTo>
                  <a:pt x="1193" y="14350"/>
                  <a:pt x="1193" y="13966"/>
                  <a:pt x="971" y="13729"/>
                </a:cubicBezTo>
                <a:cubicBezTo>
                  <a:pt x="860" y="13610"/>
                  <a:pt x="714" y="13551"/>
                  <a:pt x="568" y="13551"/>
                </a:cubicBezTo>
                <a:close/>
                <a:moveTo>
                  <a:pt x="2830" y="13551"/>
                </a:moveTo>
                <a:cubicBezTo>
                  <a:pt x="2685" y="13551"/>
                  <a:pt x="2539" y="13610"/>
                  <a:pt x="2428" y="13729"/>
                </a:cubicBezTo>
                <a:cubicBezTo>
                  <a:pt x="2207" y="13966"/>
                  <a:pt x="2207" y="14350"/>
                  <a:pt x="2428" y="14587"/>
                </a:cubicBezTo>
                <a:cubicBezTo>
                  <a:pt x="2650" y="14823"/>
                  <a:pt x="3011" y="14823"/>
                  <a:pt x="3232" y="14587"/>
                </a:cubicBezTo>
                <a:cubicBezTo>
                  <a:pt x="3454" y="14350"/>
                  <a:pt x="3454" y="13966"/>
                  <a:pt x="3232" y="13729"/>
                </a:cubicBezTo>
                <a:cubicBezTo>
                  <a:pt x="3121" y="13610"/>
                  <a:pt x="2975" y="13551"/>
                  <a:pt x="2830" y="13551"/>
                </a:cubicBezTo>
                <a:close/>
                <a:moveTo>
                  <a:pt x="5092" y="13551"/>
                </a:moveTo>
                <a:cubicBezTo>
                  <a:pt x="4946" y="13551"/>
                  <a:pt x="4801" y="13610"/>
                  <a:pt x="4690" y="13729"/>
                </a:cubicBezTo>
                <a:cubicBezTo>
                  <a:pt x="4468" y="13966"/>
                  <a:pt x="4468" y="14350"/>
                  <a:pt x="4690" y="14587"/>
                </a:cubicBezTo>
                <a:cubicBezTo>
                  <a:pt x="4912" y="14823"/>
                  <a:pt x="5271" y="14823"/>
                  <a:pt x="5493" y="14587"/>
                </a:cubicBezTo>
                <a:cubicBezTo>
                  <a:pt x="5715" y="14350"/>
                  <a:pt x="5715" y="13966"/>
                  <a:pt x="5493" y="13729"/>
                </a:cubicBezTo>
                <a:cubicBezTo>
                  <a:pt x="5382" y="13610"/>
                  <a:pt x="5237" y="13551"/>
                  <a:pt x="5092" y="13551"/>
                </a:cubicBezTo>
                <a:close/>
                <a:moveTo>
                  <a:pt x="7353" y="13551"/>
                </a:moveTo>
                <a:cubicBezTo>
                  <a:pt x="7208" y="13551"/>
                  <a:pt x="7063" y="13610"/>
                  <a:pt x="6952" y="13729"/>
                </a:cubicBezTo>
                <a:cubicBezTo>
                  <a:pt x="6730" y="13966"/>
                  <a:pt x="6730" y="14350"/>
                  <a:pt x="6952" y="14587"/>
                </a:cubicBezTo>
                <a:cubicBezTo>
                  <a:pt x="7173" y="14823"/>
                  <a:pt x="7533" y="14823"/>
                  <a:pt x="7755" y="14587"/>
                </a:cubicBezTo>
                <a:cubicBezTo>
                  <a:pt x="7976" y="14350"/>
                  <a:pt x="7976" y="13966"/>
                  <a:pt x="7755" y="13729"/>
                </a:cubicBezTo>
                <a:cubicBezTo>
                  <a:pt x="7644" y="13610"/>
                  <a:pt x="7498" y="13551"/>
                  <a:pt x="7353" y="13551"/>
                </a:cubicBezTo>
                <a:close/>
                <a:moveTo>
                  <a:pt x="9615" y="13551"/>
                </a:moveTo>
                <a:cubicBezTo>
                  <a:pt x="9469" y="13551"/>
                  <a:pt x="9324" y="13610"/>
                  <a:pt x="9213" y="13729"/>
                </a:cubicBezTo>
                <a:cubicBezTo>
                  <a:pt x="8991" y="13966"/>
                  <a:pt x="8991" y="14350"/>
                  <a:pt x="9213" y="14587"/>
                </a:cubicBezTo>
                <a:cubicBezTo>
                  <a:pt x="9435" y="14823"/>
                  <a:pt x="9794" y="14823"/>
                  <a:pt x="10016" y="14587"/>
                </a:cubicBezTo>
                <a:cubicBezTo>
                  <a:pt x="10238" y="14350"/>
                  <a:pt x="10238" y="13966"/>
                  <a:pt x="10016" y="13729"/>
                </a:cubicBezTo>
                <a:cubicBezTo>
                  <a:pt x="9905" y="13610"/>
                  <a:pt x="9760" y="13551"/>
                  <a:pt x="9615" y="13551"/>
                </a:cubicBezTo>
                <a:close/>
                <a:moveTo>
                  <a:pt x="11876" y="13551"/>
                </a:moveTo>
                <a:cubicBezTo>
                  <a:pt x="11731" y="13551"/>
                  <a:pt x="11585" y="13610"/>
                  <a:pt x="11474" y="13729"/>
                </a:cubicBezTo>
                <a:cubicBezTo>
                  <a:pt x="11252" y="13966"/>
                  <a:pt x="11252" y="14350"/>
                  <a:pt x="11474" y="14587"/>
                </a:cubicBezTo>
                <a:cubicBezTo>
                  <a:pt x="11696" y="14823"/>
                  <a:pt x="12056" y="14823"/>
                  <a:pt x="12278" y="14587"/>
                </a:cubicBezTo>
                <a:cubicBezTo>
                  <a:pt x="12500" y="14350"/>
                  <a:pt x="12500" y="13966"/>
                  <a:pt x="12278" y="13729"/>
                </a:cubicBezTo>
                <a:cubicBezTo>
                  <a:pt x="12167" y="13610"/>
                  <a:pt x="12022" y="13551"/>
                  <a:pt x="11876" y="13551"/>
                </a:cubicBezTo>
                <a:close/>
                <a:moveTo>
                  <a:pt x="14138" y="13551"/>
                </a:moveTo>
                <a:cubicBezTo>
                  <a:pt x="13992" y="13551"/>
                  <a:pt x="13846" y="13610"/>
                  <a:pt x="13735" y="13729"/>
                </a:cubicBezTo>
                <a:cubicBezTo>
                  <a:pt x="13514" y="13966"/>
                  <a:pt x="13514" y="14350"/>
                  <a:pt x="13735" y="14587"/>
                </a:cubicBezTo>
                <a:cubicBezTo>
                  <a:pt x="13957" y="14823"/>
                  <a:pt x="14317" y="14823"/>
                  <a:pt x="14539" y="14587"/>
                </a:cubicBezTo>
                <a:cubicBezTo>
                  <a:pt x="14761" y="14350"/>
                  <a:pt x="14761" y="13966"/>
                  <a:pt x="14539" y="13729"/>
                </a:cubicBezTo>
                <a:cubicBezTo>
                  <a:pt x="14428" y="13610"/>
                  <a:pt x="14283" y="13551"/>
                  <a:pt x="14138" y="13551"/>
                </a:cubicBezTo>
                <a:close/>
                <a:moveTo>
                  <a:pt x="16398" y="13551"/>
                </a:moveTo>
                <a:cubicBezTo>
                  <a:pt x="16253" y="13551"/>
                  <a:pt x="16108" y="13610"/>
                  <a:pt x="15997" y="13729"/>
                </a:cubicBezTo>
                <a:cubicBezTo>
                  <a:pt x="15775" y="13966"/>
                  <a:pt x="15775" y="14350"/>
                  <a:pt x="15997" y="14587"/>
                </a:cubicBezTo>
                <a:cubicBezTo>
                  <a:pt x="16219" y="14823"/>
                  <a:pt x="16579" y="14823"/>
                  <a:pt x="16801" y="14587"/>
                </a:cubicBezTo>
                <a:cubicBezTo>
                  <a:pt x="17023" y="14350"/>
                  <a:pt x="17023" y="13966"/>
                  <a:pt x="16801" y="13729"/>
                </a:cubicBezTo>
                <a:cubicBezTo>
                  <a:pt x="16690" y="13610"/>
                  <a:pt x="16544" y="13551"/>
                  <a:pt x="16398" y="13551"/>
                </a:cubicBezTo>
                <a:close/>
                <a:moveTo>
                  <a:pt x="18660" y="13551"/>
                </a:moveTo>
                <a:cubicBezTo>
                  <a:pt x="18515" y="13551"/>
                  <a:pt x="18369" y="13610"/>
                  <a:pt x="18259" y="13729"/>
                </a:cubicBezTo>
                <a:cubicBezTo>
                  <a:pt x="18037" y="13966"/>
                  <a:pt x="18037" y="14350"/>
                  <a:pt x="18259" y="14587"/>
                </a:cubicBezTo>
                <a:cubicBezTo>
                  <a:pt x="18480" y="14823"/>
                  <a:pt x="18840" y="14823"/>
                  <a:pt x="19062" y="14587"/>
                </a:cubicBezTo>
                <a:cubicBezTo>
                  <a:pt x="19283" y="14350"/>
                  <a:pt x="19283" y="13966"/>
                  <a:pt x="19062" y="13729"/>
                </a:cubicBezTo>
                <a:cubicBezTo>
                  <a:pt x="18951" y="13610"/>
                  <a:pt x="18805" y="13551"/>
                  <a:pt x="18660" y="13551"/>
                </a:cubicBezTo>
                <a:close/>
                <a:moveTo>
                  <a:pt x="20922" y="13551"/>
                </a:moveTo>
                <a:cubicBezTo>
                  <a:pt x="20776" y="13551"/>
                  <a:pt x="20631" y="13610"/>
                  <a:pt x="20520" y="13729"/>
                </a:cubicBezTo>
                <a:cubicBezTo>
                  <a:pt x="20298" y="13966"/>
                  <a:pt x="20298" y="14350"/>
                  <a:pt x="20520" y="14587"/>
                </a:cubicBezTo>
                <a:cubicBezTo>
                  <a:pt x="20742" y="14823"/>
                  <a:pt x="21101" y="14823"/>
                  <a:pt x="21323" y="14587"/>
                </a:cubicBezTo>
                <a:cubicBezTo>
                  <a:pt x="21545" y="14350"/>
                  <a:pt x="21545" y="13966"/>
                  <a:pt x="21323" y="13729"/>
                </a:cubicBezTo>
                <a:cubicBezTo>
                  <a:pt x="21212" y="13610"/>
                  <a:pt x="21067" y="13551"/>
                  <a:pt x="20922" y="13551"/>
                </a:cubicBezTo>
                <a:close/>
                <a:moveTo>
                  <a:pt x="568" y="15810"/>
                </a:moveTo>
                <a:cubicBezTo>
                  <a:pt x="423" y="15810"/>
                  <a:pt x="278" y="15869"/>
                  <a:pt x="167" y="15988"/>
                </a:cubicBezTo>
                <a:cubicBezTo>
                  <a:pt x="-55" y="16224"/>
                  <a:pt x="-55" y="16609"/>
                  <a:pt x="167" y="16846"/>
                </a:cubicBezTo>
                <a:cubicBezTo>
                  <a:pt x="389" y="17082"/>
                  <a:pt x="749" y="17082"/>
                  <a:pt x="971" y="16846"/>
                </a:cubicBezTo>
                <a:cubicBezTo>
                  <a:pt x="1193" y="16609"/>
                  <a:pt x="1193" y="16224"/>
                  <a:pt x="971" y="15988"/>
                </a:cubicBezTo>
                <a:cubicBezTo>
                  <a:pt x="860" y="15869"/>
                  <a:pt x="714" y="15810"/>
                  <a:pt x="568" y="15810"/>
                </a:cubicBezTo>
                <a:close/>
                <a:moveTo>
                  <a:pt x="2830" y="15810"/>
                </a:moveTo>
                <a:cubicBezTo>
                  <a:pt x="2685" y="15810"/>
                  <a:pt x="2539" y="15869"/>
                  <a:pt x="2428" y="15988"/>
                </a:cubicBezTo>
                <a:cubicBezTo>
                  <a:pt x="2207" y="16224"/>
                  <a:pt x="2207" y="16609"/>
                  <a:pt x="2428" y="16846"/>
                </a:cubicBezTo>
                <a:cubicBezTo>
                  <a:pt x="2650" y="17082"/>
                  <a:pt x="3011" y="17082"/>
                  <a:pt x="3232" y="16846"/>
                </a:cubicBezTo>
                <a:cubicBezTo>
                  <a:pt x="3454" y="16609"/>
                  <a:pt x="3454" y="16224"/>
                  <a:pt x="3232" y="15988"/>
                </a:cubicBezTo>
                <a:cubicBezTo>
                  <a:pt x="3121" y="15869"/>
                  <a:pt x="2975" y="15810"/>
                  <a:pt x="2830" y="15810"/>
                </a:cubicBezTo>
                <a:close/>
                <a:moveTo>
                  <a:pt x="5092" y="15810"/>
                </a:moveTo>
                <a:cubicBezTo>
                  <a:pt x="4946" y="15810"/>
                  <a:pt x="4801" y="15869"/>
                  <a:pt x="4690" y="15988"/>
                </a:cubicBezTo>
                <a:cubicBezTo>
                  <a:pt x="4468" y="16224"/>
                  <a:pt x="4468" y="16609"/>
                  <a:pt x="4690" y="16846"/>
                </a:cubicBezTo>
                <a:cubicBezTo>
                  <a:pt x="4912" y="17082"/>
                  <a:pt x="5271" y="17082"/>
                  <a:pt x="5493" y="16846"/>
                </a:cubicBezTo>
                <a:cubicBezTo>
                  <a:pt x="5715" y="16609"/>
                  <a:pt x="5715" y="16224"/>
                  <a:pt x="5493" y="15988"/>
                </a:cubicBezTo>
                <a:cubicBezTo>
                  <a:pt x="5382" y="15869"/>
                  <a:pt x="5237" y="15810"/>
                  <a:pt x="5092" y="15810"/>
                </a:cubicBezTo>
                <a:close/>
                <a:moveTo>
                  <a:pt x="7353" y="15810"/>
                </a:moveTo>
                <a:cubicBezTo>
                  <a:pt x="7208" y="15810"/>
                  <a:pt x="7063" y="15869"/>
                  <a:pt x="6952" y="15988"/>
                </a:cubicBezTo>
                <a:cubicBezTo>
                  <a:pt x="6730" y="16224"/>
                  <a:pt x="6730" y="16609"/>
                  <a:pt x="6952" y="16846"/>
                </a:cubicBezTo>
                <a:cubicBezTo>
                  <a:pt x="7173" y="17082"/>
                  <a:pt x="7533" y="17082"/>
                  <a:pt x="7755" y="16846"/>
                </a:cubicBezTo>
                <a:cubicBezTo>
                  <a:pt x="7976" y="16609"/>
                  <a:pt x="7976" y="16224"/>
                  <a:pt x="7755" y="15988"/>
                </a:cubicBezTo>
                <a:cubicBezTo>
                  <a:pt x="7644" y="15869"/>
                  <a:pt x="7498" y="15810"/>
                  <a:pt x="7353" y="15810"/>
                </a:cubicBezTo>
                <a:close/>
                <a:moveTo>
                  <a:pt x="9615" y="15810"/>
                </a:moveTo>
                <a:cubicBezTo>
                  <a:pt x="9469" y="15810"/>
                  <a:pt x="9324" y="15869"/>
                  <a:pt x="9213" y="15988"/>
                </a:cubicBezTo>
                <a:cubicBezTo>
                  <a:pt x="8991" y="16224"/>
                  <a:pt x="8991" y="16609"/>
                  <a:pt x="9213" y="16846"/>
                </a:cubicBezTo>
                <a:cubicBezTo>
                  <a:pt x="9435" y="17082"/>
                  <a:pt x="9794" y="17082"/>
                  <a:pt x="10016" y="16846"/>
                </a:cubicBezTo>
                <a:cubicBezTo>
                  <a:pt x="10238" y="16609"/>
                  <a:pt x="10238" y="16224"/>
                  <a:pt x="10016" y="15988"/>
                </a:cubicBezTo>
                <a:cubicBezTo>
                  <a:pt x="9905" y="15869"/>
                  <a:pt x="9760" y="15810"/>
                  <a:pt x="9615" y="15810"/>
                </a:cubicBezTo>
                <a:close/>
                <a:moveTo>
                  <a:pt x="11876" y="15810"/>
                </a:moveTo>
                <a:cubicBezTo>
                  <a:pt x="11731" y="15810"/>
                  <a:pt x="11585" y="15869"/>
                  <a:pt x="11474" y="15988"/>
                </a:cubicBezTo>
                <a:cubicBezTo>
                  <a:pt x="11252" y="16224"/>
                  <a:pt x="11252" y="16609"/>
                  <a:pt x="11474" y="16846"/>
                </a:cubicBezTo>
                <a:cubicBezTo>
                  <a:pt x="11696" y="17082"/>
                  <a:pt x="12056" y="17082"/>
                  <a:pt x="12278" y="16846"/>
                </a:cubicBezTo>
                <a:cubicBezTo>
                  <a:pt x="12500" y="16609"/>
                  <a:pt x="12500" y="16224"/>
                  <a:pt x="12278" y="15988"/>
                </a:cubicBezTo>
                <a:cubicBezTo>
                  <a:pt x="12167" y="15869"/>
                  <a:pt x="12022" y="15810"/>
                  <a:pt x="11876" y="15810"/>
                </a:cubicBezTo>
                <a:close/>
                <a:moveTo>
                  <a:pt x="14138" y="15810"/>
                </a:moveTo>
                <a:cubicBezTo>
                  <a:pt x="13992" y="15810"/>
                  <a:pt x="13846" y="15869"/>
                  <a:pt x="13735" y="15988"/>
                </a:cubicBezTo>
                <a:cubicBezTo>
                  <a:pt x="13514" y="16224"/>
                  <a:pt x="13514" y="16609"/>
                  <a:pt x="13735" y="16846"/>
                </a:cubicBezTo>
                <a:cubicBezTo>
                  <a:pt x="13957" y="17082"/>
                  <a:pt x="14317" y="17082"/>
                  <a:pt x="14539" y="16846"/>
                </a:cubicBezTo>
                <a:cubicBezTo>
                  <a:pt x="14761" y="16609"/>
                  <a:pt x="14761" y="16224"/>
                  <a:pt x="14539" y="15988"/>
                </a:cubicBezTo>
                <a:cubicBezTo>
                  <a:pt x="14428" y="15869"/>
                  <a:pt x="14283" y="15810"/>
                  <a:pt x="14138" y="15810"/>
                </a:cubicBezTo>
                <a:close/>
                <a:moveTo>
                  <a:pt x="16398" y="15810"/>
                </a:moveTo>
                <a:cubicBezTo>
                  <a:pt x="16253" y="15810"/>
                  <a:pt x="16108" y="15869"/>
                  <a:pt x="15997" y="15988"/>
                </a:cubicBezTo>
                <a:cubicBezTo>
                  <a:pt x="15775" y="16224"/>
                  <a:pt x="15775" y="16609"/>
                  <a:pt x="15997" y="16846"/>
                </a:cubicBezTo>
                <a:cubicBezTo>
                  <a:pt x="16219" y="17082"/>
                  <a:pt x="16579" y="17082"/>
                  <a:pt x="16801" y="16846"/>
                </a:cubicBezTo>
                <a:cubicBezTo>
                  <a:pt x="17023" y="16609"/>
                  <a:pt x="17023" y="16224"/>
                  <a:pt x="16801" y="15988"/>
                </a:cubicBezTo>
                <a:cubicBezTo>
                  <a:pt x="16690" y="15869"/>
                  <a:pt x="16544" y="15810"/>
                  <a:pt x="16398" y="15810"/>
                </a:cubicBezTo>
                <a:close/>
                <a:moveTo>
                  <a:pt x="18660" y="15810"/>
                </a:moveTo>
                <a:cubicBezTo>
                  <a:pt x="18515" y="15810"/>
                  <a:pt x="18369" y="15869"/>
                  <a:pt x="18259" y="15988"/>
                </a:cubicBezTo>
                <a:cubicBezTo>
                  <a:pt x="18037" y="16224"/>
                  <a:pt x="18037" y="16609"/>
                  <a:pt x="18259" y="16846"/>
                </a:cubicBezTo>
                <a:cubicBezTo>
                  <a:pt x="18480" y="17082"/>
                  <a:pt x="18840" y="17082"/>
                  <a:pt x="19062" y="16846"/>
                </a:cubicBezTo>
                <a:cubicBezTo>
                  <a:pt x="19283" y="16609"/>
                  <a:pt x="19283" y="16224"/>
                  <a:pt x="19062" y="15988"/>
                </a:cubicBezTo>
                <a:cubicBezTo>
                  <a:pt x="18951" y="15869"/>
                  <a:pt x="18805" y="15810"/>
                  <a:pt x="18660" y="15810"/>
                </a:cubicBezTo>
                <a:close/>
                <a:moveTo>
                  <a:pt x="20922" y="15810"/>
                </a:moveTo>
                <a:cubicBezTo>
                  <a:pt x="20776" y="15810"/>
                  <a:pt x="20631" y="15869"/>
                  <a:pt x="20520" y="15988"/>
                </a:cubicBezTo>
                <a:cubicBezTo>
                  <a:pt x="20298" y="16224"/>
                  <a:pt x="20298" y="16609"/>
                  <a:pt x="20520" y="16846"/>
                </a:cubicBezTo>
                <a:cubicBezTo>
                  <a:pt x="20742" y="17082"/>
                  <a:pt x="21101" y="17082"/>
                  <a:pt x="21323" y="16846"/>
                </a:cubicBezTo>
                <a:cubicBezTo>
                  <a:pt x="21545" y="16609"/>
                  <a:pt x="21545" y="16224"/>
                  <a:pt x="21323" y="15988"/>
                </a:cubicBezTo>
                <a:cubicBezTo>
                  <a:pt x="21212" y="15869"/>
                  <a:pt x="21067" y="15810"/>
                  <a:pt x="20922" y="15810"/>
                </a:cubicBezTo>
                <a:close/>
                <a:moveTo>
                  <a:pt x="568" y="18069"/>
                </a:moveTo>
                <a:cubicBezTo>
                  <a:pt x="423" y="18069"/>
                  <a:pt x="278" y="18128"/>
                  <a:pt x="167" y="18247"/>
                </a:cubicBezTo>
                <a:cubicBezTo>
                  <a:pt x="-55" y="18483"/>
                  <a:pt x="-55" y="18868"/>
                  <a:pt x="167" y="19104"/>
                </a:cubicBezTo>
                <a:cubicBezTo>
                  <a:pt x="389" y="19341"/>
                  <a:pt x="749" y="19341"/>
                  <a:pt x="971" y="19104"/>
                </a:cubicBezTo>
                <a:cubicBezTo>
                  <a:pt x="1193" y="18868"/>
                  <a:pt x="1193" y="18483"/>
                  <a:pt x="971" y="18247"/>
                </a:cubicBezTo>
                <a:cubicBezTo>
                  <a:pt x="860" y="18128"/>
                  <a:pt x="714" y="18069"/>
                  <a:pt x="568" y="18069"/>
                </a:cubicBezTo>
                <a:close/>
                <a:moveTo>
                  <a:pt x="2830" y="18069"/>
                </a:moveTo>
                <a:cubicBezTo>
                  <a:pt x="2685" y="18069"/>
                  <a:pt x="2539" y="18128"/>
                  <a:pt x="2428" y="18247"/>
                </a:cubicBezTo>
                <a:cubicBezTo>
                  <a:pt x="2207" y="18483"/>
                  <a:pt x="2207" y="18868"/>
                  <a:pt x="2428" y="19104"/>
                </a:cubicBezTo>
                <a:cubicBezTo>
                  <a:pt x="2650" y="19341"/>
                  <a:pt x="3011" y="19341"/>
                  <a:pt x="3232" y="19104"/>
                </a:cubicBezTo>
                <a:cubicBezTo>
                  <a:pt x="3454" y="18868"/>
                  <a:pt x="3454" y="18483"/>
                  <a:pt x="3232" y="18247"/>
                </a:cubicBezTo>
                <a:cubicBezTo>
                  <a:pt x="3121" y="18128"/>
                  <a:pt x="2975" y="18069"/>
                  <a:pt x="2830" y="18069"/>
                </a:cubicBezTo>
                <a:close/>
                <a:moveTo>
                  <a:pt x="5092" y="18069"/>
                </a:moveTo>
                <a:cubicBezTo>
                  <a:pt x="4946" y="18069"/>
                  <a:pt x="4801" y="18128"/>
                  <a:pt x="4690" y="18247"/>
                </a:cubicBezTo>
                <a:cubicBezTo>
                  <a:pt x="4468" y="18483"/>
                  <a:pt x="4468" y="18868"/>
                  <a:pt x="4690" y="19104"/>
                </a:cubicBezTo>
                <a:cubicBezTo>
                  <a:pt x="4912" y="19341"/>
                  <a:pt x="5271" y="19341"/>
                  <a:pt x="5493" y="19104"/>
                </a:cubicBezTo>
                <a:cubicBezTo>
                  <a:pt x="5715" y="18868"/>
                  <a:pt x="5715" y="18483"/>
                  <a:pt x="5493" y="18247"/>
                </a:cubicBezTo>
                <a:cubicBezTo>
                  <a:pt x="5382" y="18128"/>
                  <a:pt x="5237" y="18069"/>
                  <a:pt x="5092" y="18069"/>
                </a:cubicBezTo>
                <a:close/>
                <a:moveTo>
                  <a:pt x="7353" y="18069"/>
                </a:moveTo>
                <a:cubicBezTo>
                  <a:pt x="7208" y="18069"/>
                  <a:pt x="7063" y="18128"/>
                  <a:pt x="6952" y="18247"/>
                </a:cubicBezTo>
                <a:cubicBezTo>
                  <a:pt x="6730" y="18483"/>
                  <a:pt x="6730" y="18868"/>
                  <a:pt x="6952" y="19104"/>
                </a:cubicBezTo>
                <a:cubicBezTo>
                  <a:pt x="7173" y="19341"/>
                  <a:pt x="7533" y="19341"/>
                  <a:pt x="7755" y="19104"/>
                </a:cubicBezTo>
                <a:cubicBezTo>
                  <a:pt x="7976" y="18868"/>
                  <a:pt x="7976" y="18483"/>
                  <a:pt x="7755" y="18247"/>
                </a:cubicBezTo>
                <a:cubicBezTo>
                  <a:pt x="7644" y="18128"/>
                  <a:pt x="7498" y="18069"/>
                  <a:pt x="7353" y="18069"/>
                </a:cubicBezTo>
                <a:close/>
                <a:moveTo>
                  <a:pt x="9615" y="18069"/>
                </a:moveTo>
                <a:cubicBezTo>
                  <a:pt x="9469" y="18069"/>
                  <a:pt x="9324" y="18128"/>
                  <a:pt x="9213" y="18247"/>
                </a:cubicBezTo>
                <a:cubicBezTo>
                  <a:pt x="8991" y="18483"/>
                  <a:pt x="8991" y="18868"/>
                  <a:pt x="9213" y="19104"/>
                </a:cubicBezTo>
                <a:cubicBezTo>
                  <a:pt x="9435" y="19341"/>
                  <a:pt x="9794" y="19341"/>
                  <a:pt x="10016" y="19104"/>
                </a:cubicBezTo>
                <a:cubicBezTo>
                  <a:pt x="10238" y="18868"/>
                  <a:pt x="10238" y="18483"/>
                  <a:pt x="10016" y="18247"/>
                </a:cubicBezTo>
                <a:cubicBezTo>
                  <a:pt x="9905" y="18128"/>
                  <a:pt x="9760" y="18069"/>
                  <a:pt x="9615" y="18069"/>
                </a:cubicBezTo>
                <a:close/>
                <a:moveTo>
                  <a:pt x="11876" y="18069"/>
                </a:moveTo>
                <a:cubicBezTo>
                  <a:pt x="11731" y="18069"/>
                  <a:pt x="11585" y="18128"/>
                  <a:pt x="11474" y="18247"/>
                </a:cubicBezTo>
                <a:cubicBezTo>
                  <a:pt x="11252" y="18483"/>
                  <a:pt x="11252" y="18868"/>
                  <a:pt x="11474" y="19104"/>
                </a:cubicBezTo>
                <a:cubicBezTo>
                  <a:pt x="11696" y="19341"/>
                  <a:pt x="12056" y="19341"/>
                  <a:pt x="12278" y="19104"/>
                </a:cubicBezTo>
                <a:cubicBezTo>
                  <a:pt x="12500" y="18868"/>
                  <a:pt x="12500" y="18483"/>
                  <a:pt x="12278" y="18247"/>
                </a:cubicBezTo>
                <a:cubicBezTo>
                  <a:pt x="12167" y="18128"/>
                  <a:pt x="12022" y="18069"/>
                  <a:pt x="11876" y="18069"/>
                </a:cubicBezTo>
                <a:close/>
                <a:moveTo>
                  <a:pt x="14138" y="18069"/>
                </a:moveTo>
                <a:cubicBezTo>
                  <a:pt x="13992" y="18069"/>
                  <a:pt x="13846" y="18128"/>
                  <a:pt x="13735" y="18247"/>
                </a:cubicBezTo>
                <a:cubicBezTo>
                  <a:pt x="13514" y="18483"/>
                  <a:pt x="13514" y="18868"/>
                  <a:pt x="13735" y="19104"/>
                </a:cubicBezTo>
                <a:cubicBezTo>
                  <a:pt x="13957" y="19341"/>
                  <a:pt x="14317" y="19341"/>
                  <a:pt x="14539" y="19104"/>
                </a:cubicBezTo>
                <a:cubicBezTo>
                  <a:pt x="14761" y="18868"/>
                  <a:pt x="14761" y="18483"/>
                  <a:pt x="14539" y="18247"/>
                </a:cubicBezTo>
                <a:cubicBezTo>
                  <a:pt x="14428" y="18128"/>
                  <a:pt x="14283" y="18069"/>
                  <a:pt x="14138" y="18069"/>
                </a:cubicBezTo>
                <a:close/>
                <a:moveTo>
                  <a:pt x="16398" y="18069"/>
                </a:moveTo>
                <a:cubicBezTo>
                  <a:pt x="16253" y="18069"/>
                  <a:pt x="16108" y="18128"/>
                  <a:pt x="15997" y="18247"/>
                </a:cubicBezTo>
                <a:cubicBezTo>
                  <a:pt x="15775" y="18483"/>
                  <a:pt x="15775" y="18868"/>
                  <a:pt x="15997" y="19104"/>
                </a:cubicBezTo>
                <a:cubicBezTo>
                  <a:pt x="16219" y="19341"/>
                  <a:pt x="16579" y="19341"/>
                  <a:pt x="16801" y="19104"/>
                </a:cubicBezTo>
                <a:cubicBezTo>
                  <a:pt x="17023" y="18868"/>
                  <a:pt x="17023" y="18483"/>
                  <a:pt x="16801" y="18247"/>
                </a:cubicBezTo>
                <a:cubicBezTo>
                  <a:pt x="16690" y="18128"/>
                  <a:pt x="16544" y="18069"/>
                  <a:pt x="16398" y="18069"/>
                </a:cubicBezTo>
                <a:close/>
                <a:moveTo>
                  <a:pt x="18660" y="18069"/>
                </a:moveTo>
                <a:cubicBezTo>
                  <a:pt x="18515" y="18069"/>
                  <a:pt x="18369" y="18128"/>
                  <a:pt x="18259" y="18247"/>
                </a:cubicBezTo>
                <a:cubicBezTo>
                  <a:pt x="18037" y="18483"/>
                  <a:pt x="18037" y="18868"/>
                  <a:pt x="18259" y="19104"/>
                </a:cubicBezTo>
                <a:cubicBezTo>
                  <a:pt x="18480" y="19341"/>
                  <a:pt x="18840" y="19341"/>
                  <a:pt x="19062" y="19104"/>
                </a:cubicBezTo>
                <a:cubicBezTo>
                  <a:pt x="19283" y="18868"/>
                  <a:pt x="19283" y="18483"/>
                  <a:pt x="19062" y="18247"/>
                </a:cubicBezTo>
                <a:cubicBezTo>
                  <a:pt x="18951" y="18128"/>
                  <a:pt x="18805" y="18069"/>
                  <a:pt x="18660" y="18069"/>
                </a:cubicBezTo>
                <a:close/>
                <a:moveTo>
                  <a:pt x="20922" y="18069"/>
                </a:moveTo>
                <a:cubicBezTo>
                  <a:pt x="20776" y="18069"/>
                  <a:pt x="20631" y="18128"/>
                  <a:pt x="20520" y="18247"/>
                </a:cubicBezTo>
                <a:cubicBezTo>
                  <a:pt x="20298" y="18483"/>
                  <a:pt x="20298" y="18868"/>
                  <a:pt x="20520" y="19104"/>
                </a:cubicBezTo>
                <a:cubicBezTo>
                  <a:pt x="20742" y="19341"/>
                  <a:pt x="21101" y="19341"/>
                  <a:pt x="21323" y="19104"/>
                </a:cubicBezTo>
                <a:cubicBezTo>
                  <a:pt x="21545" y="18868"/>
                  <a:pt x="21545" y="18483"/>
                  <a:pt x="21323" y="18247"/>
                </a:cubicBezTo>
                <a:cubicBezTo>
                  <a:pt x="21212" y="18128"/>
                  <a:pt x="21067" y="18069"/>
                  <a:pt x="20922" y="18069"/>
                </a:cubicBezTo>
                <a:close/>
                <a:moveTo>
                  <a:pt x="568" y="20328"/>
                </a:moveTo>
                <a:cubicBezTo>
                  <a:pt x="423" y="20328"/>
                  <a:pt x="278" y="20387"/>
                  <a:pt x="167" y="20505"/>
                </a:cubicBezTo>
                <a:cubicBezTo>
                  <a:pt x="-55" y="20742"/>
                  <a:pt x="-55" y="21126"/>
                  <a:pt x="167" y="21363"/>
                </a:cubicBezTo>
                <a:cubicBezTo>
                  <a:pt x="389" y="21600"/>
                  <a:pt x="749" y="21600"/>
                  <a:pt x="971" y="21363"/>
                </a:cubicBezTo>
                <a:cubicBezTo>
                  <a:pt x="1193" y="21126"/>
                  <a:pt x="1193" y="20742"/>
                  <a:pt x="971" y="20505"/>
                </a:cubicBezTo>
                <a:cubicBezTo>
                  <a:pt x="860" y="20387"/>
                  <a:pt x="714" y="20328"/>
                  <a:pt x="568" y="20328"/>
                </a:cubicBezTo>
                <a:close/>
                <a:moveTo>
                  <a:pt x="2830" y="20328"/>
                </a:moveTo>
                <a:cubicBezTo>
                  <a:pt x="2685" y="20328"/>
                  <a:pt x="2539" y="20387"/>
                  <a:pt x="2428" y="20505"/>
                </a:cubicBezTo>
                <a:cubicBezTo>
                  <a:pt x="2207" y="20742"/>
                  <a:pt x="2207" y="21126"/>
                  <a:pt x="2428" y="21363"/>
                </a:cubicBezTo>
                <a:cubicBezTo>
                  <a:pt x="2650" y="21600"/>
                  <a:pt x="3011" y="21600"/>
                  <a:pt x="3232" y="21363"/>
                </a:cubicBezTo>
                <a:cubicBezTo>
                  <a:pt x="3454" y="21126"/>
                  <a:pt x="3454" y="20742"/>
                  <a:pt x="3232" y="20505"/>
                </a:cubicBezTo>
                <a:cubicBezTo>
                  <a:pt x="3121" y="20387"/>
                  <a:pt x="2975" y="20328"/>
                  <a:pt x="2830" y="20328"/>
                </a:cubicBezTo>
                <a:close/>
                <a:moveTo>
                  <a:pt x="5092" y="20328"/>
                </a:moveTo>
                <a:cubicBezTo>
                  <a:pt x="4946" y="20328"/>
                  <a:pt x="4801" y="20387"/>
                  <a:pt x="4690" y="20505"/>
                </a:cubicBezTo>
                <a:cubicBezTo>
                  <a:pt x="4468" y="20742"/>
                  <a:pt x="4468" y="21126"/>
                  <a:pt x="4690" y="21363"/>
                </a:cubicBezTo>
                <a:cubicBezTo>
                  <a:pt x="4912" y="21600"/>
                  <a:pt x="5271" y="21600"/>
                  <a:pt x="5493" y="21363"/>
                </a:cubicBezTo>
                <a:cubicBezTo>
                  <a:pt x="5715" y="21126"/>
                  <a:pt x="5715" y="20742"/>
                  <a:pt x="5493" y="20505"/>
                </a:cubicBezTo>
                <a:cubicBezTo>
                  <a:pt x="5382" y="20387"/>
                  <a:pt x="5237" y="20328"/>
                  <a:pt x="5092" y="20328"/>
                </a:cubicBezTo>
                <a:close/>
                <a:moveTo>
                  <a:pt x="7353" y="20328"/>
                </a:moveTo>
                <a:cubicBezTo>
                  <a:pt x="7208" y="20328"/>
                  <a:pt x="7063" y="20387"/>
                  <a:pt x="6952" y="20505"/>
                </a:cubicBezTo>
                <a:cubicBezTo>
                  <a:pt x="6730" y="20742"/>
                  <a:pt x="6730" y="21126"/>
                  <a:pt x="6952" y="21363"/>
                </a:cubicBezTo>
                <a:cubicBezTo>
                  <a:pt x="7173" y="21600"/>
                  <a:pt x="7533" y="21600"/>
                  <a:pt x="7755" y="21363"/>
                </a:cubicBezTo>
                <a:cubicBezTo>
                  <a:pt x="7976" y="21126"/>
                  <a:pt x="7976" y="20742"/>
                  <a:pt x="7755" y="20505"/>
                </a:cubicBezTo>
                <a:cubicBezTo>
                  <a:pt x="7644" y="20387"/>
                  <a:pt x="7498" y="20328"/>
                  <a:pt x="7353" y="20328"/>
                </a:cubicBezTo>
                <a:close/>
                <a:moveTo>
                  <a:pt x="9615" y="20328"/>
                </a:moveTo>
                <a:cubicBezTo>
                  <a:pt x="9469" y="20328"/>
                  <a:pt x="9324" y="20387"/>
                  <a:pt x="9213" y="20505"/>
                </a:cubicBezTo>
                <a:cubicBezTo>
                  <a:pt x="8991" y="20742"/>
                  <a:pt x="8991" y="21126"/>
                  <a:pt x="9213" y="21363"/>
                </a:cubicBezTo>
                <a:cubicBezTo>
                  <a:pt x="9435" y="21600"/>
                  <a:pt x="9794" y="21600"/>
                  <a:pt x="10016" y="21363"/>
                </a:cubicBezTo>
                <a:cubicBezTo>
                  <a:pt x="10238" y="21126"/>
                  <a:pt x="10238" y="20742"/>
                  <a:pt x="10016" y="20505"/>
                </a:cubicBezTo>
                <a:cubicBezTo>
                  <a:pt x="9905" y="20387"/>
                  <a:pt x="9760" y="20328"/>
                  <a:pt x="9615" y="20328"/>
                </a:cubicBezTo>
                <a:close/>
                <a:moveTo>
                  <a:pt x="11876" y="20328"/>
                </a:moveTo>
                <a:cubicBezTo>
                  <a:pt x="11731" y="20328"/>
                  <a:pt x="11585" y="20387"/>
                  <a:pt x="11474" y="20505"/>
                </a:cubicBezTo>
                <a:cubicBezTo>
                  <a:pt x="11252" y="20742"/>
                  <a:pt x="11252" y="21126"/>
                  <a:pt x="11474" y="21363"/>
                </a:cubicBezTo>
                <a:cubicBezTo>
                  <a:pt x="11696" y="21600"/>
                  <a:pt x="12056" y="21600"/>
                  <a:pt x="12278" y="21363"/>
                </a:cubicBezTo>
                <a:cubicBezTo>
                  <a:pt x="12500" y="21126"/>
                  <a:pt x="12500" y="20742"/>
                  <a:pt x="12278" y="20505"/>
                </a:cubicBezTo>
                <a:cubicBezTo>
                  <a:pt x="12167" y="20387"/>
                  <a:pt x="12022" y="20328"/>
                  <a:pt x="11876" y="20328"/>
                </a:cubicBezTo>
                <a:close/>
                <a:moveTo>
                  <a:pt x="14138" y="20328"/>
                </a:moveTo>
                <a:cubicBezTo>
                  <a:pt x="13992" y="20328"/>
                  <a:pt x="13846" y="20387"/>
                  <a:pt x="13735" y="20505"/>
                </a:cubicBezTo>
                <a:cubicBezTo>
                  <a:pt x="13514" y="20742"/>
                  <a:pt x="13514" y="21126"/>
                  <a:pt x="13735" y="21363"/>
                </a:cubicBezTo>
                <a:cubicBezTo>
                  <a:pt x="13957" y="21600"/>
                  <a:pt x="14317" y="21600"/>
                  <a:pt x="14539" y="21363"/>
                </a:cubicBezTo>
                <a:cubicBezTo>
                  <a:pt x="14761" y="21126"/>
                  <a:pt x="14761" y="20742"/>
                  <a:pt x="14539" y="20505"/>
                </a:cubicBezTo>
                <a:cubicBezTo>
                  <a:pt x="14428" y="20387"/>
                  <a:pt x="14283" y="20328"/>
                  <a:pt x="14138" y="20328"/>
                </a:cubicBezTo>
                <a:close/>
                <a:moveTo>
                  <a:pt x="16398" y="20328"/>
                </a:moveTo>
                <a:cubicBezTo>
                  <a:pt x="16253" y="20328"/>
                  <a:pt x="16108" y="20387"/>
                  <a:pt x="15997" y="20505"/>
                </a:cubicBezTo>
                <a:cubicBezTo>
                  <a:pt x="15775" y="20742"/>
                  <a:pt x="15775" y="21126"/>
                  <a:pt x="15997" y="21363"/>
                </a:cubicBezTo>
                <a:cubicBezTo>
                  <a:pt x="16219" y="21600"/>
                  <a:pt x="16579" y="21600"/>
                  <a:pt x="16801" y="21363"/>
                </a:cubicBezTo>
                <a:cubicBezTo>
                  <a:pt x="17023" y="21126"/>
                  <a:pt x="17023" y="20742"/>
                  <a:pt x="16801" y="20505"/>
                </a:cubicBezTo>
                <a:cubicBezTo>
                  <a:pt x="16690" y="20387"/>
                  <a:pt x="16544" y="20328"/>
                  <a:pt x="16398" y="20328"/>
                </a:cubicBezTo>
                <a:close/>
                <a:moveTo>
                  <a:pt x="18660" y="20328"/>
                </a:moveTo>
                <a:cubicBezTo>
                  <a:pt x="18515" y="20328"/>
                  <a:pt x="18369" y="20387"/>
                  <a:pt x="18259" y="20505"/>
                </a:cubicBezTo>
                <a:cubicBezTo>
                  <a:pt x="18037" y="20742"/>
                  <a:pt x="18037" y="21126"/>
                  <a:pt x="18259" y="21363"/>
                </a:cubicBezTo>
                <a:cubicBezTo>
                  <a:pt x="18480" y="21600"/>
                  <a:pt x="18840" y="21600"/>
                  <a:pt x="19062" y="21363"/>
                </a:cubicBezTo>
                <a:cubicBezTo>
                  <a:pt x="19283" y="21126"/>
                  <a:pt x="19283" y="20742"/>
                  <a:pt x="19062" y="20505"/>
                </a:cubicBezTo>
                <a:cubicBezTo>
                  <a:pt x="18951" y="20387"/>
                  <a:pt x="18805" y="20328"/>
                  <a:pt x="18660" y="20328"/>
                </a:cubicBezTo>
                <a:close/>
                <a:moveTo>
                  <a:pt x="20922" y="20328"/>
                </a:moveTo>
                <a:cubicBezTo>
                  <a:pt x="20776" y="20328"/>
                  <a:pt x="20631" y="20387"/>
                  <a:pt x="20520" y="20505"/>
                </a:cubicBezTo>
                <a:cubicBezTo>
                  <a:pt x="20298" y="20742"/>
                  <a:pt x="20298" y="21126"/>
                  <a:pt x="20520" y="21363"/>
                </a:cubicBezTo>
                <a:cubicBezTo>
                  <a:pt x="20742" y="21600"/>
                  <a:pt x="21101" y="21600"/>
                  <a:pt x="21323" y="21363"/>
                </a:cubicBezTo>
                <a:cubicBezTo>
                  <a:pt x="21545" y="21126"/>
                  <a:pt x="21545" y="20742"/>
                  <a:pt x="21323" y="20505"/>
                </a:cubicBezTo>
                <a:cubicBezTo>
                  <a:pt x="21212" y="20387"/>
                  <a:pt x="21067" y="20328"/>
                  <a:pt x="20922" y="20328"/>
                </a:cubicBezTo>
                <a:close/>
              </a:path>
            </a:pathLst>
          </a:custGeom>
          <a:solidFill>
            <a:schemeClr val="tx1">
              <a:alpha val="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1528703" hangingPunct="0"/>
            <a:endParaRPr sz="5400" kern="0" dirty="0">
              <a:solidFill>
                <a:srgbClr val="FFFFFF"/>
              </a:solidFill>
              <a:latin typeface="Pretendard" panose="02000503000000020004" pitchFamily="50" charset="-127"/>
              <a:cs typeface="Pretendard" panose="02000503000000020004" pitchFamily="50" charset="-127"/>
              <a:sym typeface="Poppins Medium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E5EA83B-9BC1-47A2-8A39-B5B0053803ED}"/>
              </a:ext>
            </a:extLst>
          </p:cNvPr>
          <p:cNvSpPr txBox="1"/>
          <p:nvPr/>
        </p:nvSpPr>
        <p:spPr>
          <a:xfrm>
            <a:off x="779202" y="1424608"/>
            <a:ext cx="1619033" cy="42062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spcAft>
                <a:spcPts val="400"/>
              </a:spcAft>
            </a:pPr>
            <a:r>
              <a:rPr kumimoji="1" lang="en-US" altLang="ko-KR" sz="1200" spc="-40">
                <a:solidFill>
                  <a:schemeClr val="tx1">
                    <a:lumMod val="85000"/>
                    <a:lumOff val="15000"/>
                  </a:schemeClr>
                </a:solidFill>
                <a:latin typeface="G마켓 산스 Light" panose="02000000000000000000" pitchFamily="50" charset="-127"/>
                <a:ea typeface="G마켓 산스 Light" panose="02000000000000000000" pitchFamily="50" charset="-127"/>
              </a:rPr>
              <a:t>Simple_image</a:t>
            </a:r>
            <a:endParaRPr kumimoji="1" lang="en-US" altLang="ko-KR" sz="1200" spc="-40" dirty="0">
              <a:solidFill>
                <a:schemeClr val="tx1">
                  <a:lumMod val="85000"/>
                  <a:lumOff val="15000"/>
                </a:schemeClr>
              </a:solidFill>
              <a:latin typeface="G마켓 산스 Light" panose="02000000000000000000" pitchFamily="50" charset="-127"/>
              <a:ea typeface="G마켓 산스 Light" panose="02000000000000000000" pitchFamily="50" charset="-127"/>
            </a:endParaRPr>
          </a:p>
          <a:p>
            <a:pPr>
              <a:spcAft>
                <a:spcPts val="400"/>
              </a:spcAft>
            </a:pPr>
            <a:r>
              <a:rPr kumimoji="1" lang="ko-KR" altLang="en-US" sz="1200" b="0" i="0" spc="-40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파워포인트 템플릿 </a:t>
            </a:r>
            <a:r>
              <a:rPr kumimoji="1" lang="en-US" altLang="ko-KR" sz="1200" b="0" i="0" spc="-40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| 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PPT</a:t>
            </a:r>
            <a:endParaRPr kumimoji="1" lang="ko-KR" altLang="en-US" sz="1200" b="0" i="0" spc="-40" baseline="0" dirty="0">
              <a:solidFill>
                <a:schemeClr val="tx1">
                  <a:lumMod val="85000"/>
                  <a:lumOff val="15000"/>
                </a:schemeClr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1A36804-F5E9-4D96-8D01-2B12718A1C34}"/>
              </a:ext>
            </a:extLst>
          </p:cNvPr>
          <p:cNvSpPr txBox="1"/>
          <p:nvPr/>
        </p:nvSpPr>
        <p:spPr>
          <a:xfrm>
            <a:off x="725037" y="1964668"/>
            <a:ext cx="1727362" cy="324000"/>
          </a:xfrm>
          <a:prstGeom prst="roundRect">
            <a:avLst>
              <a:gd name="adj" fmla="val 50000"/>
            </a:avLst>
          </a:prstGeom>
          <a:solidFill>
            <a:schemeClr val="bg1"/>
          </a:solidFill>
        </p:spPr>
        <p:txBody>
          <a:bodyPr wrap="none" lIns="108000" tIns="0" rIns="108000" bIns="0" rtlCol="0" anchor="ctr">
            <a:noAutofit/>
          </a:bodyPr>
          <a:lstStyle>
            <a:defPPr>
              <a:defRPr lang="en-US"/>
            </a:defPPr>
            <a:lvl1pPr algn="ctr">
              <a:defRPr kumimoji="1">
                <a:solidFill>
                  <a:schemeClr val="tx1">
                    <a:lumMod val="95000"/>
                    <a:lumOff val="5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defRPr>
            </a:lvl1pPr>
          </a:lstStyle>
          <a:p>
            <a:r>
              <a:rPr lang="en-US" altLang="ko-KR" dirty="0"/>
              <a:t>CONTENTS</a:t>
            </a:r>
          </a:p>
        </p:txBody>
      </p:sp>
      <p:grpSp>
        <p:nvGrpSpPr>
          <p:cNvPr id="400" name="그룹 399">
            <a:extLst>
              <a:ext uri="{FF2B5EF4-FFF2-40B4-BE49-F238E27FC236}">
                <a16:creationId xmlns:a16="http://schemas.microsoft.com/office/drawing/2014/main" id="{62C31F44-2727-41BD-BFB9-F4E4A723A93A}"/>
              </a:ext>
            </a:extLst>
          </p:cNvPr>
          <p:cNvGrpSpPr/>
          <p:nvPr/>
        </p:nvGrpSpPr>
        <p:grpSpPr>
          <a:xfrm>
            <a:off x="685910" y="2686321"/>
            <a:ext cx="2012887" cy="5832000"/>
            <a:chOff x="146120" y="1568624"/>
            <a:chExt cx="2086247" cy="6044549"/>
          </a:xfrm>
        </p:grpSpPr>
        <p:sp>
          <p:nvSpPr>
            <p:cNvPr id="401" name="직사각형 400">
              <a:extLst>
                <a:ext uri="{FF2B5EF4-FFF2-40B4-BE49-F238E27FC236}">
                  <a16:creationId xmlns:a16="http://schemas.microsoft.com/office/drawing/2014/main" id="{04934B14-B7FD-49C0-9624-009E34BBFA55}"/>
                </a:ext>
              </a:extLst>
            </p:cNvPr>
            <p:cNvSpPr/>
            <p:nvPr/>
          </p:nvSpPr>
          <p:spPr>
            <a:xfrm>
              <a:off x="179999" y="1604628"/>
              <a:ext cx="2019151" cy="5970270"/>
            </a:xfrm>
            <a:prstGeom prst="rect">
              <a:avLst/>
            </a:prstGeom>
            <a:solidFill>
              <a:schemeClr val="tx1">
                <a:alpha val="10000"/>
              </a:schemeClr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402" name="그룹 401">
              <a:extLst>
                <a:ext uri="{FF2B5EF4-FFF2-40B4-BE49-F238E27FC236}">
                  <a16:creationId xmlns:a16="http://schemas.microsoft.com/office/drawing/2014/main" id="{4BD6DFC9-9624-4288-B1D7-129EB2136B27}"/>
                </a:ext>
              </a:extLst>
            </p:cNvPr>
            <p:cNvGrpSpPr/>
            <p:nvPr/>
          </p:nvGrpSpPr>
          <p:grpSpPr>
            <a:xfrm>
              <a:off x="146120" y="1568624"/>
              <a:ext cx="2086247" cy="6044549"/>
              <a:chOff x="152640" y="1568624"/>
              <a:chExt cx="2086247" cy="6044549"/>
            </a:xfrm>
            <a:solidFill>
              <a:schemeClr val="bg1">
                <a:alpha val="50000"/>
              </a:schemeClr>
            </a:solidFill>
          </p:grpSpPr>
          <p:sp>
            <p:nvSpPr>
              <p:cNvPr id="403" name="직사각형 402">
                <a:extLst>
                  <a:ext uri="{FF2B5EF4-FFF2-40B4-BE49-F238E27FC236}">
                    <a16:creationId xmlns:a16="http://schemas.microsoft.com/office/drawing/2014/main" id="{CBDA9F0D-22CA-44BF-828C-401C4B939674}"/>
                  </a:ext>
                </a:extLst>
              </p:cNvPr>
              <p:cNvSpPr/>
              <p:nvPr/>
            </p:nvSpPr>
            <p:spPr>
              <a:xfrm>
                <a:off x="189252" y="1568628"/>
                <a:ext cx="2014850" cy="36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04" name="직사각형 403">
                <a:extLst>
                  <a:ext uri="{FF2B5EF4-FFF2-40B4-BE49-F238E27FC236}">
                    <a16:creationId xmlns:a16="http://schemas.microsoft.com/office/drawing/2014/main" id="{BCA6C4A4-D60E-4598-81F9-2C953787AEBD}"/>
                  </a:ext>
                </a:extLst>
              </p:cNvPr>
              <p:cNvSpPr/>
              <p:nvPr/>
            </p:nvSpPr>
            <p:spPr>
              <a:xfrm>
                <a:off x="189253" y="7576214"/>
                <a:ext cx="2014849" cy="36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05" name="직사각형 404">
                <a:extLst>
                  <a:ext uri="{FF2B5EF4-FFF2-40B4-BE49-F238E27FC236}">
                    <a16:creationId xmlns:a16="http://schemas.microsoft.com/office/drawing/2014/main" id="{FF3F92ED-21CB-48D1-A54B-56F574664B7A}"/>
                  </a:ext>
                </a:extLst>
              </p:cNvPr>
              <p:cNvSpPr/>
              <p:nvPr/>
            </p:nvSpPr>
            <p:spPr>
              <a:xfrm rot="5400000">
                <a:off x="-2851635" y="4572899"/>
                <a:ext cx="6044549" cy="36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06" name="직사각형 405">
                <a:extLst>
                  <a:ext uri="{FF2B5EF4-FFF2-40B4-BE49-F238E27FC236}">
                    <a16:creationId xmlns:a16="http://schemas.microsoft.com/office/drawing/2014/main" id="{9B37AC2A-CA43-4BC5-85B1-AE4F2AAD85EB}"/>
                  </a:ext>
                </a:extLst>
              </p:cNvPr>
              <p:cNvSpPr/>
              <p:nvPr/>
            </p:nvSpPr>
            <p:spPr>
              <a:xfrm rot="5400000">
                <a:off x="1698886" y="2072628"/>
                <a:ext cx="1044000" cy="36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07" name="직사각형 406">
                <a:extLst>
                  <a:ext uri="{FF2B5EF4-FFF2-40B4-BE49-F238E27FC236}">
                    <a16:creationId xmlns:a16="http://schemas.microsoft.com/office/drawing/2014/main" id="{056888AE-5BB2-49C1-9EE6-CC00F5CDC8B5}"/>
                  </a:ext>
                </a:extLst>
              </p:cNvPr>
              <p:cNvSpPr/>
              <p:nvPr/>
            </p:nvSpPr>
            <p:spPr>
              <a:xfrm rot="5400000">
                <a:off x="1053020" y="6427199"/>
                <a:ext cx="2335733" cy="36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28572CBF-C048-4003-B656-72907DB65C84}"/>
              </a:ext>
            </a:extLst>
          </p:cNvPr>
          <p:cNvGrpSpPr/>
          <p:nvPr/>
        </p:nvGrpSpPr>
        <p:grpSpPr>
          <a:xfrm>
            <a:off x="6750000" y="0"/>
            <a:ext cx="108000" cy="1964668"/>
            <a:chOff x="0" y="0"/>
            <a:chExt cx="144000" cy="9906000"/>
          </a:xfrm>
        </p:grpSpPr>
        <p:sp>
          <p:nvSpPr>
            <p:cNvPr id="64" name="직사각형 63">
              <a:extLst>
                <a:ext uri="{FF2B5EF4-FFF2-40B4-BE49-F238E27FC236}">
                  <a16:creationId xmlns:a16="http://schemas.microsoft.com/office/drawing/2014/main" id="{89E21D66-5117-46F3-9DD1-497AEF31909D}"/>
                </a:ext>
              </a:extLst>
            </p:cNvPr>
            <p:cNvSpPr/>
            <p:nvPr/>
          </p:nvSpPr>
          <p:spPr>
            <a:xfrm>
              <a:off x="0" y="0"/>
              <a:ext cx="144000" cy="1656000"/>
            </a:xfrm>
            <a:prstGeom prst="rect">
              <a:avLst/>
            </a:prstGeom>
            <a:solidFill>
              <a:srgbClr val="019B8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  <p:sp>
          <p:nvSpPr>
            <p:cNvPr id="65" name="직사각형 64">
              <a:extLst>
                <a:ext uri="{FF2B5EF4-FFF2-40B4-BE49-F238E27FC236}">
                  <a16:creationId xmlns:a16="http://schemas.microsoft.com/office/drawing/2014/main" id="{D5ACFBB8-1B77-4B89-B63D-E59A8C9890E9}"/>
                </a:ext>
              </a:extLst>
            </p:cNvPr>
            <p:cNvSpPr/>
            <p:nvPr/>
          </p:nvSpPr>
          <p:spPr>
            <a:xfrm>
              <a:off x="0" y="1650000"/>
              <a:ext cx="144000" cy="1656000"/>
            </a:xfrm>
            <a:prstGeom prst="rect">
              <a:avLst/>
            </a:prstGeom>
            <a:solidFill>
              <a:srgbClr val="87AE1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  <p:sp>
          <p:nvSpPr>
            <p:cNvPr id="66" name="직사각형 65">
              <a:extLst>
                <a:ext uri="{FF2B5EF4-FFF2-40B4-BE49-F238E27FC236}">
                  <a16:creationId xmlns:a16="http://schemas.microsoft.com/office/drawing/2014/main" id="{0E8A5CF5-4283-4DB7-B6F9-C68EF26A63E6}"/>
                </a:ext>
              </a:extLst>
            </p:cNvPr>
            <p:cNvSpPr/>
            <p:nvPr/>
          </p:nvSpPr>
          <p:spPr>
            <a:xfrm>
              <a:off x="0" y="3300000"/>
              <a:ext cx="144000" cy="1656000"/>
            </a:xfrm>
            <a:prstGeom prst="rect">
              <a:avLst/>
            </a:prstGeom>
            <a:solidFill>
              <a:srgbClr val="F7AC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  <p:sp>
          <p:nvSpPr>
            <p:cNvPr id="77" name="직사각형 76">
              <a:extLst>
                <a:ext uri="{FF2B5EF4-FFF2-40B4-BE49-F238E27FC236}">
                  <a16:creationId xmlns:a16="http://schemas.microsoft.com/office/drawing/2014/main" id="{2BD77B77-5B92-4AF0-AD10-E915E4AF6829}"/>
                </a:ext>
              </a:extLst>
            </p:cNvPr>
            <p:cNvSpPr/>
            <p:nvPr/>
          </p:nvSpPr>
          <p:spPr>
            <a:xfrm>
              <a:off x="0" y="4950000"/>
              <a:ext cx="144000" cy="1656000"/>
            </a:xfrm>
            <a:prstGeom prst="rect">
              <a:avLst/>
            </a:prstGeom>
            <a:solidFill>
              <a:srgbClr val="E752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  <p:sp>
          <p:nvSpPr>
            <p:cNvPr id="78" name="직사각형 77">
              <a:extLst>
                <a:ext uri="{FF2B5EF4-FFF2-40B4-BE49-F238E27FC236}">
                  <a16:creationId xmlns:a16="http://schemas.microsoft.com/office/drawing/2014/main" id="{CED6AB0A-EB38-4DF3-BC5D-031CCE0825DD}"/>
                </a:ext>
              </a:extLst>
            </p:cNvPr>
            <p:cNvSpPr/>
            <p:nvPr/>
          </p:nvSpPr>
          <p:spPr>
            <a:xfrm>
              <a:off x="0" y="6600000"/>
              <a:ext cx="144000" cy="1656000"/>
            </a:xfrm>
            <a:prstGeom prst="rect">
              <a:avLst/>
            </a:prstGeom>
            <a:solidFill>
              <a:srgbClr val="C9196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  <p:sp>
          <p:nvSpPr>
            <p:cNvPr id="79" name="직사각형 78">
              <a:extLst>
                <a:ext uri="{FF2B5EF4-FFF2-40B4-BE49-F238E27FC236}">
                  <a16:creationId xmlns:a16="http://schemas.microsoft.com/office/drawing/2014/main" id="{C05D15BE-7C50-4E83-85AC-E294D568B1C0}"/>
                </a:ext>
              </a:extLst>
            </p:cNvPr>
            <p:cNvSpPr/>
            <p:nvPr/>
          </p:nvSpPr>
          <p:spPr>
            <a:xfrm>
              <a:off x="0" y="8250000"/>
              <a:ext cx="144000" cy="1656000"/>
            </a:xfrm>
            <a:prstGeom prst="rect">
              <a:avLst/>
            </a:prstGeom>
            <a:solidFill>
              <a:srgbClr val="4E1E4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</p:grpSp>
      <p:grpSp>
        <p:nvGrpSpPr>
          <p:cNvPr id="80" name="그룹 79">
            <a:extLst>
              <a:ext uri="{FF2B5EF4-FFF2-40B4-BE49-F238E27FC236}">
                <a16:creationId xmlns:a16="http://schemas.microsoft.com/office/drawing/2014/main" id="{5E7C97BE-F9F9-4825-A8CF-7A84BD66F8E5}"/>
              </a:ext>
            </a:extLst>
          </p:cNvPr>
          <p:cNvGrpSpPr/>
          <p:nvPr/>
        </p:nvGrpSpPr>
        <p:grpSpPr>
          <a:xfrm>
            <a:off x="3068960" y="1964668"/>
            <a:ext cx="3789040" cy="6831815"/>
            <a:chOff x="3068960" y="1964668"/>
            <a:chExt cx="3789040" cy="6831815"/>
          </a:xfrm>
        </p:grpSpPr>
        <p:grpSp>
          <p:nvGrpSpPr>
            <p:cNvPr id="81" name="그룹 80">
              <a:extLst>
                <a:ext uri="{FF2B5EF4-FFF2-40B4-BE49-F238E27FC236}">
                  <a16:creationId xmlns:a16="http://schemas.microsoft.com/office/drawing/2014/main" id="{416BC756-62D9-4126-869D-C83EFD9F7BEF}"/>
                </a:ext>
              </a:extLst>
            </p:cNvPr>
            <p:cNvGrpSpPr/>
            <p:nvPr/>
          </p:nvGrpSpPr>
          <p:grpSpPr>
            <a:xfrm>
              <a:off x="3068960" y="4376936"/>
              <a:ext cx="3789040" cy="324000"/>
              <a:chOff x="3068960" y="4370196"/>
              <a:chExt cx="3789040" cy="324000"/>
            </a:xfrm>
          </p:grpSpPr>
          <p:sp>
            <p:nvSpPr>
              <p:cNvPr id="112" name="직사각형 111">
                <a:extLst>
                  <a:ext uri="{FF2B5EF4-FFF2-40B4-BE49-F238E27FC236}">
                    <a16:creationId xmlns:a16="http://schemas.microsoft.com/office/drawing/2014/main" id="{B80865EF-8A22-4B13-B734-08692F00E45F}"/>
                  </a:ext>
                </a:extLst>
              </p:cNvPr>
              <p:cNvSpPr/>
              <p:nvPr/>
            </p:nvSpPr>
            <p:spPr>
              <a:xfrm>
                <a:off x="3392996" y="4370196"/>
                <a:ext cx="3465004" cy="324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txBody>
              <a:bodyPr wrap="square" lIns="108000" tIns="36000" rIns="36000" bIns="36000" anchor="ctr">
                <a:noAutofit/>
              </a:bodyPr>
              <a:lstStyle/>
              <a:p>
                <a:r>
                  <a:rPr lang="ko-KR" altLang="en-US" sz="1600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2">
                        <a:lumMod val="75000"/>
                      </a:schemeClr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</a:rPr>
                  <a:t>전략 및 방법론</a:t>
                </a:r>
              </a:p>
            </p:txBody>
          </p:sp>
          <p:sp>
            <p:nvSpPr>
              <p:cNvPr id="113" name="모서리가 둥근 직사각형 102">
                <a:extLst>
                  <a:ext uri="{FF2B5EF4-FFF2-40B4-BE49-F238E27FC236}">
                    <a16:creationId xmlns:a16="http://schemas.microsoft.com/office/drawing/2014/main" id="{0E9E0AAC-D257-450C-A01F-685FA2E402DE}"/>
                  </a:ext>
                </a:extLst>
              </p:cNvPr>
              <p:cNvSpPr/>
              <p:nvPr/>
            </p:nvSpPr>
            <p:spPr>
              <a:xfrm>
                <a:off x="3068960" y="4370196"/>
                <a:ext cx="324000" cy="324000"/>
              </a:xfrm>
              <a:prstGeom prst="roundRect">
                <a:avLst>
                  <a:gd name="adj" fmla="val 0"/>
                </a:avLst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600" b="1" dirty="0">
                    <a:solidFill>
                      <a:schemeClr val="bg1"/>
                    </a:solidFill>
                    <a:latin typeface="나눔명조 ExtraBold" panose="02020603020101020101" pitchFamily="18" charset="-127"/>
                    <a:ea typeface="나눔명조 ExtraBold" panose="02020603020101020101" pitchFamily="18" charset="-127"/>
                  </a:rPr>
                  <a:t>Ⅱ</a:t>
                </a:r>
              </a:p>
            </p:txBody>
          </p:sp>
        </p:grpSp>
        <p:grpSp>
          <p:nvGrpSpPr>
            <p:cNvPr id="82" name="그룹 81">
              <a:extLst>
                <a:ext uri="{FF2B5EF4-FFF2-40B4-BE49-F238E27FC236}">
                  <a16:creationId xmlns:a16="http://schemas.microsoft.com/office/drawing/2014/main" id="{96868013-9CB7-42FA-9ECF-8F15E38BF7A7}"/>
                </a:ext>
              </a:extLst>
            </p:cNvPr>
            <p:cNvGrpSpPr/>
            <p:nvPr/>
          </p:nvGrpSpPr>
          <p:grpSpPr>
            <a:xfrm>
              <a:off x="3068960" y="6818223"/>
              <a:ext cx="3789040" cy="324000"/>
              <a:chOff x="3068960" y="6801342"/>
              <a:chExt cx="3789040" cy="324000"/>
            </a:xfrm>
          </p:grpSpPr>
          <p:sp>
            <p:nvSpPr>
              <p:cNvPr id="110" name="직사각형 109">
                <a:extLst>
                  <a:ext uri="{FF2B5EF4-FFF2-40B4-BE49-F238E27FC236}">
                    <a16:creationId xmlns:a16="http://schemas.microsoft.com/office/drawing/2014/main" id="{02A32E12-2C55-4C7C-A8A3-010F9057E614}"/>
                  </a:ext>
                </a:extLst>
              </p:cNvPr>
              <p:cNvSpPr/>
              <p:nvPr/>
            </p:nvSpPr>
            <p:spPr>
              <a:xfrm>
                <a:off x="3392996" y="6801342"/>
                <a:ext cx="3465004" cy="324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txBody>
              <a:bodyPr wrap="square" lIns="108000" tIns="36000" rIns="36000" bIns="36000" anchor="ctr">
                <a:noAutofit/>
              </a:bodyPr>
              <a:lstStyle/>
              <a:p>
                <a:r>
                  <a:rPr lang="ko-KR" altLang="en-US" sz="1600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2">
                        <a:lumMod val="75000"/>
                      </a:schemeClr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</a:rPr>
                  <a:t>기술 및 기능</a:t>
                </a:r>
              </a:p>
            </p:txBody>
          </p:sp>
          <p:sp>
            <p:nvSpPr>
              <p:cNvPr id="111" name="모서리가 둥근 직사각형 79">
                <a:extLst>
                  <a:ext uri="{FF2B5EF4-FFF2-40B4-BE49-F238E27FC236}">
                    <a16:creationId xmlns:a16="http://schemas.microsoft.com/office/drawing/2014/main" id="{C20B5670-77D4-44E5-81FC-D4F4E844D745}"/>
                  </a:ext>
                </a:extLst>
              </p:cNvPr>
              <p:cNvSpPr/>
              <p:nvPr/>
            </p:nvSpPr>
            <p:spPr>
              <a:xfrm>
                <a:off x="3068960" y="6801342"/>
                <a:ext cx="324000" cy="324000"/>
              </a:xfrm>
              <a:prstGeom prst="roundRect">
                <a:avLst>
                  <a:gd name="adj" fmla="val 0"/>
                </a:avLst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600" b="1" dirty="0">
                    <a:solidFill>
                      <a:schemeClr val="bg1"/>
                    </a:solidFill>
                    <a:latin typeface="나눔명조 ExtraBold" panose="02020603020101020101" pitchFamily="18" charset="-127"/>
                    <a:ea typeface="나눔명조 ExtraBold" panose="02020603020101020101" pitchFamily="18" charset="-127"/>
                  </a:rPr>
                  <a:t>Ⅲ</a:t>
                </a:r>
              </a:p>
            </p:txBody>
          </p:sp>
        </p:grpSp>
        <p:grpSp>
          <p:nvGrpSpPr>
            <p:cNvPr id="83" name="그룹 82">
              <a:extLst>
                <a:ext uri="{FF2B5EF4-FFF2-40B4-BE49-F238E27FC236}">
                  <a16:creationId xmlns:a16="http://schemas.microsoft.com/office/drawing/2014/main" id="{F0EA9258-DE7C-43A5-B778-BCB042CDB586}"/>
                </a:ext>
              </a:extLst>
            </p:cNvPr>
            <p:cNvGrpSpPr/>
            <p:nvPr/>
          </p:nvGrpSpPr>
          <p:grpSpPr>
            <a:xfrm>
              <a:off x="3068996" y="1964668"/>
              <a:ext cx="3789004" cy="324000"/>
              <a:chOff x="3068996" y="1979694"/>
              <a:chExt cx="3789004" cy="324000"/>
            </a:xfrm>
          </p:grpSpPr>
          <p:sp>
            <p:nvSpPr>
              <p:cNvPr id="108" name="직사각형 107">
                <a:extLst>
                  <a:ext uri="{FF2B5EF4-FFF2-40B4-BE49-F238E27FC236}">
                    <a16:creationId xmlns:a16="http://schemas.microsoft.com/office/drawing/2014/main" id="{F0E31288-F116-4465-83ED-45648AE61C54}"/>
                  </a:ext>
                </a:extLst>
              </p:cNvPr>
              <p:cNvSpPr/>
              <p:nvPr/>
            </p:nvSpPr>
            <p:spPr>
              <a:xfrm>
                <a:off x="3392996" y="1979694"/>
                <a:ext cx="3465004" cy="324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txBody>
              <a:bodyPr wrap="square" lIns="108000" tIns="36000" rIns="36000" bIns="36000" anchor="ctr">
                <a:noAutofit/>
              </a:bodyPr>
              <a:lstStyle/>
              <a:p>
                <a:r>
                  <a:rPr lang="ko-KR" altLang="en-US" sz="1600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2">
                        <a:lumMod val="75000"/>
                      </a:schemeClr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</a:rPr>
                  <a:t>제안 개요</a:t>
                </a:r>
              </a:p>
            </p:txBody>
          </p:sp>
          <p:sp>
            <p:nvSpPr>
              <p:cNvPr id="109" name="모서리가 둥근 직사각형 145">
                <a:extLst>
                  <a:ext uri="{FF2B5EF4-FFF2-40B4-BE49-F238E27FC236}">
                    <a16:creationId xmlns:a16="http://schemas.microsoft.com/office/drawing/2014/main" id="{963A14AC-8A45-42AE-80DD-6573D11148D4}"/>
                  </a:ext>
                </a:extLst>
              </p:cNvPr>
              <p:cNvSpPr/>
              <p:nvPr/>
            </p:nvSpPr>
            <p:spPr>
              <a:xfrm>
                <a:off x="3068996" y="1979694"/>
                <a:ext cx="324000" cy="324000"/>
              </a:xfrm>
              <a:prstGeom prst="roundRect">
                <a:avLst>
                  <a:gd name="adj" fmla="val 0"/>
                </a:avLst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600" b="1" dirty="0">
                    <a:solidFill>
                      <a:schemeClr val="bg1"/>
                    </a:solidFill>
                    <a:latin typeface="나눔명조 ExtraBold" panose="02020603020101020101" pitchFamily="18" charset="-127"/>
                    <a:ea typeface="나눔명조 ExtraBold" panose="02020603020101020101" pitchFamily="18" charset="-127"/>
                  </a:rPr>
                  <a:t>Ⅰ</a:t>
                </a:r>
                <a:endParaRPr lang="ko-KR" altLang="en-US" sz="1600" b="1" dirty="0">
                  <a:solidFill>
                    <a:schemeClr val="bg1"/>
                  </a:solidFill>
                  <a:latin typeface="나눔명조 ExtraBold" panose="02020603020101020101" pitchFamily="18" charset="-127"/>
                  <a:ea typeface="나눔명조 ExtraBold" panose="02020603020101020101" pitchFamily="18" charset="-127"/>
                </a:endParaRPr>
              </a:p>
            </p:txBody>
          </p:sp>
        </p:grpSp>
        <p:sp>
          <p:nvSpPr>
            <p:cNvPr id="84" name="Text Box 5">
              <a:extLst>
                <a:ext uri="{FF2B5EF4-FFF2-40B4-BE49-F238E27FC236}">
                  <a16:creationId xmlns:a16="http://schemas.microsoft.com/office/drawing/2014/main" id="{DED5F00E-8531-4E00-86C2-0491DCDE07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85754" y="2449082"/>
              <a:ext cx="211597" cy="14911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t">
              <a:spAutoFit/>
            </a:bodyPr>
            <a:lstStyle>
              <a:defPPr>
                <a:defRPr lang="en-US"/>
              </a:defPPr>
              <a:lvl1pPr marR="0" lvl="0" indent="0" algn="r" defTabSz="1062038" fontAlgn="auto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1" sz="1000" b="0" i="0" u="none" strike="noStrike" cap="none" spc="0" normalizeH="0" baseline="0">
                  <a:ln>
                    <a:solidFill>
                      <a:srgbClr val="47A5E1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defRPr>
              </a:lvl1pPr>
              <a:lvl2pPr marL="530225" defTabSz="1062038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062038" defTabSz="1062038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592263" defTabSz="1062038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124075" defTabSz="1062038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81275" defTabSz="1062038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3038475" defTabSz="1062038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95675" defTabSz="1062038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952875" defTabSz="1062038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r>
                <a:rPr lang="en-US" altLang="ko-KR" dirty="0"/>
                <a:t>001</a:t>
              </a:r>
            </a:p>
            <a:p>
              <a:r>
                <a:rPr lang="en-US" altLang="ko-KR" dirty="0"/>
                <a:t>003</a:t>
              </a:r>
            </a:p>
            <a:p>
              <a:r>
                <a:rPr lang="en-US" altLang="ko-KR" dirty="0"/>
                <a:t>004</a:t>
              </a:r>
            </a:p>
            <a:p>
              <a:r>
                <a:rPr lang="en-US" altLang="ko-KR" dirty="0"/>
                <a:t>007</a:t>
              </a:r>
            </a:p>
            <a:p>
              <a:r>
                <a:rPr lang="en-US" altLang="ko-KR" dirty="0"/>
                <a:t>012</a:t>
              </a:r>
            </a:p>
          </p:txBody>
        </p:sp>
        <p:cxnSp>
          <p:nvCxnSpPr>
            <p:cNvPr id="85" name="직선 연결선 84">
              <a:extLst>
                <a:ext uri="{FF2B5EF4-FFF2-40B4-BE49-F238E27FC236}">
                  <a16:creationId xmlns:a16="http://schemas.microsoft.com/office/drawing/2014/main" id="{9F0EBD12-C626-492E-AD6F-5FCF1736A35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48256" y="2624771"/>
              <a:ext cx="1824620" cy="0"/>
            </a:xfrm>
            <a:prstGeom prst="line">
              <a:avLst/>
            </a:prstGeom>
            <a:ln w="19050" cap="rnd">
              <a:solidFill>
                <a:schemeClr val="bg1">
                  <a:lumMod val="6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직선 연결선 85">
              <a:extLst>
                <a:ext uri="{FF2B5EF4-FFF2-40B4-BE49-F238E27FC236}">
                  <a16:creationId xmlns:a16="http://schemas.microsoft.com/office/drawing/2014/main" id="{E8453DE9-976E-4F63-934B-F837D259872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93262" y="2929473"/>
              <a:ext cx="1979614" cy="0"/>
            </a:xfrm>
            <a:prstGeom prst="line">
              <a:avLst/>
            </a:prstGeom>
            <a:ln w="19050" cap="rnd">
              <a:solidFill>
                <a:schemeClr val="bg1">
                  <a:lumMod val="6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직선 연결선 86">
              <a:extLst>
                <a:ext uri="{FF2B5EF4-FFF2-40B4-BE49-F238E27FC236}">
                  <a16:creationId xmlns:a16="http://schemas.microsoft.com/office/drawing/2014/main" id="{96AFEF26-4DAA-4477-8BB7-DC90D71FBA4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48256" y="3234175"/>
              <a:ext cx="1824622" cy="0"/>
            </a:xfrm>
            <a:prstGeom prst="line">
              <a:avLst/>
            </a:prstGeom>
            <a:ln w="19050" cap="rnd">
              <a:solidFill>
                <a:schemeClr val="bg1">
                  <a:lumMod val="6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직선 연결선 87">
              <a:extLst>
                <a:ext uri="{FF2B5EF4-FFF2-40B4-BE49-F238E27FC236}">
                  <a16:creationId xmlns:a16="http://schemas.microsoft.com/office/drawing/2014/main" id="{33D5D34E-1F1B-4834-978D-47EAB557E89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81128" y="3538877"/>
              <a:ext cx="1691749" cy="0"/>
            </a:xfrm>
            <a:prstGeom prst="line">
              <a:avLst/>
            </a:prstGeom>
            <a:ln w="19050" cap="rnd">
              <a:solidFill>
                <a:schemeClr val="bg1">
                  <a:lumMod val="6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직선 연결선 88">
              <a:extLst>
                <a:ext uri="{FF2B5EF4-FFF2-40B4-BE49-F238E27FC236}">
                  <a16:creationId xmlns:a16="http://schemas.microsoft.com/office/drawing/2014/main" id="{C9CA81E7-2338-428C-B697-507B3400F21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65104" y="3843579"/>
              <a:ext cx="1907992" cy="0"/>
            </a:xfrm>
            <a:prstGeom prst="line">
              <a:avLst/>
            </a:prstGeom>
            <a:ln w="19050" cap="rnd">
              <a:solidFill>
                <a:schemeClr val="bg1">
                  <a:lumMod val="6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0" name="그룹 89">
              <a:extLst>
                <a:ext uri="{FF2B5EF4-FFF2-40B4-BE49-F238E27FC236}">
                  <a16:creationId xmlns:a16="http://schemas.microsoft.com/office/drawing/2014/main" id="{453CD5EE-8759-44C8-A35B-FF50F6BF48BB}"/>
                </a:ext>
              </a:extLst>
            </p:cNvPr>
            <p:cNvGrpSpPr/>
            <p:nvPr/>
          </p:nvGrpSpPr>
          <p:grpSpPr>
            <a:xfrm>
              <a:off x="3573016" y="4842395"/>
              <a:ext cx="3024336" cy="1495218"/>
              <a:chOff x="3573016" y="5158426"/>
              <a:chExt cx="3024336" cy="1495218"/>
            </a:xfrm>
          </p:grpSpPr>
          <p:sp>
            <p:nvSpPr>
              <p:cNvPr id="101" name="Text Box 5">
                <a:extLst>
                  <a:ext uri="{FF2B5EF4-FFF2-40B4-BE49-F238E27FC236}">
                    <a16:creationId xmlns:a16="http://schemas.microsoft.com/office/drawing/2014/main" id="{043E0823-8458-4F57-B9EF-97FE5ADDC9B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73016" y="5158426"/>
                <a:ext cx="1099660" cy="14952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t">
                <a:spAutoFit/>
              </a:bodyPr>
              <a:lstStyle>
                <a:lvl1pPr defTabSz="1062038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530225" defTabSz="1062038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062038" defTabSz="1062038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592263" defTabSz="1062038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124075" defTabSz="1062038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81275" defTabSz="1062038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3038475" defTabSz="1062038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95675" defTabSz="1062038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952875" defTabSz="1062038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marL="177800" indent="-177800">
                  <a:lnSpc>
                    <a:spcPct val="200000"/>
                  </a:lnSpc>
                  <a:buAutoNum type="arabicPeriod"/>
                </a:pPr>
                <a:r>
                  <a:rPr lang="ko-KR" altLang="en-US" sz="1000" spc="-50" dirty="0">
                    <a:ln>
                      <a:solidFill>
                        <a:srgbClr val="47A5E1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제목을 입력하세요</a:t>
                </a:r>
                <a:endParaRPr lang="en-US" altLang="ko-KR" sz="1000" spc="-50" dirty="0">
                  <a:ln>
                    <a:solidFill>
                      <a:srgbClr val="47A5E1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endParaRPr>
              </a:p>
              <a:p>
                <a:pPr marL="177800" indent="-177800">
                  <a:lnSpc>
                    <a:spcPct val="200000"/>
                  </a:lnSpc>
                  <a:buAutoNum type="arabicPeriod"/>
                </a:pPr>
                <a:r>
                  <a:rPr lang="ko-KR" altLang="en-US" sz="1000" spc="-50" dirty="0">
                    <a:ln>
                      <a:solidFill>
                        <a:srgbClr val="47A5E1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제목을 입력하세요</a:t>
                </a:r>
                <a:endParaRPr lang="en-US" altLang="ko-KR" sz="1000" spc="-50" dirty="0">
                  <a:ln>
                    <a:solidFill>
                      <a:srgbClr val="47A5E1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endParaRPr>
              </a:p>
              <a:p>
                <a:pPr marL="177800" indent="-177800">
                  <a:lnSpc>
                    <a:spcPct val="200000"/>
                  </a:lnSpc>
                  <a:buAutoNum type="arabicPeriod"/>
                </a:pPr>
                <a:r>
                  <a:rPr lang="ko-KR" altLang="en-US" sz="1000" spc="-50" dirty="0">
                    <a:ln>
                      <a:solidFill>
                        <a:srgbClr val="47A5E1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제목을 입력하세요</a:t>
                </a:r>
                <a:endParaRPr lang="en-US" altLang="ko-KR" sz="1000" spc="-50" dirty="0">
                  <a:ln>
                    <a:solidFill>
                      <a:srgbClr val="47A5E1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endParaRPr>
              </a:p>
              <a:p>
                <a:pPr marL="177800" indent="-177800">
                  <a:lnSpc>
                    <a:spcPct val="200000"/>
                  </a:lnSpc>
                  <a:buAutoNum type="arabicPeriod"/>
                </a:pPr>
                <a:r>
                  <a:rPr lang="ko-KR" altLang="en-US" sz="1000" spc="-50" dirty="0">
                    <a:ln>
                      <a:solidFill>
                        <a:srgbClr val="47A5E1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제목을 입력하세요</a:t>
                </a:r>
                <a:endParaRPr lang="en-US" altLang="ko-KR" sz="1000" spc="-50" dirty="0">
                  <a:ln>
                    <a:solidFill>
                      <a:srgbClr val="47A5E1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endParaRPr>
              </a:p>
              <a:p>
                <a:pPr marL="177800" indent="-177800">
                  <a:lnSpc>
                    <a:spcPct val="200000"/>
                  </a:lnSpc>
                  <a:buAutoNum type="arabicPeriod"/>
                </a:pPr>
                <a:r>
                  <a:rPr lang="ko-KR" altLang="en-US" sz="1000" spc="-50" dirty="0">
                    <a:ln>
                      <a:solidFill>
                        <a:srgbClr val="47A5E1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제목을 입력하세요</a:t>
                </a:r>
              </a:p>
            </p:txBody>
          </p:sp>
          <p:sp>
            <p:nvSpPr>
              <p:cNvPr id="102" name="Text Box 5">
                <a:extLst>
                  <a:ext uri="{FF2B5EF4-FFF2-40B4-BE49-F238E27FC236}">
                    <a16:creationId xmlns:a16="http://schemas.microsoft.com/office/drawing/2014/main" id="{F3D9714B-D4EE-47FA-B6D7-1CF183EC183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385755" y="5162178"/>
                <a:ext cx="211597" cy="149111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t">
                <a:spAutoFit/>
              </a:bodyPr>
              <a:lstStyle>
                <a:defPPr>
                  <a:defRPr lang="en-US"/>
                </a:defPPr>
                <a:lvl1pPr marR="0" lvl="0" indent="0" algn="r" defTabSz="1062038" fontAlgn="auto"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1" sz="1000" b="0" i="0" u="none" strike="noStrike" cap="none" spc="0" normalizeH="0" baseline="0">
                    <a:ln>
                      <a:solidFill>
                        <a:srgbClr val="47A5E1">
                          <a:alpha val="0"/>
                        </a:srgb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defRPr>
                </a:lvl1pPr>
                <a:lvl2pPr marL="530225" defTabSz="1062038">
                  <a:defRPr kumimoji="1"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062038" defTabSz="1062038">
                  <a:defRPr kumimoji="1"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592263" defTabSz="1062038">
                  <a:defRPr kumimoji="1"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124075" defTabSz="1062038">
                  <a:defRPr kumimoji="1"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81275" defTabSz="1062038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3038475" defTabSz="1062038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95675" defTabSz="1062038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952875" defTabSz="1062038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r>
                  <a:rPr lang="en-US" altLang="ko-KR" dirty="0"/>
                  <a:t>013</a:t>
                </a:r>
              </a:p>
              <a:p>
                <a:r>
                  <a:rPr lang="en-US" altLang="ko-KR" dirty="0"/>
                  <a:t>024</a:t>
                </a:r>
              </a:p>
              <a:p>
                <a:r>
                  <a:rPr lang="en-US" altLang="ko-KR" dirty="0"/>
                  <a:t>053</a:t>
                </a:r>
              </a:p>
              <a:p>
                <a:r>
                  <a:rPr lang="en-US" altLang="ko-KR" dirty="0"/>
                  <a:t>075</a:t>
                </a:r>
              </a:p>
              <a:p>
                <a:r>
                  <a:rPr lang="en-US" altLang="ko-KR" dirty="0"/>
                  <a:t>081</a:t>
                </a:r>
              </a:p>
            </p:txBody>
          </p:sp>
          <p:cxnSp>
            <p:nvCxnSpPr>
              <p:cNvPr id="103" name="직선 연결선 102">
                <a:extLst>
                  <a:ext uri="{FF2B5EF4-FFF2-40B4-BE49-F238E27FC236}">
                    <a16:creationId xmlns:a16="http://schemas.microsoft.com/office/drawing/2014/main" id="{681FBA19-3CC5-449C-8B1D-A0A19C339E2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797152" y="5341429"/>
                <a:ext cx="1476798" cy="0"/>
              </a:xfrm>
              <a:prstGeom prst="line">
                <a:avLst/>
              </a:prstGeom>
              <a:ln w="19050" cap="rnd">
                <a:solidFill>
                  <a:schemeClr val="bg1">
                    <a:lumMod val="6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직선 연결선 103">
                <a:extLst>
                  <a:ext uri="{FF2B5EF4-FFF2-40B4-BE49-F238E27FC236}">
                    <a16:creationId xmlns:a16="http://schemas.microsoft.com/office/drawing/2014/main" id="{0E75F6D3-B828-4344-8D94-3DAA1B455A0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797150" y="5645525"/>
                <a:ext cx="1476800" cy="0"/>
              </a:xfrm>
              <a:prstGeom prst="line">
                <a:avLst/>
              </a:prstGeom>
              <a:ln w="19050" cap="rnd">
                <a:solidFill>
                  <a:schemeClr val="bg1">
                    <a:lumMod val="6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직선 연결선 104">
                <a:extLst>
                  <a:ext uri="{FF2B5EF4-FFF2-40B4-BE49-F238E27FC236}">
                    <a16:creationId xmlns:a16="http://schemas.microsoft.com/office/drawing/2014/main" id="{4490D2E0-B731-437A-A4D9-F5A628121F1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797152" y="5949621"/>
                <a:ext cx="1476798" cy="0"/>
              </a:xfrm>
              <a:prstGeom prst="line">
                <a:avLst/>
              </a:prstGeom>
              <a:ln w="19050" cap="rnd">
                <a:solidFill>
                  <a:schemeClr val="bg1">
                    <a:lumMod val="6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직선 연결선 105">
                <a:extLst>
                  <a:ext uri="{FF2B5EF4-FFF2-40B4-BE49-F238E27FC236}">
                    <a16:creationId xmlns:a16="http://schemas.microsoft.com/office/drawing/2014/main" id="{1B61083A-4EA5-4F50-88B9-02DDDB79C9C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797152" y="6253718"/>
                <a:ext cx="1476798" cy="0"/>
              </a:xfrm>
              <a:prstGeom prst="line">
                <a:avLst/>
              </a:prstGeom>
              <a:ln w="19050" cap="rnd">
                <a:solidFill>
                  <a:schemeClr val="bg1">
                    <a:lumMod val="6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직선 연결선 106">
                <a:extLst>
                  <a:ext uri="{FF2B5EF4-FFF2-40B4-BE49-F238E27FC236}">
                    <a16:creationId xmlns:a16="http://schemas.microsoft.com/office/drawing/2014/main" id="{56E6A993-35E9-45D2-BD0C-906ABC7022D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797152" y="6553051"/>
                <a:ext cx="1476798" cy="0"/>
              </a:xfrm>
              <a:prstGeom prst="line">
                <a:avLst/>
              </a:prstGeom>
              <a:ln w="19050" cap="rnd">
                <a:solidFill>
                  <a:schemeClr val="bg1">
                    <a:lumMod val="6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1" name="그룹 90">
              <a:extLst>
                <a:ext uri="{FF2B5EF4-FFF2-40B4-BE49-F238E27FC236}">
                  <a16:creationId xmlns:a16="http://schemas.microsoft.com/office/drawing/2014/main" id="{3555160B-DFC5-42C6-96C2-835BA97D5468}"/>
                </a:ext>
              </a:extLst>
            </p:cNvPr>
            <p:cNvGrpSpPr/>
            <p:nvPr/>
          </p:nvGrpSpPr>
          <p:grpSpPr>
            <a:xfrm>
              <a:off x="3573016" y="7301265"/>
              <a:ext cx="3024336" cy="1495218"/>
              <a:chOff x="3573016" y="5158426"/>
              <a:chExt cx="3024336" cy="1495218"/>
            </a:xfrm>
          </p:grpSpPr>
          <p:sp>
            <p:nvSpPr>
              <p:cNvPr id="94" name="Text Box 5">
                <a:extLst>
                  <a:ext uri="{FF2B5EF4-FFF2-40B4-BE49-F238E27FC236}">
                    <a16:creationId xmlns:a16="http://schemas.microsoft.com/office/drawing/2014/main" id="{1BB1FF4D-E12D-4A15-BCA3-4F6F4D0EAD9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73016" y="5158426"/>
                <a:ext cx="1099660" cy="14952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t">
                <a:spAutoFit/>
              </a:bodyPr>
              <a:lstStyle>
                <a:lvl1pPr defTabSz="1062038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530225" defTabSz="1062038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062038" defTabSz="1062038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592263" defTabSz="1062038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124075" defTabSz="1062038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81275" defTabSz="1062038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3038475" defTabSz="1062038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95675" defTabSz="1062038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952875" defTabSz="1062038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marL="177800" indent="-177800">
                  <a:lnSpc>
                    <a:spcPct val="200000"/>
                  </a:lnSpc>
                  <a:buAutoNum type="arabicPeriod"/>
                </a:pPr>
                <a:r>
                  <a:rPr lang="ko-KR" altLang="en-US" sz="1000" spc="-50" dirty="0">
                    <a:ln>
                      <a:solidFill>
                        <a:srgbClr val="47A5E1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제목을 입력하세요</a:t>
                </a:r>
                <a:endParaRPr lang="en-US" altLang="ko-KR" sz="1000" spc="-50" dirty="0">
                  <a:ln>
                    <a:solidFill>
                      <a:srgbClr val="47A5E1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endParaRPr>
              </a:p>
              <a:p>
                <a:pPr marL="177800" indent="-177800">
                  <a:lnSpc>
                    <a:spcPct val="200000"/>
                  </a:lnSpc>
                  <a:buAutoNum type="arabicPeriod"/>
                </a:pPr>
                <a:r>
                  <a:rPr lang="ko-KR" altLang="en-US" sz="1000" spc="-50" dirty="0">
                    <a:ln>
                      <a:solidFill>
                        <a:srgbClr val="47A5E1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제목을 입력하세요</a:t>
                </a:r>
                <a:endParaRPr lang="en-US" altLang="ko-KR" sz="1000" spc="-50" dirty="0">
                  <a:ln>
                    <a:solidFill>
                      <a:srgbClr val="47A5E1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endParaRPr>
              </a:p>
              <a:p>
                <a:pPr marL="177800" indent="-177800">
                  <a:lnSpc>
                    <a:spcPct val="200000"/>
                  </a:lnSpc>
                  <a:buAutoNum type="arabicPeriod"/>
                </a:pPr>
                <a:r>
                  <a:rPr lang="ko-KR" altLang="en-US" sz="1000" spc="-50" dirty="0">
                    <a:ln>
                      <a:solidFill>
                        <a:srgbClr val="47A5E1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제목을 입력하세요</a:t>
                </a:r>
                <a:endParaRPr lang="en-US" altLang="ko-KR" sz="1000" spc="-50" dirty="0">
                  <a:ln>
                    <a:solidFill>
                      <a:srgbClr val="47A5E1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endParaRPr>
              </a:p>
              <a:p>
                <a:pPr marL="177800" indent="-177800">
                  <a:lnSpc>
                    <a:spcPct val="200000"/>
                  </a:lnSpc>
                  <a:buAutoNum type="arabicPeriod"/>
                </a:pPr>
                <a:r>
                  <a:rPr lang="ko-KR" altLang="en-US" sz="1000" spc="-50" dirty="0">
                    <a:ln>
                      <a:solidFill>
                        <a:srgbClr val="47A5E1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제목을 입력하세요</a:t>
                </a:r>
                <a:endParaRPr lang="en-US" altLang="ko-KR" sz="1000" spc="-50" dirty="0">
                  <a:ln>
                    <a:solidFill>
                      <a:srgbClr val="47A5E1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endParaRPr>
              </a:p>
              <a:p>
                <a:pPr marL="177800" indent="-177800">
                  <a:lnSpc>
                    <a:spcPct val="200000"/>
                  </a:lnSpc>
                  <a:buAutoNum type="arabicPeriod"/>
                </a:pPr>
                <a:r>
                  <a:rPr lang="ko-KR" altLang="en-US" sz="1000" spc="-50" dirty="0">
                    <a:ln>
                      <a:solidFill>
                        <a:srgbClr val="47A5E1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제목을 입력하세요</a:t>
                </a:r>
              </a:p>
            </p:txBody>
          </p:sp>
          <p:sp>
            <p:nvSpPr>
              <p:cNvPr id="95" name="Text Box 5">
                <a:extLst>
                  <a:ext uri="{FF2B5EF4-FFF2-40B4-BE49-F238E27FC236}">
                    <a16:creationId xmlns:a16="http://schemas.microsoft.com/office/drawing/2014/main" id="{83A072E3-C9CB-4DAE-9014-BE24C6EE76C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385756" y="5162178"/>
                <a:ext cx="211596" cy="149111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t">
                <a:spAutoFit/>
              </a:bodyPr>
              <a:lstStyle>
                <a:defPPr>
                  <a:defRPr lang="en-US"/>
                </a:defPPr>
                <a:lvl1pPr marR="0" lvl="0" indent="0" algn="r" defTabSz="1062038" fontAlgn="auto"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1" sz="1000" b="0" i="0" u="none" strike="noStrike" cap="none" spc="0" normalizeH="0" baseline="0">
                    <a:ln>
                      <a:solidFill>
                        <a:srgbClr val="47A5E1">
                          <a:alpha val="0"/>
                        </a:srgb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defRPr>
                </a:lvl1pPr>
                <a:lvl2pPr marL="530225" defTabSz="1062038">
                  <a:defRPr kumimoji="1"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062038" defTabSz="1062038">
                  <a:defRPr kumimoji="1"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592263" defTabSz="1062038">
                  <a:defRPr kumimoji="1"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124075" defTabSz="1062038">
                  <a:defRPr kumimoji="1"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81275" defTabSz="1062038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3038475" defTabSz="1062038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95675" defTabSz="1062038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952875" defTabSz="1062038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r>
                  <a:rPr lang="en-US" altLang="ko-KR" dirty="0"/>
                  <a:t>085</a:t>
                </a:r>
              </a:p>
              <a:p>
                <a:r>
                  <a:rPr lang="en-US" altLang="ko-KR" dirty="0"/>
                  <a:t>099</a:t>
                </a:r>
              </a:p>
              <a:p>
                <a:r>
                  <a:rPr lang="en-US" altLang="ko-KR" dirty="0"/>
                  <a:t>124</a:t>
                </a:r>
              </a:p>
              <a:p>
                <a:r>
                  <a:rPr lang="en-US" altLang="ko-KR" dirty="0"/>
                  <a:t>133</a:t>
                </a:r>
              </a:p>
              <a:p>
                <a:r>
                  <a:rPr lang="en-US" altLang="ko-KR" dirty="0"/>
                  <a:t>156</a:t>
                </a:r>
              </a:p>
            </p:txBody>
          </p:sp>
          <p:cxnSp>
            <p:nvCxnSpPr>
              <p:cNvPr id="96" name="직선 연결선 95">
                <a:extLst>
                  <a:ext uri="{FF2B5EF4-FFF2-40B4-BE49-F238E27FC236}">
                    <a16:creationId xmlns:a16="http://schemas.microsoft.com/office/drawing/2014/main" id="{8408EF03-FA56-471C-8CE1-A37FED87F20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797152" y="5341429"/>
                <a:ext cx="1476798" cy="0"/>
              </a:xfrm>
              <a:prstGeom prst="line">
                <a:avLst/>
              </a:prstGeom>
              <a:ln w="19050" cap="rnd">
                <a:solidFill>
                  <a:schemeClr val="bg1">
                    <a:lumMod val="6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직선 연결선 96">
                <a:extLst>
                  <a:ext uri="{FF2B5EF4-FFF2-40B4-BE49-F238E27FC236}">
                    <a16:creationId xmlns:a16="http://schemas.microsoft.com/office/drawing/2014/main" id="{599A6B83-0E55-465E-BC24-467AA195CFE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797150" y="5645525"/>
                <a:ext cx="1476800" cy="0"/>
              </a:xfrm>
              <a:prstGeom prst="line">
                <a:avLst/>
              </a:prstGeom>
              <a:ln w="19050" cap="rnd">
                <a:solidFill>
                  <a:schemeClr val="bg1">
                    <a:lumMod val="6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직선 연결선 97">
                <a:extLst>
                  <a:ext uri="{FF2B5EF4-FFF2-40B4-BE49-F238E27FC236}">
                    <a16:creationId xmlns:a16="http://schemas.microsoft.com/office/drawing/2014/main" id="{D5E06109-F232-44E7-B0B5-D5BE1212495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797152" y="5949621"/>
                <a:ext cx="1476798" cy="0"/>
              </a:xfrm>
              <a:prstGeom prst="line">
                <a:avLst/>
              </a:prstGeom>
              <a:ln w="19050" cap="rnd">
                <a:solidFill>
                  <a:schemeClr val="bg1">
                    <a:lumMod val="6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직선 연결선 98">
                <a:extLst>
                  <a:ext uri="{FF2B5EF4-FFF2-40B4-BE49-F238E27FC236}">
                    <a16:creationId xmlns:a16="http://schemas.microsoft.com/office/drawing/2014/main" id="{9B112543-D34C-4EDE-BA6A-5D6A033220A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797152" y="6253718"/>
                <a:ext cx="1476798" cy="0"/>
              </a:xfrm>
              <a:prstGeom prst="line">
                <a:avLst/>
              </a:prstGeom>
              <a:ln w="19050" cap="rnd">
                <a:solidFill>
                  <a:schemeClr val="bg1">
                    <a:lumMod val="6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직선 연결선 99">
                <a:extLst>
                  <a:ext uri="{FF2B5EF4-FFF2-40B4-BE49-F238E27FC236}">
                    <a16:creationId xmlns:a16="http://schemas.microsoft.com/office/drawing/2014/main" id="{2F794ACA-E4B1-4380-8DEC-20C83D37E6F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797152" y="6553051"/>
                <a:ext cx="1476798" cy="0"/>
              </a:xfrm>
              <a:prstGeom prst="line">
                <a:avLst/>
              </a:prstGeom>
              <a:ln w="19050" cap="rnd">
                <a:solidFill>
                  <a:schemeClr val="bg1">
                    <a:lumMod val="6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2" name="Text Box 5">
              <a:extLst>
                <a:ext uri="{FF2B5EF4-FFF2-40B4-BE49-F238E27FC236}">
                  <a16:creationId xmlns:a16="http://schemas.microsoft.com/office/drawing/2014/main" id="{A691EE28-3AD2-4C66-B89D-499F0E55D2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73016" y="2445330"/>
              <a:ext cx="875240" cy="14952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t">
              <a:spAutoFit/>
            </a:bodyPr>
            <a:lstStyle>
              <a:lvl1pPr defTabSz="1062038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530225" defTabSz="1062038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062038" defTabSz="1062038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592263" defTabSz="1062038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124075" defTabSz="1062038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81275" defTabSz="10620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3038475" defTabSz="10620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95675" defTabSz="10620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952875" defTabSz="10620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177800" indent="-177800">
                <a:lnSpc>
                  <a:spcPct val="200000"/>
                </a:lnSpc>
                <a:buAutoNum type="arabicPeriod"/>
              </a:pPr>
              <a:r>
                <a:rPr lang="ko-KR" altLang="en-US" sz="1000" spc="-50" dirty="0">
                  <a:ln>
                    <a:solidFill>
                      <a:srgbClr val="47A5E1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목적 및 배경</a:t>
              </a:r>
              <a:endParaRPr lang="en-US" altLang="ko-KR" sz="1000" spc="-50" dirty="0">
                <a:ln>
                  <a:solidFill>
                    <a:srgbClr val="47A5E1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  <a:p>
              <a:pPr marL="177800" indent="-177800">
                <a:lnSpc>
                  <a:spcPct val="200000"/>
                </a:lnSpc>
                <a:buAutoNum type="arabicPeriod"/>
              </a:pPr>
              <a:r>
                <a:rPr lang="ko-KR" altLang="en-US" sz="1000" spc="-50" dirty="0">
                  <a:ln>
                    <a:solidFill>
                      <a:srgbClr val="47A5E1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사업 범위</a:t>
              </a:r>
              <a:endParaRPr lang="en-US" altLang="ko-KR" sz="1000" spc="-50" dirty="0">
                <a:ln>
                  <a:solidFill>
                    <a:srgbClr val="47A5E1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  <a:p>
              <a:pPr marL="177800" indent="-177800">
                <a:lnSpc>
                  <a:spcPct val="200000"/>
                </a:lnSpc>
                <a:buAutoNum type="arabicPeriod"/>
              </a:pPr>
              <a:r>
                <a:rPr lang="ko-KR" altLang="en-US" sz="1000" spc="-50" dirty="0">
                  <a:ln>
                    <a:solidFill>
                      <a:srgbClr val="47A5E1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특징 및 장점</a:t>
              </a:r>
              <a:endParaRPr lang="en-US" altLang="ko-KR" sz="1000" spc="-50" dirty="0">
                <a:ln>
                  <a:solidFill>
                    <a:srgbClr val="47A5E1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  <a:p>
              <a:pPr marL="177800" indent="-177800">
                <a:lnSpc>
                  <a:spcPct val="200000"/>
                </a:lnSpc>
                <a:buAutoNum type="arabicPeriod"/>
              </a:pPr>
              <a:r>
                <a:rPr lang="ko-KR" altLang="en-US" sz="1000" spc="-50" dirty="0">
                  <a:ln>
                    <a:solidFill>
                      <a:srgbClr val="47A5E1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사업수행 목표</a:t>
              </a:r>
              <a:endParaRPr lang="en-US" altLang="ko-KR" sz="1000" spc="-50" dirty="0">
                <a:ln>
                  <a:solidFill>
                    <a:srgbClr val="47A5E1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  <a:p>
              <a:pPr marL="177800" indent="-177800">
                <a:lnSpc>
                  <a:spcPct val="200000"/>
                </a:lnSpc>
                <a:buAutoNum type="arabicPeriod"/>
              </a:pPr>
              <a:r>
                <a:rPr lang="ko-KR" altLang="en-US" sz="1000" spc="-50" dirty="0">
                  <a:ln>
                    <a:solidFill>
                      <a:srgbClr val="47A5E1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기대 효과</a:t>
              </a:r>
              <a:endParaRPr lang="en-US" altLang="ko-KR" sz="1000" spc="-50" dirty="0">
                <a:ln>
                  <a:solidFill>
                    <a:srgbClr val="47A5E1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AA037328-803E-4CC0-A106-ADD5E8B44540}"/>
              </a:ext>
            </a:extLst>
          </p:cNvPr>
          <p:cNvGrpSpPr/>
          <p:nvPr/>
        </p:nvGrpSpPr>
        <p:grpSpPr>
          <a:xfrm>
            <a:off x="362858" y="9489504"/>
            <a:ext cx="6108741" cy="186065"/>
            <a:chOff x="362858" y="9489504"/>
            <a:chExt cx="6108741" cy="186065"/>
          </a:xfrm>
        </p:grpSpPr>
        <p:sp>
          <p:nvSpPr>
            <p:cNvPr id="69" name="Text Box 53">
              <a:extLst>
                <a:ext uri="{FF2B5EF4-FFF2-40B4-BE49-F238E27FC236}">
                  <a16:creationId xmlns:a16="http://schemas.microsoft.com/office/drawing/2014/main" id="{0669744E-80C3-40B1-AE4E-83EFFAC056CE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4480109" y="9519314"/>
              <a:ext cx="804707" cy="1264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CC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bg1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defPPr>
                <a:defRPr lang="en-US"/>
              </a:defPPr>
              <a:lvl1pPr lvl="0" indent="0" defTabSz="914400">
                <a:spcBef>
                  <a:spcPts val="1000"/>
                </a:spcBef>
                <a:defRPr kumimoji="1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  <a:ea typeface="굴림" panose="020B0600000101010101" pitchFamily="50" charset="-127"/>
                </a:defRPr>
              </a:lvl1pPr>
              <a:lvl2pPr marL="1028700" indent="-457200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668463" indent="-454025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2317750" indent="-458788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965450" indent="-457200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34226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38798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43370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47942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sample@mail.com</a:t>
              </a:r>
              <a:endPara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endParaRPr>
            </a:p>
          </p:txBody>
        </p:sp>
        <p:sp>
          <p:nvSpPr>
            <p:cNvPr id="70" name="任意形状 978">
              <a:extLst>
                <a:ext uri="{FF2B5EF4-FFF2-40B4-BE49-F238E27FC236}">
                  <a16:creationId xmlns:a16="http://schemas.microsoft.com/office/drawing/2014/main" id="{6243167B-8467-4AA3-B10E-520CAF8141FB}"/>
                </a:ext>
              </a:extLst>
            </p:cNvPr>
            <p:cNvSpPr/>
            <p:nvPr/>
          </p:nvSpPr>
          <p:spPr>
            <a:xfrm>
              <a:off x="4293096" y="9523555"/>
              <a:ext cx="134750" cy="1179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" y="0"/>
                  </a:moveTo>
                  <a:lnTo>
                    <a:pt x="20520" y="0"/>
                  </a:lnTo>
                  <a:cubicBezTo>
                    <a:pt x="21117" y="0"/>
                    <a:pt x="21600" y="537"/>
                    <a:pt x="21600" y="1200"/>
                  </a:cubicBezTo>
                  <a:lnTo>
                    <a:pt x="21600" y="20400"/>
                  </a:lnTo>
                  <a:cubicBezTo>
                    <a:pt x="21600" y="21063"/>
                    <a:pt x="21117" y="21600"/>
                    <a:pt x="20520" y="21600"/>
                  </a:cubicBezTo>
                  <a:lnTo>
                    <a:pt x="1080" y="21600"/>
                  </a:lnTo>
                  <a:cubicBezTo>
                    <a:pt x="483" y="21600"/>
                    <a:pt x="0" y="21063"/>
                    <a:pt x="0" y="20400"/>
                  </a:cubicBezTo>
                  <a:lnTo>
                    <a:pt x="0" y="1200"/>
                  </a:lnTo>
                  <a:cubicBezTo>
                    <a:pt x="0" y="537"/>
                    <a:pt x="483" y="0"/>
                    <a:pt x="1080" y="0"/>
                  </a:cubicBezTo>
                  <a:close/>
                  <a:moveTo>
                    <a:pt x="19440" y="5086"/>
                  </a:moveTo>
                  <a:lnTo>
                    <a:pt x="10878" y="13606"/>
                  </a:lnTo>
                  <a:lnTo>
                    <a:pt x="2160" y="5059"/>
                  </a:lnTo>
                  <a:lnTo>
                    <a:pt x="2160" y="19200"/>
                  </a:lnTo>
                  <a:lnTo>
                    <a:pt x="19440" y="19200"/>
                  </a:lnTo>
                  <a:lnTo>
                    <a:pt x="19440" y="5086"/>
                  </a:lnTo>
                  <a:close/>
                  <a:moveTo>
                    <a:pt x="2712" y="2400"/>
                  </a:moveTo>
                  <a:lnTo>
                    <a:pt x="10866" y="10394"/>
                  </a:lnTo>
                  <a:lnTo>
                    <a:pt x="18902" y="2400"/>
                  </a:lnTo>
                  <a:lnTo>
                    <a:pt x="2712" y="240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+mn-cs"/>
              </a:endParaRPr>
            </a:p>
          </p:txBody>
        </p:sp>
        <p:sp>
          <p:nvSpPr>
            <p:cNvPr id="71" name="Text Box 53">
              <a:extLst>
                <a:ext uri="{FF2B5EF4-FFF2-40B4-BE49-F238E27FC236}">
                  <a16:creationId xmlns:a16="http://schemas.microsoft.com/office/drawing/2014/main" id="{CEF5D9B7-C6D4-4123-8AE7-3DDBF1E25687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5676510" y="9519314"/>
              <a:ext cx="795089" cy="1264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CC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bg1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defPPr>
                <a:defRPr lang="en-US"/>
              </a:defPPr>
              <a:lvl1pPr lvl="0" indent="0" defTabSz="914400">
                <a:spcBef>
                  <a:spcPts val="1000"/>
                </a:spcBef>
                <a:defRPr kumimoji="1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  <a:ea typeface="굴림" panose="020B0600000101010101" pitchFamily="50" charset="-127"/>
                </a:defRPr>
              </a:lvl1pPr>
              <a:lvl2pPr marL="1028700" indent="-457200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668463" indent="-454025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2317750" indent="-458788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965450" indent="-457200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34226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38798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43370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47942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www.sample.com</a:t>
              </a:r>
              <a:endPara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endParaRPr>
            </a:p>
          </p:txBody>
        </p:sp>
        <p:sp>
          <p:nvSpPr>
            <p:cNvPr id="72" name="任意形状 412">
              <a:extLst>
                <a:ext uri="{FF2B5EF4-FFF2-40B4-BE49-F238E27FC236}">
                  <a16:creationId xmlns:a16="http://schemas.microsoft.com/office/drawing/2014/main" id="{021CAE87-8E4F-4448-AD1D-A0B6B1225323}"/>
                </a:ext>
              </a:extLst>
            </p:cNvPr>
            <p:cNvSpPr/>
            <p:nvPr/>
          </p:nvSpPr>
          <p:spPr>
            <a:xfrm>
              <a:off x="5473233" y="9516345"/>
              <a:ext cx="148226" cy="13238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05" extrusionOk="0">
                  <a:moveTo>
                    <a:pt x="17673" y="21505"/>
                  </a:moveTo>
                  <a:lnTo>
                    <a:pt x="3927" y="21505"/>
                  </a:lnTo>
                  <a:cubicBezTo>
                    <a:pt x="3385" y="21505"/>
                    <a:pt x="2945" y="21015"/>
                    <a:pt x="2945" y="20411"/>
                  </a:cubicBezTo>
                  <a:lnTo>
                    <a:pt x="2945" y="10560"/>
                  </a:lnTo>
                  <a:lnTo>
                    <a:pt x="0" y="10560"/>
                  </a:lnTo>
                  <a:lnTo>
                    <a:pt x="10139" y="285"/>
                  </a:lnTo>
                  <a:cubicBezTo>
                    <a:pt x="10514" y="-95"/>
                    <a:pt x="11086" y="-95"/>
                    <a:pt x="11461" y="285"/>
                  </a:cubicBezTo>
                  <a:lnTo>
                    <a:pt x="21600" y="10560"/>
                  </a:lnTo>
                  <a:lnTo>
                    <a:pt x="18655" y="10560"/>
                  </a:lnTo>
                  <a:lnTo>
                    <a:pt x="18655" y="20411"/>
                  </a:lnTo>
                  <a:cubicBezTo>
                    <a:pt x="18655" y="21015"/>
                    <a:pt x="18215" y="21505"/>
                    <a:pt x="17673" y="21505"/>
                  </a:cubicBezTo>
                  <a:close/>
                  <a:moveTo>
                    <a:pt x="4909" y="19316"/>
                  </a:moveTo>
                  <a:lnTo>
                    <a:pt x="16691" y="19316"/>
                  </a:lnTo>
                  <a:lnTo>
                    <a:pt x="16691" y="8543"/>
                  </a:lnTo>
                  <a:lnTo>
                    <a:pt x="10800" y="2574"/>
                  </a:lnTo>
                  <a:lnTo>
                    <a:pt x="4909" y="8543"/>
                  </a:lnTo>
                  <a:lnTo>
                    <a:pt x="4909" y="19316"/>
                  </a:lnTo>
                  <a:close/>
                  <a:moveTo>
                    <a:pt x="6873" y="14938"/>
                  </a:moveTo>
                  <a:lnTo>
                    <a:pt x="14727" y="14938"/>
                  </a:lnTo>
                  <a:lnTo>
                    <a:pt x="14727" y="17127"/>
                  </a:lnTo>
                  <a:lnTo>
                    <a:pt x="6873" y="17127"/>
                  </a:lnTo>
                  <a:lnTo>
                    <a:pt x="6873" y="14938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+mn-cs"/>
              </a:endParaRPr>
            </a:p>
          </p:txBody>
        </p:sp>
        <p:sp>
          <p:nvSpPr>
            <p:cNvPr id="73" name="Text Box 53">
              <a:extLst>
                <a:ext uri="{FF2B5EF4-FFF2-40B4-BE49-F238E27FC236}">
                  <a16:creationId xmlns:a16="http://schemas.microsoft.com/office/drawing/2014/main" id="{4F7C2E88-81E7-4F62-8013-EA705B2DA233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464862" y="9505592"/>
              <a:ext cx="1264770" cy="1538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CC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bg1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 marL="177800" indent="-177800" defTabSz="793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1028700" indent="-457200" defTabSz="793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668463" indent="-454025" defTabSz="793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2317750" indent="-458788" defTabSz="793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965450" indent="-457200" defTabSz="793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34226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38798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43370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47942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+mn-cs"/>
                </a:rPr>
                <a:t>업체명</a:t>
              </a:r>
              <a:r>
                <a:rPr kumimoji="1" lang="en-US" altLang="ko-KR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+mn-cs"/>
                </a:rPr>
                <a:t>: (</a:t>
              </a:r>
              <a:r>
                <a:rPr kumimoji="1" lang="ko-KR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+mn-cs"/>
                </a:rPr>
                <a:t>주</a:t>
              </a:r>
              <a:r>
                <a:rPr kumimoji="1" lang="en-US" altLang="ko-KR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+mn-cs"/>
                </a:rPr>
                <a:t>)</a:t>
              </a:r>
              <a:r>
                <a:rPr kumimoji="1" lang="ko-KR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+mn-cs"/>
                </a:rPr>
                <a:t>서희 </a:t>
              </a:r>
              <a:r>
                <a:rPr kumimoji="1" lang="en-US" altLang="ko-KR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+mn-cs"/>
                </a:rPr>
                <a:t>Design</a:t>
              </a:r>
              <a:endParaRPr kumimoji="1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+mn-cs"/>
              </a:endParaRPr>
            </a:p>
          </p:txBody>
        </p:sp>
        <p:grpSp>
          <p:nvGrpSpPr>
            <p:cNvPr id="74" name="그룹 73">
              <a:extLst>
                <a:ext uri="{FF2B5EF4-FFF2-40B4-BE49-F238E27FC236}">
                  <a16:creationId xmlns:a16="http://schemas.microsoft.com/office/drawing/2014/main" id="{7AA8882A-01C2-49CC-B9AD-A0ECB5E16671}"/>
                </a:ext>
              </a:extLst>
            </p:cNvPr>
            <p:cNvGrpSpPr/>
            <p:nvPr/>
          </p:nvGrpSpPr>
          <p:grpSpPr>
            <a:xfrm>
              <a:off x="362858" y="9489504"/>
              <a:ext cx="942382" cy="186065"/>
              <a:chOff x="728700" y="7676979"/>
              <a:chExt cx="942382" cy="186065"/>
            </a:xfrm>
          </p:grpSpPr>
          <p:sp>
            <p:nvSpPr>
              <p:cNvPr id="75" name="任意形状 1136">
                <a:extLst>
                  <a:ext uri="{FF2B5EF4-FFF2-40B4-BE49-F238E27FC236}">
                    <a16:creationId xmlns:a16="http://schemas.microsoft.com/office/drawing/2014/main" id="{269BD8E5-C951-41C9-810E-1281F4E9F1A2}"/>
                  </a:ext>
                </a:extLst>
              </p:cNvPr>
              <p:cNvSpPr/>
              <p:nvPr/>
            </p:nvSpPr>
            <p:spPr>
              <a:xfrm>
                <a:off x="728700" y="7680698"/>
                <a:ext cx="182346" cy="18234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1880" y="9720"/>
                    </a:moveTo>
                    <a:lnTo>
                      <a:pt x="11880" y="4320"/>
                    </a:lnTo>
                    <a:lnTo>
                      <a:pt x="6480" y="11880"/>
                    </a:lnTo>
                    <a:lnTo>
                      <a:pt x="9720" y="11880"/>
                    </a:lnTo>
                    <a:lnTo>
                      <a:pt x="9720" y="17280"/>
                    </a:lnTo>
                    <a:lnTo>
                      <a:pt x="15120" y="9720"/>
                    </a:lnTo>
                    <a:lnTo>
                      <a:pt x="11880" y="9720"/>
                    </a:lnTo>
                    <a:close/>
                    <a:moveTo>
                      <a:pt x="10800" y="21600"/>
                    </a:moveTo>
                    <a:cubicBezTo>
                      <a:pt x="4835" y="21600"/>
                      <a:pt x="0" y="16765"/>
                      <a:pt x="0" y="10800"/>
                    </a:cubicBez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endParaRPr dirty="0"/>
              </a:p>
            </p:txBody>
          </p:sp>
          <p:sp>
            <p:nvSpPr>
              <p:cNvPr id="76" name="Text Box 53">
                <a:extLst>
                  <a:ext uri="{FF2B5EF4-FFF2-40B4-BE49-F238E27FC236}">
                    <a16:creationId xmlns:a16="http://schemas.microsoft.com/office/drawing/2014/main" id="{8059D4F6-0612-41CD-A0E4-FA08C97C70F7}"/>
                  </a:ext>
                </a:extLst>
              </p:cNvPr>
              <p:cNvSpPr txBox="1">
                <a:spLocks noChangeArrowheads="1"/>
              </p:cNvSpPr>
              <p:nvPr/>
            </p:nvSpPr>
            <p:spPr bwMode="gray">
              <a:xfrm>
                <a:off x="944921" y="7676979"/>
                <a:ext cx="726161" cy="1692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CC99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7961" dir="2700000" algn="ctr" rotWithShape="0">
                        <a:schemeClr val="bg1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marL="177800" indent="-177800" defTabSz="79375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1028700" indent="-457200" defTabSz="79375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668463" indent="-454025" defTabSz="79375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2317750" indent="-458788" defTabSz="79375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965450" indent="-457200" defTabSz="79375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3422650" indent="-457200" defTabSz="793750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3879850" indent="-457200" defTabSz="793750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4337050" indent="-457200" defTabSz="793750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4794250" indent="-457200" defTabSz="793750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marL="0" indent="0" defTabSz="914400">
                  <a:lnSpc>
                    <a:spcPct val="120000"/>
                  </a:lnSpc>
                  <a:spcAft>
                    <a:spcPts val="600"/>
                  </a:spcAft>
                </a:pPr>
                <a:r>
                  <a:rPr lang="en-US" altLang="ko-KR" sz="10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50" charset="-127"/>
                    <a:ea typeface="10X10 Bold" panose="020D0604000000000000" pitchFamily="50" charset="-127"/>
                    <a:cs typeface="Pretendard" panose="02000503000000020004" pitchFamily="50" charset="-127"/>
                  </a:rPr>
                  <a:t>YOUR</a:t>
                </a:r>
                <a:r>
                  <a:rPr lang="en-US" altLang="ko-KR" sz="10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50" charset="-127"/>
                    <a:ea typeface="나눔명조" panose="02020603020101020101" pitchFamily="18" charset="-127"/>
                    <a:cs typeface="Pretendard" panose="02000503000000020004" pitchFamily="50" charset="-127"/>
                  </a:rPr>
                  <a:t>LOGO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3412432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56500268-309A-46E1-8CBA-906A26DA520B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0"/>
            <a:ext cx="6858000" cy="9111343"/>
            <a:chOff x="3398423" y="1477689"/>
            <a:chExt cx="5040000" cy="6696000"/>
          </a:xfrm>
        </p:grpSpPr>
        <p:pic>
          <p:nvPicPr>
            <p:cNvPr id="89" name="그림 88">
              <a:extLst>
                <a:ext uri="{FF2B5EF4-FFF2-40B4-BE49-F238E27FC236}">
                  <a16:creationId xmlns:a16="http://schemas.microsoft.com/office/drawing/2014/main" id="{CCBBE155-C4D0-4E57-8D1A-7F8C9484A80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1429"/>
            <a:stretch/>
          </p:blipFill>
          <p:spPr>
            <a:xfrm>
              <a:off x="3398423" y="1477689"/>
              <a:ext cx="5040000" cy="6696000"/>
            </a:xfrm>
            <a:prstGeom prst="rect">
              <a:avLst/>
            </a:prstGeom>
          </p:spPr>
        </p:pic>
        <p:grpSp>
          <p:nvGrpSpPr>
            <p:cNvPr id="92" name="그룹 91">
              <a:extLst>
                <a:ext uri="{FF2B5EF4-FFF2-40B4-BE49-F238E27FC236}">
                  <a16:creationId xmlns:a16="http://schemas.microsoft.com/office/drawing/2014/main" id="{B787E079-D332-4A96-B1E9-BBF41B819CE8}"/>
                </a:ext>
              </a:extLst>
            </p:cNvPr>
            <p:cNvGrpSpPr/>
            <p:nvPr/>
          </p:nvGrpSpPr>
          <p:grpSpPr>
            <a:xfrm>
              <a:off x="3544543" y="1621706"/>
              <a:ext cx="4747758" cy="6408708"/>
              <a:chOff x="146120" y="1568624"/>
              <a:chExt cx="4747758" cy="6408708"/>
            </a:xfrm>
          </p:grpSpPr>
          <p:sp>
            <p:nvSpPr>
              <p:cNvPr id="93" name="직사각형 92">
                <a:extLst>
                  <a:ext uri="{FF2B5EF4-FFF2-40B4-BE49-F238E27FC236}">
                    <a16:creationId xmlns:a16="http://schemas.microsoft.com/office/drawing/2014/main" id="{795E1752-6E04-41DF-8D4D-01A4DB1B8EE0}"/>
                  </a:ext>
                </a:extLst>
              </p:cNvPr>
              <p:cNvSpPr/>
              <p:nvPr/>
            </p:nvSpPr>
            <p:spPr>
              <a:xfrm>
                <a:off x="179999" y="1604628"/>
                <a:ext cx="4680000" cy="6336000"/>
              </a:xfrm>
              <a:prstGeom prst="rect">
                <a:avLst/>
              </a:prstGeom>
              <a:solidFill>
                <a:schemeClr val="tx1">
                  <a:alpha val="10000"/>
                </a:schemeClr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95" name="그룹 94">
                <a:extLst>
                  <a:ext uri="{FF2B5EF4-FFF2-40B4-BE49-F238E27FC236}">
                    <a16:creationId xmlns:a16="http://schemas.microsoft.com/office/drawing/2014/main" id="{5D04027B-EDBF-40FF-8463-02ACC60F3D14}"/>
                  </a:ext>
                </a:extLst>
              </p:cNvPr>
              <p:cNvGrpSpPr/>
              <p:nvPr/>
            </p:nvGrpSpPr>
            <p:grpSpPr>
              <a:xfrm>
                <a:off x="146120" y="1568624"/>
                <a:ext cx="4747758" cy="6408708"/>
                <a:chOff x="152640" y="1568624"/>
                <a:chExt cx="4747758" cy="6408708"/>
              </a:xfrm>
              <a:solidFill>
                <a:schemeClr val="bg1">
                  <a:alpha val="50000"/>
                </a:schemeClr>
              </a:solidFill>
            </p:grpSpPr>
            <p:sp>
              <p:nvSpPr>
                <p:cNvPr id="96" name="직사각형 95">
                  <a:extLst>
                    <a:ext uri="{FF2B5EF4-FFF2-40B4-BE49-F238E27FC236}">
                      <a16:creationId xmlns:a16="http://schemas.microsoft.com/office/drawing/2014/main" id="{1FE89EC6-FB48-46F7-AAC0-DAD8636C2082}"/>
                    </a:ext>
                  </a:extLst>
                </p:cNvPr>
                <p:cNvSpPr/>
                <p:nvPr/>
              </p:nvSpPr>
              <p:spPr>
                <a:xfrm>
                  <a:off x="184320" y="1568628"/>
                  <a:ext cx="4680000" cy="3600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97" name="직사각형 96">
                  <a:extLst>
                    <a:ext uri="{FF2B5EF4-FFF2-40B4-BE49-F238E27FC236}">
                      <a16:creationId xmlns:a16="http://schemas.microsoft.com/office/drawing/2014/main" id="{7579F50D-9A6F-41F2-B3FC-A4B650C7D9D2}"/>
                    </a:ext>
                  </a:extLst>
                </p:cNvPr>
                <p:cNvSpPr/>
                <p:nvPr/>
              </p:nvSpPr>
              <p:spPr>
                <a:xfrm>
                  <a:off x="184320" y="7941332"/>
                  <a:ext cx="4680000" cy="3600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98" name="직사각형 97">
                  <a:extLst>
                    <a:ext uri="{FF2B5EF4-FFF2-40B4-BE49-F238E27FC236}">
                      <a16:creationId xmlns:a16="http://schemas.microsoft.com/office/drawing/2014/main" id="{9DFA58AB-542E-4060-8381-A9ED81D65636}"/>
                    </a:ext>
                  </a:extLst>
                </p:cNvPr>
                <p:cNvSpPr/>
                <p:nvPr/>
              </p:nvSpPr>
              <p:spPr>
                <a:xfrm rot="5400000">
                  <a:off x="-3033360" y="4754624"/>
                  <a:ext cx="6408000" cy="3600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99" name="직사각형 98">
                  <a:extLst>
                    <a:ext uri="{FF2B5EF4-FFF2-40B4-BE49-F238E27FC236}">
                      <a16:creationId xmlns:a16="http://schemas.microsoft.com/office/drawing/2014/main" id="{D7D4932C-284A-4187-A89D-E46078B0FF37}"/>
                    </a:ext>
                  </a:extLst>
                </p:cNvPr>
                <p:cNvSpPr/>
                <p:nvPr/>
              </p:nvSpPr>
              <p:spPr>
                <a:xfrm rot="5400000">
                  <a:off x="4360398" y="2072628"/>
                  <a:ext cx="1044000" cy="3600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00" name="직사각형 99">
                  <a:extLst>
                    <a:ext uri="{FF2B5EF4-FFF2-40B4-BE49-F238E27FC236}">
                      <a16:creationId xmlns:a16="http://schemas.microsoft.com/office/drawing/2014/main" id="{66B1EB48-BB67-4317-A7BA-819C2AA85A54}"/>
                    </a:ext>
                  </a:extLst>
                </p:cNvPr>
                <p:cNvSpPr/>
                <p:nvPr/>
              </p:nvSpPr>
              <p:spPr>
                <a:xfrm rot="16200000">
                  <a:off x="3532398" y="6609332"/>
                  <a:ext cx="2700000" cy="3600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</p:grpSp>
      </p:grpSp>
      <p:sp>
        <p:nvSpPr>
          <p:cNvPr id="41" name="Rectangle 12">
            <a:extLst>
              <a:ext uri="{FF2B5EF4-FFF2-40B4-BE49-F238E27FC236}">
                <a16:creationId xmlns:a16="http://schemas.microsoft.com/office/drawing/2014/main" id="{49D4DB8B-59AC-4887-A404-765CB0FD565A}"/>
              </a:ext>
            </a:extLst>
          </p:cNvPr>
          <p:cNvSpPr/>
          <p:nvPr/>
        </p:nvSpPr>
        <p:spPr>
          <a:xfrm>
            <a:off x="1464861" y="3169405"/>
            <a:ext cx="5390251" cy="3852000"/>
          </a:xfrm>
          <a:prstGeom prst="rect">
            <a:avLst/>
          </a:prstGeom>
          <a:solidFill>
            <a:schemeClr val="bg1">
              <a:alpha val="90000"/>
            </a:schemeClr>
          </a:solidFill>
          <a:ln w="6350">
            <a:noFill/>
          </a:ln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121920" tIns="60960" rIns="121920" bIns="60960" rtlCol="0" anchor="ctr">
            <a:noAutofit/>
          </a:bodyPr>
          <a:lstStyle/>
          <a:p>
            <a:pPr algn="ctr"/>
            <a:endParaRPr lang="en-US" sz="2400" dirty="0"/>
          </a:p>
        </p:txBody>
      </p:sp>
      <p:sp>
        <p:nvSpPr>
          <p:cNvPr id="11" name="제목 10"/>
          <p:cNvSpPr>
            <a:spLocks noGrp="1"/>
          </p:cNvSpPr>
          <p:nvPr>
            <p:ph type="title" idx="4294967295"/>
          </p:nvPr>
        </p:nvSpPr>
        <p:spPr>
          <a:xfrm>
            <a:off x="-2011903" y="83482"/>
            <a:ext cx="1984519" cy="22775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 fontAlgn="base" latinLnBrk="0">
              <a:spcAft>
                <a:spcPts val="200"/>
              </a:spcAft>
              <a:buClr>
                <a:schemeClr val="tx1">
                  <a:lumMod val="75000"/>
                  <a:lumOff val="25000"/>
                </a:schemeClr>
              </a:buClr>
              <a:buSzPct val="90000"/>
            </a:pPr>
            <a:r>
              <a:rPr lang="ko-KR" altLang="en-US" sz="1600" dirty="0">
                <a:latin typeface="+mj-ea"/>
                <a:cs typeface="+mn-cs"/>
              </a:rPr>
              <a:t>간지</a:t>
            </a:r>
            <a:r>
              <a:rPr lang="en-US" altLang="ko-KR" sz="1600" dirty="0">
                <a:latin typeface="+mj-ea"/>
                <a:cs typeface="+mn-cs"/>
              </a:rPr>
              <a:t>_image 03 =====</a:t>
            </a:r>
            <a:endParaRPr lang="ko-KR" altLang="en-US" sz="1600" dirty="0">
              <a:latin typeface="+mj-ea"/>
              <a:cs typeface="+mn-cs"/>
            </a:endParaRP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D832FF80-D9BA-40F6-9368-7C5BAE783D31}"/>
              </a:ext>
            </a:extLst>
          </p:cNvPr>
          <p:cNvSpPr/>
          <p:nvPr/>
        </p:nvSpPr>
        <p:spPr>
          <a:xfrm>
            <a:off x="2417103" y="3503595"/>
            <a:ext cx="3964156" cy="540000"/>
          </a:xfrm>
          <a:prstGeom prst="rect">
            <a:avLst/>
          </a:prstGeom>
          <a:solidFill>
            <a:schemeClr val="tx1">
              <a:alpha val="8000"/>
            </a:schemeClr>
          </a:solidFill>
          <a:ln>
            <a:noFill/>
          </a:ln>
        </p:spPr>
        <p:txBody>
          <a:bodyPr wrap="square" lIns="144000" tIns="36000" rIns="0" bIns="36000" anchor="ctr">
            <a:noAutofit/>
          </a:bodyPr>
          <a:lstStyle/>
          <a:p>
            <a:r>
              <a:rPr lang="ko-KR" altLang="en-US" sz="24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</a:rPr>
              <a:t>제안 개요</a:t>
            </a:r>
          </a:p>
        </p:txBody>
      </p:sp>
      <p:sp>
        <p:nvSpPr>
          <p:cNvPr id="91" name="모서리가 둥근 직사각형 145">
            <a:extLst>
              <a:ext uri="{FF2B5EF4-FFF2-40B4-BE49-F238E27FC236}">
                <a16:creationId xmlns:a16="http://schemas.microsoft.com/office/drawing/2014/main" id="{D5B1064C-060D-4EFD-BEC0-F27EC65C1C32}"/>
              </a:ext>
            </a:extLst>
          </p:cNvPr>
          <p:cNvSpPr/>
          <p:nvPr/>
        </p:nvSpPr>
        <p:spPr>
          <a:xfrm>
            <a:off x="1808880" y="3503595"/>
            <a:ext cx="540000" cy="540000"/>
          </a:xfrm>
          <a:prstGeom prst="roundRect">
            <a:avLst>
              <a:gd name="adj" fmla="val 0"/>
            </a:avLst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>
                <a:solidFill>
                  <a:schemeClr val="bg1"/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Ⅰ</a:t>
            </a:r>
            <a:endParaRPr lang="ko-KR" altLang="en-US" sz="2800" b="1" dirty="0">
              <a:solidFill>
                <a:schemeClr val="bg1"/>
              </a:solidFill>
              <a:latin typeface="나눔명조" panose="02020603020101020101" pitchFamily="18" charset="-127"/>
              <a:ea typeface="나눔명조" panose="02020603020101020101" pitchFamily="18" charset="-127"/>
            </a:endParaRPr>
          </a:p>
        </p:txBody>
      </p:sp>
      <p:graphicFrame>
        <p:nvGraphicFramePr>
          <p:cNvPr id="94" name="표 3">
            <a:extLst>
              <a:ext uri="{FF2B5EF4-FFF2-40B4-BE49-F238E27FC236}">
                <a16:creationId xmlns:a16="http://schemas.microsoft.com/office/drawing/2014/main" id="{8A25D5BA-42B0-401F-BA83-A5AFD11A04DD}"/>
              </a:ext>
            </a:extLst>
          </p:cNvPr>
          <p:cNvGraphicFramePr>
            <a:graphicFrameLocks noGrp="1"/>
          </p:cNvGraphicFramePr>
          <p:nvPr/>
        </p:nvGraphicFramePr>
        <p:xfrm>
          <a:off x="2417103" y="4287709"/>
          <a:ext cx="3964156" cy="2376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64156">
                  <a:extLst>
                    <a:ext uri="{9D8B030D-6E8A-4147-A177-3AD203B41FA5}">
                      <a16:colId xmlns:a16="http://schemas.microsoft.com/office/drawing/2014/main" val="3512023494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600" b="0" kern="1200" dirty="0">
                          <a:ln w="6350"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600" b="0" kern="1200" dirty="0">
                          <a:ln w="6350"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목적 및 배경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2602578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600" b="0" kern="1200" dirty="0">
                          <a:ln w="6350"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2. </a:t>
                      </a:r>
                      <a:r>
                        <a:rPr kumimoji="1" lang="ko-KR" altLang="en-US" sz="1600" b="0" kern="1200" dirty="0">
                          <a:ln w="6350"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사업 범위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2717536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600" b="0" kern="1200" dirty="0">
                          <a:ln w="6350"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3. </a:t>
                      </a:r>
                      <a:r>
                        <a:rPr kumimoji="1" lang="ko-KR" altLang="en-US" sz="1600" b="0" kern="1200" dirty="0">
                          <a:ln w="6350"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특징 및 장점</a:t>
                      </a:r>
                      <a:endParaRPr kumimoji="1" lang="en-US" altLang="ko-KR" sz="1600" b="0" kern="1200" dirty="0">
                        <a:ln w="6350"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4981497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600" b="0" kern="1200" dirty="0">
                          <a:ln w="6350"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4. </a:t>
                      </a:r>
                      <a:r>
                        <a:rPr kumimoji="1" lang="ko-KR" altLang="en-US" sz="1600" b="0" kern="1200" dirty="0">
                          <a:ln w="6350"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사업수행 목표</a:t>
                      </a:r>
                      <a:endParaRPr kumimoji="1" lang="en-US" altLang="ko-KR" sz="1600" b="0" kern="1200" dirty="0">
                        <a:ln w="6350"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289477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600" b="0" kern="1200" dirty="0">
                          <a:ln w="6350"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5. </a:t>
                      </a:r>
                      <a:r>
                        <a:rPr kumimoji="1" lang="ko-KR" altLang="en-US" sz="1600" b="0" kern="1200" dirty="0">
                          <a:ln w="6350"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기대 효과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2449661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600" b="0" kern="1200" dirty="0">
                          <a:ln w="6350"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6. </a:t>
                      </a:r>
                      <a:r>
                        <a:rPr kumimoji="1" lang="ko-KR" altLang="en-US" sz="1600" b="0" kern="1200" dirty="0">
                          <a:ln w="6350"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제목 입력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1818578"/>
                  </a:ext>
                </a:extLst>
              </a:tr>
            </a:tbl>
          </a:graphicData>
        </a:graphic>
      </p:graphicFrame>
      <p:grpSp>
        <p:nvGrpSpPr>
          <p:cNvPr id="4" name="그룹 3">
            <a:extLst>
              <a:ext uri="{FF2B5EF4-FFF2-40B4-BE49-F238E27FC236}">
                <a16:creationId xmlns:a16="http://schemas.microsoft.com/office/drawing/2014/main" id="{616504E0-4533-433B-8663-86D3531D2518}"/>
              </a:ext>
            </a:extLst>
          </p:cNvPr>
          <p:cNvGrpSpPr/>
          <p:nvPr/>
        </p:nvGrpSpPr>
        <p:grpSpPr>
          <a:xfrm>
            <a:off x="476738" y="451351"/>
            <a:ext cx="3528000" cy="1189281"/>
            <a:chOff x="369052" y="378290"/>
            <a:chExt cx="3528000" cy="1189281"/>
          </a:xfrm>
        </p:grpSpPr>
        <p:sp>
          <p:nvSpPr>
            <p:cNvPr id="102" name="직사각형 101">
              <a:extLst>
                <a:ext uri="{FF2B5EF4-FFF2-40B4-BE49-F238E27FC236}">
                  <a16:creationId xmlns:a16="http://schemas.microsoft.com/office/drawing/2014/main" id="{F69D7B21-A4A2-4770-95E7-F4FF57EED060}"/>
                </a:ext>
              </a:extLst>
            </p:cNvPr>
            <p:cNvSpPr/>
            <p:nvPr/>
          </p:nvSpPr>
          <p:spPr>
            <a:xfrm>
              <a:off x="369052" y="378290"/>
              <a:ext cx="3528000" cy="1189281"/>
            </a:xfrm>
            <a:prstGeom prst="rect">
              <a:avLst/>
            </a:prstGeom>
            <a:solidFill>
              <a:schemeClr val="accent6">
                <a:lumMod val="75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3" name="그룹 2">
              <a:extLst>
                <a:ext uri="{FF2B5EF4-FFF2-40B4-BE49-F238E27FC236}">
                  <a16:creationId xmlns:a16="http://schemas.microsoft.com/office/drawing/2014/main" id="{1EF279B3-71AD-4822-88FA-30CBCF7DB59A}"/>
                </a:ext>
              </a:extLst>
            </p:cNvPr>
            <p:cNvGrpSpPr/>
            <p:nvPr/>
          </p:nvGrpSpPr>
          <p:grpSpPr>
            <a:xfrm>
              <a:off x="558964" y="485523"/>
              <a:ext cx="3148177" cy="974814"/>
              <a:chOff x="476738" y="449794"/>
              <a:chExt cx="3148177" cy="974814"/>
            </a:xfrm>
          </p:grpSpPr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47263BBD-298E-4914-87A0-02B97076D68E}"/>
                  </a:ext>
                </a:extLst>
              </p:cNvPr>
              <p:cNvSpPr txBox="1"/>
              <p:nvPr/>
            </p:nvSpPr>
            <p:spPr>
              <a:xfrm>
                <a:off x="530903" y="516573"/>
                <a:ext cx="1619033" cy="42062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spcAft>
                    <a:spcPts val="400"/>
                  </a:spcAft>
                </a:pPr>
                <a:r>
                  <a:rPr kumimoji="1" lang="en-US" altLang="ko-KR" sz="1200" spc="-40">
                    <a:solidFill>
                      <a:schemeClr val="bg1">
                        <a:lumMod val="95000"/>
                      </a:schemeClr>
                    </a:solidFill>
                    <a:latin typeface="G마켓 산스 Light" panose="02000000000000000000" pitchFamily="50" charset="-127"/>
                    <a:ea typeface="G마켓 산스 Light" panose="02000000000000000000" pitchFamily="50" charset="-127"/>
                  </a:rPr>
                  <a:t>Simple_image</a:t>
                </a:r>
                <a:endParaRPr kumimoji="1" lang="en-US" altLang="ko-KR" sz="1200" spc="-40" dirty="0">
                  <a:solidFill>
                    <a:schemeClr val="bg1">
                      <a:lumMod val="95000"/>
                    </a:schemeClr>
                  </a:solidFill>
                  <a:latin typeface="G마켓 산스 Light" panose="02000000000000000000" pitchFamily="50" charset="-127"/>
                  <a:ea typeface="G마켓 산스 Light" panose="02000000000000000000" pitchFamily="50" charset="-127"/>
                </a:endParaRPr>
              </a:p>
              <a:p>
                <a:pPr>
                  <a:spcAft>
                    <a:spcPts val="400"/>
                  </a:spcAft>
                </a:pPr>
                <a:r>
                  <a:rPr kumimoji="1" lang="ko-KR" altLang="en-US" sz="1200" b="0" i="0" spc="-40" baseline="0" dirty="0">
                    <a:solidFill>
                      <a:schemeClr val="bg1">
                        <a:lumMod val="95000"/>
                      </a:schemeClr>
                    </a:solidFill>
                    <a:latin typeface="G마켓 산스 Bold" panose="02000000000000000000" pitchFamily="50" charset="-127"/>
                    <a:ea typeface="G마켓 산스 Bold" panose="02000000000000000000" pitchFamily="50" charset="-127"/>
                  </a:rPr>
                  <a:t>파워포인트 템플릿 </a:t>
                </a:r>
                <a:r>
                  <a:rPr kumimoji="1" lang="en-US" altLang="ko-KR" sz="1200" b="0" i="0" spc="-40" baseline="0" dirty="0">
                    <a:solidFill>
                      <a:schemeClr val="bg1">
                        <a:lumMod val="95000"/>
                      </a:schemeClr>
                    </a:solidFill>
                    <a:latin typeface="G마켓 산스 Bold" panose="02000000000000000000" pitchFamily="50" charset="-127"/>
                    <a:ea typeface="G마켓 산스 Bold" panose="02000000000000000000" pitchFamily="50" charset="-127"/>
                  </a:rPr>
                  <a:t>| </a:t>
                </a:r>
                <a:r>
                  <a:rPr kumimoji="1" lang="en-US" altLang="ko-KR" sz="1200" spc="-40" dirty="0">
                    <a:solidFill>
                      <a:schemeClr val="bg1">
                        <a:lumMod val="95000"/>
                      </a:schemeClr>
                    </a:solidFill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PPT</a:t>
                </a:r>
                <a:endParaRPr kumimoji="1" lang="ko-KR" altLang="en-US" sz="1200" b="0" i="0" spc="-40" baseline="0" dirty="0">
                  <a:solidFill>
                    <a:schemeClr val="bg1">
                      <a:lumMod val="95000"/>
                    </a:schemeClr>
                  </a:solidFill>
                  <a:latin typeface="G마켓 산스 Medium" panose="02000000000000000000" pitchFamily="50" charset="-127"/>
                  <a:ea typeface="G마켓 산스 Medium" panose="02000000000000000000" pitchFamily="50" charset="-127"/>
                </a:endParaRPr>
              </a:p>
            </p:txBody>
          </p:sp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5956EB92-0524-4B23-8AC0-4A8761939CE0}"/>
                  </a:ext>
                </a:extLst>
              </p:cNvPr>
              <p:cNvSpPr txBox="1"/>
              <p:nvPr/>
            </p:nvSpPr>
            <p:spPr>
              <a:xfrm>
                <a:off x="476738" y="1056633"/>
                <a:ext cx="1727362" cy="324000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</p:spPr>
            <p:txBody>
              <a:bodyPr wrap="none" lIns="108000" tIns="0" rIns="108000" bIns="0" rtlCol="0" anchor="ctr">
                <a:noAutofit/>
              </a:bodyPr>
              <a:lstStyle>
                <a:defPPr>
                  <a:defRPr lang="en-US"/>
                </a:defPPr>
                <a:lvl1pPr algn="ctr">
                  <a:defRPr kumimoji="1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Pretendard ExtraLight" panose="02000303000000020004" pitchFamily="50" charset="-127"/>
                    <a:ea typeface="Pretendard ExtraLight" panose="02000303000000020004" pitchFamily="50" charset="-127"/>
                    <a:cs typeface="Pretendard ExtraLight" panose="02000303000000020004" pitchFamily="50" charset="-127"/>
                  </a:defRPr>
                </a:lvl1pPr>
              </a:lstStyle>
              <a:p>
                <a:r>
                  <a:rPr lang="en-US" altLang="ko-KR" dirty="0"/>
                  <a:t>CONTENTS</a:t>
                </a:r>
              </a:p>
            </p:txBody>
          </p:sp>
          <p:sp>
            <p:nvSpPr>
              <p:cNvPr id="87" name="Shape">
                <a:extLst>
                  <a:ext uri="{FF2B5EF4-FFF2-40B4-BE49-F238E27FC236}">
                    <a16:creationId xmlns:a16="http://schemas.microsoft.com/office/drawing/2014/main" id="{329795E6-B1AE-4295-B218-18D6928BA987}"/>
                  </a:ext>
                </a:extLst>
              </p:cNvPr>
              <p:cNvSpPr/>
              <p:nvPr/>
            </p:nvSpPr>
            <p:spPr>
              <a:xfrm>
                <a:off x="2421953" y="449794"/>
                <a:ext cx="1202962" cy="97481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808" y="0"/>
                    </a:moveTo>
                    <a:lnTo>
                      <a:pt x="1808" y="1129"/>
                    </a:lnTo>
                    <a:lnTo>
                      <a:pt x="0" y="1129"/>
                    </a:lnTo>
                    <a:lnTo>
                      <a:pt x="0" y="21600"/>
                    </a:lnTo>
                    <a:lnTo>
                      <a:pt x="21600" y="21600"/>
                    </a:lnTo>
                    <a:lnTo>
                      <a:pt x="21600" y="1129"/>
                    </a:lnTo>
                    <a:lnTo>
                      <a:pt x="7183" y="1129"/>
                    </a:lnTo>
                    <a:lnTo>
                      <a:pt x="7183" y="0"/>
                    </a:lnTo>
                    <a:lnTo>
                      <a:pt x="1808" y="0"/>
                    </a:lnTo>
                    <a:close/>
                    <a:moveTo>
                      <a:pt x="865" y="2193"/>
                    </a:moveTo>
                    <a:lnTo>
                      <a:pt x="20736" y="2193"/>
                    </a:lnTo>
                    <a:lnTo>
                      <a:pt x="20736" y="20536"/>
                    </a:lnTo>
                    <a:lnTo>
                      <a:pt x="865" y="20536"/>
                    </a:lnTo>
                    <a:lnTo>
                      <a:pt x="865" y="2193"/>
                    </a:lnTo>
                    <a:close/>
                    <a:moveTo>
                      <a:pt x="14835" y="4981"/>
                    </a:moveTo>
                    <a:lnTo>
                      <a:pt x="14835" y="6094"/>
                    </a:lnTo>
                    <a:lnTo>
                      <a:pt x="18456" y="6094"/>
                    </a:lnTo>
                    <a:lnTo>
                      <a:pt x="18456" y="4981"/>
                    </a:lnTo>
                    <a:lnTo>
                      <a:pt x="14835" y="4981"/>
                    </a:lnTo>
                    <a:close/>
                    <a:moveTo>
                      <a:pt x="8083" y="6670"/>
                    </a:moveTo>
                    <a:cubicBezTo>
                      <a:pt x="7051" y="6670"/>
                      <a:pt x="6018" y="7154"/>
                      <a:pt x="5231" y="8124"/>
                    </a:cubicBezTo>
                    <a:cubicBezTo>
                      <a:pt x="3655" y="10064"/>
                      <a:pt x="3655" y="13209"/>
                      <a:pt x="5231" y="15149"/>
                    </a:cubicBezTo>
                    <a:cubicBezTo>
                      <a:pt x="6806" y="17088"/>
                      <a:pt x="9360" y="17088"/>
                      <a:pt x="10935" y="15149"/>
                    </a:cubicBezTo>
                    <a:cubicBezTo>
                      <a:pt x="12511" y="13209"/>
                      <a:pt x="12511" y="10064"/>
                      <a:pt x="10935" y="8124"/>
                    </a:cubicBezTo>
                    <a:cubicBezTo>
                      <a:pt x="10148" y="7154"/>
                      <a:pt x="9115" y="6670"/>
                      <a:pt x="8083" y="6670"/>
                    </a:cubicBezTo>
                    <a:close/>
                    <a:moveTo>
                      <a:pt x="8083" y="7757"/>
                    </a:moveTo>
                    <a:cubicBezTo>
                      <a:pt x="8889" y="7757"/>
                      <a:pt x="9696" y="8136"/>
                      <a:pt x="10311" y="8894"/>
                    </a:cubicBezTo>
                    <a:cubicBezTo>
                      <a:pt x="11541" y="10408"/>
                      <a:pt x="11541" y="12864"/>
                      <a:pt x="10311" y="14379"/>
                    </a:cubicBezTo>
                    <a:cubicBezTo>
                      <a:pt x="9081" y="15893"/>
                      <a:pt x="7086" y="15893"/>
                      <a:pt x="5855" y="14379"/>
                    </a:cubicBezTo>
                    <a:cubicBezTo>
                      <a:pt x="4625" y="12864"/>
                      <a:pt x="4625" y="10408"/>
                      <a:pt x="5855" y="8894"/>
                    </a:cubicBezTo>
                    <a:cubicBezTo>
                      <a:pt x="6470" y="8136"/>
                      <a:pt x="7277" y="7757"/>
                      <a:pt x="8083" y="7757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 w="12700">
                <a:noFill/>
                <a:miter lim="400000"/>
              </a:ln>
            </p:spPr>
            <p:txBody>
              <a:bodyPr lIns="0" tIns="0" rIns="0" bIns="0" anchor="ctr"/>
              <a:lstStyle/>
              <a:p>
                <a:pPr defTabSz="8255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sz="3200">
                  <a:solidFill>
                    <a:srgbClr val="FFFFFF"/>
                  </a:solidFill>
                  <a:sym typeface="Helvetica Neue Medium"/>
                </a:endParaRPr>
              </a:p>
            </p:txBody>
          </p:sp>
        </p:grpSp>
      </p:grpSp>
      <p:sp>
        <p:nvSpPr>
          <p:cNvPr id="119" name="Text Box 53">
            <a:extLst>
              <a:ext uri="{FF2B5EF4-FFF2-40B4-BE49-F238E27FC236}">
                <a16:creationId xmlns:a16="http://schemas.microsoft.com/office/drawing/2014/main" id="{4B75D653-F573-42A9-9389-1940D7876BCC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531240" y="1785905"/>
            <a:ext cx="2559996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1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marL="177800" indent="-177800" defTabSz="793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1028700" indent="-457200" defTabSz="793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668463" indent="-454025" defTabSz="793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2317750" indent="-458788" defTabSz="793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965450" indent="-457200" defTabSz="793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3422650" indent="-457200" defTabSz="79375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3879850" indent="-457200" defTabSz="79375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4337050" indent="-457200" defTabSz="79375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4794250" indent="-457200" defTabSz="79375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indent="0" defTabSz="914400"/>
            <a:r>
              <a:rPr lang="ko-KR" altLang="en-US" sz="1200" dirty="0">
                <a:solidFill>
                  <a:schemeClr val="bg1">
                    <a:alpha val="70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해당 챕터 간지의 설명 문구를 입력하세요</a:t>
            </a:r>
            <a:r>
              <a:rPr lang="en-US" altLang="ko-KR" sz="1200" dirty="0">
                <a:solidFill>
                  <a:schemeClr val="bg1">
                    <a:alpha val="70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.</a:t>
            </a:r>
          </a:p>
        </p:txBody>
      </p:sp>
      <p:sp>
        <p:nvSpPr>
          <p:cNvPr id="34" name="Rectangle 12">
            <a:extLst>
              <a:ext uri="{FF2B5EF4-FFF2-40B4-BE49-F238E27FC236}">
                <a16:creationId xmlns:a16="http://schemas.microsoft.com/office/drawing/2014/main" id="{CBF120ED-AD2F-4411-9F03-978EC9176446}"/>
              </a:ext>
            </a:extLst>
          </p:cNvPr>
          <p:cNvSpPr/>
          <p:nvPr/>
        </p:nvSpPr>
        <p:spPr>
          <a:xfrm>
            <a:off x="0" y="9110557"/>
            <a:ext cx="6858000" cy="161703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121920" tIns="60960" rIns="121920" bIns="60960" rtlCol="0" anchor="ctr">
            <a:noAutofit/>
          </a:bodyPr>
          <a:lstStyle/>
          <a:p>
            <a:pPr algn="ctr"/>
            <a:endParaRPr lang="en-US" sz="2400" dirty="0"/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80C5EAD7-A6CA-40AA-B46D-2A32EABC2959}"/>
              </a:ext>
            </a:extLst>
          </p:cNvPr>
          <p:cNvGrpSpPr/>
          <p:nvPr/>
        </p:nvGrpSpPr>
        <p:grpSpPr>
          <a:xfrm>
            <a:off x="362858" y="9489504"/>
            <a:ext cx="6108741" cy="186065"/>
            <a:chOff x="362858" y="9489504"/>
            <a:chExt cx="6108741" cy="186065"/>
          </a:xfrm>
        </p:grpSpPr>
        <p:sp>
          <p:nvSpPr>
            <p:cNvPr id="38" name="Text Box 53">
              <a:extLst>
                <a:ext uri="{FF2B5EF4-FFF2-40B4-BE49-F238E27FC236}">
                  <a16:creationId xmlns:a16="http://schemas.microsoft.com/office/drawing/2014/main" id="{17E68808-02E6-4DF5-B3BC-46AE5A19F364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4480109" y="9519314"/>
              <a:ext cx="804707" cy="1264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CC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bg1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defPPr>
                <a:defRPr lang="en-US"/>
              </a:defPPr>
              <a:lvl1pPr lvl="0" indent="0" defTabSz="914400">
                <a:spcBef>
                  <a:spcPts val="1000"/>
                </a:spcBef>
                <a:defRPr kumimoji="1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  <a:ea typeface="굴림" panose="020B0600000101010101" pitchFamily="50" charset="-127"/>
                </a:defRPr>
              </a:lvl1pPr>
              <a:lvl2pPr marL="1028700" indent="-457200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668463" indent="-454025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2317750" indent="-458788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965450" indent="-457200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34226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38798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43370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47942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sample@mail.com</a:t>
              </a:r>
              <a:endPara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endParaRPr>
            </a:p>
          </p:txBody>
        </p:sp>
        <p:sp>
          <p:nvSpPr>
            <p:cNvPr id="39" name="任意形状 978">
              <a:extLst>
                <a:ext uri="{FF2B5EF4-FFF2-40B4-BE49-F238E27FC236}">
                  <a16:creationId xmlns:a16="http://schemas.microsoft.com/office/drawing/2014/main" id="{CB884BDE-7F6E-42AF-962A-4A033994DF0E}"/>
                </a:ext>
              </a:extLst>
            </p:cNvPr>
            <p:cNvSpPr/>
            <p:nvPr/>
          </p:nvSpPr>
          <p:spPr>
            <a:xfrm>
              <a:off x="4293096" y="9523555"/>
              <a:ext cx="134750" cy="1179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" y="0"/>
                  </a:moveTo>
                  <a:lnTo>
                    <a:pt x="20520" y="0"/>
                  </a:lnTo>
                  <a:cubicBezTo>
                    <a:pt x="21117" y="0"/>
                    <a:pt x="21600" y="537"/>
                    <a:pt x="21600" y="1200"/>
                  </a:cubicBezTo>
                  <a:lnTo>
                    <a:pt x="21600" y="20400"/>
                  </a:lnTo>
                  <a:cubicBezTo>
                    <a:pt x="21600" y="21063"/>
                    <a:pt x="21117" y="21600"/>
                    <a:pt x="20520" y="21600"/>
                  </a:cubicBezTo>
                  <a:lnTo>
                    <a:pt x="1080" y="21600"/>
                  </a:lnTo>
                  <a:cubicBezTo>
                    <a:pt x="483" y="21600"/>
                    <a:pt x="0" y="21063"/>
                    <a:pt x="0" y="20400"/>
                  </a:cubicBezTo>
                  <a:lnTo>
                    <a:pt x="0" y="1200"/>
                  </a:lnTo>
                  <a:cubicBezTo>
                    <a:pt x="0" y="537"/>
                    <a:pt x="483" y="0"/>
                    <a:pt x="1080" y="0"/>
                  </a:cubicBezTo>
                  <a:close/>
                  <a:moveTo>
                    <a:pt x="19440" y="5086"/>
                  </a:moveTo>
                  <a:lnTo>
                    <a:pt x="10878" y="13606"/>
                  </a:lnTo>
                  <a:lnTo>
                    <a:pt x="2160" y="5059"/>
                  </a:lnTo>
                  <a:lnTo>
                    <a:pt x="2160" y="19200"/>
                  </a:lnTo>
                  <a:lnTo>
                    <a:pt x="19440" y="19200"/>
                  </a:lnTo>
                  <a:lnTo>
                    <a:pt x="19440" y="5086"/>
                  </a:lnTo>
                  <a:close/>
                  <a:moveTo>
                    <a:pt x="2712" y="2400"/>
                  </a:moveTo>
                  <a:lnTo>
                    <a:pt x="10866" y="10394"/>
                  </a:lnTo>
                  <a:lnTo>
                    <a:pt x="18902" y="2400"/>
                  </a:lnTo>
                  <a:lnTo>
                    <a:pt x="2712" y="240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+mn-cs"/>
              </a:endParaRPr>
            </a:p>
          </p:txBody>
        </p:sp>
        <p:sp>
          <p:nvSpPr>
            <p:cNvPr id="40" name="Text Box 53">
              <a:extLst>
                <a:ext uri="{FF2B5EF4-FFF2-40B4-BE49-F238E27FC236}">
                  <a16:creationId xmlns:a16="http://schemas.microsoft.com/office/drawing/2014/main" id="{877FBF6A-8425-47D6-825B-F56E51F04422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5676510" y="9519314"/>
              <a:ext cx="795089" cy="1264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CC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bg1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defPPr>
                <a:defRPr lang="en-US"/>
              </a:defPPr>
              <a:lvl1pPr lvl="0" indent="0" defTabSz="914400">
                <a:spcBef>
                  <a:spcPts val="1000"/>
                </a:spcBef>
                <a:defRPr kumimoji="1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  <a:ea typeface="굴림" panose="020B0600000101010101" pitchFamily="50" charset="-127"/>
                </a:defRPr>
              </a:lvl1pPr>
              <a:lvl2pPr marL="1028700" indent="-457200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668463" indent="-454025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2317750" indent="-458788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965450" indent="-457200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34226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38798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43370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47942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www.sample.com</a:t>
              </a:r>
              <a:endPara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endParaRPr>
            </a:p>
          </p:txBody>
        </p:sp>
        <p:sp>
          <p:nvSpPr>
            <p:cNvPr id="42" name="任意形状 412">
              <a:extLst>
                <a:ext uri="{FF2B5EF4-FFF2-40B4-BE49-F238E27FC236}">
                  <a16:creationId xmlns:a16="http://schemas.microsoft.com/office/drawing/2014/main" id="{09CDB6E3-1D74-4608-919B-C1299C32B703}"/>
                </a:ext>
              </a:extLst>
            </p:cNvPr>
            <p:cNvSpPr/>
            <p:nvPr/>
          </p:nvSpPr>
          <p:spPr>
            <a:xfrm>
              <a:off x="5473233" y="9516345"/>
              <a:ext cx="148226" cy="13238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05" extrusionOk="0">
                  <a:moveTo>
                    <a:pt x="17673" y="21505"/>
                  </a:moveTo>
                  <a:lnTo>
                    <a:pt x="3927" y="21505"/>
                  </a:lnTo>
                  <a:cubicBezTo>
                    <a:pt x="3385" y="21505"/>
                    <a:pt x="2945" y="21015"/>
                    <a:pt x="2945" y="20411"/>
                  </a:cubicBezTo>
                  <a:lnTo>
                    <a:pt x="2945" y="10560"/>
                  </a:lnTo>
                  <a:lnTo>
                    <a:pt x="0" y="10560"/>
                  </a:lnTo>
                  <a:lnTo>
                    <a:pt x="10139" y="285"/>
                  </a:lnTo>
                  <a:cubicBezTo>
                    <a:pt x="10514" y="-95"/>
                    <a:pt x="11086" y="-95"/>
                    <a:pt x="11461" y="285"/>
                  </a:cubicBezTo>
                  <a:lnTo>
                    <a:pt x="21600" y="10560"/>
                  </a:lnTo>
                  <a:lnTo>
                    <a:pt x="18655" y="10560"/>
                  </a:lnTo>
                  <a:lnTo>
                    <a:pt x="18655" y="20411"/>
                  </a:lnTo>
                  <a:cubicBezTo>
                    <a:pt x="18655" y="21015"/>
                    <a:pt x="18215" y="21505"/>
                    <a:pt x="17673" y="21505"/>
                  </a:cubicBezTo>
                  <a:close/>
                  <a:moveTo>
                    <a:pt x="4909" y="19316"/>
                  </a:moveTo>
                  <a:lnTo>
                    <a:pt x="16691" y="19316"/>
                  </a:lnTo>
                  <a:lnTo>
                    <a:pt x="16691" y="8543"/>
                  </a:lnTo>
                  <a:lnTo>
                    <a:pt x="10800" y="2574"/>
                  </a:lnTo>
                  <a:lnTo>
                    <a:pt x="4909" y="8543"/>
                  </a:lnTo>
                  <a:lnTo>
                    <a:pt x="4909" y="19316"/>
                  </a:lnTo>
                  <a:close/>
                  <a:moveTo>
                    <a:pt x="6873" y="14938"/>
                  </a:moveTo>
                  <a:lnTo>
                    <a:pt x="14727" y="14938"/>
                  </a:lnTo>
                  <a:lnTo>
                    <a:pt x="14727" y="17127"/>
                  </a:lnTo>
                  <a:lnTo>
                    <a:pt x="6873" y="17127"/>
                  </a:lnTo>
                  <a:lnTo>
                    <a:pt x="6873" y="14938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+mn-cs"/>
              </a:endParaRPr>
            </a:p>
          </p:txBody>
        </p:sp>
        <p:sp>
          <p:nvSpPr>
            <p:cNvPr id="43" name="Text Box 53">
              <a:extLst>
                <a:ext uri="{FF2B5EF4-FFF2-40B4-BE49-F238E27FC236}">
                  <a16:creationId xmlns:a16="http://schemas.microsoft.com/office/drawing/2014/main" id="{F72E39D9-0126-4999-8DAB-AF85ECA5306F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464862" y="9505592"/>
              <a:ext cx="1264770" cy="1538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CC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bg1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 marL="177800" indent="-177800" defTabSz="793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1028700" indent="-457200" defTabSz="793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668463" indent="-454025" defTabSz="793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2317750" indent="-458788" defTabSz="793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965450" indent="-457200" defTabSz="793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34226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38798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43370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47942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+mn-cs"/>
                </a:rPr>
                <a:t>업체명</a:t>
              </a:r>
              <a:r>
                <a:rPr kumimoji="1" lang="en-US" altLang="ko-KR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+mn-cs"/>
                </a:rPr>
                <a:t>: (</a:t>
              </a:r>
              <a:r>
                <a:rPr kumimoji="1" lang="ko-KR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+mn-cs"/>
                </a:rPr>
                <a:t>주</a:t>
              </a:r>
              <a:r>
                <a:rPr kumimoji="1" lang="en-US" altLang="ko-KR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+mn-cs"/>
                </a:rPr>
                <a:t>)</a:t>
              </a:r>
              <a:r>
                <a:rPr kumimoji="1" lang="ko-KR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+mn-cs"/>
                </a:rPr>
                <a:t>서희 </a:t>
              </a:r>
              <a:r>
                <a:rPr kumimoji="1" lang="en-US" altLang="ko-KR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+mn-cs"/>
                </a:rPr>
                <a:t>Design</a:t>
              </a:r>
              <a:endParaRPr kumimoji="1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+mn-cs"/>
              </a:endParaRPr>
            </a:p>
          </p:txBody>
        </p:sp>
        <p:grpSp>
          <p:nvGrpSpPr>
            <p:cNvPr id="44" name="그룹 43">
              <a:extLst>
                <a:ext uri="{FF2B5EF4-FFF2-40B4-BE49-F238E27FC236}">
                  <a16:creationId xmlns:a16="http://schemas.microsoft.com/office/drawing/2014/main" id="{68972198-991C-44DD-A5E7-2CD1E2E64B82}"/>
                </a:ext>
              </a:extLst>
            </p:cNvPr>
            <p:cNvGrpSpPr/>
            <p:nvPr/>
          </p:nvGrpSpPr>
          <p:grpSpPr>
            <a:xfrm>
              <a:off x="362858" y="9489504"/>
              <a:ext cx="942382" cy="186065"/>
              <a:chOff x="728700" y="7676979"/>
              <a:chExt cx="942382" cy="186065"/>
            </a:xfrm>
          </p:grpSpPr>
          <p:sp>
            <p:nvSpPr>
              <p:cNvPr id="45" name="任意形状 1136">
                <a:extLst>
                  <a:ext uri="{FF2B5EF4-FFF2-40B4-BE49-F238E27FC236}">
                    <a16:creationId xmlns:a16="http://schemas.microsoft.com/office/drawing/2014/main" id="{C4058F4D-9DDF-4A4F-A20F-372D44E8F7C6}"/>
                  </a:ext>
                </a:extLst>
              </p:cNvPr>
              <p:cNvSpPr/>
              <p:nvPr/>
            </p:nvSpPr>
            <p:spPr>
              <a:xfrm>
                <a:off x="728700" y="7680698"/>
                <a:ext cx="182346" cy="18234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1880" y="9720"/>
                    </a:moveTo>
                    <a:lnTo>
                      <a:pt x="11880" y="4320"/>
                    </a:lnTo>
                    <a:lnTo>
                      <a:pt x="6480" y="11880"/>
                    </a:lnTo>
                    <a:lnTo>
                      <a:pt x="9720" y="11880"/>
                    </a:lnTo>
                    <a:lnTo>
                      <a:pt x="9720" y="17280"/>
                    </a:lnTo>
                    <a:lnTo>
                      <a:pt x="15120" y="9720"/>
                    </a:lnTo>
                    <a:lnTo>
                      <a:pt x="11880" y="9720"/>
                    </a:lnTo>
                    <a:close/>
                    <a:moveTo>
                      <a:pt x="10800" y="21600"/>
                    </a:moveTo>
                    <a:cubicBezTo>
                      <a:pt x="4835" y="21600"/>
                      <a:pt x="0" y="16765"/>
                      <a:pt x="0" y="10800"/>
                    </a:cubicBez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endParaRPr dirty="0"/>
              </a:p>
            </p:txBody>
          </p:sp>
          <p:sp>
            <p:nvSpPr>
              <p:cNvPr id="46" name="Text Box 53">
                <a:extLst>
                  <a:ext uri="{FF2B5EF4-FFF2-40B4-BE49-F238E27FC236}">
                    <a16:creationId xmlns:a16="http://schemas.microsoft.com/office/drawing/2014/main" id="{4FD18125-D757-4BEF-9B8B-E505CEC392C4}"/>
                  </a:ext>
                </a:extLst>
              </p:cNvPr>
              <p:cNvSpPr txBox="1">
                <a:spLocks noChangeArrowheads="1"/>
              </p:cNvSpPr>
              <p:nvPr/>
            </p:nvSpPr>
            <p:spPr bwMode="gray">
              <a:xfrm>
                <a:off x="944921" y="7676979"/>
                <a:ext cx="726161" cy="1692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CC99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7961" dir="2700000" algn="ctr" rotWithShape="0">
                        <a:schemeClr val="bg1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marL="177800" indent="-177800" defTabSz="79375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1028700" indent="-457200" defTabSz="79375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668463" indent="-454025" defTabSz="79375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2317750" indent="-458788" defTabSz="79375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965450" indent="-457200" defTabSz="79375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3422650" indent="-457200" defTabSz="793750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3879850" indent="-457200" defTabSz="793750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4337050" indent="-457200" defTabSz="793750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4794250" indent="-457200" defTabSz="793750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marL="0" indent="0" defTabSz="914400">
                  <a:lnSpc>
                    <a:spcPct val="120000"/>
                  </a:lnSpc>
                  <a:spcAft>
                    <a:spcPts val="600"/>
                  </a:spcAft>
                </a:pPr>
                <a:r>
                  <a:rPr lang="en-US" altLang="ko-KR" sz="10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50" charset="-127"/>
                    <a:ea typeface="10X10 Bold" panose="020D0604000000000000" pitchFamily="50" charset="-127"/>
                    <a:cs typeface="Pretendard" panose="02000503000000020004" pitchFamily="50" charset="-127"/>
                  </a:rPr>
                  <a:t>YOUR</a:t>
                </a:r>
                <a:r>
                  <a:rPr lang="en-US" altLang="ko-KR" sz="10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50" charset="-127"/>
                    <a:ea typeface="나눔명조" panose="02020603020101020101" pitchFamily="18" charset="-127"/>
                    <a:cs typeface="Pretendard" panose="02000503000000020004" pitchFamily="50" charset="-127"/>
                  </a:rPr>
                  <a:t>LOGO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972591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DCB28BCA-6BA3-465E-A1BA-AD0A3D1FA5E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49" r="25272"/>
          <a:stretch/>
        </p:blipFill>
        <p:spPr>
          <a:xfrm>
            <a:off x="0" y="1424608"/>
            <a:ext cx="5040000" cy="6696000"/>
          </a:xfrm>
          <a:prstGeom prst="rect">
            <a:avLst/>
          </a:prstGeom>
          <a:solidFill>
            <a:srgbClr val="262626"/>
          </a:solidFill>
        </p:spPr>
      </p:pic>
      <p:sp>
        <p:nvSpPr>
          <p:cNvPr id="11" name="제목 10"/>
          <p:cNvSpPr>
            <a:spLocks noGrp="1"/>
          </p:cNvSpPr>
          <p:nvPr>
            <p:ph type="title"/>
          </p:nvPr>
        </p:nvSpPr>
        <p:spPr>
          <a:xfrm>
            <a:off x="-2026686" y="69248"/>
            <a:ext cx="1984519" cy="22775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 fontAlgn="base" latinLnBrk="0">
              <a:spcAft>
                <a:spcPts val="200"/>
              </a:spcAft>
              <a:buClr>
                <a:schemeClr val="tx1">
                  <a:lumMod val="75000"/>
                  <a:lumOff val="25000"/>
                </a:schemeClr>
              </a:buClr>
              <a:buSzPct val="90000"/>
            </a:pPr>
            <a:r>
              <a:rPr lang="ko-KR" altLang="en-US" sz="1600" dirty="0">
                <a:cs typeface="+mn-cs"/>
              </a:rPr>
              <a:t>표지</a:t>
            </a:r>
            <a:r>
              <a:rPr lang="en-US" altLang="ko-KR" sz="1600" dirty="0">
                <a:cs typeface="+mn-cs"/>
              </a:rPr>
              <a:t>_image 04 =====</a:t>
            </a:r>
            <a:endParaRPr lang="ko-KR" altLang="en-US" sz="1600" dirty="0">
              <a:cs typeface="+mn-cs"/>
            </a:endParaRPr>
          </a:p>
        </p:txBody>
      </p:sp>
      <p:grpSp>
        <p:nvGrpSpPr>
          <p:cNvPr id="354" name="그룹 353">
            <a:extLst>
              <a:ext uri="{FF2B5EF4-FFF2-40B4-BE49-F238E27FC236}">
                <a16:creationId xmlns:a16="http://schemas.microsoft.com/office/drawing/2014/main" id="{D4E05A7C-A998-4D64-BD65-237E53C1A3ED}"/>
              </a:ext>
            </a:extLst>
          </p:cNvPr>
          <p:cNvGrpSpPr/>
          <p:nvPr/>
        </p:nvGrpSpPr>
        <p:grpSpPr>
          <a:xfrm>
            <a:off x="368660" y="524508"/>
            <a:ext cx="1436230" cy="381923"/>
            <a:chOff x="2483189" y="1379936"/>
            <a:chExt cx="1436230" cy="381923"/>
          </a:xfrm>
        </p:grpSpPr>
        <p:grpSp>
          <p:nvGrpSpPr>
            <p:cNvPr id="355" name="그룹 354">
              <a:extLst>
                <a:ext uri="{FF2B5EF4-FFF2-40B4-BE49-F238E27FC236}">
                  <a16:creationId xmlns:a16="http://schemas.microsoft.com/office/drawing/2014/main" id="{77D361BF-DFF7-4D61-A241-821D0CE1E010}"/>
                </a:ext>
              </a:extLst>
            </p:cNvPr>
            <p:cNvGrpSpPr/>
            <p:nvPr/>
          </p:nvGrpSpPr>
          <p:grpSpPr>
            <a:xfrm>
              <a:off x="3032958" y="1409344"/>
              <a:ext cx="886461" cy="303005"/>
              <a:chOff x="5687960" y="106965"/>
              <a:chExt cx="605465" cy="188141"/>
            </a:xfrm>
          </p:grpSpPr>
          <p:sp>
            <p:nvSpPr>
              <p:cNvPr id="357" name="직사각형 356">
                <a:extLst>
                  <a:ext uri="{FF2B5EF4-FFF2-40B4-BE49-F238E27FC236}">
                    <a16:creationId xmlns:a16="http://schemas.microsoft.com/office/drawing/2014/main" id="{AA7A3A78-C06F-42C5-81D6-F18910E8E031}"/>
                  </a:ext>
                </a:extLst>
              </p:cNvPr>
              <p:cNvSpPr/>
              <p:nvPr userDrawn="1"/>
            </p:nvSpPr>
            <p:spPr>
              <a:xfrm>
                <a:off x="5687960" y="106965"/>
                <a:ext cx="605465" cy="114662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 defTabSz="914400" fontAlgn="base">
                  <a:spcBef>
                    <a:spcPct val="0"/>
                  </a:spcBef>
                  <a:spcAft>
                    <a:spcPts val="200"/>
                  </a:spcAft>
                  <a:buClr>
                    <a:schemeClr val="tx1">
                      <a:lumMod val="75000"/>
                      <a:lumOff val="25000"/>
                    </a:schemeClr>
                  </a:buClr>
                  <a:buSzPct val="90000"/>
                </a:pPr>
                <a:r>
                  <a:rPr lang="en-US" altLang="ko-KR" sz="1200" spc="15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Pretendard" panose="02000503000000020004" pitchFamily="50" charset="-127"/>
                    <a:ea typeface="+mj-ea"/>
                    <a:cs typeface="Pretendard" panose="02000503000000020004" pitchFamily="50" charset="-127"/>
                  </a:rPr>
                  <a:t>COMPANY</a:t>
                </a:r>
                <a:endParaRPr lang="ko-KR" altLang="en-US" sz="1200" spc="15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Pretendard" panose="02000503000000020004" pitchFamily="50" charset="-127"/>
                  <a:ea typeface="+mj-ea"/>
                  <a:cs typeface="Pretendard" panose="02000503000000020004" pitchFamily="50" charset="-127"/>
                </a:endParaRPr>
              </a:p>
            </p:txBody>
          </p:sp>
          <p:sp>
            <p:nvSpPr>
              <p:cNvPr id="358" name="직사각형 357">
                <a:extLst>
                  <a:ext uri="{FF2B5EF4-FFF2-40B4-BE49-F238E27FC236}">
                    <a16:creationId xmlns:a16="http://schemas.microsoft.com/office/drawing/2014/main" id="{6265BD9F-1E3D-40F9-80CC-683C22F08291}"/>
                  </a:ext>
                </a:extLst>
              </p:cNvPr>
              <p:cNvSpPr/>
              <p:nvPr userDrawn="1"/>
            </p:nvSpPr>
            <p:spPr>
              <a:xfrm>
                <a:off x="5693316" y="228220"/>
                <a:ext cx="585757" cy="66886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 lvl="0" algn="l" defTabSz="914400" fontAlgn="base">
                  <a:spcBef>
                    <a:spcPct val="0"/>
                  </a:spcBef>
                  <a:spcAft>
                    <a:spcPts val="200"/>
                  </a:spcAft>
                  <a:buClr>
                    <a:schemeClr val="tx1">
                      <a:lumMod val="75000"/>
                      <a:lumOff val="25000"/>
                    </a:schemeClr>
                  </a:buClr>
                  <a:buSzPct val="90000"/>
                </a:pPr>
                <a:r>
                  <a:rPr lang="en-US" altLang="ko-KR" sz="700" b="0" spc="5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Pretendard" panose="02000503000000020004" pitchFamily="50" charset="-127"/>
                    <a:cs typeface="Pretendard" panose="02000503000000020004" pitchFamily="50" charset="-127"/>
                  </a:rPr>
                  <a:t>CLINT LOGO HERE</a:t>
                </a:r>
                <a:endParaRPr lang="ko-KR" altLang="en-US" sz="700" b="0" spc="5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</p:grpSp>
        <p:pic>
          <p:nvPicPr>
            <p:cNvPr id="356" name="그림 355">
              <a:extLst>
                <a:ext uri="{FF2B5EF4-FFF2-40B4-BE49-F238E27FC236}">
                  <a16:creationId xmlns:a16="http://schemas.microsoft.com/office/drawing/2014/main" id="{AD83C1C1-D86C-414D-BD0F-FBEB37D7A00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83189" y="1379936"/>
              <a:ext cx="521395" cy="381923"/>
            </a:xfrm>
            <a:prstGeom prst="rect">
              <a:avLst/>
            </a:prstGeom>
          </p:spPr>
        </p:pic>
      </p:grpSp>
      <p:grpSp>
        <p:nvGrpSpPr>
          <p:cNvPr id="373" name="그룹 372">
            <a:extLst>
              <a:ext uri="{FF2B5EF4-FFF2-40B4-BE49-F238E27FC236}">
                <a16:creationId xmlns:a16="http://schemas.microsoft.com/office/drawing/2014/main" id="{E9596671-438C-40E5-BAFB-AF377854D4DE}"/>
              </a:ext>
            </a:extLst>
          </p:cNvPr>
          <p:cNvGrpSpPr/>
          <p:nvPr/>
        </p:nvGrpSpPr>
        <p:grpSpPr>
          <a:xfrm>
            <a:off x="146120" y="1568624"/>
            <a:ext cx="4747758" cy="6408708"/>
            <a:chOff x="146120" y="1568624"/>
            <a:chExt cx="4747758" cy="6408708"/>
          </a:xfrm>
        </p:grpSpPr>
        <p:sp>
          <p:nvSpPr>
            <p:cNvPr id="374" name="직사각형 373">
              <a:extLst>
                <a:ext uri="{FF2B5EF4-FFF2-40B4-BE49-F238E27FC236}">
                  <a16:creationId xmlns:a16="http://schemas.microsoft.com/office/drawing/2014/main" id="{AD1FFBD8-5E92-4273-B9D1-7B6266D4FED7}"/>
                </a:ext>
              </a:extLst>
            </p:cNvPr>
            <p:cNvSpPr/>
            <p:nvPr/>
          </p:nvSpPr>
          <p:spPr>
            <a:xfrm>
              <a:off x="179999" y="1604628"/>
              <a:ext cx="4680000" cy="6336000"/>
            </a:xfrm>
            <a:prstGeom prst="rect">
              <a:avLst/>
            </a:prstGeom>
            <a:solidFill>
              <a:schemeClr val="tx1">
                <a:alpha val="10000"/>
              </a:schemeClr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375" name="그룹 374">
              <a:extLst>
                <a:ext uri="{FF2B5EF4-FFF2-40B4-BE49-F238E27FC236}">
                  <a16:creationId xmlns:a16="http://schemas.microsoft.com/office/drawing/2014/main" id="{B8EA028D-8A1C-4DE7-84AA-D0BA9A8A428A}"/>
                </a:ext>
              </a:extLst>
            </p:cNvPr>
            <p:cNvGrpSpPr/>
            <p:nvPr/>
          </p:nvGrpSpPr>
          <p:grpSpPr>
            <a:xfrm>
              <a:off x="146120" y="1568624"/>
              <a:ext cx="4747758" cy="6408708"/>
              <a:chOff x="152640" y="1568624"/>
              <a:chExt cx="4747758" cy="6408708"/>
            </a:xfrm>
            <a:solidFill>
              <a:schemeClr val="bg1">
                <a:alpha val="50000"/>
              </a:schemeClr>
            </a:solidFill>
          </p:grpSpPr>
          <p:sp>
            <p:nvSpPr>
              <p:cNvPr id="376" name="직사각형 375">
                <a:extLst>
                  <a:ext uri="{FF2B5EF4-FFF2-40B4-BE49-F238E27FC236}">
                    <a16:creationId xmlns:a16="http://schemas.microsoft.com/office/drawing/2014/main" id="{17A1BF6E-4E9B-4ED6-AC5E-896903054A67}"/>
                  </a:ext>
                </a:extLst>
              </p:cNvPr>
              <p:cNvSpPr/>
              <p:nvPr/>
            </p:nvSpPr>
            <p:spPr>
              <a:xfrm>
                <a:off x="184320" y="1568628"/>
                <a:ext cx="4680000" cy="36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77" name="직사각형 376">
                <a:extLst>
                  <a:ext uri="{FF2B5EF4-FFF2-40B4-BE49-F238E27FC236}">
                    <a16:creationId xmlns:a16="http://schemas.microsoft.com/office/drawing/2014/main" id="{29D4926F-7A7F-4C7F-AF5B-1CB0A62638C9}"/>
                  </a:ext>
                </a:extLst>
              </p:cNvPr>
              <p:cNvSpPr/>
              <p:nvPr/>
            </p:nvSpPr>
            <p:spPr>
              <a:xfrm>
                <a:off x="184320" y="7941332"/>
                <a:ext cx="4680000" cy="36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78" name="직사각형 377">
                <a:extLst>
                  <a:ext uri="{FF2B5EF4-FFF2-40B4-BE49-F238E27FC236}">
                    <a16:creationId xmlns:a16="http://schemas.microsoft.com/office/drawing/2014/main" id="{FC801DC5-74B7-4EF9-920D-D3B098D082E0}"/>
                  </a:ext>
                </a:extLst>
              </p:cNvPr>
              <p:cNvSpPr/>
              <p:nvPr/>
            </p:nvSpPr>
            <p:spPr>
              <a:xfrm rot="5400000">
                <a:off x="-3033360" y="4754624"/>
                <a:ext cx="6408000" cy="36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79" name="직사각형 378">
                <a:extLst>
                  <a:ext uri="{FF2B5EF4-FFF2-40B4-BE49-F238E27FC236}">
                    <a16:creationId xmlns:a16="http://schemas.microsoft.com/office/drawing/2014/main" id="{C7E8D70A-556F-44BA-92C0-98128290CF42}"/>
                  </a:ext>
                </a:extLst>
              </p:cNvPr>
              <p:cNvSpPr/>
              <p:nvPr/>
            </p:nvSpPr>
            <p:spPr>
              <a:xfrm rot="5400000">
                <a:off x="4360398" y="2072628"/>
                <a:ext cx="1044000" cy="36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80" name="직사각형 379">
                <a:extLst>
                  <a:ext uri="{FF2B5EF4-FFF2-40B4-BE49-F238E27FC236}">
                    <a16:creationId xmlns:a16="http://schemas.microsoft.com/office/drawing/2014/main" id="{8E8F9FFE-5363-4271-8521-BF444A644185}"/>
                  </a:ext>
                </a:extLst>
              </p:cNvPr>
              <p:cNvSpPr/>
              <p:nvPr/>
            </p:nvSpPr>
            <p:spPr>
              <a:xfrm rot="16200000">
                <a:off x="3532398" y="6609332"/>
                <a:ext cx="2700000" cy="36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359" name="그룹 358">
            <a:extLst>
              <a:ext uri="{FF2B5EF4-FFF2-40B4-BE49-F238E27FC236}">
                <a16:creationId xmlns:a16="http://schemas.microsoft.com/office/drawing/2014/main" id="{2FFD9507-7D9D-4EAC-8B30-33188BAD8EC5}"/>
              </a:ext>
            </a:extLst>
          </p:cNvPr>
          <p:cNvGrpSpPr/>
          <p:nvPr/>
        </p:nvGrpSpPr>
        <p:grpSpPr>
          <a:xfrm>
            <a:off x="3330000" y="2792760"/>
            <a:ext cx="3528000" cy="2306458"/>
            <a:chOff x="3330000" y="2792760"/>
            <a:chExt cx="3528000" cy="2306458"/>
          </a:xfrm>
        </p:grpSpPr>
        <p:sp>
          <p:nvSpPr>
            <p:cNvPr id="360" name="직사각형 359">
              <a:extLst>
                <a:ext uri="{FF2B5EF4-FFF2-40B4-BE49-F238E27FC236}">
                  <a16:creationId xmlns:a16="http://schemas.microsoft.com/office/drawing/2014/main" id="{6A0C9168-2EEA-4792-8245-9F65ECFEE734}"/>
                </a:ext>
              </a:extLst>
            </p:cNvPr>
            <p:cNvSpPr/>
            <p:nvPr/>
          </p:nvSpPr>
          <p:spPr>
            <a:xfrm>
              <a:off x="3330000" y="2792760"/>
              <a:ext cx="3528000" cy="2306458"/>
            </a:xfrm>
            <a:prstGeom prst="rect">
              <a:avLst/>
            </a:prstGeom>
            <a:solidFill>
              <a:srgbClr val="0070C0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1" name="TextBox 360">
              <a:extLst>
                <a:ext uri="{FF2B5EF4-FFF2-40B4-BE49-F238E27FC236}">
                  <a16:creationId xmlns:a16="http://schemas.microsoft.com/office/drawing/2014/main" id="{548C042B-D782-45D9-ABE8-065B7A10716D}"/>
                </a:ext>
              </a:extLst>
            </p:cNvPr>
            <p:cNvSpPr txBox="1"/>
            <p:nvPr/>
          </p:nvSpPr>
          <p:spPr>
            <a:xfrm>
              <a:off x="3681028" y="3064144"/>
              <a:ext cx="1518155" cy="360000"/>
            </a:xfrm>
            <a:prstGeom prst="roundRect">
              <a:avLst>
                <a:gd name="adj" fmla="val 50000"/>
              </a:avLst>
            </a:prstGeom>
            <a:solidFill>
              <a:srgbClr val="212E37"/>
            </a:solidFill>
          </p:spPr>
          <p:txBody>
            <a:bodyPr wrap="none" lIns="108000" tIns="0" rIns="108000" bIns="0" rtlCol="0" anchor="ctr">
              <a:noAutofit/>
            </a:bodyPr>
            <a:lstStyle>
              <a:defPPr>
                <a:defRPr lang="en-US"/>
              </a:defPPr>
              <a:lvl1pPr algn="ctr">
                <a:defRPr kumimoji="1">
                  <a:solidFill>
                    <a:schemeClr val="bg1"/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defRPr>
              </a:lvl1pPr>
            </a:lstStyle>
            <a:p>
              <a:r>
                <a:rPr lang="en-US" altLang="ko-KR" dirty="0"/>
                <a:t>PPT</a:t>
              </a:r>
              <a:r>
                <a:rPr lang="ko-KR" altLang="en-US" dirty="0"/>
                <a:t>템플릿</a:t>
              </a:r>
            </a:p>
          </p:txBody>
        </p:sp>
        <p:sp>
          <p:nvSpPr>
            <p:cNvPr id="362" name="Text Box 53">
              <a:extLst>
                <a:ext uri="{FF2B5EF4-FFF2-40B4-BE49-F238E27FC236}">
                  <a16:creationId xmlns:a16="http://schemas.microsoft.com/office/drawing/2014/main" id="{4FF03D96-AB33-48A0-B083-FDDF67272EA2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3681028" y="3688794"/>
              <a:ext cx="1591782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CC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bg1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 marL="177800" indent="-177800" defTabSz="793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1028700" indent="-457200" defTabSz="793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668463" indent="-454025" defTabSz="793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2317750" indent="-458788" defTabSz="793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965450" indent="-457200" defTabSz="793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34226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38798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43370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47942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indent="0" defTabSz="914400"/>
              <a:r>
                <a:rPr lang="ko-KR" altLang="en-US" sz="2600" dirty="0" err="1">
                  <a:solidFill>
                    <a:schemeClr val="bg1"/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심플</a:t>
              </a:r>
              <a:r>
                <a:rPr lang="en-US" altLang="ko-KR" sz="2600" dirty="0">
                  <a:solidFill>
                    <a:schemeClr val="bg1"/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_image</a:t>
              </a:r>
              <a:endParaRPr lang="ko-KR" altLang="en-US" sz="2600" dirty="0">
                <a:solidFill>
                  <a:schemeClr val="bg1"/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endParaRPr>
            </a:p>
          </p:txBody>
        </p:sp>
        <p:sp>
          <p:nvSpPr>
            <p:cNvPr id="363" name="Text Box 53">
              <a:extLst>
                <a:ext uri="{FF2B5EF4-FFF2-40B4-BE49-F238E27FC236}">
                  <a16:creationId xmlns:a16="http://schemas.microsoft.com/office/drawing/2014/main" id="{65847343-D039-45E8-BA08-2A66CA2CDC62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3681028" y="4108260"/>
              <a:ext cx="2604880" cy="4308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CC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bg1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 marL="177800" indent="-177800" defTabSz="793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1028700" indent="-457200" defTabSz="793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668463" indent="-454025" defTabSz="793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2317750" indent="-458788" defTabSz="793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965450" indent="-457200" defTabSz="793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34226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38798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43370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47942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indent="0" defTabSz="914400"/>
              <a:r>
                <a:rPr lang="ko-KR" altLang="en-US" sz="2800" dirty="0">
                  <a:solidFill>
                    <a:schemeClr val="bg1"/>
                  </a:solidFill>
                  <a:latin typeface="+mj-ea"/>
                  <a:ea typeface="+mj-ea"/>
                </a:rPr>
                <a:t>파워포인트 템플릿</a:t>
              </a:r>
            </a:p>
          </p:txBody>
        </p:sp>
        <p:sp>
          <p:nvSpPr>
            <p:cNvPr id="364" name="직사각형 363">
              <a:extLst>
                <a:ext uri="{FF2B5EF4-FFF2-40B4-BE49-F238E27FC236}">
                  <a16:creationId xmlns:a16="http://schemas.microsoft.com/office/drawing/2014/main" id="{1DCFED45-ED02-4355-87E9-98A8936043FD}"/>
                </a:ext>
              </a:extLst>
            </p:cNvPr>
            <p:cNvSpPr/>
            <p:nvPr/>
          </p:nvSpPr>
          <p:spPr>
            <a:xfrm>
              <a:off x="3681028" y="4736984"/>
              <a:ext cx="2520000" cy="72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</a:endParaRPr>
            </a:p>
          </p:txBody>
        </p:sp>
        <p:sp>
          <p:nvSpPr>
            <p:cNvPr id="365" name="Freeform 81">
              <a:extLst>
                <a:ext uri="{FF2B5EF4-FFF2-40B4-BE49-F238E27FC236}">
                  <a16:creationId xmlns:a16="http://schemas.microsoft.com/office/drawing/2014/main" id="{36652CA0-6431-45D2-8E47-5E2E66E232E8}"/>
                </a:ext>
              </a:extLst>
            </p:cNvPr>
            <p:cNvSpPr/>
            <p:nvPr/>
          </p:nvSpPr>
          <p:spPr>
            <a:xfrm>
              <a:off x="6303467" y="4018727"/>
              <a:ext cx="293886" cy="2073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85" extrusionOk="0">
                  <a:moveTo>
                    <a:pt x="4509" y="39"/>
                  </a:moveTo>
                  <a:cubicBezTo>
                    <a:pt x="3455" y="203"/>
                    <a:pt x="2455" y="825"/>
                    <a:pt x="1661" y="1835"/>
                  </a:cubicBezTo>
                  <a:cubicBezTo>
                    <a:pt x="603" y="3191"/>
                    <a:pt x="0" y="5130"/>
                    <a:pt x="0" y="7149"/>
                  </a:cubicBezTo>
                  <a:cubicBezTo>
                    <a:pt x="0" y="10514"/>
                    <a:pt x="1689" y="13461"/>
                    <a:pt x="4036" y="14094"/>
                  </a:cubicBezTo>
                  <a:cubicBezTo>
                    <a:pt x="3561" y="15786"/>
                    <a:pt x="2807" y="17466"/>
                    <a:pt x="1807" y="19078"/>
                  </a:cubicBezTo>
                  <a:cubicBezTo>
                    <a:pt x="1490" y="19587"/>
                    <a:pt x="1445" y="20312"/>
                    <a:pt x="1705" y="20883"/>
                  </a:cubicBezTo>
                  <a:cubicBezTo>
                    <a:pt x="1906" y="21332"/>
                    <a:pt x="2241" y="21585"/>
                    <a:pt x="2601" y="21585"/>
                  </a:cubicBezTo>
                  <a:cubicBezTo>
                    <a:pt x="2702" y="21585"/>
                    <a:pt x="2799" y="21574"/>
                    <a:pt x="2899" y="21523"/>
                  </a:cubicBezTo>
                  <a:cubicBezTo>
                    <a:pt x="5016" y="20646"/>
                    <a:pt x="9967" y="17535"/>
                    <a:pt x="10104" y="7562"/>
                  </a:cubicBezTo>
                  <a:cubicBezTo>
                    <a:pt x="10155" y="3717"/>
                    <a:pt x="8165" y="417"/>
                    <a:pt x="5580" y="39"/>
                  </a:cubicBezTo>
                  <a:cubicBezTo>
                    <a:pt x="5222" y="-11"/>
                    <a:pt x="4861" y="-15"/>
                    <a:pt x="4509" y="39"/>
                  </a:cubicBezTo>
                  <a:close/>
                  <a:moveTo>
                    <a:pt x="16005" y="39"/>
                  </a:moveTo>
                  <a:cubicBezTo>
                    <a:pt x="14953" y="203"/>
                    <a:pt x="13958" y="825"/>
                    <a:pt x="13164" y="1835"/>
                  </a:cubicBezTo>
                  <a:cubicBezTo>
                    <a:pt x="12106" y="3191"/>
                    <a:pt x="11496" y="5130"/>
                    <a:pt x="11496" y="7149"/>
                  </a:cubicBezTo>
                  <a:cubicBezTo>
                    <a:pt x="11496" y="10514"/>
                    <a:pt x="13185" y="13461"/>
                    <a:pt x="15532" y="14094"/>
                  </a:cubicBezTo>
                  <a:cubicBezTo>
                    <a:pt x="15056" y="15786"/>
                    <a:pt x="14303" y="17466"/>
                    <a:pt x="13302" y="19078"/>
                  </a:cubicBezTo>
                  <a:cubicBezTo>
                    <a:pt x="12986" y="19587"/>
                    <a:pt x="12948" y="20312"/>
                    <a:pt x="13208" y="20883"/>
                  </a:cubicBezTo>
                  <a:cubicBezTo>
                    <a:pt x="13409" y="21332"/>
                    <a:pt x="13737" y="21585"/>
                    <a:pt x="14096" y="21585"/>
                  </a:cubicBezTo>
                  <a:cubicBezTo>
                    <a:pt x="14197" y="21585"/>
                    <a:pt x="14302" y="21574"/>
                    <a:pt x="14402" y="21523"/>
                  </a:cubicBezTo>
                  <a:cubicBezTo>
                    <a:pt x="16519" y="20646"/>
                    <a:pt x="21463" y="17535"/>
                    <a:pt x="21600" y="7562"/>
                  </a:cubicBezTo>
                  <a:lnTo>
                    <a:pt x="21600" y="7417"/>
                  </a:lnTo>
                  <a:cubicBezTo>
                    <a:pt x="21600" y="3634"/>
                    <a:pt x="19632" y="417"/>
                    <a:pt x="17069" y="39"/>
                  </a:cubicBezTo>
                  <a:cubicBezTo>
                    <a:pt x="16712" y="-11"/>
                    <a:pt x="16356" y="-15"/>
                    <a:pt x="16005" y="39"/>
                  </a:cubicBezTo>
                  <a:close/>
                </a:path>
              </a:pathLst>
            </a:custGeom>
            <a:solidFill>
              <a:srgbClr val="00B0F0"/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pPr marL="0" marR="0" lvl="0" indent="0" defTabSz="91440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>
                  <a:latin typeface="Poppins Regular"/>
                  <a:ea typeface="Poppins Regular"/>
                  <a:cs typeface="Poppins Regular"/>
                  <a:sym typeface="Poppins Regular"/>
                </a:defRPr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oppins Regular"/>
              </a:endParaRPr>
            </a:p>
          </p:txBody>
        </p:sp>
      </p:grpSp>
      <p:sp>
        <p:nvSpPr>
          <p:cNvPr id="381" name="Text Box 53">
            <a:extLst>
              <a:ext uri="{FF2B5EF4-FFF2-40B4-BE49-F238E27FC236}">
                <a16:creationId xmlns:a16="http://schemas.microsoft.com/office/drawing/2014/main" id="{5A657F66-8F31-4820-8728-64C846B25439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341032" y="1767653"/>
            <a:ext cx="2244204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1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marL="177800" indent="-177800" defTabSz="793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1028700" indent="-457200" defTabSz="793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668463" indent="-454025" defTabSz="793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2317750" indent="-458788" defTabSz="793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965450" indent="-457200" defTabSz="793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3422650" indent="-457200" defTabSz="79375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3879850" indent="-457200" defTabSz="79375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4337050" indent="-457200" defTabSz="79375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4794250" indent="-457200" defTabSz="79375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indent="0" defTabSz="914400"/>
            <a:r>
              <a:rPr lang="ko-KR" altLang="en-US" sz="1200" dirty="0">
                <a:solidFill>
                  <a:schemeClr val="bg1">
                    <a:alpha val="70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발명될 수 있는 것은 모두 발명되었다</a:t>
            </a:r>
            <a:endParaRPr lang="en-US" altLang="ko-KR" sz="1200" dirty="0">
              <a:solidFill>
                <a:schemeClr val="bg1">
                  <a:alpha val="70000"/>
                </a:schemeClr>
              </a:solidFill>
              <a:latin typeface="Pretendard ExtraLight" panose="02000303000000020004" pitchFamily="50" charset="-127"/>
              <a:ea typeface="Pretendard ExtraLight" panose="02000303000000020004" pitchFamily="50" charset="-127"/>
              <a:cs typeface="Pretendard ExtraLight" panose="02000303000000020004" pitchFamily="50" charset="-127"/>
            </a:endParaRPr>
          </a:p>
        </p:txBody>
      </p:sp>
      <p:grpSp>
        <p:nvGrpSpPr>
          <p:cNvPr id="382" name="그룹 381">
            <a:extLst>
              <a:ext uri="{FF2B5EF4-FFF2-40B4-BE49-F238E27FC236}">
                <a16:creationId xmlns:a16="http://schemas.microsoft.com/office/drawing/2014/main" id="{4E44435F-6CCD-47C9-9926-CFDE13C1543A}"/>
              </a:ext>
            </a:extLst>
          </p:cNvPr>
          <p:cNvGrpSpPr/>
          <p:nvPr/>
        </p:nvGrpSpPr>
        <p:grpSpPr>
          <a:xfrm>
            <a:off x="5697252" y="2476747"/>
            <a:ext cx="1008000" cy="991938"/>
            <a:chOff x="5121000" y="1584262"/>
            <a:chExt cx="1008000" cy="991938"/>
          </a:xfrm>
        </p:grpSpPr>
        <p:sp>
          <p:nvSpPr>
            <p:cNvPr id="383" name="사각형: 둥근 모서리 382">
              <a:extLst>
                <a:ext uri="{FF2B5EF4-FFF2-40B4-BE49-F238E27FC236}">
                  <a16:creationId xmlns:a16="http://schemas.microsoft.com/office/drawing/2014/main" id="{F8D80AA6-3FC6-41C2-A195-60CDDDEE5E9B}"/>
                </a:ext>
              </a:extLst>
            </p:cNvPr>
            <p:cNvSpPr/>
            <p:nvPr/>
          </p:nvSpPr>
          <p:spPr>
            <a:xfrm>
              <a:off x="5121000" y="1584262"/>
              <a:ext cx="1008000" cy="828000"/>
            </a:xfrm>
            <a:prstGeom prst="roundRect">
              <a:avLst/>
            </a:prstGeom>
            <a:solidFill>
              <a:srgbClr val="F2DC4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36000" bIns="0" rtlCol="0" anchor="ctr"/>
            <a:lstStyle/>
            <a:p>
              <a:pPr algn="ctr" defTabSz="825500" hangingPunct="0">
                <a:defRPr/>
              </a:pPr>
              <a:r>
                <a:rPr lang="en-US" altLang="ko-KR" sz="2000" kern="0" spc="-150" dirty="0">
                  <a:solidFill>
                    <a:srgbClr val="232422"/>
                  </a:solidFill>
                  <a:latin typeface="G마켓 산스 Medium" panose="02000000000000000000" pitchFamily="50" charset="-127"/>
                  <a:ea typeface="G마켓 산스 Medium" panose="02000000000000000000" pitchFamily="50" charset="-127"/>
                  <a:cs typeface="Montserrat ExtraBold"/>
                  <a:sym typeface="Montserrat ExtraBold"/>
                </a:rPr>
                <a:t>IDEA</a:t>
              </a:r>
              <a:endParaRPr lang="ko-KR" altLang="en-US" sz="2000" kern="0" spc="-150" dirty="0">
                <a:solidFill>
                  <a:srgbClr val="232422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  <a:cs typeface="Montserrat ExtraBold"/>
                <a:sym typeface="Montserrat ExtraBold"/>
              </a:endParaRPr>
            </a:p>
          </p:txBody>
        </p:sp>
        <p:sp>
          <p:nvSpPr>
            <p:cNvPr id="384" name="직각 삼각형 383">
              <a:extLst>
                <a:ext uri="{FF2B5EF4-FFF2-40B4-BE49-F238E27FC236}">
                  <a16:creationId xmlns:a16="http://schemas.microsoft.com/office/drawing/2014/main" id="{1E88E167-33B4-4E07-8E72-7A18D8037FA0}"/>
                </a:ext>
              </a:extLst>
            </p:cNvPr>
            <p:cNvSpPr/>
            <p:nvPr/>
          </p:nvSpPr>
          <p:spPr>
            <a:xfrm flipV="1">
              <a:off x="5121001" y="2252700"/>
              <a:ext cx="295692" cy="323500"/>
            </a:xfrm>
            <a:prstGeom prst="rtTriangle">
              <a:avLst/>
            </a:prstGeom>
            <a:solidFill>
              <a:srgbClr val="F2DC4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66" name="그룹 365">
            <a:extLst>
              <a:ext uri="{FF2B5EF4-FFF2-40B4-BE49-F238E27FC236}">
                <a16:creationId xmlns:a16="http://schemas.microsoft.com/office/drawing/2014/main" id="{1E6C1847-7836-4966-A495-AD9B3FED44CD}"/>
              </a:ext>
            </a:extLst>
          </p:cNvPr>
          <p:cNvGrpSpPr/>
          <p:nvPr/>
        </p:nvGrpSpPr>
        <p:grpSpPr>
          <a:xfrm>
            <a:off x="6750000" y="0"/>
            <a:ext cx="108000" cy="1964668"/>
            <a:chOff x="0" y="0"/>
            <a:chExt cx="144000" cy="9906000"/>
          </a:xfrm>
        </p:grpSpPr>
        <p:sp>
          <p:nvSpPr>
            <p:cNvPr id="367" name="직사각형 366">
              <a:extLst>
                <a:ext uri="{FF2B5EF4-FFF2-40B4-BE49-F238E27FC236}">
                  <a16:creationId xmlns:a16="http://schemas.microsoft.com/office/drawing/2014/main" id="{456F728B-859A-4B08-8213-45266AD7BCF4}"/>
                </a:ext>
              </a:extLst>
            </p:cNvPr>
            <p:cNvSpPr/>
            <p:nvPr/>
          </p:nvSpPr>
          <p:spPr>
            <a:xfrm>
              <a:off x="0" y="0"/>
              <a:ext cx="144000" cy="1656000"/>
            </a:xfrm>
            <a:prstGeom prst="rect">
              <a:avLst/>
            </a:prstGeom>
            <a:solidFill>
              <a:srgbClr val="019B8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  <p:sp>
          <p:nvSpPr>
            <p:cNvPr id="368" name="직사각형 367">
              <a:extLst>
                <a:ext uri="{FF2B5EF4-FFF2-40B4-BE49-F238E27FC236}">
                  <a16:creationId xmlns:a16="http://schemas.microsoft.com/office/drawing/2014/main" id="{9796BD12-CEA4-4B92-AEE1-D6A8B8C263FC}"/>
                </a:ext>
              </a:extLst>
            </p:cNvPr>
            <p:cNvSpPr/>
            <p:nvPr/>
          </p:nvSpPr>
          <p:spPr>
            <a:xfrm>
              <a:off x="0" y="1650000"/>
              <a:ext cx="144000" cy="1656000"/>
            </a:xfrm>
            <a:prstGeom prst="rect">
              <a:avLst/>
            </a:prstGeom>
            <a:solidFill>
              <a:srgbClr val="87AE1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  <p:sp>
          <p:nvSpPr>
            <p:cNvPr id="369" name="직사각형 368">
              <a:extLst>
                <a:ext uri="{FF2B5EF4-FFF2-40B4-BE49-F238E27FC236}">
                  <a16:creationId xmlns:a16="http://schemas.microsoft.com/office/drawing/2014/main" id="{A1F73D52-132F-4D3B-B2F8-B6672C24FB72}"/>
                </a:ext>
              </a:extLst>
            </p:cNvPr>
            <p:cNvSpPr/>
            <p:nvPr/>
          </p:nvSpPr>
          <p:spPr>
            <a:xfrm>
              <a:off x="0" y="3300000"/>
              <a:ext cx="144000" cy="1656000"/>
            </a:xfrm>
            <a:prstGeom prst="rect">
              <a:avLst/>
            </a:prstGeom>
            <a:solidFill>
              <a:srgbClr val="F7AC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  <p:sp>
          <p:nvSpPr>
            <p:cNvPr id="370" name="직사각형 369">
              <a:extLst>
                <a:ext uri="{FF2B5EF4-FFF2-40B4-BE49-F238E27FC236}">
                  <a16:creationId xmlns:a16="http://schemas.microsoft.com/office/drawing/2014/main" id="{FD78D54E-9622-4609-9F67-CACA7B2D1ED7}"/>
                </a:ext>
              </a:extLst>
            </p:cNvPr>
            <p:cNvSpPr/>
            <p:nvPr/>
          </p:nvSpPr>
          <p:spPr>
            <a:xfrm>
              <a:off x="0" y="4950000"/>
              <a:ext cx="144000" cy="1656000"/>
            </a:xfrm>
            <a:prstGeom prst="rect">
              <a:avLst/>
            </a:prstGeom>
            <a:solidFill>
              <a:srgbClr val="E752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  <p:sp>
          <p:nvSpPr>
            <p:cNvPr id="371" name="직사각형 370">
              <a:extLst>
                <a:ext uri="{FF2B5EF4-FFF2-40B4-BE49-F238E27FC236}">
                  <a16:creationId xmlns:a16="http://schemas.microsoft.com/office/drawing/2014/main" id="{BF83009B-AE58-459A-9D73-0EAF0089C890}"/>
                </a:ext>
              </a:extLst>
            </p:cNvPr>
            <p:cNvSpPr/>
            <p:nvPr/>
          </p:nvSpPr>
          <p:spPr>
            <a:xfrm>
              <a:off x="0" y="6600000"/>
              <a:ext cx="144000" cy="1656000"/>
            </a:xfrm>
            <a:prstGeom prst="rect">
              <a:avLst/>
            </a:prstGeom>
            <a:solidFill>
              <a:srgbClr val="C9196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  <p:sp>
          <p:nvSpPr>
            <p:cNvPr id="372" name="직사각형 371">
              <a:extLst>
                <a:ext uri="{FF2B5EF4-FFF2-40B4-BE49-F238E27FC236}">
                  <a16:creationId xmlns:a16="http://schemas.microsoft.com/office/drawing/2014/main" id="{6CCD86D5-0120-493E-9B57-43DF95C6166E}"/>
                </a:ext>
              </a:extLst>
            </p:cNvPr>
            <p:cNvSpPr/>
            <p:nvPr/>
          </p:nvSpPr>
          <p:spPr>
            <a:xfrm>
              <a:off x="0" y="8250000"/>
              <a:ext cx="144000" cy="1656000"/>
            </a:xfrm>
            <a:prstGeom prst="rect">
              <a:avLst/>
            </a:prstGeom>
            <a:solidFill>
              <a:srgbClr val="4E1E4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</p:grpSp>
      <p:grpSp>
        <p:nvGrpSpPr>
          <p:cNvPr id="385" name="그룹 384">
            <a:extLst>
              <a:ext uri="{FF2B5EF4-FFF2-40B4-BE49-F238E27FC236}">
                <a16:creationId xmlns:a16="http://schemas.microsoft.com/office/drawing/2014/main" id="{CD9A4595-68BE-442D-9E9D-93DE45E9581F}"/>
              </a:ext>
            </a:extLst>
          </p:cNvPr>
          <p:cNvGrpSpPr/>
          <p:nvPr/>
        </p:nvGrpSpPr>
        <p:grpSpPr>
          <a:xfrm>
            <a:off x="165408" y="8606080"/>
            <a:ext cx="5279048" cy="811416"/>
            <a:chOff x="165408" y="8606080"/>
            <a:chExt cx="5279048" cy="811416"/>
          </a:xfrm>
        </p:grpSpPr>
        <p:sp>
          <p:nvSpPr>
            <p:cNvPr id="386" name="Text Box 53">
              <a:extLst>
                <a:ext uri="{FF2B5EF4-FFF2-40B4-BE49-F238E27FC236}">
                  <a16:creationId xmlns:a16="http://schemas.microsoft.com/office/drawing/2014/main" id="{33456469-F0A8-479F-9B04-2B6B8D464AAC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2938061" y="9021452"/>
              <a:ext cx="804707" cy="1264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CC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bg1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defPPr>
                <a:defRPr lang="en-US"/>
              </a:defPPr>
              <a:lvl1pPr lvl="0" indent="0" defTabSz="914400">
                <a:spcBef>
                  <a:spcPts val="1000"/>
                </a:spcBef>
                <a:defRPr kumimoji="1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  <a:ea typeface="굴림" panose="020B0600000101010101" pitchFamily="50" charset="-127"/>
                </a:defRPr>
              </a:lvl1pPr>
              <a:lvl2pPr marL="1028700" indent="-457200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668463" indent="-454025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2317750" indent="-458788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965450" indent="-457200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34226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38798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43370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47942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>
                <a:lnSpc>
                  <a:spcPct val="110000"/>
                </a:lnSpc>
                <a:spcBef>
                  <a:spcPts val="0"/>
                </a:spcBef>
              </a:pPr>
              <a:r>
                <a:rPr lang="en-US" altLang="ko-KR" dirty="0"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sample@mail.com</a:t>
              </a:r>
              <a:endParaRPr lang="ko-KR" altLang="en-US" dirty="0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endParaRPr>
            </a:p>
          </p:txBody>
        </p:sp>
        <p:sp>
          <p:nvSpPr>
            <p:cNvPr id="387" name="任意形状 978">
              <a:extLst>
                <a:ext uri="{FF2B5EF4-FFF2-40B4-BE49-F238E27FC236}">
                  <a16:creationId xmlns:a16="http://schemas.microsoft.com/office/drawing/2014/main" id="{B7EED9B9-F624-4576-A764-295321E8F128}"/>
                </a:ext>
              </a:extLst>
            </p:cNvPr>
            <p:cNvSpPr/>
            <p:nvPr/>
          </p:nvSpPr>
          <p:spPr>
            <a:xfrm>
              <a:off x="2751048" y="9030182"/>
              <a:ext cx="134750" cy="1179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" y="0"/>
                  </a:moveTo>
                  <a:lnTo>
                    <a:pt x="20520" y="0"/>
                  </a:lnTo>
                  <a:cubicBezTo>
                    <a:pt x="21117" y="0"/>
                    <a:pt x="21600" y="537"/>
                    <a:pt x="21600" y="1200"/>
                  </a:cubicBezTo>
                  <a:lnTo>
                    <a:pt x="21600" y="20400"/>
                  </a:lnTo>
                  <a:cubicBezTo>
                    <a:pt x="21600" y="21063"/>
                    <a:pt x="21117" y="21600"/>
                    <a:pt x="20520" y="21600"/>
                  </a:cubicBezTo>
                  <a:lnTo>
                    <a:pt x="1080" y="21600"/>
                  </a:lnTo>
                  <a:cubicBezTo>
                    <a:pt x="483" y="21600"/>
                    <a:pt x="0" y="21063"/>
                    <a:pt x="0" y="20400"/>
                  </a:cubicBezTo>
                  <a:lnTo>
                    <a:pt x="0" y="1200"/>
                  </a:lnTo>
                  <a:cubicBezTo>
                    <a:pt x="0" y="537"/>
                    <a:pt x="483" y="0"/>
                    <a:pt x="1080" y="0"/>
                  </a:cubicBezTo>
                  <a:close/>
                  <a:moveTo>
                    <a:pt x="19440" y="5086"/>
                  </a:moveTo>
                  <a:lnTo>
                    <a:pt x="10878" y="13606"/>
                  </a:lnTo>
                  <a:lnTo>
                    <a:pt x="2160" y="5059"/>
                  </a:lnTo>
                  <a:lnTo>
                    <a:pt x="2160" y="19200"/>
                  </a:lnTo>
                  <a:lnTo>
                    <a:pt x="19440" y="19200"/>
                  </a:lnTo>
                  <a:lnTo>
                    <a:pt x="19440" y="5086"/>
                  </a:lnTo>
                  <a:close/>
                  <a:moveTo>
                    <a:pt x="2712" y="2400"/>
                  </a:moveTo>
                  <a:lnTo>
                    <a:pt x="10866" y="10394"/>
                  </a:lnTo>
                  <a:lnTo>
                    <a:pt x="18902" y="2400"/>
                  </a:lnTo>
                  <a:lnTo>
                    <a:pt x="2712" y="240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9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388" name="Text Box 53">
              <a:extLst>
                <a:ext uri="{FF2B5EF4-FFF2-40B4-BE49-F238E27FC236}">
                  <a16:creationId xmlns:a16="http://schemas.microsoft.com/office/drawing/2014/main" id="{8A6FEA2D-0FA0-4994-B338-ACD1000585AA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4642224" y="9021452"/>
              <a:ext cx="795089" cy="1264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CC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bg1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defPPr>
                <a:defRPr lang="en-US"/>
              </a:defPPr>
              <a:lvl1pPr lvl="0" indent="0" defTabSz="914400">
                <a:spcBef>
                  <a:spcPts val="1000"/>
                </a:spcBef>
                <a:defRPr kumimoji="1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  <a:ea typeface="굴림" panose="020B0600000101010101" pitchFamily="50" charset="-127"/>
                </a:defRPr>
              </a:lvl1pPr>
              <a:lvl2pPr marL="1028700" indent="-457200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668463" indent="-454025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2317750" indent="-458788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965450" indent="-457200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34226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38798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43370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47942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>
                <a:lnSpc>
                  <a:spcPct val="110000"/>
                </a:lnSpc>
                <a:spcBef>
                  <a:spcPts val="0"/>
                </a:spcBef>
              </a:pPr>
              <a:r>
                <a:rPr lang="en-US" altLang="ko-KR" dirty="0"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www.sample.com</a:t>
              </a:r>
              <a:endParaRPr lang="ko-KR" altLang="en-US" dirty="0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endParaRPr>
            </a:p>
          </p:txBody>
        </p:sp>
        <p:sp>
          <p:nvSpPr>
            <p:cNvPr id="389" name="任意形状 412">
              <a:extLst>
                <a:ext uri="{FF2B5EF4-FFF2-40B4-BE49-F238E27FC236}">
                  <a16:creationId xmlns:a16="http://schemas.microsoft.com/office/drawing/2014/main" id="{56F6FF85-1754-4B71-B854-5BDCB88C4F1B}"/>
                </a:ext>
              </a:extLst>
            </p:cNvPr>
            <p:cNvSpPr/>
            <p:nvPr/>
          </p:nvSpPr>
          <p:spPr>
            <a:xfrm>
              <a:off x="4438947" y="9022972"/>
              <a:ext cx="148226" cy="13238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05" extrusionOk="0">
                  <a:moveTo>
                    <a:pt x="17673" y="21505"/>
                  </a:moveTo>
                  <a:lnTo>
                    <a:pt x="3927" y="21505"/>
                  </a:lnTo>
                  <a:cubicBezTo>
                    <a:pt x="3385" y="21505"/>
                    <a:pt x="2945" y="21015"/>
                    <a:pt x="2945" y="20411"/>
                  </a:cubicBezTo>
                  <a:lnTo>
                    <a:pt x="2945" y="10560"/>
                  </a:lnTo>
                  <a:lnTo>
                    <a:pt x="0" y="10560"/>
                  </a:lnTo>
                  <a:lnTo>
                    <a:pt x="10139" y="285"/>
                  </a:lnTo>
                  <a:cubicBezTo>
                    <a:pt x="10514" y="-95"/>
                    <a:pt x="11086" y="-95"/>
                    <a:pt x="11461" y="285"/>
                  </a:cubicBezTo>
                  <a:lnTo>
                    <a:pt x="21600" y="10560"/>
                  </a:lnTo>
                  <a:lnTo>
                    <a:pt x="18655" y="10560"/>
                  </a:lnTo>
                  <a:lnTo>
                    <a:pt x="18655" y="20411"/>
                  </a:lnTo>
                  <a:cubicBezTo>
                    <a:pt x="18655" y="21015"/>
                    <a:pt x="18215" y="21505"/>
                    <a:pt x="17673" y="21505"/>
                  </a:cubicBezTo>
                  <a:close/>
                  <a:moveTo>
                    <a:pt x="4909" y="19316"/>
                  </a:moveTo>
                  <a:lnTo>
                    <a:pt x="16691" y="19316"/>
                  </a:lnTo>
                  <a:lnTo>
                    <a:pt x="16691" y="8543"/>
                  </a:lnTo>
                  <a:lnTo>
                    <a:pt x="10800" y="2574"/>
                  </a:lnTo>
                  <a:lnTo>
                    <a:pt x="4909" y="8543"/>
                  </a:lnTo>
                  <a:lnTo>
                    <a:pt x="4909" y="19316"/>
                  </a:lnTo>
                  <a:close/>
                  <a:moveTo>
                    <a:pt x="6873" y="14938"/>
                  </a:moveTo>
                  <a:lnTo>
                    <a:pt x="14727" y="14938"/>
                  </a:lnTo>
                  <a:lnTo>
                    <a:pt x="14727" y="17127"/>
                  </a:lnTo>
                  <a:lnTo>
                    <a:pt x="6873" y="17127"/>
                  </a:lnTo>
                  <a:lnTo>
                    <a:pt x="6873" y="14938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9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390" name="Text Box 53">
              <a:extLst>
                <a:ext uri="{FF2B5EF4-FFF2-40B4-BE49-F238E27FC236}">
                  <a16:creationId xmlns:a16="http://schemas.microsoft.com/office/drawing/2014/main" id="{6D2B0672-2149-4621-A09C-108DDEDA6E84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2926779" y="9260807"/>
              <a:ext cx="2517677" cy="1264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CC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bg1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defPPr>
                <a:defRPr lang="en-US"/>
              </a:defPPr>
              <a:lvl1pPr lvl="0" indent="0" defTabSz="914400">
                <a:lnSpc>
                  <a:spcPct val="110000"/>
                </a:lnSpc>
                <a:spcBef>
                  <a:spcPts val="0"/>
                </a:spcBef>
                <a:defRPr kumimoji="1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defRPr>
              </a:lvl1pPr>
              <a:lvl2pPr marL="1028700" indent="-457200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668463" indent="-454025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2317750" indent="-458788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965450" indent="-457200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34226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38798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43370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47942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r>
                <a:rPr lang="ko-KR" altLang="en-US" spc="10" dirty="0"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서울특별시 강남구 테헤란로 </a:t>
              </a:r>
              <a:r>
                <a:rPr lang="en-US" altLang="ko-KR" spc="10" dirty="0"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123</a:t>
              </a:r>
              <a:r>
                <a:rPr lang="ko-KR" altLang="en-US" spc="10" dirty="0"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길 </a:t>
              </a:r>
              <a:r>
                <a:rPr lang="en-US" altLang="ko-KR" spc="10" dirty="0"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45, </a:t>
              </a:r>
              <a:r>
                <a:rPr lang="ko-KR" altLang="en-US" spc="10" dirty="0" err="1"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카리버</a:t>
              </a:r>
              <a:r>
                <a:rPr lang="ko-KR" altLang="en-US" spc="10" dirty="0"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 오피스텔 </a:t>
              </a:r>
              <a:r>
                <a:rPr lang="en-US" altLang="ko-KR" spc="10" dirty="0"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101</a:t>
              </a:r>
              <a:r>
                <a:rPr lang="ko-KR" altLang="en-US" spc="10" dirty="0"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호</a:t>
              </a:r>
              <a:endParaRPr lang="en-US" altLang="ko-KR" spc="10" dirty="0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endParaRPr>
            </a:p>
          </p:txBody>
        </p:sp>
        <p:grpSp>
          <p:nvGrpSpPr>
            <p:cNvPr id="391" name="그룹 390">
              <a:extLst>
                <a:ext uri="{FF2B5EF4-FFF2-40B4-BE49-F238E27FC236}">
                  <a16:creationId xmlns:a16="http://schemas.microsoft.com/office/drawing/2014/main" id="{004B7FAE-50EB-4DEE-89CC-BAF057CC2AD0}"/>
                </a:ext>
              </a:extLst>
            </p:cNvPr>
            <p:cNvGrpSpPr/>
            <p:nvPr/>
          </p:nvGrpSpPr>
          <p:grpSpPr>
            <a:xfrm>
              <a:off x="179300" y="9001029"/>
              <a:ext cx="2152472" cy="405569"/>
              <a:chOff x="4220940" y="8177794"/>
              <a:chExt cx="2152472" cy="405569"/>
            </a:xfrm>
          </p:grpSpPr>
          <p:sp>
            <p:nvSpPr>
              <p:cNvPr id="398" name="Oval 3">
                <a:extLst>
                  <a:ext uri="{FF2B5EF4-FFF2-40B4-BE49-F238E27FC236}">
                    <a16:creationId xmlns:a16="http://schemas.microsoft.com/office/drawing/2014/main" id="{E66883AD-234D-4CB2-987B-BEE8C2E667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20940" y="8177794"/>
                <a:ext cx="405568" cy="405569"/>
              </a:xfrm>
              <a:prstGeom prst="ellipse">
                <a:avLst/>
              </a:prstGeom>
              <a:noFill/>
              <a:ln w="12700">
                <a:solidFill>
                  <a:schemeClr val="bg1">
                    <a:lumMod val="85000"/>
                    <a:alpha val="71000"/>
                  </a:schemeClr>
                </a:solidFill>
              </a:ln>
              <a:effectLst/>
            </p:spPr>
            <p:txBody>
              <a:bodyPr lIns="50800" tIns="50800" rIns="50800" bIns="50800" anchor="ctr"/>
              <a:lstStyle/>
              <a:p>
                <a:endParaRPr lang="en-US" altLang="en-US" sz="3200" dirty="0">
                  <a:solidFill>
                    <a:srgbClr val="FFFFFF"/>
                  </a:solidFill>
                  <a:latin typeface="Pretendard ExtraLight" panose="02000303000000020004" pitchFamily="50" charset="-127"/>
                  <a:ea typeface="Poppins" charset="0"/>
                  <a:cs typeface="Poppins" charset="0"/>
                  <a:sym typeface="Helvetica Light" charset="0"/>
                </a:endParaRPr>
              </a:p>
            </p:txBody>
          </p:sp>
          <p:sp>
            <p:nvSpPr>
              <p:cNvPr id="399" name="AutoShape 4">
                <a:extLst>
                  <a:ext uri="{FF2B5EF4-FFF2-40B4-BE49-F238E27FC236}">
                    <a16:creationId xmlns:a16="http://schemas.microsoft.com/office/drawing/2014/main" id="{6D474DE2-4954-4971-8D0B-4EF92A1FD1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77971" y="8294155"/>
                <a:ext cx="91507" cy="172846"/>
              </a:xfrm>
              <a:custGeom>
                <a:avLst/>
                <a:gdLst>
                  <a:gd name="T0" fmla="*/ 64294 w 21600"/>
                  <a:gd name="T1" fmla="*/ 121479 h 21595"/>
                  <a:gd name="T2" fmla="*/ 64294 w 21600"/>
                  <a:gd name="T3" fmla="*/ 121479 h 21595"/>
                  <a:gd name="T4" fmla="*/ 64294 w 21600"/>
                  <a:gd name="T5" fmla="*/ 121479 h 21595"/>
                  <a:gd name="T6" fmla="*/ 64294 w 21600"/>
                  <a:gd name="T7" fmla="*/ 121479 h 2159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595">
                    <a:moveTo>
                      <a:pt x="14325" y="0"/>
                    </a:moveTo>
                    <a:cubicBezTo>
                      <a:pt x="11947" y="-5"/>
                      <a:pt x="9683" y="535"/>
                      <a:pt x="8120" y="1477"/>
                    </a:cubicBezTo>
                    <a:cubicBezTo>
                      <a:pt x="6945" y="2186"/>
                      <a:pt x="6249" y="3081"/>
                      <a:pt x="6144" y="4019"/>
                    </a:cubicBezTo>
                    <a:lnTo>
                      <a:pt x="6123" y="7733"/>
                    </a:lnTo>
                    <a:lnTo>
                      <a:pt x="0" y="7733"/>
                    </a:lnTo>
                    <a:lnTo>
                      <a:pt x="0" y="11796"/>
                    </a:lnTo>
                    <a:lnTo>
                      <a:pt x="6103" y="11796"/>
                    </a:lnTo>
                    <a:lnTo>
                      <a:pt x="6052" y="21595"/>
                    </a:lnTo>
                    <a:lnTo>
                      <a:pt x="14509" y="21595"/>
                    </a:lnTo>
                    <a:lnTo>
                      <a:pt x="14509" y="11796"/>
                    </a:lnTo>
                    <a:lnTo>
                      <a:pt x="20469" y="11796"/>
                    </a:lnTo>
                    <a:lnTo>
                      <a:pt x="21447" y="7733"/>
                    </a:lnTo>
                    <a:lnTo>
                      <a:pt x="14509" y="7733"/>
                    </a:lnTo>
                    <a:lnTo>
                      <a:pt x="14509" y="4988"/>
                    </a:lnTo>
                    <a:cubicBezTo>
                      <a:pt x="14453" y="4560"/>
                      <a:pt x="14822" y="4150"/>
                      <a:pt x="15487" y="3901"/>
                    </a:cubicBezTo>
                    <a:cubicBezTo>
                      <a:pt x="15925" y="3738"/>
                      <a:pt x="16459" y="3660"/>
                      <a:pt x="16995" y="3682"/>
                    </a:cubicBezTo>
                    <a:lnTo>
                      <a:pt x="21600" y="3677"/>
                    </a:lnTo>
                    <a:lnTo>
                      <a:pt x="21590" y="0"/>
                    </a:lnTo>
                    <a:lnTo>
                      <a:pt x="14325" y="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p:spPr>
            <p:txBody>
              <a:bodyPr lIns="50800" tIns="50800" rIns="50800" bIns="5080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400" name="Oval 6">
                <a:extLst>
                  <a:ext uri="{FF2B5EF4-FFF2-40B4-BE49-F238E27FC236}">
                    <a16:creationId xmlns:a16="http://schemas.microsoft.com/office/drawing/2014/main" id="{1E91DDF9-094D-4725-AF86-B7D4CA6DFF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03241" y="8177794"/>
                <a:ext cx="405568" cy="405569"/>
              </a:xfrm>
              <a:prstGeom prst="ellipse">
                <a:avLst/>
              </a:prstGeom>
              <a:noFill/>
              <a:ln w="12700">
                <a:solidFill>
                  <a:schemeClr val="bg1">
                    <a:lumMod val="85000"/>
                    <a:alpha val="71000"/>
                  </a:schemeClr>
                </a:solidFill>
              </a:ln>
              <a:effectLst/>
            </p:spPr>
            <p:txBody>
              <a:bodyPr lIns="50800" tIns="50800" rIns="50800" bIns="50800" anchor="ctr"/>
              <a:lstStyle/>
              <a:p>
                <a:endParaRPr lang="en-US" altLang="en-US" sz="3200" dirty="0">
                  <a:solidFill>
                    <a:srgbClr val="FFFFFF"/>
                  </a:solidFill>
                  <a:latin typeface="Pretendard ExtraLight" panose="02000303000000020004" pitchFamily="50" charset="-127"/>
                  <a:ea typeface="Poppins" charset="0"/>
                  <a:cs typeface="Poppins" charset="0"/>
                  <a:sym typeface="Helvetica Light" charset="0"/>
                </a:endParaRPr>
              </a:p>
            </p:txBody>
          </p:sp>
          <p:sp>
            <p:nvSpPr>
              <p:cNvPr id="401" name="AutoShape 7">
                <a:extLst>
                  <a:ext uri="{FF2B5EF4-FFF2-40B4-BE49-F238E27FC236}">
                    <a16:creationId xmlns:a16="http://schemas.microsoft.com/office/drawing/2014/main" id="{017DC8A4-BB19-44D8-9FAB-508940C623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25985" y="8307712"/>
                <a:ext cx="176236" cy="145733"/>
              </a:xfrm>
              <a:custGeom>
                <a:avLst/>
                <a:gdLst>
                  <a:gd name="T0" fmla="*/ 123825 w 21600"/>
                  <a:gd name="T1" fmla="*/ 106380 h 20609"/>
                  <a:gd name="T2" fmla="*/ 123825 w 21600"/>
                  <a:gd name="T3" fmla="*/ 106380 h 20609"/>
                  <a:gd name="T4" fmla="*/ 123825 w 21600"/>
                  <a:gd name="T5" fmla="*/ 106380 h 20609"/>
                  <a:gd name="T6" fmla="*/ 123825 w 21600"/>
                  <a:gd name="T7" fmla="*/ 106380 h 2060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0609">
                    <a:moveTo>
                      <a:pt x="20989" y="488"/>
                    </a:moveTo>
                    <a:cubicBezTo>
                      <a:pt x="20829" y="951"/>
                      <a:pt x="20629" y="1394"/>
                      <a:pt x="20393" y="1811"/>
                    </a:cubicBezTo>
                    <a:cubicBezTo>
                      <a:pt x="20078" y="2370"/>
                      <a:pt x="19700" y="2878"/>
                      <a:pt x="19269" y="3322"/>
                    </a:cubicBezTo>
                    <a:cubicBezTo>
                      <a:pt x="19683" y="3307"/>
                      <a:pt x="20095" y="3243"/>
                      <a:pt x="20498" y="3130"/>
                    </a:cubicBezTo>
                    <a:cubicBezTo>
                      <a:pt x="20877" y="3024"/>
                      <a:pt x="21246" y="2876"/>
                      <a:pt x="21600" y="2687"/>
                    </a:cubicBezTo>
                    <a:cubicBezTo>
                      <a:pt x="21316" y="3218"/>
                      <a:pt x="20987" y="3713"/>
                      <a:pt x="20617" y="4166"/>
                    </a:cubicBezTo>
                    <a:cubicBezTo>
                      <a:pt x="20223" y="4649"/>
                      <a:pt x="19784" y="5081"/>
                      <a:pt x="19309" y="5454"/>
                    </a:cubicBezTo>
                    <a:cubicBezTo>
                      <a:pt x="19444" y="7795"/>
                      <a:pt x="19109" y="10097"/>
                      <a:pt x="18370" y="12200"/>
                    </a:cubicBezTo>
                    <a:cubicBezTo>
                      <a:pt x="17648" y="14253"/>
                      <a:pt x="16533" y="16141"/>
                      <a:pt x="14986" y="17569"/>
                    </a:cubicBezTo>
                    <a:cubicBezTo>
                      <a:pt x="13903" y="18568"/>
                      <a:pt x="12649" y="19278"/>
                      <a:pt x="11333" y="19776"/>
                    </a:cubicBezTo>
                    <a:cubicBezTo>
                      <a:pt x="7577" y="21197"/>
                      <a:pt x="3487" y="20789"/>
                      <a:pt x="0" y="18635"/>
                    </a:cubicBezTo>
                    <a:cubicBezTo>
                      <a:pt x="1193" y="18716"/>
                      <a:pt x="2389" y="18532"/>
                      <a:pt x="3523" y="18094"/>
                    </a:cubicBezTo>
                    <a:cubicBezTo>
                      <a:pt x="4495" y="17719"/>
                      <a:pt x="5407" y="17162"/>
                      <a:pt x="6225" y="16446"/>
                    </a:cubicBezTo>
                    <a:cubicBezTo>
                      <a:pt x="5098" y="16406"/>
                      <a:pt x="4024" y="15887"/>
                      <a:pt x="3208" y="14986"/>
                    </a:cubicBezTo>
                    <a:cubicBezTo>
                      <a:pt x="2632" y="14351"/>
                      <a:pt x="2210" y="13551"/>
                      <a:pt x="1985" y="12667"/>
                    </a:cubicBezTo>
                    <a:cubicBezTo>
                      <a:pt x="2291" y="12709"/>
                      <a:pt x="2600" y="12724"/>
                      <a:pt x="2908" y="12712"/>
                    </a:cubicBezTo>
                    <a:cubicBezTo>
                      <a:pt x="3196" y="12701"/>
                      <a:pt x="3482" y="12666"/>
                      <a:pt x="3766" y="12608"/>
                    </a:cubicBezTo>
                    <a:cubicBezTo>
                      <a:pt x="2710" y="12261"/>
                      <a:pt x="1802" y="11471"/>
                      <a:pt x="1219" y="10392"/>
                    </a:cubicBezTo>
                    <a:cubicBezTo>
                      <a:pt x="728" y="9483"/>
                      <a:pt x="496" y="8418"/>
                      <a:pt x="556" y="7347"/>
                    </a:cubicBezTo>
                    <a:cubicBezTo>
                      <a:pt x="865" y="7528"/>
                      <a:pt x="1185" y="7682"/>
                      <a:pt x="1514" y="7808"/>
                    </a:cubicBezTo>
                    <a:cubicBezTo>
                      <a:pt x="1827" y="7928"/>
                      <a:pt x="2147" y="8023"/>
                      <a:pt x="2471" y="8092"/>
                    </a:cubicBezTo>
                    <a:cubicBezTo>
                      <a:pt x="1633" y="7267"/>
                      <a:pt x="1044" y="6153"/>
                      <a:pt x="791" y="4912"/>
                    </a:cubicBezTo>
                    <a:cubicBezTo>
                      <a:pt x="541" y="3690"/>
                      <a:pt x="630" y="2408"/>
                      <a:pt x="1044" y="1248"/>
                    </a:cubicBezTo>
                    <a:cubicBezTo>
                      <a:pt x="2154" y="2776"/>
                      <a:pt x="3509" y="4041"/>
                      <a:pt x="5034" y="4972"/>
                    </a:cubicBezTo>
                    <a:cubicBezTo>
                      <a:pt x="6714" y="5998"/>
                      <a:pt x="8564" y="6597"/>
                      <a:pt x="10460" y="6728"/>
                    </a:cubicBezTo>
                    <a:cubicBezTo>
                      <a:pt x="9854" y="4014"/>
                      <a:pt x="11145" y="1215"/>
                      <a:pt x="13427" y="291"/>
                    </a:cubicBezTo>
                    <a:cubicBezTo>
                      <a:pt x="15140" y="-403"/>
                      <a:pt x="17045" y="169"/>
                      <a:pt x="18253" y="1739"/>
                    </a:cubicBezTo>
                    <a:cubicBezTo>
                      <a:pt x="18767" y="1670"/>
                      <a:pt x="19270" y="1521"/>
                      <a:pt x="19749" y="1295"/>
                    </a:cubicBezTo>
                    <a:cubicBezTo>
                      <a:pt x="20190" y="1087"/>
                      <a:pt x="20606" y="816"/>
                      <a:pt x="20989" y="488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p:spPr>
            <p:txBody>
              <a:bodyPr lIns="50800" tIns="50800" rIns="50800" bIns="5080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402" name="Oval 9">
                <a:extLst>
                  <a:ext uri="{FF2B5EF4-FFF2-40B4-BE49-F238E27FC236}">
                    <a16:creationId xmlns:a16="http://schemas.microsoft.com/office/drawing/2014/main" id="{F0D42C4F-7B74-434C-9D3B-363B5992B1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85542" y="8177794"/>
                <a:ext cx="405568" cy="405569"/>
              </a:xfrm>
              <a:prstGeom prst="ellipse">
                <a:avLst/>
              </a:prstGeom>
              <a:noFill/>
              <a:ln w="12700">
                <a:solidFill>
                  <a:schemeClr val="bg1">
                    <a:lumMod val="85000"/>
                    <a:alpha val="71000"/>
                  </a:schemeClr>
                </a:solidFill>
              </a:ln>
              <a:effectLst/>
            </p:spPr>
            <p:txBody>
              <a:bodyPr lIns="50800" tIns="50800" rIns="50800" bIns="50800" anchor="ctr"/>
              <a:lstStyle/>
              <a:p>
                <a:endParaRPr lang="en-US" altLang="en-US" sz="3200" dirty="0">
                  <a:solidFill>
                    <a:srgbClr val="FFFFFF"/>
                  </a:solidFill>
                  <a:latin typeface="Pretendard ExtraLight" panose="02000303000000020004" pitchFamily="50" charset="-127"/>
                  <a:ea typeface="Poppins" charset="0"/>
                  <a:cs typeface="Poppins" charset="0"/>
                  <a:sym typeface="Helvetica Light" charset="0"/>
                </a:endParaRPr>
              </a:p>
            </p:txBody>
          </p:sp>
          <p:sp>
            <p:nvSpPr>
              <p:cNvPr id="403" name="AutoShape 10">
                <a:extLst>
                  <a:ext uri="{FF2B5EF4-FFF2-40B4-BE49-F238E27FC236}">
                    <a16:creationId xmlns:a16="http://schemas.microsoft.com/office/drawing/2014/main" id="{26606355-68BE-483D-BAB4-6C2DC5C5A2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95352" y="8311666"/>
                <a:ext cx="215776" cy="137826"/>
              </a:xfrm>
              <a:custGeom>
                <a:avLst/>
                <a:gdLst>
                  <a:gd name="T0" fmla="*/ 151599 w 20949"/>
                  <a:gd name="T1" fmla="*/ 96820 h 20595"/>
                  <a:gd name="T2" fmla="*/ 151599 w 20949"/>
                  <a:gd name="T3" fmla="*/ 96820 h 20595"/>
                  <a:gd name="T4" fmla="*/ 151599 w 20949"/>
                  <a:gd name="T5" fmla="*/ 96820 h 20595"/>
                  <a:gd name="T6" fmla="*/ 151599 w 20949"/>
                  <a:gd name="T7" fmla="*/ 96820 h 2059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0949" h="20595">
                    <a:moveTo>
                      <a:pt x="6669" y="0"/>
                    </a:moveTo>
                    <a:cubicBezTo>
                      <a:pt x="4962" y="0"/>
                      <a:pt x="3255" y="1006"/>
                      <a:pt x="1953" y="3017"/>
                    </a:cubicBezTo>
                    <a:cubicBezTo>
                      <a:pt x="-651" y="7038"/>
                      <a:pt x="-651" y="13558"/>
                      <a:pt x="1953" y="17579"/>
                    </a:cubicBezTo>
                    <a:cubicBezTo>
                      <a:pt x="4557" y="21600"/>
                      <a:pt x="8780" y="21600"/>
                      <a:pt x="11384" y="17579"/>
                    </a:cubicBezTo>
                    <a:cubicBezTo>
                      <a:pt x="13022" y="15050"/>
                      <a:pt x="13627" y="11534"/>
                      <a:pt x="13205" y="8272"/>
                    </a:cubicBezTo>
                    <a:lnTo>
                      <a:pt x="13026" y="8272"/>
                    </a:lnTo>
                    <a:lnTo>
                      <a:pt x="13026" y="8259"/>
                    </a:lnTo>
                    <a:lnTo>
                      <a:pt x="6690" y="8259"/>
                    </a:lnTo>
                    <a:lnTo>
                      <a:pt x="6690" y="12305"/>
                    </a:lnTo>
                    <a:lnTo>
                      <a:pt x="10410" y="12305"/>
                    </a:lnTo>
                    <a:cubicBezTo>
                      <a:pt x="10222" y="13151"/>
                      <a:pt x="9915" y="13949"/>
                      <a:pt x="9477" y="14627"/>
                    </a:cubicBezTo>
                    <a:cubicBezTo>
                      <a:pt x="7927" y="17019"/>
                      <a:pt x="5415" y="17019"/>
                      <a:pt x="3865" y="14627"/>
                    </a:cubicBezTo>
                    <a:cubicBezTo>
                      <a:pt x="2316" y="12234"/>
                      <a:pt x="2316" y="8361"/>
                      <a:pt x="3865" y="5969"/>
                    </a:cubicBezTo>
                    <a:cubicBezTo>
                      <a:pt x="4640" y="4773"/>
                      <a:pt x="5654" y="4174"/>
                      <a:pt x="6669" y="4174"/>
                    </a:cubicBezTo>
                    <a:cubicBezTo>
                      <a:pt x="7633" y="4174"/>
                      <a:pt x="8593" y="4730"/>
                      <a:pt x="9352" y="5808"/>
                    </a:cubicBezTo>
                    <a:lnTo>
                      <a:pt x="11297" y="2894"/>
                    </a:lnTo>
                    <a:cubicBezTo>
                      <a:pt x="10006" y="970"/>
                      <a:pt x="8339" y="0"/>
                      <a:pt x="6669" y="0"/>
                    </a:cubicBezTo>
                    <a:close/>
                    <a:moveTo>
                      <a:pt x="16904" y="5120"/>
                    </a:moveTo>
                    <a:lnTo>
                      <a:pt x="16904" y="8490"/>
                    </a:lnTo>
                    <a:lnTo>
                      <a:pt x="14721" y="8490"/>
                    </a:lnTo>
                    <a:lnTo>
                      <a:pt x="14721" y="11359"/>
                    </a:lnTo>
                    <a:lnTo>
                      <a:pt x="16904" y="11359"/>
                    </a:lnTo>
                    <a:lnTo>
                      <a:pt x="16904" y="14730"/>
                    </a:lnTo>
                    <a:lnTo>
                      <a:pt x="18766" y="14730"/>
                    </a:lnTo>
                    <a:lnTo>
                      <a:pt x="18766" y="11359"/>
                    </a:lnTo>
                    <a:lnTo>
                      <a:pt x="20949" y="11359"/>
                    </a:lnTo>
                    <a:lnTo>
                      <a:pt x="20949" y="8490"/>
                    </a:lnTo>
                    <a:lnTo>
                      <a:pt x="18766" y="8490"/>
                    </a:lnTo>
                    <a:lnTo>
                      <a:pt x="18766" y="5120"/>
                    </a:lnTo>
                    <a:lnTo>
                      <a:pt x="16904" y="512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p:spPr>
            <p:txBody>
              <a:bodyPr lIns="50800" tIns="50800" rIns="50800" bIns="5080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404" name="Oval 136">
                <a:extLst>
                  <a:ext uri="{FF2B5EF4-FFF2-40B4-BE49-F238E27FC236}">
                    <a16:creationId xmlns:a16="http://schemas.microsoft.com/office/drawing/2014/main" id="{C9A736FD-94CB-4BE1-B4FC-CE5AAF8D91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67844" y="8177794"/>
                <a:ext cx="405568" cy="405569"/>
              </a:xfrm>
              <a:prstGeom prst="ellipse">
                <a:avLst/>
              </a:prstGeom>
              <a:noFill/>
              <a:ln w="12700">
                <a:solidFill>
                  <a:schemeClr val="bg1">
                    <a:lumMod val="85000"/>
                    <a:alpha val="71000"/>
                  </a:schemeClr>
                </a:solidFill>
              </a:ln>
              <a:effectLst/>
            </p:spPr>
            <p:txBody>
              <a:bodyPr lIns="50800" tIns="50800" rIns="50800" bIns="50800" anchor="ctr"/>
              <a:lstStyle/>
              <a:p>
                <a:pPr>
                  <a:defRPr/>
                </a:pPr>
                <a:endParaRPr lang="en-US" altLang="en-US" sz="3200" dirty="0">
                  <a:solidFill>
                    <a:srgbClr val="FFFFFF"/>
                  </a:solidFill>
                  <a:latin typeface="Pretendard ExtraLight" panose="02000303000000020004" pitchFamily="50" charset="-127"/>
                  <a:ea typeface="Poppins" charset="0"/>
                  <a:cs typeface="Poppins" charset="0"/>
                  <a:sym typeface="Helvetica Light" charset="0"/>
                </a:endParaRPr>
              </a:p>
            </p:txBody>
          </p:sp>
          <p:sp>
            <p:nvSpPr>
              <p:cNvPr id="405" name="AutoShape 13">
                <a:extLst>
                  <a:ext uri="{FF2B5EF4-FFF2-40B4-BE49-F238E27FC236}">
                    <a16:creationId xmlns:a16="http://schemas.microsoft.com/office/drawing/2014/main" id="{1FD38E4B-439B-411B-896B-1A4205D4DC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97309" y="8300368"/>
                <a:ext cx="161550" cy="160420"/>
              </a:xfrm>
              <a:custGeom>
                <a:avLst/>
                <a:gdLst>
                  <a:gd name="T0" fmla="*/ 113506 w 21352"/>
                  <a:gd name="T1" fmla="*/ 112698 h 21600"/>
                  <a:gd name="T2" fmla="*/ 113506 w 21352"/>
                  <a:gd name="T3" fmla="*/ 112698 h 21600"/>
                  <a:gd name="T4" fmla="*/ 113506 w 21352"/>
                  <a:gd name="T5" fmla="*/ 112698 h 21600"/>
                  <a:gd name="T6" fmla="*/ 113506 w 21352"/>
                  <a:gd name="T7" fmla="*/ 112698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352" h="21600">
                    <a:moveTo>
                      <a:pt x="2512" y="0"/>
                    </a:moveTo>
                    <a:cubicBezTo>
                      <a:pt x="1868" y="0"/>
                      <a:pt x="1228" y="252"/>
                      <a:pt x="736" y="755"/>
                    </a:cubicBezTo>
                    <a:cubicBezTo>
                      <a:pt x="-246" y="1760"/>
                      <a:pt x="-246" y="3389"/>
                      <a:pt x="736" y="4394"/>
                    </a:cubicBezTo>
                    <a:cubicBezTo>
                      <a:pt x="1719" y="5400"/>
                      <a:pt x="3311" y="5400"/>
                      <a:pt x="4293" y="4394"/>
                    </a:cubicBezTo>
                    <a:cubicBezTo>
                      <a:pt x="5276" y="3389"/>
                      <a:pt x="5276" y="1760"/>
                      <a:pt x="4293" y="755"/>
                    </a:cubicBezTo>
                    <a:cubicBezTo>
                      <a:pt x="3802" y="252"/>
                      <a:pt x="3156" y="0"/>
                      <a:pt x="2512" y="0"/>
                    </a:cubicBezTo>
                    <a:close/>
                    <a:moveTo>
                      <a:pt x="15974" y="6786"/>
                    </a:moveTo>
                    <a:cubicBezTo>
                      <a:pt x="14493" y="6827"/>
                      <a:pt x="13075" y="7479"/>
                      <a:pt x="12048" y="8609"/>
                    </a:cubicBezTo>
                    <a:lnTo>
                      <a:pt x="12048" y="7250"/>
                    </a:lnTo>
                    <a:lnTo>
                      <a:pt x="7561" y="7250"/>
                    </a:lnTo>
                    <a:lnTo>
                      <a:pt x="7561" y="21600"/>
                    </a:lnTo>
                    <a:lnTo>
                      <a:pt x="12048" y="21600"/>
                    </a:lnTo>
                    <a:lnTo>
                      <a:pt x="12048" y="13067"/>
                    </a:lnTo>
                    <a:cubicBezTo>
                      <a:pt x="12157" y="11669"/>
                      <a:pt x="13375" y="10577"/>
                      <a:pt x="14805" y="10756"/>
                    </a:cubicBezTo>
                    <a:cubicBezTo>
                      <a:pt x="16039" y="10911"/>
                      <a:pt x="16934" y="12021"/>
                      <a:pt x="16865" y="13287"/>
                    </a:cubicBezTo>
                    <a:lnTo>
                      <a:pt x="16865" y="21600"/>
                    </a:lnTo>
                    <a:lnTo>
                      <a:pt x="21352" y="21600"/>
                    </a:lnTo>
                    <a:lnTo>
                      <a:pt x="21352" y="13357"/>
                    </a:lnTo>
                    <a:lnTo>
                      <a:pt x="21352" y="13287"/>
                    </a:lnTo>
                    <a:lnTo>
                      <a:pt x="21346" y="13287"/>
                    </a:lnTo>
                    <a:cubicBezTo>
                      <a:pt x="21354" y="12646"/>
                      <a:pt x="21328" y="12016"/>
                      <a:pt x="21244" y="11407"/>
                    </a:cubicBezTo>
                    <a:cubicBezTo>
                      <a:pt x="21154" y="10757"/>
                      <a:pt x="21010" y="10115"/>
                      <a:pt x="20734" y="9532"/>
                    </a:cubicBezTo>
                    <a:cubicBezTo>
                      <a:pt x="20160" y="8321"/>
                      <a:pt x="19052" y="7432"/>
                      <a:pt x="17710" y="7024"/>
                    </a:cubicBezTo>
                    <a:cubicBezTo>
                      <a:pt x="17135" y="6849"/>
                      <a:pt x="16551" y="6770"/>
                      <a:pt x="15974" y="6786"/>
                    </a:cubicBezTo>
                    <a:close/>
                    <a:moveTo>
                      <a:pt x="271" y="7250"/>
                    </a:moveTo>
                    <a:lnTo>
                      <a:pt x="271" y="21600"/>
                    </a:lnTo>
                    <a:lnTo>
                      <a:pt x="4759" y="21600"/>
                    </a:lnTo>
                    <a:lnTo>
                      <a:pt x="4759" y="7250"/>
                    </a:lnTo>
                    <a:lnTo>
                      <a:pt x="271" y="725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p:spPr>
            <p:txBody>
              <a:bodyPr lIns="50800" tIns="50800" rIns="50800" bIns="50800" anchor="ctr"/>
              <a:lstStyle/>
              <a:p>
                <a:pPr>
                  <a:defRPr/>
                </a:pPr>
                <a:endParaRPr lang="ru-RU"/>
              </a:p>
            </p:txBody>
          </p:sp>
        </p:grpSp>
        <p:sp>
          <p:nvSpPr>
            <p:cNvPr id="392" name="Text Box 53">
              <a:extLst>
                <a:ext uri="{FF2B5EF4-FFF2-40B4-BE49-F238E27FC236}">
                  <a16:creationId xmlns:a16="http://schemas.microsoft.com/office/drawing/2014/main" id="{ECB056E1-B678-4645-B1F6-284CA7FA556E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65408" y="8606080"/>
              <a:ext cx="2166364" cy="299295"/>
            </a:xfrm>
            <a:prstGeom prst="rect">
              <a:avLst/>
            </a:prstGeom>
            <a:solidFill>
              <a:srgbClr val="505050"/>
            </a:solidFill>
            <a:ln>
              <a:noFill/>
            </a:ln>
            <a:effectLst/>
          </p:spPr>
          <p:txBody>
            <a:bodyPr wrap="none" lIns="144000" tIns="36000" rIns="144000" bIns="36000" anchor="ctr">
              <a:noAutofit/>
            </a:bodyPr>
            <a:lstStyle>
              <a:defPPr>
                <a:defRPr lang="en-US"/>
              </a:defPPr>
              <a:lvl1pPr lvl="0" indent="0" algn="ctr" defTabSz="914400">
                <a:spcBef>
                  <a:spcPts val="1000"/>
                </a:spcBef>
                <a:defRPr kumimoji="1" sz="1000">
                  <a:solidFill>
                    <a:schemeClr val="bg1"/>
                  </a:solidFill>
                  <a:latin typeface="+mn-ea"/>
                </a:defRPr>
              </a:lvl1pPr>
              <a:lvl2pPr marL="1028700" indent="-457200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668463" indent="-454025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2317750" indent="-458788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965450" indent="-457200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34226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38798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43370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47942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r>
                <a:rPr lang="en-US" altLang="ko-KR" dirty="0"/>
                <a:t>(</a:t>
              </a:r>
              <a:r>
                <a:rPr lang="ko-KR" altLang="en-US" dirty="0"/>
                <a:t>주</a:t>
              </a:r>
              <a:r>
                <a:rPr lang="en-US" altLang="ko-KR" dirty="0"/>
                <a:t>)</a:t>
              </a:r>
              <a:r>
                <a:rPr lang="ko-KR" altLang="en-US" dirty="0"/>
                <a:t>서희 </a:t>
              </a:r>
              <a:r>
                <a:rPr lang="en-US" altLang="ko-KR" dirty="0"/>
                <a:t>Design</a:t>
              </a:r>
              <a:endParaRPr lang="ko-KR" altLang="en-US" dirty="0"/>
            </a:p>
          </p:txBody>
        </p:sp>
        <p:cxnSp>
          <p:nvCxnSpPr>
            <p:cNvPr id="393" name="직선 연결선 392">
              <a:extLst>
                <a:ext uri="{FF2B5EF4-FFF2-40B4-BE49-F238E27FC236}">
                  <a16:creationId xmlns:a16="http://schemas.microsoft.com/office/drawing/2014/main" id="{13EBE62F-F44E-416B-AC53-AB966C6DF6A2}"/>
                </a:ext>
              </a:extLst>
            </p:cNvPr>
            <p:cNvCxnSpPr/>
            <p:nvPr/>
          </p:nvCxnSpPr>
          <p:spPr>
            <a:xfrm>
              <a:off x="2539206" y="8606080"/>
              <a:ext cx="0" cy="79200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4" name="任意形状 1091">
              <a:extLst>
                <a:ext uri="{FF2B5EF4-FFF2-40B4-BE49-F238E27FC236}">
                  <a16:creationId xmlns:a16="http://schemas.microsoft.com/office/drawing/2014/main" id="{11E548EF-191F-4D44-8A86-4DDD660A3BAE}"/>
                </a:ext>
              </a:extLst>
            </p:cNvPr>
            <p:cNvSpPr/>
            <p:nvPr/>
          </p:nvSpPr>
          <p:spPr>
            <a:xfrm>
              <a:off x="2751048" y="9256464"/>
              <a:ext cx="133403" cy="16103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20760" extrusionOk="0">
                  <a:moveTo>
                    <a:pt x="9839" y="18058"/>
                  </a:moveTo>
                  <a:lnTo>
                    <a:pt x="15251" y="13328"/>
                  </a:lnTo>
                  <a:cubicBezTo>
                    <a:pt x="18239" y="10716"/>
                    <a:pt x="18239" y="6481"/>
                    <a:pt x="15250" y="3870"/>
                  </a:cubicBezTo>
                  <a:cubicBezTo>
                    <a:pt x="12261" y="1258"/>
                    <a:pt x="7416" y="1258"/>
                    <a:pt x="4427" y="3870"/>
                  </a:cubicBezTo>
                  <a:cubicBezTo>
                    <a:pt x="1439" y="6482"/>
                    <a:pt x="1439" y="10716"/>
                    <a:pt x="4427" y="13328"/>
                  </a:cubicBezTo>
                  <a:lnTo>
                    <a:pt x="9839" y="18058"/>
                  </a:lnTo>
                  <a:close/>
                  <a:moveTo>
                    <a:pt x="9839" y="20760"/>
                  </a:moveTo>
                  <a:lnTo>
                    <a:pt x="2882" y="14679"/>
                  </a:lnTo>
                  <a:cubicBezTo>
                    <a:pt x="-961" y="11321"/>
                    <a:pt x="-961" y="5876"/>
                    <a:pt x="2882" y="2518"/>
                  </a:cubicBezTo>
                  <a:cubicBezTo>
                    <a:pt x="6724" y="-840"/>
                    <a:pt x="12954" y="-840"/>
                    <a:pt x="16797" y="2518"/>
                  </a:cubicBezTo>
                  <a:cubicBezTo>
                    <a:pt x="20639" y="5876"/>
                    <a:pt x="20639" y="11321"/>
                    <a:pt x="16797" y="14679"/>
                  </a:cubicBezTo>
                  <a:lnTo>
                    <a:pt x="9839" y="20760"/>
                  </a:lnTo>
                  <a:close/>
                  <a:moveTo>
                    <a:pt x="9839" y="10510"/>
                  </a:moveTo>
                  <a:cubicBezTo>
                    <a:pt x="11047" y="10510"/>
                    <a:pt x="12026" y="9654"/>
                    <a:pt x="12026" y="8599"/>
                  </a:cubicBezTo>
                  <a:cubicBezTo>
                    <a:pt x="12026" y="7543"/>
                    <a:pt x="11047" y="6688"/>
                    <a:pt x="9839" y="6688"/>
                  </a:cubicBezTo>
                  <a:cubicBezTo>
                    <a:pt x="8631" y="6688"/>
                    <a:pt x="7653" y="7543"/>
                    <a:pt x="7653" y="8599"/>
                  </a:cubicBezTo>
                  <a:cubicBezTo>
                    <a:pt x="7653" y="9654"/>
                    <a:pt x="8631" y="10510"/>
                    <a:pt x="9839" y="10510"/>
                  </a:cubicBezTo>
                  <a:close/>
                  <a:moveTo>
                    <a:pt x="9839" y="12421"/>
                  </a:moveTo>
                  <a:cubicBezTo>
                    <a:pt x="7424" y="12421"/>
                    <a:pt x="5466" y="10710"/>
                    <a:pt x="5466" y="8599"/>
                  </a:cubicBezTo>
                  <a:cubicBezTo>
                    <a:pt x="5466" y="6488"/>
                    <a:pt x="7424" y="4777"/>
                    <a:pt x="9839" y="4777"/>
                  </a:cubicBezTo>
                  <a:cubicBezTo>
                    <a:pt x="12254" y="4777"/>
                    <a:pt x="14212" y="6488"/>
                    <a:pt x="14212" y="8599"/>
                  </a:cubicBezTo>
                  <a:cubicBezTo>
                    <a:pt x="14212" y="10710"/>
                    <a:pt x="12254" y="12421"/>
                    <a:pt x="9839" y="12421"/>
                  </a:cubicBez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9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grpSp>
          <p:nvGrpSpPr>
            <p:cNvPr id="395" name="그룹 394">
              <a:extLst>
                <a:ext uri="{FF2B5EF4-FFF2-40B4-BE49-F238E27FC236}">
                  <a16:creationId xmlns:a16="http://schemas.microsoft.com/office/drawing/2014/main" id="{339E1A2C-56F3-4ABB-AFA3-25C1B674E495}"/>
                </a:ext>
              </a:extLst>
            </p:cNvPr>
            <p:cNvGrpSpPr/>
            <p:nvPr/>
          </p:nvGrpSpPr>
          <p:grpSpPr>
            <a:xfrm>
              <a:off x="2731569" y="8664014"/>
              <a:ext cx="942382" cy="186065"/>
              <a:chOff x="728700" y="7676979"/>
              <a:chExt cx="942382" cy="186065"/>
            </a:xfrm>
          </p:grpSpPr>
          <p:sp>
            <p:nvSpPr>
              <p:cNvPr id="396" name="任意形状 1136">
                <a:extLst>
                  <a:ext uri="{FF2B5EF4-FFF2-40B4-BE49-F238E27FC236}">
                    <a16:creationId xmlns:a16="http://schemas.microsoft.com/office/drawing/2014/main" id="{02C4A9CE-F6DB-46DC-85E6-655A0AB3153F}"/>
                  </a:ext>
                </a:extLst>
              </p:cNvPr>
              <p:cNvSpPr/>
              <p:nvPr/>
            </p:nvSpPr>
            <p:spPr>
              <a:xfrm>
                <a:off x="728700" y="7680698"/>
                <a:ext cx="182346" cy="18234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1880" y="9720"/>
                    </a:moveTo>
                    <a:lnTo>
                      <a:pt x="11880" y="4320"/>
                    </a:lnTo>
                    <a:lnTo>
                      <a:pt x="6480" y="11880"/>
                    </a:lnTo>
                    <a:lnTo>
                      <a:pt x="9720" y="11880"/>
                    </a:lnTo>
                    <a:lnTo>
                      <a:pt x="9720" y="17280"/>
                    </a:lnTo>
                    <a:lnTo>
                      <a:pt x="15120" y="9720"/>
                    </a:lnTo>
                    <a:lnTo>
                      <a:pt x="11880" y="9720"/>
                    </a:lnTo>
                    <a:close/>
                    <a:moveTo>
                      <a:pt x="10800" y="21600"/>
                    </a:moveTo>
                    <a:cubicBezTo>
                      <a:pt x="4835" y="21600"/>
                      <a:pt x="0" y="16765"/>
                      <a:pt x="0" y="10800"/>
                    </a:cubicBez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endParaRPr dirty="0"/>
              </a:p>
            </p:txBody>
          </p:sp>
          <p:sp>
            <p:nvSpPr>
              <p:cNvPr id="397" name="Text Box 53">
                <a:extLst>
                  <a:ext uri="{FF2B5EF4-FFF2-40B4-BE49-F238E27FC236}">
                    <a16:creationId xmlns:a16="http://schemas.microsoft.com/office/drawing/2014/main" id="{8261F74C-6DD8-48ED-B90E-63CFC2EE0A33}"/>
                  </a:ext>
                </a:extLst>
              </p:cNvPr>
              <p:cNvSpPr txBox="1">
                <a:spLocks noChangeArrowheads="1"/>
              </p:cNvSpPr>
              <p:nvPr/>
            </p:nvSpPr>
            <p:spPr bwMode="gray">
              <a:xfrm>
                <a:off x="944921" y="7676979"/>
                <a:ext cx="726161" cy="1692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CC99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7961" dir="2700000" algn="ctr" rotWithShape="0">
                        <a:schemeClr val="bg1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marL="177800" indent="-177800" defTabSz="79375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1028700" indent="-457200" defTabSz="79375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668463" indent="-454025" defTabSz="79375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2317750" indent="-458788" defTabSz="79375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965450" indent="-457200" defTabSz="79375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3422650" indent="-457200" defTabSz="793750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3879850" indent="-457200" defTabSz="793750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4337050" indent="-457200" defTabSz="793750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4794250" indent="-457200" defTabSz="793750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marL="0" indent="0" defTabSz="914400">
                  <a:lnSpc>
                    <a:spcPct val="120000"/>
                  </a:lnSpc>
                  <a:spcAft>
                    <a:spcPts val="600"/>
                  </a:spcAft>
                </a:pPr>
                <a:r>
                  <a:rPr lang="en-US" altLang="ko-KR" sz="10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50" charset="-127"/>
                    <a:ea typeface="10X10 Bold" panose="020D0604000000000000" pitchFamily="50" charset="-127"/>
                    <a:cs typeface="Pretendard" panose="02000503000000020004" pitchFamily="50" charset="-127"/>
                  </a:rPr>
                  <a:t>YOUR</a:t>
                </a:r>
                <a:r>
                  <a:rPr lang="en-US" altLang="ko-KR" sz="10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50" charset="-127"/>
                    <a:ea typeface="나눔명조" panose="02020603020101020101" pitchFamily="18" charset="-127"/>
                    <a:cs typeface="Pretendard" panose="02000503000000020004" pitchFamily="50" charset="-127"/>
                  </a:rPr>
                  <a:t>LOGO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7677641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Rectangle 12">
            <a:extLst>
              <a:ext uri="{FF2B5EF4-FFF2-40B4-BE49-F238E27FC236}">
                <a16:creationId xmlns:a16="http://schemas.microsoft.com/office/drawing/2014/main" id="{52D74B8C-42AC-42A7-A2AC-FC0BA011F96F}"/>
              </a:ext>
            </a:extLst>
          </p:cNvPr>
          <p:cNvSpPr/>
          <p:nvPr/>
        </p:nvSpPr>
        <p:spPr>
          <a:xfrm>
            <a:off x="0" y="625061"/>
            <a:ext cx="3392960" cy="86472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121920" tIns="60960" rIns="121920" bIns="60960" rtlCol="0" anchor="ctr">
            <a:noAutofit/>
          </a:bodyPr>
          <a:lstStyle/>
          <a:p>
            <a:pPr algn="ctr"/>
            <a:endParaRPr lang="en-US" sz="2400" dirty="0"/>
          </a:p>
        </p:txBody>
      </p:sp>
      <p:pic>
        <p:nvPicPr>
          <p:cNvPr id="62" name="그림 61">
            <a:extLst>
              <a:ext uri="{FF2B5EF4-FFF2-40B4-BE49-F238E27FC236}">
                <a16:creationId xmlns:a16="http://schemas.microsoft.com/office/drawing/2014/main" id="{E08438C9-B223-4097-A37F-60CA6B95C6E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372" r="24530"/>
          <a:stretch/>
        </p:blipFill>
        <p:spPr>
          <a:xfrm>
            <a:off x="545399" y="2547041"/>
            <a:ext cx="2304001" cy="6120000"/>
          </a:xfrm>
          <a:prstGeom prst="rect">
            <a:avLst/>
          </a:prstGeom>
          <a:solidFill>
            <a:srgbClr val="262626"/>
          </a:solidFill>
        </p:spPr>
      </p:pic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-2041216" y="69211"/>
            <a:ext cx="1984519" cy="22775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fontAlgn="base" latinLnBrk="0">
              <a:spcAft>
                <a:spcPts val="200"/>
              </a:spcAft>
              <a:buClr>
                <a:schemeClr val="tx1">
                  <a:lumMod val="75000"/>
                  <a:lumOff val="25000"/>
                </a:schemeClr>
              </a:buClr>
              <a:buSzPct val="90000"/>
            </a:pPr>
            <a:r>
              <a:rPr lang="ko-KR" altLang="en-US" sz="1600" dirty="0">
                <a:cs typeface="+mn-cs"/>
              </a:rPr>
              <a:t>목차</a:t>
            </a:r>
            <a:r>
              <a:rPr lang="en-US" altLang="ko-KR" sz="1600" dirty="0">
                <a:cs typeface="+mn-cs"/>
              </a:rPr>
              <a:t>_image 04 =====</a:t>
            </a:r>
            <a:endParaRPr lang="ko-KR" altLang="en-US" sz="1600" dirty="0">
              <a:cs typeface="+mn-cs"/>
            </a:endParaRPr>
          </a:p>
        </p:txBody>
      </p:sp>
      <p:sp>
        <p:nvSpPr>
          <p:cNvPr id="93" name="Shape">
            <a:extLst>
              <a:ext uri="{FF2B5EF4-FFF2-40B4-BE49-F238E27FC236}">
                <a16:creationId xmlns:a16="http://schemas.microsoft.com/office/drawing/2014/main" id="{E4311A72-E551-40BF-A58C-61CBA4AB344E}"/>
              </a:ext>
            </a:extLst>
          </p:cNvPr>
          <p:cNvSpPr/>
          <p:nvPr/>
        </p:nvSpPr>
        <p:spPr>
          <a:xfrm>
            <a:off x="5517232" y="632520"/>
            <a:ext cx="1073729" cy="100864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89" h="21541" extrusionOk="0">
                <a:moveTo>
                  <a:pt x="568" y="0"/>
                </a:moveTo>
                <a:cubicBezTo>
                  <a:pt x="423" y="0"/>
                  <a:pt x="278" y="59"/>
                  <a:pt x="167" y="178"/>
                </a:cubicBezTo>
                <a:cubicBezTo>
                  <a:pt x="-55" y="415"/>
                  <a:pt x="-55" y="799"/>
                  <a:pt x="167" y="1036"/>
                </a:cubicBezTo>
                <a:cubicBezTo>
                  <a:pt x="389" y="1272"/>
                  <a:pt x="749" y="1272"/>
                  <a:pt x="971" y="1036"/>
                </a:cubicBezTo>
                <a:cubicBezTo>
                  <a:pt x="1193" y="799"/>
                  <a:pt x="1193" y="415"/>
                  <a:pt x="971" y="178"/>
                </a:cubicBezTo>
                <a:cubicBezTo>
                  <a:pt x="860" y="59"/>
                  <a:pt x="714" y="0"/>
                  <a:pt x="568" y="0"/>
                </a:cubicBezTo>
                <a:close/>
                <a:moveTo>
                  <a:pt x="2830" y="0"/>
                </a:moveTo>
                <a:cubicBezTo>
                  <a:pt x="2685" y="0"/>
                  <a:pt x="2539" y="59"/>
                  <a:pt x="2428" y="178"/>
                </a:cubicBezTo>
                <a:cubicBezTo>
                  <a:pt x="2207" y="415"/>
                  <a:pt x="2207" y="799"/>
                  <a:pt x="2428" y="1036"/>
                </a:cubicBezTo>
                <a:cubicBezTo>
                  <a:pt x="2650" y="1272"/>
                  <a:pt x="3011" y="1272"/>
                  <a:pt x="3232" y="1036"/>
                </a:cubicBezTo>
                <a:cubicBezTo>
                  <a:pt x="3454" y="799"/>
                  <a:pt x="3454" y="415"/>
                  <a:pt x="3232" y="178"/>
                </a:cubicBezTo>
                <a:cubicBezTo>
                  <a:pt x="3121" y="59"/>
                  <a:pt x="2975" y="0"/>
                  <a:pt x="2830" y="0"/>
                </a:cubicBezTo>
                <a:close/>
                <a:moveTo>
                  <a:pt x="5092" y="0"/>
                </a:moveTo>
                <a:cubicBezTo>
                  <a:pt x="4946" y="0"/>
                  <a:pt x="4801" y="59"/>
                  <a:pt x="4690" y="178"/>
                </a:cubicBezTo>
                <a:cubicBezTo>
                  <a:pt x="4468" y="415"/>
                  <a:pt x="4468" y="799"/>
                  <a:pt x="4690" y="1036"/>
                </a:cubicBezTo>
                <a:cubicBezTo>
                  <a:pt x="4912" y="1272"/>
                  <a:pt x="5271" y="1272"/>
                  <a:pt x="5493" y="1036"/>
                </a:cubicBezTo>
                <a:cubicBezTo>
                  <a:pt x="5715" y="799"/>
                  <a:pt x="5715" y="415"/>
                  <a:pt x="5493" y="178"/>
                </a:cubicBezTo>
                <a:cubicBezTo>
                  <a:pt x="5382" y="59"/>
                  <a:pt x="5237" y="0"/>
                  <a:pt x="5092" y="0"/>
                </a:cubicBezTo>
                <a:close/>
                <a:moveTo>
                  <a:pt x="7353" y="0"/>
                </a:moveTo>
                <a:cubicBezTo>
                  <a:pt x="7208" y="0"/>
                  <a:pt x="7063" y="59"/>
                  <a:pt x="6952" y="178"/>
                </a:cubicBezTo>
                <a:cubicBezTo>
                  <a:pt x="6730" y="415"/>
                  <a:pt x="6730" y="799"/>
                  <a:pt x="6952" y="1036"/>
                </a:cubicBezTo>
                <a:cubicBezTo>
                  <a:pt x="7173" y="1272"/>
                  <a:pt x="7533" y="1272"/>
                  <a:pt x="7755" y="1036"/>
                </a:cubicBezTo>
                <a:cubicBezTo>
                  <a:pt x="7976" y="799"/>
                  <a:pt x="7976" y="415"/>
                  <a:pt x="7755" y="178"/>
                </a:cubicBezTo>
                <a:cubicBezTo>
                  <a:pt x="7644" y="59"/>
                  <a:pt x="7498" y="0"/>
                  <a:pt x="7353" y="0"/>
                </a:cubicBezTo>
                <a:close/>
                <a:moveTo>
                  <a:pt x="9615" y="0"/>
                </a:moveTo>
                <a:cubicBezTo>
                  <a:pt x="9469" y="0"/>
                  <a:pt x="9324" y="59"/>
                  <a:pt x="9213" y="178"/>
                </a:cubicBezTo>
                <a:cubicBezTo>
                  <a:pt x="8991" y="415"/>
                  <a:pt x="8991" y="799"/>
                  <a:pt x="9213" y="1036"/>
                </a:cubicBezTo>
                <a:cubicBezTo>
                  <a:pt x="9435" y="1272"/>
                  <a:pt x="9794" y="1272"/>
                  <a:pt x="10016" y="1036"/>
                </a:cubicBezTo>
                <a:cubicBezTo>
                  <a:pt x="10238" y="799"/>
                  <a:pt x="10238" y="415"/>
                  <a:pt x="10016" y="178"/>
                </a:cubicBezTo>
                <a:cubicBezTo>
                  <a:pt x="9905" y="59"/>
                  <a:pt x="9760" y="0"/>
                  <a:pt x="9615" y="0"/>
                </a:cubicBezTo>
                <a:close/>
                <a:moveTo>
                  <a:pt x="11876" y="0"/>
                </a:moveTo>
                <a:cubicBezTo>
                  <a:pt x="11731" y="0"/>
                  <a:pt x="11585" y="59"/>
                  <a:pt x="11474" y="178"/>
                </a:cubicBezTo>
                <a:cubicBezTo>
                  <a:pt x="11252" y="415"/>
                  <a:pt x="11252" y="799"/>
                  <a:pt x="11474" y="1036"/>
                </a:cubicBezTo>
                <a:cubicBezTo>
                  <a:pt x="11696" y="1272"/>
                  <a:pt x="12056" y="1272"/>
                  <a:pt x="12278" y="1036"/>
                </a:cubicBezTo>
                <a:cubicBezTo>
                  <a:pt x="12500" y="799"/>
                  <a:pt x="12500" y="415"/>
                  <a:pt x="12278" y="178"/>
                </a:cubicBezTo>
                <a:cubicBezTo>
                  <a:pt x="12167" y="59"/>
                  <a:pt x="12022" y="0"/>
                  <a:pt x="11876" y="0"/>
                </a:cubicBezTo>
                <a:close/>
                <a:moveTo>
                  <a:pt x="14138" y="0"/>
                </a:moveTo>
                <a:cubicBezTo>
                  <a:pt x="13992" y="0"/>
                  <a:pt x="13846" y="59"/>
                  <a:pt x="13735" y="178"/>
                </a:cubicBezTo>
                <a:cubicBezTo>
                  <a:pt x="13514" y="415"/>
                  <a:pt x="13514" y="799"/>
                  <a:pt x="13735" y="1036"/>
                </a:cubicBezTo>
                <a:cubicBezTo>
                  <a:pt x="13957" y="1272"/>
                  <a:pt x="14317" y="1272"/>
                  <a:pt x="14539" y="1036"/>
                </a:cubicBezTo>
                <a:cubicBezTo>
                  <a:pt x="14761" y="799"/>
                  <a:pt x="14761" y="415"/>
                  <a:pt x="14539" y="178"/>
                </a:cubicBezTo>
                <a:cubicBezTo>
                  <a:pt x="14428" y="59"/>
                  <a:pt x="14283" y="0"/>
                  <a:pt x="14138" y="0"/>
                </a:cubicBezTo>
                <a:close/>
                <a:moveTo>
                  <a:pt x="16398" y="0"/>
                </a:moveTo>
                <a:cubicBezTo>
                  <a:pt x="16253" y="0"/>
                  <a:pt x="16108" y="59"/>
                  <a:pt x="15997" y="178"/>
                </a:cubicBezTo>
                <a:cubicBezTo>
                  <a:pt x="15775" y="415"/>
                  <a:pt x="15775" y="799"/>
                  <a:pt x="15997" y="1036"/>
                </a:cubicBezTo>
                <a:cubicBezTo>
                  <a:pt x="16219" y="1272"/>
                  <a:pt x="16579" y="1272"/>
                  <a:pt x="16801" y="1036"/>
                </a:cubicBezTo>
                <a:cubicBezTo>
                  <a:pt x="17023" y="799"/>
                  <a:pt x="17023" y="415"/>
                  <a:pt x="16801" y="178"/>
                </a:cubicBezTo>
                <a:cubicBezTo>
                  <a:pt x="16690" y="59"/>
                  <a:pt x="16544" y="0"/>
                  <a:pt x="16398" y="0"/>
                </a:cubicBezTo>
                <a:close/>
                <a:moveTo>
                  <a:pt x="18660" y="0"/>
                </a:moveTo>
                <a:cubicBezTo>
                  <a:pt x="18515" y="0"/>
                  <a:pt x="18369" y="59"/>
                  <a:pt x="18259" y="178"/>
                </a:cubicBezTo>
                <a:cubicBezTo>
                  <a:pt x="18037" y="415"/>
                  <a:pt x="18037" y="799"/>
                  <a:pt x="18259" y="1036"/>
                </a:cubicBezTo>
                <a:cubicBezTo>
                  <a:pt x="18480" y="1272"/>
                  <a:pt x="18840" y="1272"/>
                  <a:pt x="19062" y="1036"/>
                </a:cubicBezTo>
                <a:cubicBezTo>
                  <a:pt x="19283" y="799"/>
                  <a:pt x="19283" y="415"/>
                  <a:pt x="19062" y="178"/>
                </a:cubicBezTo>
                <a:cubicBezTo>
                  <a:pt x="18951" y="59"/>
                  <a:pt x="18805" y="0"/>
                  <a:pt x="18660" y="0"/>
                </a:cubicBezTo>
                <a:close/>
                <a:moveTo>
                  <a:pt x="20922" y="0"/>
                </a:moveTo>
                <a:cubicBezTo>
                  <a:pt x="20776" y="0"/>
                  <a:pt x="20631" y="59"/>
                  <a:pt x="20520" y="178"/>
                </a:cubicBezTo>
                <a:cubicBezTo>
                  <a:pt x="20298" y="415"/>
                  <a:pt x="20298" y="799"/>
                  <a:pt x="20520" y="1036"/>
                </a:cubicBezTo>
                <a:cubicBezTo>
                  <a:pt x="20742" y="1272"/>
                  <a:pt x="21101" y="1272"/>
                  <a:pt x="21323" y="1036"/>
                </a:cubicBezTo>
                <a:cubicBezTo>
                  <a:pt x="21545" y="799"/>
                  <a:pt x="21545" y="415"/>
                  <a:pt x="21323" y="178"/>
                </a:cubicBezTo>
                <a:cubicBezTo>
                  <a:pt x="21212" y="59"/>
                  <a:pt x="21067" y="0"/>
                  <a:pt x="20922" y="0"/>
                </a:cubicBezTo>
                <a:close/>
                <a:moveTo>
                  <a:pt x="568" y="2259"/>
                </a:moveTo>
                <a:cubicBezTo>
                  <a:pt x="423" y="2259"/>
                  <a:pt x="278" y="2318"/>
                  <a:pt x="167" y="2437"/>
                </a:cubicBezTo>
                <a:cubicBezTo>
                  <a:pt x="-55" y="2673"/>
                  <a:pt x="-55" y="3058"/>
                  <a:pt x="167" y="3295"/>
                </a:cubicBezTo>
                <a:cubicBezTo>
                  <a:pt x="389" y="3531"/>
                  <a:pt x="749" y="3531"/>
                  <a:pt x="971" y="3295"/>
                </a:cubicBezTo>
                <a:cubicBezTo>
                  <a:pt x="1193" y="3058"/>
                  <a:pt x="1193" y="2673"/>
                  <a:pt x="971" y="2437"/>
                </a:cubicBezTo>
                <a:cubicBezTo>
                  <a:pt x="860" y="2318"/>
                  <a:pt x="714" y="2259"/>
                  <a:pt x="568" y="2259"/>
                </a:cubicBezTo>
                <a:close/>
                <a:moveTo>
                  <a:pt x="2830" y="2259"/>
                </a:moveTo>
                <a:cubicBezTo>
                  <a:pt x="2685" y="2259"/>
                  <a:pt x="2539" y="2318"/>
                  <a:pt x="2428" y="2437"/>
                </a:cubicBezTo>
                <a:cubicBezTo>
                  <a:pt x="2207" y="2673"/>
                  <a:pt x="2207" y="3058"/>
                  <a:pt x="2428" y="3295"/>
                </a:cubicBezTo>
                <a:cubicBezTo>
                  <a:pt x="2650" y="3531"/>
                  <a:pt x="3011" y="3531"/>
                  <a:pt x="3232" y="3295"/>
                </a:cubicBezTo>
                <a:cubicBezTo>
                  <a:pt x="3454" y="3058"/>
                  <a:pt x="3454" y="2673"/>
                  <a:pt x="3232" y="2437"/>
                </a:cubicBezTo>
                <a:cubicBezTo>
                  <a:pt x="3121" y="2318"/>
                  <a:pt x="2975" y="2259"/>
                  <a:pt x="2830" y="2259"/>
                </a:cubicBezTo>
                <a:close/>
                <a:moveTo>
                  <a:pt x="5092" y="2259"/>
                </a:moveTo>
                <a:cubicBezTo>
                  <a:pt x="4946" y="2259"/>
                  <a:pt x="4801" y="2318"/>
                  <a:pt x="4690" y="2437"/>
                </a:cubicBezTo>
                <a:cubicBezTo>
                  <a:pt x="4468" y="2673"/>
                  <a:pt x="4468" y="3058"/>
                  <a:pt x="4690" y="3295"/>
                </a:cubicBezTo>
                <a:cubicBezTo>
                  <a:pt x="4912" y="3531"/>
                  <a:pt x="5271" y="3531"/>
                  <a:pt x="5493" y="3295"/>
                </a:cubicBezTo>
                <a:cubicBezTo>
                  <a:pt x="5715" y="3058"/>
                  <a:pt x="5715" y="2673"/>
                  <a:pt x="5493" y="2437"/>
                </a:cubicBezTo>
                <a:cubicBezTo>
                  <a:pt x="5382" y="2318"/>
                  <a:pt x="5237" y="2259"/>
                  <a:pt x="5092" y="2259"/>
                </a:cubicBezTo>
                <a:close/>
                <a:moveTo>
                  <a:pt x="7353" y="2259"/>
                </a:moveTo>
                <a:cubicBezTo>
                  <a:pt x="7208" y="2259"/>
                  <a:pt x="7063" y="2318"/>
                  <a:pt x="6952" y="2437"/>
                </a:cubicBezTo>
                <a:cubicBezTo>
                  <a:pt x="6730" y="2673"/>
                  <a:pt x="6730" y="3058"/>
                  <a:pt x="6952" y="3295"/>
                </a:cubicBezTo>
                <a:cubicBezTo>
                  <a:pt x="7173" y="3531"/>
                  <a:pt x="7533" y="3531"/>
                  <a:pt x="7755" y="3295"/>
                </a:cubicBezTo>
                <a:cubicBezTo>
                  <a:pt x="7976" y="3058"/>
                  <a:pt x="7976" y="2673"/>
                  <a:pt x="7755" y="2437"/>
                </a:cubicBezTo>
                <a:cubicBezTo>
                  <a:pt x="7644" y="2318"/>
                  <a:pt x="7498" y="2259"/>
                  <a:pt x="7353" y="2259"/>
                </a:cubicBezTo>
                <a:close/>
                <a:moveTo>
                  <a:pt x="9615" y="2259"/>
                </a:moveTo>
                <a:cubicBezTo>
                  <a:pt x="9469" y="2259"/>
                  <a:pt x="9324" y="2318"/>
                  <a:pt x="9213" y="2437"/>
                </a:cubicBezTo>
                <a:cubicBezTo>
                  <a:pt x="8991" y="2673"/>
                  <a:pt x="8991" y="3058"/>
                  <a:pt x="9213" y="3295"/>
                </a:cubicBezTo>
                <a:cubicBezTo>
                  <a:pt x="9435" y="3531"/>
                  <a:pt x="9794" y="3531"/>
                  <a:pt x="10016" y="3295"/>
                </a:cubicBezTo>
                <a:cubicBezTo>
                  <a:pt x="10238" y="3058"/>
                  <a:pt x="10238" y="2673"/>
                  <a:pt x="10016" y="2437"/>
                </a:cubicBezTo>
                <a:cubicBezTo>
                  <a:pt x="9905" y="2318"/>
                  <a:pt x="9760" y="2259"/>
                  <a:pt x="9615" y="2259"/>
                </a:cubicBezTo>
                <a:close/>
                <a:moveTo>
                  <a:pt x="11876" y="2259"/>
                </a:moveTo>
                <a:cubicBezTo>
                  <a:pt x="11731" y="2259"/>
                  <a:pt x="11585" y="2318"/>
                  <a:pt x="11474" y="2437"/>
                </a:cubicBezTo>
                <a:cubicBezTo>
                  <a:pt x="11252" y="2673"/>
                  <a:pt x="11252" y="3058"/>
                  <a:pt x="11474" y="3295"/>
                </a:cubicBezTo>
                <a:cubicBezTo>
                  <a:pt x="11696" y="3531"/>
                  <a:pt x="12056" y="3531"/>
                  <a:pt x="12278" y="3295"/>
                </a:cubicBezTo>
                <a:cubicBezTo>
                  <a:pt x="12500" y="3058"/>
                  <a:pt x="12500" y="2673"/>
                  <a:pt x="12278" y="2437"/>
                </a:cubicBezTo>
                <a:cubicBezTo>
                  <a:pt x="12167" y="2318"/>
                  <a:pt x="12022" y="2259"/>
                  <a:pt x="11876" y="2259"/>
                </a:cubicBezTo>
                <a:close/>
                <a:moveTo>
                  <a:pt x="14138" y="2259"/>
                </a:moveTo>
                <a:cubicBezTo>
                  <a:pt x="13992" y="2259"/>
                  <a:pt x="13846" y="2318"/>
                  <a:pt x="13735" y="2437"/>
                </a:cubicBezTo>
                <a:cubicBezTo>
                  <a:pt x="13514" y="2673"/>
                  <a:pt x="13514" y="3058"/>
                  <a:pt x="13735" y="3295"/>
                </a:cubicBezTo>
                <a:cubicBezTo>
                  <a:pt x="13957" y="3531"/>
                  <a:pt x="14317" y="3531"/>
                  <a:pt x="14539" y="3295"/>
                </a:cubicBezTo>
                <a:cubicBezTo>
                  <a:pt x="14761" y="3058"/>
                  <a:pt x="14761" y="2673"/>
                  <a:pt x="14539" y="2437"/>
                </a:cubicBezTo>
                <a:cubicBezTo>
                  <a:pt x="14428" y="2318"/>
                  <a:pt x="14283" y="2259"/>
                  <a:pt x="14138" y="2259"/>
                </a:cubicBezTo>
                <a:close/>
                <a:moveTo>
                  <a:pt x="16398" y="2259"/>
                </a:moveTo>
                <a:cubicBezTo>
                  <a:pt x="16253" y="2259"/>
                  <a:pt x="16108" y="2318"/>
                  <a:pt x="15997" y="2437"/>
                </a:cubicBezTo>
                <a:cubicBezTo>
                  <a:pt x="15775" y="2673"/>
                  <a:pt x="15775" y="3058"/>
                  <a:pt x="15997" y="3295"/>
                </a:cubicBezTo>
                <a:cubicBezTo>
                  <a:pt x="16219" y="3531"/>
                  <a:pt x="16579" y="3531"/>
                  <a:pt x="16801" y="3295"/>
                </a:cubicBezTo>
                <a:cubicBezTo>
                  <a:pt x="17023" y="3058"/>
                  <a:pt x="17023" y="2673"/>
                  <a:pt x="16801" y="2437"/>
                </a:cubicBezTo>
                <a:cubicBezTo>
                  <a:pt x="16690" y="2318"/>
                  <a:pt x="16544" y="2259"/>
                  <a:pt x="16398" y="2259"/>
                </a:cubicBezTo>
                <a:close/>
                <a:moveTo>
                  <a:pt x="18660" y="2259"/>
                </a:moveTo>
                <a:cubicBezTo>
                  <a:pt x="18515" y="2259"/>
                  <a:pt x="18369" y="2318"/>
                  <a:pt x="18259" y="2437"/>
                </a:cubicBezTo>
                <a:cubicBezTo>
                  <a:pt x="18037" y="2673"/>
                  <a:pt x="18037" y="3058"/>
                  <a:pt x="18259" y="3295"/>
                </a:cubicBezTo>
                <a:cubicBezTo>
                  <a:pt x="18480" y="3531"/>
                  <a:pt x="18840" y="3531"/>
                  <a:pt x="19062" y="3295"/>
                </a:cubicBezTo>
                <a:cubicBezTo>
                  <a:pt x="19283" y="3058"/>
                  <a:pt x="19283" y="2673"/>
                  <a:pt x="19062" y="2437"/>
                </a:cubicBezTo>
                <a:cubicBezTo>
                  <a:pt x="18951" y="2318"/>
                  <a:pt x="18805" y="2259"/>
                  <a:pt x="18660" y="2259"/>
                </a:cubicBezTo>
                <a:close/>
                <a:moveTo>
                  <a:pt x="20922" y="2259"/>
                </a:moveTo>
                <a:cubicBezTo>
                  <a:pt x="20776" y="2259"/>
                  <a:pt x="20631" y="2318"/>
                  <a:pt x="20520" y="2437"/>
                </a:cubicBezTo>
                <a:cubicBezTo>
                  <a:pt x="20298" y="2673"/>
                  <a:pt x="20298" y="3058"/>
                  <a:pt x="20520" y="3295"/>
                </a:cubicBezTo>
                <a:cubicBezTo>
                  <a:pt x="20742" y="3531"/>
                  <a:pt x="21101" y="3531"/>
                  <a:pt x="21323" y="3295"/>
                </a:cubicBezTo>
                <a:cubicBezTo>
                  <a:pt x="21545" y="3058"/>
                  <a:pt x="21545" y="2673"/>
                  <a:pt x="21323" y="2437"/>
                </a:cubicBezTo>
                <a:cubicBezTo>
                  <a:pt x="21212" y="2318"/>
                  <a:pt x="21067" y="2259"/>
                  <a:pt x="20922" y="2259"/>
                </a:cubicBezTo>
                <a:close/>
                <a:moveTo>
                  <a:pt x="568" y="4517"/>
                </a:moveTo>
                <a:cubicBezTo>
                  <a:pt x="423" y="4517"/>
                  <a:pt x="278" y="4576"/>
                  <a:pt x="167" y="4694"/>
                </a:cubicBezTo>
                <a:cubicBezTo>
                  <a:pt x="-55" y="4931"/>
                  <a:pt x="-55" y="5316"/>
                  <a:pt x="167" y="5552"/>
                </a:cubicBezTo>
                <a:cubicBezTo>
                  <a:pt x="389" y="5789"/>
                  <a:pt x="749" y="5789"/>
                  <a:pt x="971" y="5552"/>
                </a:cubicBezTo>
                <a:cubicBezTo>
                  <a:pt x="1193" y="5316"/>
                  <a:pt x="1193" y="4931"/>
                  <a:pt x="971" y="4694"/>
                </a:cubicBezTo>
                <a:cubicBezTo>
                  <a:pt x="860" y="4576"/>
                  <a:pt x="714" y="4517"/>
                  <a:pt x="568" y="4517"/>
                </a:cubicBezTo>
                <a:close/>
                <a:moveTo>
                  <a:pt x="2830" y="4517"/>
                </a:moveTo>
                <a:cubicBezTo>
                  <a:pt x="2685" y="4517"/>
                  <a:pt x="2539" y="4576"/>
                  <a:pt x="2428" y="4694"/>
                </a:cubicBezTo>
                <a:cubicBezTo>
                  <a:pt x="2207" y="4931"/>
                  <a:pt x="2207" y="5316"/>
                  <a:pt x="2428" y="5552"/>
                </a:cubicBezTo>
                <a:cubicBezTo>
                  <a:pt x="2650" y="5789"/>
                  <a:pt x="3011" y="5789"/>
                  <a:pt x="3232" y="5552"/>
                </a:cubicBezTo>
                <a:cubicBezTo>
                  <a:pt x="3454" y="5316"/>
                  <a:pt x="3454" y="4931"/>
                  <a:pt x="3232" y="4694"/>
                </a:cubicBezTo>
                <a:cubicBezTo>
                  <a:pt x="3121" y="4576"/>
                  <a:pt x="2975" y="4517"/>
                  <a:pt x="2830" y="4517"/>
                </a:cubicBezTo>
                <a:close/>
                <a:moveTo>
                  <a:pt x="5092" y="4517"/>
                </a:moveTo>
                <a:cubicBezTo>
                  <a:pt x="4946" y="4517"/>
                  <a:pt x="4801" y="4576"/>
                  <a:pt x="4690" y="4694"/>
                </a:cubicBezTo>
                <a:cubicBezTo>
                  <a:pt x="4468" y="4931"/>
                  <a:pt x="4468" y="5316"/>
                  <a:pt x="4690" y="5552"/>
                </a:cubicBezTo>
                <a:cubicBezTo>
                  <a:pt x="4912" y="5789"/>
                  <a:pt x="5271" y="5789"/>
                  <a:pt x="5493" y="5552"/>
                </a:cubicBezTo>
                <a:cubicBezTo>
                  <a:pt x="5715" y="5316"/>
                  <a:pt x="5715" y="4931"/>
                  <a:pt x="5493" y="4694"/>
                </a:cubicBezTo>
                <a:cubicBezTo>
                  <a:pt x="5382" y="4576"/>
                  <a:pt x="5237" y="4517"/>
                  <a:pt x="5092" y="4517"/>
                </a:cubicBezTo>
                <a:close/>
                <a:moveTo>
                  <a:pt x="7353" y="4517"/>
                </a:moveTo>
                <a:cubicBezTo>
                  <a:pt x="7208" y="4517"/>
                  <a:pt x="7063" y="4576"/>
                  <a:pt x="6952" y="4694"/>
                </a:cubicBezTo>
                <a:cubicBezTo>
                  <a:pt x="6730" y="4931"/>
                  <a:pt x="6730" y="5316"/>
                  <a:pt x="6952" y="5552"/>
                </a:cubicBezTo>
                <a:cubicBezTo>
                  <a:pt x="7173" y="5789"/>
                  <a:pt x="7533" y="5789"/>
                  <a:pt x="7755" y="5552"/>
                </a:cubicBezTo>
                <a:cubicBezTo>
                  <a:pt x="7976" y="5316"/>
                  <a:pt x="7976" y="4931"/>
                  <a:pt x="7755" y="4694"/>
                </a:cubicBezTo>
                <a:cubicBezTo>
                  <a:pt x="7644" y="4576"/>
                  <a:pt x="7498" y="4517"/>
                  <a:pt x="7353" y="4517"/>
                </a:cubicBezTo>
                <a:close/>
                <a:moveTo>
                  <a:pt x="9615" y="4517"/>
                </a:moveTo>
                <a:cubicBezTo>
                  <a:pt x="9469" y="4517"/>
                  <a:pt x="9324" y="4576"/>
                  <a:pt x="9213" y="4694"/>
                </a:cubicBezTo>
                <a:cubicBezTo>
                  <a:pt x="8991" y="4931"/>
                  <a:pt x="8991" y="5316"/>
                  <a:pt x="9213" y="5552"/>
                </a:cubicBezTo>
                <a:cubicBezTo>
                  <a:pt x="9435" y="5789"/>
                  <a:pt x="9794" y="5789"/>
                  <a:pt x="10016" y="5552"/>
                </a:cubicBezTo>
                <a:cubicBezTo>
                  <a:pt x="10238" y="5316"/>
                  <a:pt x="10238" y="4931"/>
                  <a:pt x="10016" y="4694"/>
                </a:cubicBezTo>
                <a:cubicBezTo>
                  <a:pt x="9905" y="4576"/>
                  <a:pt x="9760" y="4517"/>
                  <a:pt x="9615" y="4517"/>
                </a:cubicBezTo>
                <a:close/>
                <a:moveTo>
                  <a:pt x="11876" y="4517"/>
                </a:moveTo>
                <a:cubicBezTo>
                  <a:pt x="11731" y="4517"/>
                  <a:pt x="11585" y="4576"/>
                  <a:pt x="11474" y="4694"/>
                </a:cubicBezTo>
                <a:cubicBezTo>
                  <a:pt x="11252" y="4931"/>
                  <a:pt x="11252" y="5316"/>
                  <a:pt x="11474" y="5552"/>
                </a:cubicBezTo>
                <a:cubicBezTo>
                  <a:pt x="11696" y="5789"/>
                  <a:pt x="12056" y="5789"/>
                  <a:pt x="12278" y="5552"/>
                </a:cubicBezTo>
                <a:cubicBezTo>
                  <a:pt x="12500" y="5316"/>
                  <a:pt x="12500" y="4931"/>
                  <a:pt x="12278" y="4694"/>
                </a:cubicBezTo>
                <a:cubicBezTo>
                  <a:pt x="12167" y="4576"/>
                  <a:pt x="12022" y="4517"/>
                  <a:pt x="11876" y="4517"/>
                </a:cubicBezTo>
                <a:close/>
                <a:moveTo>
                  <a:pt x="14138" y="4517"/>
                </a:moveTo>
                <a:cubicBezTo>
                  <a:pt x="13992" y="4517"/>
                  <a:pt x="13846" y="4576"/>
                  <a:pt x="13735" y="4694"/>
                </a:cubicBezTo>
                <a:cubicBezTo>
                  <a:pt x="13514" y="4931"/>
                  <a:pt x="13514" y="5316"/>
                  <a:pt x="13735" y="5552"/>
                </a:cubicBezTo>
                <a:cubicBezTo>
                  <a:pt x="13957" y="5789"/>
                  <a:pt x="14317" y="5789"/>
                  <a:pt x="14539" y="5552"/>
                </a:cubicBezTo>
                <a:cubicBezTo>
                  <a:pt x="14761" y="5316"/>
                  <a:pt x="14761" y="4931"/>
                  <a:pt x="14539" y="4694"/>
                </a:cubicBezTo>
                <a:cubicBezTo>
                  <a:pt x="14428" y="4576"/>
                  <a:pt x="14283" y="4517"/>
                  <a:pt x="14138" y="4517"/>
                </a:cubicBezTo>
                <a:close/>
                <a:moveTo>
                  <a:pt x="16398" y="4517"/>
                </a:moveTo>
                <a:cubicBezTo>
                  <a:pt x="16253" y="4517"/>
                  <a:pt x="16108" y="4576"/>
                  <a:pt x="15997" y="4694"/>
                </a:cubicBezTo>
                <a:cubicBezTo>
                  <a:pt x="15775" y="4931"/>
                  <a:pt x="15775" y="5316"/>
                  <a:pt x="15997" y="5552"/>
                </a:cubicBezTo>
                <a:cubicBezTo>
                  <a:pt x="16219" y="5789"/>
                  <a:pt x="16579" y="5789"/>
                  <a:pt x="16801" y="5552"/>
                </a:cubicBezTo>
                <a:cubicBezTo>
                  <a:pt x="17023" y="5316"/>
                  <a:pt x="17023" y="4931"/>
                  <a:pt x="16801" y="4694"/>
                </a:cubicBezTo>
                <a:cubicBezTo>
                  <a:pt x="16690" y="4576"/>
                  <a:pt x="16544" y="4517"/>
                  <a:pt x="16398" y="4517"/>
                </a:cubicBezTo>
                <a:close/>
                <a:moveTo>
                  <a:pt x="18660" y="4517"/>
                </a:moveTo>
                <a:cubicBezTo>
                  <a:pt x="18515" y="4517"/>
                  <a:pt x="18369" y="4576"/>
                  <a:pt x="18259" y="4694"/>
                </a:cubicBezTo>
                <a:cubicBezTo>
                  <a:pt x="18037" y="4931"/>
                  <a:pt x="18037" y="5316"/>
                  <a:pt x="18259" y="5552"/>
                </a:cubicBezTo>
                <a:cubicBezTo>
                  <a:pt x="18480" y="5789"/>
                  <a:pt x="18840" y="5789"/>
                  <a:pt x="19062" y="5552"/>
                </a:cubicBezTo>
                <a:cubicBezTo>
                  <a:pt x="19283" y="5316"/>
                  <a:pt x="19283" y="4931"/>
                  <a:pt x="19062" y="4694"/>
                </a:cubicBezTo>
                <a:cubicBezTo>
                  <a:pt x="18951" y="4576"/>
                  <a:pt x="18805" y="4517"/>
                  <a:pt x="18660" y="4517"/>
                </a:cubicBezTo>
                <a:close/>
                <a:moveTo>
                  <a:pt x="20922" y="4517"/>
                </a:moveTo>
                <a:cubicBezTo>
                  <a:pt x="20776" y="4517"/>
                  <a:pt x="20631" y="4576"/>
                  <a:pt x="20520" y="4694"/>
                </a:cubicBezTo>
                <a:cubicBezTo>
                  <a:pt x="20298" y="4931"/>
                  <a:pt x="20298" y="5316"/>
                  <a:pt x="20520" y="5552"/>
                </a:cubicBezTo>
                <a:cubicBezTo>
                  <a:pt x="20742" y="5789"/>
                  <a:pt x="21101" y="5789"/>
                  <a:pt x="21323" y="5552"/>
                </a:cubicBezTo>
                <a:cubicBezTo>
                  <a:pt x="21545" y="5316"/>
                  <a:pt x="21545" y="4931"/>
                  <a:pt x="21323" y="4694"/>
                </a:cubicBezTo>
                <a:cubicBezTo>
                  <a:pt x="21212" y="4576"/>
                  <a:pt x="21067" y="4517"/>
                  <a:pt x="20922" y="4517"/>
                </a:cubicBezTo>
                <a:close/>
                <a:moveTo>
                  <a:pt x="568" y="6776"/>
                </a:moveTo>
                <a:cubicBezTo>
                  <a:pt x="423" y="6776"/>
                  <a:pt x="278" y="6835"/>
                  <a:pt x="167" y="6953"/>
                </a:cubicBezTo>
                <a:cubicBezTo>
                  <a:pt x="-55" y="7190"/>
                  <a:pt x="-55" y="7574"/>
                  <a:pt x="167" y="7811"/>
                </a:cubicBezTo>
                <a:cubicBezTo>
                  <a:pt x="389" y="8048"/>
                  <a:pt x="749" y="8048"/>
                  <a:pt x="971" y="7811"/>
                </a:cubicBezTo>
                <a:cubicBezTo>
                  <a:pt x="1193" y="7574"/>
                  <a:pt x="1193" y="7190"/>
                  <a:pt x="971" y="6953"/>
                </a:cubicBezTo>
                <a:cubicBezTo>
                  <a:pt x="860" y="6835"/>
                  <a:pt x="714" y="6776"/>
                  <a:pt x="568" y="6776"/>
                </a:cubicBezTo>
                <a:close/>
                <a:moveTo>
                  <a:pt x="2830" y="6776"/>
                </a:moveTo>
                <a:cubicBezTo>
                  <a:pt x="2685" y="6776"/>
                  <a:pt x="2539" y="6835"/>
                  <a:pt x="2428" y="6953"/>
                </a:cubicBezTo>
                <a:cubicBezTo>
                  <a:pt x="2207" y="7190"/>
                  <a:pt x="2207" y="7574"/>
                  <a:pt x="2428" y="7811"/>
                </a:cubicBezTo>
                <a:cubicBezTo>
                  <a:pt x="2650" y="8048"/>
                  <a:pt x="3011" y="8048"/>
                  <a:pt x="3232" y="7811"/>
                </a:cubicBezTo>
                <a:cubicBezTo>
                  <a:pt x="3454" y="7574"/>
                  <a:pt x="3454" y="7190"/>
                  <a:pt x="3232" y="6953"/>
                </a:cubicBezTo>
                <a:cubicBezTo>
                  <a:pt x="3121" y="6835"/>
                  <a:pt x="2975" y="6776"/>
                  <a:pt x="2830" y="6776"/>
                </a:cubicBezTo>
                <a:close/>
                <a:moveTo>
                  <a:pt x="5092" y="6776"/>
                </a:moveTo>
                <a:cubicBezTo>
                  <a:pt x="4946" y="6776"/>
                  <a:pt x="4801" y="6835"/>
                  <a:pt x="4690" y="6953"/>
                </a:cubicBezTo>
                <a:cubicBezTo>
                  <a:pt x="4468" y="7190"/>
                  <a:pt x="4468" y="7574"/>
                  <a:pt x="4690" y="7811"/>
                </a:cubicBezTo>
                <a:cubicBezTo>
                  <a:pt x="4912" y="8048"/>
                  <a:pt x="5271" y="8048"/>
                  <a:pt x="5493" y="7811"/>
                </a:cubicBezTo>
                <a:cubicBezTo>
                  <a:pt x="5715" y="7574"/>
                  <a:pt x="5715" y="7190"/>
                  <a:pt x="5493" y="6953"/>
                </a:cubicBezTo>
                <a:cubicBezTo>
                  <a:pt x="5382" y="6835"/>
                  <a:pt x="5237" y="6776"/>
                  <a:pt x="5092" y="6776"/>
                </a:cubicBezTo>
                <a:close/>
                <a:moveTo>
                  <a:pt x="7353" y="6776"/>
                </a:moveTo>
                <a:cubicBezTo>
                  <a:pt x="7208" y="6776"/>
                  <a:pt x="7063" y="6835"/>
                  <a:pt x="6952" y="6953"/>
                </a:cubicBezTo>
                <a:cubicBezTo>
                  <a:pt x="6730" y="7190"/>
                  <a:pt x="6730" y="7574"/>
                  <a:pt x="6952" y="7811"/>
                </a:cubicBezTo>
                <a:cubicBezTo>
                  <a:pt x="7173" y="8048"/>
                  <a:pt x="7533" y="8048"/>
                  <a:pt x="7755" y="7811"/>
                </a:cubicBezTo>
                <a:cubicBezTo>
                  <a:pt x="7976" y="7574"/>
                  <a:pt x="7976" y="7190"/>
                  <a:pt x="7755" y="6953"/>
                </a:cubicBezTo>
                <a:cubicBezTo>
                  <a:pt x="7644" y="6835"/>
                  <a:pt x="7498" y="6776"/>
                  <a:pt x="7353" y="6776"/>
                </a:cubicBezTo>
                <a:close/>
                <a:moveTo>
                  <a:pt x="9615" y="6776"/>
                </a:moveTo>
                <a:cubicBezTo>
                  <a:pt x="9469" y="6776"/>
                  <a:pt x="9324" y="6835"/>
                  <a:pt x="9213" y="6953"/>
                </a:cubicBezTo>
                <a:cubicBezTo>
                  <a:pt x="8991" y="7190"/>
                  <a:pt x="8991" y="7574"/>
                  <a:pt x="9213" y="7811"/>
                </a:cubicBezTo>
                <a:cubicBezTo>
                  <a:pt x="9435" y="8048"/>
                  <a:pt x="9794" y="8048"/>
                  <a:pt x="10016" y="7811"/>
                </a:cubicBezTo>
                <a:cubicBezTo>
                  <a:pt x="10238" y="7574"/>
                  <a:pt x="10238" y="7190"/>
                  <a:pt x="10016" y="6953"/>
                </a:cubicBezTo>
                <a:cubicBezTo>
                  <a:pt x="9905" y="6835"/>
                  <a:pt x="9760" y="6776"/>
                  <a:pt x="9615" y="6776"/>
                </a:cubicBezTo>
                <a:close/>
                <a:moveTo>
                  <a:pt x="11876" y="6776"/>
                </a:moveTo>
                <a:cubicBezTo>
                  <a:pt x="11731" y="6776"/>
                  <a:pt x="11585" y="6835"/>
                  <a:pt x="11474" y="6953"/>
                </a:cubicBezTo>
                <a:cubicBezTo>
                  <a:pt x="11252" y="7190"/>
                  <a:pt x="11252" y="7574"/>
                  <a:pt x="11474" y="7811"/>
                </a:cubicBezTo>
                <a:cubicBezTo>
                  <a:pt x="11696" y="8048"/>
                  <a:pt x="12056" y="8048"/>
                  <a:pt x="12278" y="7811"/>
                </a:cubicBezTo>
                <a:cubicBezTo>
                  <a:pt x="12500" y="7574"/>
                  <a:pt x="12500" y="7190"/>
                  <a:pt x="12278" y="6953"/>
                </a:cubicBezTo>
                <a:cubicBezTo>
                  <a:pt x="12167" y="6835"/>
                  <a:pt x="12022" y="6776"/>
                  <a:pt x="11876" y="6776"/>
                </a:cubicBezTo>
                <a:close/>
                <a:moveTo>
                  <a:pt x="14138" y="6776"/>
                </a:moveTo>
                <a:cubicBezTo>
                  <a:pt x="13992" y="6776"/>
                  <a:pt x="13846" y="6835"/>
                  <a:pt x="13735" y="6953"/>
                </a:cubicBezTo>
                <a:cubicBezTo>
                  <a:pt x="13514" y="7190"/>
                  <a:pt x="13514" y="7574"/>
                  <a:pt x="13735" y="7811"/>
                </a:cubicBezTo>
                <a:cubicBezTo>
                  <a:pt x="13957" y="8048"/>
                  <a:pt x="14317" y="8048"/>
                  <a:pt x="14539" y="7811"/>
                </a:cubicBezTo>
                <a:cubicBezTo>
                  <a:pt x="14761" y="7574"/>
                  <a:pt x="14761" y="7190"/>
                  <a:pt x="14539" y="6953"/>
                </a:cubicBezTo>
                <a:cubicBezTo>
                  <a:pt x="14428" y="6835"/>
                  <a:pt x="14283" y="6776"/>
                  <a:pt x="14138" y="6776"/>
                </a:cubicBezTo>
                <a:close/>
                <a:moveTo>
                  <a:pt x="16398" y="6776"/>
                </a:moveTo>
                <a:cubicBezTo>
                  <a:pt x="16253" y="6776"/>
                  <a:pt x="16108" y="6835"/>
                  <a:pt x="15997" y="6953"/>
                </a:cubicBezTo>
                <a:cubicBezTo>
                  <a:pt x="15775" y="7190"/>
                  <a:pt x="15775" y="7574"/>
                  <a:pt x="15997" y="7811"/>
                </a:cubicBezTo>
                <a:cubicBezTo>
                  <a:pt x="16219" y="8048"/>
                  <a:pt x="16579" y="8048"/>
                  <a:pt x="16801" y="7811"/>
                </a:cubicBezTo>
                <a:cubicBezTo>
                  <a:pt x="17023" y="7574"/>
                  <a:pt x="17023" y="7190"/>
                  <a:pt x="16801" y="6953"/>
                </a:cubicBezTo>
                <a:cubicBezTo>
                  <a:pt x="16690" y="6835"/>
                  <a:pt x="16544" y="6776"/>
                  <a:pt x="16398" y="6776"/>
                </a:cubicBezTo>
                <a:close/>
                <a:moveTo>
                  <a:pt x="18660" y="6776"/>
                </a:moveTo>
                <a:cubicBezTo>
                  <a:pt x="18515" y="6776"/>
                  <a:pt x="18369" y="6835"/>
                  <a:pt x="18259" y="6953"/>
                </a:cubicBezTo>
                <a:cubicBezTo>
                  <a:pt x="18037" y="7190"/>
                  <a:pt x="18037" y="7574"/>
                  <a:pt x="18259" y="7811"/>
                </a:cubicBezTo>
                <a:cubicBezTo>
                  <a:pt x="18480" y="8048"/>
                  <a:pt x="18840" y="8048"/>
                  <a:pt x="19062" y="7811"/>
                </a:cubicBezTo>
                <a:cubicBezTo>
                  <a:pt x="19283" y="7574"/>
                  <a:pt x="19283" y="7190"/>
                  <a:pt x="19062" y="6953"/>
                </a:cubicBezTo>
                <a:cubicBezTo>
                  <a:pt x="18951" y="6835"/>
                  <a:pt x="18805" y="6776"/>
                  <a:pt x="18660" y="6776"/>
                </a:cubicBezTo>
                <a:close/>
                <a:moveTo>
                  <a:pt x="20922" y="6776"/>
                </a:moveTo>
                <a:cubicBezTo>
                  <a:pt x="20776" y="6776"/>
                  <a:pt x="20631" y="6835"/>
                  <a:pt x="20520" y="6953"/>
                </a:cubicBezTo>
                <a:cubicBezTo>
                  <a:pt x="20298" y="7190"/>
                  <a:pt x="20298" y="7574"/>
                  <a:pt x="20520" y="7811"/>
                </a:cubicBezTo>
                <a:cubicBezTo>
                  <a:pt x="20742" y="8048"/>
                  <a:pt x="21101" y="8048"/>
                  <a:pt x="21323" y="7811"/>
                </a:cubicBezTo>
                <a:cubicBezTo>
                  <a:pt x="21545" y="7574"/>
                  <a:pt x="21545" y="7190"/>
                  <a:pt x="21323" y="6953"/>
                </a:cubicBezTo>
                <a:cubicBezTo>
                  <a:pt x="21212" y="6835"/>
                  <a:pt x="21067" y="6776"/>
                  <a:pt x="20922" y="6776"/>
                </a:cubicBezTo>
                <a:close/>
                <a:moveTo>
                  <a:pt x="568" y="9034"/>
                </a:moveTo>
                <a:cubicBezTo>
                  <a:pt x="423" y="9034"/>
                  <a:pt x="278" y="9094"/>
                  <a:pt x="167" y="9212"/>
                </a:cubicBezTo>
                <a:cubicBezTo>
                  <a:pt x="-55" y="9449"/>
                  <a:pt x="-55" y="9833"/>
                  <a:pt x="167" y="10070"/>
                </a:cubicBezTo>
                <a:cubicBezTo>
                  <a:pt x="389" y="10307"/>
                  <a:pt x="749" y="10307"/>
                  <a:pt x="971" y="10070"/>
                </a:cubicBezTo>
                <a:cubicBezTo>
                  <a:pt x="1193" y="9833"/>
                  <a:pt x="1193" y="9449"/>
                  <a:pt x="971" y="9212"/>
                </a:cubicBezTo>
                <a:cubicBezTo>
                  <a:pt x="860" y="9094"/>
                  <a:pt x="714" y="9034"/>
                  <a:pt x="568" y="9034"/>
                </a:cubicBezTo>
                <a:close/>
                <a:moveTo>
                  <a:pt x="2830" y="9034"/>
                </a:moveTo>
                <a:cubicBezTo>
                  <a:pt x="2685" y="9034"/>
                  <a:pt x="2539" y="9094"/>
                  <a:pt x="2428" y="9212"/>
                </a:cubicBezTo>
                <a:cubicBezTo>
                  <a:pt x="2207" y="9449"/>
                  <a:pt x="2207" y="9833"/>
                  <a:pt x="2428" y="10070"/>
                </a:cubicBezTo>
                <a:cubicBezTo>
                  <a:pt x="2650" y="10307"/>
                  <a:pt x="3011" y="10307"/>
                  <a:pt x="3232" y="10070"/>
                </a:cubicBezTo>
                <a:cubicBezTo>
                  <a:pt x="3454" y="9833"/>
                  <a:pt x="3454" y="9449"/>
                  <a:pt x="3232" y="9212"/>
                </a:cubicBezTo>
                <a:cubicBezTo>
                  <a:pt x="3121" y="9094"/>
                  <a:pt x="2975" y="9034"/>
                  <a:pt x="2830" y="9034"/>
                </a:cubicBezTo>
                <a:close/>
                <a:moveTo>
                  <a:pt x="5092" y="9034"/>
                </a:moveTo>
                <a:cubicBezTo>
                  <a:pt x="4946" y="9034"/>
                  <a:pt x="4801" y="9094"/>
                  <a:pt x="4690" y="9212"/>
                </a:cubicBezTo>
                <a:cubicBezTo>
                  <a:pt x="4468" y="9449"/>
                  <a:pt x="4468" y="9833"/>
                  <a:pt x="4690" y="10070"/>
                </a:cubicBezTo>
                <a:cubicBezTo>
                  <a:pt x="4912" y="10307"/>
                  <a:pt x="5271" y="10307"/>
                  <a:pt x="5493" y="10070"/>
                </a:cubicBezTo>
                <a:cubicBezTo>
                  <a:pt x="5715" y="9833"/>
                  <a:pt x="5715" y="9449"/>
                  <a:pt x="5493" y="9212"/>
                </a:cubicBezTo>
                <a:cubicBezTo>
                  <a:pt x="5382" y="9094"/>
                  <a:pt x="5237" y="9034"/>
                  <a:pt x="5092" y="9034"/>
                </a:cubicBezTo>
                <a:close/>
                <a:moveTo>
                  <a:pt x="7353" y="9034"/>
                </a:moveTo>
                <a:cubicBezTo>
                  <a:pt x="7208" y="9034"/>
                  <a:pt x="7063" y="9094"/>
                  <a:pt x="6952" y="9212"/>
                </a:cubicBezTo>
                <a:cubicBezTo>
                  <a:pt x="6730" y="9449"/>
                  <a:pt x="6730" y="9833"/>
                  <a:pt x="6952" y="10070"/>
                </a:cubicBezTo>
                <a:cubicBezTo>
                  <a:pt x="7173" y="10307"/>
                  <a:pt x="7533" y="10307"/>
                  <a:pt x="7755" y="10070"/>
                </a:cubicBezTo>
                <a:cubicBezTo>
                  <a:pt x="7976" y="9833"/>
                  <a:pt x="7976" y="9449"/>
                  <a:pt x="7755" y="9212"/>
                </a:cubicBezTo>
                <a:cubicBezTo>
                  <a:pt x="7644" y="9094"/>
                  <a:pt x="7498" y="9034"/>
                  <a:pt x="7353" y="9034"/>
                </a:cubicBezTo>
                <a:close/>
                <a:moveTo>
                  <a:pt x="9615" y="9034"/>
                </a:moveTo>
                <a:cubicBezTo>
                  <a:pt x="9469" y="9034"/>
                  <a:pt x="9324" y="9094"/>
                  <a:pt x="9213" y="9212"/>
                </a:cubicBezTo>
                <a:cubicBezTo>
                  <a:pt x="8991" y="9449"/>
                  <a:pt x="8991" y="9833"/>
                  <a:pt x="9213" y="10070"/>
                </a:cubicBezTo>
                <a:cubicBezTo>
                  <a:pt x="9435" y="10307"/>
                  <a:pt x="9794" y="10307"/>
                  <a:pt x="10016" y="10070"/>
                </a:cubicBezTo>
                <a:cubicBezTo>
                  <a:pt x="10238" y="9833"/>
                  <a:pt x="10238" y="9449"/>
                  <a:pt x="10016" y="9212"/>
                </a:cubicBezTo>
                <a:cubicBezTo>
                  <a:pt x="9905" y="9094"/>
                  <a:pt x="9760" y="9034"/>
                  <a:pt x="9615" y="9034"/>
                </a:cubicBezTo>
                <a:close/>
                <a:moveTo>
                  <a:pt x="11876" y="9034"/>
                </a:moveTo>
                <a:cubicBezTo>
                  <a:pt x="11731" y="9034"/>
                  <a:pt x="11585" y="9094"/>
                  <a:pt x="11474" y="9212"/>
                </a:cubicBezTo>
                <a:cubicBezTo>
                  <a:pt x="11252" y="9449"/>
                  <a:pt x="11252" y="9833"/>
                  <a:pt x="11474" y="10070"/>
                </a:cubicBezTo>
                <a:cubicBezTo>
                  <a:pt x="11696" y="10307"/>
                  <a:pt x="12056" y="10307"/>
                  <a:pt x="12278" y="10070"/>
                </a:cubicBezTo>
                <a:cubicBezTo>
                  <a:pt x="12500" y="9833"/>
                  <a:pt x="12500" y="9449"/>
                  <a:pt x="12278" y="9212"/>
                </a:cubicBezTo>
                <a:cubicBezTo>
                  <a:pt x="12167" y="9094"/>
                  <a:pt x="12022" y="9034"/>
                  <a:pt x="11876" y="9034"/>
                </a:cubicBezTo>
                <a:close/>
                <a:moveTo>
                  <a:pt x="14138" y="9034"/>
                </a:moveTo>
                <a:cubicBezTo>
                  <a:pt x="13992" y="9034"/>
                  <a:pt x="13846" y="9094"/>
                  <a:pt x="13735" y="9212"/>
                </a:cubicBezTo>
                <a:cubicBezTo>
                  <a:pt x="13514" y="9449"/>
                  <a:pt x="13514" y="9833"/>
                  <a:pt x="13735" y="10070"/>
                </a:cubicBezTo>
                <a:cubicBezTo>
                  <a:pt x="13957" y="10307"/>
                  <a:pt x="14317" y="10307"/>
                  <a:pt x="14539" y="10070"/>
                </a:cubicBezTo>
                <a:cubicBezTo>
                  <a:pt x="14761" y="9833"/>
                  <a:pt x="14761" y="9449"/>
                  <a:pt x="14539" y="9212"/>
                </a:cubicBezTo>
                <a:cubicBezTo>
                  <a:pt x="14428" y="9094"/>
                  <a:pt x="14283" y="9034"/>
                  <a:pt x="14138" y="9034"/>
                </a:cubicBezTo>
                <a:close/>
                <a:moveTo>
                  <a:pt x="16398" y="9034"/>
                </a:moveTo>
                <a:cubicBezTo>
                  <a:pt x="16253" y="9034"/>
                  <a:pt x="16108" y="9094"/>
                  <a:pt x="15997" y="9212"/>
                </a:cubicBezTo>
                <a:cubicBezTo>
                  <a:pt x="15775" y="9449"/>
                  <a:pt x="15775" y="9833"/>
                  <a:pt x="15997" y="10070"/>
                </a:cubicBezTo>
                <a:cubicBezTo>
                  <a:pt x="16219" y="10307"/>
                  <a:pt x="16579" y="10307"/>
                  <a:pt x="16801" y="10070"/>
                </a:cubicBezTo>
                <a:cubicBezTo>
                  <a:pt x="17023" y="9833"/>
                  <a:pt x="17023" y="9449"/>
                  <a:pt x="16801" y="9212"/>
                </a:cubicBezTo>
                <a:cubicBezTo>
                  <a:pt x="16690" y="9094"/>
                  <a:pt x="16544" y="9034"/>
                  <a:pt x="16398" y="9034"/>
                </a:cubicBezTo>
                <a:close/>
                <a:moveTo>
                  <a:pt x="18660" y="9034"/>
                </a:moveTo>
                <a:cubicBezTo>
                  <a:pt x="18515" y="9034"/>
                  <a:pt x="18369" y="9094"/>
                  <a:pt x="18259" y="9212"/>
                </a:cubicBezTo>
                <a:cubicBezTo>
                  <a:pt x="18037" y="9449"/>
                  <a:pt x="18037" y="9833"/>
                  <a:pt x="18259" y="10070"/>
                </a:cubicBezTo>
                <a:cubicBezTo>
                  <a:pt x="18480" y="10307"/>
                  <a:pt x="18840" y="10307"/>
                  <a:pt x="19062" y="10070"/>
                </a:cubicBezTo>
                <a:cubicBezTo>
                  <a:pt x="19283" y="9833"/>
                  <a:pt x="19283" y="9449"/>
                  <a:pt x="19062" y="9212"/>
                </a:cubicBezTo>
                <a:cubicBezTo>
                  <a:pt x="18951" y="9094"/>
                  <a:pt x="18805" y="9034"/>
                  <a:pt x="18660" y="9034"/>
                </a:cubicBezTo>
                <a:close/>
                <a:moveTo>
                  <a:pt x="20922" y="9034"/>
                </a:moveTo>
                <a:cubicBezTo>
                  <a:pt x="20776" y="9034"/>
                  <a:pt x="20631" y="9094"/>
                  <a:pt x="20520" y="9212"/>
                </a:cubicBezTo>
                <a:cubicBezTo>
                  <a:pt x="20298" y="9449"/>
                  <a:pt x="20298" y="9833"/>
                  <a:pt x="20520" y="10070"/>
                </a:cubicBezTo>
                <a:cubicBezTo>
                  <a:pt x="20742" y="10307"/>
                  <a:pt x="21101" y="10307"/>
                  <a:pt x="21323" y="10070"/>
                </a:cubicBezTo>
                <a:cubicBezTo>
                  <a:pt x="21545" y="9833"/>
                  <a:pt x="21545" y="9449"/>
                  <a:pt x="21323" y="9212"/>
                </a:cubicBezTo>
                <a:cubicBezTo>
                  <a:pt x="21212" y="9094"/>
                  <a:pt x="21067" y="9034"/>
                  <a:pt x="20922" y="9034"/>
                </a:cubicBezTo>
                <a:close/>
                <a:moveTo>
                  <a:pt x="568" y="11293"/>
                </a:moveTo>
                <a:cubicBezTo>
                  <a:pt x="423" y="11293"/>
                  <a:pt x="278" y="11353"/>
                  <a:pt x="167" y="11471"/>
                </a:cubicBezTo>
                <a:cubicBezTo>
                  <a:pt x="-55" y="11708"/>
                  <a:pt x="-55" y="12092"/>
                  <a:pt x="167" y="12329"/>
                </a:cubicBezTo>
                <a:cubicBezTo>
                  <a:pt x="389" y="12566"/>
                  <a:pt x="749" y="12566"/>
                  <a:pt x="971" y="12329"/>
                </a:cubicBezTo>
                <a:cubicBezTo>
                  <a:pt x="1193" y="12092"/>
                  <a:pt x="1193" y="11708"/>
                  <a:pt x="971" y="11471"/>
                </a:cubicBezTo>
                <a:cubicBezTo>
                  <a:pt x="860" y="11353"/>
                  <a:pt x="714" y="11293"/>
                  <a:pt x="568" y="11293"/>
                </a:cubicBezTo>
                <a:close/>
                <a:moveTo>
                  <a:pt x="2830" y="11293"/>
                </a:moveTo>
                <a:cubicBezTo>
                  <a:pt x="2685" y="11293"/>
                  <a:pt x="2539" y="11353"/>
                  <a:pt x="2428" y="11471"/>
                </a:cubicBezTo>
                <a:cubicBezTo>
                  <a:pt x="2207" y="11708"/>
                  <a:pt x="2207" y="12092"/>
                  <a:pt x="2428" y="12329"/>
                </a:cubicBezTo>
                <a:cubicBezTo>
                  <a:pt x="2650" y="12566"/>
                  <a:pt x="3011" y="12566"/>
                  <a:pt x="3232" y="12329"/>
                </a:cubicBezTo>
                <a:cubicBezTo>
                  <a:pt x="3454" y="12092"/>
                  <a:pt x="3454" y="11708"/>
                  <a:pt x="3232" y="11471"/>
                </a:cubicBezTo>
                <a:cubicBezTo>
                  <a:pt x="3121" y="11353"/>
                  <a:pt x="2975" y="11293"/>
                  <a:pt x="2830" y="11293"/>
                </a:cubicBezTo>
                <a:close/>
                <a:moveTo>
                  <a:pt x="5092" y="11293"/>
                </a:moveTo>
                <a:cubicBezTo>
                  <a:pt x="4946" y="11293"/>
                  <a:pt x="4801" y="11353"/>
                  <a:pt x="4690" y="11471"/>
                </a:cubicBezTo>
                <a:cubicBezTo>
                  <a:pt x="4468" y="11708"/>
                  <a:pt x="4468" y="12092"/>
                  <a:pt x="4690" y="12329"/>
                </a:cubicBezTo>
                <a:cubicBezTo>
                  <a:pt x="4912" y="12566"/>
                  <a:pt x="5271" y="12566"/>
                  <a:pt x="5493" y="12329"/>
                </a:cubicBezTo>
                <a:cubicBezTo>
                  <a:pt x="5715" y="12092"/>
                  <a:pt x="5715" y="11708"/>
                  <a:pt x="5493" y="11471"/>
                </a:cubicBezTo>
                <a:cubicBezTo>
                  <a:pt x="5382" y="11353"/>
                  <a:pt x="5237" y="11293"/>
                  <a:pt x="5092" y="11293"/>
                </a:cubicBezTo>
                <a:close/>
                <a:moveTo>
                  <a:pt x="7353" y="11293"/>
                </a:moveTo>
                <a:cubicBezTo>
                  <a:pt x="7208" y="11293"/>
                  <a:pt x="7063" y="11353"/>
                  <a:pt x="6952" y="11471"/>
                </a:cubicBezTo>
                <a:cubicBezTo>
                  <a:pt x="6730" y="11708"/>
                  <a:pt x="6730" y="12092"/>
                  <a:pt x="6952" y="12329"/>
                </a:cubicBezTo>
                <a:cubicBezTo>
                  <a:pt x="7173" y="12566"/>
                  <a:pt x="7533" y="12566"/>
                  <a:pt x="7755" y="12329"/>
                </a:cubicBezTo>
                <a:cubicBezTo>
                  <a:pt x="7976" y="12092"/>
                  <a:pt x="7976" y="11708"/>
                  <a:pt x="7755" y="11471"/>
                </a:cubicBezTo>
                <a:cubicBezTo>
                  <a:pt x="7644" y="11353"/>
                  <a:pt x="7498" y="11293"/>
                  <a:pt x="7353" y="11293"/>
                </a:cubicBezTo>
                <a:close/>
                <a:moveTo>
                  <a:pt x="9615" y="11293"/>
                </a:moveTo>
                <a:cubicBezTo>
                  <a:pt x="9469" y="11293"/>
                  <a:pt x="9324" y="11353"/>
                  <a:pt x="9213" y="11471"/>
                </a:cubicBezTo>
                <a:cubicBezTo>
                  <a:pt x="8991" y="11708"/>
                  <a:pt x="8991" y="12092"/>
                  <a:pt x="9213" y="12329"/>
                </a:cubicBezTo>
                <a:cubicBezTo>
                  <a:pt x="9435" y="12566"/>
                  <a:pt x="9794" y="12566"/>
                  <a:pt x="10016" y="12329"/>
                </a:cubicBezTo>
                <a:cubicBezTo>
                  <a:pt x="10238" y="12092"/>
                  <a:pt x="10238" y="11708"/>
                  <a:pt x="10016" y="11471"/>
                </a:cubicBezTo>
                <a:cubicBezTo>
                  <a:pt x="9905" y="11353"/>
                  <a:pt x="9760" y="11293"/>
                  <a:pt x="9615" y="11293"/>
                </a:cubicBezTo>
                <a:close/>
                <a:moveTo>
                  <a:pt x="11876" y="11293"/>
                </a:moveTo>
                <a:cubicBezTo>
                  <a:pt x="11731" y="11293"/>
                  <a:pt x="11585" y="11353"/>
                  <a:pt x="11474" y="11471"/>
                </a:cubicBezTo>
                <a:cubicBezTo>
                  <a:pt x="11252" y="11708"/>
                  <a:pt x="11252" y="12092"/>
                  <a:pt x="11474" y="12329"/>
                </a:cubicBezTo>
                <a:cubicBezTo>
                  <a:pt x="11696" y="12566"/>
                  <a:pt x="12056" y="12566"/>
                  <a:pt x="12278" y="12329"/>
                </a:cubicBezTo>
                <a:cubicBezTo>
                  <a:pt x="12500" y="12092"/>
                  <a:pt x="12500" y="11708"/>
                  <a:pt x="12278" y="11471"/>
                </a:cubicBezTo>
                <a:cubicBezTo>
                  <a:pt x="12167" y="11353"/>
                  <a:pt x="12022" y="11293"/>
                  <a:pt x="11876" y="11293"/>
                </a:cubicBezTo>
                <a:close/>
                <a:moveTo>
                  <a:pt x="14138" y="11293"/>
                </a:moveTo>
                <a:cubicBezTo>
                  <a:pt x="13992" y="11293"/>
                  <a:pt x="13846" y="11353"/>
                  <a:pt x="13735" y="11471"/>
                </a:cubicBezTo>
                <a:cubicBezTo>
                  <a:pt x="13514" y="11708"/>
                  <a:pt x="13514" y="12092"/>
                  <a:pt x="13735" y="12329"/>
                </a:cubicBezTo>
                <a:cubicBezTo>
                  <a:pt x="13957" y="12566"/>
                  <a:pt x="14317" y="12566"/>
                  <a:pt x="14539" y="12329"/>
                </a:cubicBezTo>
                <a:cubicBezTo>
                  <a:pt x="14761" y="12092"/>
                  <a:pt x="14761" y="11708"/>
                  <a:pt x="14539" y="11471"/>
                </a:cubicBezTo>
                <a:cubicBezTo>
                  <a:pt x="14428" y="11353"/>
                  <a:pt x="14283" y="11293"/>
                  <a:pt x="14138" y="11293"/>
                </a:cubicBezTo>
                <a:close/>
                <a:moveTo>
                  <a:pt x="16398" y="11293"/>
                </a:moveTo>
                <a:cubicBezTo>
                  <a:pt x="16253" y="11293"/>
                  <a:pt x="16108" y="11353"/>
                  <a:pt x="15997" y="11471"/>
                </a:cubicBezTo>
                <a:cubicBezTo>
                  <a:pt x="15775" y="11708"/>
                  <a:pt x="15775" y="12092"/>
                  <a:pt x="15997" y="12329"/>
                </a:cubicBezTo>
                <a:cubicBezTo>
                  <a:pt x="16219" y="12566"/>
                  <a:pt x="16579" y="12566"/>
                  <a:pt x="16801" y="12329"/>
                </a:cubicBezTo>
                <a:cubicBezTo>
                  <a:pt x="17023" y="12092"/>
                  <a:pt x="17023" y="11708"/>
                  <a:pt x="16801" y="11471"/>
                </a:cubicBezTo>
                <a:cubicBezTo>
                  <a:pt x="16690" y="11353"/>
                  <a:pt x="16544" y="11293"/>
                  <a:pt x="16398" y="11293"/>
                </a:cubicBezTo>
                <a:close/>
                <a:moveTo>
                  <a:pt x="18660" y="11293"/>
                </a:moveTo>
                <a:cubicBezTo>
                  <a:pt x="18515" y="11293"/>
                  <a:pt x="18369" y="11353"/>
                  <a:pt x="18259" y="11471"/>
                </a:cubicBezTo>
                <a:cubicBezTo>
                  <a:pt x="18037" y="11708"/>
                  <a:pt x="18037" y="12092"/>
                  <a:pt x="18259" y="12329"/>
                </a:cubicBezTo>
                <a:cubicBezTo>
                  <a:pt x="18480" y="12566"/>
                  <a:pt x="18840" y="12566"/>
                  <a:pt x="19062" y="12329"/>
                </a:cubicBezTo>
                <a:cubicBezTo>
                  <a:pt x="19283" y="12092"/>
                  <a:pt x="19283" y="11708"/>
                  <a:pt x="19062" y="11471"/>
                </a:cubicBezTo>
                <a:cubicBezTo>
                  <a:pt x="18951" y="11353"/>
                  <a:pt x="18805" y="11293"/>
                  <a:pt x="18660" y="11293"/>
                </a:cubicBezTo>
                <a:close/>
                <a:moveTo>
                  <a:pt x="20922" y="11293"/>
                </a:moveTo>
                <a:cubicBezTo>
                  <a:pt x="20776" y="11293"/>
                  <a:pt x="20631" y="11353"/>
                  <a:pt x="20520" y="11471"/>
                </a:cubicBezTo>
                <a:cubicBezTo>
                  <a:pt x="20298" y="11708"/>
                  <a:pt x="20298" y="12092"/>
                  <a:pt x="20520" y="12329"/>
                </a:cubicBezTo>
                <a:cubicBezTo>
                  <a:pt x="20742" y="12566"/>
                  <a:pt x="21101" y="12566"/>
                  <a:pt x="21323" y="12329"/>
                </a:cubicBezTo>
                <a:cubicBezTo>
                  <a:pt x="21545" y="12092"/>
                  <a:pt x="21545" y="11708"/>
                  <a:pt x="21323" y="11471"/>
                </a:cubicBezTo>
                <a:cubicBezTo>
                  <a:pt x="21212" y="11353"/>
                  <a:pt x="21067" y="11293"/>
                  <a:pt x="20922" y="11293"/>
                </a:cubicBezTo>
                <a:close/>
                <a:moveTo>
                  <a:pt x="568" y="13551"/>
                </a:moveTo>
                <a:cubicBezTo>
                  <a:pt x="423" y="13551"/>
                  <a:pt x="278" y="13610"/>
                  <a:pt x="167" y="13729"/>
                </a:cubicBezTo>
                <a:cubicBezTo>
                  <a:pt x="-55" y="13966"/>
                  <a:pt x="-55" y="14350"/>
                  <a:pt x="167" y="14587"/>
                </a:cubicBezTo>
                <a:cubicBezTo>
                  <a:pt x="389" y="14823"/>
                  <a:pt x="749" y="14823"/>
                  <a:pt x="971" y="14587"/>
                </a:cubicBezTo>
                <a:cubicBezTo>
                  <a:pt x="1193" y="14350"/>
                  <a:pt x="1193" y="13966"/>
                  <a:pt x="971" y="13729"/>
                </a:cubicBezTo>
                <a:cubicBezTo>
                  <a:pt x="860" y="13610"/>
                  <a:pt x="714" y="13551"/>
                  <a:pt x="568" y="13551"/>
                </a:cubicBezTo>
                <a:close/>
                <a:moveTo>
                  <a:pt x="2830" y="13551"/>
                </a:moveTo>
                <a:cubicBezTo>
                  <a:pt x="2685" y="13551"/>
                  <a:pt x="2539" y="13610"/>
                  <a:pt x="2428" y="13729"/>
                </a:cubicBezTo>
                <a:cubicBezTo>
                  <a:pt x="2207" y="13966"/>
                  <a:pt x="2207" y="14350"/>
                  <a:pt x="2428" y="14587"/>
                </a:cubicBezTo>
                <a:cubicBezTo>
                  <a:pt x="2650" y="14823"/>
                  <a:pt x="3011" y="14823"/>
                  <a:pt x="3232" y="14587"/>
                </a:cubicBezTo>
                <a:cubicBezTo>
                  <a:pt x="3454" y="14350"/>
                  <a:pt x="3454" y="13966"/>
                  <a:pt x="3232" y="13729"/>
                </a:cubicBezTo>
                <a:cubicBezTo>
                  <a:pt x="3121" y="13610"/>
                  <a:pt x="2975" y="13551"/>
                  <a:pt x="2830" y="13551"/>
                </a:cubicBezTo>
                <a:close/>
                <a:moveTo>
                  <a:pt x="5092" y="13551"/>
                </a:moveTo>
                <a:cubicBezTo>
                  <a:pt x="4946" y="13551"/>
                  <a:pt x="4801" y="13610"/>
                  <a:pt x="4690" y="13729"/>
                </a:cubicBezTo>
                <a:cubicBezTo>
                  <a:pt x="4468" y="13966"/>
                  <a:pt x="4468" y="14350"/>
                  <a:pt x="4690" y="14587"/>
                </a:cubicBezTo>
                <a:cubicBezTo>
                  <a:pt x="4912" y="14823"/>
                  <a:pt x="5271" y="14823"/>
                  <a:pt x="5493" y="14587"/>
                </a:cubicBezTo>
                <a:cubicBezTo>
                  <a:pt x="5715" y="14350"/>
                  <a:pt x="5715" y="13966"/>
                  <a:pt x="5493" y="13729"/>
                </a:cubicBezTo>
                <a:cubicBezTo>
                  <a:pt x="5382" y="13610"/>
                  <a:pt x="5237" y="13551"/>
                  <a:pt x="5092" y="13551"/>
                </a:cubicBezTo>
                <a:close/>
                <a:moveTo>
                  <a:pt x="7353" y="13551"/>
                </a:moveTo>
                <a:cubicBezTo>
                  <a:pt x="7208" y="13551"/>
                  <a:pt x="7063" y="13610"/>
                  <a:pt x="6952" y="13729"/>
                </a:cubicBezTo>
                <a:cubicBezTo>
                  <a:pt x="6730" y="13966"/>
                  <a:pt x="6730" y="14350"/>
                  <a:pt x="6952" y="14587"/>
                </a:cubicBezTo>
                <a:cubicBezTo>
                  <a:pt x="7173" y="14823"/>
                  <a:pt x="7533" y="14823"/>
                  <a:pt x="7755" y="14587"/>
                </a:cubicBezTo>
                <a:cubicBezTo>
                  <a:pt x="7976" y="14350"/>
                  <a:pt x="7976" y="13966"/>
                  <a:pt x="7755" y="13729"/>
                </a:cubicBezTo>
                <a:cubicBezTo>
                  <a:pt x="7644" y="13610"/>
                  <a:pt x="7498" y="13551"/>
                  <a:pt x="7353" y="13551"/>
                </a:cubicBezTo>
                <a:close/>
                <a:moveTo>
                  <a:pt x="9615" y="13551"/>
                </a:moveTo>
                <a:cubicBezTo>
                  <a:pt x="9469" y="13551"/>
                  <a:pt x="9324" y="13610"/>
                  <a:pt x="9213" y="13729"/>
                </a:cubicBezTo>
                <a:cubicBezTo>
                  <a:pt x="8991" y="13966"/>
                  <a:pt x="8991" y="14350"/>
                  <a:pt x="9213" y="14587"/>
                </a:cubicBezTo>
                <a:cubicBezTo>
                  <a:pt x="9435" y="14823"/>
                  <a:pt x="9794" y="14823"/>
                  <a:pt x="10016" y="14587"/>
                </a:cubicBezTo>
                <a:cubicBezTo>
                  <a:pt x="10238" y="14350"/>
                  <a:pt x="10238" y="13966"/>
                  <a:pt x="10016" y="13729"/>
                </a:cubicBezTo>
                <a:cubicBezTo>
                  <a:pt x="9905" y="13610"/>
                  <a:pt x="9760" y="13551"/>
                  <a:pt x="9615" y="13551"/>
                </a:cubicBezTo>
                <a:close/>
                <a:moveTo>
                  <a:pt x="11876" y="13551"/>
                </a:moveTo>
                <a:cubicBezTo>
                  <a:pt x="11731" y="13551"/>
                  <a:pt x="11585" y="13610"/>
                  <a:pt x="11474" y="13729"/>
                </a:cubicBezTo>
                <a:cubicBezTo>
                  <a:pt x="11252" y="13966"/>
                  <a:pt x="11252" y="14350"/>
                  <a:pt x="11474" y="14587"/>
                </a:cubicBezTo>
                <a:cubicBezTo>
                  <a:pt x="11696" y="14823"/>
                  <a:pt x="12056" y="14823"/>
                  <a:pt x="12278" y="14587"/>
                </a:cubicBezTo>
                <a:cubicBezTo>
                  <a:pt x="12500" y="14350"/>
                  <a:pt x="12500" y="13966"/>
                  <a:pt x="12278" y="13729"/>
                </a:cubicBezTo>
                <a:cubicBezTo>
                  <a:pt x="12167" y="13610"/>
                  <a:pt x="12022" y="13551"/>
                  <a:pt x="11876" y="13551"/>
                </a:cubicBezTo>
                <a:close/>
                <a:moveTo>
                  <a:pt x="14138" y="13551"/>
                </a:moveTo>
                <a:cubicBezTo>
                  <a:pt x="13992" y="13551"/>
                  <a:pt x="13846" y="13610"/>
                  <a:pt x="13735" y="13729"/>
                </a:cubicBezTo>
                <a:cubicBezTo>
                  <a:pt x="13514" y="13966"/>
                  <a:pt x="13514" y="14350"/>
                  <a:pt x="13735" y="14587"/>
                </a:cubicBezTo>
                <a:cubicBezTo>
                  <a:pt x="13957" y="14823"/>
                  <a:pt x="14317" y="14823"/>
                  <a:pt x="14539" y="14587"/>
                </a:cubicBezTo>
                <a:cubicBezTo>
                  <a:pt x="14761" y="14350"/>
                  <a:pt x="14761" y="13966"/>
                  <a:pt x="14539" y="13729"/>
                </a:cubicBezTo>
                <a:cubicBezTo>
                  <a:pt x="14428" y="13610"/>
                  <a:pt x="14283" y="13551"/>
                  <a:pt x="14138" y="13551"/>
                </a:cubicBezTo>
                <a:close/>
                <a:moveTo>
                  <a:pt x="16398" y="13551"/>
                </a:moveTo>
                <a:cubicBezTo>
                  <a:pt x="16253" y="13551"/>
                  <a:pt x="16108" y="13610"/>
                  <a:pt x="15997" y="13729"/>
                </a:cubicBezTo>
                <a:cubicBezTo>
                  <a:pt x="15775" y="13966"/>
                  <a:pt x="15775" y="14350"/>
                  <a:pt x="15997" y="14587"/>
                </a:cubicBezTo>
                <a:cubicBezTo>
                  <a:pt x="16219" y="14823"/>
                  <a:pt x="16579" y="14823"/>
                  <a:pt x="16801" y="14587"/>
                </a:cubicBezTo>
                <a:cubicBezTo>
                  <a:pt x="17023" y="14350"/>
                  <a:pt x="17023" y="13966"/>
                  <a:pt x="16801" y="13729"/>
                </a:cubicBezTo>
                <a:cubicBezTo>
                  <a:pt x="16690" y="13610"/>
                  <a:pt x="16544" y="13551"/>
                  <a:pt x="16398" y="13551"/>
                </a:cubicBezTo>
                <a:close/>
                <a:moveTo>
                  <a:pt x="18660" y="13551"/>
                </a:moveTo>
                <a:cubicBezTo>
                  <a:pt x="18515" y="13551"/>
                  <a:pt x="18369" y="13610"/>
                  <a:pt x="18259" y="13729"/>
                </a:cubicBezTo>
                <a:cubicBezTo>
                  <a:pt x="18037" y="13966"/>
                  <a:pt x="18037" y="14350"/>
                  <a:pt x="18259" y="14587"/>
                </a:cubicBezTo>
                <a:cubicBezTo>
                  <a:pt x="18480" y="14823"/>
                  <a:pt x="18840" y="14823"/>
                  <a:pt x="19062" y="14587"/>
                </a:cubicBezTo>
                <a:cubicBezTo>
                  <a:pt x="19283" y="14350"/>
                  <a:pt x="19283" y="13966"/>
                  <a:pt x="19062" y="13729"/>
                </a:cubicBezTo>
                <a:cubicBezTo>
                  <a:pt x="18951" y="13610"/>
                  <a:pt x="18805" y="13551"/>
                  <a:pt x="18660" y="13551"/>
                </a:cubicBezTo>
                <a:close/>
                <a:moveTo>
                  <a:pt x="20922" y="13551"/>
                </a:moveTo>
                <a:cubicBezTo>
                  <a:pt x="20776" y="13551"/>
                  <a:pt x="20631" y="13610"/>
                  <a:pt x="20520" y="13729"/>
                </a:cubicBezTo>
                <a:cubicBezTo>
                  <a:pt x="20298" y="13966"/>
                  <a:pt x="20298" y="14350"/>
                  <a:pt x="20520" y="14587"/>
                </a:cubicBezTo>
                <a:cubicBezTo>
                  <a:pt x="20742" y="14823"/>
                  <a:pt x="21101" y="14823"/>
                  <a:pt x="21323" y="14587"/>
                </a:cubicBezTo>
                <a:cubicBezTo>
                  <a:pt x="21545" y="14350"/>
                  <a:pt x="21545" y="13966"/>
                  <a:pt x="21323" y="13729"/>
                </a:cubicBezTo>
                <a:cubicBezTo>
                  <a:pt x="21212" y="13610"/>
                  <a:pt x="21067" y="13551"/>
                  <a:pt x="20922" y="13551"/>
                </a:cubicBezTo>
                <a:close/>
                <a:moveTo>
                  <a:pt x="568" y="15810"/>
                </a:moveTo>
                <a:cubicBezTo>
                  <a:pt x="423" y="15810"/>
                  <a:pt x="278" y="15869"/>
                  <a:pt x="167" y="15988"/>
                </a:cubicBezTo>
                <a:cubicBezTo>
                  <a:pt x="-55" y="16224"/>
                  <a:pt x="-55" y="16609"/>
                  <a:pt x="167" y="16846"/>
                </a:cubicBezTo>
                <a:cubicBezTo>
                  <a:pt x="389" y="17082"/>
                  <a:pt x="749" y="17082"/>
                  <a:pt x="971" y="16846"/>
                </a:cubicBezTo>
                <a:cubicBezTo>
                  <a:pt x="1193" y="16609"/>
                  <a:pt x="1193" y="16224"/>
                  <a:pt x="971" y="15988"/>
                </a:cubicBezTo>
                <a:cubicBezTo>
                  <a:pt x="860" y="15869"/>
                  <a:pt x="714" y="15810"/>
                  <a:pt x="568" y="15810"/>
                </a:cubicBezTo>
                <a:close/>
                <a:moveTo>
                  <a:pt x="2830" y="15810"/>
                </a:moveTo>
                <a:cubicBezTo>
                  <a:pt x="2685" y="15810"/>
                  <a:pt x="2539" y="15869"/>
                  <a:pt x="2428" y="15988"/>
                </a:cubicBezTo>
                <a:cubicBezTo>
                  <a:pt x="2207" y="16224"/>
                  <a:pt x="2207" y="16609"/>
                  <a:pt x="2428" y="16846"/>
                </a:cubicBezTo>
                <a:cubicBezTo>
                  <a:pt x="2650" y="17082"/>
                  <a:pt x="3011" y="17082"/>
                  <a:pt x="3232" y="16846"/>
                </a:cubicBezTo>
                <a:cubicBezTo>
                  <a:pt x="3454" y="16609"/>
                  <a:pt x="3454" y="16224"/>
                  <a:pt x="3232" y="15988"/>
                </a:cubicBezTo>
                <a:cubicBezTo>
                  <a:pt x="3121" y="15869"/>
                  <a:pt x="2975" y="15810"/>
                  <a:pt x="2830" y="15810"/>
                </a:cubicBezTo>
                <a:close/>
                <a:moveTo>
                  <a:pt x="5092" y="15810"/>
                </a:moveTo>
                <a:cubicBezTo>
                  <a:pt x="4946" y="15810"/>
                  <a:pt x="4801" y="15869"/>
                  <a:pt x="4690" y="15988"/>
                </a:cubicBezTo>
                <a:cubicBezTo>
                  <a:pt x="4468" y="16224"/>
                  <a:pt x="4468" y="16609"/>
                  <a:pt x="4690" y="16846"/>
                </a:cubicBezTo>
                <a:cubicBezTo>
                  <a:pt x="4912" y="17082"/>
                  <a:pt x="5271" y="17082"/>
                  <a:pt x="5493" y="16846"/>
                </a:cubicBezTo>
                <a:cubicBezTo>
                  <a:pt x="5715" y="16609"/>
                  <a:pt x="5715" y="16224"/>
                  <a:pt x="5493" y="15988"/>
                </a:cubicBezTo>
                <a:cubicBezTo>
                  <a:pt x="5382" y="15869"/>
                  <a:pt x="5237" y="15810"/>
                  <a:pt x="5092" y="15810"/>
                </a:cubicBezTo>
                <a:close/>
                <a:moveTo>
                  <a:pt x="7353" y="15810"/>
                </a:moveTo>
                <a:cubicBezTo>
                  <a:pt x="7208" y="15810"/>
                  <a:pt x="7063" y="15869"/>
                  <a:pt x="6952" y="15988"/>
                </a:cubicBezTo>
                <a:cubicBezTo>
                  <a:pt x="6730" y="16224"/>
                  <a:pt x="6730" y="16609"/>
                  <a:pt x="6952" y="16846"/>
                </a:cubicBezTo>
                <a:cubicBezTo>
                  <a:pt x="7173" y="17082"/>
                  <a:pt x="7533" y="17082"/>
                  <a:pt x="7755" y="16846"/>
                </a:cubicBezTo>
                <a:cubicBezTo>
                  <a:pt x="7976" y="16609"/>
                  <a:pt x="7976" y="16224"/>
                  <a:pt x="7755" y="15988"/>
                </a:cubicBezTo>
                <a:cubicBezTo>
                  <a:pt x="7644" y="15869"/>
                  <a:pt x="7498" y="15810"/>
                  <a:pt x="7353" y="15810"/>
                </a:cubicBezTo>
                <a:close/>
                <a:moveTo>
                  <a:pt x="9615" y="15810"/>
                </a:moveTo>
                <a:cubicBezTo>
                  <a:pt x="9469" y="15810"/>
                  <a:pt x="9324" y="15869"/>
                  <a:pt x="9213" y="15988"/>
                </a:cubicBezTo>
                <a:cubicBezTo>
                  <a:pt x="8991" y="16224"/>
                  <a:pt x="8991" y="16609"/>
                  <a:pt x="9213" y="16846"/>
                </a:cubicBezTo>
                <a:cubicBezTo>
                  <a:pt x="9435" y="17082"/>
                  <a:pt x="9794" y="17082"/>
                  <a:pt x="10016" y="16846"/>
                </a:cubicBezTo>
                <a:cubicBezTo>
                  <a:pt x="10238" y="16609"/>
                  <a:pt x="10238" y="16224"/>
                  <a:pt x="10016" y="15988"/>
                </a:cubicBezTo>
                <a:cubicBezTo>
                  <a:pt x="9905" y="15869"/>
                  <a:pt x="9760" y="15810"/>
                  <a:pt x="9615" y="15810"/>
                </a:cubicBezTo>
                <a:close/>
                <a:moveTo>
                  <a:pt x="11876" y="15810"/>
                </a:moveTo>
                <a:cubicBezTo>
                  <a:pt x="11731" y="15810"/>
                  <a:pt x="11585" y="15869"/>
                  <a:pt x="11474" y="15988"/>
                </a:cubicBezTo>
                <a:cubicBezTo>
                  <a:pt x="11252" y="16224"/>
                  <a:pt x="11252" y="16609"/>
                  <a:pt x="11474" y="16846"/>
                </a:cubicBezTo>
                <a:cubicBezTo>
                  <a:pt x="11696" y="17082"/>
                  <a:pt x="12056" y="17082"/>
                  <a:pt x="12278" y="16846"/>
                </a:cubicBezTo>
                <a:cubicBezTo>
                  <a:pt x="12500" y="16609"/>
                  <a:pt x="12500" y="16224"/>
                  <a:pt x="12278" y="15988"/>
                </a:cubicBezTo>
                <a:cubicBezTo>
                  <a:pt x="12167" y="15869"/>
                  <a:pt x="12022" y="15810"/>
                  <a:pt x="11876" y="15810"/>
                </a:cubicBezTo>
                <a:close/>
                <a:moveTo>
                  <a:pt x="14138" y="15810"/>
                </a:moveTo>
                <a:cubicBezTo>
                  <a:pt x="13992" y="15810"/>
                  <a:pt x="13846" y="15869"/>
                  <a:pt x="13735" y="15988"/>
                </a:cubicBezTo>
                <a:cubicBezTo>
                  <a:pt x="13514" y="16224"/>
                  <a:pt x="13514" y="16609"/>
                  <a:pt x="13735" y="16846"/>
                </a:cubicBezTo>
                <a:cubicBezTo>
                  <a:pt x="13957" y="17082"/>
                  <a:pt x="14317" y="17082"/>
                  <a:pt x="14539" y="16846"/>
                </a:cubicBezTo>
                <a:cubicBezTo>
                  <a:pt x="14761" y="16609"/>
                  <a:pt x="14761" y="16224"/>
                  <a:pt x="14539" y="15988"/>
                </a:cubicBezTo>
                <a:cubicBezTo>
                  <a:pt x="14428" y="15869"/>
                  <a:pt x="14283" y="15810"/>
                  <a:pt x="14138" y="15810"/>
                </a:cubicBezTo>
                <a:close/>
                <a:moveTo>
                  <a:pt x="16398" y="15810"/>
                </a:moveTo>
                <a:cubicBezTo>
                  <a:pt x="16253" y="15810"/>
                  <a:pt x="16108" y="15869"/>
                  <a:pt x="15997" y="15988"/>
                </a:cubicBezTo>
                <a:cubicBezTo>
                  <a:pt x="15775" y="16224"/>
                  <a:pt x="15775" y="16609"/>
                  <a:pt x="15997" y="16846"/>
                </a:cubicBezTo>
                <a:cubicBezTo>
                  <a:pt x="16219" y="17082"/>
                  <a:pt x="16579" y="17082"/>
                  <a:pt x="16801" y="16846"/>
                </a:cubicBezTo>
                <a:cubicBezTo>
                  <a:pt x="17023" y="16609"/>
                  <a:pt x="17023" y="16224"/>
                  <a:pt x="16801" y="15988"/>
                </a:cubicBezTo>
                <a:cubicBezTo>
                  <a:pt x="16690" y="15869"/>
                  <a:pt x="16544" y="15810"/>
                  <a:pt x="16398" y="15810"/>
                </a:cubicBezTo>
                <a:close/>
                <a:moveTo>
                  <a:pt x="18660" y="15810"/>
                </a:moveTo>
                <a:cubicBezTo>
                  <a:pt x="18515" y="15810"/>
                  <a:pt x="18369" y="15869"/>
                  <a:pt x="18259" y="15988"/>
                </a:cubicBezTo>
                <a:cubicBezTo>
                  <a:pt x="18037" y="16224"/>
                  <a:pt x="18037" y="16609"/>
                  <a:pt x="18259" y="16846"/>
                </a:cubicBezTo>
                <a:cubicBezTo>
                  <a:pt x="18480" y="17082"/>
                  <a:pt x="18840" y="17082"/>
                  <a:pt x="19062" y="16846"/>
                </a:cubicBezTo>
                <a:cubicBezTo>
                  <a:pt x="19283" y="16609"/>
                  <a:pt x="19283" y="16224"/>
                  <a:pt x="19062" y="15988"/>
                </a:cubicBezTo>
                <a:cubicBezTo>
                  <a:pt x="18951" y="15869"/>
                  <a:pt x="18805" y="15810"/>
                  <a:pt x="18660" y="15810"/>
                </a:cubicBezTo>
                <a:close/>
                <a:moveTo>
                  <a:pt x="20922" y="15810"/>
                </a:moveTo>
                <a:cubicBezTo>
                  <a:pt x="20776" y="15810"/>
                  <a:pt x="20631" y="15869"/>
                  <a:pt x="20520" y="15988"/>
                </a:cubicBezTo>
                <a:cubicBezTo>
                  <a:pt x="20298" y="16224"/>
                  <a:pt x="20298" y="16609"/>
                  <a:pt x="20520" y="16846"/>
                </a:cubicBezTo>
                <a:cubicBezTo>
                  <a:pt x="20742" y="17082"/>
                  <a:pt x="21101" y="17082"/>
                  <a:pt x="21323" y="16846"/>
                </a:cubicBezTo>
                <a:cubicBezTo>
                  <a:pt x="21545" y="16609"/>
                  <a:pt x="21545" y="16224"/>
                  <a:pt x="21323" y="15988"/>
                </a:cubicBezTo>
                <a:cubicBezTo>
                  <a:pt x="21212" y="15869"/>
                  <a:pt x="21067" y="15810"/>
                  <a:pt x="20922" y="15810"/>
                </a:cubicBezTo>
                <a:close/>
                <a:moveTo>
                  <a:pt x="568" y="18069"/>
                </a:moveTo>
                <a:cubicBezTo>
                  <a:pt x="423" y="18069"/>
                  <a:pt x="278" y="18128"/>
                  <a:pt x="167" y="18247"/>
                </a:cubicBezTo>
                <a:cubicBezTo>
                  <a:pt x="-55" y="18483"/>
                  <a:pt x="-55" y="18868"/>
                  <a:pt x="167" y="19104"/>
                </a:cubicBezTo>
                <a:cubicBezTo>
                  <a:pt x="389" y="19341"/>
                  <a:pt x="749" y="19341"/>
                  <a:pt x="971" y="19104"/>
                </a:cubicBezTo>
                <a:cubicBezTo>
                  <a:pt x="1193" y="18868"/>
                  <a:pt x="1193" y="18483"/>
                  <a:pt x="971" y="18247"/>
                </a:cubicBezTo>
                <a:cubicBezTo>
                  <a:pt x="860" y="18128"/>
                  <a:pt x="714" y="18069"/>
                  <a:pt x="568" y="18069"/>
                </a:cubicBezTo>
                <a:close/>
                <a:moveTo>
                  <a:pt x="2830" y="18069"/>
                </a:moveTo>
                <a:cubicBezTo>
                  <a:pt x="2685" y="18069"/>
                  <a:pt x="2539" y="18128"/>
                  <a:pt x="2428" y="18247"/>
                </a:cubicBezTo>
                <a:cubicBezTo>
                  <a:pt x="2207" y="18483"/>
                  <a:pt x="2207" y="18868"/>
                  <a:pt x="2428" y="19104"/>
                </a:cubicBezTo>
                <a:cubicBezTo>
                  <a:pt x="2650" y="19341"/>
                  <a:pt x="3011" y="19341"/>
                  <a:pt x="3232" y="19104"/>
                </a:cubicBezTo>
                <a:cubicBezTo>
                  <a:pt x="3454" y="18868"/>
                  <a:pt x="3454" y="18483"/>
                  <a:pt x="3232" y="18247"/>
                </a:cubicBezTo>
                <a:cubicBezTo>
                  <a:pt x="3121" y="18128"/>
                  <a:pt x="2975" y="18069"/>
                  <a:pt x="2830" y="18069"/>
                </a:cubicBezTo>
                <a:close/>
                <a:moveTo>
                  <a:pt x="5092" y="18069"/>
                </a:moveTo>
                <a:cubicBezTo>
                  <a:pt x="4946" y="18069"/>
                  <a:pt x="4801" y="18128"/>
                  <a:pt x="4690" y="18247"/>
                </a:cubicBezTo>
                <a:cubicBezTo>
                  <a:pt x="4468" y="18483"/>
                  <a:pt x="4468" y="18868"/>
                  <a:pt x="4690" y="19104"/>
                </a:cubicBezTo>
                <a:cubicBezTo>
                  <a:pt x="4912" y="19341"/>
                  <a:pt x="5271" y="19341"/>
                  <a:pt x="5493" y="19104"/>
                </a:cubicBezTo>
                <a:cubicBezTo>
                  <a:pt x="5715" y="18868"/>
                  <a:pt x="5715" y="18483"/>
                  <a:pt x="5493" y="18247"/>
                </a:cubicBezTo>
                <a:cubicBezTo>
                  <a:pt x="5382" y="18128"/>
                  <a:pt x="5237" y="18069"/>
                  <a:pt x="5092" y="18069"/>
                </a:cubicBezTo>
                <a:close/>
                <a:moveTo>
                  <a:pt x="7353" y="18069"/>
                </a:moveTo>
                <a:cubicBezTo>
                  <a:pt x="7208" y="18069"/>
                  <a:pt x="7063" y="18128"/>
                  <a:pt x="6952" y="18247"/>
                </a:cubicBezTo>
                <a:cubicBezTo>
                  <a:pt x="6730" y="18483"/>
                  <a:pt x="6730" y="18868"/>
                  <a:pt x="6952" y="19104"/>
                </a:cubicBezTo>
                <a:cubicBezTo>
                  <a:pt x="7173" y="19341"/>
                  <a:pt x="7533" y="19341"/>
                  <a:pt x="7755" y="19104"/>
                </a:cubicBezTo>
                <a:cubicBezTo>
                  <a:pt x="7976" y="18868"/>
                  <a:pt x="7976" y="18483"/>
                  <a:pt x="7755" y="18247"/>
                </a:cubicBezTo>
                <a:cubicBezTo>
                  <a:pt x="7644" y="18128"/>
                  <a:pt x="7498" y="18069"/>
                  <a:pt x="7353" y="18069"/>
                </a:cubicBezTo>
                <a:close/>
                <a:moveTo>
                  <a:pt x="9615" y="18069"/>
                </a:moveTo>
                <a:cubicBezTo>
                  <a:pt x="9469" y="18069"/>
                  <a:pt x="9324" y="18128"/>
                  <a:pt x="9213" y="18247"/>
                </a:cubicBezTo>
                <a:cubicBezTo>
                  <a:pt x="8991" y="18483"/>
                  <a:pt x="8991" y="18868"/>
                  <a:pt x="9213" y="19104"/>
                </a:cubicBezTo>
                <a:cubicBezTo>
                  <a:pt x="9435" y="19341"/>
                  <a:pt x="9794" y="19341"/>
                  <a:pt x="10016" y="19104"/>
                </a:cubicBezTo>
                <a:cubicBezTo>
                  <a:pt x="10238" y="18868"/>
                  <a:pt x="10238" y="18483"/>
                  <a:pt x="10016" y="18247"/>
                </a:cubicBezTo>
                <a:cubicBezTo>
                  <a:pt x="9905" y="18128"/>
                  <a:pt x="9760" y="18069"/>
                  <a:pt x="9615" y="18069"/>
                </a:cubicBezTo>
                <a:close/>
                <a:moveTo>
                  <a:pt x="11876" y="18069"/>
                </a:moveTo>
                <a:cubicBezTo>
                  <a:pt x="11731" y="18069"/>
                  <a:pt x="11585" y="18128"/>
                  <a:pt x="11474" y="18247"/>
                </a:cubicBezTo>
                <a:cubicBezTo>
                  <a:pt x="11252" y="18483"/>
                  <a:pt x="11252" y="18868"/>
                  <a:pt x="11474" y="19104"/>
                </a:cubicBezTo>
                <a:cubicBezTo>
                  <a:pt x="11696" y="19341"/>
                  <a:pt x="12056" y="19341"/>
                  <a:pt x="12278" y="19104"/>
                </a:cubicBezTo>
                <a:cubicBezTo>
                  <a:pt x="12500" y="18868"/>
                  <a:pt x="12500" y="18483"/>
                  <a:pt x="12278" y="18247"/>
                </a:cubicBezTo>
                <a:cubicBezTo>
                  <a:pt x="12167" y="18128"/>
                  <a:pt x="12022" y="18069"/>
                  <a:pt x="11876" y="18069"/>
                </a:cubicBezTo>
                <a:close/>
                <a:moveTo>
                  <a:pt x="14138" y="18069"/>
                </a:moveTo>
                <a:cubicBezTo>
                  <a:pt x="13992" y="18069"/>
                  <a:pt x="13846" y="18128"/>
                  <a:pt x="13735" y="18247"/>
                </a:cubicBezTo>
                <a:cubicBezTo>
                  <a:pt x="13514" y="18483"/>
                  <a:pt x="13514" y="18868"/>
                  <a:pt x="13735" y="19104"/>
                </a:cubicBezTo>
                <a:cubicBezTo>
                  <a:pt x="13957" y="19341"/>
                  <a:pt x="14317" y="19341"/>
                  <a:pt x="14539" y="19104"/>
                </a:cubicBezTo>
                <a:cubicBezTo>
                  <a:pt x="14761" y="18868"/>
                  <a:pt x="14761" y="18483"/>
                  <a:pt x="14539" y="18247"/>
                </a:cubicBezTo>
                <a:cubicBezTo>
                  <a:pt x="14428" y="18128"/>
                  <a:pt x="14283" y="18069"/>
                  <a:pt x="14138" y="18069"/>
                </a:cubicBezTo>
                <a:close/>
                <a:moveTo>
                  <a:pt x="16398" y="18069"/>
                </a:moveTo>
                <a:cubicBezTo>
                  <a:pt x="16253" y="18069"/>
                  <a:pt x="16108" y="18128"/>
                  <a:pt x="15997" y="18247"/>
                </a:cubicBezTo>
                <a:cubicBezTo>
                  <a:pt x="15775" y="18483"/>
                  <a:pt x="15775" y="18868"/>
                  <a:pt x="15997" y="19104"/>
                </a:cubicBezTo>
                <a:cubicBezTo>
                  <a:pt x="16219" y="19341"/>
                  <a:pt x="16579" y="19341"/>
                  <a:pt x="16801" y="19104"/>
                </a:cubicBezTo>
                <a:cubicBezTo>
                  <a:pt x="17023" y="18868"/>
                  <a:pt x="17023" y="18483"/>
                  <a:pt x="16801" y="18247"/>
                </a:cubicBezTo>
                <a:cubicBezTo>
                  <a:pt x="16690" y="18128"/>
                  <a:pt x="16544" y="18069"/>
                  <a:pt x="16398" y="18069"/>
                </a:cubicBezTo>
                <a:close/>
                <a:moveTo>
                  <a:pt x="18660" y="18069"/>
                </a:moveTo>
                <a:cubicBezTo>
                  <a:pt x="18515" y="18069"/>
                  <a:pt x="18369" y="18128"/>
                  <a:pt x="18259" y="18247"/>
                </a:cubicBezTo>
                <a:cubicBezTo>
                  <a:pt x="18037" y="18483"/>
                  <a:pt x="18037" y="18868"/>
                  <a:pt x="18259" y="19104"/>
                </a:cubicBezTo>
                <a:cubicBezTo>
                  <a:pt x="18480" y="19341"/>
                  <a:pt x="18840" y="19341"/>
                  <a:pt x="19062" y="19104"/>
                </a:cubicBezTo>
                <a:cubicBezTo>
                  <a:pt x="19283" y="18868"/>
                  <a:pt x="19283" y="18483"/>
                  <a:pt x="19062" y="18247"/>
                </a:cubicBezTo>
                <a:cubicBezTo>
                  <a:pt x="18951" y="18128"/>
                  <a:pt x="18805" y="18069"/>
                  <a:pt x="18660" y="18069"/>
                </a:cubicBezTo>
                <a:close/>
                <a:moveTo>
                  <a:pt x="20922" y="18069"/>
                </a:moveTo>
                <a:cubicBezTo>
                  <a:pt x="20776" y="18069"/>
                  <a:pt x="20631" y="18128"/>
                  <a:pt x="20520" y="18247"/>
                </a:cubicBezTo>
                <a:cubicBezTo>
                  <a:pt x="20298" y="18483"/>
                  <a:pt x="20298" y="18868"/>
                  <a:pt x="20520" y="19104"/>
                </a:cubicBezTo>
                <a:cubicBezTo>
                  <a:pt x="20742" y="19341"/>
                  <a:pt x="21101" y="19341"/>
                  <a:pt x="21323" y="19104"/>
                </a:cubicBezTo>
                <a:cubicBezTo>
                  <a:pt x="21545" y="18868"/>
                  <a:pt x="21545" y="18483"/>
                  <a:pt x="21323" y="18247"/>
                </a:cubicBezTo>
                <a:cubicBezTo>
                  <a:pt x="21212" y="18128"/>
                  <a:pt x="21067" y="18069"/>
                  <a:pt x="20922" y="18069"/>
                </a:cubicBezTo>
                <a:close/>
                <a:moveTo>
                  <a:pt x="568" y="20328"/>
                </a:moveTo>
                <a:cubicBezTo>
                  <a:pt x="423" y="20328"/>
                  <a:pt x="278" y="20387"/>
                  <a:pt x="167" y="20505"/>
                </a:cubicBezTo>
                <a:cubicBezTo>
                  <a:pt x="-55" y="20742"/>
                  <a:pt x="-55" y="21126"/>
                  <a:pt x="167" y="21363"/>
                </a:cubicBezTo>
                <a:cubicBezTo>
                  <a:pt x="389" y="21600"/>
                  <a:pt x="749" y="21600"/>
                  <a:pt x="971" y="21363"/>
                </a:cubicBezTo>
                <a:cubicBezTo>
                  <a:pt x="1193" y="21126"/>
                  <a:pt x="1193" y="20742"/>
                  <a:pt x="971" y="20505"/>
                </a:cubicBezTo>
                <a:cubicBezTo>
                  <a:pt x="860" y="20387"/>
                  <a:pt x="714" y="20328"/>
                  <a:pt x="568" y="20328"/>
                </a:cubicBezTo>
                <a:close/>
                <a:moveTo>
                  <a:pt x="2830" y="20328"/>
                </a:moveTo>
                <a:cubicBezTo>
                  <a:pt x="2685" y="20328"/>
                  <a:pt x="2539" y="20387"/>
                  <a:pt x="2428" y="20505"/>
                </a:cubicBezTo>
                <a:cubicBezTo>
                  <a:pt x="2207" y="20742"/>
                  <a:pt x="2207" y="21126"/>
                  <a:pt x="2428" y="21363"/>
                </a:cubicBezTo>
                <a:cubicBezTo>
                  <a:pt x="2650" y="21600"/>
                  <a:pt x="3011" y="21600"/>
                  <a:pt x="3232" y="21363"/>
                </a:cubicBezTo>
                <a:cubicBezTo>
                  <a:pt x="3454" y="21126"/>
                  <a:pt x="3454" y="20742"/>
                  <a:pt x="3232" y="20505"/>
                </a:cubicBezTo>
                <a:cubicBezTo>
                  <a:pt x="3121" y="20387"/>
                  <a:pt x="2975" y="20328"/>
                  <a:pt x="2830" y="20328"/>
                </a:cubicBezTo>
                <a:close/>
                <a:moveTo>
                  <a:pt x="5092" y="20328"/>
                </a:moveTo>
                <a:cubicBezTo>
                  <a:pt x="4946" y="20328"/>
                  <a:pt x="4801" y="20387"/>
                  <a:pt x="4690" y="20505"/>
                </a:cubicBezTo>
                <a:cubicBezTo>
                  <a:pt x="4468" y="20742"/>
                  <a:pt x="4468" y="21126"/>
                  <a:pt x="4690" y="21363"/>
                </a:cubicBezTo>
                <a:cubicBezTo>
                  <a:pt x="4912" y="21600"/>
                  <a:pt x="5271" y="21600"/>
                  <a:pt x="5493" y="21363"/>
                </a:cubicBezTo>
                <a:cubicBezTo>
                  <a:pt x="5715" y="21126"/>
                  <a:pt x="5715" y="20742"/>
                  <a:pt x="5493" y="20505"/>
                </a:cubicBezTo>
                <a:cubicBezTo>
                  <a:pt x="5382" y="20387"/>
                  <a:pt x="5237" y="20328"/>
                  <a:pt x="5092" y="20328"/>
                </a:cubicBezTo>
                <a:close/>
                <a:moveTo>
                  <a:pt x="7353" y="20328"/>
                </a:moveTo>
                <a:cubicBezTo>
                  <a:pt x="7208" y="20328"/>
                  <a:pt x="7063" y="20387"/>
                  <a:pt x="6952" y="20505"/>
                </a:cubicBezTo>
                <a:cubicBezTo>
                  <a:pt x="6730" y="20742"/>
                  <a:pt x="6730" y="21126"/>
                  <a:pt x="6952" y="21363"/>
                </a:cubicBezTo>
                <a:cubicBezTo>
                  <a:pt x="7173" y="21600"/>
                  <a:pt x="7533" y="21600"/>
                  <a:pt x="7755" y="21363"/>
                </a:cubicBezTo>
                <a:cubicBezTo>
                  <a:pt x="7976" y="21126"/>
                  <a:pt x="7976" y="20742"/>
                  <a:pt x="7755" y="20505"/>
                </a:cubicBezTo>
                <a:cubicBezTo>
                  <a:pt x="7644" y="20387"/>
                  <a:pt x="7498" y="20328"/>
                  <a:pt x="7353" y="20328"/>
                </a:cubicBezTo>
                <a:close/>
                <a:moveTo>
                  <a:pt x="9615" y="20328"/>
                </a:moveTo>
                <a:cubicBezTo>
                  <a:pt x="9469" y="20328"/>
                  <a:pt x="9324" y="20387"/>
                  <a:pt x="9213" y="20505"/>
                </a:cubicBezTo>
                <a:cubicBezTo>
                  <a:pt x="8991" y="20742"/>
                  <a:pt x="8991" y="21126"/>
                  <a:pt x="9213" y="21363"/>
                </a:cubicBezTo>
                <a:cubicBezTo>
                  <a:pt x="9435" y="21600"/>
                  <a:pt x="9794" y="21600"/>
                  <a:pt x="10016" y="21363"/>
                </a:cubicBezTo>
                <a:cubicBezTo>
                  <a:pt x="10238" y="21126"/>
                  <a:pt x="10238" y="20742"/>
                  <a:pt x="10016" y="20505"/>
                </a:cubicBezTo>
                <a:cubicBezTo>
                  <a:pt x="9905" y="20387"/>
                  <a:pt x="9760" y="20328"/>
                  <a:pt x="9615" y="20328"/>
                </a:cubicBezTo>
                <a:close/>
                <a:moveTo>
                  <a:pt x="11876" y="20328"/>
                </a:moveTo>
                <a:cubicBezTo>
                  <a:pt x="11731" y="20328"/>
                  <a:pt x="11585" y="20387"/>
                  <a:pt x="11474" y="20505"/>
                </a:cubicBezTo>
                <a:cubicBezTo>
                  <a:pt x="11252" y="20742"/>
                  <a:pt x="11252" y="21126"/>
                  <a:pt x="11474" y="21363"/>
                </a:cubicBezTo>
                <a:cubicBezTo>
                  <a:pt x="11696" y="21600"/>
                  <a:pt x="12056" y="21600"/>
                  <a:pt x="12278" y="21363"/>
                </a:cubicBezTo>
                <a:cubicBezTo>
                  <a:pt x="12500" y="21126"/>
                  <a:pt x="12500" y="20742"/>
                  <a:pt x="12278" y="20505"/>
                </a:cubicBezTo>
                <a:cubicBezTo>
                  <a:pt x="12167" y="20387"/>
                  <a:pt x="12022" y="20328"/>
                  <a:pt x="11876" y="20328"/>
                </a:cubicBezTo>
                <a:close/>
                <a:moveTo>
                  <a:pt x="14138" y="20328"/>
                </a:moveTo>
                <a:cubicBezTo>
                  <a:pt x="13992" y="20328"/>
                  <a:pt x="13846" y="20387"/>
                  <a:pt x="13735" y="20505"/>
                </a:cubicBezTo>
                <a:cubicBezTo>
                  <a:pt x="13514" y="20742"/>
                  <a:pt x="13514" y="21126"/>
                  <a:pt x="13735" y="21363"/>
                </a:cubicBezTo>
                <a:cubicBezTo>
                  <a:pt x="13957" y="21600"/>
                  <a:pt x="14317" y="21600"/>
                  <a:pt x="14539" y="21363"/>
                </a:cubicBezTo>
                <a:cubicBezTo>
                  <a:pt x="14761" y="21126"/>
                  <a:pt x="14761" y="20742"/>
                  <a:pt x="14539" y="20505"/>
                </a:cubicBezTo>
                <a:cubicBezTo>
                  <a:pt x="14428" y="20387"/>
                  <a:pt x="14283" y="20328"/>
                  <a:pt x="14138" y="20328"/>
                </a:cubicBezTo>
                <a:close/>
                <a:moveTo>
                  <a:pt x="16398" y="20328"/>
                </a:moveTo>
                <a:cubicBezTo>
                  <a:pt x="16253" y="20328"/>
                  <a:pt x="16108" y="20387"/>
                  <a:pt x="15997" y="20505"/>
                </a:cubicBezTo>
                <a:cubicBezTo>
                  <a:pt x="15775" y="20742"/>
                  <a:pt x="15775" y="21126"/>
                  <a:pt x="15997" y="21363"/>
                </a:cubicBezTo>
                <a:cubicBezTo>
                  <a:pt x="16219" y="21600"/>
                  <a:pt x="16579" y="21600"/>
                  <a:pt x="16801" y="21363"/>
                </a:cubicBezTo>
                <a:cubicBezTo>
                  <a:pt x="17023" y="21126"/>
                  <a:pt x="17023" y="20742"/>
                  <a:pt x="16801" y="20505"/>
                </a:cubicBezTo>
                <a:cubicBezTo>
                  <a:pt x="16690" y="20387"/>
                  <a:pt x="16544" y="20328"/>
                  <a:pt x="16398" y="20328"/>
                </a:cubicBezTo>
                <a:close/>
                <a:moveTo>
                  <a:pt x="18660" y="20328"/>
                </a:moveTo>
                <a:cubicBezTo>
                  <a:pt x="18515" y="20328"/>
                  <a:pt x="18369" y="20387"/>
                  <a:pt x="18259" y="20505"/>
                </a:cubicBezTo>
                <a:cubicBezTo>
                  <a:pt x="18037" y="20742"/>
                  <a:pt x="18037" y="21126"/>
                  <a:pt x="18259" y="21363"/>
                </a:cubicBezTo>
                <a:cubicBezTo>
                  <a:pt x="18480" y="21600"/>
                  <a:pt x="18840" y="21600"/>
                  <a:pt x="19062" y="21363"/>
                </a:cubicBezTo>
                <a:cubicBezTo>
                  <a:pt x="19283" y="21126"/>
                  <a:pt x="19283" y="20742"/>
                  <a:pt x="19062" y="20505"/>
                </a:cubicBezTo>
                <a:cubicBezTo>
                  <a:pt x="18951" y="20387"/>
                  <a:pt x="18805" y="20328"/>
                  <a:pt x="18660" y="20328"/>
                </a:cubicBezTo>
                <a:close/>
                <a:moveTo>
                  <a:pt x="20922" y="20328"/>
                </a:moveTo>
                <a:cubicBezTo>
                  <a:pt x="20776" y="20328"/>
                  <a:pt x="20631" y="20387"/>
                  <a:pt x="20520" y="20505"/>
                </a:cubicBezTo>
                <a:cubicBezTo>
                  <a:pt x="20298" y="20742"/>
                  <a:pt x="20298" y="21126"/>
                  <a:pt x="20520" y="21363"/>
                </a:cubicBezTo>
                <a:cubicBezTo>
                  <a:pt x="20742" y="21600"/>
                  <a:pt x="21101" y="21600"/>
                  <a:pt x="21323" y="21363"/>
                </a:cubicBezTo>
                <a:cubicBezTo>
                  <a:pt x="21545" y="21126"/>
                  <a:pt x="21545" y="20742"/>
                  <a:pt x="21323" y="20505"/>
                </a:cubicBezTo>
                <a:cubicBezTo>
                  <a:pt x="21212" y="20387"/>
                  <a:pt x="21067" y="20328"/>
                  <a:pt x="20922" y="20328"/>
                </a:cubicBezTo>
                <a:close/>
              </a:path>
            </a:pathLst>
          </a:custGeom>
          <a:solidFill>
            <a:schemeClr val="tx1">
              <a:alpha val="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1528703" hangingPunct="0"/>
            <a:endParaRPr sz="5400" kern="0" dirty="0">
              <a:solidFill>
                <a:srgbClr val="FFFFFF"/>
              </a:solidFill>
              <a:latin typeface="Pretendard" panose="02000503000000020004" pitchFamily="50" charset="-127"/>
              <a:cs typeface="Pretendard" panose="02000503000000020004" pitchFamily="50" charset="-127"/>
              <a:sym typeface="Poppins Medium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E5EA83B-9BC1-47A2-8A39-B5B0053803ED}"/>
              </a:ext>
            </a:extLst>
          </p:cNvPr>
          <p:cNvSpPr txBox="1"/>
          <p:nvPr/>
        </p:nvSpPr>
        <p:spPr>
          <a:xfrm>
            <a:off x="779202" y="1424608"/>
            <a:ext cx="1619033" cy="42062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spcAft>
                <a:spcPts val="400"/>
              </a:spcAft>
            </a:pPr>
            <a:r>
              <a:rPr kumimoji="1" lang="en-US" altLang="ko-KR" sz="1200" spc="-40">
                <a:solidFill>
                  <a:schemeClr val="tx1">
                    <a:lumMod val="85000"/>
                    <a:lumOff val="15000"/>
                  </a:schemeClr>
                </a:solidFill>
                <a:latin typeface="G마켓 산스 Light" panose="02000000000000000000" pitchFamily="50" charset="-127"/>
                <a:ea typeface="G마켓 산스 Light" panose="02000000000000000000" pitchFamily="50" charset="-127"/>
              </a:rPr>
              <a:t>Simple_image</a:t>
            </a:r>
            <a:endParaRPr kumimoji="1" lang="en-US" altLang="ko-KR" sz="1200" spc="-40" dirty="0">
              <a:solidFill>
                <a:schemeClr val="tx1">
                  <a:lumMod val="85000"/>
                  <a:lumOff val="15000"/>
                </a:schemeClr>
              </a:solidFill>
              <a:latin typeface="G마켓 산스 Light" panose="02000000000000000000" pitchFamily="50" charset="-127"/>
              <a:ea typeface="G마켓 산스 Light" panose="02000000000000000000" pitchFamily="50" charset="-127"/>
            </a:endParaRPr>
          </a:p>
          <a:p>
            <a:pPr>
              <a:spcAft>
                <a:spcPts val="400"/>
              </a:spcAft>
            </a:pPr>
            <a:r>
              <a:rPr kumimoji="1" lang="ko-KR" altLang="en-US" sz="1200" b="0" i="0" spc="-40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파워포인트 템플릿 </a:t>
            </a:r>
            <a:r>
              <a:rPr kumimoji="1" lang="en-US" altLang="ko-KR" sz="1200" b="0" i="0" spc="-40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| 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PPT</a:t>
            </a:r>
            <a:endParaRPr kumimoji="1" lang="ko-KR" altLang="en-US" sz="1200" b="0" i="0" spc="-40" baseline="0" dirty="0">
              <a:solidFill>
                <a:schemeClr val="tx1">
                  <a:lumMod val="85000"/>
                  <a:lumOff val="15000"/>
                </a:schemeClr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1A36804-F5E9-4D96-8D01-2B12718A1C34}"/>
              </a:ext>
            </a:extLst>
          </p:cNvPr>
          <p:cNvSpPr txBox="1"/>
          <p:nvPr/>
        </p:nvSpPr>
        <p:spPr>
          <a:xfrm>
            <a:off x="725037" y="1964668"/>
            <a:ext cx="1727362" cy="324000"/>
          </a:xfrm>
          <a:prstGeom prst="roundRect">
            <a:avLst>
              <a:gd name="adj" fmla="val 50000"/>
            </a:avLst>
          </a:prstGeom>
          <a:solidFill>
            <a:schemeClr val="bg1"/>
          </a:solidFill>
        </p:spPr>
        <p:txBody>
          <a:bodyPr wrap="none" lIns="108000" tIns="0" rIns="108000" bIns="0" rtlCol="0" anchor="ctr">
            <a:noAutofit/>
          </a:bodyPr>
          <a:lstStyle>
            <a:defPPr>
              <a:defRPr lang="en-US"/>
            </a:defPPr>
            <a:lvl1pPr algn="ctr">
              <a:defRPr kumimoji="1">
                <a:solidFill>
                  <a:schemeClr val="tx1">
                    <a:lumMod val="95000"/>
                    <a:lumOff val="5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defRPr>
            </a:lvl1pPr>
          </a:lstStyle>
          <a:p>
            <a:r>
              <a:rPr lang="en-US" altLang="ko-KR" dirty="0"/>
              <a:t>CONTENTS</a:t>
            </a:r>
          </a:p>
        </p:txBody>
      </p:sp>
      <p:grpSp>
        <p:nvGrpSpPr>
          <p:cNvPr id="400" name="그룹 399">
            <a:extLst>
              <a:ext uri="{FF2B5EF4-FFF2-40B4-BE49-F238E27FC236}">
                <a16:creationId xmlns:a16="http://schemas.microsoft.com/office/drawing/2014/main" id="{62C31F44-2727-41BD-BFB9-F4E4A723A93A}"/>
              </a:ext>
            </a:extLst>
          </p:cNvPr>
          <p:cNvGrpSpPr/>
          <p:nvPr/>
        </p:nvGrpSpPr>
        <p:grpSpPr>
          <a:xfrm>
            <a:off x="685910" y="2686321"/>
            <a:ext cx="2012887" cy="5832000"/>
            <a:chOff x="146120" y="1568624"/>
            <a:chExt cx="2086247" cy="6044549"/>
          </a:xfrm>
        </p:grpSpPr>
        <p:sp>
          <p:nvSpPr>
            <p:cNvPr id="401" name="직사각형 400">
              <a:extLst>
                <a:ext uri="{FF2B5EF4-FFF2-40B4-BE49-F238E27FC236}">
                  <a16:creationId xmlns:a16="http://schemas.microsoft.com/office/drawing/2014/main" id="{04934B14-B7FD-49C0-9624-009E34BBFA55}"/>
                </a:ext>
              </a:extLst>
            </p:cNvPr>
            <p:cNvSpPr/>
            <p:nvPr/>
          </p:nvSpPr>
          <p:spPr>
            <a:xfrm>
              <a:off x="179999" y="1604628"/>
              <a:ext cx="2019151" cy="5970270"/>
            </a:xfrm>
            <a:prstGeom prst="rect">
              <a:avLst/>
            </a:prstGeom>
            <a:solidFill>
              <a:schemeClr val="tx1">
                <a:alpha val="10000"/>
              </a:schemeClr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402" name="그룹 401">
              <a:extLst>
                <a:ext uri="{FF2B5EF4-FFF2-40B4-BE49-F238E27FC236}">
                  <a16:creationId xmlns:a16="http://schemas.microsoft.com/office/drawing/2014/main" id="{4BD6DFC9-9624-4288-B1D7-129EB2136B27}"/>
                </a:ext>
              </a:extLst>
            </p:cNvPr>
            <p:cNvGrpSpPr/>
            <p:nvPr/>
          </p:nvGrpSpPr>
          <p:grpSpPr>
            <a:xfrm>
              <a:off x="146120" y="1568624"/>
              <a:ext cx="2086247" cy="6044549"/>
              <a:chOff x="152640" y="1568624"/>
              <a:chExt cx="2086247" cy="6044549"/>
            </a:xfrm>
            <a:solidFill>
              <a:schemeClr val="bg1">
                <a:alpha val="50000"/>
              </a:schemeClr>
            </a:solidFill>
          </p:grpSpPr>
          <p:sp>
            <p:nvSpPr>
              <p:cNvPr id="403" name="직사각형 402">
                <a:extLst>
                  <a:ext uri="{FF2B5EF4-FFF2-40B4-BE49-F238E27FC236}">
                    <a16:creationId xmlns:a16="http://schemas.microsoft.com/office/drawing/2014/main" id="{CBDA9F0D-22CA-44BF-828C-401C4B939674}"/>
                  </a:ext>
                </a:extLst>
              </p:cNvPr>
              <p:cNvSpPr/>
              <p:nvPr/>
            </p:nvSpPr>
            <p:spPr>
              <a:xfrm>
                <a:off x="189252" y="1568628"/>
                <a:ext cx="2014850" cy="36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04" name="직사각형 403">
                <a:extLst>
                  <a:ext uri="{FF2B5EF4-FFF2-40B4-BE49-F238E27FC236}">
                    <a16:creationId xmlns:a16="http://schemas.microsoft.com/office/drawing/2014/main" id="{BCA6C4A4-D60E-4598-81F9-2C953787AEBD}"/>
                  </a:ext>
                </a:extLst>
              </p:cNvPr>
              <p:cNvSpPr/>
              <p:nvPr/>
            </p:nvSpPr>
            <p:spPr>
              <a:xfrm>
                <a:off x="189253" y="7576214"/>
                <a:ext cx="2014849" cy="36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05" name="직사각형 404">
                <a:extLst>
                  <a:ext uri="{FF2B5EF4-FFF2-40B4-BE49-F238E27FC236}">
                    <a16:creationId xmlns:a16="http://schemas.microsoft.com/office/drawing/2014/main" id="{FF3F92ED-21CB-48D1-A54B-56F574664B7A}"/>
                  </a:ext>
                </a:extLst>
              </p:cNvPr>
              <p:cNvSpPr/>
              <p:nvPr/>
            </p:nvSpPr>
            <p:spPr>
              <a:xfrm rot="5400000">
                <a:off x="-2851635" y="4572899"/>
                <a:ext cx="6044549" cy="36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06" name="직사각형 405">
                <a:extLst>
                  <a:ext uri="{FF2B5EF4-FFF2-40B4-BE49-F238E27FC236}">
                    <a16:creationId xmlns:a16="http://schemas.microsoft.com/office/drawing/2014/main" id="{9B37AC2A-CA43-4BC5-85B1-AE4F2AAD85EB}"/>
                  </a:ext>
                </a:extLst>
              </p:cNvPr>
              <p:cNvSpPr/>
              <p:nvPr/>
            </p:nvSpPr>
            <p:spPr>
              <a:xfrm rot="5400000">
                <a:off x="1698886" y="2072628"/>
                <a:ext cx="1044000" cy="36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07" name="직사각형 406">
                <a:extLst>
                  <a:ext uri="{FF2B5EF4-FFF2-40B4-BE49-F238E27FC236}">
                    <a16:creationId xmlns:a16="http://schemas.microsoft.com/office/drawing/2014/main" id="{056888AE-5BB2-49C1-9EE6-CC00F5CDC8B5}"/>
                  </a:ext>
                </a:extLst>
              </p:cNvPr>
              <p:cNvSpPr/>
              <p:nvPr/>
            </p:nvSpPr>
            <p:spPr>
              <a:xfrm rot="5400000">
                <a:off x="1053020" y="6427199"/>
                <a:ext cx="2335733" cy="36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D19ECBF8-050C-4AC6-830C-7FDA7D37B1C3}"/>
              </a:ext>
            </a:extLst>
          </p:cNvPr>
          <p:cNvGrpSpPr/>
          <p:nvPr/>
        </p:nvGrpSpPr>
        <p:grpSpPr>
          <a:xfrm>
            <a:off x="6750000" y="0"/>
            <a:ext cx="108000" cy="1964668"/>
            <a:chOff x="0" y="0"/>
            <a:chExt cx="144000" cy="9906000"/>
          </a:xfrm>
        </p:grpSpPr>
        <p:sp>
          <p:nvSpPr>
            <p:cNvPr id="64" name="직사각형 63">
              <a:extLst>
                <a:ext uri="{FF2B5EF4-FFF2-40B4-BE49-F238E27FC236}">
                  <a16:creationId xmlns:a16="http://schemas.microsoft.com/office/drawing/2014/main" id="{AB8F523C-77D4-46EE-92C2-2FD5CE6DA76D}"/>
                </a:ext>
              </a:extLst>
            </p:cNvPr>
            <p:cNvSpPr/>
            <p:nvPr/>
          </p:nvSpPr>
          <p:spPr>
            <a:xfrm>
              <a:off x="0" y="0"/>
              <a:ext cx="144000" cy="1656000"/>
            </a:xfrm>
            <a:prstGeom prst="rect">
              <a:avLst/>
            </a:prstGeom>
            <a:solidFill>
              <a:srgbClr val="019B8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  <p:sp>
          <p:nvSpPr>
            <p:cNvPr id="65" name="직사각형 64">
              <a:extLst>
                <a:ext uri="{FF2B5EF4-FFF2-40B4-BE49-F238E27FC236}">
                  <a16:creationId xmlns:a16="http://schemas.microsoft.com/office/drawing/2014/main" id="{379F4FDF-3BCA-402B-9B31-C86E97C9F893}"/>
                </a:ext>
              </a:extLst>
            </p:cNvPr>
            <p:cNvSpPr/>
            <p:nvPr/>
          </p:nvSpPr>
          <p:spPr>
            <a:xfrm>
              <a:off x="0" y="1650000"/>
              <a:ext cx="144000" cy="1656000"/>
            </a:xfrm>
            <a:prstGeom prst="rect">
              <a:avLst/>
            </a:prstGeom>
            <a:solidFill>
              <a:srgbClr val="87AE1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  <p:sp>
          <p:nvSpPr>
            <p:cNvPr id="66" name="직사각형 65">
              <a:extLst>
                <a:ext uri="{FF2B5EF4-FFF2-40B4-BE49-F238E27FC236}">
                  <a16:creationId xmlns:a16="http://schemas.microsoft.com/office/drawing/2014/main" id="{23ABF15E-9C17-4FA6-9888-8CD4C5A2CA87}"/>
                </a:ext>
              </a:extLst>
            </p:cNvPr>
            <p:cNvSpPr/>
            <p:nvPr/>
          </p:nvSpPr>
          <p:spPr>
            <a:xfrm>
              <a:off x="0" y="3300000"/>
              <a:ext cx="144000" cy="1656000"/>
            </a:xfrm>
            <a:prstGeom prst="rect">
              <a:avLst/>
            </a:prstGeom>
            <a:solidFill>
              <a:srgbClr val="F7AC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  <p:sp>
          <p:nvSpPr>
            <p:cNvPr id="77" name="직사각형 76">
              <a:extLst>
                <a:ext uri="{FF2B5EF4-FFF2-40B4-BE49-F238E27FC236}">
                  <a16:creationId xmlns:a16="http://schemas.microsoft.com/office/drawing/2014/main" id="{F5C90656-D179-4577-9B31-4D8FA2638FCF}"/>
                </a:ext>
              </a:extLst>
            </p:cNvPr>
            <p:cNvSpPr/>
            <p:nvPr/>
          </p:nvSpPr>
          <p:spPr>
            <a:xfrm>
              <a:off x="0" y="4950000"/>
              <a:ext cx="144000" cy="1656000"/>
            </a:xfrm>
            <a:prstGeom prst="rect">
              <a:avLst/>
            </a:prstGeom>
            <a:solidFill>
              <a:srgbClr val="E752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  <p:sp>
          <p:nvSpPr>
            <p:cNvPr id="78" name="직사각형 77">
              <a:extLst>
                <a:ext uri="{FF2B5EF4-FFF2-40B4-BE49-F238E27FC236}">
                  <a16:creationId xmlns:a16="http://schemas.microsoft.com/office/drawing/2014/main" id="{EA41B9F4-D23F-424D-945B-229FD6EC7AEE}"/>
                </a:ext>
              </a:extLst>
            </p:cNvPr>
            <p:cNvSpPr/>
            <p:nvPr/>
          </p:nvSpPr>
          <p:spPr>
            <a:xfrm>
              <a:off x="0" y="6600000"/>
              <a:ext cx="144000" cy="1656000"/>
            </a:xfrm>
            <a:prstGeom prst="rect">
              <a:avLst/>
            </a:prstGeom>
            <a:solidFill>
              <a:srgbClr val="C9196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  <p:sp>
          <p:nvSpPr>
            <p:cNvPr id="79" name="직사각형 78">
              <a:extLst>
                <a:ext uri="{FF2B5EF4-FFF2-40B4-BE49-F238E27FC236}">
                  <a16:creationId xmlns:a16="http://schemas.microsoft.com/office/drawing/2014/main" id="{3F8B82E3-8698-48D8-9C91-98DA26F809BD}"/>
                </a:ext>
              </a:extLst>
            </p:cNvPr>
            <p:cNvSpPr/>
            <p:nvPr/>
          </p:nvSpPr>
          <p:spPr>
            <a:xfrm>
              <a:off x="0" y="8250000"/>
              <a:ext cx="144000" cy="1656000"/>
            </a:xfrm>
            <a:prstGeom prst="rect">
              <a:avLst/>
            </a:prstGeom>
            <a:solidFill>
              <a:srgbClr val="4E1E4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</p:grpSp>
      <p:grpSp>
        <p:nvGrpSpPr>
          <p:cNvPr id="80" name="그룹 79">
            <a:extLst>
              <a:ext uri="{FF2B5EF4-FFF2-40B4-BE49-F238E27FC236}">
                <a16:creationId xmlns:a16="http://schemas.microsoft.com/office/drawing/2014/main" id="{2B56D2A4-E012-4403-997B-F35E287419D9}"/>
              </a:ext>
            </a:extLst>
          </p:cNvPr>
          <p:cNvGrpSpPr/>
          <p:nvPr/>
        </p:nvGrpSpPr>
        <p:grpSpPr>
          <a:xfrm>
            <a:off x="3068960" y="1964668"/>
            <a:ext cx="3789040" cy="6831815"/>
            <a:chOff x="3068960" y="1964668"/>
            <a:chExt cx="3789040" cy="6831815"/>
          </a:xfrm>
        </p:grpSpPr>
        <p:grpSp>
          <p:nvGrpSpPr>
            <p:cNvPr id="81" name="그룹 80">
              <a:extLst>
                <a:ext uri="{FF2B5EF4-FFF2-40B4-BE49-F238E27FC236}">
                  <a16:creationId xmlns:a16="http://schemas.microsoft.com/office/drawing/2014/main" id="{58D9E2EA-1D43-4EC1-BADB-3689A584D412}"/>
                </a:ext>
              </a:extLst>
            </p:cNvPr>
            <p:cNvGrpSpPr/>
            <p:nvPr/>
          </p:nvGrpSpPr>
          <p:grpSpPr>
            <a:xfrm>
              <a:off x="3068960" y="4376936"/>
              <a:ext cx="3789040" cy="324000"/>
              <a:chOff x="3068960" y="4370196"/>
              <a:chExt cx="3789040" cy="324000"/>
            </a:xfrm>
          </p:grpSpPr>
          <p:sp>
            <p:nvSpPr>
              <p:cNvPr id="112" name="직사각형 111">
                <a:extLst>
                  <a:ext uri="{FF2B5EF4-FFF2-40B4-BE49-F238E27FC236}">
                    <a16:creationId xmlns:a16="http://schemas.microsoft.com/office/drawing/2014/main" id="{0DB34FEF-22A0-4F47-BC76-3BEE3BBDC9EC}"/>
                  </a:ext>
                </a:extLst>
              </p:cNvPr>
              <p:cNvSpPr/>
              <p:nvPr/>
            </p:nvSpPr>
            <p:spPr>
              <a:xfrm>
                <a:off x="3392996" y="4370196"/>
                <a:ext cx="3465004" cy="324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txBody>
              <a:bodyPr wrap="square" lIns="108000" tIns="36000" rIns="36000" bIns="36000" anchor="ctr">
                <a:noAutofit/>
              </a:bodyPr>
              <a:lstStyle/>
              <a:p>
                <a:r>
                  <a:rPr lang="ko-KR" altLang="en-US" sz="1600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2">
                        <a:lumMod val="75000"/>
                      </a:schemeClr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</a:rPr>
                  <a:t>전략 및 방법론</a:t>
                </a:r>
              </a:p>
            </p:txBody>
          </p:sp>
          <p:sp>
            <p:nvSpPr>
              <p:cNvPr id="113" name="모서리가 둥근 직사각형 102">
                <a:extLst>
                  <a:ext uri="{FF2B5EF4-FFF2-40B4-BE49-F238E27FC236}">
                    <a16:creationId xmlns:a16="http://schemas.microsoft.com/office/drawing/2014/main" id="{0E6973DA-072C-4CB9-98E8-DF3B59C3B047}"/>
                  </a:ext>
                </a:extLst>
              </p:cNvPr>
              <p:cNvSpPr/>
              <p:nvPr/>
            </p:nvSpPr>
            <p:spPr>
              <a:xfrm>
                <a:off x="3068960" y="4370196"/>
                <a:ext cx="324000" cy="324000"/>
              </a:xfrm>
              <a:prstGeom prst="roundRect">
                <a:avLst>
                  <a:gd name="adj" fmla="val 0"/>
                </a:avLst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600" b="1" dirty="0">
                    <a:solidFill>
                      <a:schemeClr val="bg1"/>
                    </a:solidFill>
                    <a:latin typeface="나눔명조 ExtraBold" panose="02020603020101020101" pitchFamily="18" charset="-127"/>
                    <a:ea typeface="나눔명조 ExtraBold" panose="02020603020101020101" pitchFamily="18" charset="-127"/>
                  </a:rPr>
                  <a:t>Ⅱ</a:t>
                </a:r>
              </a:p>
            </p:txBody>
          </p:sp>
        </p:grpSp>
        <p:grpSp>
          <p:nvGrpSpPr>
            <p:cNvPr id="82" name="그룹 81">
              <a:extLst>
                <a:ext uri="{FF2B5EF4-FFF2-40B4-BE49-F238E27FC236}">
                  <a16:creationId xmlns:a16="http://schemas.microsoft.com/office/drawing/2014/main" id="{8F45287D-A1B9-44D0-8EF5-6D6F252EB947}"/>
                </a:ext>
              </a:extLst>
            </p:cNvPr>
            <p:cNvGrpSpPr/>
            <p:nvPr/>
          </p:nvGrpSpPr>
          <p:grpSpPr>
            <a:xfrm>
              <a:off x="3068960" y="6818223"/>
              <a:ext cx="3789040" cy="324000"/>
              <a:chOff x="3068960" y="6801342"/>
              <a:chExt cx="3789040" cy="324000"/>
            </a:xfrm>
          </p:grpSpPr>
          <p:sp>
            <p:nvSpPr>
              <p:cNvPr id="110" name="직사각형 109">
                <a:extLst>
                  <a:ext uri="{FF2B5EF4-FFF2-40B4-BE49-F238E27FC236}">
                    <a16:creationId xmlns:a16="http://schemas.microsoft.com/office/drawing/2014/main" id="{421F1BBA-3B59-44EB-921C-A6EAD5EA7531}"/>
                  </a:ext>
                </a:extLst>
              </p:cNvPr>
              <p:cNvSpPr/>
              <p:nvPr/>
            </p:nvSpPr>
            <p:spPr>
              <a:xfrm>
                <a:off x="3392996" y="6801342"/>
                <a:ext cx="3465004" cy="324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txBody>
              <a:bodyPr wrap="square" lIns="108000" tIns="36000" rIns="36000" bIns="36000" anchor="ctr">
                <a:noAutofit/>
              </a:bodyPr>
              <a:lstStyle/>
              <a:p>
                <a:r>
                  <a:rPr lang="ko-KR" altLang="en-US" sz="1600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2">
                        <a:lumMod val="75000"/>
                      </a:schemeClr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</a:rPr>
                  <a:t>기술 및 기능</a:t>
                </a:r>
              </a:p>
            </p:txBody>
          </p:sp>
          <p:sp>
            <p:nvSpPr>
              <p:cNvPr id="111" name="모서리가 둥근 직사각형 79">
                <a:extLst>
                  <a:ext uri="{FF2B5EF4-FFF2-40B4-BE49-F238E27FC236}">
                    <a16:creationId xmlns:a16="http://schemas.microsoft.com/office/drawing/2014/main" id="{F1D9CA77-D485-425D-9167-895118CC343F}"/>
                  </a:ext>
                </a:extLst>
              </p:cNvPr>
              <p:cNvSpPr/>
              <p:nvPr/>
            </p:nvSpPr>
            <p:spPr>
              <a:xfrm>
                <a:off x="3068960" y="6801342"/>
                <a:ext cx="324000" cy="324000"/>
              </a:xfrm>
              <a:prstGeom prst="roundRect">
                <a:avLst>
                  <a:gd name="adj" fmla="val 0"/>
                </a:avLst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600" b="1" dirty="0">
                    <a:solidFill>
                      <a:schemeClr val="bg1"/>
                    </a:solidFill>
                    <a:latin typeface="나눔명조 ExtraBold" panose="02020603020101020101" pitchFamily="18" charset="-127"/>
                    <a:ea typeface="나눔명조 ExtraBold" panose="02020603020101020101" pitchFamily="18" charset="-127"/>
                  </a:rPr>
                  <a:t>Ⅲ</a:t>
                </a:r>
              </a:p>
            </p:txBody>
          </p:sp>
        </p:grpSp>
        <p:grpSp>
          <p:nvGrpSpPr>
            <p:cNvPr id="83" name="그룹 82">
              <a:extLst>
                <a:ext uri="{FF2B5EF4-FFF2-40B4-BE49-F238E27FC236}">
                  <a16:creationId xmlns:a16="http://schemas.microsoft.com/office/drawing/2014/main" id="{CD4566DD-68E0-4676-972B-CB100AC15C78}"/>
                </a:ext>
              </a:extLst>
            </p:cNvPr>
            <p:cNvGrpSpPr/>
            <p:nvPr/>
          </p:nvGrpSpPr>
          <p:grpSpPr>
            <a:xfrm>
              <a:off x="3068996" y="1964668"/>
              <a:ext cx="3789004" cy="324000"/>
              <a:chOff x="3068996" y="1979694"/>
              <a:chExt cx="3789004" cy="324000"/>
            </a:xfrm>
          </p:grpSpPr>
          <p:sp>
            <p:nvSpPr>
              <p:cNvPr id="108" name="직사각형 107">
                <a:extLst>
                  <a:ext uri="{FF2B5EF4-FFF2-40B4-BE49-F238E27FC236}">
                    <a16:creationId xmlns:a16="http://schemas.microsoft.com/office/drawing/2014/main" id="{9F00C400-54E2-4F51-8526-5DAA010EE12A}"/>
                  </a:ext>
                </a:extLst>
              </p:cNvPr>
              <p:cNvSpPr/>
              <p:nvPr/>
            </p:nvSpPr>
            <p:spPr>
              <a:xfrm>
                <a:off x="3392996" y="1979694"/>
                <a:ext cx="3465004" cy="324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txBody>
              <a:bodyPr wrap="square" lIns="108000" tIns="36000" rIns="36000" bIns="36000" anchor="ctr">
                <a:noAutofit/>
              </a:bodyPr>
              <a:lstStyle/>
              <a:p>
                <a:r>
                  <a:rPr lang="ko-KR" altLang="en-US" sz="1600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2">
                        <a:lumMod val="75000"/>
                      </a:schemeClr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</a:rPr>
                  <a:t>제안 개요</a:t>
                </a:r>
              </a:p>
            </p:txBody>
          </p:sp>
          <p:sp>
            <p:nvSpPr>
              <p:cNvPr id="109" name="모서리가 둥근 직사각형 145">
                <a:extLst>
                  <a:ext uri="{FF2B5EF4-FFF2-40B4-BE49-F238E27FC236}">
                    <a16:creationId xmlns:a16="http://schemas.microsoft.com/office/drawing/2014/main" id="{A63577BE-9C19-476F-B915-81306F570EEF}"/>
                  </a:ext>
                </a:extLst>
              </p:cNvPr>
              <p:cNvSpPr/>
              <p:nvPr/>
            </p:nvSpPr>
            <p:spPr>
              <a:xfrm>
                <a:off x="3068996" y="1979694"/>
                <a:ext cx="324000" cy="324000"/>
              </a:xfrm>
              <a:prstGeom prst="roundRect">
                <a:avLst>
                  <a:gd name="adj" fmla="val 0"/>
                </a:avLst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600" b="1" dirty="0">
                    <a:solidFill>
                      <a:schemeClr val="bg1"/>
                    </a:solidFill>
                    <a:latin typeface="나눔명조 ExtraBold" panose="02020603020101020101" pitchFamily="18" charset="-127"/>
                    <a:ea typeface="나눔명조 ExtraBold" panose="02020603020101020101" pitchFamily="18" charset="-127"/>
                  </a:rPr>
                  <a:t>Ⅰ</a:t>
                </a:r>
                <a:endParaRPr lang="ko-KR" altLang="en-US" sz="1600" b="1" dirty="0">
                  <a:solidFill>
                    <a:schemeClr val="bg1"/>
                  </a:solidFill>
                  <a:latin typeface="나눔명조 ExtraBold" panose="02020603020101020101" pitchFamily="18" charset="-127"/>
                  <a:ea typeface="나눔명조 ExtraBold" panose="02020603020101020101" pitchFamily="18" charset="-127"/>
                </a:endParaRPr>
              </a:p>
            </p:txBody>
          </p:sp>
        </p:grpSp>
        <p:sp>
          <p:nvSpPr>
            <p:cNvPr id="84" name="Text Box 5">
              <a:extLst>
                <a:ext uri="{FF2B5EF4-FFF2-40B4-BE49-F238E27FC236}">
                  <a16:creationId xmlns:a16="http://schemas.microsoft.com/office/drawing/2014/main" id="{7EEF3D1F-EC87-46B0-AB4C-C8C971DB33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85754" y="2449082"/>
              <a:ext cx="211597" cy="14911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t">
              <a:spAutoFit/>
            </a:bodyPr>
            <a:lstStyle>
              <a:defPPr>
                <a:defRPr lang="en-US"/>
              </a:defPPr>
              <a:lvl1pPr marR="0" lvl="0" indent="0" algn="r" defTabSz="1062038" fontAlgn="auto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1" sz="1000" b="0" i="0" u="none" strike="noStrike" cap="none" spc="0" normalizeH="0" baseline="0">
                  <a:ln>
                    <a:solidFill>
                      <a:srgbClr val="47A5E1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defRPr>
              </a:lvl1pPr>
              <a:lvl2pPr marL="530225" defTabSz="1062038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062038" defTabSz="1062038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592263" defTabSz="1062038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124075" defTabSz="1062038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81275" defTabSz="1062038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3038475" defTabSz="1062038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95675" defTabSz="1062038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952875" defTabSz="1062038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r>
                <a:rPr lang="en-US" altLang="ko-KR" dirty="0"/>
                <a:t>001</a:t>
              </a:r>
            </a:p>
            <a:p>
              <a:r>
                <a:rPr lang="en-US" altLang="ko-KR" dirty="0"/>
                <a:t>003</a:t>
              </a:r>
            </a:p>
            <a:p>
              <a:r>
                <a:rPr lang="en-US" altLang="ko-KR" dirty="0"/>
                <a:t>004</a:t>
              </a:r>
            </a:p>
            <a:p>
              <a:r>
                <a:rPr lang="en-US" altLang="ko-KR" dirty="0"/>
                <a:t>007</a:t>
              </a:r>
            </a:p>
            <a:p>
              <a:r>
                <a:rPr lang="en-US" altLang="ko-KR" dirty="0"/>
                <a:t>012</a:t>
              </a:r>
            </a:p>
          </p:txBody>
        </p:sp>
        <p:cxnSp>
          <p:nvCxnSpPr>
            <p:cNvPr id="85" name="직선 연결선 84">
              <a:extLst>
                <a:ext uri="{FF2B5EF4-FFF2-40B4-BE49-F238E27FC236}">
                  <a16:creationId xmlns:a16="http://schemas.microsoft.com/office/drawing/2014/main" id="{5E566364-F740-44CC-96E1-6BF95D2F482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48256" y="2624771"/>
              <a:ext cx="1824620" cy="0"/>
            </a:xfrm>
            <a:prstGeom prst="line">
              <a:avLst/>
            </a:prstGeom>
            <a:ln w="19050" cap="rnd">
              <a:solidFill>
                <a:schemeClr val="bg1">
                  <a:lumMod val="6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직선 연결선 85">
              <a:extLst>
                <a:ext uri="{FF2B5EF4-FFF2-40B4-BE49-F238E27FC236}">
                  <a16:creationId xmlns:a16="http://schemas.microsoft.com/office/drawing/2014/main" id="{C1824827-9AB7-493C-B0DE-1AD6388DA3C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93262" y="2929473"/>
              <a:ext cx="1979614" cy="0"/>
            </a:xfrm>
            <a:prstGeom prst="line">
              <a:avLst/>
            </a:prstGeom>
            <a:ln w="19050" cap="rnd">
              <a:solidFill>
                <a:schemeClr val="bg1">
                  <a:lumMod val="6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직선 연결선 86">
              <a:extLst>
                <a:ext uri="{FF2B5EF4-FFF2-40B4-BE49-F238E27FC236}">
                  <a16:creationId xmlns:a16="http://schemas.microsoft.com/office/drawing/2014/main" id="{423BAE67-BF88-44B4-80AE-20FA6901D1B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48256" y="3234175"/>
              <a:ext cx="1824622" cy="0"/>
            </a:xfrm>
            <a:prstGeom prst="line">
              <a:avLst/>
            </a:prstGeom>
            <a:ln w="19050" cap="rnd">
              <a:solidFill>
                <a:schemeClr val="bg1">
                  <a:lumMod val="6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직선 연결선 87">
              <a:extLst>
                <a:ext uri="{FF2B5EF4-FFF2-40B4-BE49-F238E27FC236}">
                  <a16:creationId xmlns:a16="http://schemas.microsoft.com/office/drawing/2014/main" id="{5585E30B-CB78-40DA-9D97-AD18DCA6D48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81128" y="3538877"/>
              <a:ext cx="1691749" cy="0"/>
            </a:xfrm>
            <a:prstGeom prst="line">
              <a:avLst/>
            </a:prstGeom>
            <a:ln w="19050" cap="rnd">
              <a:solidFill>
                <a:schemeClr val="bg1">
                  <a:lumMod val="6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직선 연결선 88">
              <a:extLst>
                <a:ext uri="{FF2B5EF4-FFF2-40B4-BE49-F238E27FC236}">
                  <a16:creationId xmlns:a16="http://schemas.microsoft.com/office/drawing/2014/main" id="{25197AE7-5A43-461D-A429-9C465883552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65104" y="3843579"/>
              <a:ext cx="1907992" cy="0"/>
            </a:xfrm>
            <a:prstGeom prst="line">
              <a:avLst/>
            </a:prstGeom>
            <a:ln w="19050" cap="rnd">
              <a:solidFill>
                <a:schemeClr val="bg1">
                  <a:lumMod val="6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0" name="그룹 89">
              <a:extLst>
                <a:ext uri="{FF2B5EF4-FFF2-40B4-BE49-F238E27FC236}">
                  <a16:creationId xmlns:a16="http://schemas.microsoft.com/office/drawing/2014/main" id="{DCE32751-A1E7-4B5D-9D44-A74444A7B345}"/>
                </a:ext>
              </a:extLst>
            </p:cNvPr>
            <p:cNvGrpSpPr/>
            <p:nvPr/>
          </p:nvGrpSpPr>
          <p:grpSpPr>
            <a:xfrm>
              <a:off x="3573016" y="4842395"/>
              <a:ext cx="3024336" cy="1495218"/>
              <a:chOff x="3573016" y="5158426"/>
              <a:chExt cx="3024336" cy="1495218"/>
            </a:xfrm>
          </p:grpSpPr>
          <p:sp>
            <p:nvSpPr>
              <p:cNvPr id="101" name="Text Box 5">
                <a:extLst>
                  <a:ext uri="{FF2B5EF4-FFF2-40B4-BE49-F238E27FC236}">
                    <a16:creationId xmlns:a16="http://schemas.microsoft.com/office/drawing/2014/main" id="{B4146D63-0FED-4669-B28A-D20DD19BC39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73016" y="5158426"/>
                <a:ext cx="1099660" cy="14952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t">
                <a:spAutoFit/>
              </a:bodyPr>
              <a:lstStyle>
                <a:lvl1pPr defTabSz="1062038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530225" defTabSz="1062038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062038" defTabSz="1062038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592263" defTabSz="1062038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124075" defTabSz="1062038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81275" defTabSz="1062038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3038475" defTabSz="1062038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95675" defTabSz="1062038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952875" defTabSz="1062038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marL="177800" indent="-177800">
                  <a:lnSpc>
                    <a:spcPct val="200000"/>
                  </a:lnSpc>
                  <a:buAutoNum type="arabicPeriod"/>
                </a:pPr>
                <a:r>
                  <a:rPr lang="ko-KR" altLang="en-US" sz="1000" spc="-50" dirty="0">
                    <a:ln>
                      <a:solidFill>
                        <a:srgbClr val="47A5E1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제목을 입력하세요</a:t>
                </a:r>
                <a:endParaRPr lang="en-US" altLang="ko-KR" sz="1000" spc="-50" dirty="0">
                  <a:ln>
                    <a:solidFill>
                      <a:srgbClr val="47A5E1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endParaRPr>
              </a:p>
              <a:p>
                <a:pPr marL="177800" indent="-177800">
                  <a:lnSpc>
                    <a:spcPct val="200000"/>
                  </a:lnSpc>
                  <a:buAutoNum type="arabicPeriod"/>
                </a:pPr>
                <a:r>
                  <a:rPr lang="ko-KR" altLang="en-US" sz="1000" spc="-50" dirty="0">
                    <a:ln>
                      <a:solidFill>
                        <a:srgbClr val="47A5E1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제목을 입력하세요</a:t>
                </a:r>
                <a:endParaRPr lang="en-US" altLang="ko-KR" sz="1000" spc="-50" dirty="0">
                  <a:ln>
                    <a:solidFill>
                      <a:srgbClr val="47A5E1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endParaRPr>
              </a:p>
              <a:p>
                <a:pPr marL="177800" indent="-177800">
                  <a:lnSpc>
                    <a:spcPct val="200000"/>
                  </a:lnSpc>
                  <a:buAutoNum type="arabicPeriod"/>
                </a:pPr>
                <a:r>
                  <a:rPr lang="ko-KR" altLang="en-US" sz="1000" spc="-50" dirty="0">
                    <a:ln>
                      <a:solidFill>
                        <a:srgbClr val="47A5E1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제목을 입력하세요</a:t>
                </a:r>
                <a:endParaRPr lang="en-US" altLang="ko-KR" sz="1000" spc="-50" dirty="0">
                  <a:ln>
                    <a:solidFill>
                      <a:srgbClr val="47A5E1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endParaRPr>
              </a:p>
              <a:p>
                <a:pPr marL="177800" indent="-177800">
                  <a:lnSpc>
                    <a:spcPct val="200000"/>
                  </a:lnSpc>
                  <a:buAutoNum type="arabicPeriod"/>
                </a:pPr>
                <a:r>
                  <a:rPr lang="ko-KR" altLang="en-US" sz="1000" spc="-50" dirty="0">
                    <a:ln>
                      <a:solidFill>
                        <a:srgbClr val="47A5E1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제목을 입력하세요</a:t>
                </a:r>
                <a:endParaRPr lang="en-US" altLang="ko-KR" sz="1000" spc="-50" dirty="0">
                  <a:ln>
                    <a:solidFill>
                      <a:srgbClr val="47A5E1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endParaRPr>
              </a:p>
              <a:p>
                <a:pPr marL="177800" indent="-177800">
                  <a:lnSpc>
                    <a:spcPct val="200000"/>
                  </a:lnSpc>
                  <a:buAutoNum type="arabicPeriod"/>
                </a:pPr>
                <a:r>
                  <a:rPr lang="ko-KR" altLang="en-US" sz="1000" spc="-50" dirty="0">
                    <a:ln>
                      <a:solidFill>
                        <a:srgbClr val="47A5E1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제목을 입력하세요</a:t>
                </a:r>
              </a:p>
            </p:txBody>
          </p:sp>
          <p:sp>
            <p:nvSpPr>
              <p:cNvPr id="102" name="Text Box 5">
                <a:extLst>
                  <a:ext uri="{FF2B5EF4-FFF2-40B4-BE49-F238E27FC236}">
                    <a16:creationId xmlns:a16="http://schemas.microsoft.com/office/drawing/2014/main" id="{5A4380B4-57BE-468D-A971-BFB37B35388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385755" y="5162178"/>
                <a:ext cx="211597" cy="149111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t">
                <a:spAutoFit/>
              </a:bodyPr>
              <a:lstStyle>
                <a:defPPr>
                  <a:defRPr lang="en-US"/>
                </a:defPPr>
                <a:lvl1pPr marR="0" lvl="0" indent="0" algn="r" defTabSz="1062038" fontAlgn="auto"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1" sz="1000" b="0" i="0" u="none" strike="noStrike" cap="none" spc="0" normalizeH="0" baseline="0">
                    <a:ln>
                      <a:solidFill>
                        <a:srgbClr val="47A5E1">
                          <a:alpha val="0"/>
                        </a:srgb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defRPr>
                </a:lvl1pPr>
                <a:lvl2pPr marL="530225" defTabSz="1062038">
                  <a:defRPr kumimoji="1"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062038" defTabSz="1062038">
                  <a:defRPr kumimoji="1"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592263" defTabSz="1062038">
                  <a:defRPr kumimoji="1"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124075" defTabSz="1062038">
                  <a:defRPr kumimoji="1"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81275" defTabSz="1062038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3038475" defTabSz="1062038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95675" defTabSz="1062038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952875" defTabSz="1062038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r>
                  <a:rPr lang="en-US" altLang="ko-KR" dirty="0"/>
                  <a:t>013</a:t>
                </a:r>
              </a:p>
              <a:p>
                <a:r>
                  <a:rPr lang="en-US" altLang="ko-KR" dirty="0"/>
                  <a:t>024</a:t>
                </a:r>
              </a:p>
              <a:p>
                <a:r>
                  <a:rPr lang="en-US" altLang="ko-KR" dirty="0"/>
                  <a:t>053</a:t>
                </a:r>
              </a:p>
              <a:p>
                <a:r>
                  <a:rPr lang="en-US" altLang="ko-KR" dirty="0"/>
                  <a:t>075</a:t>
                </a:r>
              </a:p>
              <a:p>
                <a:r>
                  <a:rPr lang="en-US" altLang="ko-KR" dirty="0"/>
                  <a:t>081</a:t>
                </a:r>
              </a:p>
            </p:txBody>
          </p:sp>
          <p:cxnSp>
            <p:nvCxnSpPr>
              <p:cNvPr id="103" name="직선 연결선 102">
                <a:extLst>
                  <a:ext uri="{FF2B5EF4-FFF2-40B4-BE49-F238E27FC236}">
                    <a16:creationId xmlns:a16="http://schemas.microsoft.com/office/drawing/2014/main" id="{C2C6573C-7B49-447A-ACFB-22B43B041C0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797152" y="5341429"/>
                <a:ext cx="1476798" cy="0"/>
              </a:xfrm>
              <a:prstGeom prst="line">
                <a:avLst/>
              </a:prstGeom>
              <a:ln w="19050" cap="rnd">
                <a:solidFill>
                  <a:schemeClr val="bg1">
                    <a:lumMod val="6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직선 연결선 103">
                <a:extLst>
                  <a:ext uri="{FF2B5EF4-FFF2-40B4-BE49-F238E27FC236}">
                    <a16:creationId xmlns:a16="http://schemas.microsoft.com/office/drawing/2014/main" id="{420787E4-0E45-4F82-BA65-1A93F05DEFD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797150" y="5645525"/>
                <a:ext cx="1476800" cy="0"/>
              </a:xfrm>
              <a:prstGeom prst="line">
                <a:avLst/>
              </a:prstGeom>
              <a:ln w="19050" cap="rnd">
                <a:solidFill>
                  <a:schemeClr val="bg1">
                    <a:lumMod val="6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직선 연결선 104">
                <a:extLst>
                  <a:ext uri="{FF2B5EF4-FFF2-40B4-BE49-F238E27FC236}">
                    <a16:creationId xmlns:a16="http://schemas.microsoft.com/office/drawing/2014/main" id="{D585C253-FDD7-453B-B07A-D8701F4E204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797152" y="5949621"/>
                <a:ext cx="1476798" cy="0"/>
              </a:xfrm>
              <a:prstGeom prst="line">
                <a:avLst/>
              </a:prstGeom>
              <a:ln w="19050" cap="rnd">
                <a:solidFill>
                  <a:schemeClr val="bg1">
                    <a:lumMod val="6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직선 연결선 105">
                <a:extLst>
                  <a:ext uri="{FF2B5EF4-FFF2-40B4-BE49-F238E27FC236}">
                    <a16:creationId xmlns:a16="http://schemas.microsoft.com/office/drawing/2014/main" id="{D9DDBB8A-D79F-4786-91FE-4D711477CCC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797152" y="6253718"/>
                <a:ext cx="1476798" cy="0"/>
              </a:xfrm>
              <a:prstGeom prst="line">
                <a:avLst/>
              </a:prstGeom>
              <a:ln w="19050" cap="rnd">
                <a:solidFill>
                  <a:schemeClr val="bg1">
                    <a:lumMod val="6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직선 연결선 106">
                <a:extLst>
                  <a:ext uri="{FF2B5EF4-FFF2-40B4-BE49-F238E27FC236}">
                    <a16:creationId xmlns:a16="http://schemas.microsoft.com/office/drawing/2014/main" id="{45C4EB81-613F-4F69-8E86-88CFEA913ED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797152" y="6553051"/>
                <a:ext cx="1476798" cy="0"/>
              </a:xfrm>
              <a:prstGeom prst="line">
                <a:avLst/>
              </a:prstGeom>
              <a:ln w="19050" cap="rnd">
                <a:solidFill>
                  <a:schemeClr val="bg1">
                    <a:lumMod val="6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1" name="그룹 90">
              <a:extLst>
                <a:ext uri="{FF2B5EF4-FFF2-40B4-BE49-F238E27FC236}">
                  <a16:creationId xmlns:a16="http://schemas.microsoft.com/office/drawing/2014/main" id="{B4C86B7D-94A6-46E6-B9B3-0B14EC134310}"/>
                </a:ext>
              </a:extLst>
            </p:cNvPr>
            <p:cNvGrpSpPr/>
            <p:nvPr/>
          </p:nvGrpSpPr>
          <p:grpSpPr>
            <a:xfrm>
              <a:off x="3573016" y="7301265"/>
              <a:ext cx="3024336" cy="1495218"/>
              <a:chOff x="3573016" y="5158426"/>
              <a:chExt cx="3024336" cy="1495218"/>
            </a:xfrm>
          </p:grpSpPr>
          <p:sp>
            <p:nvSpPr>
              <p:cNvPr id="94" name="Text Box 5">
                <a:extLst>
                  <a:ext uri="{FF2B5EF4-FFF2-40B4-BE49-F238E27FC236}">
                    <a16:creationId xmlns:a16="http://schemas.microsoft.com/office/drawing/2014/main" id="{0117D62D-445B-417B-B1B1-A5D67968D90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73016" y="5158426"/>
                <a:ext cx="1099660" cy="14952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t">
                <a:spAutoFit/>
              </a:bodyPr>
              <a:lstStyle>
                <a:lvl1pPr defTabSz="1062038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530225" defTabSz="1062038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062038" defTabSz="1062038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592263" defTabSz="1062038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124075" defTabSz="1062038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81275" defTabSz="1062038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3038475" defTabSz="1062038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95675" defTabSz="1062038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952875" defTabSz="1062038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marL="177800" indent="-177800">
                  <a:lnSpc>
                    <a:spcPct val="200000"/>
                  </a:lnSpc>
                  <a:buAutoNum type="arabicPeriod"/>
                </a:pPr>
                <a:r>
                  <a:rPr lang="ko-KR" altLang="en-US" sz="1000" spc="-50" dirty="0">
                    <a:ln>
                      <a:solidFill>
                        <a:srgbClr val="47A5E1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제목을 입력하세요</a:t>
                </a:r>
                <a:endParaRPr lang="en-US" altLang="ko-KR" sz="1000" spc="-50" dirty="0">
                  <a:ln>
                    <a:solidFill>
                      <a:srgbClr val="47A5E1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endParaRPr>
              </a:p>
              <a:p>
                <a:pPr marL="177800" indent="-177800">
                  <a:lnSpc>
                    <a:spcPct val="200000"/>
                  </a:lnSpc>
                  <a:buAutoNum type="arabicPeriod"/>
                </a:pPr>
                <a:r>
                  <a:rPr lang="ko-KR" altLang="en-US" sz="1000" spc="-50" dirty="0">
                    <a:ln>
                      <a:solidFill>
                        <a:srgbClr val="47A5E1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제목을 입력하세요</a:t>
                </a:r>
                <a:endParaRPr lang="en-US" altLang="ko-KR" sz="1000" spc="-50" dirty="0">
                  <a:ln>
                    <a:solidFill>
                      <a:srgbClr val="47A5E1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endParaRPr>
              </a:p>
              <a:p>
                <a:pPr marL="177800" indent="-177800">
                  <a:lnSpc>
                    <a:spcPct val="200000"/>
                  </a:lnSpc>
                  <a:buAutoNum type="arabicPeriod"/>
                </a:pPr>
                <a:r>
                  <a:rPr lang="ko-KR" altLang="en-US" sz="1000" spc="-50" dirty="0">
                    <a:ln>
                      <a:solidFill>
                        <a:srgbClr val="47A5E1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제목을 입력하세요</a:t>
                </a:r>
                <a:endParaRPr lang="en-US" altLang="ko-KR" sz="1000" spc="-50" dirty="0">
                  <a:ln>
                    <a:solidFill>
                      <a:srgbClr val="47A5E1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endParaRPr>
              </a:p>
              <a:p>
                <a:pPr marL="177800" indent="-177800">
                  <a:lnSpc>
                    <a:spcPct val="200000"/>
                  </a:lnSpc>
                  <a:buAutoNum type="arabicPeriod"/>
                </a:pPr>
                <a:r>
                  <a:rPr lang="ko-KR" altLang="en-US" sz="1000" spc="-50" dirty="0">
                    <a:ln>
                      <a:solidFill>
                        <a:srgbClr val="47A5E1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제목을 입력하세요</a:t>
                </a:r>
                <a:endParaRPr lang="en-US" altLang="ko-KR" sz="1000" spc="-50" dirty="0">
                  <a:ln>
                    <a:solidFill>
                      <a:srgbClr val="47A5E1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endParaRPr>
              </a:p>
              <a:p>
                <a:pPr marL="177800" indent="-177800">
                  <a:lnSpc>
                    <a:spcPct val="200000"/>
                  </a:lnSpc>
                  <a:buAutoNum type="arabicPeriod"/>
                </a:pPr>
                <a:r>
                  <a:rPr lang="ko-KR" altLang="en-US" sz="1000" spc="-50" dirty="0">
                    <a:ln>
                      <a:solidFill>
                        <a:srgbClr val="47A5E1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제목을 입력하세요</a:t>
                </a:r>
              </a:p>
            </p:txBody>
          </p:sp>
          <p:sp>
            <p:nvSpPr>
              <p:cNvPr id="95" name="Text Box 5">
                <a:extLst>
                  <a:ext uri="{FF2B5EF4-FFF2-40B4-BE49-F238E27FC236}">
                    <a16:creationId xmlns:a16="http://schemas.microsoft.com/office/drawing/2014/main" id="{AD621E24-A890-4183-88C4-E31B81FB1F2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385756" y="5162178"/>
                <a:ext cx="211596" cy="149111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t">
                <a:spAutoFit/>
              </a:bodyPr>
              <a:lstStyle>
                <a:defPPr>
                  <a:defRPr lang="en-US"/>
                </a:defPPr>
                <a:lvl1pPr marR="0" lvl="0" indent="0" algn="r" defTabSz="1062038" fontAlgn="auto"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1" sz="1000" b="0" i="0" u="none" strike="noStrike" cap="none" spc="0" normalizeH="0" baseline="0">
                    <a:ln>
                      <a:solidFill>
                        <a:srgbClr val="47A5E1">
                          <a:alpha val="0"/>
                        </a:srgb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defRPr>
                </a:lvl1pPr>
                <a:lvl2pPr marL="530225" defTabSz="1062038">
                  <a:defRPr kumimoji="1"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062038" defTabSz="1062038">
                  <a:defRPr kumimoji="1"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592263" defTabSz="1062038">
                  <a:defRPr kumimoji="1"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124075" defTabSz="1062038">
                  <a:defRPr kumimoji="1"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81275" defTabSz="1062038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3038475" defTabSz="1062038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95675" defTabSz="1062038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952875" defTabSz="1062038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r>
                  <a:rPr lang="en-US" altLang="ko-KR" dirty="0"/>
                  <a:t>085</a:t>
                </a:r>
              </a:p>
              <a:p>
                <a:r>
                  <a:rPr lang="en-US" altLang="ko-KR" dirty="0"/>
                  <a:t>099</a:t>
                </a:r>
              </a:p>
              <a:p>
                <a:r>
                  <a:rPr lang="en-US" altLang="ko-KR" dirty="0"/>
                  <a:t>124</a:t>
                </a:r>
              </a:p>
              <a:p>
                <a:r>
                  <a:rPr lang="en-US" altLang="ko-KR" dirty="0"/>
                  <a:t>133</a:t>
                </a:r>
              </a:p>
              <a:p>
                <a:r>
                  <a:rPr lang="en-US" altLang="ko-KR" dirty="0"/>
                  <a:t>156</a:t>
                </a:r>
              </a:p>
            </p:txBody>
          </p:sp>
          <p:cxnSp>
            <p:nvCxnSpPr>
              <p:cNvPr id="96" name="직선 연결선 95">
                <a:extLst>
                  <a:ext uri="{FF2B5EF4-FFF2-40B4-BE49-F238E27FC236}">
                    <a16:creationId xmlns:a16="http://schemas.microsoft.com/office/drawing/2014/main" id="{1B0C7ACD-D099-4DC2-8659-5227A5A78F1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797152" y="5341429"/>
                <a:ext cx="1476798" cy="0"/>
              </a:xfrm>
              <a:prstGeom prst="line">
                <a:avLst/>
              </a:prstGeom>
              <a:ln w="19050" cap="rnd">
                <a:solidFill>
                  <a:schemeClr val="bg1">
                    <a:lumMod val="6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직선 연결선 96">
                <a:extLst>
                  <a:ext uri="{FF2B5EF4-FFF2-40B4-BE49-F238E27FC236}">
                    <a16:creationId xmlns:a16="http://schemas.microsoft.com/office/drawing/2014/main" id="{5BB11964-9A8C-4209-8C49-11E5A12663D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797150" y="5645525"/>
                <a:ext cx="1476800" cy="0"/>
              </a:xfrm>
              <a:prstGeom prst="line">
                <a:avLst/>
              </a:prstGeom>
              <a:ln w="19050" cap="rnd">
                <a:solidFill>
                  <a:schemeClr val="bg1">
                    <a:lumMod val="6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직선 연결선 97">
                <a:extLst>
                  <a:ext uri="{FF2B5EF4-FFF2-40B4-BE49-F238E27FC236}">
                    <a16:creationId xmlns:a16="http://schemas.microsoft.com/office/drawing/2014/main" id="{ED62386F-C43D-4CBC-A1BE-EB20EAF4E19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797152" y="5949621"/>
                <a:ext cx="1476798" cy="0"/>
              </a:xfrm>
              <a:prstGeom prst="line">
                <a:avLst/>
              </a:prstGeom>
              <a:ln w="19050" cap="rnd">
                <a:solidFill>
                  <a:schemeClr val="bg1">
                    <a:lumMod val="6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직선 연결선 98">
                <a:extLst>
                  <a:ext uri="{FF2B5EF4-FFF2-40B4-BE49-F238E27FC236}">
                    <a16:creationId xmlns:a16="http://schemas.microsoft.com/office/drawing/2014/main" id="{5C160AE0-431C-4859-B6E3-1FEE6E8927E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797152" y="6253718"/>
                <a:ext cx="1476798" cy="0"/>
              </a:xfrm>
              <a:prstGeom prst="line">
                <a:avLst/>
              </a:prstGeom>
              <a:ln w="19050" cap="rnd">
                <a:solidFill>
                  <a:schemeClr val="bg1">
                    <a:lumMod val="6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직선 연결선 99">
                <a:extLst>
                  <a:ext uri="{FF2B5EF4-FFF2-40B4-BE49-F238E27FC236}">
                    <a16:creationId xmlns:a16="http://schemas.microsoft.com/office/drawing/2014/main" id="{D3EEAE2E-66F5-4D38-B41C-8AAE76C9FC5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797152" y="6553051"/>
                <a:ext cx="1476798" cy="0"/>
              </a:xfrm>
              <a:prstGeom prst="line">
                <a:avLst/>
              </a:prstGeom>
              <a:ln w="19050" cap="rnd">
                <a:solidFill>
                  <a:schemeClr val="bg1">
                    <a:lumMod val="6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2" name="Text Box 5">
              <a:extLst>
                <a:ext uri="{FF2B5EF4-FFF2-40B4-BE49-F238E27FC236}">
                  <a16:creationId xmlns:a16="http://schemas.microsoft.com/office/drawing/2014/main" id="{1C77DCCF-A2B1-4C1C-8A0B-03BC6F9229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73016" y="2445330"/>
              <a:ext cx="875240" cy="14952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t">
              <a:spAutoFit/>
            </a:bodyPr>
            <a:lstStyle>
              <a:lvl1pPr defTabSz="1062038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530225" defTabSz="1062038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062038" defTabSz="1062038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592263" defTabSz="1062038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124075" defTabSz="1062038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81275" defTabSz="10620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3038475" defTabSz="10620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95675" defTabSz="10620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952875" defTabSz="10620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177800" indent="-177800">
                <a:lnSpc>
                  <a:spcPct val="200000"/>
                </a:lnSpc>
                <a:buAutoNum type="arabicPeriod"/>
              </a:pPr>
              <a:r>
                <a:rPr lang="ko-KR" altLang="en-US" sz="1000" spc="-50" dirty="0">
                  <a:ln>
                    <a:solidFill>
                      <a:srgbClr val="47A5E1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목적 및 배경</a:t>
              </a:r>
              <a:endParaRPr lang="en-US" altLang="ko-KR" sz="1000" spc="-50" dirty="0">
                <a:ln>
                  <a:solidFill>
                    <a:srgbClr val="47A5E1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  <a:p>
              <a:pPr marL="177800" indent="-177800">
                <a:lnSpc>
                  <a:spcPct val="200000"/>
                </a:lnSpc>
                <a:buAutoNum type="arabicPeriod"/>
              </a:pPr>
              <a:r>
                <a:rPr lang="ko-KR" altLang="en-US" sz="1000" spc="-50" dirty="0">
                  <a:ln>
                    <a:solidFill>
                      <a:srgbClr val="47A5E1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사업 범위</a:t>
              </a:r>
              <a:endParaRPr lang="en-US" altLang="ko-KR" sz="1000" spc="-50" dirty="0">
                <a:ln>
                  <a:solidFill>
                    <a:srgbClr val="47A5E1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  <a:p>
              <a:pPr marL="177800" indent="-177800">
                <a:lnSpc>
                  <a:spcPct val="200000"/>
                </a:lnSpc>
                <a:buAutoNum type="arabicPeriod"/>
              </a:pPr>
              <a:r>
                <a:rPr lang="ko-KR" altLang="en-US" sz="1000" spc="-50" dirty="0">
                  <a:ln>
                    <a:solidFill>
                      <a:srgbClr val="47A5E1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특징 및 장점</a:t>
              </a:r>
              <a:endParaRPr lang="en-US" altLang="ko-KR" sz="1000" spc="-50" dirty="0">
                <a:ln>
                  <a:solidFill>
                    <a:srgbClr val="47A5E1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  <a:p>
              <a:pPr marL="177800" indent="-177800">
                <a:lnSpc>
                  <a:spcPct val="200000"/>
                </a:lnSpc>
                <a:buAutoNum type="arabicPeriod"/>
              </a:pPr>
              <a:r>
                <a:rPr lang="ko-KR" altLang="en-US" sz="1000" spc="-50" dirty="0">
                  <a:ln>
                    <a:solidFill>
                      <a:srgbClr val="47A5E1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사업수행 목표</a:t>
              </a:r>
              <a:endParaRPr lang="en-US" altLang="ko-KR" sz="1000" spc="-50" dirty="0">
                <a:ln>
                  <a:solidFill>
                    <a:srgbClr val="47A5E1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  <a:p>
              <a:pPr marL="177800" indent="-177800">
                <a:lnSpc>
                  <a:spcPct val="200000"/>
                </a:lnSpc>
                <a:buAutoNum type="arabicPeriod"/>
              </a:pPr>
              <a:r>
                <a:rPr lang="ko-KR" altLang="en-US" sz="1000" spc="-50" dirty="0">
                  <a:ln>
                    <a:solidFill>
                      <a:srgbClr val="47A5E1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기대 효과</a:t>
              </a:r>
              <a:endParaRPr lang="en-US" altLang="ko-KR" sz="1000" spc="-50" dirty="0">
                <a:ln>
                  <a:solidFill>
                    <a:srgbClr val="47A5E1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116" name="그룹 115">
            <a:extLst>
              <a:ext uri="{FF2B5EF4-FFF2-40B4-BE49-F238E27FC236}">
                <a16:creationId xmlns:a16="http://schemas.microsoft.com/office/drawing/2014/main" id="{1E62B9E6-D538-451A-8F94-705DA12FD91A}"/>
              </a:ext>
            </a:extLst>
          </p:cNvPr>
          <p:cNvGrpSpPr/>
          <p:nvPr/>
        </p:nvGrpSpPr>
        <p:grpSpPr>
          <a:xfrm>
            <a:off x="362858" y="9489504"/>
            <a:ext cx="6108741" cy="186065"/>
            <a:chOff x="362858" y="9489504"/>
            <a:chExt cx="6108741" cy="186065"/>
          </a:xfrm>
        </p:grpSpPr>
        <p:sp>
          <p:nvSpPr>
            <p:cNvPr id="118" name="Text Box 53">
              <a:extLst>
                <a:ext uri="{FF2B5EF4-FFF2-40B4-BE49-F238E27FC236}">
                  <a16:creationId xmlns:a16="http://schemas.microsoft.com/office/drawing/2014/main" id="{DDBBD66A-65B1-4890-8D4C-F052A26BF214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4480109" y="9519314"/>
              <a:ext cx="804707" cy="1264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CC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bg1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defPPr>
                <a:defRPr lang="en-US"/>
              </a:defPPr>
              <a:lvl1pPr lvl="0" indent="0" defTabSz="914400">
                <a:spcBef>
                  <a:spcPts val="1000"/>
                </a:spcBef>
                <a:defRPr kumimoji="1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  <a:ea typeface="굴림" panose="020B0600000101010101" pitchFamily="50" charset="-127"/>
                </a:defRPr>
              </a:lvl1pPr>
              <a:lvl2pPr marL="1028700" indent="-457200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668463" indent="-454025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2317750" indent="-458788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965450" indent="-457200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34226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38798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43370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47942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sample@mail.com</a:t>
              </a:r>
              <a:endPara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endParaRPr>
            </a:p>
          </p:txBody>
        </p:sp>
        <p:sp>
          <p:nvSpPr>
            <p:cNvPr id="119" name="任意形状 978">
              <a:extLst>
                <a:ext uri="{FF2B5EF4-FFF2-40B4-BE49-F238E27FC236}">
                  <a16:creationId xmlns:a16="http://schemas.microsoft.com/office/drawing/2014/main" id="{E2E1EB04-45A6-4596-B6D1-1D2265707E80}"/>
                </a:ext>
              </a:extLst>
            </p:cNvPr>
            <p:cNvSpPr/>
            <p:nvPr/>
          </p:nvSpPr>
          <p:spPr>
            <a:xfrm>
              <a:off x="4293096" y="9523555"/>
              <a:ext cx="134750" cy="1179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" y="0"/>
                  </a:moveTo>
                  <a:lnTo>
                    <a:pt x="20520" y="0"/>
                  </a:lnTo>
                  <a:cubicBezTo>
                    <a:pt x="21117" y="0"/>
                    <a:pt x="21600" y="537"/>
                    <a:pt x="21600" y="1200"/>
                  </a:cubicBezTo>
                  <a:lnTo>
                    <a:pt x="21600" y="20400"/>
                  </a:lnTo>
                  <a:cubicBezTo>
                    <a:pt x="21600" y="21063"/>
                    <a:pt x="21117" y="21600"/>
                    <a:pt x="20520" y="21600"/>
                  </a:cubicBezTo>
                  <a:lnTo>
                    <a:pt x="1080" y="21600"/>
                  </a:lnTo>
                  <a:cubicBezTo>
                    <a:pt x="483" y="21600"/>
                    <a:pt x="0" y="21063"/>
                    <a:pt x="0" y="20400"/>
                  </a:cubicBezTo>
                  <a:lnTo>
                    <a:pt x="0" y="1200"/>
                  </a:lnTo>
                  <a:cubicBezTo>
                    <a:pt x="0" y="537"/>
                    <a:pt x="483" y="0"/>
                    <a:pt x="1080" y="0"/>
                  </a:cubicBezTo>
                  <a:close/>
                  <a:moveTo>
                    <a:pt x="19440" y="5086"/>
                  </a:moveTo>
                  <a:lnTo>
                    <a:pt x="10878" y="13606"/>
                  </a:lnTo>
                  <a:lnTo>
                    <a:pt x="2160" y="5059"/>
                  </a:lnTo>
                  <a:lnTo>
                    <a:pt x="2160" y="19200"/>
                  </a:lnTo>
                  <a:lnTo>
                    <a:pt x="19440" y="19200"/>
                  </a:lnTo>
                  <a:lnTo>
                    <a:pt x="19440" y="5086"/>
                  </a:lnTo>
                  <a:close/>
                  <a:moveTo>
                    <a:pt x="2712" y="2400"/>
                  </a:moveTo>
                  <a:lnTo>
                    <a:pt x="10866" y="10394"/>
                  </a:lnTo>
                  <a:lnTo>
                    <a:pt x="18902" y="2400"/>
                  </a:lnTo>
                  <a:lnTo>
                    <a:pt x="2712" y="240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+mn-cs"/>
              </a:endParaRPr>
            </a:p>
          </p:txBody>
        </p:sp>
        <p:sp>
          <p:nvSpPr>
            <p:cNvPr id="120" name="Text Box 53">
              <a:extLst>
                <a:ext uri="{FF2B5EF4-FFF2-40B4-BE49-F238E27FC236}">
                  <a16:creationId xmlns:a16="http://schemas.microsoft.com/office/drawing/2014/main" id="{50311336-5DA5-4B17-BDE2-5021CABDD525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5676510" y="9519314"/>
              <a:ext cx="795089" cy="1264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CC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bg1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defPPr>
                <a:defRPr lang="en-US"/>
              </a:defPPr>
              <a:lvl1pPr lvl="0" indent="0" defTabSz="914400">
                <a:spcBef>
                  <a:spcPts val="1000"/>
                </a:spcBef>
                <a:defRPr kumimoji="1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  <a:ea typeface="굴림" panose="020B0600000101010101" pitchFamily="50" charset="-127"/>
                </a:defRPr>
              </a:lvl1pPr>
              <a:lvl2pPr marL="1028700" indent="-457200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668463" indent="-454025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2317750" indent="-458788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965450" indent="-457200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34226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38798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43370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47942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www.sample.com</a:t>
              </a:r>
              <a:endPara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endParaRPr>
            </a:p>
          </p:txBody>
        </p:sp>
        <p:sp>
          <p:nvSpPr>
            <p:cNvPr id="121" name="任意形状 412">
              <a:extLst>
                <a:ext uri="{FF2B5EF4-FFF2-40B4-BE49-F238E27FC236}">
                  <a16:creationId xmlns:a16="http://schemas.microsoft.com/office/drawing/2014/main" id="{127F1113-E76A-4ED9-B43E-5CD36B511924}"/>
                </a:ext>
              </a:extLst>
            </p:cNvPr>
            <p:cNvSpPr/>
            <p:nvPr/>
          </p:nvSpPr>
          <p:spPr>
            <a:xfrm>
              <a:off x="5473233" y="9516345"/>
              <a:ext cx="148226" cy="13238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05" extrusionOk="0">
                  <a:moveTo>
                    <a:pt x="17673" y="21505"/>
                  </a:moveTo>
                  <a:lnTo>
                    <a:pt x="3927" y="21505"/>
                  </a:lnTo>
                  <a:cubicBezTo>
                    <a:pt x="3385" y="21505"/>
                    <a:pt x="2945" y="21015"/>
                    <a:pt x="2945" y="20411"/>
                  </a:cubicBezTo>
                  <a:lnTo>
                    <a:pt x="2945" y="10560"/>
                  </a:lnTo>
                  <a:lnTo>
                    <a:pt x="0" y="10560"/>
                  </a:lnTo>
                  <a:lnTo>
                    <a:pt x="10139" y="285"/>
                  </a:lnTo>
                  <a:cubicBezTo>
                    <a:pt x="10514" y="-95"/>
                    <a:pt x="11086" y="-95"/>
                    <a:pt x="11461" y="285"/>
                  </a:cubicBezTo>
                  <a:lnTo>
                    <a:pt x="21600" y="10560"/>
                  </a:lnTo>
                  <a:lnTo>
                    <a:pt x="18655" y="10560"/>
                  </a:lnTo>
                  <a:lnTo>
                    <a:pt x="18655" y="20411"/>
                  </a:lnTo>
                  <a:cubicBezTo>
                    <a:pt x="18655" y="21015"/>
                    <a:pt x="18215" y="21505"/>
                    <a:pt x="17673" y="21505"/>
                  </a:cubicBezTo>
                  <a:close/>
                  <a:moveTo>
                    <a:pt x="4909" y="19316"/>
                  </a:moveTo>
                  <a:lnTo>
                    <a:pt x="16691" y="19316"/>
                  </a:lnTo>
                  <a:lnTo>
                    <a:pt x="16691" y="8543"/>
                  </a:lnTo>
                  <a:lnTo>
                    <a:pt x="10800" y="2574"/>
                  </a:lnTo>
                  <a:lnTo>
                    <a:pt x="4909" y="8543"/>
                  </a:lnTo>
                  <a:lnTo>
                    <a:pt x="4909" y="19316"/>
                  </a:lnTo>
                  <a:close/>
                  <a:moveTo>
                    <a:pt x="6873" y="14938"/>
                  </a:moveTo>
                  <a:lnTo>
                    <a:pt x="14727" y="14938"/>
                  </a:lnTo>
                  <a:lnTo>
                    <a:pt x="14727" y="17127"/>
                  </a:lnTo>
                  <a:lnTo>
                    <a:pt x="6873" y="17127"/>
                  </a:lnTo>
                  <a:lnTo>
                    <a:pt x="6873" y="14938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+mn-cs"/>
              </a:endParaRPr>
            </a:p>
          </p:txBody>
        </p:sp>
        <p:sp>
          <p:nvSpPr>
            <p:cNvPr id="122" name="Text Box 53">
              <a:extLst>
                <a:ext uri="{FF2B5EF4-FFF2-40B4-BE49-F238E27FC236}">
                  <a16:creationId xmlns:a16="http://schemas.microsoft.com/office/drawing/2014/main" id="{A0873500-5BD8-4AFC-848A-C29291A4EA09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464862" y="9505592"/>
              <a:ext cx="1264770" cy="1538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CC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bg1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 marL="177800" indent="-177800" defTabSz="793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1028700" indent="-457200" defTabSz="793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668463" indent="-454025" defTabSz="793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2317750" indent="-458788" defTabSz="793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965450" indent="-457200" defTabSz="793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34226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38798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43370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47942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+mn-cs"/>
                </a:rPr>
                <a:t>업체명</a:t>
              </a:r>
              <a:r>
                <a:rPr kumimoji="1" lang="en-US" altLang="ko-KR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+mn-cs"/>
                </a:rPr>
                <a:t>: (</a:t>
              </a:r>
              <a:r>
                <a:rPr kumimoji="1" lang="ko-KR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+mn-cs"/>
                </a:rPr>
                <a:t>주</a:t>
              </a:r>
              <a:r>
                <a:rPr kumimoji="1" lang="en-US" altLang="ko-KR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+mn-cs"/>
                </a:rPr>
                <a:t>)</a:t>
              </a:r>
              <a:r>
                <a:rPr kumimoji="1" lang="ko-KR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+mn-cs"/>
                </a:rPr>
                <a:t>서희 </a:t>
              </a:r>
              <a:r>
                <a:rPr kumimoji="1" lang="en-US" altLang="ko-KR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+mn-cs"/>
                </a:rPr>
                <a:t>Design</a:t>
              </a:r>
              <a:endParaRPr kumimoji="1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+mn-cs"/>
              </a:endParaRPr>
            </a:p>
          </p:txBody>
        </p:sp>
        <p:grpSp>
          <p:nvGrpSpPr>
            <p:cNvPr id="123" name="그룹 122">
              <a:extLst>
                <a:ext uri="{FF2B5EF4-FFF2-40B4-BE49-F238E27FC236}">
                  <a16:creationId xmlns:a16="http://schemas.microsoft.com/office/drawing/2014/main" id="{9C06BFD7-E7B0-431F-90F1-1CBE742CA966}"/>
                </a:ext>
              </a:extLst>
            </p:cNvPr>
            <p:cNvGrpSpPr/>
            <p:nvPr/>
          </p:nvGrpSpPr>
          <p:grpSpPr>
            <a:xfrm>
              <a:off x="362858" y="9489504"/>
              <a:ext cx="942382" cy="186065"/>
              <a:chOff x="728700" y="7676979"/>
              <a:chExt cx="942382" cy="186065"/>
            </a:xfrm>
          </p:grpSpPr>
          <p:sp>
            <p:nvSpPr>
              <p:cNvPr id="124" name="任意形状 1136">
                <a:extLst>
                  <a:ext uri="{FF2B5EF4-FFF2-40B4-BE49-F238E27FC236}">
                    <a16:creationId xmlns:a16="http://schemas.microsoft.com/office/drawing/2014/main" id="{A726BC87-4DE5-431B-8D66-A2CB8DA45A7D}"/>
                  </a:ext>
                </a:extLst>
              </p:cNvPr>
              <p:cNvSpPr/>
              <p:nvPr/>
            </p:nvSpPr>
            <p:spPr>
              <a:xfrm>
                <a:off x="728700" y="7680698"/>
                <a:ext cx="182346" cy="18234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1880" y="9720"/>
                    </a:moveTo>
                    <a:lnTo>
                      <a:pt x="11880" y="4320"/>
                    </a:lnTo>
                    <a:lnTo>
                      <a:pt x="6480" y="11880"/>
                    </a:lnTo>
                    <a:lnTo>
                      <a:pt x="9720" y="11880"/>
                    </a:lnTo>
                    <a:lnTo>
                      <a:pt x="9720" y="17280"/>
                    </a:lnTo>
                    <a:lnTo>
                      <a:pt x="15120" y="9720"/>
                    </a:lnTo>
                    <a:lnTo>
                      <a:pt x="11880" y="9720"/>
                    </a:lnTo>
                    <a:close/>
                    <a:moveTo>
                      <a:pt x="10800" y="21600"/>
                    </a:moveTo>
                    <a:cubicBezTo>
                      <a:pt x="4835" y="21600"/>
                      <a:pt x="0" y="16765"/>
                      <a:pt x="0" y="10800"/>
                    </a:cubicBez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endParaRPr dirty="0"/>
              </a:p>
            </p:txBody>
          </p:sp>
          <p:sp>
            <p:nvSpPr>
              <p:cNvPr id="125" name="Text Box 53">
                <a:extLst>
                  <a:ext uri="{FF2B5EF4-FFF2-40B4-BE49-F238E27FC236}">
                    <a16:creationId xmlns:a16="http://schemas.microsoft.com/office/drawing/2014/main" id="{4CC10B4B-268E-4E8F-9CE5-9C454D5070E2}"/>
                  </a:ext>
                </a:extLst>
              </p:cNvPr>
              <p:cNvSpPr txBox="1">
                <a:spLocks noChangeArrowheads="1"/>
              </p:cNvSpPr>
              <p:nvPr/>
            </p:nvSpPr>
            <p:spPr bwMode="gray">
              <a:xfrm>
                <a:off x="944921" y="7676979"/>
                <a:ext cx="726161" cy="1692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CC99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7961" dir="2700000" algn="ctr" rotWithShape="0">
                        <a:schemeClr val="bg1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marL="177800" indent="-177800" defTabSz="79375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1028700" indent="-457200" defTabSz="79375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668463" indent="-454025" defTabSz="79375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2317750" indent="-458788" defTabSz="79375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965450" indent="-457200" defTabSz="79375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3422650" indent="-457200" defTabSz="793750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3879850" indent="-457200" defTabSz="793750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4337050" indent="-457200" defTabSz="793750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4794250" indent="-457200" defTabSz="793750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marL="0" indent="0" defTabSz="914400">
                  <a:lnSpc>
                    <a:spcPct val="120000"/>
                  </a:lnSpc>
                  <a:spcAft>
                    <a:spcPts val="600"/>
                  </a:spcAft>
                </a:pPr>
                <a:r>
                  <a:rPr lang="en-US" altLang="ko-KR" sz="10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50" charset="-127"/>
                    <a:ea typeface="10X10 Bold" panose="020D0604000000000000" pitchFamily="50" charset="-127"/>
                    <a:cs typeface="Pretendard" panose="02000503000000020004" pitchFamily="50" charset="-127"/>
                  </a:rPr>
                  <a:t>YOUR</a:t>
                </a:r>
                <a:r>
                  <a:rPr lang="en-US" altLang="ko-KR" sz="10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50" charset="-127"/>
                    <a:ea typeface="나눔명조" panose="02020603020101020101" pitchFamily="18" charset="-127"/>
                    <a:cs typeface="Pretendard" panose="02000503000000020004" pitchFamily="50" charset="-127"/>
                  </a:rPr>
                  <a:t>LOGO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003036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CB4312DA-9667-4866-AF4A-2CD5805A5999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0"/>
            <a:ext cx="6858000" cy="9111343"/>
            <a:chOff x="0" y="1424608"/>
            <a:chExt cx="5040000" cy="6696000"/>
          </a:xfrm>
        </p:grpSpPr>
        <p:pic>
          <p:nvPicPr>
            <p:cNvPr id="34" name="그림 33">
              <a:extLst>
                <a:ext uri="{FF2B5EF4-FFF2-40B4-BE49-F238E27FC236}">
                  <a16:creationId xmlns:a16="http://schemas.microsoft.com/office/drawing/2014/main" id="{E211C24A-46C9-4686-B8E9-3DC17F755A7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-1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4549" r="25272"/>
            <a:stretch/>
          </p:blipFill>
          <p:spPr>
            <a:xfrm>
              <a:off x="0" y="1424608"/>
              <a:ext cx="5040000" cy="6696000"/>
            </a:xfrm>
            <a:prstGeom prst="rect">
              <a:avLst/>
            </a:prstGeom>
            <a:solidFill>
              <a:srgbClr val="262626"/>
            </a:solidFill>
          </p:spPr>
        </p:pic>
        <p:grpSp>
          <p:nvGrpSpPr>
            <p:cNvPr id="35" name="그룹 34">
              <a:extLst>
                <a:ext uri="{FF2B5EF4-FFF2-40B4-BE49-F238E27FC236}">
                  <a16:creationId xmlns:a16="http://schemas.microsoft.com/office/drawing/2014/main" id="{8463CE43-42CC-404A-9D4A-B23A639C5A94}"/>
                </a:ext>
              </a:extLst>
            </p:cNvPr>
            <p:cNvGrpSpPr/>
            <p:nvPr/>
          </p:nvGrpSpPr>
          <p:grpSpPr>
            <a:xfrm>
              <a:off x="146120" y="1568624"/>
              <a:ext cx="4747758" cy="6408708"/>
              <a:chOff x="146120" y="1568624"/>
              <a:chExt cx="4747758" cy="6408708"/>
            </a:xfrm>
          </p:grpSpPr>
          <p:sp>
            <p:nvSpPr>
              <p:cNvPr id="36" name="직사각형 35">
                <a:extLst>
                  <a:ext uri="{FF2B5EF4-FFF2-40B4-BE49-F238E27FC236}">
                    <a16:creationId xmlns:a16="http://schemas.microsoft.com/office/drawing/2014/main" id="{2980D627-ECA0-4168-B273-EA3634077BAF}"/>
                  </a:ext>
                </a:extLst>
              </p:cNvPr>
              <p:cNvSpPr/>
              <p:nvPr/>
            </p:nvSpPr>
            <p:spPr>
              <a:xfrm>
                <a:off x="179999" y="1604628"/>
                <a:ext cx="4680000" cy="6336001"/>
              </a:xfrm>
              <a:prstGeom prst="rect">
                <a:avLst/>
              </a:prstGeom>
              <a:solidFill>
                <a:schemeClr val="tx1">
                  <a:alpha val="10000"/>
                </a:schemeClr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37" name="그룹 36">
                <a:extLst>
                  <a:ext uri="{FF2B5EF4-FFF2-40B4-BE49-F238E27FC236}">
                    <a16:creationId xmlns:a16="http://schemas.microsoft.com/office/drawing/2014/main" id="{6AA3C177-F0BF-42B0-BD08-CC72977C619B}"/>
                  </a:ext>
                </a:extLst>
              </p:cNvPr>
              <p:cNvGrpSpPr/>
              <p:nvPr/>
            </p:nvGrpSpPr>
            <p:grpSpPr>
              <a:xfrm>
                <a:off x="146120" y="1568624"/>
                <a:ext cx="4747758" cy="6408708"/>
                <a:chOff x="152640" y="1568624"/>
                <a:chExt cx="4747758" cy="6408708"/>
              </a:xfrm>
              <a:solidFill>
                <a:schemeClr val="bg1">
                  <a:alpha val="50000"/>
                </a:schemeClr>
              </a:solidFill>
            </p:grpSpPr>
            <p:sp>
              <p:nvSpPr>
                <p:cNvPr id="38" name="직사각형 37">
                  <a:extLst>
                    <a:ext uri="{FF2B5EF4-FFF2-40B4-BE49-F238E27FC236}">
                      <a16:creationId xmlns:a16="http://schemas.microsoft.com/office/drawing/2014/main" id="{266B83F1-FB2B-49CC-8803-BC6DD7BF7156}"/>
                    </a:ext>
                  </a:extLst>
                </p:cNvPr>
                <p:cNvSpPr/>
                <p:nvPr/>
              </p:nvSpPr>
              <p:spPr>
                <a:xfrm>
                  <a:off x="184320" y="1568628"/>
                  <a:ext cx="4680000" cy="3600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9" name="직사각형 38">
                  <a:extLst>
                    <a:ext uri="{FF2B5EF4-FFF2-40B4-BE49-F238E27FC236}">
                      <a16:creationId xmlns:a16="http://schemas.microsoft.com/office/drawing/2014/main" id="{5AFB4980-A39E-41FD-9AB4-0B8456034287}"/>
                    </a:ext>
                  </a:extLst>
                </p:cNvPr>
                <p:cNvSpPr/>
                <p:nvPr/>
              </p:nvSpPr>
              <p:spPr>
                <a:xfrm>
                  <a:off x="184320" y="7941332"/>
                  <a:ext cx="4680000" cy="3600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0" name="직사각형 39">
                  <a:extLst>
                    <a:ext uri="{FF2B5EF4-FFF2-40B4-BE49-F238E27FC236}">
                      <a16:creationId xmlns:a16="http://schemas.microsoft.com/office/drawing/2014/main" id="{F3699DFE-ACED-4AFF-8F0F-420A91EC90F9}"/>
                    </a:ext>
                  </a:extLst>
                </p:cNvPr>
                <p:cNvSpPr/>
                <p:nvPr/>
              </p:nvSpPr>
              <p:spPr>
                <a:xfrm rot="5400000">
                  <a:off x="-3033360" y="4754624"/>
                  <a:ext cx="6408000" cy="3600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2" name="직사각형 41">
                  <a:extLst>
                    <a:ext uri="{FF2B5EF4-FFF2-40B4-BE49-F238E27FC236}">
                      <a16:creationId xmlns:a16="http://schemas.microsoft.com/office/drawing/2014/main" id="{E98C3129-E0A5-4B77-B92B-28A9F57EEE9C}"/>
                    </a:ext>
                  </a:extLst>
                </p:cNvPr>
                <p:cNvSpPr/>
                <p:nvPr/>
              </p:nvSpPr>
              <p:spPr>
                <a:xfrm rot="5400000">
                  <a:off x="4360398" y="2072628"/>
                  <a:ext cx="1044000" cy="3600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3" name="직사각형 42">
                  <a:extLst>
                    <a:ext uri="{FF2B5EF4-FFF2-40B4-BE49-F238E27FC236}">
                      <a16:creationId xmlns:a16="http://schemas.microsoft.com/office/drawing/2014/main" id="{BB43A134-9A63-4442-A85A-C0F9FD2D95A5}"/>
                    </a:ext>
                  </a:extLst>
                </p:cNvPr>
                <p:cNvSpPr/>
                <p:nvPr/>
              </p:nvSpPr>
              <p:spPr>
                <a:xfrm rot="16200000">
                  <a:off x="3532398" y="6609332"/>
                  <a:ext cx="2700000" cy="3600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</p:grpSp>
      </p:grpSp>
      <p:sp>
        <p:nvSpPr>
          <p:cNvPr id="11" name="제목 10"/>
          <p:cNvSpPr>
            <a:spLocks noGrp="1"/>
          </p:cNvSpPr>
          <p:nvPr>
            <p:ph type="title" idx="4294967295"/>
          </p:nvPr>
        </p:nvSpPr>
        <p:spPr>
          <a:xfrm>
            <a:off x="-2011903" y="83482"/>
            <a:ext cx="1984519" cy="22775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 fontAlgn="base" latinLnBrk="0">
              <a:spcAft>
                <a:spcPts val="200"/>
              </a:spcAft>
              <a:buClr>
                <a:schemeClr val="tx1">
                  <a:lumMod val="75000"/>
                  <a:lumOff val="25000"/>
                </a:schemeClr>
              </a:buClr>
              <a:buSzPct val="90000"/>
            </a:pPr>
            <a:r>
              <a:rPr lang="ko-KR" altLang="en-US" sz="1600" dirty="0">
                <a:latin typeface="+mj-ea"/>
                <a:cs typeface="+mn-cs"/>
              </a:rPr>
              <a:t>간지</a:t>
            </a:r>
            <a:r>
              <a:rPr lang="en-US" altLang="ko-KR" sz="1600" dirty="0">
                <a:latin typeface="+mj-ea"/>
                <a:cs typeface="+mn-cs"/>
              </a:rPr>
              <a:t>_image 04 =====</a:t>
            </a:r>
            <a:endParaRPr lang="ko-KR" altLang="en-US" sz="1600" dirty="0">
              <a:latin typeface="+mj-ea"/>
              <a:cs typeface="+mn-cs"/>
            </a:endParaRPr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2DDC5C91-8E3D-4F36-8F9C-B467589BC44A}"/>
              </a:ext>
            </a:extLst>
          </p:cNvPr>
          <p:cNvGrpSpPr/>
          <p:nvPr/>
        </p:nvGrpSpPr>
        <p:grpSpPr>
          <a:xfrm>
            <a:off x="476738" y="451351"/>
            <a:ext cx="3528000" cy="1189281"/>
            <a:chOff x="369052" y="378290"/>
            <a:chExt cx="3528000" cy="1189281"/>
          </a:xfrm>
        </p:grpSpPr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94DE6F77-A8FB-499D-AAE4-29CAEA27045B}"/>
                </a:ext>
              </a:extLst>
            </p:cNvPr>
            <p:cNvSpPr/>
            <p:nvPr/>
          </p:nvSpPr>
          <p:spPr>
            <a:xfrm>
              <a:off x="369052" y="378290"/>
              <a:ext cx="3528000" cy="1189281"/>
            </a:xfrm>
            <a:prstGeom prst="rect">
              <a:avLst/>
            </a:prstGeom>
            <a:solidFill>
              <a:srgbClr val="0070C0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48" name="그룹 47">
              <a:extLst>
                <a:ext uri="{FF2B5EF4-FFF2-40B4-BE49-F238E27FC236}">
                  <a16:creationId xmlns:a16="http://schemas.microsoft.com/office/drawing/2014/main" id="{442B1572-3663-483A-B128-678DC02D726E}"/>
                </a:ext>
              </a:extLst>
            </p:cNvPr>
            <p:cNvGrpSpPr/>
            <p:nvPr/>
          </p:nvGrpSpPr>
          <p:grpSpPr>
            <a:xfrm>
              <a:off x="558964" y="485523"/>
              <a:ext cx="3148177" cy="974814"/>
              <a:chOff x="476738" y="449794"/>
              <a:chExt cx="3148177" cy="974814"/>
            </a:xfrm>
          </p:grpSpPr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71F96E42-852E-4E63-A9B0-F64E78CE6E15}"/>
                  </a:ext>
                </a:extLst>
              </p:cNvPr>
              <p:cNvSpPr txBox="1"/>
              <p:nvPr/>
            </p:nvSpPr>
            <p:spPr>
              <a:xfrm>
                <a:off x="530903" y="516573"/>
                <a:ext cx="1619033" cy="42062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spcAft>
                    <a:spcPts val="400"/>
                  </a:spcAft>
                </a:pPr>
                <a:r>
                  <a:rPr kumimoji="1" lang="en-US" altLang="ko-KR" sz="1200" spc="-40">
                    <a:solidFill>
                      <a:schemeClr val="bg1">
                        <a:lumMod val="95000"/>
                      </a:schemeClr>
                    </a:solidFill>
                    <a:latin typeface="G마켓 산스 Light" panose="02000000000000000000" pitchFamily="50" charset="-127"/>
                    <a:ea typeface="G마켓 산스 Light" panose="02000000000000000000" pitchFamily="50" charset="-127"/>
                  </a:rPr>
                  <a:t>Simple_image</a:t>
                </a:r>
                <a:endParaRPr kumimoji="1" lang="en-US" altLang="ko-KR" sz="1200" spc="-40" dirty="0">
                  <a:solidFill>
                    <a:schemeClr val="bg1">
                      <a:lumMod val="95000"/>
                    </a:schemeClr>
                  </a:solidFill>
                  <a:latin typeface="G마켓 산스 Light" panose="02000000000000000000" pitchFamily="50" charset="-127"/>
                  <a:ea typeface="G마켓 산스 Light" panose="02000000000000000000" pitchFamily="50" charset="-127"/>
                </a:endParaRPr>
              </a:p>
              <a:p>
                <a:pPr>
                  <a:spcAft>
                    <a:spcPts val="400"/>
                  </a:spcAft>
                </a:pPr>
                <a:r>
                  <a:rPr kumimoji="1" lang="ko-KR" altLang="en-US" sz="1200" b="0" i="0" spc="-40" baseline="0" dirty="0">
                    <a:solidFill>
                      <a:schemeClr val="bg1">
                        <a:lumMod val="95000"/>
                      </a:schemeClr>
                    </a:solidFill>
                    <a:latin typeface="G마켓 산스 Bold" panose="02000000000000000000" pitchFamily="50" charset="-127"/>
                    <a:ea typeface="G마켓 산스 Bold" panose="02000000000000000000" pitchFamily="50" charset="-127"/>
                  </a:rPr>
                  <a:t>파워포인트 템플릿 </a:t>
                </a:r>
                <a:r>
                  <a:rPr kumimoji="1" lang="en-US" altLang="ko-KR" sz="1200" b="0" i="0" spc="-40" baseline="0" dirty="0">
                    <a:solidFill>
                      <a:schemeClr val="bg1">
                        <a:lumMod val="95000"/>
                      </a:schemeClr>
                    </a:solidFill>
                    <a:latin typeface="G마켓 산스 Bold" panose="02000000000000000000" pitchFamily="50" charset="-127"/>
                    <a:ea typeface="G마켓 산스 Bold" panose="02000000000000000000" pitchFamily="50" charset="-127"/>
                  </a:rPr>
                  <a:t>| </a:t>
                </a:r>
                <a:r>
                  <a:rPr kumimoji="1" lang="en-US" altLang="ko-KR" sz="1200" spc="-40" dirty="0">
                    <a:solidFill>
                      <a:schemeClr val="bg1">
                        <a:lumMod val="95000"/>
                      </a:schemeClr>
                    </a:solidFill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PPT</a:t>
                </a:r>
                <a:endParaRPr kumimoji="1" lang="ko-KR" altLang="en-US" sz="1200" b="0" i="0" spc="-40" baseline="0" dirty="0">
                  <a:solidFill>
                    <a:schemeClr val="bg1">
                      <a:lumMod val="95000"/>
                    </a:schemeClr>
                  </a:solidFill>
                  <a:latin typeface="G마켓 산스 Medium" panose="02000000000000000000" pitchFamily="50" charset="-127"/>
                  <a:ea typeface="G마켓 산스 Medium" panose="02000000000000000000" pitchFamily="50" charset="-127"/>
                </a:endParaRP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BFF644D3-E0C8-46DA-98BE-CC3D05AA3188}"/>
                  </a:ext>
                </a:extLst>
              </p:cNvPr>
              <p:cNvSpPr txBox="1"/>
              <p:nvPr/>
            </p:nvSpPr>
            <p:spPr>
              <a:xfrm>
                <a:off x="476738" y="1056633"/>
                <a:ext cx="1727362" cy="324000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</p:spPr>
            <p:txBody>
              <a:bodyPr wrap="none" lIns="108000" tIns="0" rIns="108000" bIns="0" rtlCol="0" anchor="ctr">
                <a:noAutofit/>
              </a:bodyPr>
              <a:lstStyle>
                <a:defPPr>
                  <a:defRPr lang="en-US"/>
                </a:defPPr>
                <a:lvl1pPr algn="ctr">
                  <a:defRPr kumimoji="1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Pretendard ExtraLight" panose="02000303000000020004" pitchFamily="50" charset="-127"/>
                    <a:ea typeface="Pretendard ExtraLight" panose="02000303000000020004" pitchFamily="50" charset="-127"/>
                    <a:cs typeface="Pretendard ExtraLight" panose="02000303000000020004" pitchFamily="50" charset="-127"/>
                  </a:defRPr>
                </a:lvl1pPr>
              </a:lstStyle>
              <a:p>
                <a:r>
                  <a:rPr lang="en-US" altLang="ko-KR" dirty="0"/>
                  <a:t>CONTENTS</a:t>
                </a:r>
              </a:p>
            </p:txBody>
          </p:sp>
          <p:sp>
            <p:nvSpPr>
              <p:cNvPr id="51" name="Shape">
                <a:extLst>
                  <a:ext uri="{FF2B5EF4-FFF2-40B4-BE49-F238E27FC236}">
                    <a16:creationId xmlns:a16="http://schemas.microsoft.com/office/drawing/2014/main" id="{50D488F0-261F-4910-9C18-3413ED4870F3}"/>
                  </a:ext>
                </a:extLst>
              </p:cNvPr>
              <p:cNvSpPr/>
              <p:nvPr/>
            </p:nvSpPr>
            <p:spPr>
              <a:xfrm>
                <a:off x="2421953" y="449794"/>
                <a:ext cx="1202962" cy="97481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808" y="0"/>
                    </a:moveTo>
                    <a:lnTo>
                      <a:pt x="1808" y="1129"/>
                    </a:lnTo>
                    <a:lnTo>
                      <a:pt x="0" y="1129"/>
                    </a:lnTo>
                    <a:lnTo>
                      <a:pt x="0" y="21600"/>
                    </a:lnTo>
                    <a:lnTo>
                      <a:pt x="21600" y="21600"/>
                    </a:lnTo>
                    <a:lnTo>
                      <a:pt x="21600" y="1129"/>
                    </a:lnTo>
                    <a:lnTo>
                      <a:pt x="7183" y="1129"/>
                    </a:lnTo>
                    <a:lnTo>
                      <a:pt x="7183" y="0"/>
                    </a:lnTo>
                    <a:lnTo>
                      <a:pt x="1808" y="0"/>
                    </a:lnTo>
                    <a:close/>
                    <a:moveTo>
                      <a:pt x="865" y="2193"/>
                    </a:moveTo>
                    <a:lnTo>
                      <a:pt x="20736" y="2193"/>
                    </a:lnTo>
                    <a:lnTo>
                      <a:pt x="20736" y="20536"/>
                    </a:lnTo>
                    <a:lnTo>
                      <a:pt x="865" y="20536"/>
                    </a:lnTo>
                    <a:lnTo>
                      <a:pt x="865" y="2193"/>
                    </a:lnTo>
                    <a:close/>
                    <a:moveTo>
                      <a:pt x="14835" y="4981"/>
                    </a:moveTo>
                    <a:lnTo>
                      <a:pt x="14835" y="6094"/>
                    </a:lnTo>
                    <a:lnTo>
                      <a:pt x="18456" y="6094"/>
                    </a:lnTo>
                    <a:lnTo>
                      <a:pt x="18456" y="4981"/>
                    </a:lnTo>
                    <a:lnTo>
                      <a:pt x="14835" y="4981"/>
                    </a:lnTo>
                    <a:close/>
                    <a:moveTo>
                      <a:pt x="8083" y="6670"/>
                    </a:moveTo>
                    <a:cubicBezTo>
                      <a:pt x="7051" y="6670"/>
                      <a:pt x="6018" y="7154"/>
                      <a:pt x="5231" y="8124"/>
                    </a:cubicBezTo>
                    <a:cubicBezTo>
                      <a:pt x="3655" y="10064"/>
                      <a:pt x="3655" y="13209"/>
                      <a:pt x="5231" y="15149"/>
                    </a:cubicBezTo>
                    <a:cubicBezTo>
                      <a:pt x="6806" y="17088"/>
                      <a:pt x="9360" y="17088"/>
                      <a:pt x="10935" y="15149"/>
                    </a:cubicBezTo>
                    <a:cubicBezTo>
                      <a:pt x="12511" y="13209"/>
                      <a:pt x="12511" y="10064"/>
                      <a:pt x="10935" y="8124"/>
                    </a:cubicBezTo>
                    <a:cubicBezTo>
                      <a:pt x="10148" y="7154"/>
                      <a:pt x="9115" y="6670"/>
                      <a:pt x="8083" y="6670"/>
                    </a:cubicBezTo>
                    <a:close/>
                    <a:moveTo>
                      <a:pt x="8083" y="7757"/>
                    </a:moveTo>
                    <a:cubicBezTo>
                      <a:pt x="8889" y="7757"/>
                      <a:pt x="9696" y="8136"/>
                      <a:pt x="10311" y="8894"/>
                    </a:cubicBezTo>
                    <a:cubicBezTo>
                      <a:pt x="11541" y="10408"/>
                      <a:pt x="11541" y="12864"/>
                      <a:pt x="10311" y="14379"/>
                    </a:cubicBezTo>
                    <a:cubicBezTo>
                      <a:pt x="9081" y="15893"/>
                      <a:pt x="7086" y="15893"/>
                      <a:pt x="5855" y="14379"/>
                    </a:cubicBezTo>
                    <a:cubicBezTo>
                      <a:pt x="4625" y="12864"/>
                      <a:pt x="4625" y="10408"/>
                      <a:pt x="5855" y="8894"/>
                    </a:cubicBezTo>
                    <a:cubicBezTo>
                      <a:pt x="6470" y="8136"/>
                      <a:pt x="7277" y="7757"/>
                      <a:pt x="8083" y="7757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 w="12700">
                <a:noFill/>
                <a:miter lim="400000"/>
              </a:ln>
            </p:spPr>
            <p:txBody>
              <a:bodyPr lIns="0" tIns="0" rIns="0" bIns="0" anchor="ctr"/>
              <a:lstStyle/>
              <a:p>
                <a:pPr defTabSz="8255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sz="3200">
                  <a:solidFill>
                    <a:srgbClr val="FFFFFF"/>
                  </a:solidFill>
                  <a:sym typeface="Helvetica Neue Medium"/>
                </a:endParaRPr>
              </a:p>
            </p:txBody>
          </p:sp>
        </p:grpSp>
      </p:grpSp>
      <p:sp>
        <p:nvSpPr>
          <p:cNvPr id="63" name="Text Box 53">
            <a:extLst>
              <a:ext uri="{FF2B5EF4-FFF2-40B4-BE49-F238E27FC236}">
                <a16:creationId xmlns:a16="http://schemas.microsoft.com/office/drawing/2014/main" id="{00696018-833D-4A0D-8BDF-9A1D9E1415AA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531240" y="1785905"/>
            <a:ext cx="2559996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1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marL="177800" indent="-177800" defTabSz="793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1028700" indent="-457200" defTabSz="793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668463" indent="-454025" defTabSz="793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2317750" indent="-458788" defTabSz="793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965450" indent="-457200" defTabSz="793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3422650" indent="-457200" defTabSz="79375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3879850" indent="-457200" defTabSz="79375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4337050" indent="-457200" defTabSz="79375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4794250" indent="-457200" defTabSz="79375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indent="0" defTabSz="914400"/>
            <a:r>
              <a:rPr lang="ko-KR" altLang="en-US" sz="1200" dirty="0">
                <a:solidFill>
                  <a:schemeClr val="bg1">
                    <a:alpha val="70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해당 챕터 간지의 설명 문구를 입력하세요</a:t>
            </a:r>
            <a:r>
              <a:rPr lang="en-US" altLang="ko-KR" sz="1200" dirty="0">
                <a:solidFill>
                  <a:schemeClr val="bg1">
                    <a:alpha val="70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.</a:t>
            </a:r>
          </a:p>
        </p:txBody>
      </p:sp>
      <p:sp>
        <p:nvSpPr>
          <p:cNvPr id="44" name="Rectangle 12">
            <a:extLst>
              <a:ext uri="{FF2B5EF4-FFF2-40B4-BE49-F238E27FC236}">
                <a16:creationId xmlns:a16="http://schemas.microsoft.com/office/drawing/2014/main" id="{47F2B2AF-1755-47F7-B004-A4C5131F8ED8}"/>
              </a:ext>
            </a:extLst>
          </p:cNvPr>
          <p:cNvSpPr/>
          <p:nvPr/>
        </p:nvSpPr>
        <p:spPr>
          <a:xfrm>
            <a:off x="1464861" y="3169405"/>
            <a:ext cx="5390251" cy="3852000"/>
          </a:xfrm>
          <a:prstGeom prst="rect">
            <a:avLst/>
          </a:prstGeom>
          <a:solidFill>
            <a:schemeClr val="bg1">
              <a:alpha val="80000"/>
            </a:schemeClr>
          </a:solidFill>
          <a:ln w="6350">
            <a:noFill/>
          </a:ln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121920" tIns="60960" rIns="121920" bIns="60960" rtlCol="0" anchor="ctr">
            <a:noAutofit/>
          </a:bodyPr>
          <a:lstStyle/>
          <a:p>
            <a:pPr algn="ctr"/>
            <a:endParaRPr lang="en-US" sz="2400" dirty="0"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64C77F16-8592-4B1E-93F5-48084934A14D}"/>
              </a:ext>
            </a:extLst>
          </p:cNvPr>
          <p:cNvSpPr/>
          <p:nvPr/>
        </p:nvSpPr>
        <p:spPr>
          <a:xfrm>
            <a:off x="2417103" y="3503595"/>
            <a:ext cx="3964156" cy="540000"/>
          </a:xfrm>
          <a:prstGeom prst="rect">
            <a:avLst/>
          </a:prstGeom>
          <a:solidFill>
            <a:schemeClr val="tx1">
              <a:alpha val="8000"/>
            </a:schemeClr>
          </a:solidFill>
          <a:ln>
            <a:noFill/>
          </a:ln>
        </p:spPr>
        <p:txBody>
          <a:bodyPr wrap="square" lIns="144000" tIns="36000" rIns="0" bIns="36000" anchor="ctr">
            <a:noAutofit/>
          </a:bodyPr>
          <a:lstStyle/>
          <a:p>
            <a:r>
              <a:rPr lang="ko-KR" altLang="en-US" sz="24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</a:rPr>
              <a:t>제안 개요</a:t>
            </a:r>
          </a:p>
        </p:txBody>
      </p:sp>
      <p:sp>
        <p:nvSpPr>
          <p:cNvPr id="52" name="모서리가 둥근 직사각형 145">
            <a:extLst>
              <a:ext uri="{FF2B5EF4-FFF2-40B4-BE49-F238E27FC236}">
                <a16:creationId xmlns:a16="http://schemas.microsoft.com/office/drawing/2014/main" id="{A82DE1F3-E563-4DFF-B3DD-708D8E4E6A21}"/>
              </a:ext>
            </a:extLst>
          </p:cNvPr>
          <p:cNvSpPr/>
          <p:nvPr/>
        </p:nvSpPr>
        <p:spPr>
          <a:xfrm>
            <a:off x="1808880" y="3503595"/>
            <a:ext cx="540000" cy="540000"/>
          </a:xfrm>
          <a:prstGeom prst="roundRect">
            <a:avLst>
              <a:gd name="adj" fmla="val 0"/>
            </a:avLst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>
                <a:solidFill>
                  <a:schemeClr val="bg1"/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Ⅰ</a:t>
            </a:r>
            <a:endParaRPr lang="ko-KR" altLang="en-US" sz="2800" b="1" dirty="0">
              <a:solidFill>
                <a:schemeClr val="bg1"/>
              </a:solidFill>
              <a:latin typeface="나눔명조" panose="02020603020101020101" pitchFamily="18" charset="-127"/>
              <a:ea typeface="나눔명조" panose="02020603020101020101" pitchFamily="18" charset="-127"/>
            </a:endParaRPr>
          </a:p>
        </p:txBody>
      </p:sp>
      <p:graphicFrame>
        <p:nvGraphicFramePr>
          <p:cNvPr id="53" name="표 3">
            <a:extLst>
              <a:ext uri="{FF2B5EF4-FFF2-40B4-BE49-F238E27FC236}">
                <a16:creationId xmlns:a16="http://schemas.microsoft.com/office/drawing/2014/main" id="{737DC3EF-DEAA-4814-A4FF-DA9F131C71B1}"/>
              </a:ext>
            </a:extLst>
          </p:cNvPr>
          <p:cNvGraphicFramePr>
            <a:graphicFrameLocks noGrp="1"/>
          </p:cNvGraphicFramePr>
          <p:nvPr/>
        </p:nvGraphicFramePr>
        <p:xfrm>
          <a:off x="2417103" y="4287709"/>
          <a:ext cx="3964156" cy="2376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64156">
                  <a:extLst>
                    <a:ext uri="{9D8B030D-6E8A-4147-A177-3AD203B41FA5}">
                      <a16:colId xmlns:a16="http://schemas.microsoft.com/office/drawing/2014/main" val="3512023494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600" b="0" kern="1200" dirty="0">
                          <a:ln w="6350"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600" b="0" kern="1200" dirty="0">
                          <a:ln w="6350"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목적 및 배경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2602578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600" b="0" kern="1200" dirty="0">
                          <a:ln w="6350"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2. </a:t>
                      </a:r>
                      <a:r>
                        <a:rPr kumimoji="1" lang="ko-KR" altLang="en-US" sz="1600" b="0" kern="1200" dirty="0">
                          <a:ln w="6350"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사업 범위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2717536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600" b="0" kern="1200" dirty="0">
                          <a:ln w="6350"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3. </a:t>
                      </a:r>
                      <a:r>
                        <a:rPr kumimoji="1" lang="ko-KR" altLang="en-US" sz="1600" b="0" kern="1200" dirty="0">
                          <a:ln w="6350"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특징 및 장점</a:t>
                      </a:r>
                      <a:endParaRPr kumimoji="1" lang="en-US" altLang="ko-KR" sz="1600" b="0" kern="1200" dirty="0">
                        <a:ln w="6350"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4981497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600" b="0" kern="1200" dirty="0">
                          <a:ln w="6350"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4. </a:t>
                      </a:r>
                      <a:r>
                        <a:rPr kumimoji="1" lang="ko-KR" altLang="en-US" sz="1600" b="0" kern="1200" dirty="0">
                          <a:ln w="6350"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사업수행 목표</a:t>
                      </a:r>
                      <a:endParaRPr kumimoji="1" lang="en-US" altLang="ko-KR" sz="1600" b="0" kern="1200" dirty="0">
                        <a:ln w="6350"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289477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600" b="0" kern="1200" dirty="0">
                          <a:ln w="6350"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5. </a:t>
                      </a:r>
                      <a:r>
                        <a:rPr kumimoji="1" lang="ko-KR" altLang="en-US" sz="1600" b="0" kern="1200" dirty="0">
                          <a:ln w="6350"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기대 효과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2449661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600" b="0" kern="1200" dirty="0">
                          <a:ln w="6350"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6. </a:t>
                      </a:r>
                      <a:r>
                        <a:rPr kumimoji="1" lang="ko-KR" altLang="en-US" sz="1600" b="0" kern="1200" dirty="0">
                          <a:ln w="6350"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제목 입력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1818578"/>
                  </a:ext>
                </a:extLst>
              </a:tr>
            </a:tbl>
          </a:graphicData>
        </a:graphic>
      </p:graphicFrame>
      <p:sp>
        <p:nvSpPr>
          <p:cNvPr id="65" name="Rectangle 12">
            <a:extLst>
              <a:ext uri="{FF2B5EF4-FFF2-40B4-BE49-F238E27FC236}">
                <a16:creationId xmlns:a16="http://schemas.microsoft.com/office/drawing/2014/main" id="{A3A305E0-4FFA-4429-A185-218C811FB97C}"/>
              </a:ext>
            </a:extLst>
          </p:cNvPr>
          <p:cNvSpPr/>
          <p:nvPr/>
        </p:nvSpPr>
        <p:spPr>
          <a:xfrm>
            <a:off x="0" y="9110557"/>
            <a:ext cx="6858000" cy="161703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121920" tIns="60960" rIns="121920" bIns="60960" rtlCol="0" anchor="ctr">
            <a:noAutofit/>
          </a:bodyPr>
          <a:lstStyle/>
          <a:p>
            <a:pPr algn="ctr"/>
            <a:endParaRPr lang="en-US" sz="2400" dirty="0"/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7EDD38A3-B458-43F7-9021-8EDB27A3E72A}"/>
              </a:ext>
            </a:extLst>
          </p:cNvPr>
          <p:cNvGrpSpPr/>
          <p:nvPr/>
        </p:nvGrpSpPr>
        <p:grpSpPr>
          <a:xfrm>
            <a:off x="362858" y="9489504"/>
            <a:ext cx="6108741" cy="186065"/>
            <a:chOff x="362858" y="9489504"/>
            <a:chExt cx="6108741" cy="186065"/>
          </a:xfrm>
        </p:grpSpPr>
        <p:sp>
          <p:nvSpPr>
            <p:cNvPr id="54" name="Text Box 53">
              <a:extLst>
                <a:ext uri="{FF2B5EF4-FFF2-40B4-BE49-F238E27FC236}">
                  <a16:creationId xmlns:a16="http://schemas.microsoft.com/office/drawing/2014/main" id="{306C6463-9808-41F1-8819-4534E18FD1AF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4480109" y="9519314"/>
              <a:ext cx="804707" cy="1264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CC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bg1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defPPr>
                <a:defRPr lang="en-US"/>
              </a:defPPr>
              <a:lvl1pPr lvl="0" indent="0" defTabSz="914400">
                <a:spcBef>
                  <a:spcPts val="1000"/>
                </a:spcBef>
                <a:defRPr kumimoji="1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  <a:ea typeface="굴림" panose="020B0600000101010101" pitchFamily="50" charset="-127"/>
                </a:defRPr>
              </a:lvl1pPr>
              <a:lvl2pPr marL="1028700" indent="-457200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668463" indent="-454025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2317750" indent="-458788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965450" indent="-457200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34226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38798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43370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47942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sample@mail.com</a:t>
              </a:r>
              <a:endPara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endParaRPr>
            </a:p>
          </p:txBody>
        </p:sp>
        <p:sp>
          <p:nvSpPr>
            <p:cNvPr id="55" name="任意形状 978">
              <a:extLst>
                <a:ext uri="{FF2B5EF4-FFF2-40B4-BE49-F238E27FC236}">
                  <a16:creationId xmlns:a16="http://schemas.microsoft.com/office/drawing/2014/main" id="{88A94D33-1218-4C44-9EE8-A05C78885956}"/>
                </a:ext>
              </a:extLst>
            </p:cNvPr>
            <p:cNvSpPr/>
            <p:nvPr/>
          </p:nvSpPr>
          <p:spPr>
            <a:xfrm>
              <a:off x="4293096" y="9523555"/>
              <a:ext cx="134750" cy="1179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" y="0"/>
                  </a:moveTo>
                  <a:lnTo>
                    <a:pt x="20520" y="0"/>
                  </a:lnTo>
                  <a:cubicBezTo>
                    <a:pt x="21117" y="0"/>
                    <a:pt x="21600" y="537"/>
                    <a:pt x="21600" y="1200"/>
                  </a:cubicBezTo>
                  <a:lnTo>
                    <a:pt x="21600" y="20400"/>
                  </a:lnTo>
                  <a:cubicBezTo>
                    <a:pt x="21600" y="21063"/>
                    <a:pt x="21117" y="21600"/>
                    <a:pt x="20520" y="21600"/>
                  </a:cubicBezTo>
                  <a:lnTo>
                    <a:pt x="1080" y="21600"/>
                  </a:lnTo>
                  <a:cubicBezTo>
                    <a:pt x="483" y="21600"/>
                    <a:pt x="0" y="21063"/>
                    <a:pt x="0" y="20400"/>
                  </a:cubicBezTo>
                  <a:lnTo>
                    <a:pt x="0" y="1200"/>
                  </a:lnTo>
                  <a:cubicBezTo>
                    <a:pt x="0" y="537"/>
                    <a:pt x="483" y="0"/>
                    <a:pt x="1080" y="0"/>
                  </a:cubicBezTo>
                  <a:close/>
                  <a:moveTo>
                    <a:pt x="19440" y="5086"/>
                  </a:moveTo>
                  <a:lnTo>
                    <a:pt x="10878" y="13606"/>
                  </a:lnTo>
                  <a:lnTo>
                    <a:pt x="2160" y="5059"/>
                  </a:lnTo>
                  <a:lnTo>
                    <a:pt x="2160" y="19200"/>
                  </a:lnTo>
                  <a:lnTo>
                    <a:pt x="19440" y="19200"/>
                  </a:lnTo>
                  <a:lnTo>
                    <a:pt x="19440" y="5086"/>
                  </a:lnTo>
                  <a:close/>
                  <a:moveTo>
                    <a:pt x="2712" y="2400"/>
                  </a:moveTo>
                  <a:lnTo>
                    <a:pt x="10866" y="10394"/>
                  </a:lnTo>
                  <a:lnTo>
                    <a:pt x="18902" y="2400"/>
                  </a:lnTo>
                  <a:lnTo>
                    <a:pt x="2712" y="240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+mn-cs"/>
              </a:endParaRPr>
            </a:p>
          </p:txBody>
        </p:sp>
        <p:sp>
          <p:nvSpPr>
            <p:cNvPr id="56" name="Text Box 53">
              <a:extLst>
                <a:ext uri="{FF2B5EF4-FFF2-40B4-BE49-F238E27FC236}">
                  <a16:creationId xmlns:a16="http://schemas.microsoft.com/office/drawing/2014/main" id="{E886189D-8334-4F8F-9C67-5D99130D791F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5676510" y="9519314"/>
              <a:ext cx="795089" cy="1264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CC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bg1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defPPr>
                <a:defRPr lang="en-US"/>
              </a:defPPr>
              <a:lvl1pPr lvl="0" indent="0" defTabSz="914400">
                <a:spcBef>
                  <a:spcPts val="1000"/>
                </a:spcBef>
                <a:defRPr kumimoji="1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  <a:ea typeface="굴림" panose="020B0600000101010101" pitchFamily="50" charset="-127"/>
                </a:defRPr>
              </a:lvl1pPr>
              <a:lvl2pPr marL="1028700" indent="-457200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668463" indent="-454025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2317750" indent="-458788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965450" indent="-457200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34226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38798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43370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47942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www.sample.com</a:t>
              </a:r>
              <a:endPara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endParaRPr>
            </a:p>
          </p:txBody>
        </p:sp>
        <p:sp>
          <p:nvSpPr>
            <p:cNvPr id="57" name="任意形状 412">
              <a:extLst>
                <a:ext uri="{FF2B5EF4-FFF2-40B4-BE49-F238E27FC236}">
                  <a16:creationId xmlns:a16="http://schemas.microsoft.com/office/drawing/2014/main" id="{5EF78492-B9A5-48E5-B21D-6996AF42C3F6}"/>
                </a:ext>
              </a:extLst>
            </p:cNvPr>
            <p:cNvSpPr/>
            <p:nvPr/>
          </p:nvSpPr>
          <p:spPr>
            <a:xfrm>
              <a:off x="5473233" y="9516345"/>
              <a:ext cx="148226" cy="13238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05" extrusionOk="0">
                  <a:moveTo>
                    <a:pt x="17673" y="21505"/>
                  </a:moveTo>
                  <a:lnTo>
                    <a:pt x="3927" y="21505"/>
                  </a:lnTo>
                  <a:cubicBezTo>
                    <a:pt x="3385" y="21505"/>
                    <a:pt x="2945" y="21015"/>
                    <a:pt x="2945" y="20411"/>
                  </a:cubicBezTo>
                  <a:lnTo>
                    <a:pt x="2945" y="10560"/>
                  </a:lnTo>
                  <a:lnTo>
                    <a:pt x="0" y="10560"/>
                  </a:lnTo>
                  <a:lnTo>
                    <a:pt x="10139" y="285"/>
                  </a:lnTo>
                  <a:cubicBezTo>
                    <a:pt x="10514" y="-95"/>
                    <a:pt x="11086" y="-95"/>
                    <a:pt x="11461" y="285"/>
                  </a:cubicBezTo>
                  <a:lnTo>
                    <a:pt x="21600" y="10560"/>
                  </a:lnTo>
                  <a:lnTo>
                    <a:pt x="18655" y="10560"/>
                  </a:lnTo>
                  <a:lnTo>
                    <a:pt x="18655" y="20411"/>
                  </a:lnTo>
                  <a:cubicBezTo>
                    <a:pt x="18655" y="21015"/>
                    <a:pt x="18215" y="21505"/>
                    <a:pt x="17673" y="21505"/>
                  </a:cubicBezTo>
                  <a:close/>
                  <a:moveTo>
                    <a:pt x="4909" y="19316"/>
                  </a:moveTo>
                  <a:lnTo>
                    <a:pt x="16691" y="19316"/>
                  </a:lnTo>
                  <a:lnTo>
                    <a:pt x="16691" y="8543"/>
                  </a:lnTo>
                  <a:lnTo>
                    <a:pt x="10800" y="2574"/>
                  </a:lnTo>
                  <a:lnTo>
                    <a:pt x="4909" y="8543"/>
                  </a:lnTo>
                  <a:lnTo>
                    <a:pt x="4909" y="19316"/>
                  </a:lnTo>
                  <a:close/>
                  <a:moveTo>
                    <a:pt x="6873" y="14938"/>
                  </a:moveTo>
                  <a:lnTo>
                    <a:pt x="14727" y="14938"/>
                  </a:lnTo>
                  <a:lnTo>
                    <a:pt x="14727" y="17127"/>
                  </a:lnTo>
                  <a:lnTo>
                    <a:pt x="6873" y="17127"/>
                  </a:lnTo>
                  <a:lnTo>
                    <a:pt x="6873" y="14938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+mn-cs"/>
              </a:endParaRPr>
            </a:p>
          </p:txBody>
        </p:sp>
        <p:sp>
          <p:nvSpPr>
            <p:cNvPr id="58" name="Text Box 53">
              <a:extLst>
                <a:ext uri="{FF2B5EF4-FFF2-40B4-BE49-F238E27FC236}">
                  <a16:creationId xmlns:a16="http://schemas.microsoft.com/office/drawing/2014/main" id="{0E36FB9E-1D02-40F3-BE88-D9049DA24E00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464862" y="9505592"/>
              <a:ext cx="1264770" cy="1538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CC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bg1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 marL="177800" indent="-177800" defTabSz="793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1028700" indent="-457200" defTabSz="793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668463" indent="-454025" defTabSz="793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2317750" indent="-458788" defTabSz="793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965450" indent="-457200" defTabSz="793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34226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38798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43370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47942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+mn-cs"/>
                </a:rPr>
                <a:t>업체명</a:t>
              </a:r>
              <a:r>
                <a:rPr kumimoji="1" lang="en-US" altLang="ko-KR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+mn-cs"/>
                </a:rPr>
                <a:t>: (</a:t>
              </a:r>
              <a:r>
                <a:rPr kumimoji="1" lang="ko-KR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+mn-cs"/>
                </a:rPr>
                <a:t>주</a:t>
              </a:r>
              <a:r>
                <a:rPr kumimoji="1" lang="en-US" altLang="ko-KR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+mn-cs"/>
                </a:rPr>
                <a:t>)</a:t>
              </a:r>
              <a:r>
                <a:rPr kumimoji="1" lang="ko-KR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+mn-cs"/>
                </a:rPr>
                <a:t>서희 </a:t>
              </a:r>
              <a:r>
                <a:rPr kumimoji="1" lang="en-US" altLang="ko-KR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+mn-cs"/>
                </a:rPr>
                <a:t>Design</a:t>
              </a:r>
              <a:endParaRPr kumimoji="1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+mn-cs"/>
              </a:endParaRPr>
            </a:p>
          </p:txBody>
        </p:sp>
        <p:grpSp>
          <p:nvGrpSpPr>
            <p:cNvPr id="59" name="그룹 58">
              <a:extLst>
                <a:ext uri="{FF2B5EF4-FFF2-40B4-BE49-F238E27FC236}">
                  <a16:creationId xmlns:a16="http://schemas.microsoft.com/office/drawing/2014/main" id="{43F4C168-7DE5-4279-85EA-F84BE1DC604F}"/>
                </a:ext>
              </a:extLst>
            </p:cNvPr>
            <p:cNvGrpSpPr/>
            <p:nvPr/>
          </p:nvGrpSpPr>
          <p:grpSpPr>
            <a:xfrm>
              <a:off x="362858" y="9489504"/>
              <a:ext cx="942382" cy="186065"/>
              <a:chOff x="728700" y="7676979"/>
              <a:chExt cx="942382" cy="186065"/>
            </a:xfrm>
          </p:grpSpPr>
          <p:sp>
            <p:nvSpPr>
              <p:cNvPr id="60" name="任意形状 1136">
                <a:extLst>
                  <a:ext uri="{FF2B5EF4-FFF2-40B4-BE49-F238E27FC236}">
                    <a16:creationId xmlns:a16="http://schemas.microsoft.com/office/drawing/2014/main" id="{FB18B662-7AE9-4A8A-A341-6E26B17BFE76}"/>
                  </a:ext>
                </a:extLst>
              </p:cNvPr>
              <p:cNvSpPr/>
              <p:nvPr/>
            </p:nvSpPr>
            <p:spPr>
              <a:xfrm>
                <a:off x="728700" y="7680698"/>
                <a:ext cx="182346" cy="18234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1880" y="9720"/>
                    </a:moveTo>
                    <a:lnTo>
                      <a:pt x="11880" y="4320"/>
                    </a:lnTo>
                    <a:lnTo>
                      <a:pt x="6480" y="11880"/>
                    </a:lnTo>
                    <a:lnTo>
                      <a:pt x="9720" y="11880"/>
                    </a:lnTo>
                    <a:lnTo>
                      <a:pt x="9720" y="17280"/>
                    </a:lnTo>
                    <a:lnTo>
                      <a:pt x="15120" y="9720"/>
                    </a:lnTo>
                    <a:lnTo>
                      <a:pt x="11880" y="9720"/>
                    </a:lnTo>
                    <a:close/>
                    <a:moveTo>
                      <a:pt x="10800" y="21600"/>
                    </a:moveTo>
                    <a:cubicBezTo>
                      <a:pt x="4835" y="21600"/>
                      <a:pt x="0" y="16765"/>
                      <a:pt x="0" y="10800"/>
                    </a:cubicBez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endParaRPr dirty="0"/>
              </a:p>
            </p:txBody>
          </p:sp>
          <p:sp>
            <p:nvSpPr>
              <p:cNvPr id="61" name="Text Box 53">
                <a:extLst>
                  <a:ext uri="{FF2B5EF4-FFF2-40B4-BE49-F238E27FC236}">
                    <a16:creationId xmlns:a16="http://schemas.microsoft.com/office/drawing/2014/main" id="{CEE790AD-7886-40CB-9ABD-57A683D2AF99}"/>
                  </a:ext>
                </a:extLst>
              </p:cNvPr>
              <p:cNvSpPr txBox="1">
                <a:spLocks noChangeArrowheads="1"/>
              </p:cNvSpPr>
              <p:nvPr/>
            </p:nvSpPr>
            <p:spPr bwMode="gray">
              <a:xfrm>
                <a:off x="944921" y="7676979"/>
                <a:ext cx="726161" cy="1692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CC99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7961" dir="2700000" algn="ctr" rotWithShape="0">
                        <a:schemeClr val="bg1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marL="177800" indent="-177800" defTabSz="79375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1028700" indent="-457200" defTabSz="79375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668463" indent="-454025" defTabSz="79375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2317750" indent="-458788" defTabSz="79375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965450" indent="-457200" defTabSz="79375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3422650" indent="-457200" defTabSz="793750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3879850" indent="-457200" defTabSz="793750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4337050" indent="-457200" defTabSz="793750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4794250" indent="-457200" defTabSz="793750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marL="0" indent="0" defTabSz="914400">
                  <a:lnSpc>
                    <a:spcPct val="120000"/>
                  </a:lnSpc>
                  <a:spcAft>
                    <a:spcPts val="600"/>
                  </a:spcAft>
                </a:pPr>
                <a:r>
                  <a:rPr lang="en-US" altLang="ko-KR" sz="10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50" charset="-127"/>
                    <a:ea typeface="10X10 Bold" panose="020D0604000000000000" pitchFamily="50" charset="-127"/>
                    <a:cs typeface="Pretendard" panose="02000503000000020004" pitchFamily="50" charset="-127"/>
                  </a:rPr>
                  <a:t>YOUR</a:t>
                </a:r>
                <a:r>
                  <a:rPr lang="en-US" altLang="ko-KR" sz="10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50" charset="-127"/>
                    <a:ea typeface="나눔명조" panose="02020603020101020101" pitchFamily="18" charset="-127"/>
                    <a:cs typeface="Pretendard" panose="02000503000000020004" pitchFamily="50" charset="-127"/>
                  </a:rPr>
                  <a:t>LOGO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709472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4" name="그림 353">
            <a:extLst>
              <a:ext uri="{FF2B5EF4-FFF2-40B4-BE49-F238E27FC236}">
                <a16:creationId xmlns:a16="http://schemas.microsoft.com/office/drawing/2014/main" id="{16BBFCBC-4180-4326-816F-039EDCFB8C5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028" r="22754"/>
          <a:stretch/>
        </p:blipFill>
        <p:spPr>
          <a:xfrm>
            <a:off x="0" y="1424608"/>
            <a:ext cx="5039999" cy="6696000"/>
          </a:xfrm>
          <a:prstGeom prst="rect">
            <a:avLst/>
          </a:prstGeom>
        </p:spPr>
      </p:pic>
      <p:sp>
        <p:nvSpPr>
          <p:cNvPr id="11" name="제목 10"/>
          <p:cNvSpPr>
            <a:spLocks noGrp="1"/>
          </p:cNvSpPr>
          <p:nvPr>
            <p:ph type="title"/>
          </p:nvPr>
        </p:nvSpPr>
        <p:spPr>
          <a:xfrm>
            <a:off x="-2026686" y="69248"/>
            <a:ext cx="1984519" cy="22775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 fontAlgn="base" latinLnBrk="0">
              <a:spcAft>
                <a:spcPts val="200"/>
              </a:spcAft>
              <a:buClr>
                <a:schemeClr val="tx1">
                  <a:lumMod val="75000"/>
                  <a:lumOff val="25000"/>
                </a:schemeClr>
              </a:buClr>
              <a:buSzPct val="90000"/>
            </a:pPr>
            <a:r>
              <a:rPr lang="ko-KR" altLang="en-US" sz="1600" dirty="0">
                <a:cs typeface="+mn-cs"/>
              </a:rPr>
              <a:t>표지</a:t>
            </a:r>
            <a:r>
              <a:rPr lang="en-US" altLang="ko-KR" sz="1600" dirty="0">
                <a:cs typeface="+mn-cs"/>
              </a:rPr>
              <a:t>_image 05 =====</a:t>
            </a:r>
            <a:endParaRPr lang="ko-KR" altLang="en-US" sz="1600" dirty="0">
              <a:cs typeface="+mn-cs"/>
            </a:endParaRPr>
          </a:p>
        </p:txBody>
      </p:sp>
      <p:grpSp>
        <p:nvGrpSpPr>
          <p:cNvPr id="355" name="그룹 354">
            <a:extLst>
              <a:ext uri="{FF2B5EF4-FFF2-40B4-BE49-F238E27FC236}">
                <a16:creationId xmlns:a16="http://schemas.microsoft.com/office/drawing/2014/main" id="{7520E56E-26B6-45E7-8FA8-C57A01801BBD}"/>
              </a:ext>
            </a:extLst>
          </p:cNvPr>
          <p:cNvGrpSpPr/>
          <p:nvPr/>
        </p:nvGrpSpPr>
        <p:grpSpPr>
          <a:xfrm>
            <a:off x="368660" y="524508"/>
            <a:ext cx="1436230" cy="381923"/>
            <a:chOff x="2483189" y="1379936"/>
            <a:chExt cx="1436230" cy="381923"/>
          </a:xfrm>
        </p:grpSpPr>
        <p:grpSp>
          <p:nvGrpSpPr>
            <p:cNvPr id="356" name="그룹 355">
              <a:extLst>
                <a:ext uri="{FF2B5EF4-FFF2-40B4-BE49-F238E27FC236}">
                  <a16:creationId xmlns:a16="http://schemas.microsoft.com/office/drawing/2014/main" id="{4D595975-64F3-4721-8494-569F7023CADB}"/>
                </a:ext>
              </a:extLst>
            </p:cNvPr>
            <p:cNvGrpSpPr/>
            <p:nvPr/>
          </p:nvGrpSpPr>
          <p:grpSpPr>
            <a:xfrm>
              <a:off x="3032958" y="1409344"/>
              <a:ext cx="886461" cy="303005"/>
              <a:chOff x="5687960" y="106965"/>
              <a:chExt cx="605465" cy="188141"/>
            </a:xfrm>
          </p:grpSpPr>
          <p:sp>
            <p:nvSpPr>
              <p:cNvPr id="358" name="직사각형 357">
                <a:extLst>
                  <a:ext uri="{FF2B5EF4-FFF2-40B4-BE49-F238E27FC236}">
                    <a16:creationId xmlns:a16="http://schemas.microsoft.com/office/drawing/2014/main" id="{25E5ABD0-C2F3-44C6-9629-47C7AC192442}"/>
                  </a:ext>
                </a:extLst>
              </p:cNvPr>
              <p:cNvSpPr/>
              <p:nvPr userDrawn="1"/>
            </p:nvSpPr>
            <p:spPr>
              <a:xfrm>
                <a:off x="5687960" y="106965"/>
                <a:ext cx="605465" cy="114662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 defTabSz="914400" fontAlgn="base">
                  <a:spcBef>
                    <a:spcPct val="0"/>
                  </a:spcBef>
                  <a:spcAft>
                    <a:spcPts val="200"/>
                  </a:spcAft>
                  <a:buClr>
                    <a:schemeClr val="tx1">
                      <a:lumMod val="75000"/>
                      <a:lumOff val="25000"/>
                    </a:schemeClr>
                  </a:buClr>
                  <a:buSzPct val="90000"/>
                </a:pPr>
                <a:r>
                  <a:rPr lang="en-US" altLang="ko-KR" sz="1200" spc="15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Pretendard" panose="02000503000000020004" pitchFamily="50" charset="-127"/>
                    <a:ea typeface="+mj-ea"/>
                    <a:cs typeface="Pretendard" panose="02000503000000020004" pitchFamily="50" charset="-127"/>
                  </a:rPr>
                  <a:t>COMPANY</a:t>
                </a:r>
                <a:endParaRPr lang="ko-KR" altLang="en-US" sz="1200" spc="15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Pretendard" panose="02000503000000020004" pitchFamily="50" charset="-127"/>
                  <a:ea typeface="+mj-ea"/>
                  <a:cs typeface="Pretendard" panose="02000503000000020004" pitchFamily="50" charset="-127"/>
                </a:endParaRPr>
              </a:p>
            </p:txBody>
          </p:sp>
          <p:sp>
            <p:nvSpPr>
              <p:cNvPr id="359" name="직사각형 358">
                <a:extLst>
                  <a:ext uri="{FF2B5EF4-FFF2-40B4-BE49-F238E27FC236}">
                    <a16:creationId xmlns:a16="http://schemas.microsoft.com/office/drawing/2014/main" id="{38F2698E-3B84-43CF-9339-704D25932C8F}"/>
                  </a:ext>
                </a:extLst>
              </p:cNvPr>
              <p:cNvSpPr/>
              <p:nvPr userDrawn="1"/>
            </p:nvSpPr>
            <p:spPr>
              <a:xfrm>
                <a:off x="5693316" y="228220"/>
                <a:ext cx="585757" cy="66886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 lvl="0" algn="l" defTabSz="914400" fontAlgn="base">
                  <a:spcBef>
                    <a:spcPct val="0"/>
                  </a:spcBef>
                  <a:spcAft>
                    <a:spcPts val="200"/>
                  </a:spcAft>
                  <a:buClr>
                    <a:schemeClr val="tx1">
                      <a:lumMod val="75000"/>
                      <a:lumOff val="25000"/>
                    </a:schemeClr>
                  </a:buClr>
                  <a:buSzPct val="90000"/>
                </a:pPr>
                <a:r>
                  <a:rPr lang="en-US" altLang="ko-KR" sz="700" b="0" spc="5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Pretendard" panose="02000503000000020004" pitchFamily="50" charset="-127"/>
                    <a:cs typeface="Pretendard" panose="02000503000000020004" pitchFamily="50" charset="-127"/>
                  </a:rPr>
                  <a:t>CLINT LOGO HERE</a:t>
                </a:r>
                <a:endParaRPr lang="ko-KR" altLang="en-US" sz="700" b="0" spc="5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</p:grpSp>
        <p:pic>
          <p:nvPicPr>
            <p:cNvPr id="357" name="그림 356">
              <a:extLst>
                <a:ext uri="{FF2B5EF4-FFF2-40B4-BE49-F238E27FC236}">
                  <a16:creationId xmlns:a16="http://schemas.microsoft.com/office/drawing/2014/main" id="{9AF39221-07E6-4921-9C4D-87349A25C3A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83189" y="1379936"/>
              <a:ext cx="521395" cy="381923"/>
            </a:xfrm>
            <a:prstGeom prst="rect">
              <a:avLst/>
            </a:prstGeom>
          </p:spPr>
        </p:pic>
      </p:grpSp>
      <p:grpSp>
        <p:nvGrpSpPr>
          <p:cNvPr id="367" name="그룹 366">
            <a:extLst>
              <a:ext uri="{FF2B5EF4-FFF2-40B4-BE49-F238E27FC236}">
                <a16:creationId xmlns:a16="http://schemas.microsoft.com/office/drawing/2014/main" id="{2573730D-7494-43F5-BD34-63E4DE8D6829}"/>
              </a:ext>
            </a:extLst>
          </p:cNvPr>
          <p:cNvGrpSpPr/>
          <p:nvPr/>
        </p:nvGrpSpPr>
        <p:grpSpPr>
          <a:xfrm>
            <a:off x="146120" y="1568624"/>
            <a:ext cx="4747758" cy="6408708"/>
            <a:chOff x="146120" y="1568624"/>
            <a:chExt cx="4747758" cy="6408708"/>
          </a:xfrm>
        </p:grpSpPr>
        <p:sp>
          <p:nvSpPr>
            <p:cNvPr id="368" name="직사각형 367">
              <a:extLst>
                <a:ext uri="{FF2B5EF4-FFF2-40B4-BE49-F238E27FC236}">
                  <a16:creationId xmlns:a16="http://schemas.microsoft.com/office/drawing/2014/main" id="{3C236CFE-9FD4-4B5C-87A1-13C65D5C9E76}"/>
                </a:ext>
              </a:extLst>
            </p:cNvPr>
            <p:cNvSpPr/>
            <p:nvPr/>
          </p:nvSpPr>
          <p:spPr>
            <a:xfrm>
              <a:off x="179999" y="1604628"/>
              <a:ext cx="4680000" cy="6336000"/>
            </a:xfrm>
            <a:prstGeom prst="rect">
              <a:avLst/>
            </a:prstGeom>
            <a:solidFill>
              <a:schemeClr val="tx1">
                <a:alpha val="10000"/>
              </a:schemeClr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369" name="그룹 368">
              <a:extLst>
                <a:ext uri="{FF2B5EF4-FFF2-40B4-BE49-F238E27FC236}">
                  <a16:creationId xmlns:a16="http://schemas.microsoft.com/office/drawing/2014/main" id="{A8765BFF-9534-4E68-81AD-EB64BE1590A0}"/>
                </a:ext>
              </a:extLst>
            </p:cNvPr>
            <p:cNvGrpSpPr/>
            <p:nvPr/>
          </p:nvGrpSpPr>
          <p:grpSpPr>
            <a:xfrm>
              <a:off x="146120" y="1568624"/>
              <a:ext cx="4747758" cy="6408708"/>
              <a:chOff x="152640" y="1568624"/>
              <a:chExt cx="4747758" cy="6408708"/>
            </a:xfrm>
            <a:solidFill>
              <a:schemeClr val="bg1">
                <a:alpha val="50000"/>
              </a:schemeClr>
            </a:solidFill>
          </p:grpSpPr>
          <p:sp>
            <p:nvSpPr>
              <p:cNvPr id="370" name="직사각형 369">
                <a:extLst>
                  <a:ext uri="{FF2B5EF4-FFF2-40B4-BE49-F238E27FC236}">
                    <a16:creationId xmlns:a16="http://schemas.microsoft.com/office/drawing/2014/main" id="{63001F26-8534-4662-97BA-6E0062923AFF}"/>
                  </a:ext>
                </a:extLst>
              </p:cNvPr>
              <p:cNvSpPr/>
              <p:nvPr/>
            </p:nvSpPr>
            <p:spPr>
              <a:xfrm>
                <a:off x="184320" y="1568628"/>
                <a:ext cx="4680000" cy="36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71" name="직사각형 370">
                <a:extLst>
                  <a:ext uri="{FF2B5EF4-FFF2-40B4-BE49-F238E27FC236}">
                    <a16:creationId xmlns:a16="http://schemas.microsoft.com/office/drawing/2014/main" id="{DA0444FC-54A0-4D20-9F81-AA23B18699DC}"/>
                  </a:ext>
                </a:extLst>
              </p:cNvPr>
              <p:cNvSpPr/>
              <p:nvPr/>
            </p:nvSpPr>
            <p:spPr>
              <a:xfrm>
                <a:off x="184320" y="7941332"/>
                <a:ext cx="4680000" cy="36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72" name="직사각형 371">
                <a:extLst>
                  <a:ext uri="{FF2B5EF4-FFF2-40B4-BE49-F238E27FC236}">
                    <a16:creationId xmlns:a16="http://schemas.microsoft.com/office/drawing/2014/main" id="{4B642EF9-8F51-474C-9AE6-D5F2F6771E16}"/>
                  </a:ext>
                </a:extLst>
              </p:cNvPr>
              <p:cNvSpPr/>
              <p:nvPr/>
            </p:nvSpPr>
            <p:spPr>
              <a:xfrm rot="5400000">
                <a:off x="-3033360" y="4754624"/>
                <a:ext cx="6408000" cy="36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73" name="직사각형 372">
                <a:extLst>
                  <a:ext uri="{FF2B5EF4-FFF2-40B4-BE49-F238E27FC236}">
                    <a16:creationId xmlns:a16="http://schemas.microsoft.com/office/drawing/2014/main" id="{D0170704-CB65-44D3-9FB5-7099F1939FB1}"/>
                  </a:ext>
                </a:extLst>
              </p:cNvPr>
              <p:cNvSpPr/>
              <p:nvPr/>
            </p:nvSpPr>
            <p:spPr>
              <a:xfrm rot="5400000">
                <a:off x="4360398" y="2072628"/>
                <a:ext cx="1044000" cy="36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74" name="직사각형 373">
                <a:extLst>
                  <a:ext uri="{FF2B5EF4-FFF2-40B4-BE49-F238E27FC236}">
                    <a16:creationId xmlns:a16="http://schemas.microsoft.com/office/drawing/2014/main" id="{DF7F1DD7-A47C-4EAC-9D35-05D7DF2E8AAB}"/>
                  </a:ext>
                </a:extLst>
              </p:cNvPr>
              <p:cNvSpPr/>
              <p:nvPr/>
            </p:nvSpPr>
            <p:spPr>
              <a:xfrm rot="16200000">
                <a:off x="3532398" y="6609332"/>
                <a:ext cx="2700000" cy="36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360" name="그룹 359">
            <a:extLst>
              <a:ext uri="{FF2B5EF4-FFF2-40B4-BE49-F238E27FC236}">
                <a16:creationId xmlns:a16="http://schemas.microsoft.com/office/drawing/2014/main" id="{A5B48CE9-8B30-4835-9221-3C8BDD6E0C42}"/>
              </a:ext>
            </a:extLst>
          </p:cNvPr>
          <p:cNvGrpSpPr/>
          <p:nvPr/>
        </p:nvGrpSpPr>
        <p:grpSpPr>
          <a:xfrm>
            <a:off x="3330000" y="2792760"/>
            <a:ext cx="3528000" cy="2306458"/>
            <a:chOff x="3330000" y="2792760"/>
            <a:chExt cx="3528000" cy="2306458"/>
          </a:xfrm>
        </p:grpSpPr>
        <p:sp>
          <p:nvSpPr>
            <p:cNvPr id="361" name="직사각형 360">
              <a:extLst>
                <a:ext uri="{FF2B5EF4-FFF2-40B4-BE49-F238E27FC236}">
                  <a16:creationId xmlns:a16="http://schemas.microsoft.com/office/drawing/2014/main" id="{77D45D79-69B9-4235-9252-5EE5308D7A6E}"/>
                </a:ext>
              </a:extLst>
            </p:cNvPr>
            <p:cNvSpPr/>
            <p:nvPr/>
          </p:nvSpPr>
          <p:spPr>
            <a:xfrm>
              <a:off x="3330000" y="2792760"/>
              <a:ext cx="3528000" cy="2306458"/>
            </a:xfrm>
            <a:prstGeom prst="rect">
              <a:avLst/>
            </a:prstGeom>
            <a:solidFill>
              <a:srgbClr val="0070C0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2" name="TextBox 361">
              <a:extLst>
                <a:ext uri="{FF2B5EF4-FFF2-40B4-BE49-F238E27FC236}">
                  <a16:creationId xmlns:a16="http://schemas.microsoft.com/office/drawing/2014/main" id="{50B843D4-38E5-4C7C-8035-DB4D269761F7}"/>
                </a:ext>
              </a:extLst>
            </p:cNvPr>
            <p:cNvSpPr txBox="1"/>
            <p:nvPr/>
          </p:nvSpPr>
          <p:spPr>
            <a:xfrm>
              <a:off x="3681028" y="3064144"/>
              <a:ext cx="1518155" cy="360000"/>
            </a:xfrm>
            <a:prstGeom prst="roundRect">
              <a:avLst>
                <a:gd name="adj" fmla="val 50000"/>
              </a:avLst>
            </a:prstGeom>
            <a:solidFill>
              <a:srgbClr val="212E37"/>
            </a:solidFill>
          </p:spPr>
          <p:txBody>
            <a:bodyPr wrap="none" lIns="108000" tIns="0" rIns="108000" bIns="0" rtlCol="0" anchor="ctr">
              <a:noAutofit/>
            </a:bodyPr>
            <a:lstStyle>
              <a:defPPr>
                <a:defRPr lang="en-US"/>
              </a:defPPr>
              <a:lvl1pPr algn="ctr">
                <a:defRPr kumimoji="1">
                  <a:solidFill>
                    <a:schemeClr val="bg1"/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defRPr>
              </a:lvl1pPr>
            </a:lstStyle>
            <a:p>
              <a:r>
                <a:rPr lang="en-US" altLang="ko-KR" dirty="0"/>
                <a:t>PPT</a:t>
              </a:r>
              <a:r>
                <a:rPr lang="ko-KR" altLang="en-US" dirty="0"/>
                <a:t>템플릿</a:t>
              </a:r>
            </a:p>
          </p:txBody>
        </p:sp>
        <p:sp>
          <p:nvSpPr>
            <p:cNvPr id="363" name="Text Box 53">
              <a:extLst>
                <a:ext uri="{FF2B5EF4-FFF2-40B4-BE49-F238E27FC236}">
                  <a16:creationId xmlns:a16="http://schemas.microsoft.com/office/drawing/2014/main" id="{579FC59E-33D2-47F7-916F-8DFB5491D04E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3681028" y="3688794"/>
              <a:ext cx="1591782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CC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bg1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 marL="177800" indent="-177800" defTabSz="793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1028700" indent="-457200" defTabSz="793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668463" indent="-454025" defTabSz="793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2317750" indent="-458788" defTabSz="793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965450" indent="-457200" defTabSz="793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34226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38798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43370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47942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indent="0" defTabSz="914400"/>
              <a:r>
                <a:rPr lang="ko-KR" altLang="en-US" sz="2600" dirty="0" err="1">
                  <a:solidFill>
                    <a:schemeClr val="bg1"/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심플</a:t>
              </a:r>
              <a:r>
                <a:rPr lang="en-US" altLang="ko-KR" sz="2600" dirty="0">
                  <a:solidFill>
                    <a:schemeClr val="bg1"/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_image</a:t>
              </a:r>
              <a:endParaRPr lang="ko-KR" altLang="en-US" sz="2600" dirty="0">
                <a:solidFill>
                  <a:schemeClr val="bg1"/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endParaRPr>
            </a:p>
          </p:txBody>
        </p:sp>
        <p:sp>
          <p:nvSpPr>
            <p:cNvPr id="364" name="Text Box 53">
              <a:extLst>
                <a:ext uri="{FF2B5EF4-FFF2-40B4-BE49-F238E27FC236}">
                  <a16:creationId xmlns:a16="http://schemas.microsoft.com/office/drawing/2014/main" id="{43D77761-F798-4FA0-B1B3-316EDDB7775D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3681028" y="4108260"/>
              <a:ext cx="2604880" cy="4308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CC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bg1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 marL="177800" indent="-177800" defTabSz="793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1028700" indent="-457200" defTabSz="793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668463" indent="-454025" defTabSz="793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2317750" indent="-458788" defTabSz="793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965450" indent="-457200" defTabSz="793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34226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38798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43370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47942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indent="0" defTabSz="914400"/>
              <a:r>
                <a:rPr lang="ko-KR" altLang="en-US" sz="2800" dirty="0">
                  <a:solidFill>
                    <a:schemeClr val="bg1"/>
                  </a:solidFill>
                  <a:latin typeface="+mj-ea"/>
                  <a:ea typeface="+mj-ea"/>
                </a:rPr>
                <a:t>파워포인트 템플릿</a:t>
              </a:r>
            </a:p>
          </p:txBody>
        </p:sp>
        <p:sp>
          <p:nvSpPr>
            <p:cNvPr id="365" name="직사각형 364">
              <a:extLst>
                <a:ext uri="{FF2B5EF4-FFF2-40B4-BE49-F238E27FC236}">
                  <a16:creationId xmlns:a16="http://schemas.microsoft.com/office/drawing/2014/main" id="{2CFE92D5-69E7-4FC1-B084-41C1BC212EF1}"/>
                </a:ext>
              </a:extLst>
            </p:cNvPr>
            <p:cNvSpPr/>
            <p:nvPr/>
          </p:nvSpPr>
          <p:spPr>
            <a:xfrm>
              <a:off x="3681028" y="4736984"/>
              <a:ext cx="2520000" cy="72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</a:endParaRPr>
            </a:p>
          </p:txBody>
        </p:sp>
        <p:sp>
          <p:nvSpPr>
            <p:cNvPr id="366" name="Freeform 81">
              <a:extLst>
                <a:ext uri="{FF2B5EF4-FFF2-40B4-BE49-F238E27FC236}">
                  <a16:creationId xmlns:a16="http://schemas.microsoft.com/office/drawing/2014/main" id="{BEB91343-153B-4F80-8CD6-8D4B3255ABC0}"/>
                </a:ext>
              </a:extLst>
            </p:cNvPr>
            <p:cNvSpPr/>
            <p:nvPr/>
          </p:nvSpPr>
          <p:spPr>
            <a:xfrm>
              <a:off x="6303467" y="4018727"/>
              <a:ext cx="293886" cy="2073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85" extrusionOk="0">
                  <a:moveTo>
                    <a:pt x="4509" y="39"/>
                  </a:moveTo>
                  <a:cubicBezTo>
                    <a:pt x="3455" y="203"/>
                    <a:pt x="2455" y="825"/>
                    <a:pt x="1661" y="1835"/>
                  </a:cubicBezTo>
                  <a:cubicBezTo>
                    <a:pt x="603" y="3191"/>
                    <a:pt x="0" y="5130"/>
                    <a:pt x="0" y="7149"/>
                  </a:cubicBezTo>
                  <a:cubicBezTo>
                    <a:pt x="0" y="10514"/>
                    <a:pt x="1689" y="13461"/>
                    <a:pt x="4036" y="14094"/>
                  </a:cubicBezTo>
                  <a:cubicBezTo>
                    <a:pt x="3561" y="15786"/>
                    <a:pt x="2807" y="17466"/>
                    <a:pt x="1807" y="19078"/>
                  </a:cubicBezTo>
                  <a:cubicBezTo>
                    <a:pt x="1490" y="19587"/>
                    <a:pt x="1445" y="20312"/>
                    <a:pt x="1705" y="20883"/>
                  </a:cubicBezTo>
                  <a:cubicBezTo>
                    <a:pt x="1906" y="21332"/>
                    <a:pt x="2241" y="21585"/>
                    <a:pt x="2601" y="21585"/>
                  </a:cubicBezTo>
                  <a:cubicBezTo>
                    <a:pt x="2702" y="21585"/>
                    <a:pt x="2799" y="21574"/>
                    <a:pt x="2899" y="21523"/>
                  </a:cubicBezTo>
                  <a:cubicBezTo>
                    <a:pt x="5016" y="20646"/>
                    <a:pt x="9967" y="17535"/>
                    <a:pt x="10104" y="7562"/>
                  </a:cubicBezTo>
                  <a:cubicBezTo>
                    <a:pt x="10155" y="3717"/>
                    <a:pt x="8165" y="417"/>
                    <a:pt x="5580" y="39"/>
                  </a:cubicBezTo>
                  <a:cubicBezTo>
                    <a:pt x="5222" y="-11"/>
                    <a:pt x="4861" y="-15"/>
                    <a:pt x="4509" y="39"/>
                  </a:cubicBezTo>
                  <a:close/>
                  <a:moveTo>
                    <a:pt x="16005" y="39"/>
                  </a:moveTo>
                  <a:cubicBezTo>
                    <a:pt x="14953" y="203"/>
                    <a:pt x="13958" y="825"/>
                    <a:pt x="13164" y="1835"/>
                  </a:cubicBezTo>
                  <a:cubicBezTo>
                    <a:pt x="12106" y="3191"/>
                    <a:pt x="11496" y="5130"/>
                    <a:pt x="11496" y="7149"/>
                  </a:cubicBezTo>
                  <a:cubicBezTo>
                    <a:pt x="11496" y="10514"/>
                    <a:pt x="13185" y="13461"/>
                    <a:pt x="15532" y="14094"/>
                  </a:cubicBezTo>
                  <a:cubicBezTo>
                    <a:pt x="15056" y="15786"/>
                    <a:pt x="14303" y="17466"/>
                    <a:pt x="13302" y="19078"/>
                  </a:cubicBezTo>
                  <a:cubicBezTo>
                    <a:pt x="12986" y="19587"/>
                    <a:pt x="12948" y="20312"/>
                    <a:pt x="13208" y="20883"/>
                  </a:cubicBezTo>
                  <a:cubicBezTo>
                    <a:pt x="13409" y="21332"/>
                    <a:pt x="13737" y="21585"/>
                    <a:pt x="14096" y="21585"/>
                  </a:cubicBezTo>
                  <a:cubicBezTo>
                    <a:pt x="14197" y="21585"/>
                    <a:pt x="14302" y="21574"/>
                    <a:pt x="14402" y="21523"/>
                  </a:cubicBezTo>
                  <a:cubicBezTo>
                    <a:pt x="16519" y="20646"/>
                    <a:pt x="21463" y="17535"/>
                    <a:pt x="21600" y="7562"/>
                  </a:cubicBezTo>
                  <a:lnTo>
                    <a:pt x="21600" y="7417"/>
                  </a:lnTo>
                  <a:cubicBezTo>
                    <a:pt x="21600" y="3634"/>
                    <a:pt x="19632" y="417"/>
                    <a:pt x="17069" y="39"/>
                  </a:cubicBezTo>
                  <a:cubicBezTo>
                    <a:pt x="16712" y="-11"/>
                    <a:pt x="16356" y="-15"/>
                    <a:pt x="16005" y="39"/>
                  </a:cubicBezTo>
                  <a:close/>
                </a:path>
              </a:pathLst>
            </a:custGeom>
            <a:solidFill>
              <a:srgbClr val="00B0F0"/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pPr marL="0" marR="0" lvl="0" indent="0" defTabSz="91440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>
                  <a:latin typeface="Poppins Regular"/>
                  <a:ea typeface="Poppins Regular"/>
                  <a:cs typeface="Poppins Regular"/>
                  <a:sym typeface="Poppins Regular"/>
                </a:defRPr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oppins Regular"/>
              </a:endParaRPr>
            </a:p>
          </p:txBody>
        </p:sp>
      </p:grpSp>
      <p:sp>
        <p:nvSpPr>
          <p:cNvPr id="375" name="Text Box 53">
            <a:extLst>
              <a:ext uri="{FF2B5EF4-FFF2-40B4-BE49-F238E27FC236}">
                <a16:creationId xmlns:a16="http://schemas.microsoft.com/office/drawing/2014/main" id="{B52994D3-9AC3-4144-B96A-7ED25375EF3F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341032" y="1767653"/>
            <a:ext cx="314348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1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marL="177800" indent="-177800" defTabSz="793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1028700" indent="-457200" defTabSz="793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668463" indent="-454025" defTabSz="793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2317750" indent="-458788" defTabSz="793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965450" indent="-457200" defTabSz="793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3422650" indent="-457200" defTabSz="79375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3879850" indent="-457200" defTabSz="79375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4337050" indent="-457200" defTabSz="79375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4794250" indent="-457200" defTabSz="79375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indent="0" defTabSz="914400"/>
            <a:r>
              <a:rPr lang="ko-KR" altLang="en-US" sz="1200" dirty="0">
                <a:solidFill>
                  <a:schemeClr val="bg1">
                    <a:alpha val="70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세상에는 딱 두 가지 프로그래밍 언어가 있다</a:t>
            </a:r>
            <a:r>
              <a:rPr lang="en-US" altLang="ko-KR" sz="1200" dirty="0">
                <a:solidFill>
                  <a:schemeClr val="bg1">
                    <a:alpha val="70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.</a:t>
            </a:r>
          </a:p>
          <a:p>
            <a:pPr marL="0" indent="0" defTabSz="914400"/>
            <a:r>
              <a:rPr lang="ko-KR" altLang="en-US" sz="1200" dirty="0">
                <a:solidFill>
                  <a:schemeClr val="bg1">
                    <a:alpha val="70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사람들이 욕하는 언어와 아무도 사용하지 않는 언어</a:t>
            </a:r>
            <a:r>
              <a:rPr lang="en-US" altLang="ko-KR" sz="1200" dirty="0">
                <a:solidFill>
                  <a:schemeClr val="bg1">
                    <a:alpha val="70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.</a:t>
            </a:r>
          </a:p>
        </p:txBody>
      </p:sp>
      <p:grpSp>
        <p:nvGrpSpPr>
          <p:cNvPr id="379" name="그룹 378">
            <a:extLst>
              <a:ext uri="{FF2B5EF4-FFF2-40B4-BE49-F238E27FC236}">
                <a16:creationId xmlns:a16="http://schemas.microsoft.com/office/drawing/2014/main" id="{3D89E321-B1EC-402A-A037-8DA1C059B1BA}"/>
              </a:ext>
            </a:extLst>
          </p:cNvPr>
          <p:cNvGrpSpPr/>
          <p:nvPr/>
        </p:nvGrpSpPr>
        <p:grpSpPr>
          <a:xfrm>
            <a:off x="5773062" y="2476747"/>
            <a:ext cx="828000" cy="991938"/>
            <a:chOff x="5121000" y="1584262"/>
            <a:chExt cx="828000" cy="991938"/>
          </a:xfrm>
        </p:grpSpPr>
        <p:sp>
          <p:nvSpPr>
            <p:cNvPr id="380" name="사각형: 둥근 모서리 379">
              <a:extLst>
                <a:ext uri="{FF2B5EF4-FFF2-40B4-BE49-F238E27FC236}">
                  <a16:creationId xmlns:a16="http://schemas.microsoft.com/office/drawing/2014/main" id="{FB84EFB1-3157-4CF0-8DD4-8B56D2C6C98B}"/>
                </a:ext>
              </a:extLst>
            </p:cNvPr>
            <p:cNvSpPr/>
            <p:nvPr/>
          </p:nvSpPr>
          <p:spPr>
            <a:xfrm>
              <a:off x="5121000" y="1584262"/>
              <a:ext cx="828000" cy="828000"/>
            </a:xfrm>
            <a:prstGeom prst="roundRect">
              <a:avLst/>
            </a:prstGeom>
            <a:solidFill>
              <a:srgbClr val="F2DC4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36000" bIns="0" rtlCol="0" anchor="ctr"/>
            <a:lstStyle/>
            <a:p>
              <a:pPr algn="ctr" defTabSz="825500" hangingPunct="0">
                <a:defRPr/>
              </a:pPr>
              <a:r>
                <a:rPr lang="ko-KR" altLang="en-US" sz="2400" kern="0">
                  <a:solidFill>
                    <a:srgbClr val="232422"/>
                  </a:solidFill>
                  <a:latin typeface="G마켓 산스 Medium" panose="02000000000000000000" pitchFamily="50" charset="-127"/>
                  <a:ea typeface="G마켓 산스 Medium" panose="02000000000000000000" pitchFamily="50" charset="-127"/>
                  <a:cs typeface="Montserrat ExtraBold"/>
                  <a:sym typeface="Montserrat ExtraBold"/>
                </a:rPr>
                <a:t>개발</a:t>
              </a:r>
              <a:endParaRPr lang="ko-KR" altLang="en-US" sz="2400" kern="0" dirty="0">
                <a:solidFill>
                  <a:srgbClr val="232422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  <a:cs typeface="Montserrat ExtraBold"/>
                <a:sym typeface="Montserrat ExtraBold"/>
              </a:endParaRPr>
            </a:p>
          </p:txBody>
        </p:sp>
        <p:sp>
          <p:nvSpPr>
            <p:cNvPr id="381" name="직각 삼각형 380">
              <a:extLst>
                <a:ext uri="{FF2B5EF4-FFF2-40B4-BE49-F238E27FC236}">
                  <a16:creationId xmlns:a16="http://schemas.microsoft.com/office/drawing/2014/main" id="{E83A28B3-6E1F-4D2E-82CF-5B6C23346492}"/>
                </a:ext>
              </a:extLst>
            </p:cNvPr>
            <p:cNvSpPr/>
            <p:nvPr/>
          </p:nvSpPr>
          <p:spPr>
            <a:xfrm flipV="1">
              <a:off x="5121001" y="2252700"/>
              <a:ext cx="295692" cy="323500"/>
            </a:xfrm>
            <a:prstGeom prst="rtTriangle">
              <a:avLst/>
            </a:prstGeom>
            <a:solidFill>
              <a:srgbClr val="F2DC4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76" name="그룹 375">
            <a:extLst>
              <a:ext uri="{FF2B5EF4-FFF2-40B4-BE49-F238E27FC236}">
                <a16:creationId xmlns:a16="http://schemas.microsoft.com/office/drawing/2014/main" id="{6B129A58-D3B4-449E-A014-35DDC251AB4A}"/>
              </a:ext>
            </a:extLst>
          </p:cNvPr>
          <p:cNvGrpSpPr/>
          <p:nvPr/>
        </p:nvGrpSpPr>
        <p:grpSpPr>
          <a:xfrm>
            <a:off x="6750000" y="0"/>
            <a:ext cx="108000" cy="1964668"/>
            <a:chOff x="0" y="0"/>
            <a:chExt cx="144000" cy="9906000"/>
          </a:xfrm>
        </p:grpSpPr>
        <p:sp>
          <p:nvSpPr>
            <p:cNvPr id="377" name="직사각형 376">
              <a:extLst>
                <a:ext uri="{FF2B5EF4-FFF2-40B4-BE49-F238E27FC236}">
                  <a16:creationId xmlns:a16="http://schemas.microsoft.com/office/drawing/2014/main" id="{731F99E0-2389-4938-85B8-B3CD2ADE29FF}"/>
                </a:ext>
              </a:extLst>
            </p:cNvPr>
            <p:cNvSpPr/>
            <p:nvPr/>
          </p:nvSpPr>
          <p:spPr>
            <a:xfrm>
              <a:off x="0" y="0"/>
              <a:ext cx="144000" cy="1656000"/>
            </a:xfrm>
            <a:prstGeom prst="rect">
              <a:avLst/>
            </a:prstGeom>
            <a:solidFill>
              <a:srgbClr val="019B8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  <p:sp>
          <p:nvSpPr>
            <p:cNvPr id="378" name="직사각형 377">
              <a:extLst>
                <a:ext uri="{FF2B5EF4-FFF2-40B4-BE49-F238E27FC236}">
                  <a16:creationId xmlns:a16="http://schemas.microsoft.com/office/drawing/2014/main" id="{6432322E-FFFA-4472-825D-00C79D232C5E}"/>
                </a:ext>
              </a:extLst>
            </p:cNvPr>
            <p:cNvSpPr/>
            <p:nvPr/>
          </p:nvSpPr>
          <p:spPr>
            <a:xfrm>
              <a:off x="0" y="1650000"/>
              <a:ext cx="144000" cy="1656000"/>
            </a:xfrm>
            <a:prstGeom prst="rect">
              <a:avLst/>
            </a:prstGeom>
            <a:solidFill>
              <a:srgbClr val="87AE1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  <p:sp>
          <p:nvSpPr>
            <p:cNvPr id="389" name="직사각형 388">
              <a:extLst>
                <a:ext uri="{FF2B5EF4-FFF2-40B4-BE49-F238E27FC236}">
                  <a16:creationId xmlns:a16="http://schemas.microsoft.com/office/drawing/2014/main" id="{59B57E59-1AD9-4E89-B0CA-719FD224F508}"/>
                </a:ext>
              </a:extLst>
            </p:cNvPr>
            <p:cNvSpPr/>
            <p:nvPr/>
          </p:nvSpPr>
          <p:spPr>
            <a:xfrm>
              <a:off x="0" y="3300000"/>
              <a:ext cx="144000" cy="1656000"/>
            </a:xfrm>
            <a:prstGeom prst="rect">
              <a:avLst/>
            </a:prstGeom>
            <a:solidFill>
              <a:srgbClr val="F7AC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  <p:sp>
          <p:nvSpPr>
            <p:cNvPr id="390" name="직사각형 389">
              <a:extLst>
                <a:ext uri="{FF2B5EF4-FFF2-40B4-BE49-F238E27FC236}">
                  <a16:creationId xmlns:a16="http://schemas.microsoft.com/office/drawing/2014/main" id="{FFAEA0FC-DB61-42B1-8E9D-8262769AD541}"/>
                </a:ext>
              </a:extLst>
            </p:cNvPr>
            <p:cNvSpPr/>
            <p:nvPr/>
          </p:nvSpPr>
          <p:spPr>
            <a:xfrm>
              <a:off x="0" y="4950000"/>
              <a:ext cx="144000" cy="1656000"/>
            </a:xfrm>
            <a:prstGeom prst="rect">
              <a:avLst/>
            </a:prstGeom>
            <a:solidFill>
              <a:srgbClr val="E752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  <p:sp>
          <p:nvSpPr>
            <p:cNvPr id="391" name="직사각형 390">
              <a:extLst>
                <a:ext uri="{FF2B5EF4-FFF2-40B4-BE49-F238E27FC236}">
                  <a16:creationId xmlns:a16="http://schemas.microsoft.com/office/drawing/2014/main" id="{EDE4BD2A-A7CD-4AB7-9D50-4EE8DABDAA78}"/>
                </a:ext>
              </a:extLst>
            </p:cNvPr>
            <p:cNvSpPr/>
            <p:nvPr/>
          </p:nvSpPr>
          <p:spPr>
            <a:xfrm>
              <a:off x="0" y="6600000"/>
              <a:ext cx="144000" cy="1656000"/>
            </a:xfrm>
            <a:prstGeom prst="rect">
              <a:avLst/>
            </a:prstGeom>
            <a:solidFill>
              <a:srgbClr val="C9196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  <p:sp>
          <p:nvSpPr>
            <p:cNvPr id="392" name="직사각형 391">
              <a:extLst>
                <a:ext uri="{FF2B5EF4-FFF2-40B4-BE49-F238E27FC236}">
                  <a16:creationId xmlns:a16="http://schemas.microsoft.com/office/drawing/2014/main" id="{88EAB67A-96E3-4F10-80BF-4B41084070AC}"/>
                </a:ext>
              </a:extLst>
            </p:cNvPr>
            <p:cNvSpPr/>
            <p:nvPr/>
          </p:nvSpPr>
          <p:spPr>
            <a:xfrm>
              <a:off x="0" y="8250000"/>
              <a:ext cx="144000" cy="1656000"/>
            </a:xfrm>
            <a:prstGeom prst="rect">
              <a:avLst/>
            </a:prstGeom>
            <a:solidFill>
              <a:srgbClr val="4E1E4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</p:grpSp>
      <p:grpSp>
        <p:nvGrpSpPr>
          <p:cNvPr id="405" name="그룹 404">
            <a:extLst>
              <a:ext uri="{FF2B5EF4-FFF2-40B4-BE49-F238E27FC236}">
                <a16:creationId xmlns:a16="http://schemas.microsoft.com/office/drawing/2014/main" id="{BF09C87B-4257-4504-9871-623B3F2517FE}"/>
              </a:ext>
            </a:extLst>
          </p:cNvPr>
          <p:cNvGrpSpPr/>
          <p:nvPr/>
        </p:nvGrpSpPr>
        <p:grpSpPr>
          <a:xfrm>
            <a:off x="165408" y="8606080"/>
            <a:ext cx="5279048" cy="811416"/>
            <a:chOff x="165408" y="8606080"/>
            <a:chExt cx="5279048" cy="811416"/>
          </a:xfrm>
        </p:grpSpPr>
        <p:sp>
          <p:nvSpPr>
            <p:cNvPr id="406" name="Text Box 53">
              <a:extLst>
                <a:ext uri="{FF2B5EF4-FFF2-40B4-BE49-F238E27FC236}">
                  <a16:creationId xmlns:a16="http://schemas.microsoft.com/office/drawing/2014/main" id="{8815F3E6-CDC6-49DF-A2EE-453E32F90FE5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2938061" y="9021452"/>
              <a:ext cx="804707" cy="1264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CC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bg1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defPPr>
                <a:defRPr lang="en-US"/>
              </a:defPPr>
              <a:lvl1pPr lvl="0" indent="0" defTabSz="914400">
                <a:spcBef>
                  <a:spcPts val="1000"/>
                </a:spcBef>
                <a:defRPr kumimoji="1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  <a:ea typeface="굴림" panose="020B0600000101010101" pitchFamily="50" charset="-127"/>
                </a:defRPr>
              </a:lvl1pPr>
              <a:lvl2pPr marL="1028700" indent="-457200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668463" indent="-454025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2317750" indent="-458788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965450" indent="-457200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34226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38798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43370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47942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>
                <a:lnSpc>
                  <a:spcPct val="110000"/>
                </a:lnSpc>
                <a:spcBef>
                  <a:spcPts val="0"/>
                </a:spcBef>
              </a:pPr>
              <a:r>
                <a:rPr lang="en-US" altLang="ko-KR" dirty="0"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sample@mail.com</a:t>
              </a:r>
              <a:endParaRPr lang="ko-KR" altLang="en-US" dirty="0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endParaRPr>
            </a:p>
          </p:txBody>
        </p:sp>
        <p:sp>
          <p:nvSpPr>
            <p:cNvPr id="407" name="任意形状 978">
              <a:extLst>
                <a:ext uri="{FF2B5EF4-FFF2-40B4-BE49-F238E27FC236}">
                  <a16:creationId xmlns:a16="http://schemas.microsoft.com/office/drawing/2014/main" id="{ABF3E902-EEDC-4743-B812-08456C0F22AB}"/>
                </a:ext>
              </a:extLst>
            </p:cNvPr>
            <p:cNvSpPr/>
            <p:nvPr/>
          </p:nvSpPr>
          <p:spPr>
            <a:xfrm>
              <a:off x="2751048" y="9030182"/>
              <a:ext cx="134750" cy="1179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" y="0"/>
                  </a:moveTo>
                  <a:lnTo>
                    <a:pt x="20520" y="0"/>
                  </a:lnTo>
                  <a:cubicBezTo>
                    <a:pt x="21117" y="0"/>
                    <a:pt x="21600" y="537"/>
                    <a:pt x="21600" y="1200"/>
                  </a:cubicBezTo>
                  <a:lnTo>
                    <a:pt x="21600" y="20400"/>
                  </a:lnTo>
                  <a:cubicBezTo>
                    <a:pt x="21600" y="21063"/>
                    <a:pt x="21117" y="21600"/>
                    <a:pt x="20520" y="21600"/>
                  </a:cubicBezTo>
                  <a:lnTo>
                    <a:pt x="1080" y="21600"/>
                  </a:lnTo>
                  <a:cubicBezTo>
                    <a:pt x="483" y="21600"/>
                    <a:pt x="0" y="21063"/>
                    <a:pt x="0" y="20400"/>
                  </a:cubicBezTo>
                  <a:lnTo>
                    <a:pt x="0" y="1200"/>
                  </a:lnTo>
                  <a:cubicBezTo>
                    <a:pt x="0" y="537"/>
                    <a:pt x="483" y="0"/>
                    <a:pt x="1080" y="0"/>
                  </a:cubicBezTo>
                  <a:close/>
                  <a:moveTo>
                    <a:pt x="19440" y="5086"/>
                  </a:moveTo>
                  <a:lnTo>
                    <a:pt x="10878" y="13606"/>
                  </a:lnTo>
                  <a:lnTo>
                    <a:pt x="2160" y="5059"/>
                  </a:lnTo>
                  <a:lnTo>
                    <a:pt x="2160" y="19200"/>
                  </a:lnTo>
                  <a:lnTo>
                    <a:pt x="19440" y="19200"/>
                  </a:lnTo>
                  <a:lnTo>
                    <a:pt x="19440" y="5086"/>
                  </a:lnTo>
                  <a:close/>
                  <a:moveTo>
                    <a:pt x="2712" y="2400"/>
                  </a:moveTo>
                  <a:lnTo>
                    <a:pt x="10866" y="10394"/>
                  </a:lnTo>
                  <a:lnTo>
                    <a:pt x="18902" y="2400"/>
                  </a:lnTo>
                  <a:lnTo>
                    <a:pt x="2712" y="240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9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408" name="Text Box 53">
              <a:extLst>
                <a:ext uri="{FF2B5EF4-FFF2-40B4-BE49-F238E27FC236}">
                  <a16:creationId xmlns:a16="http://schemas.microsoft.com/office/drawing/2014/main" id="{62E1644F-6CE0-473D-8067-C5CAF81F8493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4642224" y="9021452"/>
              <a:ext cx="795089" cy="1264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CC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bg1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defPPr>
                <a:defRPr lang="en-US"/>
              </a:defPPr>
              <a:lvl1pPr lvl="0" indent="0" defTabSz="914400">
                <a:spcBef>
                  <a:spcPts val="1000"/>
                </a:spcBef>
                <a:defRPr kumimoji="1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  <a:ea typeface="굴림" panose="020B0600000101010101" pitchFamily="50" charset="-127"/>
                </a:defRPr>
              </a:lvl1pPr>
              <a:lvl2pPr marL="1028700" indent="-457200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668463" indent="-454025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2317750" indent="-458788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965450" indent="-457200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34226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38798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43370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47942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>
                <a:lnSpc>
                  <a:spcPct val="110000"/>
                </a:lnSpc>
                <a:spcBef>
                  <a:spcPts val="0"/>
                </a:spcBef>
              </a:pPr>
              <a:r>
                <a:rPr lang="en-US" altLang="ko-KR" dirty="0"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www.sample.com</a:t>
              </a:r>
              <a:endParaRPr lang="ko-KR" altLang="en-US" dirty="0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endParaRPr>
            </a:p>
          </p:txBody>
        </p:sp>
        <p:sp>
          <p:nvSpPr>
            <p:cNvPr id="409" name="任意形状 412">
              <a:extLst>
                <a:ext uri="{FF2B5EF4-FFF2-40B4-BE49-F238E27FC236}">
                  <a16:creationId xmlns:a16="http://schemas.microsoft.com/office/drawing/2014/main" id="{6409B66E-84A7-4646-B2AF-ACD099B9D49A}"/>
                </a:ext>
              </a:extLst>
            </p:cNvPr>
            <p:cNvSpPr/>
            <p:nvPr/>
          </p:nvSpPr>
          <p:spPr>
            <a:xfrm>
              <a:off x="4438947" y="9022972"/>
              <a:ext cx="148226" cy="13238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05" extrusionOk="0">
                  <a:moveTo>
                    <a:pt x="17673" y="21505"/>
                  </a:moveTo>
                  <a:lnTo>
                    <a:pt x="3927" y="21505"/>
                  </a:lnTo>
                  <a:cubicBezTo>
                    <a:pt x="3385" y="21505"/>
                    <a:pt x="2945" y="21015"/>
                    <a:pt x="2945" y="20411"/>
                  </a:cubicBezTo>
                  <a:lnTo>
                    <a:pt x="2945" y="10560"/>
                  </a:lnTo>
                  <a:lnTo>
                    <a:pt x="0" y="10560"/>
                  </a:lnTo>
                  <a:lnTo>
                    <a:pt x="10139" y="285"/>
                  </a:lnTo>
                  <a:cubicBezTo>
                    <a:pt x="10514" y="-95"/>
                    <a:pt x="11086" y="-95"/>
                    <a:pt x="11461" y="285"/>
                  </a:cubicBezTo>
                  <a:lnTo>
                    <a:pt x="21600" y="10560"/>
                  </a:lnTo>
                  <a:lnTo>
                    <a:pt x="18655" y="10560"/>
                  </a:lnTo>
                  <a:lnTo>
                    <a:pt x="18655" y="20411"/>
                  </a:lnTo>
                  <a:cubicBezTo>
                    <a:pt x="18655" y="21015"/>
                    <a:pt x="18215" y="21505"/>
                    <a:pt x="17673" y="21505"/>
                  </a:cubicBezTo>
                  <a:close/>
                  <a:moveTo>
                    <a:pt x="4909" y="19316"/>
                  </a:moveTo>
                  <a:lnTo>
                    <a:pt x="16691" y="19316"/>
                  </a:lnTo>
                  <a:lnTo>
                    <a:pt x="16691" y="8543"/>
                  </a:lnTo>
                  <a:lnTo>
                    <a:pt x="10800" y="2574"/>
                  </a:lnTo>
                  <a:lnTo>
                    <a:pt x="4909" y="8543"/>
                  </a:lnTo>
                  <a:lnTo>
                    <a:pt x="4909" y="19316"/>
                  </a:lnTo>
                  <a:close/>
                  <a:moveTo>
                    <a:pt x="6873" y="14938"/>
                  </a:moveTo>
                  <a:lnTo>
                    <a:pt x="14727" y="14938"/>
                  </a:lnTo>
                  <a:lnTo>
                    <a:pt x="14727" y="17127"/>
                  </a:lnTo>
                  <a:lnTo>
                    <a:pt x="6873" y="17127"/>
                  </a:lnTo>
                  <a:lnTo>
                    <a:pt x="6873" y="14938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9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410" name="Text Box 53">
              <a:extLst>
                <a:ext uri="{FF2B5EF4-FFF2-40B4-BE49-F238E27FC236}">
                  <a16:creationId xmlns:a16="http://schemas.microsoft.com/office/drawing/2014/main" id="{3C6CBF1B-06FD-4A9E-97D8-67F7F7E76CCA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2926779" y="9260807"/>
              <a:ext cx="2517677" cy="1264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CC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bg1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defPPr>
                <a:defRPr lang="en-US"/>
              </a:defPPr>
              <a:lvl1pPr lvl="0" indent="0" defTabSz="914400">
                <a:lnSpc>
                  <a:spcPct val="110000"/>
                </a:lnSpc>
                <a:spcBef>
                  <a:spcPts val="0"/>
                </a:spcBef>
                <a:defRPr kumimoji="1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defRPr>
              </a:lvl1pPr>
              <a:lvl2pPr marL="1028700" indent="-457200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668463" indent="-454025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2317750" indent="-458788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965450" indent="-457200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34226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38798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43370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47942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r>
                <a:rPr lang="ko-KR" altLang="en-US" spc="10" dirty="0"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서울특별시 강남구 테헤란로 </a:t>
              </a:r>
              <a:r>
                <a:rPr lang="en-US" altLang="ko-KR" spc="10" dirty="0"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123</a:t>
              </a:r>
              <a:r>
                <a:rPr lang="ko-KR" altLang="en-US" spc="10" dirty="0"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길 </a:t>
              </a:r>
              <a:r>
                <a:rPr lang="en-US" altLang="ko-KR" spc="10" dirty="0"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45, </a:t>
              </a:r>
              <a:r>
                <a:rPr lang="ko-KR" altLang="en-US" spc="10" dirty="0" err="1"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카리버</a:t>
              </a:r>
              <a:r>
                <a:rPr lang="ko-KR" altLang="en-US" spc="10" dirty="0"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 오피스텔 </a:t>
              </a:r>
              <a:r>
                <a:rPr lang="en-US" altLang="ko-KR" spc="10" dirty="0"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101</a:t>
              </a:r>
              <a:r>
                <a:rPr lang="ko-KR" altLang="en-US" spc="10" dirty="0"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호</a:t>
              </a:r>
              <a:endParaRPr lang="en-US" altLang="ko-KR" spc="10" dirty="0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endParaRPr>
            </a:p>
          </p:txBody>
        </p:sp>
        <p:grpSp>
          <p:nvGrpSpPr>
            <p:cNvPr id="411" name="그룹 410">
              <a:extLst>
                <a:ext uri="{FF2B5EF4-FFF2-40B4-BE49-F238E27FC236}">
                  <a16:creationId xmlns:a16="http://schemas.microsoft.com/office/drawing/2014/main" id="{3019CE63-2D95-497B-B089-8005E00935B4}"/>
                </a:ext>
              </a:extLst>
            </p:cNvPr>
            <p:cNvGrpSpPr/>
            <p:nvPr/>
          </p:nvGrpSpPr>
          <p:grpSpPr>
            <a:xfrm>
              <a:off x="179300" y="9001029"/>
              <a:ext cx="2152472" cy="405569"/>
              <a:chOff x="4220940" y="8177794"/>
              <a:chExt cx="2152472" cy="405569"/>
            </a:xfrm>
          </p:grpSpPr>
          <p:sp>
            <p:nvSpPr>
              <p:cNvPr id="418" name="Oval 3">
                <a:extLst>
                  <a:ext uri="{FF2B5EF4-FFF2-40B4-BE49-F238E27FC236}">
                    <a16:creationId xmlns:a16="http://schemas.microsoft.com/office/drawing/2014/main" id="{DE023478-86DF-4025-9CC7-5DE6BC8804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20940" y="8177794"/>
                <a:ext cx="405568" cy="405569"/>
              </a:xfrm>
              <a:prstGeom prst="ellipse">
                <a:avLst/>
              </a:prstGeom>
              <a:noFill/>
              <a:ln w="12700">
                <a:solidFill>
                  <a:schemeClr val="bg1">
                    <a:lumMod val="85000"/>
                    <a:alpha val="71000"/>
                  </a:schemeClr>
                </a:solidFill>
              </a:ln>
              <a:effectLst/>
            </p:spPr>
            <p:txBody>
              <a:bodyPr lIns="50800" tIns="50800" rIns="50800" bIns="50800" anchor="ctr"/>
              <a:lstStyle/>
              <a:p>
                <a:endParaRPr lang="en-US" altLang="en-US" sz="3200" dirty="0">
                  <a:solidFill>
                    <a:srgbClr val="FFFFFF"/>
                  </a:solidFill>
                  <a:latin typeface="Pretendard ExtraLight" panose="02000303000000020004" pitchFamily="50" charset="-127"/>
                  <a:ea typeface="Poppins" charset="0"/>
                  <a:cs typeface="Poppins" charset="0"/>
                  <a:sym typeface="Helvetica Light" charset="0"/>
                </a:endParaRPr>
              </a:p>
            </p:txBody>
          </p:sp>
          <p:sp>
            <p:nvSpPr>
              <p:cNvPr id="419" name="AutoShape 4">
                <a:extLst>
                  <a:ext uri="{FF2B5EF4-FFF2-40B4-BE49-F238E27FC236}">
                    <a16:creationId xmlns:a16="http://schemas.microsoft.com/office/drawing/2014/main" id="{CC822A5D-ED94-4C94-BC95-E838AE8C06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77971" y="8294155"/>
                <a:ext cx="91507" cy="172846"/>
              </a:xfrm>
              <a:custGeom>
                <a:avLst/>
                <a:gdLst>
                  <a:gd name="T0" fmla="*/ 64294 w 21600"/>
                  <a:gd name="T1" fmla="*/ 121479 h 21595"/>
                  <a:gd name="T2" fmla="*/ 64294 w 21600"/>
                  <a:gd name="T3" fmla="*/ 121479 h 21595"/>
                  <a:gd name="T4" fmla="*/ 64294 w 21600"/>
                  <a:gd name="T5" fmla="*/ 121479 h 21595"/>
                  <a:gd name="T6" fmla="*/ 64294 w 21600"/>
                  <a:gd name="T7" fmla="*/ 121479 h 2159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595">
                    <a:moveTo>
                      <a:pt x="14325" y="0"/>
                    </a:moveTo>
                    <a:cubicBezTo>
                      <a:pt x="11947" y="-5"/>
                      <a:pt x="9683" y="535"/>
                      <a:pt x="8120" y="1477"/>
                    </a:cubicBezTo>
                    <a:cubicBezTo>
                      <a:pt x="6945" y="2186"/>
                      <a:pt x="6249" y="3081"/>
                      <a:pt x="6144" y="4019"/>
                    </a:cubicBezTo>
                    <a:lnTo>
                      <a:pt x="6123" y="7733"/>
                    </a:lnTo>
                    <a:lnTo>
                      <a:pt x="0" y="7733"/>
                    </a:lnTo>
                    <a:lnTo>
                      <a:pt x="0" y="11796"/>
                    </a:lnTo>
                    <a:lnTo>
                      <a:pt x="6103" y="11796"/>
                    </a:lnTo>
                    <a:lnTo>
                      <a:pt x="6052" y="21595"/>
                    </a:lnTo>
                    <a:lnTo>
                      <a:pt x="14509" y="21595"/>
                    </a:lnTo>
                    <a:lnTo>
                      <a:pt x="14509" y="11796"/>
                    </a:lnTo>
                    <a:lnTo>
                      <a:pt x="20469" y="11796"/>
                    </a:lnTo>
                    <a:lnTo>
                      <a:pt x="21447" y="7733"/>
                    </a:lnTo>
                    <a:lnTo>
                      <a:pt x="14509" y="7733"/>
                    </a:lnTo>
                    <a:lnTo>
                      <a:pt x="14509" y="4988"/>
                    </a:lnTo>
                    <a:cubicBezTo>
                      <a:pt x="14453" y="4560"/>
                      <a:pt x="14822" y="4150"/>
                      <a:pt x="15487" y="3901"/>
                    </a:cubicBezTo>
                    <a:cubicBezTo>
                      <a:pt x="15925" y="3738"/>
                      <a:pt x="16459" y="3660"/>
                      <a:pt x="16995" y="3682"/>
                    </a:cubicBezTo>
                    <a:lnTo>
                      <a:pt x="21600" y="3677"/>
                    </a:lnTo>
                    <a:lnTo>
                      <a:pt x="21590" y="0"/>
                    </a:lnTo>
                    <a:lnTo>
                      <a:pt x="14325" y="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p:spPr>
            <p:txBody>
              <a:bodyPr lIns="50800" tIns="50800" rIns="50800" bIns="5080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420" name="Oval 6">
                <a:extLst>
                  <a:ext uri="{FF2B5EF4-FFF2-40B4-BE49-F238E27FC236}">
                    <a16:creationId xmlns:a16="http://schemas.microsoft.com/office/drawing/2014/main" id="{8BD5F4C4-6686-4AAC-AA9B-B90793BBC5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03241" y="8177794"/>
                <a:ext cx="405568" cy="405569"/>
              </a:xfrm>
              <a:prstGeom prst="ellipse">
                <a:avLst/>
              </a:prstGeom>
              <a:noFill/>
              <a:ln w="12700">
                <a:solidFill>
                  <a:schemeClr val="bg1">
                    <a:lumMod val="85000"/>
                    <a:alpha val="71000"/>
                  </a:schemeClr>
                </a:solidFill>
              </a:ln>
              <a:effectLst/>
            </p:spPr>
            <p:txBody>
              <a:bodyPr lIns="50800" tIns="50800" rIns="50800" bIns="50800" anchor="ctr"/>
              <a:lstStyle/>
              <a:p>
                <a:endParaRPr lang="en-US" altLang="en-US" sz="3200" dirty="0">
                  <a:solidFill>
                    <a:srgbClr val="FFFFFF"/>
                  </a:solidFill>
                  <a:latin typeface="Pretendard ExtraLight" panose="02000303000000020004" pitchFamily="50" charset="-127"/>
                  <a:ea typeface="Poppins" charset="0"/>
                  <a:cs typeface="Poppins" charset="0"/>
                  <a:sym typeface="Helvetica Light" charset="0"/>
                </a:endParaRPr>
              </a:p>
            </p:txBody>
          </p:sp>
          <p:sp>
            <p:nvSpPr>
              <p:cNvPr id="421" name="AutoShape 7">
                <a:extLst>
                  <a:ext uri="{FF2B5EF4-FFF2-40B4-BE49-F238E27FC236}">
                    <a16:creationId xmlns:a16="http://schemas.microsoft.com/office/drawing/2014/main" id="{2C0159B4-D352-4BC1-8526-9E21F51605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25985" y="8307712"/>
                <a:ext cx="176236" cy="145733"/>
              </a:xfrm>
              <a:custGeom>
                <a:avLst/>
                <a:gdLst>
                  <a:gd name="T0" fmla="*/ 123825 w 21600"/>
                  <a:gd name="T1" fmla="*/ 106380 h 20609"/>
                  <a:gd name="T2" fmla="*/ 123825 w 21600"/>
                  <a:gd name="T3" fmla="*/ 106380 h 20609"/>
                  <a:gd name="T4" fmla="*/ 123825 w 21600"/>
                  <a:gd name="T5" fmla="*/ 106380 h 20609"/>
                  <a:gd name="T6" fmla="*/ 123825 w 21600"/>
                  <a:gd name="T7" fmla="*/ 106380 h 2060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0609">
                    <a:moveTo>
                      <a:pt x="20989" y="488"/>
                    </a:moveTo>
                    <a:cubicBezTo>
                      <a:pt x="20829" y="951"/>
                      <a:pt x="20629" y="1394"/>
                      <a:pt x="20393" y="1811"/>
                    </a:cubicBezTo>
                    <a:cubicBezTo>
                      <a:pt x="20078" y="2370"/>
                      <a:pt x="19700" y="2878"/>
                      <a:pt x="19269" y="3322"/>
                    </a:cubicBezTo>
                    <a:cubicBezTo>
                      <a:pt x="19683" y="3307"/>
                      <a:pt x="20095" y="3243"/>
                      <a:pt x="20498" y="3130"/>
                    </a:cubicBezTo>
                    <a:cubicBezTo>
                      <a:pt x="20877" y="3024"/>
                      <a:pt x="21246" y="2876"/>
                      <a:pt x="21600" y="2687"/>
                    </a:cubicBezTo>
                    <a:cubicBezTo>
                      <a:pt x="21316" y="3218"/>
                      <a:pt x="20987" y="3713"/>
                      <a:pt x="20617" y="4166"/>
                    </a:cubicBezTo>
                    <a:cubicBezTo>
                      <a:pt x="20223" y="4649"/>
                      <a:pt x="19784" y="5081"/>
                      <a:pt x="19309" y="5454"/>
                    </a:cubicBezTo>
                    <a:cubicBezTo>
                      <a:pt x="19444" y="7795"/>
                      <a:pt x="19109" y="10097"/>
                      <a:pt x="18370" y="12200"/>
                    </a:cubicBezTo>
                    <a:cubicBezTo>
                      <a:pt x="17648" y="14253"/>
                      <a:pt x="16533" y="16141"/>
                      <a:pt x="14986" y="17569"/>
                    </a:cubicBezTo>
                    <a:cubicBezTo>
                      <a:pt x="13903" y="18568"/>
                      <a:pt x="12649" y="19278"/>
                      <a:pt x="11333" y="19776"/>
                    </a:cubicBezTo>
                    <a:cubicBezTo>
                      <a:pt x="7577" y="21197"/>
                      <a:pt x="3487" y="20789"/>
                      <a:pt x="0" y="18635"/>
                    </a:cubicBezTo>
                    <a:cubicBezTo>
                      <a:pt x="1193" y="18716"/>
                      <a:pt x="2389" y="18532"/>
                      <a:pt x="3523" y="18094"/>
                    </a:cubicBezTo>
                    <a:cubicBezTo>
                      <a:pt x="4495" y="17719"/>
                      <a:pt x="5407" y="17162"/>
                      <a:pt x="6225" y="16446"/>
                    </a:cubicBezTo>
                    <a:cubicBezTo>
                      <a:pt x="5098" y="16406"/>
                      <a:pt x="4024" y="15887"/>
                      <a:pt x="3208" y="14986"/>
                    </a:cubicBezTo>
                    <a:cubicBezTo>
                      <a:pt x="2632" y="14351"/>
                      <a:pt x="2210" y="13551"/>
                      <a:pt x="1985" y="12667"/>
                    </a:cubicBezTo>
                    <a:cubicBezTo>
                      <a:pt x="2291" y="12709"/>
                      <a:pt x="2600" y="12724"/>
                      <a:pt x="2908" y="12712"/>
                    </a:cubicBezTo>
                    <a:cubicBezTo>
                      <a:pt x="3196" y="12701"/>
                      <a:pt x="3482" y="12666"/>
                      <a:pt x="3766" y="12608"/>
                    </a:cubicBezTo>
                    <a:cubicBezTo>
                      <a:pt x="2710" y="12261"/>
                      <a:pt x="1802" y="11471"/>
                      <a:pt x="1219" y="10392"/>
                    </a:cubicBezTo>
                    <a:cubicBezTo>
                      <a:pt x="728" y="9483"/>
                      <a:pt x="496" y="8418"/>
                      <a:pt x="556" y="7347"/>
                    </a:cubicBezTo>
                    <a:cubicBezTo>
                      <a:pt x="865" y="7528"/>
                      <a:pt x="1185" y="7682"/>
                      <a:pt x="1514" y="7808"/>
                    </a:cubicBezTo>
                    <a:cubicBezTo>
                      <a:pt x="1827" y="7928"/>
                      <a:pt x="2147" y="8023"/>
                      <a:pt x="2471" y="8092"/>
                    </a:cubicBezTo>
                    <a:cubicBezTo>
                      <a:pt x="1633" y="7267"/>
                      <a:pt x="1044" y="6153"/>
                      <a:pt x="791" y="4912"/>
                    </a:cubicBezTo>
                    <a:cubicBezTo>
                      <a:pt x="541" y="3690"/>
                      <a:pt x="630" y="2408"/>
                      <a:pt x="1044" y="1248"/>
                    </a:cubicBezTo>
                    <a:cubicBezTo>
                      <a:pt x="2154" y="2776"/>
                      <a:pt x="3509" y="4041"/>
                      <a:pt x="5034" y="4972"/>
                    </a:cubicBezTo>
                    <a:cubicBezTo>
                      <a:pt x="6714" y="5998"/>
                      <a:pt x="8564" y="6597"/>
                      <a:pt x="10460" y="6728"/>
                    </a:cubicBezTo>
                    <a:cubicBezTo>
                      <a:pt x="9854" y="4014"/>
                      <a:pt x="11145" y="1215"/>
                      <a:pt x="13427" y="291"/>
                    </a:cubicBezTo>
                    <a:cubicBezTo>
                      <a:pt x="15140" y="-403"/>
                      <a:pt x="17045" y="169"/>
                      <a:pt x="18253" y="1739"/>
                    </a:cubicBezTo>
                    <a:cubicBezTo>
                      <a:pt x="18767" y="1670"/>
                      <a:pt x="19270" y="1521"/>
                      <a:pt x="19749" y="1295"/>
                    </a:cubicBezTo>
                    <a:cubicBezTo>
                      <a:pt x="20190" y="1087"/>
                      <a:pt x="20606" y="816"/>
                      <a:pt x="20989" y="488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p:spPr>
            <p:txBody>
              <a:bodyPr lIns="50800" tIns="50800" rIns="50800" bIns="5080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422" name="Oval 9">
                <a:extLst>
                  <a:ext uri="{FF2B5EF4-FFF2-40B4-BE49-F238E27FC236}">
                    <a16:creationId xmlns:a16="http://schemas.microsoft.com/office/drawing/2014/main" id="{2BA841A7-9172-4D01-ABF5-A63F30806D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85542" y="8177794"/>
                <a:ext cx="405568" cy="405569"/>
              </a:xfrm>
              <a:prstGeom prst="ellipse">
                <a:avLst/>
              </a:prstGeom>
              <a:noFill/>
              <a:ln w="12700">
                <a:solidFill>
                  <a:schemeClr val="bg1">
                    <a:lumMod val="85000"/>
                    <a:alpha val="71000"/>
                  </a:schemeClr>
                </a:solidFill>
              </a:ln>
              <a:effectLst/>
            </p:spPr>
            <p:txBody>
              <a:bodyPr lIns="50800" tIns="50800" rIns="50800" bIns="50800" anchor="ctr"/>
              <a:lstStyle/>
              <a:p>
                <a:endParaRPr lang="en-US" altLang="en-US" sz="3200" dirty="0">
                  <a:solidFill>
                    <a:srgbClr val="FFFFFF"/>
                  </a:solidFill>
                  <a:latin typeface="Pretendard ExtraLight" panose="02000303000000020004" pitchFamily="50" charset="-127"/>
                  <a:ea typeface="Poppins" charset="0"/>
                  <a:cs typeface="Poppins" charset="0"/>
                  <a:sym typeface="Helvetica Light" charset="0"/>
                </a:endParaRPr>
              </a:p>
            </p:txBody>
          </p:sp>
          <p:sp>
            <p:nvSpPr>
              <p:cNvPr id="423" name="AutoShape 10">
                <a:extLst>
                  <a:ext uri="{FF2B5EF4-FFF2-40B4-BE49-F238E27FC236}">
                    <a16:creationId xmlns:a16="http://schemas.microsoft.com/office/drawing/2014/main" id="{3AE56926-F428-485B-A604-CDC21760A5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95352" y="8311666"/>
                <a:ext cx="215776" cy="137826"/>
              </a:xfrm>
              <a:custGeom>
                <a:avLst/>
                <a:gdLst>
                  <a:gd name="T0" fmla="*/ 151599 w 20949"/>
                  <a:gd name="T1" fmla="*/ 96820 h 20595"/>
                  <a:gd name="T2" fmla="*/ 151599 w 20949"/>
                  <a:gd name="T3" fmla="*/ 96820 h 20595"/>
                  <a:gd name="T4" fmla="*/ 151599 w 20949"/>
                  <a:gd name="T5" fmla="*/ 96820 h 20595"/>
                  <a:gd name="T6" fmla="*/ 151599 w 20949"/>
                  <a:gd name="T7" fmla="*/ 96820 h 2059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0949" h="20595">
                    <a:moveTo>
                      <a:pt x="6669" y="0"/>
                    </a:moveTo>
                    <a:cubicBezTo>
                      <a:pt x="4962" y="0"/>
                      <a:pt x="3255" y="1006"/>
                      <a:pt x="1953" y="3017"/>
                    </a:cubicBezTo>
                    <a:cubicBezTo>
                      <a:pt x="-651" y="7038"/>
                      <a:pt x="-651" y="13558"/>
                      <a:pt x="1953" y="17579"/>
                    </a:cubicBezTo>
                    <a:cubicBezTo>
                      <a:pt x="4557" y="21600"/>
                      <a:pt x="8780" y="21600"/>
                      <a:pt x="11384" y="17579"/>
                    </a:cubicBezTo>
                    <a:cubicBezTo>
                      <a:pt x="13022" y="15050"/>
                      <a:pt x="13627" y="11534"/>
                      <a:pt x="13205" y="8272"/>
                    </a:cubicBezTo>
                    <a:lnTo>
                      <a:pt x="13026" y="8272"/>
                    </a:lnTo>
                    <a:lnTo>
                      <a:pt x="13026" y="8259"/>
                    </a:lnTo>
                    <a:lnTo>
                      <a:pt x="6690" y="8259"/>
                    </a:lnTo>
                    <a:lnTo>
                      <a:pt x="6690" y="12305"/>
                    </a:lnTo>
                    <a:lnTo>
                      <a:pt x="10410" y="12305"/>
                    </a:lnTo>
                    <a:cubicBezTo>
                      <a:pt x="10222" y="13151"/>
                      <a:pt x="9915" y="13949"/>
                      <a:pt x="9477" y="14627"/>
                    </a:cubicBezTo>
                    <a:cubicBezTo>
                      <a:pt x="7927" y="17019"/>
                      <a:pt x="5415" y="17019"/>
                      <a:pt x="3865" y="14627"/>
                    </a:cubicBezTo>
                    <a:cubicBezTo>
                      <a:pt x="2316" y="12234"/>
                      <a:pt x="2316" y="8361"/>
                      <a:pt x="3865" y="5969"/>
                    </a:cubicBezTo>
                    <a:cubicBezTo>
                      <a:pt x="4640" y="4773"/>
                      <a:pt x="5654" y="4174"/>
                      <a:pt x="6669" y="4174"/>
                    </a:cubicBezTo>
                    <a:cubicBezTo>
                      <a:pt x="7633" y="4174"/>
                      <a:pt x="8593" y="4730"/>
                      <a:pt x="9352" y="5808"/>
                    </a:cubicBezTo>
                    <a:lnTo>
                      <a:pt x="11297" y="2894"/>
                    </a:lnTo>
                    <a:cubicBezTo>
                      <a:pt x="10006" y="970"/>
                      <a:pt x="8339" y="0"/>
                      <a:pt x="6669" y="0"/>
                    </a:cubicBezTo>
                    <a:close/>
                    <a:moveTo>
                      <a:pt x="16904" y="5120"/>
                    </a:moveTo>
                    <a:lnTo>
                      <a:pt x="16904" y="8490"/>
                    </a:lnTo>
                    <a:lnTo>
                      <a:pt x="14721" y="8490"/>
                    </a:lnTo>
                    <a:lnTo>
                      <a:pt x="14721" y="11359"/>
                    </a:lnTo>
                    <a:lnTo>
                      <a:pt x="16904" y="11359"/>
                    </a:lnTo>
                    <a:lnTo>
                      <a:pt x="16904" y="14730"/>
                    </a:lnTo>
                    <a:lnTo>
                      <a:pt x="18766" y="14730"/>
                    </a:lnTo>
                    <a:lnTo>
                      <a:pt x="18766" y="11359"/>
                    </a:lnTo>
                    <a:lnTo>
                      <a:pt x="20949" y="11359"/>
                    </a:lnTo>
                    <a:lnTo>
                      <a:pt x="20949" y="8490"/>
                    </a:lnTo>
                    <a:lnTo>
                      <a:pt x="18766" y="8490"/>
                    </a:lnTo>
                    <a:lnTo>
                      <a:pt x="18766" y="5120"/>
                    </a:lnTo>
                    <a:lnTo>
                      <a:pt x="16904" y="512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p:spPr>
            <p:txBody>
              <a:bodyPr lIns="50800" tIns="50800" rIns="50800" bIns="5080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424" name="Oval 136">
                <a:extLst>
                  <a:ext uri="{FF2B5EF4-FFF2-40B4-BE49-F238E27FC236}">
                    <a16:creationId xmlns:a16="http://schemas.microsoft.com/office/drawing/2014/main" id="{BBE55F20-518D-4541-A100-880A95F2E4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67844" y="8177794"/>
                <a:ext cx="405568" cy="405569"/>
              </a:xfrm>
              <a:prstGeom prst="ellipse">
                <a:avLst/>
              </a:prstGeom>
              <a:noFill/>
              <a:ln w="12700">
                <a:solidFill>
                  <a:schemeClr val="bg1">
                    <a:lumMod val="85000"/>
                    <a:alpha val="71000"/>
                  </a:schemeClr>
                </a:solidFill>
              </a:ln>
              <a:effectLst/>
            </p:spPr>
            <p:txBody>
              <a:bodyPr lIns="50800" tIns="50800" rIns="50800" bIns="50800" anchor="ctr"/>
              <a:lstStyle/>
              <a:p>
                <a:pPr>
                  <a:defRPr/>
                </a:pPr>
                <a:endParaRPr lang="en-US" altLang="en-US" sz="3200" dirty="0">
                  <a:solidFill>
                    <a:srgbClr val="FFFFFF"/>
                  </a:solidFill>
                  <a:latin typeface="Pretendard ExtraLight" panose="02000303000000020004" pitchFamily="50" charset="-127"/>
                  <a:ea typeface="Poppins" charset="0"/>
                  <a:cs typeface="Poppins" charset="0"/>
                  <a:sym typeface="Helvetica Light" charset="0"/>
                </a:endParaRPr>
              </a:p>
            </p:txBody>
          </p:sp>
          <p:sp>
            <p:nvSpPr>
              <p:cNvPr id="425" name="AutoShape 13">
                <a:extLst>
                  <a:ext uri="{FF2B5EF4-FFF2-40B4-BE49-F238E27FC236}">
                    <a16:creationId xmlns:a16="http://schemas.microsoft.com/office/drawing/2014/main" id="{F90A7075-E1F3-46AC-80B0-C2C57CA971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97309" y="8300368"/>
                <a:ext cx="161550" cy="160420"/>
              </a:xfrm>
              <a:custGeom>
                <a:avLst/>
                <a:gdLst>
                  <a:gd name="T0" fmla="*/ 113506 w 21352"/>
                  <a:gd name="T1" fmla="*/ 112698 h 21600"/>
                  <a:gd name="T2" fmla="*/ 113506 w 21352"/>
                  <a:gd name="T3" fmla="*/ 112698 h 21600"/>
                  <a:gd name="T4" fmla="*/ 113506 w 21352"/>
                  <a:gd name="T5" fmla="*/ 112698 h 21600"/>
                  <a:gd name="T6" fmla="*/ 113506 w 21352"/>
                  <a:gd name="T7" fmla="*/ 112698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352" h="21600">
                    <a:moveTo>
                      <a:pt x="2512" y="0"/>
                    </a:moveTo>
                    <a:cubicBezTo>
                      <a:pt x="1868" y="0"/>
                      <a:pt x="1228" y="252"/>
                      <a:pt x="736" y="755"/>
                    </a:cubicBezTo>
                    <a:cubicBezTo>
                      <a:pt x="-246" y="1760"/>
                      <a:pt x="-246" y="3389"/>
                      <a:pt x="736" y="4394"/>
                    </a:cubicBezTo>
                    <a:cubicBezTo>
                      <a:pt x="1719" y="5400"/>
                      <a:pt x="3311" y="5400"/>
                      <a:pt x="4293" y="4394"/>
                    </a:cubicBezTo>
                    <a:cubicBezTo>
                      <a:pt x="5276" y="3389"/>
                      <a:pt x="5276" y="1760"/>
                      <a:pt x="4293" y="755"/>
                    </a:cubicBezTo>
                    <a:cubicBezTo>
                      <a:pt x="3802" y="252"/>
                      <a:pt x="3156" y="0"/>
                      <a:pt x="2512" y="0"/>
                    </a:cubicBezTo>
                    <a:close/>
                    <a:moveTo>
                      <a:pt x="15974" y="6786"/>
                    </a:moveTo>
                    <a:cubicBezTo>
                      <a:pt x="14493" y="6827"/>
                      <a:pt x="13075" y="7479"/>
                      <a:pt x="12048" y="8609"/>
                    </a:cubicBezTo>
                    <a:lnTo>
                      <a:pt x="12048" y="7250"/>
                    </a:lnTo>
                    <a:lnTo>
                      <a:pt x="7561" y="7250"/>
                    </a:lnTo>
                    <a:lnTo>
                      <a:pt x="7561" y="21600"/>
                    </a:lnTo>
                    <a:lnTo>
                      <a:pt x="12048" y="21600"/>
                    </a:lnTo>
                    <a:lnTo>
                      <a:pt x="12048" y="13067"/>
                    </a:lnTo>
                    <a:cubicBezTo>
                      <a:pt x="12157" y="11669"/>
                      <a:pt x="13375" y="10577"/>
                      <a:pt x="14805" y="10756"/>
                    </a:cubicBezTo>
                    <a:cubicBezTo>
                      <a:pt x="16039" y="10911"/>
                      <a:pt x="16934" y="12021"/>
                      <a:pt x="16865" y="13287"/>
                    </a:cubicBezTo>
                    <a:lnTo>
                      <a:pt x="16865" y="21600"/>
                    </a:lnTo>
                    <a:lnTo>
                      <a:pt x="21352" y="21600"/>
                    </a:lnTo>
                    <a:lnTo>
                      <a:pt x="21352" y="13357"/>
                    </a:lnTo>
                    <a:lnTo>
                      <a:pt x="21352" y="13287"/>
                    </a:lnTo>
                    <a:lnTo>
                      <a:pt x="21346" y="13287"/>
                    </a:lnTo>
                    <a:cubicBezTo>
                      <a:pt x="21354" y="12646"/>
                      <a:pt x="21328" y="12016"/>
                      <a:pt x="21244" y="11407"/>
                    </a:cubicBezTo>
                    <a:cubicBezTo>
                      <a:pt x="21154" y="10757"/>
                      <a:pt x="21010" y="10115"/>
                      <a:pt x="20734" y="9532"/>
                    </a:cubicBezTo>
                    <a:cubicBezTo>
                      <a:pt x="20160" y="8321"/>
                      <a:pt x="19052" y="7432"/>
                      <a:pt x="17710" y="7024"/>
                    </a:cubicBezTo>
                    <a:cubicBezTo>
                      <a:pt x="17135" y="6849"/>
                      <a:pt x="16551" y="6770"/>
                      <a:pt x="15974" y="6786"/>
                    </a:cubicBezTo>
                    <a:close/>
                    <a:moveTo>
                      <a:pt x="271" y="7250"/>
                    </a:moveTo>
                    <a:lnTo>
                      <a:pt x="271" y="21600"/>
                    </a:lnTo>
                    <a:lnTo>
                      <a:pt x="4759" y="21600"/>
                    </a:lnTo>
                    <a:lnTo>
                      <a:pt x="4759" y="7250"/>
                    </a:lnTo>
                    <a:lnTo>
                      <a:pt x="271" y="725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p:spPr>
            <p:txBody>
              <a:bodyPr lIns="50800" tIns="50800" rIns="50800" bIns="50800" anchor="ctr"/>
              <a:lstStyle/>
              <a:p>
                <a:pPr>
                  <a:defRPr/>
                </a:pPr>
                <a:endParaRPr lang="ru-RU"/>
              </a:p>
            </p:txBody>
          </p:sp>
        </p:grpSp>
        <p:sp>
          <p:nvSpPr>
            <p:cNvPr id="412" name="Text Box 53">
              <a:extLst>
                <a:ext uri="{FF2B5EF4-FFF2-40B4-BE49-F238E27FC236}">
                  <a16:creationId xmlns:a16="http://schemas.microsoft.com/office/drawing/2014/main" id="{60EE02E0-FB01-4968-A1FE-344EF9542390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65408" y="8606080"/>
              <a:ext cx="2166364" cy="299295"/>
            </a:xfrm>
            <a:prstGeom prst="rect">
              <a:avLst/>
            </a:prstGeom>
            <a:solidFill>
              <a:srgbClr val="505050"/>
            </a:solidFill>
            <a:ln>
              <a:noFill/>
            </a:ln>
            <a:effectLst/>
          </p:spPr>
          <p:txBody>
            <a:bodyPr wrap="none" lIns="144000" tIns="36000" rIns="144000" bIns="36000" anchor="ctr">
              <a:noAutofit/>
            </a:bodyPr>
            <a:lstStyle>
              <a:defPPr>
                <a:defRPr lang="en-US"/>
              </a:defPPr>
              <a:lvl1pPr lvl="0" indent="0" algn="ctr" defTabSz="914400">
                <a:spcBef>
                  <a:spcPts val="1000"/>
                </a:spcBef>
                <a:defRPr kumimoji="1" sz="1000">
                  <a:solidFill>
                    <a:schemeClr val="bg1"/>
                  </a:solidFill>
                  <a:latin typeface="+mn-ea"/>
                </a:defRPr>
              </a:lvl1pPr>
              <a:lvl2pPr marL="1028700" indent="-457200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668463" indent="-454025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2317750" indent="-458788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965450" indent="-457200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34226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38798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43370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47942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r>
                <a:rPr lang="en-US" altLang="ko-KR" dirty="0"/>
                <a:t>(</a:t>
              </a:r>
              <a:r>
                <a:rPr lang="ko-KR" altLang="en-US" dirty="0"/>
                <a:t>주</a:t>
              </a:r>
              <a:r>
                <a:rPr lang="en-US" altLang="ko-KR" dirty="0"/>
                <a:t>)</a:t>
              </a:r>
              <a:r>
                <a:rPr lang="ko-KR" altLang="en-US" dirty="0"/>
                <a:t>서희 </a:t>
              </a:r>
              <a:r>
                <a:rPr lang="en-US" altLang="ko-KR" dirty="0"/>
                <a:t>Design</a:t>
              </a:r>
              <a:endParaRPr lang="ko-KR" altLang="en-US" dirty="0"/>
            </a:p>
          </p:txBody>
        </p:sp>
        <p:cxnSp>
          <p:nvCxnSpPr>
            <p:cNvPr id="413" name="직선 연결선 412">
              <a:extLst>
                <a:ext uri="{FF2B5EF4-FFF2-40B4-BE49-F238E27FC236}">
                  <a16:creationId xmlns:a16="http://schemas.microsoft.com/office/drawing/2014/main" id="{52195F44-83CA-48C3-BE1A-52189F5BFE25}"/>
                </a:ext>
              </a:extLst>
            </p:cNvPr>
            <p:cNvCxnSpPr/>
            <p:nvPr/>
          </p:nvCxnSpPr>
          <p:spPr>
            <a:xfrm>
              <a:off x="2539206" y="8606080"/>
              <a:ext cx="0" cy="79200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4" name="任意形状 1091">
              <a:extLst>
                <a:ext uri="{FF2B5EF4-FFF2-40B4-BE49-F238E27FC236}">
                  <a16:creationId xmlns:a16="http://schemas.microsoft.com/office/drawing/2014/main" id="{525AC8E7-1A5D-4F99-B22D-1B497929B947}"/>
                </a:ext>
              </a:extLst>
            </p:cNvPr>
            <p:cNvSpPr/>
            <p:nvPr/>
          </p:nvSpPr>
          <p:spPr>
            <a:xfrm>
              <a:off x="2751048" y="9256464"/>
              <a:ext cx="133403" cy="16103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20760" extrusionOk="0">
                  <a:moveTo>
                    <a:pt x="9839" y="18058"/>
                  </a:moveTo>
                  <a:lnTo>
                    <a:pt x="15251" y="13328"/>
                  </a:lnTo>
                  <a:cubicBezTo>
                    <a:pt x="18239" y="10716"/>
                    <a:pt x="18239" y="6481"/>
                    <a:pt x="15250" y="3870"/>
                  </a:cubicBezTo>
                  <a:cubicBezTo>
                    <a:pt x="12261" y="1258"/>
                    <a:pt x="7416" y="1258"/>
                    <a:pt x="4427" y="3870"/>
                  </a:cubicBezTo>
                  <a:cubicBezTo>
                    <a:pt x="1439" y="6482"/>
                    <a:pt x="1439" y="10716"/>
                    <a:pt x="4427" y="13328"/>
                  </a:cubicBezTo>
                  <a:lnTo>
                    <a:pt x="9839" y="18058"/>
                  </a:lnTo>
                  <a:close/>
                  <a:moveTo>
                    <a:pt x="9839" y="20760"/>
                  </a:moveTo>
                  <a:lnTo>
                    <a:pt x="2882" y="14679"/>
                  </a:lnTo>
                  <a:cubicBezTo>
                    <a:pt x="-961" y="11321"/>
                    <a:pt x="-961" y="5876"/>
                    <a:pt x="2882" y="2518"/>
                  </a:cubicBezTo>
                  <a:cubicBezTo>
                    <a:pt x="6724" y="-840"/>
                    <a:pt x="12954" y="-840"/>
                    <a:pt x="16797" y="2518"/>
                  </a:cubicBezTo>
                  <a:cubicBezTo>
                    <a:pt x="20639" y="5876"/>
                    <a:pt x="20639" y="11321"/>
                    <a:pt x="16797" y="14679"/>
                  </a:cubicBezTo>
                  <a:lnTo>
                    <a:pt x="9839" y="20760"/>
                  </a:lnTo>
                  <a:close/>
                  <a:moveTo>
                    <a:pt x="9839" y="10510"/>
                  </a:moveTo>
                  <a:cubicBezTo>
                    <a:pt x="11047" y="10510"/>
                    <a:pt x="12026" y="9654"/>
                    <a:pt x="12026" y="8599"/>
                  </a:cubicBezTo>
                  <a:cubicBezTo>
                    <a:pt x="12026" y="7543"/>
                    <a:pt x="11047" y="6688"/>
                    <a:pt x="9839" y="6688"/>
                  </a:cubicBezTo>
                  <a:cubicBezTo>
                    <a:pt x="8631" y="6688"/>
                    <a:pt x="7653" y="7543"/>
                    <a:pt x="7653" y="8599"/>
                  </a:cubicBezTo>
                  <a:cubicBezTo>
                    <a:pt x="7653" y="9654"/>
                    <a:pt x="8631" y="10510"/>
                    <a:pt x="9839" y="10510"/>
                  </a:cubicBezTo>
                  <a:close/>
                  <a:moveTo>
                    <a:pt x="9839" y="12421"/>
                  </a:moveTo>
                  <a:cubicBezTo>
                    <a:pt x="7424" y="12421"/>
                    <a:pt x="5466" y="10710"/>
                    <a:pt x="5466" y="8599"/>
                  </a:cubicBezTo>
                  <a:cubicBezTo>
                    <a:pt x="5466" y="6488"/>
                    <a:pt x="7424" y="4777"/>
                    <a:pt x="9839" y="4777"/>
                  </a:cubicBezTo>
                  <a:cubicBezTo>
                    <a:pt x="12254" y="4777"/>
                    <a:pt x="14212" y="6488"/>
                    <a:pt x="14212" y="8599"/>
                  </a:cubicBezTo>
                  <a:cubicBezTo>
                    <a:pt x="14212" y="10710"/>
                    <a:pt x="12254" y="12421"/>
                    <a:pt x="9839" y="12421"/>
                  </a:cubicBez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9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grpSp>
          <p:nvGrpSpPr>
            <p:cNvPr id="415" name="그룹 414">
              <a:extLst>
                <a:ext uri="{FF2B5EF4-FFF2-40B4-BE49-F238E27FC236}">
                  <a16:creationId xmlns:a16="http://schemas.microsoft.com/office/drawing/2014/main" id="{286E7E5C-5E14-491C-8F18-AFC1B6A87B19}"/>
                </a:ext>
              </a:extLst>
            </p:cNvPr>
            <p:cNvGrpSpPr/>
            <p:nvPr/>
          </p:nvGrpSpPr>
          <p:grpSpPr>
            <a:xfrm>
              <a:off x="2731569" y="8664014"/>
              <a:ext cx="942382" cy="186065"/>
              <a:chOff x="728700" y="7676979"/>
              <a:chExt cx="942382" cy="186065"/>
            </a:xfrm>
          </p:grpSpPr>
          <p:sp>
            <p:nvSpPr>
              <p:cNvPr id="416" name="任意形状 1136">
                <a:extLst>
                  <a:ext uri="{FF2B5EF4-FFF2-40B4-BE49-F238E27FC236}">
                    <a16:creationId xmlns:a16="http://schemas.microsoft.com/office/drawing/2014/main" id="{5F7D2616-60F4-4644-A2AD-422E68F412BC}"/>
                  </a:ext>
                </a:extLst>
              </p:cNvPr>
              <p:cNvSpPr/>
              <p:nvPr/>
            </p:nvSpPr>
            <p:spPr>
              <a:xfrm>
                <a:off x="728700" y="7680698"/>
                <a:ext cx="182346" cy="18234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1880" y="9720"/>
                    </a:moveTo>
                    <a:lnTo>
                      <a:pt x="11880" y="4320"/>
                    </a:lnTo>
                    <a:lnTo>
                      <a:pt x="6480" y="11880"/>
                    </a:lnTo>
                    <a:lnTo>
                      <a:pt x="9720" y="11880"/>
                    </a:lnTo>
                    <a:lnTo>
                      <a:pt x="9720" y="17280"/>
                    </a:lnTo>
                    <a:lnTo>
                      <a:pt x="15120" y="9720"/>
                    </a:lnTo>
                    <a:lnTo>
                      <a:pt x="11880" y="9720"/>
                    </a:lnTo>
                    <a:close/>
                    <a:moveTo>
                      <a:pt x="10800" y="21600"/>
                    </a:moveTo>
                    <a:cubicBezTo>
                      <a:pt x="4835" y="21600"/>
                      <a:pt x="0" y="16765"/>
                      <a:pt x="0" y="10800"/>
                    </a:cubicBez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endParaRPr dirty="0"/>
              </a:p>
            </p:txBody>
          </p:sp>
          <p:sp>
            <p:nvSpPr>
              <p:cNvPr id="417" name="Text Box 53">
                <a:extLst>
                  <a:ext uri="{FF2B5EF4-FFF2-40B4-BE49-F238E27FC236}">
                    <a16:creationId xmlns:a16="http://schemas.microsoft.com/office/drawing/2014/main" id="{A3017196-1D37-4396-945B-30ABE8D28994}"/>
                  </a:ext>
                </a:extLst>
              </p:cNvPr>
              <p:cNvSpPr txBox="1">
                <a:spLocks noChangeArrowheads="1"/>
              </p:cNvSpPr>
              <p:nvPr/>
            </p:nvSpPr>
            <p:spPr bwMode="gray">
              <a:xfrm>
                <a:off x="944921" y="7676979"/>
                <a:ext cx="726161" cy="1692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CC99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7961" dir="2700000" algn="ctr" rotWithShape="0">
                        <a:schemeClr val="bg1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marL="177800" indent="-177800" defTabSz="79375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1028700" indent="-457200" defTabSz="79375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668463" indent="-454025" defTabSz="79375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2317750" indent="-458788" defTabSz="79375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965450" indent="-457200" defTabSz="79375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3422650" indent="-457200" defTabSz="793750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3879850" indent="-457200" defTabSz="793750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4337050" indent="-457200" defTabSz="793750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4794250" indent="-457200" defTabSz="793750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marL="0" indent="0" defTabSz="914400">
                  <a:lnSpc>
                    <a:spcPct val="120000"/>
                  </a:lnSpc>
                  <a:spcAft>
                    <a:spcPts val="600"/>
                  </a:spcAft>
                </a:pPr>
                <a:r>
                  <a:rPr lang="en-US" altLang="ko-KR" sz="10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50" charset="-127"/>
                    <a:ea typeface="10X10 Bold" panose="020D0604000000000000" pitchFamily="50" charset="-127"/>
                    <a:cs typeface="Pretendard" panose="02000503000000020004" pitchFamily="50" charset="-127"/>
                  </a:rPr>
                  <a:t>YOUR</a:t>
                </a:r>
                <a:r>
                  <a:rPr lang="en-US" altLang="ko-KR" sz="10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50" charset="-127"/>
                    <a:ea typeface="나눔명조" panose="02020603020101020101" pitchFamily="18" charset="-127"/>
                    <a:cs typeface="Pretendard" panose="02000503000000020004" pitchFamily="50" charset="-127"/>
                  </a:rPr>
                  <a:t>LOGO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734461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Rectangle 12">
            <a:extLst>
              <a:ext uri="{FF2B5EF4-FFF2-40B4-BE49-F238E27FC236}">
                <a16:creationId xmlns:a16="http://schemas.microsoft.com/office/drawing/2014/main" id="{52D74B8C-42AC-42A7-A2AC-FC0BA011F96F}"/>
              </a:ext>
            </a:extLst>
          </p:cNvPr>
          <p:cNvSpPr/>
          <p:nvPr/>
        </p:nvSpPr>
        <p:spPr>
          <a:xfrm>
            <a:off x="0" y="625061"/>
            <a:ext cx="3392960" cy="86472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121920" tIns="60960" rIns="121920" bIns="60960" rtlCol="0" anchor="ctr">
            <a:noAutofit/>
          </a:bodyPr>
          <a:lstStyle/>
          <a:p>
            <a:pPr algn="ctr"/>
            <a:endParaRPr lang="en-US" sz="2400" dirty="0"/>
          </a:p>
        </p:txBody>
      </p:sp>
      <p:pic>
        <p:nvPicPr>
          <p:cNvPr id="62" name="그림 61">
            <a:extLst>
              <a:ext uri="{FF2B5EF4-FFF2-40B4-BE49-F238E27FC236}">
                <a16:creationId xmlns:a16="http://schemas.microsoft.com/office/drawing/2014/main" id="{B2DDCD1C-1500-4EF2-B842-F4BC7317EAD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025" r="40858"/>
          <a:stretch/>
        </p:blipFill>
        <p:spPr>
          <a:xfrm>
            <a:off x="545399" y="2547041"/>
            <a:ext cx="2304001" cy="6120000"/>
          </a:xfrm>
          <a:prstGeom prst="rect">
            <a:avLst/>
          </a:prstGeom>
        </p:spPr>
      </p:pic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-2041216" y="69211"/>
            <a:ext cx="1984519" cy="22775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fontAlgn="base" latinLnBrk="0">
              <a:spcAft>
                <a:spcPts val="200"/>
              </a:spcAft>
              <a:buClr>
                <a:schemeClr val="tx1">
                  <a:lumMod val="75000"/>
                  <a:lumOff val="25000"/>
                </a:schemeClr>
              </a:buClr>
              <a:buSzPct val="90000"/>
            </a:pPr>
            <a:r>
              <a:rPr lang="ko-KR" altLang="en-US" sz="1600" dirty="0">
                <a:cs typeface="+mn-cs"/>
              </a:rPr>
              <a:t>목차</a:t>
            </a:r>
            <a:r>
              <a:rPr lang="en-US" altLang="ko-KR" sz="1600" dirty="0">
                <a:cs typeface="+mn-cs"/>
              </a:rPr>
              <a:t>_image 05 =====</a:t>
            </a:r>
            <a:endParaRPr lang="ko-KR" altLang="en-US" sz="1600" dirty="0">
              <a:cs typeface="+mn-cs"/>
            </a:endParaRPr>
          </a:p>
        </p:txBody>
      </p:sp>
      <p:sp>
        <p:nvSpPr>
          <p:cNvPr id="93" name="Shape">
            <a:extLst>
              <a:ext uri="{FF2B5EF4-FFF2-40B4-BE49-F238E27FC236}">
                <a16:creationId xmlns:a16="http://schemas.microsoft.com/office/drawing/2014/main" id="{E4311A72-E551-40BF-A58C-61CBA4AB344E}"/>
              </a:ext>
            </a:extLst>
          </p:cNvPr>
          <p:cNvSpPr/>
          <p:nvPr/>
        </p:nvSpPr>
        <p:spPr>
          <a:xfrm>
            <a:off x="5517232" y="632520"/>
            <a:ext cx="1073729" cy="100864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89" h="21541" extrusionOk="0">
                <a:moveTo>
                  <a:pt x="568" y="0"/>
                </a:moveTo>
                <a:cubicBezTo>
                  <a:pt x="423" y="0"/>
                  <a:pt x="278" y="59"/>
                  <a:pt x="167" y="178"/>
                </a:cubicBezTo>
                <a:cubicBezTo>
                  <a:pt x="-55" y="415"/>
                  <a:pt x="-55" y="799"/>
                  <a:pt x="167" y="1036"/>
                </a:cubicBezTo>
                <a:cubicBezTo>
                  <a:pt x="389" y="1272"/>
                  <a:pt x="749" y="1272"/>
                  <a:pt x="971" y="1036"/>
                </a:cubicBezTo>
                <a:cubicBezTo>
                  <a:pt x="1193" y="799"/>
                  <a:pt x="1193" y="415"/>
                  <a:pt x="971" y="178"/>
                </a:cubicBezTo>
                <a:cubicBezTo>
                  <a:pt x="860" y="59"/>
                  <a:pt x="714" y="0"/>
                  <a:pt x="568" y="0"/>
                </a:cubicBezTo>
                <a:close/>
                <a:moveTo>
                  <a:pt x="2830" y="0"/>
                </a:moveTo>
                <a:cubicBezTo>
                  <a:pt x="2685" y="0"/>
                  <a:pt x="2539" y="59"/>
                  <a:pt x="2428" y="178"/>
                </a:cubicBezTo>
                <a:cubicBezTo>
                  <a:pt x="2207" y="415"/>
                  <a:pt x="2207" y="799"/>
                  <a:pt x="2428" y="1036"/>
                </a:cubicBezTo>
                <a:cubicBezTo>
                  <a:pt x="2650" y="1272"/>
                  <a:pt x="3011" y="1272"/>
                  <a:pt x="3232" y="1036"/>
                </a:cubicBezTo>
                <a:cubicBezTo>
                  <a:pt x="3454" y="799"/>
                  <a:pt x="3454" y="415"/>
                  <a:pt x="3232" y="178"/>
                </a:cubicBezTo>
                <a:cubicBezTo>
                  <a:pt x="3121" y="59"/>
                  <a:pt x="2975" y="0"/>
                  <a:pt x="2830" y="0"/>
                </a:cubicBezTo>
                <a:close/>
                <a:moveTo>
                  <a:pt x="5092" y="0"/>
                </a:moveTo>
                <a:cubicBezTo>
                  <a:pt x="4946" y="0"/>
                  <a:pt x="4801" y="59"/>
                  <a:pt x="4690" y="178"/>
                </a:cubicBezTo>
                <a:cubicBezTo>
                  <a:pt x="4468" y="415"/>
                  <a:pt x="4468" y="799"/>
                  <a:pt x="4690" y="1036"/>
                </a:cubicBezTo>
                <a:cubicBezTo>
                  <a:pt x="4912" y="1272"/>
                  <a:pt x="5271" y="1272"/>
                  <a:pt x="5493" y="1036"/>
                </a:cubicBezTo>
                <a:cubicBezTo>
                  <a:pt x="5715" y="799"/>
                  <a:pt x="5715" y="415"/>
                  <a:pt x="5493" y="178"/>
                </a:cubicBezTo>
                <a:cubicBezTo>
                  <a:pt x="5382" y="59"/>
                  <a:pt x="5237" y="0"/>
                  <a:pt x="5092" y="0"/>
                </a:cubicBezTo>
                <a:close/>
                <a:moveTo>
                  <a:pt x="7353" y="0"/>
                </a:moveTo>
                <a:cubicBezTo>
                  <a:pt x="7208" y="0"/>
                  <a:pt x="7063" y="59"/>
                  <a:pt x="6952" y="178"/>
                </a:cubicBezTo>
                <a:cubicBezTo>
                  <a:pt x="6730" y="415"/>
                  <a:pt x="6730" y="799"/>
                  <a:pt x="6952" y="1036"/>
                </a:cubicBezTo>
                <a:cubicBezTo>
                  <a:pt x="7173" y="1272"/>
                  <a:pt x="7533" y="1272"/>
                  <a:pt x="7755" y="1036"/>
                </a:cubicBezTo>
                <a:cubicBezTo>
                  <a:pt x="7976" y="799"/>
                  <a:pt x="7976" y="415"/>
                  <a:pt x="7755" y="178"/>
                </a:cubicBezTo>
                <a:cubicBezTo>
                  <a:pt x="7644" y="59"/>
                  <a:pt x="7498" y="0"/>
                  <a:pt x="7353" y="0"/>
                </a:cubicBezTo>
                <a:close/>
                <a:moveTo>
                  <a:pt x="9615" y="0"/>
                </a:moveTo>
                <a:cubicBezTo>
                  <a:pt x="9469" y="0"/>
                  <a:pt x="9324" y="59"/>
                  <a:pt x="9213" y="178"/>
                </a:cubicBezTo>
                <a:cubicBezTo>
                  <a:pt x="8991" y="415"/>
                  <a:pt x="8991" y="799"/>
                  <a:pt x="9213" y="1036"/>
                </a:cubicBezTo>
                <a:cubicBezTo>
                  <a:pt x="9435" y="1272"/>
                  <a:pt x="9794" y="1272"/>
                  <a:pt x="10016" y="1036"/>
                </a:cubicBezTo>
                <a:cubicBezTo>
                  <a:pt x="10238" y="799"/>
                  <a:pt x="10238" y="415"/>
                  <a:pt x="10016" y="178"/>
                </a:cubicBezTo>
                <a:cubicBezTo>
                  <a:pt x="9905" y="59"/>
                  <a:pt x="9760" y="0"/>
                  <a:pt x="9615" y="0"/>
                </a:cubicBezTo>
                <a:close/>
                <a:moveTo>
                  <a:pt x="11876" y="0"/>
                </a:moveTo>
                <a:cubicBezTo>
                  <a:pt x="11731" y="0"/>
                  <a:pt x="11585" y="59"/>
                  <a:pt x="11474" y="178"/>
                </a:cubicBezTo>
                <a:cubicBezTo>
                  <a:pt x="11252" y="415"/>
                  <a:pt x="11252" y="799"/>
                  <a:pt x="11474" y="1036"/>
                </a:cubicBezTo>
                <a:cubicBezTo>
                  <a:pt x="11696" y="1272"/>
                  <a:pt x="12056" y="1272"/>
                  <a:pt x="12278" y="1036"/>
                </a:cubicBezTo>
                <a:cubicBezTo>
                  <a:pt x="12500" y="799"/>
                  <a:pt x="12500" y="415"/>
                  <a:pt x="12278" y="178"/>
                </a:cubicBezTo>
                <a:cubicBezTo>
                  <a:pt x="12167" y="59"/>
                  <a:pt x="12022" y="0"/>
                  <a:pt x="11876" y="0"/>
                </a:cubicBezTo>
                <a:close/>
                <a:moveTo>
                  <a:pt x="14138" y="0"/>
                </a:moveTo>
                <a:cubicBezTo>
                  <a:pt x="13992" y="0"/>
                  <a:pt x="13846" y="59"/>
                  <a:pt x="13735" y="178"/>
                </a:cubicBezTo>
                <a:cubicBezTo>
                  <a:pt x="13514" y="415"/>
                  <a:pt x="13514" y="799"/>
                  <a:pt x="13735" y="1036"/>
                </a:cubicBezTo>
                <a:cubicBezTo>
                  <a:pt x="13957" y="1272"/>
                  <a:pt x="14317" y="1272"/>
                  <a:pt x="14539" y="1036"/>
                </a:cubicBezTo>
                <a:cubicBezTo>
                  <a:pt x="14761" y="799"/>
                  <a:pt x="14761" y="415"/>
                  <a:pt x="14539" y="178"/>
                </a:cubicBezTo>
                <a:cubicBezTo>
                  <a:pt x="14428" y="59"/>
                  <a:pt x="14283" y="0"/>
                  <a:pt x="14138" y="0"/>
                </a:cubicBezTo>
                <a:close/>
                <a:moveTo>
                  <a:pt x="16398" y="0"/>
                </a:moveTo>
                <a:cubicBezTo>
                  <a:pt x="16253" y="0"/>
                  <a:pt x="16108" y="59"/>
                  <a:pt x="15997" y="178"/>
                </a:cubicBezTo>
                <a:cubicBezTo>
                  <a:pt x="15775" y="415"/>
                  <a:pt x="15775" y="799"/>
                  <a:pt x="15997" y="1036"/>
                </a:cubicBezTo>
                <a:cubicBezTo>
                  <a:pt x="16219" y="1272"/>
                  <a:pt x="16579" y="1272"/>
                  <a:pt x="16801" y="1036"/>
                </a:cubicBezTo>
                <a:cubicBezTo>
                  <a:pt x="17023" y="799"/>
                  <a:pt x="17023" y="415"/>
                  <a:pt x="16801" y="178"/>
                </a:cubicBezTo>
                <a:cubicBezTo>
                  <a:pt x="16690" y="59"/>
                  <a:pt x="16544" y="0"/>
                  <a:pt x="16398" y="0"/>
                </a:cubicBezTo>
                <a:close/>
                <a:moveTo>
                  <a:pt x="18660" y="0"/>
                </a:moveTo>
                <a:cubicBezTo>
                  <a:pt x="18515" y="0"/>
                  <a:pt x="18369" y="59"/>
                  <a:pt x="18259" y="178"/>
                </a:cubicBezTo>
                <a:cubicBezTo>
                  <a:pt x="18037" y="415"/>
                  <a:pt x="18037" y="799"/>
                  <a:pt x="18259" y="1036"/>
                </a:cubicBezTo>
                <a:cubicBezTo>
                  <a:pt x="18480" y="1272"/>
                  <a:pt x="18840" y="1272"/>
                  <a:pt x="19062" y="1036"/>
                </a:cubicBezTo>
                <a:cubicBezTo>
                  <a:pt x="19283" y="799"/>
                  <a:pt x="19283" y="415"/>
                  <a:pt x="19062" y="178"/>
                </a:cubicBezTo>
                <a:cubicBezTo>
                  <a:pt x="18951" y="59"/>
                  <a:pt x="18805" y="0"/>
                  <a:pt x="18660" y="0"/>
                </a:cubicBezTo>
                <a:close/>
                <a:moveTo>
                  <a:pt x="20922" y="0"/>
                </a:moveTo>
                <a:cubicBezTo>
                  <a:pt x="20776" y="0"/>
                  <a:pt x="20631" y="59"/>
                  <a:pt x="20520" y="178"/>
                </a:cubicBezTo>
                <a:cubicBezTo>
                  <a:pt x="20298" y="415"/>
                  <a:pt x="20298" y="799"/>
                  <a:pt x="20520" y="1036"/>
                </a:cubicBezTo>
                <a:cubicBezTo>
                  <a:pt x="20742" y="1272"/>
                  <a:pt x="21101" y="1272"/>
                  <a:pt x="21323" y="1036"/>
                </a:cubicBezTo>
                <a:cubicBezTo>
                  <a:pt x="21545" y="799"/>
                  <a:pt x="21545" y="415"/>
                  <a:pt x="21323" y="178"/>
                </a:cubicBezTo>
                <a:cubicBezTo>
                  <a:pt x="21212" y="59"/>
                  <a:pt x="21067" y="0"/>
                  <a:pt x="20922" y="0"/>
                </a:cubicBezTo>
                <a:close/>
                <a:moveTo>
                  <a:pt x="568" y="2259"/>
                </a:moveTo>
                <a:cubicBezTo>
                  <a:pt x="423" y="2259"/>
                  <a:pt x="278" y="2318"/>
                  <a:pt x="167" y="2437"/>
                </a:cubicBezTo>
                <a:cubicBezTo>
                  <a:pt x="-55" y="2673"/>
                  <a:pt x="-55" y="3058"/>
                  <a:pt x="167" y="3295"/>
                </a:cubicBezTo>
                <a:cubicBezTo>
                  <a:pt x="389" y="3531"/>
                  <a:pt x="749" y="3531"/>
                  <a:pt x="971" y="3295"/>
                </a:cubicBezTo>
                <a:cubicBezTo>
                  <a:pt x="1193" y="3058"/>
                  <a:pt x="1193" y="2673"/>
                  <a:pt x="971" y="2437"/>
                </a:cubicBezTo>
                <a:cubicBezTo>
                  <a:pt x="860" y="2318"/>
                  <a:pt x="714" y="2259"/>
                  <a:pt x="568" y="2259"/>
                </a:cubicBezTo>
                <a:close/>
                <a:moveTo>
                  <a:pt x="2830" y="2259"/>
                </a:moveTo>
                <a:cubicBezTo>
                  <a:pt x="2685" y="2259"/>
                  <a:pt x="2539" y="2318"/>
                  <a:pt x="2428" y="2437"/>
                </a:cubicBezTo>
                <a:cubicBezTo>
                  <a:pt x="2207" y="2673"/>
                  <a:pt x="2207" y="3058"/>
                  <a:pt x="2428" y="3295"/>
                </a:cubicBezTo>
                <a:cubicBezTo>
                  <a:pt x="2650" y="3531"/>
                  <a:pt x="3011" y="3531"/>
                  <a:pt x="3232" y="3295"/>
                </a:cubicBezTo>
                <a:cubicBezTo>
                  <a:pt x="3454" y="3058"/>
                  <a:pt x="3454" y="2673"/>
                  <a:pt x="3232" y="2437"/>
                </a:cubicBezTo>
                <a:cubicBezTo>
                  <a:pt x="3121" y="2318"/>
                  <a:pt x="2975" y="2259"/>
                  <a:pt x="2830" y="2259"/>
                </a:cubicBezTo>
                <a:close/>
                <a:moveTo>
                  <a:pt x="5092" y="2259"/>
                </a:moveTo>
                <a:cubicBezTo>
                  <a:pt x="4946" y="2259"/>
                  <a:pt x="4801" y="2318"/>
                  <a:pt x="4690" y="2437"/>
                </a:cubicBezTo>
                <a:cubicBezTo>
                  <a:pt x="4468" y="2673"/>
                  <a:pt x="4468" y="3058"/>
                  <a:pt x="4690" y="3295"/>
                </a:cubicBezTo>
                <a:cubicBezTo>
                  <a:pt x="4912" y="3531"/>
                  <a:pt x="5271" y="3531"/>
                  <a:pt x="5493" y="3295"/>
                </a:cubicBezTo>
                <a:cubicBezTo>
                  <a:pt x="5715" y="3058"/>
                  <a:pt x="5715" y="2673"/>
                  <a:pt x="5493" y="2437"/>
                </a:cubicBezTo>
                <a:cubicBezTo>
                  <a:pt x="5382" y="2318"/>
                  <a:pt x="5237" y="2259"/>
                  <a:pt x="5092" y="2259"/>
                </a:cubicBezTo>
                <a:close/>
                <a:moveTo>
                  <a:pt x="7353" y="2259"/>
                </a:moveTo>
                <a:cubicBezTo>
                  <a:pt x="7208" y="2259"/>
                  <a:pt x="7063" y="2318"/>
                  <a:pt x="6952" y="2437"/>
                </a:cubicBezTo>
                <a:cubicBezTo>
                  <a:pt x="6730" y="2673"/>
                  <a:pt x="6730" y="3058"/>
                  <a:pt x="6952" y="3295"/>
                </a:cubicBezTo>
                <a:cubicBezTo>
                  <a:pt x="7173" y="3531"/>
                  <a:pt x="7533" y="3531"/>
                  <a:pt x="7755" y="3295"/>
                </a:cubicBezTo>
                <a:cubicBezTo>
                  <a:pt x="7976" y="3058"/>
                  <a:pt x="7976" y="2673"/>
                  <a:pt x="7755" y="2437"/>
                </a:cubicBezTo>
                <a:cubicBezTo>
                  <a:pt x="7644" y="2318"/>
                  <a:pt x="7498" y="2259"/>
                  <a:pt x="7353" y="2259"/>
                </a:cubicBezTo>
                <a:close/>
                <a:moveTo>
                  <a:pt x="9615" y="2259"/>
                </a:moveTo>
                <a:cubicBezTo>
                  <a:pt x="9469" y="2259"/>
                  <a:pt x="9324" y="2318"/>
                  <a:pt x="9213" y="2437"/>
                </a:cubicBezTo>
                <a:cubicBezTo>
                  <a:pt x="8991" y="2673"/>
                  <a:pt x="8991" y="3058"/>
                  <a:pt x="9213" y="3295"/>
                </a:cubicBezTo>
                <a:cubicBezTo>
                  <a:pt x="9435" y="3531"/>
                  <a:pt x="9794" y="3531"/>
                  <a:pt x="10016" y="3295"/>
                </a:cubicBezTo>
                <a:cubicBezTo>
                  <a:pt x="10238" y="3058"/>
                  <a:pt x="10238" y="2673"/>
                  <a:pt x="10016" y="2437"/>
                </a:cubicBezTo>
                <a:cubicBezTo>
                  <a:pt x="9905" y="2318"/>
                  <a:pt x="9760" y="2259"/>
                  <a:pt x="9615" y="2259"/>
                </a:cubicBezTo>
                <a:close/>
                <a:moveTo>
                  <a:pt x="11876" y="2259"/>
                </a:moveTo>
                <a:cubicBezTo>
                  <a:pt x="11731" y="2259"/>
                  <a:pt x="11585" y="2318"/>
                  <a:pt x="11474" y="2437"/>
                </a:cubicBezTo>
                <a:cubicBezTo>
                  <a:pt x="11252" y="2673"/>
                  <a:pt x="11252" y="3058"/>
                  <a:pt x="11474" y="3295"/>
                </a:cubicBezTo>
                <a:cubicBezTo>
                  <a:pt x="11696" y="3531"/>
                  <a:pt x="12056" y="3531"/>
                  <a:pt x="12278" y="3295"/>
                </a:cubicBezTo>
                <a:cubicBezTo>
                  <a:pt x="12500" y="3058"/>
                  <a:pt x="12500" y="2673"/>
                  <a:pt x="12278" y="2437"/>
                </a:cubicBezTo>
                <a:cubicBezTo>
                  <a:pt x="12167" y="2318"/>
                  <a:pt x="12022" y="2259"/>
                  <a:pt x="11876" y="2259"/>
                </a:cubicBezTo>
                <a:close/>
                <a:moveTo>
                  <a:pt x="14138" y="2259"/>
                </a:moveTo>
                <a:cubicBezTo>
                  <a:pt x="13992" y="2259"/>
                  <a:pt x="13846" y="2318"/>
                  <a:pt x="13735" y="2437"/>
                </a:cubicBezTo>
                <a:cubicBezTo>
                  <a:pt x="13514" y="2673"/>
                  <a:pt x="13514" y="3058"/>
                  <a:pt x="13735" y="3295"/>
                </a:cubicBezTo>
                <a:cubicBezTo>
                  <a:pt x="13957" y="3531"/>
                  <a:pt x="14317" y="3531"/>
                  <a:pt x="14539" y="3295"/>
                </a:cubicBezTo>
                <a:cubicBezTo>
                  <a:pt x="14761" y="3058"/>
                  <a:pt x="14761" y="2673"/>
                  <a:pt x="14539" y="2437"/>
                </a:cubicBezTo>
                <a:cubicBezTo>
                  <a:pt x="14428" y="2318"/>
                  <a:pt x="14283" y="2259"/>
                  <a:pt x="14138" y="2259"/>
                </a:cubicBezTo>
                <a:close/>
                <a:moveTo>
                  <a:pt x="16398" y="2259"/>
                </a:moveTo>
                <a:cubicBezTo>
                  <a:pt x="16253" y="2259"/>
                  <a:pt x="16108" y="2318"/>
                  <a:pt x="15997" y="2437"/>
                </a:cubicBezTo>
                <a:cubicBezTo>
                  <a:pt x="15775" y="2673"/>
                  <a:pt x="15775" y="3058"/>
                  <a:pt x="15997" y="3295"/>
                </a:cubicBezTo>
                <a:cubicBezTo>
                  <a:pt x="16219" y="3531"/>
                  <a:pt x="16579" y="3531"/>
                  <a:pt x="16801" y="3295"/>
                </a:cubicBezTo>
                <a:cubicBezTo>
                  <a:pt x="17023" y="3058"/>
                  <a:pt x="17023" y="2673"/>
                  <a:pt x="16801" y="2437"/>
                </a:cubicBezTo>
                <a:cubicBezTo>
                  <a:pt x="16690" y="2318"/>
                  <a:pt x="16544" y="2259"/>
                  <a:pt x="16398" y="2259"/>
                </a:cubicBezTo>
                <a:close/>
                <a:moveTo>
                  <a:pt x="18660" y="2259"/>
                </a:moveTo>
                <a:cubicBezTo>
                  <a:pt x="18515" y="2259"/>
                  <a:pt x="18369" y="2318"/>
                  <a:pt x="18259" y="2437"/>
                </a:cubicBezTo>
                <a:cubicBezTo>
                  <a:pt x="18037" y="2673"/>
                  <a:pt x="18037" y="3058"/>
                  <a:pt x="18259" y="3295"/>
                </a:cubicBezTo>
                <a:cubicBezTo>
                  <a:pt x="18480" y="3531"/>
                  <a:pt x="18840" y="3531"/>
                  <a:pt x="19062" y="3295"/>
                </a:cubicBezTo>
                <a:cubicBezTo>
                  <a:pt x="19283" y="3058"/>
                  <a:pt x="19283" y="2673"/>
                  <a:pt x="19062" y="2437"/>
                </a:cubicBezTo>
                <a:cubicBezTo>
                  <a:pt x="18951" y="2318"/>
                  <a:pt x="18805" y="2259"/>
                  <a:pt x="18660" y="2259"/>
                </a:cubicBezTo>
                <a:close/>
                <a:moveTo>
                  <a:pt x="20922" y="2259"/>
                </a:moveTo>
                <a:cubicBezTo>
                  <a:pt x="20776" y="2259"/>
                  <a:pt x="20631" y="2318"/>
                  <a:pt x="20520" y="2437"/>
                </a:cubicBezTo>
                <a:cubicBezTo>
                  <a:pt x="20298" y="2673"/>
                  <a:pt x="20298" y="3058"/>
                  <a:pt x="20520" y="3295"/>
                </a:cubicBezTo>
                <a:cubicBezTo>
                  <a:pt x="20742" y="3531"/>
                  <a:pt x="21101" y="3531"/>
                  <a:pt x="21323" y="3295"/>
                </a:cubicBezTo>
                <a:cubicBezTo>
                  <a:pt x="21545" y="3058"/>
                  <a:pt x="21545" y="2673"/>
                  <a:pt x="21323" y="2437"/>
                </a:cubicBezTo>
                <a:cubicBezTo>
                  <a:pt x="21212" y="2318"/>
                  <a:pt x="21067" y="2259"/>
                  <a:pt x="20922" y="2259"/>
                </a:cubicBezTo>
                <a:close/>
                <a:moveTo>
                  <a:pt x="568" y="4517"/>
                </a:moveTo>
                <a:cubicBezTo>
                  <a:pt x="423" y="4517"/>
                  <a:pt x="278" y="4576"/>
                  <a:pt x="167" y="4694"/>
                </a:cubicBezTo>
                <a:cubicBezTo>
                  <a:pt x="-55" y="4931"/>
                  <a:pt x="-55" y="5316"/>
                  <a:pt x="167" y="5552"/>
                </a:cubicBezTo>
                <a:cubicBezTo>
                  <a:pt x="389" y="5789"/>
                  <a:pt x="749" y="5789"/>
                  <a:pt x="971" y="5552"/>
                </a:cubicBezTo>
                <a:cubicBezTo>
                  <a:pt x="1193" y="5316"/>
                  <a:pt x="1193" y="4931"/>
                  <a:pt x="971" y="4694"/>
                </a:cubicBezTo>
                <a:cubicBezTo>
                  <a:pt x="860" y="4576"/>
                  <a:pt x="714" y="4517"/>
                  <a:pt x="568" y="4517"/>
                </a:cubicBezTo>
                <a:close/>
                <a:moveTo>
                  <a:pt x="2830" y="4517"/>
                </a:moveTo>
                <a:cubicBezTo>
                  <a:pt x="2685" y="4517"/>
                  <a:pt x="2539" y="4576"/>
                  <a:pt x="2428" y="4694"/>
                </a:cubicBezTo>
                <a:cubicBezTo>
                  <a:pt x="2207" y="4931"/>
                  <a:pt x="2207" y="5316"/>
                  <a:pt x="2428" y="5552"/>
                </a:cubicBezTo>
                <a:cubicBezTo>
                  <a:pt x="2650" y="5789"/>
                  <a:pt x="3011" y="5789"/>
                  <a:pt x="3232" y="5552"/>
                </a:cubicBezTo>
                <a:cubicBezTo>
                  <a:pt x="3454" y="5316"/>
                  <a:pt x="3454" y="4931"/>
                  <a:pt x="3232" y="4694"/>
                </a:cubicBezTo>
                <a:cubicBezTo>
                  <a:pt x="3121" y="4576"/>
                  <a:pt x="2975" y="4517"/>
                  <a:pt x="2830" y="4517"/>
                </a:cubicBezTo>
                <a:close/>
                <a:moveTo>
                  <a:pt x="5092" y="4517"/>
                </a:moveTo>
                <a:cubicBezTo>
                  <a:pt x="4946" y="4517"/>
                  <a:pt x="4801" y="4576"/>
                  <a:pt x="4690" y="4694"/>
                </a:cubicBezTo>
                <a:cubicBezTo>
                  <a:pt x="4468" y="4931"/>
                  <a:pt x="4468" y="5316"/>
                  <a:pt x="4690" y="5552"/>
                </a:cubicBezTo>
                <a:cubicBezTo>
                  <a:pt x="4912" y="5789"/>
                  <a:pt x="5271" y="5789"/>
                  <a:pt x="5493" y="5552"/>
                </a:cubicBezTo>
                <a:cubicBezTo>
                  <a:pt x="5715" y="5316"/>
                  <a:pt x="5715" y="4931"/>
                  <a:pt x="5493" y="4694"/>
                </a:cubicBezTo>
                <a:cubicBezTo>
                  <a:pt x="5382" y="4576"/>
                  <a:pt x="5237" y="4517"/>
                  <a:pt x="5092" y="4517"/>
                </a:cubicBezTo>
                <a:close/>
                <a:moveTo>
                  <a:pt x="7353" y="4517"/>
                </a:moveTo>
                <a:cubicBezTo>
                  <a:pt x="7208" y="4517"/>
                  <a:pt x="7063" y="4576"/>
                  <a:pt x="6952" y="4694"/>
                </a:cubicBezTo>
                <a:cubicBezTo>
                  <a:pt x="6730" y="4931"/>
                  <a:pt x="6730" y="5316"/>
                  <a:pt x="6952" y="5552"/>
                </a:cubicBezTo>
                <a:cubicBezTo>
                  <a:pt x="7173" y="5789"/>
                  <a:pt x="7533" y="5789"/>
                  <a:pt x="7755" y="5552"/>
                </a:cubicBezTo>
                <a:cubicBezTo>
                  <a:pt x="7976" y="5316"/>
                  <a:pt x="7976" y="4931"/>
                  <a:pt x="7755" y="4694"/>
                </a:cubicBezTo>
                <a:cubicBezTo>
                  <a:pt x="7644" y="4576"/>
                  <a:pt x="7498" y="4517"/>
                  <a:pt x="7353" y="4517"/>
                </a:cubicBezTo>
                <a:close/>
                <a:moveTo>
                  <a:pt x="9615" y="4517"/>
                </a:moveTo>
                <a:cubicBezTo>
                  <a:pt x="9469" y="4517"/>
                  <a:pt x="9324" y="4576"/>
                  <a:pt x="9213" y="4694"/>
                </a:cubicBezTo>
                <a:cubicBezTo>
                  <a:pt x="8991" y="4931"/>
                  <a:pt x="8991" y="5316"/>
                  <a:pt x="9213" y="5552"/>
                </a:cubicBezTo>
                <a:cubicBezTo>
                  <a:pt x="9435" y="5789"/>
                  <a:pt x="9794" y="5789"/>
                  <a:pt x="10016" y="5552"/>
                </a:cubicBezTo>
                <a:cubicBezTo>
                  <a:pt x="10238" y="5316"/>
                  <a:pt x="10238" y="4931"/>
                  <a:pt x="10016" y="4694"/>
                </a:cubicBezTo>
                <a:cubicBezTo>
                  <a:pt x="9905" y="4576"/>
                  <a:pt x="9760" y="4517"/>
                  <a:pt x="9615" y="4517"/>
                </a:cubicBezTo>
                <a:close/>
                <a:moveTo>
                  <a:pt x="11876" y="4517"/>
                </a:moveTo>
                <a:cubicBezTo>
                  <a:pt x="11731" y="4517"/>
                  <a:pt x="11585" y="4576"/>
                  <a:pt x="11474" y="4694"/>
                </a:cubicBezTo>
                <a:cubicBezTo>
                  <a:pt x="11252" y="4931"/>
                  <a:pt x="11252" y="5316"/>
                  <a:pt x="11474" y="5552"/>
                </a:cubicBezTo>
                <a:cubicBezTo>
                  <a:pt x="11696" y="5789"/>
                  <a:pt x="12056" y="5789"/>
                  <a:pt x="12278" y="5552"/>
                </a:cubicBezTo>
                <a:cubicBezTo>
                  <a:pt x="12500" y="5316"/>
                  <a:pt x="12500" y="4931"/>
                  <a:pt x="12278" y="4694"/>
                </a:cubicBezTo>
                <a:cubicBezTo>
                  <a:pt x="12167" y="4576"/>
                  <a:pt x="12022" y="4517"/>
                  <a:pt x="11876" y="4517"/>
                </a:cubicBezTo>
                <a:close/>
                <a:moveTo>
                  <a:pt x="14138" y="4517"/>
                </a:moveTo>
                <a:cubicBezTo>
                  <a:pt x="13992" y="4517"/>
                  <a:pt x="13846" y="4576"/>
                  <a:pt x="13735" y="4694"/>
                </a:cubicBezTo>
                <a:cubicBezTo>
                  <a:pt x="13514" y="4931"/>
                  <a:pt x="13514" y="5316"/>
                  <a:pt x="13735" y="5552"/>
                </a:cubicBezTo>
                <a:cubicBezTo>
                  <a:pt x="13957" y="5789"/>
                  <a:pt x="14317" y="5789"/>
                  <a:pt x="14539" y="5552"/>
                </a:cubicBezTo>
                <a:cubicBezTo>
                  <a:pt x="14761" y="5316"/>
                  <a:pt x="14761" y="4931"/>
                  <a:pt x="14539" y="4694"/>
                </a:cubicBezTo>
                <a:cubicBezTo>
                  <a:pt x="14428" y="4576"/>
                  <a:pt x="14283" y="4517"/>
                  <a:pt x="14138" y="4517"/>
                </a:cubicBezTo>
                <a:close/>
                <a:moveTo>
                  <a:pt x="16398" y="4517"/>
                </a:moveTo>
                <a:cubicBezTo>
                  <a:pt x="16253" y="4517"/>
                  <a:pt x="16108" y="4576"/>
                  <a:pt x="15997" y="4694"/>
                </a:cubicBezTo>
                <a:cubicBezTo>
                  <a:pt x="15775" y="4931"/>
                  <a:pt x="15775" y="5316"/>
                  <a:pt x="15997" y="5552"/>
                </a:cubicBezTo>
                <a:cubicBezTo>
                  <a:pt x="16219" y="5789"/>
                  <a:pt x="16579" y="5789"/>
                  <a:pt x="16801" y="5552"/>
                </a:cubicBezTo>
                <a:cubicBezTo>
                  <a:pt x="17023" y="5316"/>
                  <a:pt x="17023" y="4931"/>
                  <a:pt x="16801" y="4694"/>
                </a:cubicBezTo>
                <a:cubicBezTo>
                  <a:pt x="16690" y="4576"/>
                  <a:pt x="16544" y="4517"/>
                  <a:pt x="16398" y="4517"/>
                </a:cubicBezTo>
                <a:close/>
                <a:moveTo>
                  <a:pt x="18660" y="4517"/>
                </a:moveTo>
                <a:cubicBezTo>
                  <a:pt x="18515" y="4517"/>
                  <a:pt x="18369" y="4576"/>
                  <a:pt x="18259" y="4694"/>
                </a:cubicBezTo>
                <a:cubicBezTo>
                  <a:pt x="18037" y="4931"/>
                  <a:pt x="18037" y="5316"/>
                  <a:pt x="18259" y="5552"/>
                </a:cubicBezTo>
                <a:cubicBezTo>
                  <a:pt x="18480" y="5789"/>
                  <a:pt x="18840" y="5789"/>
                  <a:pt x="19062" y="5552"/>
                </a:cubicBezTo>
                <a:cubicBezTo>
                  <a:pt x="19283" y="5316"/>
                  <a:pt x="19283" y="4931"/>
                  <a:pt x="19062" y="4694"/>
                </a:cubicBezTo>
                <a:cubicBezTo>
                  <a:pt x="18951" y="4576"/>
                  <a:pt x="18805" y="4517"/>
                  <a:pt x="18660" y="4517"/>
                </a:cubicBezTo>
                <a:close/>
                <a:moveTo>
                  <a:pt x="20922" y="4517"/>
                </a:moveTo>
                <a:cubicBezTo>
                  <a:pt x="20776" y="4517"/>
                  <a:pt x="20631" y="4576"/>
                  <a:pt x="20520" y="4694"/>
                </a:cubicBezTo>
                <a:cubicBezTo>
                  <a:pt x="20298" y="4931"/>
                  <a:pt x="20298" y="5316"/>
                  <a:pt x="20520" y="5552"/>
                </a:cubicBezTo>
                <a:cubicBezTo>
                  <a:pt x="20742" y="5789"/>
                  <a:pt x="21101" y="5789"/>
                  <a:pt x="21323" y="5552"/>
                </a:cubicBezTo>
                <a:cubicBezTo>
                  <a:pt x="21545" y="5316"/>
                  <a:pt x="21545" y="4931"/>
                  <a:pt x="21323" y="4694"/>
                </a:cubicBezTo>
                <a:cubicBezTo>
                  <a:pt x="21212" y="4576"/>
                  <a:pt x="21067" y="4517"/>
                  <a:pt x="20922" y="4517"/>
                </a:cubicBezTo>
                <a:close/>
                <a:moveTo>
                  <a:pt x="568" y="6776"/>
                </a:moveTo>
                <a:cubicBezTo>
                  <a:pt x="423" y="6776"/>
                  <a:pt x="278" y="6835"/>
                  <a:pt x="167" y="6953"/>
                </a:cubicBezTo>
                <a:cubicBezTo>
                  <a:pt x="-55" y="7190"/>
                  <a:pt x="-55" y="7574"/>
                  <a:pt x="167" y="7811"/>
                </a:cubicBezTo>
                <a:cubicBezTo>
                  <a:pt x="389" y="8048"/>
                  <a:pt x="749" y="8048"/>
                  <a:pt x="971" y="7811"/>
                </a:cubicBezTo>
                <a:cubicBezTo>
                  <a:pt x="1193" y="7574"/>
                  <a:pt x="1193" y="7190"/>
                  <a:pt x="971" y="6953"/>
                </a:cubicBezTo>
                <a:cubicBezTo>
                  <a:pt x="860" y="6835"/>
                  <a:pt x="714" y="6776"/>
                  <a:pt x="568" y="6776"/>
                </a:cubicBezTo>
                <a:close/>
                <a:moveTo>
                  <a:pt x="2830" y="6776"/>
                </a:moveTo>
                <a:cubicBezTo>
                  <a:pt x="2685" y="6776"/>
                  <a:pt x="2539" y="6835"/>
                  <a:pt x="2428" y="6953"/>
                </a:cubicBezTo>
                <a:cubicBezTo>
                  <a:pt x="2207" y="7190"/>
                  <a:pt x="2207" y="7574"/>
                  <a:pt x="2428" y="7811"/>
                </a:cubicBezTo>
                <a:cubicBezTo>
                  <a:pt x="2650" y="8048"/>
                  <a:pt x="3011" y="8048"/>
                  <a:pt x="3232" y="7811"/>
                </a:cubicBezTo>
                <a:cubicBezTo>
                  <a:pt x="3454" y="7574"/>
                  <a:pt x="3454" y="7190"/>
                  <a:pt x="3232" y="6953"/>
                </a:cubicBezTo>
                <a:cubicBezTo>
                  <a:pt x="3121" y="6835"/>
                  <a:pt x="2975" y="6776"/>
                  <a:pt x="2830" y="6776"/>
                </a:cubicBezTo>
                <a:close/>
                <a:moveTo>
                  <a:pt x="5092" y="6776"/>
                </a:moveTo>
                <a:cubicBezTo>
                  <a:pt x="4946" y="6776"/>
                  <a:pt x="4801" y="6835"/>
                  <a:pt x="4690" y="6953"/>
                </a:cubicBezTo>
                <a:cubicBezTo>
                  <a:pt x="4468" y="7190"/>
                  <a:pt x="4468" y="7574"/>
                  <a:pt x="4690" y="7811"/>
                </a:cubicBezTo>
                <a:cubicBezTo>
                  <a:pt x="4912" y="8048"/>
                  <a:pt x="5271" y="8048"/>
                  <a:pt x="5493" y="7811"/>
                </a:cubicBezTo>
                <a:cubicBezTo>
                  <a:pt x="5715" y="7574"/>
                  <a:pt x="5715" y="7190"/>
                  <a:pt x="5493" y="6953"/>
                </a:cubicBezTo>
                <a:cubicBezTo>
                  <a:pt x="5382" y="6835"/>
                  <a:pt x="5237" y="6776"/>
                  <a:pt x="5092" y="6776"/>
                </a:cubicBezTo>
                <a:close/>
                <a:moveTo>
                  <a:pt x="7353" y="6776"/>
                </a:moveTo>
                <a:cubicBezTo>
                  <a:pt x="7208" y="6776"/>
                  <a:pt x="7063" y="6835"/>
                  <a:pt x="6952" y="6953"/>
                </a:cubicBezTo>
                <a:cubicBezTo>
                  <a:pt x="6730" y="7190"/>
                  <a:pt x="6730" y="7574"/>
                  <a:pt x="6952" y="7811"/>
                </a:cubicBezTo>
                <a:cubicBezTo>
                  <a:pt x="7173" y="8048"/>
                  <a:pt x="7533" y="8048"/>
                  <a:pt x="7755" y="7811"/>
                </a:cubicBezTo>
                <a:cubicBezTo>
                  <a:pt x="7976" y="7574"/>
                  <a:pt x="7976" y="7190"/>
                  <a:pt x="7755" y="6953"/>
                </a:cubicBezTo>
                <a:cubicBezTo>
                  <a:pt x="7644" y="6835"/>
                  <a:pt x="7498" y="6776"/>
                  <a:pt x="7353" y="6776"/>
                </a:cubicBezTo>
                <a:close/>
                <a:moveTo>
                  <a:pt x="9615" y="6776"/>
                </a:moveTo>
                <a:cubicBezTo>
                  <a:pt x="9469" y="6776"/>
                  <a:pt x="9324" y="6835"/>
                  <a:pt x="9213" y="6953"/>
                </a:cubicBezTo>
                <a:cubicBezTo>
                  <a:pt x="8991" y="7190"/>
                  <a:pt x="8991" y="7574"/>
                  <a:pt x="9213" y="7811"/>
                </a:cubicBezTo>
                <a:cubicBezTo>
                  <a:pt x="9435" y="8048"/>
                  <a:pt x="9794" y="8048"/>
                  <a:pt x="10016" y="7811"/>
                </a:cubicBezTo>
                <a:cubicBezTo>
                  <a:pt x="10238" y="7574"/>
                  <a:pt x="10238" y="7190"/>
                  <a:pt x="10016" y="6953"/>
                </a:cubicBezTo>
                <a:cubicBezTo>
                  <a:pt x="9905" y="6835"/>
                  <a:pt x="9760" y="6776"/>
                  <a:pt x="9615" y="6776"/>
                </a:cubicBezTo>
                <a:close/>
                <a:moveTo>
                  <a:pt x="11876" y="6776"/>
                </a:moveTo>
                <a:cubicBezTo>
                  <a:pt x="11731" y="6776"/>
                  <a:pt x="11585" y="6835"/>
                  <a:pt x="11474" y="6953"/>
                </a:cubicBezTo>
                <a:cubicBezTo>
                  <a:pt x="11252" y="7190"/>
                  <a:pt x="11252" y="7574"/>
                  <a:pt x="11474" y="7811"/>
                </a:cubicBezTo>
                <a:cubicBezTo>
                  <a:pt x="11696" y="8048"/>
                  <a:pt x="12056" y="8048"/>
                  <a:pt x="12278" y="7811"/>
                </a:cubicBezTo>
                <a:cubicBezTo>
                  <a:pt x="12500" y="7574"/>
                  <a:pt x="12500" y="7190"/>
                  <a:pt x="12278" y="6953"/>
                </a:cubicBezTo>
                <a:cubicBezTo>
                  <a:pt x="12167" y="6835"/>
                  <a:pt x="12022" y="6776"/>
                  <a:pt x="11876" y="6776"/>
                </a:cubicBezTo>
                <a:close/>
                <a:moveTo>
                  <a:pt x="14138" y="6776"/>
                </a:moveTo>
                <a:cubicBezTo>
                  <a:pt x="13992" y="6776"/>
                  <a:pt x="13846" y="6835"/>
                  <a:pt x="13735" y="6953"/>
                </a:cubicBezTo>
                <a:cubicBezTo>
                  <a:pt x="13514" y="7190"/>
                  <a:pt x="13514" y="7574"/>
                  <a:pt x="13735" y="7811"/>
                </a:cubicBezTo>
                <a:cubicBezTo>
                  <a:pt x="13957" y="8048"/>
                  <a:pt x="14317" y="8048"/>
                  <a:pt x="14539" y="7811"/>
                </a:cubicBezTo>
                <a:cubicBezTo>
                  <a:pt x="14761" y="7574"/>
                  <a:pt x="14761" y="7190"/>
                  <a:pt x="14539" y="6953"/>
                </a:cubicBezTo>
                <a:cubicBezTo>
                  <a:pt x="14428" y="6835"/>
                  <a:pt x="14283" y="6776"/>
                  <a:pt x="14138" y="6776"/>
                </a:cubicBezTo>
                <a:close/>
                <a:moveTo>
                  <a:pt x="16398" y="6776"/>
                </a:moveTo>
                <a:cubicBezTo>
                  <a:pt x="16253" y="6776"/>
                  <a:pt x="16108" y="6835"/>
                  <a:pt x="15997" y="6953"/>
                </a:cubicBezTo>
                <a:cubicBezTo>
                  <a:pt x="15775" y="7190"/>
                  <a:pt x="15775" y="7574"/>
                  <a:pt x="15997" y="7811"/>
                </a:cubicBezTo>
                <a:cubicBezTo>
                  <a:pt x="16219" y="8048"/>
                  <a:pt x="16579" y="8048"/>
                  <a:pt x="16801" y="7811"/>
                </a:cubicBezTo>
                <a:cubicBezTo>
                  <a:pt x="17023" y="7574"/>
                  <a:pt x="17023" y="7190"/>
                  <a:pt x="16801" y="6953"/>
                </a:cubicBezTo>
                <a:cubicBezTo>
                  <a:pt x="16690" y="6835"/>
                  <a:pt x="16544" y="6776"/>
                  <a:pt x="16398" y="6776"/>
                </a:cubicBezTo>
                <a:close/>
                <a:moveTo>
                  <a:pt x="18660" y="6776"/>
                </a:moveTo>
                <a:cubicBezTo>
                  <a:pt x="18515" y="6776"/>
                  <a:pt x="18369" y="6835"/>
                  <a:pt x="18259" y="6953"/>
                </a:cubicBezTo>
                <a:cubicBezTo>
                  <a:pt x="18037" y="7190"/>
                  <a:pt x="18037" y="7574"/>
                  <a:pt x="18259" y="7811"/>
                </a:cubicBezTo>
                <a:cubicBezTo>
                  <a:pt x="18480" y="8048"/>
                  <a:pt x="18840" y="8048"/>
                  <a:pt x="19062" y="7811"/>
                </a:cubicBezTo>
                <a:cubicBezTo>
                  <a:pt x="19283" y="7574"/>
                  <a:pt x="19283" y="7190"/>
                  <a:pt x="19062" y="6953"/>
                </a:cubicBezTo>
                <a:cubicBezTo>
                  <a:pt x="18951" y="6835"/>
                  <a:pt x="18805" y="6776"/>
                  <a:pt x="18660" y="6776"/>
                </a:cubicBezTo>
                <a:close/>
                <a:moveTo>
                  <a:pt x="20922" y="6776"/>
                </a:moveTo>
                <a:cubicBezTo>
                  <a:pt x="20776" y="6776"/>
                  <a:pt x="20631" y="6835"/>
                  <a:pt x="20520" y="6953"/>
                </a:cubicBezTo>
                <a:cubicBezTo>
                  <a:pt x="20298" y="7190"/>
                  <a:pt x="20298" y="7574"/>
                  <a:pt x="20520" y="7811"/>
                </a:cubicBezTo>
                <a:cubicBezTo>
                  <a:pt x="20742" y="8048"/>
                  <a:pt x="21101" y="8048"/>
                  <a:pt x="21323" y="7811"/>
                </a:cubicBezTo>
                <a:cubicBezTo>
                  <a:pt x="21545" y="7574"/>
                  <a:pt x="21545" y="7190"/>
                  <a:pt x="21323" y="6953"/>
                </a:cubicBezTo>
                <a:cubicBezTo>
                  <a:pt x="21212" y="6835"/>
                  <a:pt x="21067" y="6776"/>
                  <a:pt x="20922" y="6776"/>
                </a:cubicBezTo>
                <a:close/>
                <a:moveTo>
                  <a:pt x="568" y="9034"/>
                </a:moveTo>
                <a:cubicBezTo>
                  <a:pt x="423" y="9034"/>
                  <a:pt x="278" y="9094"/>
                  <a:pt x="167" y="9212"/>
                </a:cubicBezTo>
                <a:cubicBezTo>
                  <a:pt x="-55" y="9449"/>
                  <a:pt x="-55" y="9833"/>
                  <a:pt x="167" y="10070"/>
                </a:cubicBezTo>
                <a:cubicBezTo>
                  <a:pt x="389" y="10307"/>
                  <a:pt x="749" y="10307"/>
                  <a:pt x="971" y="10070"/>
                </a:cubicBezTo>
                <a:cubicBezTo>
                  <a:pt x="1193" y="9833"/>
                  <a:pt x="1193" y="9449"/>
                  <a:pt x="971" y="9212"/>
                </a:cubicBezTo>
                <a:cubicBezTo>
                  <a:pt x="860" y="9094"/>
                  <a:pt x="714" y="9034"/>
                  <a:pt x="568" y="9034"/>
                </a:cubicBezTo>
                <a:close/>
                <a:moveTo>
                  <a:pt x="2830" y="9034"/>
                </a:moveTo>
                <a:cubicBezTo>
                  <a:pt x="2685" y="9034"/>
                  <a:pt x="2539" y="9094"/>
                  <a:pt x="2428" y="9212"/>
                </a:cubicBezTo>
                <a:cubicBezTo>
                  <a:pt x="2207" y="9449"/>
                  <a:pt x="2207" y="9833"/>
                  <a:pt x="2428" y="10070"/>
                </a:cubicBezTo>
                <a:cubicBezTo>
                  <a:pt x="2650" y="10307"/>
                  <a:pt x="3011" y="10307"/>
                  <a:pt x="3232" y="10070"/>
                </a:cubicBezTo>
                <a:cubicBezTo>
                  <a:pt x="3454" y="9833"/>
                  <a:pt x="3454" y="9449"/>
                  <a:pt x="3232" y="9212"/>
                </a:cubicBezTo>
                <a:cubicBezTo>
                  <a:pt x="3121" y="9094"/>
                  <a:pt x="2975" y="9034"/>
                  <a:pt x="2830" y="9034"/>
                </a:cubicBezTo>
                <a:close/>
                <a:moveTo>
                  <a:pt x="5092" y="9034"/>
                </a:moveTo>
                <a:cubicBezTo>
                  <a:pt x="4946" y="9034"/>
                  <a:pt x="4801" y="9094"/>
                  <a:pt x="4690" y="9212"/>
                </a:cubicBezTo>
                <a:cubicBezTo>
                  <a:pt x="4468" y="9449"/>
                  <a:pt x="4468" y="9833"/>
                  <a:pt x="4690" y="10070"/>
                </a:cubicBezTo>
                <a:cubicBezTo>
                  <a:pt x="4912" y="10307"/>
                  <a:pt x="5271" y="10307"/>
                  <a:pt x="5493" y="10070"/>
                </a:cubicBezTo>
                <a:cubicBezTo>
                  <a:pt x="5715" y="9833"/>
                  <a:pt x="5715" y="9449"/>
                  <a:pt x="5493" y="9212"/>
                </a:cubicBezTo>
                <a:cubicBezTo>
                  <a:pt x="5382" y="9094"/>
                  <a:pt x="5237" y="9034"/>
                  <a:pt x="5092" y="9034"/>
                </a:cubicBezTo>
                <a:close/>
                <a:moveTo>
                  <a:pt x="7353" y="9034"/>
                </a:moveTo>
                <a:cubicBezTo>
                  <a:pt x="7208" y="9034"/>
                  <a:pt x="7063" y="9094"/>
                  <a:pt x="6952" y="9212"/>
                </a:cubicBezTo>
                <a:cubicBezTo>
                  <a:pt x="6730" y="9449"/>
                  <a:pt x="6730" y="9833"/>
                  <a:pt x="6952" y="10070"/>
                </a:cubicBezTo>
                <a:cubicBezTo>
                  <a:pt x="7173" y="10307"/>
                  <a:pt x="7533" y="10307"/>
                  <a:pt x="7755" y="10070"/>
                </a:cubicBezTo>
                <a:cubicBezTo>
                  <a:pt x="7976" y="9833"/>
                  <a:pt x="7976" y="9449"/>
                  <a:pt x="7755" y="9212"/>
                </a:cubicBezTo>
                <a:cubicBezTo>
                  <a:pt x="7644" y="9094"/>
                  <a:pt x="7498" y="9034"/>
                  <a:pt x="7353" y="9034"/>
                </a:cubicBezTo>
                <a:close/>
                <a:moveTo>
                  <a:pt x="9615" y="9034"/>
                </a:moveTo>
                <a:cubicBezTo>
                  <a:pt x="9469" y="9034"/>
                  <a:pt x="9324" y="9094"/>
                  <a:pt x="9213" y="9212"/>
                </a:cubicBezTo>
                <a:cubicBezTo>
                  <a:pt x="8991" y="9449"/>
                  <a:pt x="8991" y="9833"/>
                  <a:pt x="9213" y="10070"/>
                </a:cubicBezTo>
                <a:cubicBezTo>
                  <a:pt x="9435" y="10307"/>
                  <a:pt x="9794" y="10307"/>
                  <a:pt x="10016" y="10070"/>
                </a:cubicBezTo>
                <a:cubicBezTo>
                  <a:pt x="10238" y="9833"/>
                  <a:pt x="10238" y="9449"/>
                  <a:pt x="10016" y="9212"/>
                </a:cubicBezTo>
                <a:cubicBezTo>
                  <a:pt x="9905" y="9094"/>
                  <a:pt x="9760" y="9034"/>
                  <a:pt x="9615" y="9034"/>
                </a:cubicBezTo>
                <a:close/>
                <a:moveTo>
                  <a:pt x="11876" y="9034"/>
                </a:moveTo>
                <a:cubicBezTo>
                  <a:pt x="11731" y="9034"/>
                  <a:pt x="11585" y="9094"/>
                  <a:pt x="11474" y="9212"/>
                </a:cubicBezTo>
                <a:cubicBezTo>
                  <a:pt x="11252" y="9449"/>
                  <a:pt x="11252" y="9833"/>
                  <a:pt x="11474" y="10070"/>
                </a:cubicBezTo>
                <a:cubicBezTo>
                  <a:pt x="11696" y="10307"/>
                  <a:pt x="12056" y="10307"/>
                  <a:pt x="12278" y="10070"/>
                </a:cubicBezTo>
                <a:cubicBezTo>
                  <a:pt x="12500" y="9833"/>
                  <a:pt x="12500" y="9449"/>
                  <a:pt x="12278" y="9212"/>
                </a:cubicBezTo>
                <a:cubicBezTo>
                  <a:pt x="12167" y="9094"/>
                  <a:pt x="12022" y="9034"/>
                  <a:pt x="11876" y="9034"/>
                </a:cubicBezTo>
                <a:close/>
                <a:moveTo>
                  <a:pt x="14138" y="9034"/>
                </a:moveTo>
                <a:cubicBezTo>
                  <a:pt x="13992" y="9034"/>
                  <a:pt x="13846" y="9094"/>
                  <a:pt x="13735" y="9212"/>
                </a:cubicBezTo>
                <a:cubicBezTo>
                  <a:pt x="13514" y="9449"/>
                  <a:pt x="13514" y="9833"/>
                  <a:pt x="13735" y="10070"/>
                </a:cubicBezTo>
                <a:cubicBezTo>
                  <a:pt x="13957" y="10307"/>
                  <a:pt x="14317" y="10307"/>
                  <a:pt x="14539" y="10070"/>
                </a:cubicBezTo>
                <a:cubicBezTo>
                  <a:pt x="14761" y="9833"/>
                  <a:pt x="14761" y="9449"/>
                  <a:pt x="14539" y="9212"/>
                </a:cubicBezTo>
                <a:cubicBezTo>
                  <a:pt x="14428" y="9094"/>
                  <a:pt x="14283" y="9034"/>
                  <a:pt x="14138" y="9034"/>
                </a:cubicBezTo>
                <a:close/>
                <a:moveTo>
                  <a:pt x="16398" y="9034"/>
                </a:moveTo>
                <a:cubicBezTo>
                  <a:pt x="16253" y="9034"/>
                  <a:pt x="16108" y="9094"/>
                  <a:pt x="15997" y="9212"/>
                </a:cubicBezTo>
                <a:cubicBezTo>
                  <a:pt x="15775" y="9449"/>
                  <a:pt x="15775" y="9833"/>
                  <a:pt x="15997" y="10070"/>
                </a:cubicBezTo>
                <a:cubicBezTo>
                  <a:pt x="16219" y="10307"/>
                  <a:pt x="16579" y="10307"/>
                  <a:pt x="16801" y="10070"/>
                </a:cubicBezTo>
                <a:cubicBezTo>
                  <a:pt x="17023" y="9833"/>
                  <a:pt x="17023" y="9449"/>
                  <a:pt x="16801" y="9212"/>
                </a:cubicBezTo>
                <a:cubicBezTo>
                  <a:pt x="16690" y="9094"/>
                  <a:pt x="16544" y="9034"/>
                  <a:pt x="16398" y="9034"/>
                </a:cubicBezTo>
                <a:close/>
                <a:moveTo>
                  <a:pt x="18660" y="9034"/>
                </a:moveTo>
                <a:cubicBezTo>
                  <a:pt x="18515" y="9034"/>
                  <a:pt x="18369" y="9094"/>
                  <a:pt x="18259" y="9212"/>
                </a:cubicBezTo>
                <a:cubicBezTo>
                  <a:pt x="18037" y="9449"/>
                  <a:pt x="18037" y="9833"/>
                  <a:pt x="18259" y="10070"/>
                </a:cubicBezTo>
                <a:cubicBezTo>
                  <a:pt x="18480" y="10307"/>
                  <a:pt x="18840" y="10307"/>
                  <a:pt x="19062" y="10070"/>
                </a:cubicBezTo>
                <a:cubicBezTo>
                  <a:pt x="19283" y="9833"/>
                  <a:pt x="19283" y="9449"/>
                  <a:pt x="19062" y="9212"/>
                </a:cubicBezTo>
                <a:cubicBezTo>
                  <a:pt x="18951" y="9094"/>
                  <a:pt x="18805" y="9034"/>
                  <a:pt x="18660" y="9034"/>
                </a:cubicBezTo>
                <a:close/>
                <a:moveTo>
                  <a:pt x="20922" y="9034"/>
                </a:moveTo>
                <a:cubicBezTo>
                  <a:pt x="20776" y="9034"/>
                  <a:pt x="20631" y="9094"/>
                  <a:pt x="20520" y="9212"/>
                </a:cubicBezTo>
                <a:cubicBezTo>
                  <a:pt x="20298" y="9449"/>
                  <a:pt x="20298" y="9833"/>
                  <a:pt x="20520" y="10070"/>
                </a:cubicBezTo>
                <a:cubicBezTo>
                  <a:pt x="20742" y="10307"/>
                  <a:pt x="21101" y="10307"/>
                  <a:pt x="21323" y="10070"/>
                </a:cubicBezTo>
                <a:cubicBezTo>
                  <a:pt x="21545" y="9833"/>
                  <a:pt x="21545" y="9449"/>
                  <a:pt x="21323" y="9212"/>
                </a:cubicBezTo>
                <a:cubicBezTo>
                  <a:pt x="21212" y="9094"/>
                  <a:pt x="21067" y="9034"/>
                  <a:pt x="20922" y="9034"/>
                </a:cubicBezTo>
                <a:close/>
                <a:moveTo>
                  <a:pt x="568" y="11293"/>
                </a:moveTo>
                <a:cubicBezTo>
                  <a:pt x="423" y="11293"/>
                  <a:pt x="278" y="11353"/>
                  <a:pt x="167" y="11471"/>
                </a:cubicBezTo>
                <a:cubicBezTo>
                  <a:pt x="-55" y="11708"/>
                  <a:pt x="-55" y="12092"/>
                  <a:pt x="167" y="12329"/>
                </a:cubicBezTo>
                <a:cubicBezTo>
                  <a:pt x="389" y="12566"/>
                  <a:pt x="749" y="12566"/>
                  <a:pt x="971" y="12329"/>
                </a:cubicBezTo>
                <a:cubicBezTo>
                  <a:pt x="1193" y="12092"/>
                  <a:pt x="1193" y="11708"/>
                  <a:pt x="971" y="11471"/>
                </a:cubicBezTo>
                <a:cubicBezTo>
                  <a:pt x="860" y="11353"/>
                  <a:pt x="714" y="11293"/>
                  <a:pt x="568" y="11293"/>
                </a:cubicBezTo>
                <a:close/>
                <a:moveTo>
                  <a:pt x="2830" y="11293"/>
                </a:moveTo>
                <a:cubicBezTo>
                  <a:pt x="2685" y="11293"/>
                  <a:pt x="2539" y="11353"/>
                  <a:pt x="2428" y="11471"/>
                </a:cubicBezTo>
                <a:cubicBezTo>
                  <a:pt x="2207" y="11708"/>
                  <a:pt x="2207" y="12092"/>
                  <a:pt x="2428" y="12329"/>
                </a:cubicBezTo>
                <a:cubicBezTo>
                  <a:pt x="2650" y="12566"/>
                  <a:pt x="3011" y="12566"/>
                  <a:pt x="3232" y="12329"/>
                </a:cubicBezTo>
                <a:cubicBezTo>
                  <a:pt x="3454" y="12092"/>
                  <a:pt x="3454" y="11708"/>
                  <a:pt x="3232" y="11471"/>
                </a:cubicBezTo>
                <a:cubicBezTo>
                  <a:pt x="3121" y="11353"/>
                  <a:pt x="2975" y="11293"/>
                  <a:pt x="2830" y="11293"/>
                </a:cubicBezTo>
                <a:close/>
                <a:moveTo>
                  <a:pt x="5092" y="11293"/>
                </a:moveTo>
                <a:cubicBezTo>
                  <a:pt x="4946" y="11293"/>
                  <a:pt x="4801" y="11353"/>
                  <a:pt x="4690" y="11471"/>
                </a:cubicBezTo>
                <a:cubicBezTo>
                  <a:pt x="4468" y="11708"/>
                  <a:pt x="4468" y="12092"/>
                  <a:pt x="4690" y="12329"/>
                </a:cubicBezTo>
                <a:cubicBezTo>
                  <a:pt x="4912" y="12566"/>
                  <a:pt x="5271" y="12566"/>
                  <a:pt x="5493" y="12329"/>
                </a:cubicBezTo>
                <a:cubicBezTo>
                  <a:pt x="5715" y="12092"/>
                  <a:pt x="5715" y="11708"/>
                  <a:pt x="5493" y="11471"/>
                </a:cubicBezTo>
                <a:cubicBezTo>
                  <a:pt x="5382" y="11353"/>
                  <a:pt x="5237" y="11293"/>
                  <a:pt x="5092" y="11293"/>
                </a:cubicBezTo>
                <a:close/>
                <a:moveTo>
                  <a:pt x="7353" y="11293"/>
                </a:moveTo>
                <a:cubicBezTo>
                  <a:pt x="7208" y="11293"/>
                  <a:pt x="7063" y="11353"/>
                  <a:pt x="6952" y="11471"/>
                </a:cubicBezTo>
                <a:cubicBezTo>
                  <a:pt x="6730" y="11708"/>
                  <a:pt x="6730" y="12092"/>
                  <a:pt x="6952" y="12329"/>
                </a:cubicBezTo>
                <a:cubicBezTo>
                  <a:pt x="7173" y="12566"/>
                  <a:pt x="7533" y="12566"/>
                  <a:pt x="7755" y="12329"/>
                </a:cubicBezTo>
                <a:cubicBezTo>
                  <a:pt x="7976" y="12092"/>
                  <a:pt x="7976" y="11708"/>
                  <a:pt x="7755" y="11471"/>
                </a:cubicBezTo>
                <a:cubicBezTo>
                  <a:pt x="7644" y="11353"/>
                  <a:pt x="7498" y="11293"/>
                  <a:pt x="7353" y="11293"/>
                </a:cubicBezTo>
                <a:close/>
                <a:moveTo>
                  <a:pt x="9615" y="11293"/>
                </a:moveTo>
                <a:cubicBezTo>
                  <a:pt x="9469" y="11293"/>
                  <a:pt x="9324" y="11353"/>
                  <a:pt x="9213" y="11471"/>
                </a:cubicBezTo>
                <a:cubicBezTo>
                  <a:pt x="8991" y="11708"/>
                  <a:pt x="8991" y="12092"/>
                  <a:pt x="9213" y="12329"/>
                </a:cubicBezTo>
                <a:cubicBezTo>
                  <a:pt x="9435" y="12566"/>
                  <a:pt x="9794" y="12566"/>
                  <a:pt x="10016" y="12329"/>
                </a:cubicBezTo>
                <a:cubicBezTo>
                  <a:pt x="10238" y="12092"/>
                  <a:pt x="10238" y="11708"/>
                  <a:pt x="10016" y="11471"/>
                </a:cubicBezTo>
                <a:cubicBezTo>
                  <a:pt x="9905" y="11353"/>
                  <a:pt x="9760" y="11293"/>
                  <a:pt x="9615" y="11293"/>
                </a:cubicBezTo>
                <a:close/>
                <a:moveTo>
                  <a:pt x="11876" y="11293"/>
                </a:moveTo>
                <a:cubicBezTo>
                  <a:pt x="11731" y="11293"/>
                  <a:pt x="11585" y="11353"/>
                  <a:pt x="11474" y="11471"/>
                </a:cubicBezTo>
                <a:cubicBezTo>
                  <a:pt x="11252" y="11708"/>
                  <a:pt x="11252" y="12092"/>
                  <a:pt x="11474" y="12329"/>
                </a:cubicBezTo>
                <a:cubicBezTo>
                  <a:pt x="11696" y="12566"/>
                  <a:pt x="12056" y="12566"/>
                  <a:pt x="12278" y="12329"/>
                </a:cubicBezTo>
                <a:cubicBezTo>
                  <a:pt x="12500" y="12092"/>
                  <a:pt x="12500" y="11708"/>
                  <a:pt x="12278" y="11471"/>
                </a:cubicBezTo>
                <a:cubicBezTo>
                  <a:pt x="12167" y="11353"/>
                  <a:pt x="12022" y="11293"/>
                  <a:pt x="11876" y="11293"/>
                </a:cubicBezTo>
                <a:close/>
                <a:moveTo>
                  <a:pt x="14138" y="11293"/>
                </a:moveTo>
                <a:cubicBezTo>
                  <a:pt x="13992" y="11293"/>
                  <a:pt x="13846" y="11353"/>
                  <a:pt x="13735" y="11471"/>
                </a:cubicBezTo>
                <a:cubicBezTo>
                  <a:pt x="13514" y="11708"/>
                  <a:pt x="13514" y="12092"/>
                  <a:pt x="13735" y="12329"/>
                </a:cubicBezTo>
                <a:cubicBezTo>
                  <a:pt x="13957" y="12566"/>
                  <a:pt x="14317" y="12566"/>
                  <a:pt x="14539" y="12329"/>
                </a:cubicBezTo>
                <a:cubicBezTo>
                  <a:pt x="14761" y="12092"/>
                  <a:pt x="14761" y="11708"/>
                  <a:pt x="14539" y="11471"/>
                </a:cubicBezTo>
                <a:cubicBezTo>
                  <a:pt x="14428" y="11353"/>
                  <a:pt x="14283" y="11293"/>
                  <a:pt x="14138" y="11293"/>
                </a:cubicBezTo>
                <a:close/>
                <a:moveTo>
                  <a:pt x="16398" y="11293"/>
                </a:moveTo>
                <a:cubicBezTo>
                  <a:pt x="16253" y="11293"/>
                  <a:pt x="16108" y="11353"/>
                  <a:pt x="15997" y="11471"/>
                </a:cubicBezTo>
                <a:cubicBezTo>
                  <a:pt x="15775" y="11708"/>
                  <a:pt x="15775" y="12092"/>
                  <a:pt x="15997" y="12329"/>
                </a:cubicBezTo>
                <a:cubicBezTo>
                  <a:pt x="16219" y="12566"/>
                  <a:pt x="16579" y="12566"/>
                  <a:pt x="16801" y="12329"/>
                </a:cubicBezTo>
                <a:cubicBezTo>
                  <a:pt x="17023" y="12092"/>
                  <a:pt x="17023" y="11708"/>
                  <a:pt x="16801" y="11471"/>
                </a:cubicBezTo>
                <a:cubicBezTo>
                  <a:pt x="16690" y="11353"/>
                  <a:pt x="16544" y="11293"/>
                  <a:pt x="16398" y="11293"/>
                </a:cubicBezTo>
                <a:close/>
                <a:moveTo>
                  <a:pt x="18660" y="11293"/>
                </a:moveTo>
                <a:cubicBezTo>
                  <a:pt x="18515" y="11293"/>
                  <a:pt x="18369" y="11353"/>
                  <a:pt x="18259" y="11471"/>
                </a:cubicBezTo>
                <a:cubicBezTo>
                  <a:pt x="18037" y="11708"/>
                  <a:pt x="18037" y="12092"/>
                  <a:pt x="18259" y="12329"/>
                </a:cubicBezTo>
                <a:cubicBezTo>
                  <a:pt x="18480" y="12566"/>
                  <a:pt x="18840" y="12566"/>
                  <a:pt x="19062" y="12329"/>
                </a:cubicBezTo>
                <a:cubicBezTo>
                  <a:pt x="19283" y="12092"/>
                  <a:pt x="19283" y="11708"/>
                  <a:pt x="19062" y="11471"/>
                </a:cubicBezTo>
                <a:cubicBezTo>
                  <a:pt x="18951" y="11353"/>
                  <a:pt x="18805" y="11293"/>
                  <a:pt x="18660" y="11293"/>
                </a:cubicBezTo>
                <a:close/>
                <a:moveTo>
                  <a:pt x="20922" y="11293"/>
                </a:moveTo>
                <a:cubicBezTo>
                  <a:pt x="20776" y="11293"/>
                  <a:pt x="20631" y="11353"/>
                  <a:pt x="20520" y="11471"/>
                </a:cubicBezTo>
                <a:cubicBezTo>
                  <a:pt x="20298" y="11708"/>
                  <a:pt x="20298" y="12092"/>
                  <a:pt x="20520" y="12329"/>
                </a:cubicBezTo>
                <a:cubicBezTo>
                  <a:pt x="20742" y="12566"/>
                  <a:pt x="21101" y="12566"/>
                  <a:pt x="21323" y="12329"/>
                </a:cubicBezTo>
                <a:cubicBezTo>
                  <a:pt x="21545" y="12092"/>
                  <a:pt x="21545" y="11708"/>
                  <a:pt x="21323" y="11471"/>
                </a:cubicBezTo>
                <a:cubicBezTo>
                  <a:pt x="21212" y="11353"/>
                  <a:pt x="21067" y="11293"/>
                  <a:pt x="20922" y="11293"/>
                </a:cubicBezTo>
                <a:close/>
                <a:moveTo>
                  <a:pt x="568" y="13551"/>
                </a:moveTo>
                <a:cubicBezTo>
                  <a:pt x="423" y="13551"/>
                  <a:pt x="278" y="13610"/>
                  <a:pt x="167" y="13729"/>
                </a:cubicBezTo>
                <a:cubicBezTo>
                  <a:pt x="-55" y="13966"/>
                  <a:pt x="-55" y="14350"/>
                  <a:pt x="167" y="14587"/>
                </a:cubicBezTo>
                <a:cubicBezTo>
                  <a:pt x="389" y="14823"/>
                  <a:pt x="749" y="14823"/>
                  <a:pt x="971" y="14587"/>
                </a:cubicBezTo>
                <a:cubicBezTo>
                  <a:pt x="1193" y="14350"/>
                  <a:pt x="1193" y="13966"/>
                  <a:pt x="971" y="13729"/>
                </a:cubicBezTo>
                <a:cubicBezTo>
                  <a:pt x="860" y="13610"/>
                  <a:pt x="714" y="13551"/>
                  <a:pt x="568" y="13551"/>
                </a:cubicBezTo>
                <a:close/>
                <a:moveTo>
                  <a:pt x="2830" y="13551"/>
                </a:moveTo>
                <a:cubicBezTo>
                  <a:pt x="2685" y="13551"/>
                  <a:pt x="2539" y="13610"/>
                  <a:pt x="2428" y="13729"/>
                </a:cubicBezTo>
                <a:cubicBezTo>
                  <a:pt x="2207" y="13966"/>
                  <a:pt x="2207" y="14350"/>
                  <a:pt x="2428" y="14587"/>
                </a:cubicBezTo>
                <a:cubicBezTo>
                  <a:pt x="2650" y="14823"/>
                  <a:pt x="3011" y="14823"/>
                  <a:pt x="3232" y="14587"/>
                </a:cubicBezTo>
                <a:cubicBezTo>
                  <a:pt x="3454" y="14350"/>
                  <a:pt x="3454" y="13966"/>
                  <a:pt x="3232" y="13729"/>
                </a:cubicBezTo>
                <a:cubicBezTo>
                  <a:pt x="3121" y="13610"/>
                  <a:pt x="2975" y="13551"/>
                  <a:pt x="2830" y="13551"/>
                </a:cubicBezTo>
                <a:close/>
                <a:moveTo>
                  <a:pt x="5092" y="13551"/>
                </a:moveTo>
                <a:cubicBezTo>
                  <a:pt x="4946" y="13551"/>
                  <a:pt x="4801" y="13610"/>
                  <a:pt x="4690" y="13729"/>
                </a:cubicBezTo>
                <a:cubicBezTo>
                  <a:pt x="4468" y="13966"/>
                  <a:pt x="4468" y="14350"/>
                  <a:pt x="4690" y="14587"/>
                </a:cubicBezTo>
                <a:cubicBezTo>
                  <a:pt x="4912" y="14823"/>
                  <a:pt x="5271" y="14823"/>
                  <a:pt x="5493" y="14587"/>
                </a:cubicBezTo>
                <a:cubicBezTo>
                  <a:pt x="5715" y="14350"/>
                  <a:pt x="5715" y="13966"/>
                  <a:pt x="5493" y="13729"/>
                </a:cubicBezTo>
                <a:cubicBezTo>
                  <a:pt x="5382" y="13610"/>
                  <a:pt x="5237" y="13551"/>
                  <a:pt x="5092" y="13551"/>
                </a:cubicBezTo>
                <a:close/>
                <a:moveTo>
                  <a:pt x="7353" y="13551"/>
                </a:moveTo>
                <a:cubicBezTo>
                  <a:pt x="7208" y="13551"/>
                  <a:pt x="7063" y="13610"/>
                  <a:pt x="6952" y="13729"/>
                </a:cubicBezTo>
                <a:cubicBezTo>
                  <a:pt x="6730" y="13966"/>
                  <a:pt x="6730" y="14350"/>
                  <a:pt x="6952" y="14587"/>
                </a:cubicBezTo>
                <a:cubicBezTo>
                  <a:pt x="7173" y="14823"/>
                  <a:pt x="7533" y="14823"/>
                  <a:pt x="7755" y="14587"/>
                </a:cubicBezTo>
                <a:cubicBezTo>
                  <a:pt x="7976" y="14350"/>
                  <a:pt x="7976" y="13966"/>
                  <a:pt x="7755" y="13729"/>
                </a:cubicBezTo>
                <a:cubicBezTo>
                  <a:pt x="7644" y="13610"/>
                  <a:pt x="7498" y="13551"/>
                  <a:pt x="7353" y="13551"/>
                </a:cubicBezTo>
                <a:close/>
                <a:moveTo>
                  <a:pt x="9615" y="13551"/>
                </a:moveTo>
                <a:cubicBezTo>
                  <a:pt x="9469" y="13551"/>
                  <a:pt x="9324" y="13610"/>
                  <a:pt x="9213" y="13729"/>
                </a:cubicBezTo>
                <a:cubicBezTo>
                  <a:pt x="8991" y="13966"/>
                  <a:pt x="8991" y="14350"/>
                  <a:pt x="9213" y="14587"/>
                </a:cubicBezTo>
                <a:cubicBezTo>
                  <a:pt x="9435" y="14823"/>
                  <a:pt x="9794" y="14823"/>
                  <a:pt x="10016" y="14587"/>
                </a:cubicBezTo>
                <a:cubicBezTo>
                  <a:pt x="10238" y="14350"/>
                  <a:pt x="10238" y="13966"/>
                  <a:pt x="10016" y="13729"/>
                </a:cubicBezTo>
                <a:cubicBezTo>
                  <a:pt x="9905" y="13610"/>
                  <a:pt x="9760" y="13551"/>
                  <a:pt x="9615" y="13551"/>
                </a:cubicBezTo>
                <a:close/>
                <a:moveTo>
                  <a:pt x="11876" y="13551"/>
                </a:moveTo>
                <a:cubicBezTo>
                  <a:pt x="11731" y="13551"/>
                  <a:pt x="11585" y="13610"/>
                  <a:pt x="11474" y="13729"/>
                </a:cubicBezTo>
                <a:cubicBezTo>
                  <a:pt x="11252" y="13966"/>
                  <a:pt x="11252" y="14350"/>
                  <a:pt x="11474" y="14587"/>
                </a:cubicBezTo>
                <a:cubicBezTo>
                  <a:pt x="11696" y="14823"/>
                  <a:pt x="12056" y="14823"/>
                  <a:pt x="12278" y="14587"/>
                </a:cubicBezTo>
                <a:cubicBezTo>
                  <a:pt x="12500" y="14350"/>
                  <a:pt x="12500" y="13966"/>
                  <a:pt x="12278" y="13729"/>
                </a:cubicBezTo>
                <a:cubicBezTo>
                  <a:pt x="12167" y="13610"/>
                  <a:pt x="12022" y="13551"/>
                  <a:pt x="11876" y="13551"/>
                </a:cubicBezTo>
                <a:close/>
                <a:moveTo>
                  <a:pt x="14138" y="13551"/>
                </a:moveTo>
                <a:cubicBezTo>
                  <a:pt x="13992" y="13551"/>
                  <a:pt x="13846" y="13610"/>
                  <a:pt x="13735" y="13729"/>
                </a:cubicBezTo>
                <a:cubicBezTo>
                  <a:pt x="13514" y="13966"/>
                  <a:pt x="13514" y="14350"/>
                  <a:pt x="13735" y="14587"/>
                </a:cubicBezTo>
                <a:cubicBezTo>
                  <a:pt x="13957" y="14823"/>
                  <a:pt x="14317" y="14823"/>
                  <a:pt x="14539" y="14587"/>
                </a:cubicBezTo>
                <a:cubicBezTo>
                  <a:pt x="14761" y="14350"/>
                  <a:pt x="14761" y="13966"/>
                  <a:pt x="14539" y="13729"/>
                </a:cubicBezTo>
                <a:cubicBezTo>
                  <a:pt x="14428" y="13610"/>
                  <a:pt x="14283" y="13551"/>
                  <a:pt x="14138" y="13551"/>
                </a:cubicBezTo>
                <a:close/>
                <a:moveTo>
                  <a:pt x="16398" y="13551"/>
                </a:moveTo>
                <a:cubicBezTo>
                  <a:pt x="16253" y="13551"/>
                  <a:pt x="16108" y="13610"/>
                  <a:pt x="15997" y="13729"/>
                </a:cubicBezTo>
                <a:cubicBezTo>
                  <a:pt x="15775" y="13966"/>
                  <a:pt x="15775" y="14350"/>
                  <a:pt x="15997" y="14587"/>
                </a:cubicBezTo>
                <a:cubicBezTo>
                  <a:pt x="16219" y="14823"/>
                  <a:pt x="16579" y="14823"/>
                  <a:pt x="16801" y="14587"/>
                </a:cubicBezTo>
                <a:cubicBezTo>
                  <a:pt x="17023" y="14350"/>
                  <a:pt x="17023" y="13966"/>
                  <a:pt x="16801" y="13729"/>
                </a:cubicBezTo>
                <a:cubicBezTo>
                  <a:pt x="16690" y="13610"/>
                  <a:pt x="16544" y="13551"/>
                  <a:pt x="16398" y="13551"/>
                </a:cubicBezTo>
                <a:close/>
                <a:moveTo>
                  <a:pt x="18660" y="13551"/>
                </a:moveTo>
                <a:cubicBezTo>
                  <a:pt x="18515" y="13551"/>
                  <a:pt x="18369" y="13610"/>
                  <a:pt x="18259" y="13729"/>
                </a:cubicBezTo>
                <a:cubicBezTo>
                  <a:pt x="18037" y="13966"/>
                  <a:pt x="18037" y="14350"/>
                  <a:pt x="18259" y="14587"/>
                </a:cubicBezTo>
                <a:cubicBezTo>
                  <a:pt x="18480" y="14823"/>
                  <a:pt x="18840" y="14823"/>
                  <a:pt x="19062" y="14587"/>
                </a:cubicBezTo>
                <a:cubicBezTo>
                  <a:pt x="19283" y="14350"/>
                  <a:pt x="19283" y="13966"/>
                  <a:pt x="19062" y="13729"/>
                </a:cubicBezTo>
                <a:cubicBezTo>
                  <a:pt x="18951" y="13610"/>
                  <a:pt x="18805" y="13551"/>
                  <a:pt x="18660" y="13551"/>
                </a:cubicBezTo>
                <a:close/>
                <a:moveTo>
                  <a:pt x="20922" y="13551"/>
                </a:moveTo>
                <a:cubicBezTo>
                  <a:pt x="20776" y="13551"/>
                  <a:pt x="20631" y="13610"/>
                  <a:pt x="20520" y="13729"/>
                </a:cubicBezTo>
                <a:cubicBezTo>
                  <a:pt x="20298" y="13966"/>
                  <a:pt x="20298" y="14350"/>
                  <a:pt x="20520" y="14587"/>
                </a:cubicBezTo>
                <a:cubicBezTo>
                  <a:pt x="20742" y="14823"/>
                  <a:pt x="21101" y="14823"/>
                  <a:pt x="21323" y="14587"/>
                </a:cubicBezTo>
                <a:cubicBezTo>
                  <a:pt x="21545" y="14350"/>
                  <a:pt x="21545" y="13966"/>
                  <a:pt x="21323" y="13729"/>
                </a:cubicBezTo>
                <a:cubicBezTo>
                  <a:pt x="21212" y="13610"/>
                  <a:pt x="21067" y="13551"/>
                  <a:pt x="20922" y="13551"/>
                </a:cubicBezTo>
                <a:close/>
                <a:moveTo>
                  <a:pt x="568" y="15810"/>
                </a:moveTo>
                <a:cubicBezTo>
                  <a:pt x="423" y="15810"/>
                  <a:pt x="278" y="15869"/>
                  <a:pt x="167" y="15988"/>
                </a:cubicBezTo>
                <a:cubicBezTo>
                  <a:pt x="-55" y="16224"/>
                  <a:pt x="-55" y="16609"/>
                  <a:pt x="167" y="16846"/>
                </a:cubicBezTo>
                <a:cubicBezTo>
                  <a:pt x="389" y="17082"/>
                  <a:pt x="749" y="17082"/>
                  <a:pt x="971" y="16846"/>
                </a:cubicBezTo>
                <a:cubicBezTo>
                  <a:pt x="1193" y="16609"/>
                  <a:pt x="1193" y="16224"/>
                  <a:pt x="971" y="15988"/>
                </a:cubicBezTo>
                <a:cubicBezTo>
                  <a:pt x="860" y="15869"/>
                  <a:pt x="714" y="15810"/>
                  <a:pt x="568" y="15810"/>
                </a:cubicBezTo>
                <a:close/>
                <a:moveTo>
                  <a:pt x="2830" y="15810"/>
                </a:moveTo>
                <a:cubicBezTo>
                  <a:pt x="2685" y="15810"/>
                  <a:pt x="2539" y="15869"/>
                  <a:pt x="2428" y="15988"/>
                </a:cubicBezTo>
                <a:cubicBezTo>
                  <a:pt x="2207" y="16224"/>
                  <a:pt x="2207" y="16609"/>
                  <a:pt x="2428" y="16846"/>
                </a:cubicBezTo>
                <a:cubicBezTo>
                  <a:pt x="2650" y="17082"/>
                  <a:pt x="3011" y="17082"/>
                  <a:pt x="3232" y="16846"/>
                </a:cubicBezTo>
                <a:cubicBezTo>
                  <a:pt x="3454" y="16609"/>
                  <a:pt x="3454" y="16224"/>
                  <a:pt x="3232" y="15988"/>
                </a:cubicBezTo>
                <a:cubicBezTo>
                  <a:pt x="3121" y="15869"/>
                  <a:pt x="2975" y="15810"/>
                  <a:pt x="2830" y="15810"/>
                </a:cubicBezTo>
                <a:close/>
                <a:moveTo>
                  <a:pt x="5092" y="15810"/>
                </a:moveTo>
                <a:cubicBezTo>
                  <a:pt x="4946" y="15810"/>
                  <a:pt x="4801" y="15869"/>
                  <a:pt x="4690" y="15988"/>
                </a:cubicBezTo>
                <a:cubicBezTo>
                  <a:pt x="4468" y="16224"/>
                  <a:pt x="4468" y="16609"/>
                  <a:pt x="4690" y="16846"/>
                </a:cubicBezTo>
                <a:cubicBezTo>
                  <a:pt x="4912" y="17082"/>
                  <a:pt x="5271" y="17082"/>
                  <a:pt x="5493" y="16846"/>
                </a:cubicBezTo>
                <a:cubicBezTo>
                  <a:pt x="5715" y="16609"/>
                  <a:pt x="5715" y="16224"/>
                  <a:pt x="5493" y="15988"/>
                </a:cubicBezTo>
                <a:cubicBezTo>
                  <a:pt x="5382" y="15869"/>
                  <a:pt x="5237" y="15810"/>
                  <a:pt x="5092" y="15810"/>
                </a:cubicBezTo>
                <a:close/>
                <a:moveTo>
                  <a:pt x="7353" y="15810"/>
                </a:moveTo>
                <a:cubicBezTo>
                  <a:pt x="7208" y="15810"/>
                  <a:pt x="7063" y="15869"/>
                  <a:pt x="6952" y="15988"/>
                </a:cubicBezTo>
                <a:cubicBezTo>
                  <a:pt x="6730" y="16224"/>
                  <a:pt x="6730" y="16609"/>
                  <a:pt x="6952" y="16846"/>
                </a:cubicBezTo>
                <a:cubicBezTo>
                  <a:pt x="7173" y="17082"/>
                  <a:pt x="7533" y="17082"/>
                  <a:pt x="7755" y="16846"/>
                </a:cubicBezTo>
                <a:cubicBezTo>
                  <a:pt x="7976" y="16609"/>
                  <a:pt x="7976" y="16224"/>
                  <a:pt x="7755" y="15988"/>
                </a:cubicBezTo>
                <a:cubicBezTo>
                  <a:pt x="7644" y="15869"/>
                  <a:pt x="7498" y="15810"/>
                  <a:pt x="7353" y="15810"/>
                </a:cubicBezTo>
                <a:close/>
                <a:moveTo>
                  <a:pt x="9615" y="15810"/>
                </a:moveTo>
                <a:cubicBezTo>
                  <a:pt x="9469" y="15810"/>
                  <a:pt x="9324" y="15869"/>
                  <a:pt x="9213" y="15988"/>
                </a:cubicBezTo>
                <a:cubicBezTo>
                  <a:pt x="8991" y="16224"/>
                  <a:pt x="8991" y="16609"/>
                  <a:pt x="9213" y="16846"/>
                </a:cubicBezTo>
                <a:cubicBezTo>
                  <a:pt x="9435" y="17082"/>
                  <a:pt x="9794" y="17082"/>
                  <a:pt x="10016" y="16846"/>
                </a:cubicBezTo>
                <a:cubicBezTo>
                  <a:pt x="10238" y="16609"/>
                  <a:pt x="10238" y="16224"/>
                  <a:pt x="10016" y="15988"/>
                </a:cubicBezTo>
                <a:cubicBezTo>
                  <a:pt x="9905" y="15869"/>
                  <a:pt x="9760" y="15810"/>
                  <a:pt x="9615" y="15810"/>
                </a:cubicBezTo>
                <a:close/>
                <a:moveTo>
                  <a:pt x="11876" y="15810"/>
                </a:moveTo>
                <a:cubicBezTo>
                  <a:pt x="11731" y="15810"/>
                  <a:pt x="11585" y="15869"/>
                  <a:pt x="11474" y="15988"/>
                </a:cubicBezTo>
                <a:cubicBezTo>
                  <a:pt x="11252" y="16224"/>
                  <a:pt x="11252" y="16609"/>
                  <a:pt x="11474" y="16846"/>
                </a:cubicBezTo>
                <a:cubicBezTo>
                  <a:pt x="11696" y="17082"/>
                  <a:pt x="12056" y="17082"/>
                  <a:pt x="12278" y="16846"/>
                </a:cubicBezTo>
                <a:cubicBezTo>
                  <a:pt x="12500" y="16609"/>
                  <a:pt x="12500" y="16224"/>
                  <a:pt x="12278" y="15988"/>
                </a:cubicBezTo>
                <a:cubicBezTo>
                  <a:pt x="12167" y="15869"/>
                  <a:pt x="12022" y="15810"/>
                  <a:pt x="11876" y="15810"/>
                </a:cubicBezTo>
                <a:close/>
                <a:moveTo>
                  <a:pt x="14138" y="15810"/>
                </a:moveTo>
                <a:cubicBezTo>
                  <a:pt x="13992" y="15810"/>
                  <a:pt x="13846" y="15869"/>
                  <a:pt x="13735" y="15988"/>
                </a:cubicBezTo>
                <a:cubicBezTo>
                  <a:pt x="13514" y="16224"/>
                  <a:pt x="13514" y="16609"/>
                  <a:pt x="13735" y="16846"/>
                </a:cubicBezTo>
                <a:cubicBezTo>
                  <a:pt x="13957" y="17082"/>
                  <a:pt x="14317" y="17082"/>
                  <a:pt x="14539" y="16846"/>
                </a:cubicBezTo>
                <a:cubicBezTo>
                  <a:pt x="14761" y="16609"/>
                  <a:pt x="14761" y="16224"/>
                  <a:pt x="14539" y="15988"/>
                </a:cubicBezTo>
                <a:cubicBezTo>
                  <a:pt x="14428" y="15869"/>
                  <a:pt x="14283" y="15810"/>
                  <a:pt x="14138" y="15810"/>
                </a:cubicBezTo>
                <a:close/>
                <a:moveTo>
                  <a:pt x="16398" y="15810"/>
                </a:moveTo>
                <a:cubicBezTo>
                  <a:pt x="16253" y="15810"/>
                  <a:pt x="16108" y="15869"/>
                  <a:pt x="15997" y="15988"/>
                </a:cubicBezTo>
                <a:cubicBezTo>
                  <a:pt x="15775" y="16224"/>
                  <a:pt x="15775" y="16609"/>
                  <a:pt x="15997" y="16846"/>
                </a:cubicBezTo>
                <a:cubicBezTo>
                  <a:pt x="16219" y="17082"/>
                  <a:pt x="16579" y="17082"/>
                  <a:pt x="16801" y="16846"/>
                </a:cubicBezTo>
                <a:cubicBezTo>
                  <a:pt x="17023" y="16609"/>
                  <a:pt x="17023" y="16224"/>
                  <a:pt x="16801" y="15988"/>
                </a:cubicBezTo>
                <a:cubicBezTo>
                  <a:pt x="16690" y="15869"/>
                  <a:pt x="16544" y="15810"/>
                  <a:pt x="16398" y="15810"/>
                </a:cubicBezTo>
                <a:close/>
                <a:moveTo>
                  <a:pt x="18660" y="15810"/>
                </a:moveTo>
                <a:cubicBezTo>
                  <a:pt x="18515" y="15810"/>
                  <a:pt x="18369" y="15869"/>
                  <a:pt x="18259" y="15988"/>
                </a:cubicBezTo>
                <a:cubicBezTo>
                  <a:pt x="18037" y="16224"/>
                  <a:pt x="18037" y="16609"/>
                  <a:pt x="18259" y="16846"/>
                </a:cubicBezTo>
                <a:cubicBezTo>
                  <a:pt x="18480" y="17082"/>
                  <a:pt x="18840" y="17082"/>
                  <a:pt x="19062" y="16846"/>
                </a:cubicBezTo>
                <a:cubicBezTo>
                  <a:pt x="19283" y="16609"/>
                  <a:pt x="19283" y="16224"/>
                  <a:pt x="19062" y="15988"/>
                </a:cubicBezTo>
                <a:cubicBezTo>
                  <a:pt x="18951" y="15869"/>
                  <a:pt x="18805" y="15810"/>
                  <a:pt x="18660" y="15810"/>
                </a:cubicBezTo>
                <a:close/>
                <a:moveTo>
                  <a:pt x="20922" y="15810"/>
                </a:moveTo>
                <a:cubicBezTo>
                  <a:pt x="20776" y="15810"/>
                  <a:pt x="20631" y="15869"/>
                  <a:pt x="20520" y="15988"/>
                </a:cubicBezTo>
                <a:cubicBezTo>
                  <a:pt x="20298" y="16224"/>
                  <a:pt x="20298" y="16609"/>
                  <a:pt x="20520" y="16846"/>
                </a:cubicBezTo>
                <a:cubicBezTo>
                  <a:pt x="20742" y="17082"/>
                  <a:pt x="21101" y="17082"/>
                  <a:pt x="21323" y="16846"/>
                </a:cubicBezTo>
                <a:cubicBezTo>
                  <a:pt x="21545" y="16609"/>
                  <a:pt x="21545" y="16224"/>
                  <a:pt x="21323" y="15988"/>
                </a:cubicBezTo>
                <a:cubicBezTo>
                  <a:pt x="21212" y="15869"/>
                  <a:pt x="21067" y="15810"/>
                  <a:pt x="20922" y="15810"/>
                </a:cubicBezTo>
                <a:close/>
                <a:moveTo>
                  <a:pt x="568" y="18069"/>
                </a:moveTo>
                <a:cubicBezTo>
                  <a:pt x="423" y="18069"/>
                  <a:pt x="278" y="18128"/>
                  <a:pt x="167" y="18247"/>
                </a:cubicBezTo>
                <a:cubicBezTo>
                  <a:pt x="-55" y="18483"/>
                  <a:pt x="-55" y="18868"/>
                  <a:pt x="167" y="19104"/>
                </a:cubicBezTo>
                <a:cubicBezTo>
                  <a:pt x="389" y="19341"/>
                  <a:pt x="749" y="19341"/>
                  <a:pt x="971" y="19104"/>
                </a:cubicBezTo>
                <a:cubicBezTo>
                  <a:pt x="1193" y="18868"/>
                  <a:pt x="1193" y="18483"/>
                  <a:pt x="971" y="18247"/>
                </a:cubicBezTo>
                <a:cubicBezTo>
                  <a:pt x="860" y="18128"/>
                  <a:pt x="714" y="18069"/>
                  <a:pt x="568" y="18069"/>
                </a:cubicBezTo>
                <a:close/>
                <a:moveTo>
                  <a:pt x="2830" y="18069"/>
                </a:moveTo>
                <a:cubicBezTo>
                  <a:pt x="2685" y="18069"/>
                  <a:pt x="2539" y="18128"/>
                  <a:pt x="2428" y="18247"/>
                </a:cubicBezTo>
                <a:cubicBezTo>
                  <a:pt x="2207" y="18483"/>
                  <a:pt x="2207" y="18868"/>
                  <a:pt x="2428" y="19104"/>
                </a:cubicBezTo>
                <a:cubicBezTo>
                  <a:pt x="2650" y="19341"/>
                  <a:pt x="3011" y="19341"/>
                  <a:pt x="3232" y="19104"/>
                </a:cubicBezTo>
                <a:cubicBezTo>
                  <a:pt x="3454" y="18868"/>
                  <a:pt x="3454" y="18483"/>
                  <a:pt x="3232" y="18247"/>
                </a:cubicBezTo>
                <a:cubicBezTo>
                  <a:pt x="3121" y="18128"/>
                  <a:pt x="2975" y="18069"/>
                  <a:pt x="2830" y="18069"/>
                </a:cubicBezTo>
                <a:close/>
                <a:moveTo>
                  <a:pt x="5092" y="18069"/>
                </a:moveTo>
                <a:cubicBezTo>
                  <a:pt x="4946" y="18069"/>
                  <a:pt x="4801" y="18128"/>
                  <a:pt x="4690" y="18247"/>
                </a:cubicBezTo>
                <a:cubicBezTo>
                  <a:pt x="4468" y="18483"/>
                  <a:pt x="4468" y="18868"/>
                  <a:pt x="4690" y="19104"/>
                </a:cubicBezTo>
                <a:cubicBezTo>
                  <a:pt x="4912" y="19341"/>
                  <a:pt x="5271" y="19341"/>
                  <a:pt x="5493" y="19104"/>
                </a:cubicBezTo>
                <a:cubicBezTo>
                  <a:pt x="5715" y="18868"/>
                  <a:pt x="5715" y="18483"/>
                  <a:pt x="5493" y="18247"/>
                </a:cubicBezTo>
                <a:cubicBezTo>
                  <a:pt x="5382" y="18128"/>
                  <a:pt x="5237" y="18069"/>
                  <a:pt x="5092" y="18069"/>
                </a:cubicBezTo>
                <a:close/>
                <a:moveTo>
                  <a:pt x="7353" y="18069"/>
                </a:moveTo>
                <a:cubicBezTo>
                  <a:pt x="7208" y="18069"/>
                  <a:pt x="7063" y="18128"/>
                  <a:pt x="6952" y="18247"/>
                </a:cubicBezTo>
                <a:cubicBezTo>
                  <a:pt x="6730" y="18483"/>
                  <a:pt x="6730" y="18868"/>
                  <a:pt x="6952" y="19104"/>
                </a:cubicBezTo>
                <a:cubicBezTo>
                  <a:pt x="7173" y="19341"/>
                  <a:pt x="7533" y="19341"/>
                  <a:pt x="7755" y="19104"/>
                </a:cubicBezTo>
                <a:cubicBezTo>
                  <a:pt x="7976" y="18868"/>
                  <a:pt x="7976" y="18483"/>
                  <a:pt x="7755" y="18247"/>
                </a:cubicBezTo>
                <a:cubicBezTo>
                  <a:pt x="7644" y="18128"/>
                  <a:pt x="7498" y="18069"/>
                  <a:pt x="7353" y="18069"/>
                </a:cubicBezTo>
                <a:close/>
                <a:moveTo>
                  <a:pt x="9615" y="18069"/>
                </a:moveTo>
                <a:cubicBezTo>
                  <a:pt x="9469" y="18069"/>
                  <a:pt x="9324" y="18128"/>
                  <a:pt x="9213" y="18247"/>
                </a:cubicBezTo>
                <a:cubicBezTo>
                  <a:pt x="8991" y="18483"/>
                  <a:pt x="8991" y="18868"/>
                  <a:pt x="9213" y="19104"/>
                </a:cubicBezTo>
                <a:cubicBezTo>
                  <a:pt x="9435" y="19341"/>
                  <a:pt x="9794" y="19341"/>
                  <a:pt x="10016" y="19104"/>
                </a:cubicBezTo>
                <a:cubicBezTo>
                  <a:pt x="10238" y="18868"/>
                  <a:pt x="10238" y="18483"/>
                  <a:pt x="10016" y="18247"/>
                </a:cubicBezTo>
                <a:cubicBezTo>
                  <a:pt x="9905" y="18128"/>
                  <a:pt x="9760" y="18069"/>
                  <a:pt x="9615" y="18069"/>
                </a:cubicBezTo>
                <a:close/>
                <a:moveTo>
                  <a:pt x="11876" y="18069"/>
                </a:moveTo>
                <a:cubicBezTo>
                  <a:pt x="11731" y="18069"/>
                  <a:pt x="11585" y="18128"/>
                  <a:pt x="11474" y="18247"/>
                </a:cubicBezTo>
                <a:cubicBezTo>
                  <a:pt x="11252" y="18483"/>
                  <a:pt x="11252" y="18868"/>
                  <a:pt x="11474" y="19104"/>
                </a:cubicBezTo>
                <a:cubicBezTo>
                  <a:pt x="11696" y="19341"/>
                  <a:pt x="12056" y="19341"/>
                  <a:pt x="12278" y="19104"/>
                </a:cubicBezTo>
                <a:cubicBezTo>
                  <a:pt x="12500" y="18868"/>
                  <a:pt x="12500" y="18483"/>
                  <a:pt x="12278" y="18247"/>
                </a:cubicBezTo>
                <a:cubicBezTo>
                  <a:pt x="12167" y="18128"/>
                  <a:pt x="12022" y="18069"/>
                  <a:pt x="11876" y="18069"/>
                </a:cubicBezTo>
                <a:close/>
                <a:moveTo>
                  <a:pt x="14138" y="18069"/>
                </a:moveTo>
                <a:cubicBezTo>
                  <a:pt x="13992" y="18069"/>
                  <a:pt x="13846" y="18128"/>
                  <a:pt x="13735" y="18247"/>
                </a:cubicBezTo>
                <a:cubicBezTo>
                  <a:pt x="13514" y="18483"/>
                  <a:pt x="13514" y="18868"/>
                  <a:pt x="13735" y="19104"/>
                </a:cubicBezTo>
                <a:cubicBezTo>
                  <a:pt x="13957" y="19341"/>
                  <a:pt x="14317" y="19341"/>
                  <a:pt x="14539" y="19104"/>
                </a:cubicBezTo>
                <a:cubicBezTo>
                  <a:pt x="14761" y="18868"/>
                  <a:pt x="14761" y="18483"/>
                  <a:pt x="14539" y="18247"/>
                </a:cubicBezTo>
                <a:cubicBezTo>
                  <a:pt x="14428" y="18128"/>
                  <a:pt x="14283" y="18069"/>
                  <a:pt x="14138" y="18069"/>
                </a:cubicBezTo>
                <a:close/>
                <a:moveTo>
                  <a:pt x="16398" y="18069"/>
                </a:moveTo>
                <a:cubicBezTo>
                  <a:pt x="16253" y="18069"/>
                  <a:pt x="16108" y="18128"/>
                  <a:pt x="15997" y="18247"/>
                </a:cubicBezTo>
                <a:cubicBezTo>
                  <a:pt x="15775" y="18483"/>
                  <a:pt x="15775" y="18868"/>
                  <a:pt x="15997" y="19104"/>
                </a:cubicBezTo>
                <a:cubicBezTo>
                  <a:pt x="16219" y="19341"/>
                  <a:pt x="16579" y="19341"/>
                  <a:pt x="16801" y="19104"/>
                </a:cubicBezTo>
                <a:cubicBezTo>
                  <a:pt x="17023" y="18868"/>
                  <a:pt x="17023" y="18483"/>
                  <a:pt x="16801" y="18247"/>
                </a:cubicBezTo>
                <a:cubicBezTo>
                  <a:pt x="16690" y="18128"/>
                  <a:pt x="16544" y="18069"/>
                  <a:pt x="16398" y="18069"/>
                </a:cubicBezTo>
                <a:close/>
                <a:moveTo>
                  <a:pt x="18660" y="18069"/>
                </a:moveTo>
                <a:cubicBezTo>
                  <a:pt x="18515" y="18069"/>
                  <a:pt x="18369" y="18128"/>
                  <a:pt x="18259" y="18247"/>
                </a:cubicBezTo>
                <a:cubicBezTo>
                  <a:pt x="18037" y="18483"/>
                  <a:pt x="18037" y="18868"/>
                  <a:pt x="18259" y="19104"/>
                </a:cubicBezTo>
                <a:cubicBezTo>
                  <a:pt x="18480" y="19341"/>
                  <a:pt x="18840" y="19341"/>
                  <a:pt x="19062" y="19104"/>
                </a:cubicBezTo>
                <a:cubicBezTo>
                  <a:pt x="19283" y="18868"/>
                  <a:pt x="19283" y="18483"/>
                  <a:pt x="19062" y="18247"/>
                </a:cubicBezTo>
                <a:cubicBezTo>
                  <a:pt x="18951" y="18128"/>
                  <a:pt x="18805" y="18069"/>
                  <a:pt x="18660" y="18069"/>
                </a:cubicBezTo>
                <a:close/>
                <a:moveTo>
                  <a:pt x="20922" y="18069"/>
                </a:moveTo>
                <a:cubicBezTo>
                  <a:pt x="20776" y="18069"/>
                  <a:pt x="20631" y="18128"/>
                  <a:pt x="20520" y="18247"/>
                </a:cubicBezTo>
                <a:cubicBezTo>
                  <a:pt x="20298" y="18483"/>
                  <a:pt x="20298" y="18868"/>
                  <a:pt x="20520" y="19104"/>
                </a:cubicBezTo>
                <a:cubicBezTo>
                  <a:pt x="20742" y="19341"/>
                  <a:pt x="21101" y="19341"/>
                  <a:pt x="21323" y="19104"/>
                </a:cubicBezTo>
                <a:cubicBezTo>
                  <a:pt x="21545" y="18868"/>
                  <a:pt x="21545" y="18483"/>
                  <a:pt x="21323" y="18247"/>
                </a:cubicBezTo>
                <a:cubicBezTo>
                  <a:pt x="21212" y="18128"/>
                  <a:pt x="21067" y="18069"/>
                  <a:pt x="20922" y="18069"/>
                </a:cubicBezTo>
                <a:close/>
                <a:moveTo>
                  <a:pt x="568" y="20328"/>
                </a:moveTo>
                <a:cubicBezTo>
                  <a:pt x="423" y="20328"/>
                  <a:pt x="278" y="20387"/>
                  <a:pt x="167" y="20505"/>
                </a:cubicBezTo>
                <a:cubicBezTo>
                  <a:pt x="-55" y="20742"/>
                  <a:pt x="-55" y="21126"/>
                  <a:pt x="167" y="21363"/>
                </a:cubicBezTo>
                <a:cubicBezTo>
                  <a:pt x="389" y="21600"/>
                  <a:pt x="749" y="21600"/>
                  <a:pt x="971" y="21363"/>
                </a:cubicBezTo>
                <a:cubicBezTo>
                  <a:pt x="1193" y="21126"/>
                  <a:pt x="1193" y="20742"/>
                  <a:pt x="971" y="20505"/>
                </a:cubicBezTo>
                <a:cubicBezTo>
                  <a:pt x="860" y="20387"/>
                  <a:pt x="714" y="20328"/>
                  <a:pt x="568" y="20328"/>
                </a:cubicBezTo>
                <a:close/>
                <a:moveTo>
                  <a:pt x="2830" y="20328"/>
                </a:moveTo>
                <a:cubicBezTo>
                  <a:pt x="2685" y="20328"/>
                  <a:pt x="2539" y="20387"/>
                  <a:pt x="2428" y="20505"/>
                </a:cubicBezTo>
                <a:cubicBezTo>
                  <a:pt x="2207" y="20742"/>
                  <a:pt x="2207" y="21126"/>
                  <a:pt x="2428" y="21363"/>
                </a:cubicBezTo>
                <a:cubicBezTo>
                  <a:pt x="2650" y="21600"/>
                  <a:pt x="3011" y="21600"/>
                  <a:pt x="3232" y="21363"/>
                </a:cubicBezTo>
                <a:cubicBezTo>
                  <a:pt x="3454" y="21126"/>
                  <a:pt x="3454" y="20742"/>
                  <a:pt x="3232" y="20505"/>
                </a:cubicBezTo>
                <a:cubicBezTo>
                  <a:pt x="3121" y="20387"/>
                  <a:pt x="2975" y="20328"/>
                  <a:pt x="2830" y="20328"/>
                </a:cubicBezTo>
                <a:close/>
                <a:moveTo>
                  <a:pt x="5092" y="20328"/>
                </a:moveTo>
                <a:cubicBezTo>
                  <a:pt x="4946" y="20328"/>
                  <a:pt x="4801" y="20387"/>
                  <a:pt x="4690" y="20505"/>
                </a:cubicBezTo>
                <a:cubicBezTo>
                  <a:pt x="4468" y="20742"/>
                  <a:pt x="4468" y="21126"/>
                  <a:pt x="4690" y="21363"/>
                </a:cubicBezTo>
                <a:cubicBezTo>
                  <a:pt x="4912" y="21600"/>
                  <a:pt x="5271" y="21600"/>
                  <a:pt x="5493" y="21363"/>
                </a:cubicBezTo>
                <a:cubicBezTo>
                  <a:pt x="5715" y="21126"/>
                  <a:pt x="5715" y="20742"/>
                  <a:pt x="5493" y="20505"/>
                </a:cubicBezTo>
                <a:cubicBezTo>
                  <a:pt x="5382" y="20387"/>
                  <a:pt x="5237" y="20328"/>
                  <a:pt x="5092" y="20328"/>
                </a:cubicBezTo>
                <a:close/>
                <a:moveTo>
                  <a:pt x="7353" y="20328"/>
                </a:moveTo>
                <a:cubicBezTo>
                  <a:pt x="7208" y="20328"/>
                  <a:pt x="7063" y="20387"/>
                  <a:pt x="6952" y="20505"/>
                </a:cubicBezTo>
                <a:cubicBezTo>
                  <a:pt x="6730" y="20742"/>
                  <a:pt x="6730" y="21126"/>
                  <a:pt x="6952" y="21363"/>
                </a:cubicBezTo>
                <a:cubicBezTo>
                  <a:pt x="7173" y="21600"/>
                  <a:pt x="7533" y="21600"/>
                  <a:pt x="7755" y="21363"/>
                </a:cubicBezTo>
                <a:cubicBezTo>
                  <a:pt x="7976" y="21126"/>
                  <a:pt x="7976" y="20742"/>
                  <a:pt x="7755" y="20505"/>
                </a:cubicBezTo>
                <a:cubicBezTo>
                  <a:pt x="7644" y="20387"/>
                  <a:pt x="7498" y="20328"/>
                  <a:pt x="7353" y="20328"/>
                </a:cubicBezTo>
                <a:close/>
                <a:moveTo>
                  <a:pt x="9615" y="20328"/>
                </a:moveTo>
                <a:cubicBezTo>
                  <a:pt x="9469" y="20328"/>
                  <a:pt x="9324" y="20387"/>
                  <a:pt x="9213" y="20505"/>
                </a:cubicBezTo>
                <a:cubicBezTo>
                  <a:pt x="8991" y="20742"/>
                  <a:pt x="8991" y="21126"/>
                  <a:pt x="9213" y="21363"/>
                </a:cubicBezTo>
                <a:cubicBezTo>
                  <a:pt x="9435" y="21600"/>
                  <a:pt x="9794" y="21600"/>
                  <a:pt x="10016" y="21363"/>
                </a:cubicBezTo>
                <a:cubicBezTo>
                  <a:pt x="10238" y="21126"/>
                  <a:pt x="10238" y="20742"/>
                  <a:pt x="10016" y="20505"/>
                </a:cubicBezTo>
                <a:cubicBezTo>
                  <a:pt x="9905" y="20387"/>
                  <a:pt x="9760" y="20328"/>
                  <a:pt x="9615" y="20328"/>
                </a:cubicBezTo>
                <a:close/>
                <a:moveTo>
                  <a:pt x="11876" y="20328"/>
                </a:moveTo>
                <a:cubicBezTo>
                  <a:pt x="11731" y="20328"/>
                  <a:pt x="11585" y="20387"/>
                  <a:pt x="11474" y="20505"/>
                </a:cubicBezTo>
                <a:cubicBezTo>
                  <a:pt x="11252" y="20742"/>
                  <a:pt x="11252" y="21126"/>
                  <a:pt x="11474" y="21363"/>
                </a:cubicBezTo>
                <a:cubicBezTo>
                  <a:pt x="11696" y="21600"/>
                  <a:pt x="12056" y="21600"/>
                  <a:pt x="12278" y="21363"/>
                </a:cubicBezTo>
                <a:cubicBezTo>
                  <a:pt x="12500" y="21126"/>
                  <a:pt x="12500" y="20742"/>
                  <a:pt x="12278" y="20505"/>
                </a:cubicBezTo>
                <a:cubicBezTo>
                  <a:pt x="12167" y="20387"/>
                  <a:pt x="12022" y="20328"/>
                  <a:pt x="11876" y="20328"/>
                </a:cubicBezTo>
                <a:close/>
                <a:moveTo>
                  <a:pt x="14138" y="20328"/>
                </a:moveTo>
                <a:cubicBezTo>
                  <a:pt x="13992" y="20328"/>
                  <a:pt x="13846" y="20387"/>
                  <a:pt x="13735" y="20505"/>
                </a:cubicBezTo>
                <a:cubicBezTo>
                  <a:pt x="13514" y="20742"/>
                  <a:pt x="13514" y="21126"/>
                  <a:pt x="13735" y="21363"/>
                </a:cubicBezTo>
                <a:cubicBezTo>
                  <a:pt x="13957" y="21600"/>
                  <a:pt x="14317" y="21600"/>
                  <a:pt x="14539" y="21363"/>
                </a:cubicBezTo>
                <a:cubicBezTo>
                  <a:pt x="14761" y="21126"/>
                  <a:pt x="14761" y="20742"/>
                  <a:pt x="14539" y="20505"/>
                </a:cubicBezTo>
                <a:cubicBezTo>
                  <a:pt x="14428" y="20387"/>
                  <a:pt x="14283" y="20328"/>
                  <a:pt x="14138" y="20328"/>
                </a:cubicBezTo>
                <a:close/>
                <a:moveTo>
                  <a:pt x="16398" y="20328"/>
                </a:moveTo>
                <a:cubicBezTo>
                  <a:pt x="16253" y="20328"/>
                  <a:pt x="16108" y="20387"/>
                  <a:pt x="15997" y="20505"/>
                </a:cubicBezTo>
                <a:cubicBezTo>
                  <a:pt x="15775" y="20742"/>
                  <a:pt x="15775" y="21126"/>
                  <a:pt x="15997" y="21363"/>
                </a:cubicBezTo>
                <a:cubicBezTo>
                  <a:pt x="16219" y="21600"/>
                  <a:pt x="16579" y="21600"/>
                  <a:pt x="16801" y="21363"/>
                </a:cubicBezTo>
                <a:cubicBezTo>
                  <a:pt x="17023" y="21126"/>
                  <a:pt x="17023" y="20742"/>
                  <a:pt x="16801" y="20505"/>
                </a:cubicBezTo>
                <a:cubicBezTo>
                  <a:pt x="16690" y="20387"/>
                  <a:pt x="16544" y="20328"/>
                  <a:pt x="16398" y="20328"/>
                </a:cubicBezTo>
                <a:close/>
                <a:moveTo>
                  <a:pt x="18660" y="20328"/>
                </a:moveTo>
                <a:cubicBezTo>
                  <a:pt x="18515" y="20328"/>
                  <a:pt x="18369" y="20387"/>
                  <a:pt x="18259" y="20505"/>
                </a:cubicBezTo>
                <a:cubicBezTo>
                  <a:pt x="18037" y="20742"/>
                  <a:pt x="18037" y="21126"/>
                  <a:pt x="18259" y="21363"/>
                </a:cubicBezTo>
                <a:cubicBezTo>
                  <a:pt x="18480" y="21600"/>
                  <a:pt x="18840" y="21600"/>
                  <a:pt x="19062" y="21363"/>
                </a:cubicBezTo>
                <a:cubicBezTo>
                  <a:pt x="19283" y="21126"/>
                  <a:pt x="19283" y="20742"/>
                  <a:pt x="19062" y="20505"/>
                </a:cubicBezTo>
                <a:cubicBezTo>
                  <a:pt x="18951" y="20387"/>
                  <a:pt x="18805" y="20328"/>
                  <a:pt x="18660" y="20328"/>
                </a:cubicBezTo>
                <a:close/>
                <a:moveTo>
                  <a:pt x="20922" y="20328"/>
                </a:moveTo>
                <a:cubicBezTo>
                  <a:pt x="20776" y="20328"/>
                  <a:pt x="20631" y="20387"/>
                  <a:pt x="20520" y="20505"/>
                </a:cubicBezTo>
                <a:cubicBezTo>
                  <a:pt x="20298" y="20742"/>
                  <a:pt x="20298" y="21126"/>
                  <a:pt x="20520" y="21363"/>
                </a:cubicBezTo>
                <a:cubicBezTo>
                  <a:pt x="20742" y="21600"/>
                  <a:pt x="21101" y="21600"/>
                  <a:pt x="21323" y="21363"/>
                </a:cubicBezTo>
                <a:cubicBezTo>
                  <a:pt x="21545" y="21126"/>
                  <a:pt x="21545" y="20742"/>
                  <a:pt x="21323" y="20505"/>
                </a:cubicBezTo>
                <a:cubicBezTo>
                  <a:pt x="21212" y="20387"/>
                  <a:pt x="21067" y="20328"/>
                  <a:pt x="20922" y="20328"/>
                </a:cubicBezTo>
                <a:close/>
              </a:path>
            </a:pathLst>
          </a:custGeom>
          <a:solidFill>
            <a:schemeClr val="tx1">
              <a:alpha val="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1528703" hangingPunct="0"/>
            <a:endParaRPr sz="5400" kern="0" dirty="0">
              <a:solidFill>
                <a:srgbClr val="FFFFFF"/>
              </a:solidFill>
              <a:latin typeface="Pretendard" panose="02000503000000020004" pitchFamily="50" charset="-127"/>
              <a:cs typeface="Pretendard" panose="02000503000000020004" pitchFamily="50" charset="-127"/>
              <a:sym typeface="Poppins Medium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E5EA83B-9BC1-47A2-8A39-B5B0053803ED}"/>
              </a:ext>
            </a:extLst>
          </p:cNvPr>
          <p:cNvSpPr txBox="1"/>
          <p:nvPr/>
        </p:nvSpPr>
        <p:spPr>
          <a:xfrm>
            <a:off x="779202" y="1424608"/>
            <a:ext cx="1619033" cy="42062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spcAft>
                <a:spcPts val="400"/>
              </a:spcAft>
            </a:pPr>
            <a:r>
              <a:rPr kumimoji="1" lang="en-US" altLang="ko-KR" sz="1200" spc="-40">
                <a:solidFill>
                  <a:schemeClr val="tx1">
                    <a:lumMod val="85000"/>
                    <a:lumOff val="15000"/>
                  </a:schemeClr>
                </a:solidFill>
                <a:latin typeface="G마켓 산스 Light" panose="02000000000000000000" pitchFamily="50" charset="-127"/>
                <a:ea typeface="G마켓 산스 Light" panose="02000000000000000000" pitchFamily="50" charset="-127"/>
              </a:rPr>
              <a:t>Simple_image</a:t>
            </a:r>
            <a:endParaRPr kumimoji="1" lang="en-US" altLang="ko-KR" sz="1200" spc="-40" dirty="0">
              <a:solidFill>
                <a:schemeClr val="tx1">
                  <a:lumMod val="85000"/>
                  <a:lumOff val="15000"/>
                </a:schemeClr>
              </a:solidFill>
              <a:latin typeface="G마켓 산스 Light" panose="02000000000000000000" pitchFamily="50" charset="-127"/>
              <a:ea typeface="G마켓 산스 Light" panose="02000000000000000000" pitchFamily="50" charset="-127"/>
            </a:endParaRPr>
          </a:p>
          <a:p>
            <a:pPr>
              <a:spcAft>
                <a:spcPts val="400"/>
              </a:spcAft>
            </a:pPr>
            <a:r>
              <a:rPr kumimoji="1" lang="ko-KR" altLang="en-US" sz="1200" b="0" i="0" spc="-40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파워포인트 템플릿 </a:t>
            </a:r>
            <a:r>
              <a:rPr kumimoji="1" lang="en-US" altLang="ko-KR" sz="1200" b="0" i="0" spc="-40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| 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PPT</a:t>
            </a:r>
            <a:endParaRPr kumimoji="1" lang="ko-KR" altLang="en-US" sz="1200" b="0" i="0" spc="-40" baseline="0" dirty="0">
              <a:solidFill>
                <a:schemeClr val="tx1">
                  <a:lumMod val="85000"/>
                  <a:lumOff val="15000"/>
                </a:schemeClr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1A36804-F5E9-4D96-8D01-2B12718A1C34}"/>
              </a:ext>
            </a:extLst>
          </p:cNvPr>
          <p:cNvSpPr txBox="1"/>
          <p:nvPr/>
        </p:nvSpPr>
        <p:spPr>
          <a:xfrm>
            <a:off x="725037" y="1964668"/>
            <a:ext cx="1727362" cy="324000"/>
          </a:xfrm>
          <a:prstGeom prst="roundRect">
            <a:avLst>
              <a:gd name="adj" fmla="val 50000"/>
            </a:avLst>
          </a:prstGeom>
          <a:solidFill>
            <a:schemeClr val="bg1"/>
          </a:solidFill>
        </p:spPr>
        <p:txBody>
          <a:bodyPr wrap="none" lIns="108000" tIns="0" rIns="108000" bIns="0" rtlCol="0" anchor="ctr">
            <a:noAutofit/>
          </a:bodyPr>
          <a:lstStyle>
            <a:defPPr>
              <a:defRPr lang="en-US"/>
            </a:defPPr>
            <a:lvl1pPr algn="ctr">
              <a:defRPr kumimoji="1">
                <a:solidFill>
                  <a:schemeClr val="tx1">
                    <a:lumMod val="95000"/>
                    <a:lumOff val="5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defRPr>
            </a:lvl1pPr>
          </a:lstStyle>
          <a:p>
            <a:r>
              <a:rPr lang="en-US" altLang="ko-KR" dirty="0"/>
              <a:t>CONTENTS</a:t>
            </a:r>
          </a:p>
        </p:txBody>
      </p:sp>
      <p:grpSp>
        <p:nvGrpSpPr>
          <p:cNvPr id="400" name="그룹 399">
            <a:extLst>
              <a:ext uri="{FF2B5EF4-FFF2-40B4-BE49-F238E27FC236}">
                <a16:creationId xmlns:a16="http://schemas.microsoft.com/office/drawing/2014/main" id="{62C31F44-2727-41BD-BFB9-F4E4A723A93A}"/>
              </a:ext>
            </a:extLst>
          </p:cNvPr>
          <p:cNvGrpSpPr/>
          <p:nvPr/>
        </p:nvGrpSpPr>
        <p:grpSpPr>
          <a:xfrm>
            <a:off x="685910" y="2686321"/>
            <a:ext cx="2012887" cy="5832000"/>
            <a:chOff x="146120" y="1568624"/>
            <a:chExt cx="2086247" cy="6044549"/>
          </a:xfrm>
        </p:grpSpPr>
        <p:sp>
          <p:nvSpPr>
            <p:cNvPr id="401" name="직사각형 400">
              <a:extLst>
                <a:ext uri="{FF2B5EF4-FFF2-40B4-BE49-F238E27FC236}">
                  <a16:creationId xmlns:a16="http://schemas.microsoft.com/office/drawing/2014/main" id="{04934B14-B7FD-49C0-9624-009E34BBFA55}"/>
                </a:ext>
              </a:extLst>
            </p:cNvPr>
            <p:cNvSpPr/>
            <p:nvPr/>
          </p:nvSpPr>
          <p:spPr>
            <a:xfrm>
              <a:off x="179999" y="1604628"/>
              <a:ext cx="2019151" cy="5970270"/>
            </a:xfrm>
            <a:prstGeom prst="rect">
              <a:avLst/>
            </a:prstGeom>
            <a:solidFill>
              <a:schemeClr val="tx1">
                <a:alpha val="10000"/>
              </a:schemeClr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402" name="그룹 401">
              <a:extLst>
                <a:ext uri="{FF2B5EF4-FFF2-40B4-BE49-F238E27FC236}">
                  <a16:creationId xmlns:a16="http://schemas.microsoft.com/office/drawing/2014/main" id="{4BD6DFC9-9624-4288-B1D7-129EB2136B27}"/>
                </a:ext>
              </a:extLst>
            </p:cNvPr>
            <p:cNvGrpSpPr/>
            <p:nvPr/>
          </p:nvGrpSpPr>
          <p:grpSpPr>
            <a:xfrm>
              <a:off x="146120" y="1568624"/>
              <a:ext cx="2086247" cy="6044549"/>
              <a:chOff x="152640" y="1568624"/>
              <a:chExt cx="2086247" cy="6044549"/>
            </a:xfrm>
            <a:solidFill>
              <a:schemeClr val="bg1">
                <a:alpha val="50000"/>
              </a:schemeClr>
            </a:solidFill>
          </p:grpSpPr>
          <p:sp>
            <p:nvSpPr>
              <p:cNvPr id="403" name="직사각형 402">
                <a:extLst>
                  <a:ext uri="{FF2B5EF4-FFF2-40B4-BE49-F238E27FC236}">
                    <a16:creationId xmlns:a16="http://schemas.microsoft.com/office/drawing/2014/main" id="{CBDA9F0D-22CA-44BF-828C-401C4B939674}"/>
                  </a:ext>
                </a:extLst>
              </p:cNvPr>
              <p:cNvSpPr/>
              <p:nvPr/>
            </p:nvSpPr>
            <p:spPr>
              <a:xfrm>
                <a:off x="189252" y="1568628"/>
                <a:ext cx="2014850" cy="36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04" name="직사각형 403">
                <a:extLst>
                  <a:ext uri="{FF2B5EF4-FFF2-40B4-BE49-F238E27FC236}">
                    <a16:creationId xmlns:a16="http://schemas.microsoft.com/office/drawing/2014/main" id="{BCA6C4A4-D60E-4598-81F9-2C953787AEBD}"/>
                  </a:ext>
                </a:extLst>
              </p:cNvPr>
              <p:cNvSpPr/>
              <p:nvPr/>
            </p:nvSpPr>
            <p:spPr>
              <a:xfrm>
                <a:off x="189253" y="7576214"/>
                <a:ext cx="2014849" cy="36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05" name="직사각형 404">
                <a:extLst>
                  <a:ext uri="{FF2B5EF4-FFF2-40B4-BE49-F238E27FC236}">
                    <a16:creationId xmlns:a16="http://schemas.microsoft.com/office/drawing/2014/main" id="{FF3F92ED-21CB-48D1-A54B-56F574664B7A}"/>
                  </a:ext>
                </a:extLst>
              </p:cNvPr>
              <p:cNvSpPr/>
              <p:nvPr/>
            </p:nvSpPr>
            <p:spPr>
              <a:xfrm rot="5400000">
                <a:off x="-2851635" y="4572899"/>
                <a:ext cx="6044549" cy="36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06" name="직사각형 405">
                <a:extLst>
                  <a:ext uri="{FF2B5EF4-FFF2-40B4-BE49-F238E27FC236}">
                    <a16:creationId xmlns:a16="http://schemas.microsoft.com/office/drawing/2014/main" id="{9B37AC2A-CA43-4BC5-85B1-AE4F2AAD85EB}"/>
                  </a:ext>
                </a:extLst>
              </p:cNvPr>
              <p:cNvSpPr/>
              <p:nvPr/>
            </p:nvSpPr>
            <p:spPr>
              <a:xfrm rot="5400000">
                <a:off x="1698886" y="2072628"/>
                <a:ext cx="1044000" cy="36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07" name="직사각형 406">
                <a:extLst>
                  <a:ext uri="{FF2B5EF4-FFF2-40B4-BE49-F238E27FC236}">
                    <a16:creationId xmlns:a16="http://schemas.microsoft.com/office/drawing/2014/main" id="{056888AE-5BB2-49C1-9EE6-CC00F5CDC8B5}"/>
                  </a:ext>
                </a:extLst>
              </p:cNvPr>
              <p:cNvSpPr/>
              <p:nvPr/>
            </p:nvSpPr>
            <p:spPr>
              <a:xfrm rot="5400000">
                <a:off x="1053020" y="6427199"/>
                <a:ext cx="2335733" cy="36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220606D5-DF00-4105-9CDB-4C3BDAFE6473}"/>
              </a:ext>
            </a:extLst>
          </p:cNvPr>
          <p:cNvGrpSpPr/>
          <p:nvPr/>
        </p:nvGrpSpPr>
        <p:grpSpPr>
          <a:xfrm>
            <a:off x="6750000" y="0"/>
            <a:ext cx="108000" cy="1964668"/>
            <a:chOff x="0" y="0"/>
            <a:chExt cx="144000" cy="9906000"/>
          </a:xfrm>
        </p:grpSpPr>
        <p:sp>
          <p:nvSpPr>
            <p:cNvPr id="64" name="직사각형 63">
              <a:extLst>
                <a:ext uri="{FF2B5EF4-FFF2-40B4-BE49-F238E27FC236}">
                  <a16:creationId xmlns:a16="http://schemas.microsoft.com/office/drawing/2014/main" id="{3AF3A897-497F-478C-B004-07A62E35B426}"/>
                </a:ext>
              </a:extLst>
            </p:cNvPr>
            <p:cNvSpPr/>
            <p:nvPr/>
          </p:nvSpPr>
          <p:spPr>
            <a:xfrm>
              <a:off x="0" y="0"/>
              <a:ext cx="144000" cy="1656000"/>
            </a:xfrm>
            <a:prstGeom prst="rect">
              <a:avLst/>
            </a:prstGeom>
            <a:solidFill>
              <a:srgbClr val="019B8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  <p:sp>
          <p:nvSpPr>
            <p:cNvPr id="65" name="직사각형 64">
              <a:extLst>
                <a:ext uri="{FF2B5EF4-FFF2-40B4-BE49-F238E27FC236}">
                  <a16:creationId xmlns:a16="http://schemas.microsoft.com/office/drawing/2014/main" id="{67AB02E4-E673-4387-A6EB-FF8AC2435E46}"/>
                </a:ext>
              </a:extLst>
            </p:cNvPr>
            <p:cNvSpPr/>
            <p:nvPr/>
          </p:nvSpPr>
          <p:spPr>
            <a:xfrm>
              <a:off x="0" y="1650000"/>
              <a:ext cx="144000" cy="1656000"/>
            </a:xfrm>
            <a:prstGeom prst="rect">
              <a:avLst/>
            </a:prstGeom>
            <a:solidFill>
              <a:srgbClr val="87AE1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  <p:sp>
          <p:nvSpPr>
            <p:cNvPr id="66" name="직사각형 65">
              <a:extLst>
                <a:ext uri="{FF2B5EF4-FFF2-40B4-BE49-F238E27FC236}">
                  <a16:creationId xmlns:a16="http://schemas.microsoft.com/office/drawing/2014/main" id="{166858DF-1883-443C-966C-2A36874AB68D}"/>
                </a:ext>
              </a:extLst>
            </p:cNvPr>
            <p:cNvSpPr/>
            <p:nvPr/>
          </p:nvSpPr>
          <p:spPr>
            <a:xfrm>
              <a:off x="0" y="3300000"/>
              <a:ext cx="144000" cy="1656000"/>
            </a:xfrm>
            <a:prstGeom prst="rect">
              <a:avLst/>
            </a:prstGeom>
            <a:solidFill>
              <a:srgbClr val="F7AC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  <p:sp>
          <p:nvSpPr>
            <p:cNvPr id="77" name="직사각형 76">
              <a:extLst>
                <a:ext uri="{FF2B5EF4-FFF2-40B4-BE49-F238E27FC236}">
                  <a16:creationId xmlns:a16="http://schemas.microsoft.com/office/drawing/2014/main" id="{E1576F6F-1B56-4F87-9294-D18A777C4A37}"/>
                </a:ext>
              </a:extLst>
            </p:cNvPr>
            <p:cNvSpPr/>
            <p:nvPr/>
          </p:nvSpPr>
          <p:spPr>
            <a:xfrm>
              <a:off x="0" y="4950000"/>
              <a:ext cx="144000" cy="1656000"/>
            </a:xfrm>
            <a:prstGeom prst="rect">
              <a:avLst/>
            </a:prstGeom>
            <a:solidFill>
              <a:srgbClr val="E752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  <p:sp>
          <p:nvSpPr>
            <p:cNvPr id="78" name="직사각형 77">
              <a:extLst>
                <a:ext uri="{FF2B5EF4-FFF2-40B4-BE49-F238E27FC236}">
                  <a16:creationId xmlns:a16="http://schemas.microsoft.com/office/drawing/2014/main" id="{B34D4C6B-E0A9-4E13-B100-62F4C9E84EF2}"/>
                </a:ext>
              </a:extLst>
            </p:cNvPr>
            <p:cNvSpPr/>
            <p:nvPr/>
          </p:nvSpPr>
          <p:spPr>
            <a:xfrm>
              <a:off x="0" y="6600000"/>
              <a:ext cx="144000" cy="1656000"/>
            </a:xfrm>
            <a:prstGeom prst="rect">
              <a:avLst/>
            </a:prstGeom>
            <a:solidFill>
              <a:srgbClr val="C9196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  <p:sp>
          <p:nvSpPr>
            <p:cNvPr id="79" name="직사각형 78">
              <a:extLst>
                <a:ext uri="{FF2B5EF4-FFF2-40B4-BE49-F238E27FC236}">
                  <a16:creationId xmlns:a16="http://schemas.microsoft.com/office/drawing/2014/main" id="{53B91BDF-166B-4100-B910-DFE149C41B7B}"/>
                </a:ext>
              </a:extLst>
            </p:cNvPr>
            <p:cNvSpPr/>
            <p:nvPr/>
          </p:nvSpPr>
          <p:spPr>
            <a:xfrm>
              <a:off x="0" y="8250000"/>
              <a:ext cx="144000" cy="1656000"/>
            </a:xfrm>
            <a:prstGeom prst="rect">
              <a:avLst/>
            </a:prstGeom>
            <a:solidFill>
              <a:srgbClr val="4E1E4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</p:grpSp>
      <p:grpSp>
        <p:nvGrpSpPr>
          <p:cNvPr id="80" name="그룹 79">
            <a:extLst>
              <a:ext uri="{FF2B5EF4-FFF2-40B4-BE49-F238E27FC236}">
                <a16:creationId xmlns:a16="http://schemas.microsoft.com/office/drawing/2014/main" id="{598432D3-DC7F-4232-9C97-87CB34CB5718}"/>
              </a:ext>
            </a:extLst>
          </p:cNvPr>
          <p:cNvGrpSpPr/>
          <p:nvPr/>
        </p:nvGrpSpPr>
        <p:grpSpPr>
          <a:xfrm>
            <a:off x="3068960" y="1964668"/>
            <a:ext cx="3789040" cy="6831815"/>
            <a:chOff x="3068960" y="1964668"/>
            <a:chExt cx="3789040" cy="6831815"/>
          </a:xfrm>
        </p:grpSpPr>
        <p:grpSp>
          <p:nvGrpSpPr>
            <p:cNvPr id="81" name="그룹 80">
              <a:extLst>
                <a:ext uri="{FF2B5EF4-FFF2-40B4-BE49-F238E27FC236}">
                  <a16:creationId xmlns:a16="http://schemas.microsoft.com/office/drawing/2014/main" id="{FC442E50-AA74-4E91-B77A-F4596FCF2C99}"/>
                </a:ext>
              </a:extLst>
            </p:cNvPr>
            <p:cNvGrpSpPr/>
            <p:nvPr/>
          </p:nvGrpSpPr>
          <p:grpSpPr>
            <a:xfrm>
              <a:off x="3068960" y="4376936"/>
              <a:ext cx="3789040" cy="324000"/>
              <a:chOff x="3068960" y="4370196"/>
              <a:chExt cx="3789040" cy="324000"/>
            </a:xfrm>
          </p:grpSpPr>
          <p:sp>
            <p:nvSpPr>
              <p:cNvPr id="112" name="직사각형 111">
                <a:extLst>
                  <a:ext uri="{FF2B5EF4-FFF2-40B4-BE49-F238E27FC236}">
                    <a16:creationId xmlns:a16="http://schemas.microsoft.com/office/drawing/2014/main" id="{7EB490CF-FD99-4C3D-955D-57C7A22BDDD8}"/>
                  </a:ext>
                </a:extLst>
              </p:cNvPr>
              <p:cNvSpPr/>
              <p:nvPr/>
            </p:nvSpPr>
            <p:spPr>
              <a:xfrm>
                <a:off x="3392996" y="4370196"/>
                <a:ext cx="3465004" cy="324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txBody>
              <a:bodyPr wrap="square" lIns="108000" tIns="36000" rIns="36000" bIns="36000" anchor="ctr">
                <a:noAutofit/>
              </a:bodyPr>
              <a:lstStyle/>
              <a:p>
                <a:r>
                  <a:rPr lang="ko-KR" altLang="en-US" sz="1600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2">
                        <a:lumMod val="75000"/>
                      </a:schemeClr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</a:rPr>
                  <a:t>전략 및 방법론</a:t>
                </a:r>
              </a:p>
            </p:txBody>
          </p:sp>
          <p:sp>
            <p:nvSpPr>
              <p:cNvPr id="113" name="모서리가 둥근 직사각형 102">
                <a:extLst>
                  <a:ext uri="{FF2B5EF4-FFF2-40B4-BE49-F238E27FC236}">
                    <a16:creationId xmlns:a16="http://schemas.microsoft.com/office/drawing/2014/main" id="{22BDDBDB-78DA-4D80-8ED1-34EB52F9CE6A}"/>
                  </a:ext>
                </a:extLst>
              </p:cNvPr>
              <p:cNvSpPr/>
              <p:nvPr/>
            </p:nvSpPr>
            <p:spPr>
              <a:xfrm>
                <a:off x="3068960" y="4370196"/>
                <a:ext cx="324000" cy="324000"/>
              </a:xfrm>
              <a:prstGeom prst="roundRect">
                <a:avLst>
                  <a:gd name="adj" fmla="val 0"/>
                </a:avLst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600" b="1" dirty="0">
                    <a:solidFill>
                      <a:schemeClr val="bg1"/>
                    </a:solidFill>
                    <a:latin typeface="나눔명조 ExtraBold" panose="02020603020101020101" pitchFamily="18" charset="-127"/>
                    <a:ea typeface="나눔명조 ExtraBold" panose="02020603020101020101" pitchFamily="18" charset="-127"/>
                  </a:rPr>
                  <a:t>Ⅱ</a:t>
                </a:r>
              </a:p>
            </p:txBody>
          </p:sp>
        </p:grpSp>
        <p:grpSp>
          <p:nvGrpSpPr>
            <p:cNvPr id="82" name="그룹 81">
              <a:extLst>
                <a:ext uri="{FF2B5EF4-FFF2-40B4-BE49-F238E27FC236}">
                  <a16:creationId xmlns:a16="http://schemas.microsoft.com/office/drawing/2014/main" id="{E6148822-39DF-4F60-B072-43512527760C}"/>
                </a:ext>
              </a:extLst>
            </p:cNvPr>
            <p:cNvGrpSpPr/>
            <p:nvPr/>
          </p:nvGrpSpPr>
          <p:grpSpPr>
            <a:xfrm>
              <a:off x="3068960" y="6818223"/>
              <a:ext cx="3789040" cy="324000"/>
              <a:chOff x="3068960" y="6801342"/>
              <a:chExt cx="3789040" cy="324000"/>
            </a:xfrm>
          </p:grpSpPr>
          <p:sp>
            <p:nvSpPr>
              <p:cNvPr id="110" name="직사각형 109">
                <a:extLst>
                  <a:ext uri="{FF2B5EF4-FFF2-40B4-BE49-F238E27FC236}">
                    <a16:creationId xmlns:a16="http://schemas.microsoft.com/office/drawing/2014/main" id="{BB0EDC03-DA26-4BCA-BE02-4DD3360E141C}"/>
                  </a:ext>
                </a:extLst>
              </p:cNvPr>
              <p:cNvSpPr/>
              <p:nvPr/>
            </p:nvSpPr>
            <p:spPr>
              <a:xfrm>
                <a:off x="3392996" y="6801342"/>
                <a:ext cx="3465004" cy="324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txBody>
              <a:bodyPr wrap="square" lIns="108000" tIns="36000" rIns="36000" bIns="36000" anchor="ctr">
                <a:noAutofit/>
              </a:bodyPr>
              <a:lstStyle/>
              <a:p>
                <a:r>
                  <a:rPr lang="ko-KR" altLang="en-US" sz="1600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2">
                        <a:lumMod val="75000"/>
                      </a:schemeClr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</a:rPr>
                  <a:t>기술 및 기능</a:t>
                </a:r>
              </a:p>
            </p:txBody>
          </p:sp>
          <p:sp>
            <p:nvSpPr>
              <p:cNvPr id="111" name="모서리가 둥근 직사각형 79">
                <a:extLst>
                  <a:ext uri="{FF2B5EF4-FFF2-40B4-BE49-F238E27FC236}">
                    <a16:creationId xmlns:a16="http://schemas.microsoft.com/office/drawing/2014/main" id="{785367E2-DE21-4DBF-95F8-77A7130E94A1}"/>
                  </a:ext>
                </a:extLst>
              </p:cNvPr>
              <p:cNvSpPr/>
              <p:nvPr/>
            </p:nvSpPr>
            <p:spPr>
              <a:xfrm>
                <a:off x="3068960" y="6801342"/>
                <a:ext cx="324000" cy="324000"/>
              </a:xfrm>
              <a:prstGeom prst="roundRect">
                <a:avLst>
                  <a:gd name="adj" fmla="val 0"/>
                </a:avLst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600" b="1" dirty="0">
                    <a:solidFill>
                      <a:schemeClr val="bg1"/>
                    </a:solidFill>
                    <a:latin typeface="나눔명조 ExtraBold" panose="02020603020101020101" pitchFamily="18" charset="-127"/>
                    <a:ea typeface="나눔명조 ExtraBold" panose="02020603020101020101" pitchFamily="18" charset="-127"/>
                  </a:rPr>
                  <a:t>Ⅲ</a:t>
                </a:r>
              </a:p>
            </p:txBody>
          </p:sp>
        </p:grpSp>
        <p:grpSp>
          <p:nvGrpSpPr>
            <p:cNvPr id="83" name="그룹 82">
              <a:extLst>
                <a:ext uri="{FF2B5EF4-FFF2-40B4-BE49-F238E27FC236}">
                  <a16:creationId xmlns:a16="http://schemas.microsoft.com/office/drawing/2014/main" id="{E87A6472-32FB-4922-94DD-49957D18197E}"/>
                </a:ext>
              </a:extLst>
            </p:cNvPr>
            <p:cNvGrpSpPr/>
            <p:nvPr/>
          </p:nvGrpSpPr>
          <p:grpSpPr>
            <a:xfrm>
              <a:off x="3068996" y="1964668"/>
              <a:ext cx="3789004" cy="324000"/>
              <a:chOff x="3068996" y="1979694"/>
              <a:chExt cx="3789004" cy="324000"/>
            </a:xfrm>
          </p:grpSpPr>
          <p:sp>
            <p:nvSpPr>
              <p:cNvPr id="108" name="직사각형 107">
                <a:extLst>
                  <a:ext uri="{FF2B5EF4-FFF2-40B4-BE49-F238E27FC236}">
                    <a16:creationId xmlns:a16="http://schemas.microsoft.com/office/drawing/2014/main" id="{F91D49FC-6DC7-4C00-9FBB-9B71DAF1FA35}"/>
                  </a:ext>
                </a:extLst>
              </p:cNvPr>
              <p:cNvSpPr/>
              <p:nvPr/>
            </p:nvSpPr>
            <p:spPr>
              <a:xfrm>
                <a:off x="3392996" y="1979694"/>
                <a:ext cx="3465004" cy="324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txBody>
              <a:bodyPr wrap="square" lIns="108000" tIns="36000" rIns="36000" bIns="36000" anchor="ctr">
                <a:noAutofit/>
              </a:bodyPr>
              <a:lstStyle/>
              <a:p>
                <a:r>
                  <a:rPr lang="ko-KR" altLang="en-US" sz="1600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2">
                        <a:lumMod val="75000"/>
                      </a:schemeClr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</a:rPr>
                  <a:t>제안 개요</a:t>
                </a:r>
              </a:p>
            </p:txBody>
          </p:sp>
          <p:sp>
            <p:nvSpPr>
              <p:cNvPr id="109" name="모서리가 둥근 직사각형 145">
                <a:extLst>
                  <a:ext uri="{FF2B5EF4-FFF2-40B4-BE49-F238E27FC236}">
                    <a16:creationId xmlns:a16="http://schemas.microsoft.com/office/drawing/2014/main" id="{48FD8142-0601-4807-BF19-4E3802A58515}"/>
                  </a:ext>
                </a:extLst>
              </p:cNvPr>
              <p:cNvSpPr/>
              <p:nvPr/>
            </p:nvSpPr>
            <p:spPr>
              <a:xfrm>
                <a:off x="3068996" y="1979694"/>
                <a:ext cx="324000" cy="324000"/>
              </a:xfrm>
              <a:prstGeom prst="roundRect">
                <a:avLst>
                  <a:gd name="adj" fmla="val 0"/>
                </a:avLst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600" b="1" dirty="0">
                    <a:solidFill>
                      <a:schemeClr val="bg1"/>
                    </a:solidFill>
                    <a:latin typeface="나눔명조 ExtraBold" panose="02020603020101020101" pitchFamily="18" charset="-127"/>
                    <a:ea typeface="나눔명조 ExtraBold" panose="02020603020101020101" pitchFamily="18" charset="-127"/>
                  </a:rPr>
                  <a:t>Ⅰ</a:t>
                </a:r>
                <a:endParaRPr lang="ko-KR" altLang="en-US" sz="1600" b="1" dirty="0">
                  <a:solidFill>
                    <a:schemeClr val="bg1"/>
                  </a:solidFill>
                  <a:latin typeface="나눔명조 ExtraBold" panose="02020603020101020101" pitchFamily="18" charset="-127"/>
                  <a:ea typeface="나눔명조 ExtraBold" panose="02020603020101020101" pitchFamily="18" charset="-127"/>
                </a:endParaRPr>
              </a:p>
            </p:txBody>
          </p:sp>
        </p:grpSp>
        <p:sp>
          <p:nvSpPr>
            <p:cNvPr id="84" name="Text Box 5">
              <a:extLst>
                <a:ext uri="{FF2B5EF4-FFF2-40B4-BE49-F238E27FC236}">
                  <a16:creationId xmlns:a16="http://schemas.microsoft.com/office/drawing/2014/main" id="{0525DF4F-7FBB-4CB2-8358-EBA507B05B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85754" y="2449082"/>
              <a:ext cx="211597" cy="14911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t">
              <a:spAutoFit/>
            </a:bodyPr>
            <a:lstStyle>
              <a:defPPr>
                <a:defRPr lang="en-US"/>
              </a:defPPr>
              <a:lvl1pPr marR="0" lvl="0" indent="0" algn="r" defTabSz="1062038" fontAlgn="auto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1" sz="1000" b="0" i="0" u="none" strike="noStrike" cap="none" spc="0" normalizeH="0" baseline="0">
                  <a:ln>
                    <a:solidFill>
                      <a:srgbClr val="47A5E1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defRPr>
              </a:lvl1pPr>
              <a:lvl2pPr marL="530225" defTabSz="1062038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062038" defTabSz="1062038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592263" defTabSz="1062038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124075" defTabSz="1062038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81275" defTabSz="1062038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3038475" defTabSz="1062038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95675" defTabSz="1062038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952875" defTabSz="1062038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r>
                <a:rPr lang="en-US" altLang="ko-KR" dirty="0"/>
                <a:t>001</a:t>
              </a:r>
            </a:p>
            <a:p>
              <a:r>
                <a:rPr lang="en-US" altLang="ko-KR" dirty="0"/>
                <a:t>003</a:t>
              </a:r>
            </a:p>
            <a:p>
              <a:r>
                <a:rPr lang="en-US" altLang="ko-KR" dirty="0"/>
                <a:t>004</a:t>
              </a:r>
            </a:p>
            <a:p>
              <a:r>
                <a:rPr lang="en-US" altLang="ko-KR" dirty="0"/>
                <a:t>007</a:t>
              </a:r>
            </a:p>
            <a:p>
              <a:r>
                <a:rPr lang="en-US" altLang="ko-KR" dirty="0"/>
                <a:t>012</a:t>
              </a:r>
            </a:p>
          </p:txBody>
        </p:sp>
        <p:cxnSp>
          <p:nvCxnSpPr>
            <p:cNvPr id="85" name="직선 연결선 84">
              <a:extLst>
                <a:ext uri="{FF2B5EF4-FFF2-40B4-BE49-F238E27FC236}">
                  <a16:creationId xmlns:a16="http://schemas.microsoft.com/office/drawing/2014/main" id="{4972BAFC-1639-4CC2-A039-817BC396890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48256" y="2624771"/>
              <a:ext cx="1824620" cy="0"/>
            </a:xfrm>
            <a:prstGeom prst="line">
              <a:avLst/>
            </a:prstGeom>
            <a:ln w="19050" cap="rnd">
              <a:solidFill>
                <a:schemeClr val="bg1">
                  <a:lumMod val="6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직선 연결선 85">
              <a:extLst>
                <a:ext uri="{FF2B5EF4-FFF2-40B4-BE49-F238E27FC236}">
                  <a16:creationId xmlns:a16="http://schemas.microsoft.com/office/drawing/2014/main" id="{09782325-FB71-4A15-81D5-125366EF8F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93262" y="2929473"/>
              <a:ext cx="1979614" cy="0"/>
            </a:xfrm>
            <a:prstGeom prst="line">
              <a:avLst/>
            </a:prstGeom>
            <a:ln w="19050" cap="rnd">
              <a:solidFill>
                <a:schemeClr val="bg1">
                  <a:lumMod val="6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직선 연결선 86">
              <a:extLst>
                <a:ext uri="{FF2B5EF4-FFF2-40B4-BE49-F238E27FC236}">
                  <a16:creationId xmlns:a16="http://schemas.microsoft.com/office/drawing/2014/main" id="{281E6C64-235C-4DA8-87E4-0588B016935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48256" y="3234175"/>
              <a:ext cx="1824622" cy="0"/>
            </a:xfrm>
            <a:prstGeom prst="line">
              <a:avLst/>
            </a:prstGeom>
            <a:ln w="19050" cap="rnd">
              <a:solidFill>
                <a:schemeClr val="bg1">
                  <a:lumMod val="6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직선 연결선 87">
              <a:extLst>
                <a:ext uri="{FF2B5EF4-FFF2-40B4-BE49-F238E27FC236}">
                  <a16:creationId xmlns:a16="http://schemas.microsoft.com/office/drawing/2014/main" id="{1EBDDE1D-8958-427B-9C6B-B756BF435FD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81128" y="3538877"/>
              <a:ext cx="1691749" cy="0"/>
            </a:xfrm>
            <a:prstGeom prst="line">
              <a:avLst/>
            </a:prstGeom>
            <a:ln w="19050" cap="rnd">
              <a:solidFill>
                <a:schemeClr val="bg1">
                  <a:lumMod val="6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직선 연결선 88">
              <a:extLst>
                <a:ext uri="{FF2B5EF4-FFF2-40B4-BE49-F238E27FC236}">
                  <a16:creationId xmlns:a16="http://schemas.microsoft.com/office/drawing/2014/main" id="{5EC211FE-3E6A-49D9-A2F5-211C642E4CF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65104" y="3843579"/>
              <a:ext cx="1907992" cy="0"/>
            </a:xfrm>
            <a:prstGeom prst="line">
              <a:avLst/>
            </a:prstGeom>
            <a:ln w="19050" cap="rnd">
              <a:solidFill>
                <a:schemeClr val="bg1">
                  <a:lumMod val="6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0" name="그룹 89">
              <a:extLst>
                <a:ext uri="{FF2B5EF4-FFF2-40B4-BE49-F238E27FC236}">
                  <a16:creationId xmlns:a16="http://schemas.microsoft.com/office/drawing/2014/main" id="{C050F8DD-F7EF-4AA3-9B7B-37EA08D56837}"/>
                </a:ext>
              </a:extLst>
            </p:cNvPr>
            <p:cNvGrpSpPr/>
            <p:nvPr/>
          </p:nvGrpSpPr>
          <p:grpSpPr>
            <a:xfrm>
              <a:off x="3573016" y="4842395"/>
              <a:ext cx="3024336" cy="1495218"/>
              <a:chOff x="3573016" y="5158426"/>
              <a:chExt cx="3024336" cy="1495218"/>
            </a:xfrm>
          </p:grpSpPr>
          <p:sp>
            <p:nvSpPr>
              <p:cNvPr id="101" name="Text Box 5">
                <a:extLst>
                  <a:ext uri="{FF2B5EF4-FFF2-40B4-BE49-F238E27FC236}">
                    <a16:creationId xmlns:a16="http://schemas.microsoft.com/office/drawing/2014/main" id="{2923B21F-65C9-429F-B0D7-FC71D6891B5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73016" y="5158426"/>
                <a:ext cx="1099660" cy="14952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t">
                <a:spAutoFit/>
              </a:bodyPr>
              <a:lstStyle>
                <a:lvl1pPr defTabSz="1062038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530225" defTabSz="1062038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062038" defTabSz="1062038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592263" defTabSz="1062038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124075" defTabSz="1062038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81275" defTabSz="1062038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3038475" defTabSz="1062038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95675" defTabSz="1062038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952875" defTabSz="1062038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marL="177800" indent="-177800">
                  <a:lnSpc>
                    <a:spcPct val="200000"/>
                  </a:lnSpc>
                  <a:buAutoNum type="arabicPeriod"/>
                </a:pPr>
                <a:r>
                  <a:rPr lang="ko-KR" altLang="en-US" sz="1000" spc="-50" dirty="0">
                    <a:ln>
                      <a:solidFill>
                        <a:srgbClr val="47A5E1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제목을 입력하세요</a:t>
                </a:r>
                <a:endParaRPr lang="en-US" altLang="ko-KR" sz="1000" spc="-50" dirty="0">
                  <a:ln>
                    <a:solidFill>
                      <a:srgbClr val="47A5E1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endParaRPr>
              </a:p>
              <a:p>
                <a:pPr marL="177800" indent="-177800">
                  <a:lnSpc>
                    <a:spcPct val="200000"/>
                  </a:lnSpc>
                  <a:buAutoNum type="arabicPeriod"/>
                </a:pPr>
                <a:r>
                  <a:rPr lang="ko-KR" altLang="en-US" sz="1000" spc="-50" dirty="0">
                    <a:ln>
                      <a:solidFill>
                        <a:srgbClr val="47A5E1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제목을 입력하세요</a:t>
                </a:r>
                <a:endParaRPr lang="en-US" altLang="ko-KR" sz="1000" spc="-50" dirty="0">
                  <a:ln>
                    <a:solidFill>
                      <a:srgbClr val="47A5E1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endParaRPr>
              </a:p>
              <a:p>
                <a:pPr marL="177800" indent="-177800">
                  <a:lnSpc>
                    <a:spcPct val="200000"/>
                  </a:lnSpc>
                  <a:buAutoNum type="arabicPeriod"/>
                </a:pPr>
                <a:r>
                  <a:rPr lang="ko-KR" altLang="en-US" sz="1000" spc="-50" dirty="0">
                    <a:ln>
                      <a:solidFill>
                        <a:srgbClr val="47A5E1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제목을 입력하세요</a:t>
                </a:r>
                <a:endParaRPr lang="en-US" altLang="ko-KR" sz="1000" spc="-50" dirty="0">
                  <a:ln>
                    <a:solidFill>
                      <a:srgbClr val="47A5E1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endParaRPr>
              </a:p>
              <a:p>
                <a:pPr marL="177800" indent="-177800">
                  <a:lnSpc>
                    <a:spcPct val="200000"/>
                  </a:lnSpc>
                  <a:buAutoNum type="arabicPeriod"/>
                </a:pPr>
                <a:r>
                  <a:rPr lang="ko-KR" altLang="en-US" sz="1000" spc="-50" dirty="0">
                    <a:ln>
                      <a:solidFill>
                        <a:srgbClr val="47A5E1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제목을 입력하세요</a:t>
                </a:r>
                <a:endParaRPr lang="en-US" altLang="ko-KR" sz="1000" spc="-50" dirty="0">
                  <a:ln>
                    <a:solidFill>
                      <a:srgbClr val="47A5E1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endParaRPr>
              </a:p>
              <a:p>
                <a:pPr marL="177800" indent="-177800">
                  <a:lnSpc>
                    <a:spcPct val="200000"/>
                  </a:lnSpc>
                  <a:buAutoNum type="arabicPeriod"/>
                </a:pPr>
                <a:r>
                  <a:rPr lang="ko-KR" altLang="en-US" sz="1000" spc="-50" dirty="0">
                    <a:ln>
                      <a:solidFill>
                        <a:srgbClr val="47A5E1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제목을 입력하세요</a:t>
                </a:r>
              </a:p>
            </p:txBody>
          </p:sp>
          <p:sp>
            <p:nvSpPr>
              <p:cNvPr id="102" name="Text Box 5">
                <a:extLst>
                  <a:ext uri="{FF2B5EF4-FFF2-40B4-BE49-F238E27FC236}">
                    <a16:creationId xmlns:a16="http://schemas.microsoft.com/office/drawing/2014/main" id="{7C465C91-2033-4200-9985-AF7E2E83199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385755" y="5162178"/>
                <a:ext cx="211597" cy="149111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t">
                <a:spAutoFit/>
              </a:bodyPr>
              <a:lstStyle>
                <a:defPPr>
                  <a:defRPr lang="en-US"/>
                </a:defPPr>
                <a:lvl1pPr marR="0" lvl="0" indent="0" algn="r" defTabSz="1062038" fontAlgn="auto"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1" sz="1000" b="0" i="0" u="none" strike="noStrike" cap="none" spc="0" normalizeH="0" baseline="0">
                    <a:ln>
                      <a:solidFill>
                        <a:srgbClr val="47A5E1">
                          <a:alpha val="0"/>
                        </a:srgb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defRPr>
                </a:lvl1pPr>
                <a:lvl2pPr marL="530225" defTabSz="1062038">
                  <a:defRPr kumimoji="1"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062038" defTabSz="1062038">
                  <a:defRPr kumimoji="1"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592263" defTabSz="1062038">
                  <a:defRPr kumimoji="1"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124075" defTabSz="1062038">
                  <a:defRPr kumimoji="1"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81275" defTabSz="1062038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3038475" defTabSz="1062038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95675" defTabSz="1062038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952875" defTabSz="1062038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r>
                  <a:rPr lang="en-US" altLang="ko-KR" dirty="0"/>
                  <a:t>013</a:t>
                </a:r>
              </a:p>
              <a:p>
                <a:r>
                  <a:rPr lang="en-US" altLang="ko-KR" dirty="0"/>
                  <a:t>024</a:t>
                </a:r>
              </a:p>
              <a:p>
                <a:r>
                  <a:rPr lang="en-US" altLang="ko-KR" dirty="0"/>
                  <a:t>053</a:t>
                </a:r>
              </a:p>
              <a:p>
                <a:r>
                  <a:rPr lang="en-US" altLang="ko-KR" dirty="0"/>
                  <a:t>075</a:t>
                </a:r>
              </a:p>
              <a:p>
                <a:r>
                  <a:rPr lang="en-US" altLang="ko-KR" dirty="0"/>
                  <a:t>081</a:t>
                </a:r>
              </a:p>
            </p:txBody>
          </p:sp>
          <p:cxnSp>
            <p:nvCxnSpPr>
              <p:cNvPr id="103" name="직선 연결선 102">
                <a:extLst>
                  <a:ext uri="{FF2B5EF4-FFF2-40B4-BE49-F238E27FC236}">
                    <a16:creationId xmlns:a16="http://schemas.microsoft.com/office/drawing/2014/main" id="{4D49DC77-6E5B-4B98-B230-9819EC5DEC9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797152" y="5341429"/>
                <a:ext cx="1476798" cy="0"/>
              </a:xfrm>
              <a:prstGeom prst="line">
                <a:avLst/>
              </a:prstGeom>
              <a:ln w="19050" cap="rnd">
                <a:solidFill>
                  <a:schemeClr val="bg1">
                    <a:lumMod val="6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직선 연결선 103">
                <a:extLst>
                  <a:ext uri="{FF2B5EF4-FFF2-40B4-BE49-F238E27FC236}">
                    <a16:creationId xmlns:a16="http://schemas.microsoft.com/office/drawing/2014/main" id="{1F6A1978-D0B3-4DB2-BFCA-AE2279C6498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797150" y="5645525"/>
                <a:ext cx="1476800" cy="0"/>
              </a:xfrm>
              <a:prstGeom prst="line">
                <a:avLst/>
              </a:prstGeom>
              <a:ln w="19050" cap="rnd">
                <a:solidFill>
                  <a:schemeClr val="bg1">
                    <a:lumMod val="6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직선 연결선 104">
                <a:extLst>
                  <a:ext uri="{FF2B5EF4-FFF2-40B4-BE49-F238E27FC236}">
                    <a16:creationId xmlns:a16="http://schemas.microsoft.com/office/drawing/2014/main" id="{D5914099-7602-4883-9CC2-46CA7EFAEFB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797152" y="5949621"/>
                <a:ext cx="1476798" cy="0"/>
              </a:xfrm>
              <a:prstGeom prst="line">
                <a:avLst/>
              </a:prstGeom>
              <a:ln w="19050" cap="rnd">
                <a:solidFill>
                  <a:schemeClr val="bg1">
                    <a:lumMod val="6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직선 연결선 105">
                <a:extLst>
                  <a:ext uri="{FF2B5EF4-FFF2-40B4-BE49-F238E27FC236}">
                    <a16:creationId xmlns:a16="http://schemas.microsoft.com/office/drawing/2014/main" id="{CD0F27E9-F15B-44C4-9CAD-3E0026D0E06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797152" y="6253718"/>
                <a:ext cx="1476798" cy="0"/>
              </a:xfrm>
              <a:prstGeom prst="line">
                <a:avLst/>
              </a:prstGeom>
              <a:ln w="19050" cap="rnd">
                <a:solidFill>
                  <a:schemeClr val="bg1">
                    <a:lumMod val="6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직선 연결선 106">
                <a:extLst>
                  <a:ext uri="{FF2B5EF4-FFF2-40B4-BE49-F238E27FC236}">
                    <a16:creationId xmlns:a16="http://schemas.microsoft.com/office/drawing/2014/main" id="{2AB511E7-5442-46A0-A1ED-596BEE7BCB1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797152" y="6553051"/>
                <a:ext cx="1476798" cy="0"/>
              </a:xfrm>
              <a:prstGeom prst="line">
                <a:avLst/>
              </a:prstGeom>
              <a:ln w="19050" cap="rnd">
                <a:solidFill>
                  <a:schemeClr val="bg1">
                    <a:lumMod val="6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1" name="그룹 90">
              <a:extLst>
                <a:ext uri="{FF2B5EF4-FFF2-40B4-BE49-F238E27FC236}">
                  <a16:creationId xmlns:a16="http://schemas.microsoft.com/office/drawing/2014/main" id="{1D5B394A-2861-4DAE-BC11-026E9EDABB92}"/>
                </a:ext>
              </a:extLst>
            </p:cNvPr>
            <p:cNvGrpSpPr/>
            <p:nvPr/>
          </p:nvGrpSpPr>
          <p:grpSpPr>
            <a:xfrm>
              <a:off x="3573016" y="7301265"/>
              <a:ext cx="3024336" cy="1495218"/>
              <a:chOff x="3573016" y="5158426"/>
              <a:chExt cx="3024336" cy="1495218"/>
            </a:xfrm>
          </p:grpSpPr>
          <p:sp>
            <p:nvSpPr>
              <p:cNvPr id="94" name="Text Box 5">
                <a:extLst>
                  <a:ext uri="{FF2B5EF4-FFF2-40B4-BE49-F238E27FC236}">
                    <a16:creationId xmlns:a16="http://schemas.microsoft.com/office/drawing/2014/main" id="{5C1A794B-BBC8-445F-B5F3-27E84E0F2EC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73016" y="5158426"/>
                <a:ext cx="1099660" cy="14952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t">
                <a:spAutoFit/>
              </a:bodyPr>
              <a:lstStyle>
                <a:lvl1pPr defTabSz="1062038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530225" defTabSz="1062038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062038" defTabSz="1062038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592263" defTabSz="1062038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124075" defTabSz="1062038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81275" defTabSz="1062038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3038475" defTabSz="1062038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95675" defTabSz="1062038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952875" defTabSz="1062038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marL="177800" indent="-177800">
                  <a:lnSpc>
                    <a:spcPct val="200000"/>
                  </a:lnSpc>
                  <a:buAutoNum type="arabicPeriod"/>
                </a:pPr>
                <a:r>
                  <a:rPr lang="ko-KR" altLang="en-US" sz="1000" spc="-50" dirty="0">
                    <a:ln>
                      <a:solidFill>
                        <a:srgbClr val="47A5E1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제목을 입력하세요</a:t>
                </a:r>
                <a:endParaRPr lang="en-US" altLang="ko-KR" sz="1000" spc="-50" dirty="0">
                  <a:ln>
                    <a:solidFill>
                      <a:srgbClr val="47A5E1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endParaRPr>
              </a:p>
              <a:p>
                <a:pPr marL="177800" indent="-177800">
                  <a:lnSpc>
                    <a:spcPct val="200000"/>
                  </a:lnSpc>
                  <a:buAutoNum type="arabicPeriod"/>
                </a:pPr>
                <a:r>
                  <a:rPr lang="ko-KR" altLang="en-US" sz="1000" spc="-50" dirty="0">
                    <a:ln>
                      <a:solidFill>
                        <a:srgbClr val="47A5E1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제목을 입력하세요</a:t>
                </a:r>
                <a:endParaRPr lang="en-US" altLang="ko-KR" sz="1000" spc="-50" dirty="0">
                  <a:ln>
                    <a:solidFill>
                      <a:srgbClr val="47A5E1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endParaRPr>
              </a:p>
              <a:p>
                <a:pPr marL="177800" indent="-177800">
                  <a:lnSpc>
                    <a:spcPct val="200000"/>
                  </a:lnSpc>
                  <a:buAutoNum type="arabicPeriod"/>
                </a:pPr>
                <a:r>
                  <a:rPr lang="ko-KR" altLang="en-US" sz="1000" spc="-50" dirty="0">
                    <a:ln>
                      <a:solidFill>
                        <a:srgbClr val="47A5E1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제목을 입력하세요</a:t>
                </a:r>
                <a:endParaRPr lang="en-US" altLang="ko-KR" sz="1000" spc="-50" dirty="0">
                  <a:ln>
                    <a:solidFill>
                      <a:srgbClr val="47A5E1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endParaRPr>
              </a:p>
              <a:p>
                <a:pPr marL="177800" indent="-177800">
                  <a:lnSpc>
                    <a:spcPct val="200000"/>
                  </a:lnSpc>
                  <a:buAutoNum type="arabicPeriod"/>
                </a:pPr>
                <a:r>
                  <a:rPr lang="ko-KR" altLang="en-US" sz="1000" spc="-50" dirty="0">
                    <a:ln>
                      <a:solidFill>
                        <a:srgbClr val="47A5E1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제목을 입력하세요</a:t>
                </a:r>
                <a:endParaRPr lang="en-US" altLang="ko-KR" sz="1000" spc="-50" dirty="0">
                  <a:ln>
                    <a:solidFill>
                      <a:srgbClr val="47A5E1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endParaRPr>
              </a:p>
              <a:p>
                <a:pPr marL="177800" indent="-177800">
                  <a:lnSpc>
                    <a:spcPct val="200000"/>
                  </a:lnSpc>
                  <a:buAutoNum type="arabicPeriod"/>
                </a:pPr>
                <a:r>
                  <a:rPr lang="ko-KR" altLang="en-US" sz="1000" spc="-50" dirty="0">
                    <a:ln>
                      <a:solidFill>
                        <a:srgbClr val="47A5E1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제목을 입력하세요</a:t>
                </a:r>
              </a:p>
            </p:txBody>
          </p:sp>
          <p:sp>
            <p:nvSpPr>
              <p:cNvPr id="95" name="Text Box 5">
                <a:extLst>
                  <a:ext uri="{FF2B5EF4-FFF2-40B4-BE49-F238E27FC236}">
                    <a16:creationId xmlns:a16="http://schemas.microsoft.com/office/drawing/2014/main" id="{96FF71E8-BDF6-4A28-B552-7F35316AD3E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385756" y="5162178"/>
                <a:ext cx="211596" cy="149111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t">
                <a:spAutoFit/>
              </a:bodyPr>
              <a:lstStyle>
                <a:defPPr>
                  <a:defRPr lang="en-US"/>
                </a:defPPr>
                <a:lvl1pPr marR="0" lvl="0" indent="0" algn="r" defTabSz="1062038" fontAlgn="auto"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1" sz="1000" b="0" i="0" u="none" strike="noStrike" cap="none" spc="0" normalizeH="0" baseline="0">
                    <a:ln>
                      <a:solidFill>
                        <a:srgbClr val="47A5E1">
                          <a:alpha val="0"/>
                        </a:srgb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defRPr>
                </a:lvl1pPr>
                <a:lvl2pPr marL="530225" defTabSz="1062038">
                  <a:defRPr kumimoji="1"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062038" defTabSz="1062038">
                  <a:defRPr kumimoji="1"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592263" defTabSz="1062038">
                  <a:defRPr kumimoji="1"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124075" defTabSz="1062038">
                  <a:defRPr kumimoji="1"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81275" defTabSz="1062038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3038475" defTabSz="1062038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95675" defTabSz="1062038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952875" defTabSz="1062038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r>
                  <a:rPr lang="en-US" altLang="ko-KR" dirty="0"/>
                  <a:t>085</a:t>
                </a:r>
              </a:p>
              <a:p>
                <a:r>
                  <a:rPr lang="en-US" altLang="ko-KR" dirty="0"/>
                  <a:t>099</a:t>
                </a:r>
              </a:p>
              <a:p>
                <a:r>
                  <a:rPr lang="en-US" altLang="ko-KR" dirty="0"/>
                  <a:t>124</a:t>
                </a:r>
              </a:p>
              <a:p>
                <a:r>
                  <a:rPr lang="en-US" altLang="ko-KR" dirty="0"/>
                  <a:t>133</a:t>
                </a:r>
              </a:p>
              <a:p>
                <a:r>
                  <a:rPr lang="en-US" altLang="ko-KR" dirty="0"/>
                  <a:t>156</a:t>
                </a:r>
              </a:p>
            </p:txBody>
          </p:sp>
          <p:cxnSp>
            <p:nvCxnSpPr>
              <p:cNvPr id="96" name="직선 연결선 95">
                <a:extLst>
                  <a:ext uri="{FF2B5EF4-FFF2-40B4-BE49-F238E27FC236}">
                    <a16:creationId xmlns:a16="http://schemas.microsoft.com/office/drawing/2014/main" id="{BD93F640-3A28-4271-98C6-3049280CDD8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797152" y="5341429"/>
                <a:ext cx="1476798" cy="0"/>
              </a:xfrm>
              <a:prstGeom prst="line">
                <a:avLst/>
              </a:prstGeom>
              <a:ln w="19050" cap="rnd">
                <a:solidFill>
                  <a:schemeClr val="bg1">
                    <a:lumMod val="6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직선 연결선 96">
                <a:extLst>
                  <a:ext uri="{FF2B5EF4-FFF2-40B4-BE49-F238E27FC236}">
                    <a16:creationId xmlns:a16="http://schemas.microsoft.com/office/drawing/2014/main" id="{DC791E70-803E-4A9A-81E2-351F48A42E9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797150" y="5645525"/>
                <a:ext cx="1476800" cy="0"/>
              </a:xfrm>
              <a:prstGeom prst="line">
                <a:avLst/>
              </a:prstGeom>
              <a:ln w="19050" cap="rnd">
                <a:solidFill>
                  <a:schemeClr val="bg1">
                    <a:lumMod val="6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직선 연결선 97">
                <a:extLst>
                  <a:ext uri="{FF2B5EF4-FFF2-40B4-BE49-F238E27FC236}">
                    <a16:creationId xmlns:a16="http://schemas.microsoft.com/office/drawing/2014/main" id="{95AD39A4-B37D-434E-9EC1-5C72B21B76C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797152" y="5949621"/>
                <a:ext cx="1476798" cy="0"/>
              </a:xfrm>
              <a:prstGeom prst="line">
                <a:avLst/>
              </a:prstGeom>
              <a:ln w="19050" cap="rnd">
                <a:solidFill>
                  <a:schemeClr val="bg1">
                    <a:lumMod val="6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직선 연결선 98">
                <a:extLst>
                  <a:ext uri="{FF2B5EF4-FFF2-40B4-BE49-F238E27FC236}">
                    <a16:creationId xmlns:a16="http://schemas.microsoft.com/office/drawing/2014/main" id="{961B97E1-9BB6-469E-B38F-18BCCA2348C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797152" y="6253718"/>
                <a:ext cx="1476798" cy="0"/>
              </a:xfrm>
              <a:prstGeom prst="line">
                <a:avLst/>
              </a:prstGeom>
              <a:ln w="19050" cap="rnd">
                <a:solidFill>
                  <a:schemeClr val="bg1">
                    <a:lumMod val="6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직선 연결선 99">
                <a:extLst>
                  <a:ext uri="{FF2B5EF4-FFF2-40B4-BE49-F238E27FC236}">
                    <a16:creationId xmlns:a16="http://schemas.microsoft.com/office/drawing/2014/main" id="{19725C0B-E74A-48D0-9A12-C7D3D35C945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797152" y="6553051"/>
                <a:ext cx="1476798" cy="0"/>
              </a:xfrm>
              <a:prstGeom prst="line">
                <a:avLst/>
              </a:prstGeom>
              <a:ln w="19050" cap="rnd">
                <a:solidFill>
                  <a:schemeClr val="bg1">
                    <a:lumMod val="6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2" name="Text Box 5">
              <a:extLst>
                <a:ext uri="{FF2B5EF4-FFF2-40B4-BE49-F238E27FC236}">
                  <a16:creationId xmlns:a16="http://schemas.microsoft.com/office/drawing/2014/main" id="{34D38DF6-1380-49FC-B109-0F9CD32804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73016" y="2445330"/>
              <a:ext cx="875240" cy="14952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t">
              <a:spAutoFit/>
            </a:bodyPr>
            <a:lstStyle>
              <a:lvl1pPr defTabSz="1062038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530225" defTabSz="1062038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062038" defTabSz="1062038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592263" defTabSz="1062038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124075" defTabSz="1062038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81275" defTabSz="10620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3038475" defTabSz="10620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95675" defTabSz="10620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952875" defTabSz="10620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177800" indent="-177800">
                <a:lnSpc>
                  <a:spcPct val="200000"/>
                </a:lnSpc>
                <a:buAutoNum type="arabicPeriod"/>
              </a:pPr>
              <a:r>
                <a:rPr lang="ko-KR" altLang="en-US" sz="1000" spc="-50" dirty="0">
                  <a:ln>
                    <a:solidFill>
                      <a:srgbClr val="47A5E1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목적 및 배경</a:t>
              </a:r>
              <a:endParaRPr lang="en-US" altLang="ko-KR" sz="1000" spc="-50" dirty="0">
                <a:ln>
                  <a:solidFill>
                    <a:srgbClr val="47A5E1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  <a:p>
              <a:pPr marL="177800" indent="-177800">
                <a:lnSpc>
                  <a:spcPct val="200000"/>
                </a:lnSpc>
                <a:buAutoNum type="arabicPeriod"/>
              </a:pPr>
              <a:r>
                <a:rPr lang="ko-KR" altLang="en-US" sz="1000" spc="-50" dirty="0">
                  <a:ln>
                    <a:solidFill>
                      <a:srgbClr val="47A5E1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사업 범위</a:t>
              </a:r>
              <a:endParaRPr lang="en-US" altLang="ko-KR" sz="1000" spc="-50" dirty="0">
                <a:ln>
                  <a:solidFill>
                    <a:srgbClr val="47A5E1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  <a:p>
              <a:pPr marL="177800" indent="-177800">
                <a:lnSpc>
                  <a:spcPct val="200000"/>
                </a:lnSpc>
                <a:buAutoNum type="arabicPeriod"/>
              </a:pPr>
              <a:r>
                <a:rPr lang="ko-KR" altLang="en-US" sz="1000" spc="-50" dirty="0">
                  <a:ln>
                    <a:solidFill>
                      <a:srgbClr val="47A5E1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특징 및 장점</a:t>
              </a:r>
              <a:endParaRPr lang="en-US" altLang="ko-KR" sz="1000" spc="-50" dirty="0">
                <a:ln>
                  <a:solidFill>
                    <a:srgbClr val="47A5E1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  <a:p>
              <a:pPr marL="177800" indent="-177800">
                <a:lnSpc>
                  <a:spcPct val="200000"/>
                </a:lnSpc>
                <a:buAutoNum type="arabicPeriod"/>
              </a:pPr>
              <a:r>
                <a:rPr lang="ko-KR" altLang="en-US" sz="1000" spc="-50" dirty="0">
                  <a:ln>
                    <a:solidFill>
                      <a:srgbClr val="47A5E1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사업수행 목표</a:t>
              </a:r>
              <a:endParaRPr lang="en-US" altLang="ko-KR" sz="1000" spc="-50" dirty="0">
                <a:ln>
                  <a:solidFill>
                    <a:srgbClr val="47A5E1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  <a:p>
              <a:pPr marL="177800" indent="-177800">
                <a:lnSpc>
                  <a:spcPct val="200000"/>
                </a:lnSpc>
                <a:buAutoNum type="arabicPeriod"/>
              </a:pPr>
              <a:r>
                <a:rPr lang="ko-KR" altLang="en-US" sz="1000" spc="-50" dirty="0">
                  <a:ln>
                    <a:solidFill>
                      <a:srgbClr val="47A5E1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기대 효과</a:t>
              </a:r>
              <a:endParaRPr lang="en-US" altLang="ko-KR" sz="1000" spc="-50" dirty="0">
                <a:ln>
                  <a:solidFill>
                    <a:srgbClr val="47A5E1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116" name="그룹 115">
            <a:extLst>
              <a:ext uri="{FF2B5EF4-FFF2-40B4-BE49-F238E27FC236}">
                <a16:creationId xmlns:a16="http://schemas.microsoft.com/office/drawing/2014/main" id="{B60EAEEF-10AE-4C1B-AAD0-844059F33117}"/>
              </a:ext>
            </a:extLst>
          </p:cNvPr>
          <p:cNvGrpSpPr/>
          <p:nvPr/>
        </p:nvGrpSpPr>
        <p:grpSpPr>
          <a:xfrm>
            <a:off x="362858" y="9489504"/>
            <a:ext cx="6108741" cy="186065"/>
            <a:chOff x="362858" y="9489504"/>
            <a:chExt cx="6108741" cy="186065"/>
          </a:xfrm>
        </p:grpSpPr>
        <p:sp>
          <p:nvSpPr>
            <p:cNvPr id="118" name="Text Box 53">
              <a:extLst>
                <a:ext uri="{FF2B5EF4-FFF2-40B4-BE49-F238E27FC236}">
                  <a16:creationId xmlns:a16="http://schemas.microsoft.com/office/drawing/2014/main" id="{93F2541E-72F8-4512-9115-5EC234366141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4480109" y="9519314"/>
              <a:ext cx="804707" cy="1264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CC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bg1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defPPr>
                <a:defRPr lang="en-US"/>
              </a:defPPr>
              <a:lvl1pPr lvl="0" indent="0" defTabSz="914400">
                <a:spcBef>
                  <a:spcPts val="1000"/>
                </a:spcBef>
                <a:defRPr kumimoji="1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  <a:ea typeface="굴림" panose="020B0600000101010101" pitchFamily="50" charset="-127"/>
                </a:defRPr>
              </a:lvl1pPr>
              <a:lvl2pPr marL="1028700" indent="-457200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668463" indent="-454025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2317750" indent="-458788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965450" indent="-457200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34226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38798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43370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47942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sample@mail.com</a:t>
              </a:r>
              <a:endPara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endParaRPr>
            </a:p>
          </p:txBody>
        </p:sp>
        <p:sp>
          <p:nvSpPr>
            <p:cNvPr id="119" name="任意形状 978">
              <a:extLst>
                <a:ext uri="{FF2B5EF4-FFF2-40B4-BE49-F238E27FC236}">
                  <a16:creationId xmlns:a16="http://schemas.microsoft.com/office/drawing/2014/main" id="{73DA7E4B-6D08-4721-BECC-1842246A354D}"/>
                </a:ext>
              </a:extLst>
            </p:cNvPr>
            <p:cNvSpPr/>
            <p:nvPr/>
          </p:nvSpPr>
          <p:spPr>
            <a:xfrm>
              <a:off x="4293096" y="9523555"/>
              <a:ext cx="134750" cy="1179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" y="0"/>
                  </a:moveTo>
                  <a:lnTo>
                    <a:pt x="20520" y="0"/>
                  </a:lnTo>
                  <a:cubicBezTo>
                    <a:pt x="21117" y="0"/>
                    <a:pt x="21600" y="537"/>
                    <a:pt x="21600" y="1200"/>
                  </a:cubicBezTo>
                  <a:lnTo>
                    <a:pt x="21600" y="20400"/>
                  </a:lnTo>
                  <a:cubicBezTo>
                    <a:pt x="21600" y="21063"/>
                    <a:pt x="21117" y="21600"/>
                    <a:pt x="20520" y="21600"/>
                  </a:cubicBezTo>
                  <a:lnTo>
                    <a:pt x="1080" y="21600"/>
                  </a:lnTo>
                  <a:cubicBezTo>
                    <a:pt x="483" y="21600"/>
                    <a:pt x="0" y="21063"/>
                    <a:pt x="0" y="20400"/>
                  </a:cubicBezTo>
                  <a:lnTo>
                    <a:pt x="0" y="1200"/>
                  </a:lnTo>
                  <a:cubicBezTo>
                    <a:pt x="0" y="537"/>
                    <a:pt x="483" y="0"/>
                    <a:pt x="1080" y="0"/>
                  </a:cubicBezTo>
                  <a:close/>
                  <a:moveTo>
                    <a:pt x="19440" y="5086"/>
                  </a:moveTo>
                  <a:lnTo>
                    <a:pt x="10878" y="13606"/>
                  </a:lnTo>
                  <a:lnTo>
                    <a:pt x="2160" y="5059"/>
                  </a:lnTo>
                  <a:lnTo>
                    <a:pt x="2160" y="19200"/>
                  </a:lnTo>
                  <a:lnTo>
                    <a:pt x="19440" y="19200"/>
                  </a:lnTo>
                  <a:lnTo>
                    <a:pt x="19440" y="5086"/>
                  </a:lnTo>
                  <a:close/>
                  <a:moveTo>
                    <a:pt x="2712" y="2400"/>
                  </a:moveTo>
                  <a:lnTo>
                    <a:pt x="10866" y="10394"/>
                  </a:lnTo>
                  <a:lnTo>
                    <a:pt x="18902" y="2400"/>
                  </a:lnTo>
                  <a:lnTo>
                    <a:pt x="2712" y="240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+mn-cs"/>
              </a:endParaRPr>
            </a:p>
          </p:txBody>
        </p:sp>
        <p:sp>
          <p:nvSpPr>
            <p:cNvPr id="120" name="Text Box 53">
              <a:extLst>
                <a:ext uri="{FF2B5EF4-FFF2-40B4-BE49-F238E27FC236}">
                  <a16:creationId xmlns:a16="http://schemas.microsoft.com/office/drawing/2014/main" id="{462F9A91-5729-4288-9CFD-FCBBBECE131B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5676510" y="9519314"/>
              <a:ext cx="795089" cy="1264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CC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bg1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defPPr>
                <a:defRPr lang="en-US"/>
              </a:defPPr>
              <a:lvl1pPr lvl="0" indent="0" defTabSz="914400">
                <a:spcBef>
                  <a:spcPts val="1000"/>
                </a:spcBef>
                <a:defRPr kumimoji="1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  <a:ea typeface="굴림" panose="020B0600000101010101" pitchFamily="50" charset="-127"/>
                </a:defRPr>
              </a:lvl1pPr>
              <a:lvl2pPr marL="1028700" indent="-457200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668463" indent="-454025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2317750" indent="-458788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965450" indent="-457200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34226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38798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43370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47942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www.sample.com</a:t>
              </a:r>
              <a:endPara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endParaRPr>
            </a:p>
          </p:txBody>
        </p:sp>
        <p:sp>
          <p:nvSpPr>
            <p:cNvPr id="121" name="任意形状 412">
              <a:extLst>
                <a:ext uri="{FF2B5EF4-FFF2-40B4-BE49-F238E27FC236}">
                  <a16:creationId xmlns:a16="http://schemas.microsoft.com/office/drawing/2014/main" id="{2ABD861E-8069-45F8-AC8D-E7AB584AD893}"/>
                </a:ext>
              </a:extLst>
            </p:cNvPr>
            <p:cNvSpPr/>
            <p:nvPr/>
          </p:nvSpPr>
          <p:spPr>
            <a:xfrm>
              <a:off x="5473233" y="9516345"/>
              <a:ext cx="148226" cy="13238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05" extrusionOk="0">
                  <a:moveTo>
                    <a:pt x="17673" y="21505"/>
                  </a:moveTo>
                  <a:lnTo>
                    <a:pt x="3927" y="21505"/>
                  </a:lnTo>
                  <a:cubicBezTo>
                    <a:pt x="3385" y="21505"/>
                    <a:pt x="2945" y="21015"/>
                    <a:pt x="2945" y="20411"/>
                  </a:cubicBezTo>
                  <a:lnTo>
                    <a:pt x="2945" y="10560"/>
                  </a:lnTo>
                  <a:lnTo>
                    <a:pt x="0" y="10560"/>
                  </a:lnTo>
                  <a:lnTo>
                    <a:pt x="10139" y="285"/>
                  </a:lnTo>
                  <a:cubicBezTo>
                    <a:pt x="10514" y="-95"/>
                    <a:pt x="11086" y="-95"/>
                    <a:pt x="11461" y="285"/>
                  </a:cubicBezTo>
                  <a:lnTo>
                    <a:pt x="21600" y="10560"/>
                  </a:lnTo>
                  <a:lnTo>
                    <a:pt x="18655" y="10560"/>
                  </a:lnTo>
                  <a:lnTo>
                    <a:pt x="18655" y="20411"/>
                  </a:lnTo>
                  <a:cubicBezTo>
                    <a:pt x="18655" y="21015"/>
                    <a:pt x="18215" y="21505"/>
                    <a:pt x="17673" y="21505"/>
                  </a:cubicBezTo>
                  <a:close/>
                  <a:moveTo>
                    <a:pt x="4909" y="19316"/>
                  </a:moveTo>
                  <a:lnTo>
                    <a:pt x="16691" y="19316"/>
                  </a:lnTo>
                  <a:lnTo>
                    <a:pt x="16691" y="8543"/>
                  </a:lnTo>
                  <a:lnTo>
                    <a:pt x="10800" y="2574"/>
                  </a:lnTo>
                  <a:lnTo>
                    <a:pt x="4909" y="8543"/>
                  </a:lnTo>
                  <a:lnTo>
                    <a:pt x="4909" y="19316"/>
                  </a:lnTo>
                  <a:close/>
                  <a:moveTo>
                    <a:pt x="6873" y="14938"/>
                  </a:moveTo>
                  <a:lnTo>
                    <a:pt x="14727" y="14938"/>
                  </a:lnTo>
                  <a:lnTo>
                    <a:pt x="14727" y="17127"/>
                  </a:lnTo>
                  <a:lnTo>
                    <a:pt x="6873" y="17127"/>
                  </a:lnTo>
                  <a:lnTo>
                    <a:pt x="6873" y="14938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+mn-cs"/>
              </a:endParaRPr>
            </a:p>
          </p:txBody>
        </p:sp>
        <p:sp>
          <p:nvSpPr>
            <p:cNvPr id="122" name="Text Box 53">
              <a:extLst>
                <a:ext uri="{FF2B5EF4-FFF2-40B4-BE49-F238E27FC236}">
                  <a16:creationId xmlns:a16="http://schemas.microsoft.com/office/drawing/2014/main" id="{FE371B35-BAF9-4084-BADB-4387BD60F445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464862" y="9505592"/>
              <a:ext cx="1264770" cy="1538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CC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bg1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 marL="177800" indent="-177800" defTabSz="793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1028700" indent="-457200" defTabSz="793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668463" indent="-454025" defTabSz="793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2317750" indent="-458788" defTabSz="793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965450" indent="-457200" defTabSz="793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34226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38798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43370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47942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+mn-cs"/>
                </a:rPr>
                <a:t>업체명</a:t>
              </a:r>
              <a:r>
                <a:rPr kumimoji="1" lang="en-US" altLang="ko-KR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+mn-cs"/>
                </a:rPr>
                <a:t>: (</a:t>
              </a:r>
              <a:r>
                <a:rPr kumimoji="1" lang="ko-KR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+mn-cs"/>
                </a:rPr>
                <a:t>주</a:t>
              </a:r>
              <a:r>
                <a:rPr kumimoji="1" lang="en-US" altLang="ko-KR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+mn-cs"/>
                </a:rPr>
                <a:t>)</a:t>
              </a:r>
              <a:r>
                <a:rPr kumimoji="1" lang="ko-KR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+mn-cs"/>
                </a:rPr>
                <a:t>서희 </a:t>
              </a:r>
              <a:r>
                <a:rPr kumimoji="1" lang="en-US" altLang="ko-KR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+mn-cs"/>
                </a:rPr>
                <a:t>Design</a:t>
              </a:r>
              <a:endParaRPr kumimoji="1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+mn-cs"/>
              </a:endParaRPr>
            </a:p>
          </p:txBody>
        </p:sp>
        <p:grpSp>
          <p:nvGrpSpPr>
            <p:cNvPr id="123" name="그룹 122">
              <a:extLst>
                <a:ext uri="{FF2B5EF4-FFF2-40B4-BE49-F238E27FC236}">
                  <a16:creationId xmlns:a16="http://schemas.microsoft.com/office/drawing/2014/main" id="{B50B789B-41B7-45CD-AEF2-2FC4D310CDAB}"/>
                </a:ext>
              </a:extLst>
            </p:cNvPr>
            <p:cNvGrpSpPr/>
            <p:nvPr/>
          </p:nvGrpSpPr>
          <p:grpSpPr>
            <a:xfrm>
              <a:off x="362858" y="9489504"/>
              <a:ext cx="942382" cy="186065"/>
              <a:chOff x="728700" y="7676979"/>
              <a:chExt cx="942382" cy="186065"/>
            </a:xfrm>
          </p:grpSpPr>
          <p:sp>
            <p:nvSpPr>
              <p:cNvPr id="124" name="任意形状 1136">
                <a:extLst>
                  <a:ext uri="{FF2B5EF4-FFF2-40B4-BE49-F238E27FC236}">
                    <a16:creationId xmlns:a16="http://schemas.microsoft.com/office/drawing/2014/main" id="{7E666222-5488-4305-8F23-DEBC19469A1F}"/>
                  </a:ext>
                </a:extLst>
              </p:cNvPr>
              <p:cNvSpPr/>
              <p:nvPr/>
            </p:nvSpPr>
            <p:spPr>
              <a:xfrm>
                <a:off x="728700" y="7680698"/>
                <a:ext cx="182346" cy="18234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1880" y="9720"/>
                    </a:moveTo>
                    <a:lnTo>
                      <a:pt x="11880" y="4320"/>
                    </a:lnTo>
                    <a:lnTo>
                      <a:pt x="6480" y="11880"/>
                    </a:lnTo>
                    <a:lnTo>
                      <a:pt x="9720" y="11880"/>
                    </a:lnTo>
                    <a:lnTo>
                      <a:pt x="9720" y="17280"/>
                    </a:lnTo>
                    <a:lnTo>
                      <a:pt x="15120" y="9720"/>
                    </a:lnTo>
                    <a:lnTo>
                      <a:pt x="11880" y="9720"/>
                    </a:lnTo>
                    <a:close/>
                    <a:moveTo>
                      <a:pt x="10800" y="21600"/>
                    </a:moveTo>
                    <a:cubicBezTo>
                      <a:pt x="4835" y="21600"/>
                      <a:pt x="0" y="16765"/>
                      <a:pt x="0" y="10800"/>
                    </a:cubicBez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endParaRPr dirty="0"/>
              </a:p>
            </p:txBody>
          </p:sp>
          <p:sp>
            <p:nvSpPr>
              <p:cNvPr id="125" name="Text Box 53">
                <a:extLst>
                  <a:ext uri="{FF2B5EF4-FFF2-40B4-BE49-F238E27FC236}">
                    <a16:creationId xmlns:a16="http://schemas.microsoft.com/office/drawing/2014/main" id="{58481517-B39E-427C-8AF3-CF968BADBCE2}"/>
                  </a:ext>
                </a:extLst>
              </p:cNvPr>
              <p:cNvSpPr txBox="1">
                <a:spLocks noChangeArrowheads="1"/>
              </p:cNvSpPr>
              <p:nvPr/>
            </p:nvSpPr>
            <p:spPr bwMode="gray">
              <a:xfrm>
                <a:off x="944921" y="7676979"/>
                <a:ext cx="726161" cy="1692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CC99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7961" dir="2700000" algn="ctr" rotWithShape="0">
                        <a:schemeClr val="bg1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marL="177800" indent="-177800" defTabSz="79375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1028700" indent="-457200" defTabSz="79375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668463" indent="-454025" defTabSz="79375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2317750" indent="-458788" defTabSz="79375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965450" indent="-457200" defTabSz="79375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3422650" indent="-457200" defTabSz="793750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3879850" indent="-457200" defTabSz="793750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4337050" indent="-457200" defTabSz="793750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4794250" indent="-457200" defTabSz="793750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marL="0" indent="0" defTabSz="914400">
                  <a:lnSpc>
                    <a:spcPct val="120000"/>
                  </a:lnSpc>
                  <a:spcAft>
                    <a:spcPts val="600"/>
                  </a:spcAft>
                </a:pPr>
                <a:r>
                  <a:rPr lang="en-US" altLang="ko-KR" sz="10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50" charset="-127"/>
                    <a:ea typeface="10X10 Bold" panose="020D0604000000000000" pitchFamily="50" charset="-127"/>
                    <a:cs typeface="Pretendard" panose="02000503000000020004" pitchFamily="50" charset="-127"/>
                  </a:rPr>
                  <a:t>YOUR</a:t>
                </a:r>
                <a:r>
                  <a:rPr lang="en-US" altLang="ko-KR" sz="10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50" charset="-127"/>
                    <a:ea typeface="나눔명조" panose="02020603020101020101" pitchFamily="18" charset="-127"/>
                    <a:cs typeface="Pretendard" panose="02000503000000020004" pitchFamily="50" charset="-127"/>
                  </a:rPr>
                  <a:t>LOGO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7917622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E390D3B8-BEA1-4AE9-8492-192AAC774907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0"/>
            <a:ext cx="6858000" cy="9111345"/>
            <a:chOff x="6201308" y="2267922"/>
            <a:chExt cx="5039999" cy="6696000"/>
          </a:xfrm>
        </p:grpSpPr>
        <p:pic>
          <p:nvPicPr>
            <p:cNvPr id="52" name="그림 51">
              <a:extLst>
                <a:ext uri="{FF2B5EF4-FFF2-40B4-BE49-F238E27FC236}">
                  <a16:creationId xmlns:a16="http://schemas.microsoft.com/office/drawing/2014/main" id="{77805954-37FA-41EE-BC12-D2C9B903D07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028" r="22754"/>
            <a:stretch/>
          </p:blipFill>
          <p:spPr>
            <a:xfrm>
              <a:off x="6201308" y="2267922"/>
              <a:ext cx="5039999" cy="6696000"/>
            </a:xfrm>
            <a:prstGeom prst="rect">
              <a:avLst/>
            </a:prstGeom>
          </p:spPr>
        </p:pic>
        <p:grpSp>
          <p:nvGrpSpPr>
            <p:cNvPr id="53" name="그룹 52">
              <a:extLst>
                <a:ext uri="{FF2B5EF4-FFF2-40B4-BE49-F238E27FC236}">
                  <a16:creationId xmlns:a16="http://schemas.microsoft.com/office/drawing/2014/main" id="{5AE8861D-CE79-4C4F-B5BE-E374EFC1A9C8}"/>
                </a:ext>
              </a:extLst>
            </p:cNvPr>
            <p:cNvGrpSpPr/>
            <p:nvPr/>
          </p:nvGrpSpPr>
          <p:grpSpPr>
            <a:xfrm>
              <a:off x="6347428" y="2411938"/>
              <a:ext cx="4747758" cy="6408708"/>
              <a:chOff x="146120" y="1568624"/>
              <a:chExt cx="4747758" cy="6408708"/>
            </a:xfrm>
          </p:grpSpPr>
          <p:sp>
            <p:nvSpPr>
              <p:cNvPr id="54" name="직사각형 53">
                <a:extLst>
                  <a:ext uri="{FF2B5EF4-FFF2-40B4-BE49-F238E27FC236}">
                    <a16:creationId xmlns:a16="http://schemas.microsoft.com/office/drawing/2014/main" id="{AE5B9F32-835A-4503-86DA-A62DDCD140DA}"/>
                  </a:ext>
                </a:extLst>
              </p:cNvPr>
              <p:cNvSpPr/>
              <p:nvPr/>
            </p:nvSpPr>
            <p:spPr>
              <a:xfrm>
                <a:off x="179999" y="1604628"/>
                <a:ext cx="4680000" cy="6336000"/>
              </a:xfrm>
              <a:prstGeom prst="rect">
                <a:avLst/>
              </a:prstGeom>
              <a:solidFill>
                <a:schemeClr val="tx1">
                  <a:alpha val="10000"/>
                </a:schemeClr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55" name="그룹 54">
                <a:extLst>
                  <a:ext uri="{FF2B5EF4-FFF2-40B4-BE49-F238E27FC236}">
                    <a16:creationId xmlns:a16="http://schemas.microsoft.com/office/drawing/2014/main" id="{818E25D3-56A3-4A25-B9E3-2737A08A1E3A}"/>
                  </a:ext>
                </a:extLst>
              </p:cNvPr>
              <p:cNvGrpSpPr/>
              <p:nvPr/>
            </p:nvGrpSpPr>
            <p:grpSpPr>
              <a:xfrm>
                <a:off x="146120" y="1568624"/>
                <a:ext cx="4747758" cy="6408708"/>
                <a:chOff x="152640" y="1568624"/>
                <a:chExt cx="4747758" cy="6408708"/>
              </a:xfrm>
              <a:solidFill>
                <a:schemeClr val="bg1">
                  <a:alpha val="50000"/>
                </a:schemeClr>
              </a:solidFill>
            </p:grpSpPr>
            <p:sp>
              <p:nvSpPr>
                <p:cNvPr id="56" name="직사각형 55">
                  <a:extLst>
                    <a:ext uri="{FF2B5EF4-FFF2-40B4-BE49-F238E27FC236}">
                      <a16:creationId xmlns:a16="http://schemas.microsoft.com/office/drawing/2014/main" id="{9EC6E4AB-A022-4676-A97D-3253B71A68A7}"/>
                    </a:ext>
                  </a:extLst>
                </p:cNvPr>
                <p:cNvSpPr/>
                <p:nvPr/>
              </p:nvSpPr>
              <p:spPr>
                <a:xfrm>
                  <a:off x="184320" y="1568628"/>
                  <a:ext cx="4680000" cy="3600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7" name="직사각형 56">
                  <a:extLst>
                    <a:ext uri="{FF2B5EF4-FFF2-40B4-BE49-F238E27FC236}">
                      <a16:creationId xmlns:a16="http://schemas.microsoft.com/office/drawing/2014/main" id="{4D48DA06-B5B4-4BEE-B335-1CAD470AFDC8}"/>
                    </a:ext>
                  </a:extLst>
                </p:cNvPr>
                <p:cNvSpPr/>
                <p:nvPr/>
              </p:nvSpPr>
              <p:spPr>
                <a:xfrm>
                  <a:off x="184320" y="7941332"/>
                  <a:ext cx="4680000" cy="3600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8" name="직사각형 57">
                  <a:extLst>
                    <a:ext uri="{FF2B5EF4-FFF2-40B4-BE49-F238E27FC236}">
                      <a16:creationId xmlns:a16="http://schemas.microsoft.com/office/drawing/2014/main" id="{04182030-311B-4A09-BF08-9AE9F0219C51}"/>
                    </a:ext>
                  </a:extLst>
                </p:cNvPr>
                <p:cNvSpPr/>
                <p:nvPr/>
              </p:nvSpPr>
              <p:spPr>
                <a:xfrm rot="5400000">
                  <a:off x="-3033360" y="4754624"/>
                  <a:ext cx="6408000" cy="3600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9" name="직사각형 58">
                  <a:extLst>
                    <a:ext uri="{FF2B5EF4-FFF2-40B4-BE49-F238E27FC236}">
                      <a16:creationId xmlns:a16="http://schemas.microsoft.com/office/drawing/2014/main" id="{A9E53C07-C263-48F9-8200-2B7FF7D91B09}"/>
                    </a:ext>
                  </a:extLst>
                </p:cNvPr>
                <p:cNvSpPr/>
                <p:nvPr/>
              </p:nvSpPr>
              <p:spPr>
                <a:xfrm rot="5400000">
                  <a:off x="4360398" y="2072628"/>
                  <a:ext cx="1044000" cy="3600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60" name="직사각형 59">
                  <a:extLst>
                    <a:ext uri="{FF2B5EF4-FFF2-40B4-BE49-F238E27FC236}">
                      <a16:creationId xmlns:a16="http://schemas.microsoft.com/office/drawing/2014/main" id="{70E25877-1898-459A-9A97-B5C53448D4BD}"/>
                    </a:ext>
                  </a:extLst>
                </p:cNvPr>
                <p:cNvSpPr/>
                <p:nvPr/>
              </p:nvSpPr>
              <p:spPr>
                <a:xfrm rot="16200000">
                  <a:off x="3532398" y="6609332"/>
                  <a:ext cx="2700000" cy="3600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</p:grpSp>
      </p:grpSp>
      <p:sp>
        <p:nvSpPr>
          <p:cNvPr id="11" name="제목 10"/>
          <p:cNvSpPr>
            <a:spLocks noGrp="1"/>
          </p:cNvSpPr>
          <p:nvPr>
            <p:ph type="title" idx="4294967295"/>
          </p:nvPr>
        </p:nvSpPr>
        <p:spPr>
          <a:xfrm>
            <a:off x="-2011903" y="83482"/>
            <a:ext cx="1984519" cy="22775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 fontAlgn="base" latinLnBrk="0">
              <a:spcAft>
                <a:spcPts val="200"/>
              </a:spcAft>
              <a:buClr>
                <a:schemeClr val="tx1">
                  <a:lumMod val="75000"/>
                  <a:lumOff val="25000"/>
                </a:schemeClr>
              </a:buClr>
              <a:buSzPct val="90000"/>
            </a:pPr>
            <a:r>
              <a:rPr lang="ko-KR" altLang="en-US" sz="1600" dirty="0">
                <a:latin typeface="+mj-ea"/>
                <a:cs typeface="+mn-cs"/>
              </a:rPr>
              <a:t>간지</a:t>
            </a:r>
            <a:r>
              <a:rPr lang="en-US" altLang="ko-KR" sz="1600" dirty="0">
                <a:latin typeface="+mj-ea"/>
                <a:cs typeface="+mn-cs"/>
              </a:rPr>
              <a:t>_image 05 =====</a:t>
            </a:r>
            <a:endParaRPr lang="ko-KR" altLang="en-US" sz="1600" dirty="0">
              <a:latin typeface="+mj-ea"/>
              <a:cs typeface="+mn-cs"/>
            </a:endParaRPr>
          </a:p>
        </p:txBody>
      </p: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626D2169-B3BF-435F-A5DB-5FC998036A57}"/>
              </a:ext>
            </a:extLst>
          </p:cNvPr>
          <p:cNvGrpSpPr/>
          <p:nvPr/>
        </p:nvGrpSpPr>
        <p:grpSpPr>
          <a:xfrm>
            <a:off x="476738" y="452500"/>
            <a:ext cx="3148177" cy="974814"/>
            <a:chOff x="476738" y="426532"/>
            <a:chExt cx="3148177" cy="974814"/>
          </a:xfrm>
        </p:grpSpPr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C38D8C47-E8F3-4DD1-96BB-A52E71ACA9F1}"/>
                </a:ext>
              </a:extLst>
            </p:cNvPr>
            <p:cNvSpPr txBox="1"/>
            <p:nvPr/>
          </p:nvSpPr>
          <p:spPr>
            <a:xfrm>
              <a:off x="530903" y="493311"/>
              <a:ext cx="1619033" cy="42062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kumimoji="1" lang="en-US" altLang="ko-KR" sz="1200" spc="-40">
                  <a:solidFill>
                    <a:schemeClr val="bg1">
                      <a:lumMod val="95000"/>
                    </a:schemeClr>
                  </a:solidFill>
                  <a:latin typeface="G마켓 산스 Light" panose="02000000000000000000" pitchFamily="50" charset="-127"/>
                  <a:ea typeface="G마켓 산스 Light" panose="02000000000000000000" pitchFamily="50" charset="-127"/>
                </a:rPr>
                <a:t>Simple_image</a:t>
              </a:r>
              <a:endParaRPr kumimoji="1" lang="en-US" altLang="ko-KR" sz="1200" spc="-40" dirty="0">
                <a:solidFill>
                  <a:schemeClr val="bg1">
                    <a:lumMod val="95000"/>
                  </a:schemeClr>
                </a:solidFill>
                <a:latin typeface="G마켓 산스 Light" panose="02000000000000000000" pitchFamily="50" charset="-127"/>
                <a:ea typeface="G마켓 산스 Light" panose="02000000000000000000" pitchFamily="50" charset="-127"/>
              </a:endParaRPr>
            </a:p>
            <a:p>
              <a:pPr>
                <a:spcAft>
                  <a:spcPts val="400"/>
                </a:spcAft>
              </a:pPr>
              <a:r>
                <a:rPr kumimoji="1" lang="ko-KR" altLang="en-US" sz="1200" b="0" i="0" spc="-40" baseline="0" dirty="0">
                  <a:solidFill>
                    <a:schemeClr val="bg1">
                      <a:lumMod val="95000"/>
                    </a:schemeClr>
                  </a:solidFill>
                  <a:latin typeface="G마켓 산스 Bold" panose="02000000000000000000" pitchFamily="50" charset="-127"/>
                  <a:ea typeface="G마켓 산스 Bold" panose="02000000000000000000" pitchFamily="50" charset="-127"/>
                </a:rPr>
                <a:t>파워포인트 템플릿 </a:t>
              </a:r>
              <a:r>
                <a:rPr kumimoji="1" lang="en-US" altLang="ko-KR" sz="1200" b="0" i="0" spc="-40" baseline="0" dirty="0">
                  <a:solidFill>
                    <a:schemeClr val="bg1">
                      <a:lumMod val="95000"/>
                    </a:schemeClr>
                  </a:solidFill>
                  <a:latin typeface="G마켓 산스 Bold" panose="02000000000000000000" pitchFamily="50" charset="-127"/>
                  <a:ea typeface="G마켓 산스 Bold" panose="02000000000000000000" pitchFamily="50" charset="-127"/>
                </a:rPr>
                <a:t>| </a:t>
              </a:r>
              <a:r>
                <a:rPr kumimoji="1" lang="en-US" altLang="ko-KR" sz="1200" spc="-40" dirty="0">
                  <a:solidFill>
                    <a:schemeClr val="bg1">
                      <a:lumMod val="95000"/>
                    </a:schemeClr>
                  </a:solidFill>
                  <a:latin typeface="G마켓 산스 Medium" panose="02000000000000000000" pitchFamily="50" charset="-127"/>
                  <a:ea typeface="G마켓 산스 Medium" panose="02000000000000000000" pitchFamily="50" charset="-127"/>
                </a:rPr>
                <a:t>PPT</a:t>
              </a:r>
              <a:endParaRPr kumimoji="1" lang="ko-KR" altLang="en-US" sz="1200" b="0" i="0" spc="-40" baseline="0" dirty="0">
                <a:solidFill>
                  <a:schemeClr val="bg1">
                    <a:lumMod val="95000"/>
                  </a:schemeClr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endParaRP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A4563C03-EF6C-4CA9-B949-185D642564EE}"/>
                </a:ext>
              </a:extLst>
            </p:cNvPr>
            <p:cNvSpPr txBox="1"/>
            <p:nvPr/>
          </p:nvSpPr>
          <p:spPr>
            <a:xfrm>
              <a:off x="476738" y="1033371"/>
              <a:ext cx="1727362" cy="32400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</p:spPr>
          <p:txBody>
            <a:bodyPr wrap="none" lIns="108000" tIns="0" rIns="108000" bIns="0" rtlCol="0" anchor="ctr">
              <a:noAutofit/>
            </a:bodyPr>
            <a:lstStyle>
              <a:defPPr>
                <a:defRPr lang="en-US"/>
              </a:defPPr>
              <a:lvl1pPr algn="ctr">
                <a:defRPr kumimoji="1">
                  <a:solidFill>
                    <a:schemeClr val="tx1">
                      <a:lumMod val="95000"/>
                      <a:lumOff val="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defRPr>
              </a:lvl1pPr>
            </a:lstStyle>
            <a:p>
              <a:r>
                <a:rPr lang="en-US" altLang="ko-KR" dirty="0"/>
                <a:t>CONTENTS</a:t>
              </a:r>
            </a:p>
          </p:txBody>
        </p:sp>
        <p:sp>
          <p:nvSpPr>
            <p:cNvPr id="65" name="Shape">
              <a:extLst>
                <a:ext uri="{FF2B5EF4-FFF2-40B4-BE49-F238E27FC236}">
                  <a16:creationId xmlns:a16="http://schemas.microsoft.com/office/drawing/2014/main" id="{9CE03F4E-DD62-43DD-96D9-10745AFB4715}"/>
                </a:ext>
              </a:extLst>
            </p:cNvPr>
            <p:cNvSpPr/>
            <p:nvPr/>
          </p:nvSpPr>
          <p:spPr>
            <a:xfrm>
              <a:off x="2421953" y="426532"/>
              <a:ext cx="1202962" cy="9748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08" y="0"/>
                  </a:moveTo>
                  <a:lnTo>
                    <a:pt x="1808" y="1129"/>
                  </a:lnTo>
                  <a:lnTo>
                    <a:pt x="0" y="1129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1129"/>
                  </a:lnTo>
                  <a:lnTo>
                    <a:pt x="7183" y="1129"/>
                  </a:lnTo>
                  <a:lnTo>
                    <a:pt x="7183" y="0"/>
                  </a:lnTo>
                  <a:lnTo>
                    <a:pt x="1808" y="0"/>
                  </a:lnTo>
                  <a:close/>
                  <a:moveTo>
                    <a:pt x="865" y="2193"/>
                  </a:moveTo>
                  <a:lnTo>
                    <a:pt x="20736" y="2193"/>
                  </a:lnTo>
                  <a:lnTo>
                    <a:pt x="20736" y="20536"/>
                  </a:lnTo>
                  <a:lnTo>
                    <a:pt x="865" y="20536"/>
                  </a:lnTo>
                  <a:lnTo>
                    <a:pt x="865" y="2193"/>
                  </a:lnTo>
                  <a:close/>
                  <a:moveTo>
                    <a:pt x="14835" y="4981"/>
                  </a:moveTo>
                  <a:lnTo>
                    <a:pt x="14835" y="6094"/>
                  </a:lnTo>
                  <a:lnTo>
                    <a:pt x="18456" y="6094"/>
                  </a:lnTo>
                  <a:lnTo>
                    <a:pt x="18456" y="4981"/>
                  </a:lnTo>
                  <a:lnTo>
                    <a:pt x="14835" y="4981"/>
                  </a:lnTo>
                  <a:close/>
                  <a:moveTo>
                    <a:pt x="8083" y="6670"/>
                  </a:moveTo>
                  <a:cubicBezTo>
                    <a:pt x="7051" y="6670"/>
                    <a:pt x="6018" y="7154"/>
                    <a:pt x="5231" y="8124"/>
                  </a:cubicBezTo>
                  <a:cubicBezTo>
                    <a:pt x="3655" y="10064"/>
                    <a:pt x="3655" y="13209"/>
                    <a:pt x="5231" y="15149"/>
                  </a:cubicBezTo>
                  <a:cubicBezTo>
                    <a:pt x="6806" y="17088"/>
                    <a:pt x="9360" y="17088"/>
                    <a:pt x="10935" y="15149"/>
                  </a:cubicBezTo>
                  <a:cubicBezTo>
                    <a:pt x="12511" y="13209"/>
                    <a:pt x="12511" y="10064"/>
                    <a:pt x="10935" y="8124"/>
                  </a:cubicBezTo>
                  <a:cubicBezTo>
                    <a:pt x="10148" y="7154"/>
                    <a:pt x="9115" y="6670"/>
                    <a:pt x="8083" y="6670"/>
                  </a:cubicBezTo>
                  <a:close/>
                  <a:moveTo>
                    <a:pt x="8083" y="7757"/>
                  </a:moveTo>
                  <a:cubicBezTo>
                    <a:pt x="8889" y="7757"/>
                    <a:pt x="9696" y="8136"/>
                    <a:pt x="10311" y="8894"/>
                  </a:cubicBezTo>
                  <a:cubicBezTo>
                    <a:pt x="11541" y="10408"/>
                    <a:pt x="11541" y="12864"/>
                    <a:pt x="10311" y="14379"/>
                  </a:cubicBezTo>
                  <a:cubicBezTo>
                    <a:pt x="9081" y="15893"/>
                    <a:pt x="7086" y="15893"/>
                    <a:pt x="5855" y="14379"/>
                  </a:cubicBezTo>
                  <a:cubicBezTo>
                    <a:pt x="4625" y="12864"/>
                    <a:pt x="4625" y="10408"/>
                    <a:pt x="5855" y="8894"/>
                  </a:cubicBezTo>
                  <a:cubicBezTo>
                    <a:pt x="6470" y="8136"/>
                    <a:pt x="7277" y="7757"/>
                    <a:pt x="8083" y="7757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12700">
              <a:noFill/>
              <a:miter lim="400000"/>
            </a:ln>
          </p:spPr>
          <p:txBody>
            <a:bodyPr lIns="0" tIns="0" rIns="0" bIns="0" anchor="ctr"/>
            <a:lstStyle/>
            <a:p>
              <a:pPr defTabSz="8255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sz="3200">
                <a:solidFill>
                  <a:srgbClr val="FFFFFF"/>
                </a:solidFill>
                <a:sym typeface="Helvetica Neue Medium"/>
              </a:endParaRPr>
            </a:p>
          </p:txBody>
        </p:sp>
      </p:grpSp>
      <p:sp>
        <p:nvSpPr>
          <p:cNvPr id="66" name="Text Box 53">
            <a:extLst>
              <a:ext uri="{FF2B5EF4-FFF2-40B4-BE49-F238E27FC236}">
                <a16:creationId xmlns:a16="http://schemas.microsoft.com/office/drawing/2014/main" id="{F62A9128-036E-4E76-B1E9-B47C9D2AC998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531240" y="1640632"/>
            <a:ext cx="2559996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1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marL="177800" indent="-177800" defTabSz="793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1028700" indent="-457200" defTabSz="793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668463" indent="-454025" defTabSz="793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2317750" indent="-458788" defTabSz="793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965450" indent="-457200" defTabSz="793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3422650" indent="-457200" defTabSz="79375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3879850" indent="-457200" defTabSz="79375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4337050" indent="-457200" defTabSz="79375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4794250" indent="-457200" defTabSz="79375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indent="0" defTabSz="914400"/>
            <a:r>
              <a:rPr lang="ko-KR" altLang="en-US" sz="1200" dirty="0">
                <a:solidFill>
                  <a:schemeClr val="bg1">
                    <a:alpha val="70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해당 챕터 간지의 설명 문구를 입력하세요</a:t>
            </a:r>
            <a:r>
              <a:rPr lang="en-US" altLang="ko-KR" sz="1200" dirty="0">
                <a:solidFill>
                  <a:schemeClr val="bg1">
                    <a:alpha val="70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.</a:t>
            </a:r>
          </a:p>
        </p:txBody>
      </p:sp>
      <p:sp>
        <p:nvSpPr>
          <p:cNvPr id="32" name="Rectangle 12">
            <a:extLst>
              <a:ext uri="{FF2B5EF4-FFF2-40B4-BE49-F238E27FC236}">
                <a16:creationId xmlns:a16="http://schemas.microsoft.com/office/drawing/2014/main" id="{6E47538E-A7AD-4D0D-87AC-93C2130449E5}"/>
              </a:ext>
            </a:extLst>
          </p:cNvPr>
          <p:cNvSpPr/>
          <p:nvPr/>
        </p:nvSpPr>
        <p:spPr>
          <a:xfrm>
            <a:off x="1464861" y="3169405"/>
            <a:ext cx="5390251" cy="3852000"/>
          </a:xfrm>
          <a:prstGeom prst="rect">
            <a:avLst/>
          </a:prstGeom>
          <a:solidFill>
            <a:schemeClr val="bg1">
              <a:alpha val="90000"/>
            </a:schemeClr>
          </a:solidFill>
          <a:ln w="6350">
            <a:noFill/>
          </a:ln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121920" tIns="60960" rIns="121920" bIns="60960" rtlCol="0" anchor="ctr">
            <a:noAutofit/>
          </a:bodyPr>
          <a:lstStyle/>
          <a:p>
            <a:pPr algn="ctr"/>
            <a:endParaRPr lang="en-US" sz="2400" dirty="0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E687753B-8AE3-4347-BB4A-EB54A6C88253}"/>
              </a:ext>
            </a:extLst>
          </p:cNvPr>
          <p:cNvSpPr/>
          <p:nvPr/>
        </p:nvSpPr>
        <p:spPr>
          <a:xfrm>
            <a:off x="2417103" y="3503595"/>
            <a:ext cx="3964156" cy="540000"/>
          </a:xfrm>
          <a:prstGeom prst="rect">
            <a:avLst/>
          </a:prstGeom>
          <a:solidFill>
            <a:schemeClr val="tx1">
              <a:alpha val="8000"/>
            </a:schemeClr>
          </a:solidFill>
          <a:ln>
            <a:noFill/>
          </a:ln>
        </p:spPr>
        <p:txBody>
          <a:bodyPr wrap="square" lIns="144000" tIns="36000" rIns="0" bIns="36000" anchor="ctr">
            <a:noAutofit/>
          </a:bodyPr>
          <a:lstStyle/>
          <a:p>
            <a:r>
              <a:rPr lang="ko-KR" altLang="en-US" sz="24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</a:rPr>
              <a:t>제안 개요</a:t>
            </a:r>
          </a:p>
        </p:txBody>
      </p:sp>
      <p:sp>
        <p:nvSpPr>
          <p:cNvPr id="34" name="모서리가 둥근 직사각형 145">
            <a:extLst>
              <a:ext uri="{FF2B5EF4-FFF2-40B4-BE49-F238E27FC236}">
                <a16:creationId xmlns:a16="http://schemas.microsoft.com/office/drawing/2014/main" id="{4DA24EB3-B5C2-4748-ABD9-FFD439503F8A}"/>
              </a:ext>
            </a:extLst>
          </p:cNvPr>
          <p:cNvSpPr/>
          <p:nvPr/>
        </p:nvSpPr>
        <p:spPr>
          <a:xfrm>
            <a:off x="1808880" y="3503595"/>
            <a:ext cx="540000" cy="540000"/>
          </a:xfrm>
          <a:prstGeom prst="roundRect">
            <a:avLst>
              <a:gd name="adj" fmla="val 0"/>
            </a:avLst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>
                <a:solidFill>
                  <a:schemeClr val="bg1"/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Ⅰ</a:t>
            </a:r>
            <a:endParaRPr lang="ko-KR" altLang="en-US" sz="2800" b="1" dirty="0">
              <a:solidFill>
                <a:schemeClr val="bg1"/>
              </a:solidFill>
              <a:latin typeface="나눔명조" panose="02020603020101020101" pitchFamily="18" charset="-127"/>
              <a:ea typeface="나눔명조" panose="02020603020101020101" pitchFamily="18" charset="-127"/>
            </a:endParaRPr>
          </a:p>
        </p:txBody>
      </p:sp>
      <p:graphicFrame>
        <p:nvGraphicFramePr>
          <p:cNvPr id="35" name="표 3">
            <a:extLst>
              <a:ext uri="{FF2B5EF4-FFF2-40B4-BE49-F238E27FC236}">
                <a16:creationId xmlns:a16="http://schemas.microsoft.com/office/drawing/2014/main" id="{5AC59F9E-576B-4B3F-A65D-4758F684D772}"/>
              </a:ext>
            </a:extLst>
          </p:cNvPr>
          <p:cNvGraphicFramePr>
            <a:graphicFrameLocks noGrp="1"/>
          </p:cNvGraphicFramePr>
          <p:nvPr/>
        </p:nvGraphicFramePr>
        <p:xfrm>
          <a:off x="2417103" y="4287709"/>
          <a:ext cx="3964156" cy="2376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64156">
                  <a:extLst>
                    <a:ext uri="{9D8B030D-6E8A-4147-A177-3AD203B41FA5}">
                      <a16:colId xmlns:a16="http://schemas.microsoft.com/office/drawing/2014/main" val="3512023494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600" b="0" kern="1200" dirty="0">
                          <a:ln w="6350"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600" b="0" kern="1200" dirty="0">
                          <a:ln w="6350"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목적 및 배경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2602578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600" b="0" kern="1200" dirty="0">
                          <a:ln w="6350"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2. </a:t>
                      </a:r>
                      <a:r>
                        <a:rPr kumimoji="1" lang="ko-KR" altLang="en-US" sz="1600" b="0" kern="1200" dirty="0">
                          <a:ln w="6350"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사업 범위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2717536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600" b="0" kern="1200" dirty="0">
                          <a:ln w="6350"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3. </a:t>
                      </a:r>
                      <a:r>
                        <a:rPr kumimoji="1" lang="ko-KR" altLang="en-US" sz="1600" b="0" kern="1200" dirty="0">
                          <a:ln w="6350"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특징 및 장점</a:t>
                      </a:r>
                      <a:endParaRPr kumimoji="1" lang="en-US" altLang="ko-KR" sz="1600" b="0" kern="1200" dirty="0">
                        <a:ln w="6350"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4981497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600" b="0" kern="1200" dirty="0">
                          <a:ln w="6350"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4. </a:t>
                      </a:r>
                      <a:r>
                        <a:rPr kumimoji="1" lang="ko-KR" altLang="en-US" sz="1600" b="0" kern="1200" dirty="0">
                          <a:ln w="6350"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사업수행 목표</a:t>
                      </a:r>
                      <a:endParaRPr kumimoji="1" lang="en-US" altLang="ko-KR" sz="1600" b="0" kern="1200" dirty="0">
                        <a:ln w="6350"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289477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600" b="0" kern="1200" dirty="0">
                          <a:ln w="6350"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5. </a:t>
                      </a:r>
                      <a:r>
                        <a:rPr kumimoji="1" lang="ko-KR" altLang="en-US" sz="1600" b="0" kern="1200" dirty="0">
                          <a:ln w="6350"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기대 효과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2449661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600" b="0" kern="1200" dirty="0">
                          <a:ln w="6350"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6. </a:t>
                      </a:r>
                      <a:r>
                        <a:rPr kumimoji="1" lang="ko-KR" altLang="en-US" sz="1600" b="0" kern="1200" dirty="0">
                          <a:ln w="6350"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제목 입력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1818578"/>
                  </a:ext>
                </a:extLst>
              </a:tr>
            </a:tbl>
          </a:graphicData>
        </a:graphic>
      </p:graphicFrame>
      <p:sp>
        <p:nvSpPr>
          <p:cNvPr id="47" name="Rectangle 12">
            <a:extLst>
              <a:ext uri="{FF2B5EF4-FFF2-40B4-BE49-F238E27FC236}">
                <a16:creationId xmlns:a16="http://schemas.microsoft.com/office/drawing/2014/main" id="{FAF05328-3E3B-4608-A461-D72399882A51}"/>
              </a:ext>
            </a:extLst>
          </p:cNvPr>
          <p:cNvSpPr/>
          <p:nvPr/>
        </p:nvSpPr>
        <p:spPr>
          <a:xfrm>
            <a:off x="0" y="9110557"/>
            <a:ext cx="6858000" cy="161703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121920" tIns="60960" rIns="121920" bIns="60960" rtlCol="0" anchor="ctr">
            <a:noAutofit/>
          </a:bodyPr>
          <a:lstStyle/>
          <a:p>
            <a:pPr algn="ctr"/>
            <a:endParaRPr lang="en-US" sz="2400" dirty="0"/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AE7A92B9-3854-41DF-A8A4-77DA8F4209FC}"/>
              </a:ext>
            </a:extLst>
          </p:cNvPr>
          <p:cNvGrpSpPr/>
          <p:nvPr/>
        </p:nvGrpSpPr>
        <p:grpSpPr>
          <a:xfrm>
            <a:off x="362858" y="9489504"/>
            <a:ext cx="6108741" cy="186065"/>
            <a:chOff x="362858" y="9489504"/>
            <a:chExt cx="6108741" cy="186065"/>
          </a:xfrm>
        </p:grpSpPr>
        <p:sp>
          <p:nvSpPr>
            <p:cNvPr id="37" name="Text Box 53">
              <a:extLst>
                <a:ext uri="{FF2B5EF4-FFF2-40B4-BE49-F238E27FC236}">
                  <a16:creationId xmlns:a16="http://schemas.microsoft.com/office/drawing/2014/main" id="{7C943D49-1FAC-49D9-A958-5E6B2E861143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4480109" y="9519314"/>
              <a:ext cx="804707" cy="1264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CC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bg1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defPPr>
                <a:defRPr lang="en-US"/>
              </a:defPPr>
              <a:lvl1pPr lvl="0" indent="0" defTabSz="914400">
                <a:spcBef>
                  <a:spcPts val="1000"/>
                </a:spcBef>
                <a:defRPr kumimoji="1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  <a:ea typeface="굴림" panose="020B0600000101010101" pitchFamily="50" charset="-127"/>
                </a:defRPr>
              </a:lvl1pPr>
              <a:lvl2pPr marL="1028700" indent="-457200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668463" indent="-454025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2317750" indent="-458788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965450" indent="-457200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34226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38798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43370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47942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sample@mail.com</a:t>
              </a:r>
              <a:endPara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endParaRPr>
            </a:p>
          </p:txBody>
        </p:sp>
        <p:sp>
          <p:nvSpPr>
            <p:cNvPr id="38" name="任意形状 978">
              <a:extLst>
                <a:ext uri="{FF2B5EF4-FFF2-40B4-BE49-F238E27FC236}">
                  <a16:creationId xmlns:a16="http://schemas.microsoft.com/office/drawing/2014/main" id="{47CA4375-B1CF-4D57-87E1-082EA8A723EC}"/>
                </a:ext>
              </a:extLst>
            </p:cNvPr>
            <p:cNvSpPr/>
            <p:nvPr/>
          </p:nvSpPr>
          <p:spPr>
            <a:xfrm>
              <a:off x="4293096" y="9523555"/>
              <a:ext cx="134750" cy="1179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" y="0"/>
                  </a:moveTo>
                  <a:lnTo>
                    <a:pt x="20520" y="0"/>
                  </a:lnTo>
                  <a:cubicBezTo>
                    <a:pt x="21117" y="0"/>
                    <a:pt x="21600" y="537"/>
                    <a:pt x="21600" y="1200"/>
                  </a:cubicBezTo>
                  <a:lnTo>
                    <a:pt x="21600" y="20400"/>
                  </a:lnTo>
                  <a:cubicBezTo>
                    <a:pt x="21600" y="21063"/>
                    <a:pt x="21117" y="21600"/>
                    <a:pt x="20520" y="21600"/>
                  </a:cubicBezTo>
                  <a:lnTo>
                    <a:pt x="1080" y="21600"/>
                  </a:lnTo>
                  <a:cubicBezTo>
                    <a:pt x="483" y="21600"/>
                    <a:pt x="0" y="21063"/>
                    <a:pt x="0" y="20400"/>
                  </a:cubicBezTo>
                  <a:lnTo>
                    <a:pt x="0" y="1200"/>
                  </a:lnTo>
                  <a:cubicBezTo>
                    <a:pt x="0" y="537"/>
                    <a:pt x="483" y="0"/>
                    <a:pt x="1080" y="0"/>
                  </a:cubicBezTo>
                  <a:close/>
                  <a:moveTo>
                    <a:pt x="19440" y="5086"/>
                  </a:moveTo>
                  <a:lnTo>
                    <a:pt x="10878" y="13606"/>
                  </a:lnTo>
                  <a:lnTo>
                    <a:pt x="2160" y="5059"/>
                  </a:lnTo>
                  <a:lnTo>
                    <a:pt x="2160" y="19200"/>
                  </a:lnTo>
                  <a:lnTo>
                    <a:pt x="19440" y="19200"/>
                  </a:lnTo>
                  <a:lnTo>
                    <a:pt x="19440" y="5086"/>
                  </a:lnTo>
                  <a:close/>
                  <a:moveTo>
                    <a:pt x="2712" y="2400"/>
                  </a:moveTo>
                  <a:lnTo>
                    <a:pt x="10866" y="10394"/>
                  </a:lnTo>
                  <a:lnTo>
                    <a:pt x="18902" y="2400"/>
                  </a:lnTo>
                  <a:lnTo>
                    <a:pt x="2712" y="240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+mn-cs"/>
              </a:endParaRPr>
            </a:p>
          </p:txBody>
        </p:sp>
        <p:sp>
          <p:nvSpPr>
            <p:cNvPr id="39" name="Text Box 53">
              <a:extLst>
                <a:ext uri="{FF2B5EF4-FFF2-40B4-BE49-F238E27FC236}">
                  <a16:creationId xmlns:a16="http://schemas.microsoft.com/office/drawing/2014/main" id="{8A2BCEE4-55E0-4AF9-83B5-B187E86351CD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5676510" y="9519314"/>
              <a:ext cx="795089" cy="1264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CC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bg1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defPPr>
                <a:defRPr lang="en-US"/>
              </a:defPPr>
              <a:lvl1pPr lvl="0" indent="0" defTabSz="914400">
                <a:spcBef>
                  <a:spcPts val="1000"/>
                </a:spcBef>
                <a:defRPr kumimoji="1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  <a:ea typeface="굴림" panose="020B0600000101010101" pitchFamily="50" charset="-127"/>
                </a:defRPr>
              </a:lvl1pPr>
              <a:lvl2pPr marL="1028700" indent="-457200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668463" indent="-454025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2317750" indent="-458788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965450" indent="-457200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34226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38798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43370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47942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www.sample.com</a:t>
              </a:r>
              <a:endPara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endParaRPr>
            </a:p>
          </p:txBody>
        </p:sp>
        <p:sp>
          <p:nvSpPr>
            <p:cNvPr id="40" name="任意形状 412">
              <a:extLst>
                <a:ext uri="{FF2B5EF4-FFF2-40B4-BE49-F238E27FC236}">
                  <a16:creationId xmlns:a16="http://schemas.microsoft.com/office/drawing/2014/main" id="{9A51B809-9678-4A9E-8BF7-90F54E1891FE}"/>
                </a:ext>
              </a:extLst>
            </p:cNvPr>
            <p:cNvSpPr/>
            <p:nvPr/>
          </p:nvSpPr>
          <p:spPr>
            <a:xfrm>
              <a:off x="5473233" y="9516345"/>
              <a:ext cx="148226" cy="13238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05" extrusionOk="0">
                  <a:moveTo>
                    <a:pt x="17673" y="21505"/>
                  </a:moveTo>
                  <a:lnTo>
                    <a:pt x="3927" y="21505"/>
                  </a:lnTo>
                  <a:cubicBezTo>
                    <a:pt x="3385" y="21505"/>
                    <a:pt x="2945" y="21015"/>
                    <a:pt x="2945" y="20411"/>
                  </a:cubicBezTo>
                  <a:lnTo>
                    <a:pt x="2945" y="10560"/>
                  </a:lnTo>
                  <a:lnTo>
                    <a:pt x="0" y="10560"/>
                  </a:lnTo>
                  <a:lnTo>
                    <a:pt x="10139" y="285"/>
                  </a:lnTo>
                  <a:cubicBezTo>
                    <a:pt x="10514" y="-95"/>
                    <a:pt x="11086" y="-95"/>
                    <a:pt x="11461" y="285"/>
                  </a:cubicBezTo>
                  <a:lnTo>
                    <a:pt x="21600" y="10560"/>
                  </a:lnTo>
                  <a:lnTo>
                    <a:pt x="18655" y="10560"/>
                  </a:lnTo>
                  <a:lnTo>
                    <a:pt x="18655" y="20411"/>
                  </a:lnTo>
                  <a:cubicBezTo>
                    <a:pt x="18655" y="21015"/>
                    <a:pt x="18215" y="21505"/>
                    <a:pt x="17673" y="21505"/>
                  </a:cubicBezTo>
                  <a:close/>
                  <a:moveTo>
                    <a:pt x="4909" y="19316"/>
                  </a:moveTo>
                  <a:lnTo>
                    <a:pt x="16691" y="19316"/>
                  </a:lnTo>
                  <a:lnTo>
                    <a:pt x="16691" y="8543"/>
                  </a:lnTo>
                  <a:lnTo>
                    <a:pt x="10800" y="2574"/>
                  </a:lnTo>
                  <a:lnTo>
                    <a:pt x="4909" y="8543"/>
                  </a:lnTo>
                  <a:lnTo>
                    <a:pt x="4909" y="19316"/>
                  </a:lnTo>
                  <a:close/>
                  <a:moveTo>
                    <a:pt x="6873" y="14938"/>
                  </a:moveTo>
                  <a:lnTo>
                    <a:pt x="14727" y="14938"/>
                  </a:lnTo>
                  <a:lnTo>
                    <a:pt x="14727" y="17127"/>
                  </a:lnTo>
                  <a:lnTo>
                    <a:pt x="6873" y="17127"/>
                  </a:lnTo>
                  <a:lnTo>
                    <a:pt x="6873" y="14938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+mn-cs"/>
              </a:endParaRPr>
            </a:p>
          </p:txBody>
        </p:sp>
        <p:sp>
          <p:nvSpPr>
            <p:cNvPr id="42" name="Text Box 53">
              <a:extLst>
                <a:ext uri="{FF2B5EF4-FFF2-40B4-BE49-F238E27FC236}">
                  <a16:creationId xmlns:a16="http://schemas.microsoft.com/office/drawing/2014/main" id="{44F82EA1-9C92-4E4D-85E0-E0032626C460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464862" y="9505592"/>
              <a:ext cx="1264770" cy="1538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CC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bg1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 marL="177800" indent="-177800" defTabSz="793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1028700" indent="-457200" defTabSz="793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668463" indent="-454025" defTabSz="793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2317750" indent="-458788" defTabSz="793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965450" indent="-457200" defTabSz="793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34226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38798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43370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47942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+mn-cs"/>
                </a:rPr>
                <a:t>업체명</a:t>
              </a:r>
              <a:r>
                <a:rPr kumimoji="1" lang="en-US" altLang="ko-KR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+mn-cs"/>
                </a:rPr>
                <a:t>: (</a:t>
              </a:r>
              <a:r>
                <a:rPr kumimoji="1" lang="ko-KR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+mn-cs"/>
                </a:rPr>
                <a:t>주</a:t>
              </a:r>
              <a:r>
                <a:rPr kumimoji="1" lang="en-US" altLang="ko-KR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+mn-cs"/>
                </a:rPr>
                <a:t>)</a:t>
              </a:r>
              <a:r>
                <a:rPr kumimoji="1" lang="ko-KR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+mn-cs"/>
                </a:rPr>
                <a:t>서희 </a:t>
              </a:r>
              <a:r>
                <a:rPr kumimoji="1" lang="en-US" altLang="ko-KR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+mn-cs"/>
                </a:rPr>
                <a:t>Design</a:t>
              </a:r>
              <a:endParaRPr kumimoji="1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+mn-cs"/>
              </a:endParaRPr>
            </a:p>
          </p:txBody>
        </p:sp>
        <p:grpSp>
          <p:nvGrpSpPr>
            <p:cNvPr id="43" name="그룹 42">
              <a:extLst>
                <a:ext uri="{FF2B5EF4-FFF2-40B4-BE49-F238E27FC236}">
                  <a16:creationId xmlns:a16="http://schemas.microsoft.com/office/drawing/2014/main" id="{27D22CDF-B8CB-415D-8E73-74EE835BDF67}"/>
                </a:ext>
              </a:extLst>
            </p:cNvPr>
            <p:cNvGrpSpPr/>
            <p:nvPr/>
          </p:nvGrpSpPr>
          <p:grpSpPr>
            <a:xfrm>
              <a:off x="362858" y="9489504"/>
              <a:ext cx="942382" cy="186065"/>
              <a:chOff x="728700" y="7676979"/>
              <a:chExt cx="942382" cy="186065"/>
            </a:xfrm>
          </p:grpSpPr>
          <p:sp>
            <p:nvSpPr>
              <p:cNvPr id="44" name="任意形状 1136">
                <a:extLst>
                  <a:ext uri="{FF2B5EF4-FFF2-40B4-BE49-F238E27FC236}">
                    <a16:creationId xmlns:a16="http://schemas.microsoft.com/office/drawing/2014/main" id="{8EFC268E-4350-448D-BC66-E0874A3F30EE}"/>
                  </a:ext>
                </a:extLst>
              </p:cNvPr>
              <p:cNvSpPr/>
              <p:nvPr/>
            </p:nvSpPr>
            <p:spPr>
              <a:xfrm>
                <a:off x="728700" y="7680698"/>
                <a:ext cx="182346" cy="18234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1880" y="9720"/>
                    </a:moveTo>
                    <a:lnTo>
                      <a:pt x="11880" y="4320"/>
                    </a:lnTo>
                    <a:lnTo>
                      <a:pt x="6480" y="11880"/>
                    </a:lnTo>
                    <a:lnTo>
                      <a:pt x="9720" y="11880"/>
                    </a:lnTo>
                    <a:lnTo>
                      <a:pt x="9720" y="17280"/>
                    </a:lnTo>
                    <a:lnTo>
                      <a:pt x="15120" y="9720"/>
                    </a:lnTo>
                    <a:lnTo>
                      <a:pt x="11880" y="9720"/>
                    </a:lnTo>
                    <a:close/>
                    <a:moveTo>
                      <a:pt x="10800" y="21600"/>
                    </a:moveTo>
                    <a:cubicBezTo>
                      <a:pt x="4835" y="21600"/>
                      <a:pt x="0" y="16765"/>
                      <a:pt x="0" y="10800"/>
                    </a:cubicBez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endParaRPr dirty="0"/>
              </a:p>
            </p:txBody>
          </p:sp>
          <p:sp>
            <p:nvSpPr>
              <p:cNvPr id="45" name="Text Box 53">
                <a:extLst>
                  <a:ext uri="{FF2B5EF4-FFF2-40B4-BE49-F238E27FC236}">
                    <a16:creationId xmlns:a16="http://schemas.microsoft.com/office/drawing/2014/main" id="{D49F80B1-2934-4E33-851A-02D9CCEE7C51}"/>
                  </a:ext>
                </a:extLst>
              </p:cNvPr>
              <p:cNvSpPr txBox="1">
                <a:spLocks noChangeArrowheads="1"/>
              </p:cNvSpPr>
              <p:nvPr/>
            </p:nvSpPr>
            <p:spPr bwMode="gray">
              <a:xfrm>
                <a:off x="944921" y="7676979"/>
                <a:ext cx="726161" cy="1692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CC99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7961" dir="2700000" algn="ctr" rotWithShape="0">
                        <a:schemeClr val="bg1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marL="177800" indent="-177800" defTabSz="79375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1028700" indent="-457200" defTabSz="79375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668463" indent="-454025" defTabSz="79375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2317750" indent="-458788" defTabSz="79375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965450" indent="-457200" defTabSz="79375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3422650" indent="-457200" defTabSz="793750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3879850" indent="-457200" defTabSz="793750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4337050" indent="-457200" defTabSz="793750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4794250" indent="-457200" defTabSz="793750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marL="0" indent="0" defTabSz="914400">
                  <a:lnSpc>
                    <a:spcPct val="120000"/>
                  </a:lnSpc>
                  <a:spcAft>
                    <a:spcPts val="600"/>
                  </a:spcAft>
                </a:pPr>
                <a:r>
                  <a:rPr lang="en-US" altLang="ko-KR" sz="10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50" charset="-127"/>
                    <a:ea typeface="10X10 Bold" panose="020D0604000000000000" pitchFamily="50" charset="-127"/>
                    <a:cs typeface="Pretendard" panose="02000503000000020004" pitchFamily="50" charset="-127"/>
                  </a:rPr>
                  <a:t>YOUR</a:t>
                </a:r>
                <a:r>
                  <a:rPr lang="en-US" altLang="ko-KR" sz="10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50" charset="-127"/>
                    <a:ea typeface="나눔명조" panose="02020603020101020101" pitchFamily="18" charset="-127"/>
                    <a:cs typeface="Pretendard" panose="02000503000000020004" pitchFamily="50" charset="-127"/>
                  </a:rPr>
                  <a:t>LOGO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3102560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E230CF47-72D6-4578-B7CE-BECF252C6799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63" b="9064"/>
          <a:stretch/>
        </p:blipFill>
        <p:spPr>
          <a:xfrm>
            <a:off x="0" y="1424608"/>
            <a:ext cx="5040000" cy="6696001"/>
          </a:xfrm>
          <a:prstGeom prst="rect">
            <a:avLst/>
          </a:prstGeom>
        </p:spPr>
      </p:pic>
      <p:sp>
        <p:nvSpPr>
          <p:cNvPr id="11" name="제목 10"/>
          <p:cNvSpPr>
            <a:spLocks noGrp="1"/>
          </p:cNvSpPr>
          <p:nvPr>
            <p:ph type="title"/>
          </p:nvPr>
        </p:nvSpPr>
        <p:spPr>
          <a:xfrm>
            <a:off x="-2026686" y="69248"/>
            <a:ext cx="1984519" cy="22775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 fontAlgn="base" latinLnBrk="0">
              <a:spcAft>
                <a:spcPts val="200"/>
              </a:spcAft>
              <a:buClr>
                <a:schemeClr val="tx1">
                  <a:lumMod val="75000"/>
                  <a:lumOff val="25000"/>
                </a:schemeClr>
              </a:buClr>
              <a:buSzPct val="90000"/>
            </a:pPr>
            <a:r>
              <a:rPr lang="ko-KR" altLang="en-US" sz="1600" dirty="0">
                <a:cs typeface="+mn-cs"/>
              </a:rPr>
              <a:t>표지</a:t>
            </a:r>
            <a:r>
              <a:rPr lang="en-US" altLang="ko-KR" sz="1600" dirty="0">
                <a:cs typeface="+mn-cs"/>
              </a:rPr>
              <a:t>_image 06 =====</a:t>
            </a:r>
            <a:endParaRPr lang="ko-KR" altLang="en-US" sz="1600" dirty="0">
              <a:cs typeface="+mn-cs"/>
            </a:endParaRPr>
          </a:p>
        </p:txBody>
      </p:sp>
      <p:grpSp>
        <p:nvGrpSpPr>
          <p:cNvPr id="355" name="그룹 354">
            <a:extLst>
              <a:ext uri="{FF2B5EF4-FFF2-40B4-BE49-F238E27FC236}">
                <a16:creationId xmlns:a16="http://schemas.microsoft.com/office/drawing/2014/main" id="{7520E56E-26B6-45E7-8FA8-C57A01801BBD}"/>
              </a:ext>
            </a:extLst>
          </p:cNvPr>
          <p:cNvGrpSpPr/>
          <p:nvPr/>
        </p:nvGrpSpPr>
        <p:grpSpPr>
          <a:xfrm>
            <a:off x="368660" y="524508"/>
            <a:ext cx="1436230" cy="381923"/>
            <a:chOff x="2483189" y="1379936"/>
            <a:chExt cx="1436230" cy="381923"/>
          </a:xfrm>
        </p:grpSpPr>
        <p:grpSp>
          <p:nvGrpSpPr>
            <p:cNvPr id="356" name="그룹 355">
              <a:extLst>
                <a:ext uri="{FF2B5EF4-FFF2-40B4-BE49-F238E27FC236}">
                  <a16:creationId xmlns:a16="http://schemas.microsoft.com/office/drawing/2014/main" id="{4D595975-64F3-4721-8494-569F7023CADB}"/>
                </a:ext>
              </a:extLst>
            </p:cNvPr>
            <p:cNvGrpSpPr/>
            <p:nvPr/>
          </p:nvGrpSpPr>
          <p:grpSpPr>
            <a:xfrm>
              <a:off x="3032958" y="1409344"/>
              <a:ext cx="886461" cy="303005"/>
              <a:chOff x="5687960" y="106965"/>
              <a:chExt cx="605465" cy="188141"/>
            </a:xfrm>
          </p:grpSpPr>
          <p:sp>
            <p:nvSpPr>
              <p:cNvPr id="358" name="직사각형 357">
                <a:extLst>
                  <a:ext uri="{FF2B5EF4-FFF2-40B4-BE49-F238E27FC236}">
                    <a16:creationId xmlns:a16="http://schemas.microsoft.com/office/drawing/2014/main" id="{25E5ABD0-C2F3-44C6-9629-47C7AC192442}"/>
                  </a:ext>
                </a:extLst>
              </p:cNvPr>
              <p:cNvSpPr/>
              <p:nvPr userDrawn="1"/>
            </p:nvSpPr>
            <p:spPr>
              <a:xfrm>
                <a:off x="5687960" y="106965"/>
                <a:ext cx="605465" cy="114662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 defTabSz="914400" fontAlgn="base">
                  <a:spcBef>
                    <a:spcPct val="0"/>
                  </a:spcBef>
                  <a:spcAft>
                    <a:spcPts val="200"/>
                  </a:spcAft>
                  <a:buClr>
                    <a:schemeClr val="tx1">
                      <a:lumMod val="75000"/>
                      <a:lumOff val="25000"/>
                    </a:schemeClr>
                  </a:buClr>
                  <a:buSzPct val="90000"/>
                </a:pPr>
                <a:r>
                  <a:rPr lang="en-US" altLang="ko-KR" sz="1200" spc="15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Pretendard" panose="02000503000000020004" pitchFamily="50" charset="-127"/>
                    <a:ea typeface="+mj-ea"/>
                    <a:cs typeface="Pretendard" panose="02000503000000020004" pitchFamily="50" charset="-127"/>
                  </a:rPr>
                  <a:t>COMPANY</a:t>
                </a:r>
                <a:endParaRPr lang="ko-KR" altLang="en-US" sz="1200" spc="15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Pretendard" panose="02000503000000020004" pitchFamily="50" charset="-127"/>
                  <a:ea typeface="+mj-ea"/>
                  <a:cs typeface="Pretendard" panose="02000503000000020004" pitchFamily="50" charset="-127"/>
                </a:endParaRPr>
              </a:p>
            </p:txBody>
          </p:sp>
          <p:sp>
            <p:nvSpPr>
              <p:cNvPr id="359" name="직사각형 358">
                <a:extLst>
                  <a:ext uri="{FF2B5EF4-FFF2-40B4-BE49-F238E27FC236}">
                    <a16:creationId xmlns:a16="http://schemas.microsoft.com/office/drawing/2014/main" id="{38F2698E-3B84-43CF-9339-704D25932C8F}"/>
                  </a:ext>
                </a:extLst>
              </p:cNvPr>
              <p:cNvSpPr/>
              <p:nvPr userDrawn="1"/>
            </p:nvSpPr>
            <p:spPr>
              <a:xfrm>
                <a:off x="5693316" y="228220"/>
                <a:ext cx="585757" cy="66886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 lvl="0" algn="l" defTabSz="914400" fontAlgn="base">
                  <a:spcBef>
                    <a:spcPct val="0"/>
                  </a:spcBef>
                  <a:spcAft>
                    <a:spcPts val="200"/>
                  </a:spcAft>
                  <a:buClr>
                    <a:schemeClr val="tx1">
                      <a:lumMod val="75000"/>
                      <a:lumOff val="25000"/>
                    </a:schemeClr>
                  </a:buClr>
                  <a:buSzPct val="90000"/>
                </a:pPr>
                <a:r>
                  <a:rPr lang="en-US" altLang="ko-KR" sz="700" b="0" spc="5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Pretendard" panose="02000503000000020004" pitchFamily="50" charset="-127"/>
                    <a:cs typeface="Pretendard" panose="02000503000000020004" pitchFamily="50" charset="-127"/>
                  </a:rPr>
                  <a:t>CLINT LOGO HERE</a:t>
                </a:r>
                <a:endParaRPr lang="ko-KR" altLang="en-US" sz="700" b="0" spc="5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</p:grpSp>
        <p:pic>
          <p:nvPicPr>
            <p:cNvPr id="357" name="그림 356">
              <a:extLst>
                <a:ext uri="{FF2B5EF4-FFF2-40B4-BE49-F238E27FC236}">
                  <a16:creationId xmlns:a16="http://schemas.microsoft.com/office/drawing/2014/main" id="{9AF39221-07E6-4921-9C4D-87349A25C3A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83189" y="1379936"/>
              <a:ext cx="521395" cy="381923"/>
            </a:xfrm>
            <a:prstGeom prst="rect">
              <a:avLst/>
            </a:prstGeom>
          </p:spPr>
        </p:pic>
      </p:grpSp>
      <p:grpSp>
        <p:nvGrpSpPr>
          <p:cNvPr id="360" name="그룹 359">
            <a:extLst>
              <a:ext uri="{FF2B5EF4-FFF2-40B4-BE49-F238E27FC236}">
                <a16:creationId xmlns:a16="http://schemas.microsoft.com/office/drawing/2014/main" id="{A5B48CE9-8B30-4835-9221-3C8BDD6E0C42}"/>
              </a:ext>
            </a:extLst>
          </p:cNvPr>
          <p:cNvGrpSpPr/>
          <p:nvPr/>
        </p:nvGrpSpPr>
        <p:grpSpPr>
          <a:xfrm>
            <a:off x="3330000" y="2792760"/>
            <a:ext cx="3528000" cy="2306458"/>
            <a:chOff x="3330000" y="2792760"/>
            <a:chExt cx="3528000" cy="2306458"/>
          </a:xfrm>
        </p:grpSpPr>
        <p:sp>
          <p:nvSpPr>
            <p:cNvPr id="361" name="직사각형 360">
              <a:extLst>
                <a:ext uri="{FF2B5EF4-FFF2-40B4-BE49-F238E27FC236}">
                  <a16:creationId xmlns:a16="http://schemas.microsoft.com/office/drawing/2014/main" id="{77D45D79-69B9-4235-9252-5EE5308D7A6E}"/>
                </a:ext>
              </a:extLst>
            </p:cNvPr>
            <p:cNvSpPr/>
            <p:nvPr/>
          </p:nvSpPr>
          <p:spPr>
            <a:xfrm>
              <a:off x="3330000" y="2792760"/>
              <a:ext cx="3528000" cy="2306458"/>
            </a:xfrm>
            <a:prstGeom prst="rect">
              <a:avLst/>
            </a:prstGeom>
            <a:solidFill>
              <a:srgbClr val="0070C0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2" name="TextBox 361">
              <a:extLst>
                <a:ext uri="{FF2B5EF4-FFF2-40B4-BE49-F238E27FC236}">
                  <a16:creationId xmlns:a16="http://schemas.microsoft.com/office/drawing/2014/main" id="{50B843D4-38E5-4C7C-8035-DB4D269761F7}"/>
                </a:ext>
              </a:extLst>
            </p:cNvPr>
            <p:cNvSpPr txBox="1"/>
            <p:nvPr/>
          </p:nvSpPr>
          <p:spPr>
            <a:xfrm>
              <a:off x="3681028" y="3064144"/>
              <a:ext cx="1518155" cy="360000"/>
            </a:xfrm>
            <a:prstGeom prst="roundRect">
              <a:avLst>
                <a:gd name="adj" fmla="val 50000"/>
              </a:avLst>
            </a:prstGeom>
            <a:solidFill>
              <a:srgbClr val="212E37"/>
            </a:solidFill>
          </p:spPr>
          <p:txBody>
            <a:bodyPr wrap="none" lIns="108000" tIns="0" rIns="108000" bIns="0" rtlCol="0" anchor="ctr">
              <a:noAutofit/>
            </a:bodyPr>
            <a:lstStyle>
              <a:defPPr>
                <a:defRPr lang="en-US"/>
              </a:defPPr>
              <a:lvl1pPr algn="ctr">
                <a:defRPr kumimoji="1">
                  <a:solidFill>
                    <a:schemeClr val="bg1"/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defRPr>
              </a:lvl1pPr>
            </a:lstStyle>
            <a:p>
              <a:r>
                <a:rPr lang="en-US" altLang="ko-KR" dirty="0"/>
                <a:t>PPT</a:t>
              </a:r>
              <a:r>
                <a:rPr lang="ko-KR" altLang="en-US" dirty="0"/>
                <a:t>템플릿</a:t>
              </a:r>
            </a:p>
          </p:txBody>
        </p:sp>
        <p:sp>
          <p:nvSpPr>
            <p:cNvPr id="363" name="Text Box 53">
              <a:extLst>
                <a:ext uri="{FF2B5EF4-FFF2-40B4-BE49-F238E27FC236}">
                  <a16:creationId xmlns:a16="http://schemas.microsoft.com/office/drawing/2014/main" id="{579FC59E-33D2-47F7-916F-8DFB5491D04E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3681028" y="3688794"/>
              <a:ext cx="1591782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CC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bg1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 marL="177800" indent="-177800" defTabSz="793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1028700" indent="-457200" defTabSz="793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668463" indent="-454025" defTabSz="793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2317750" indent="-458788" defTabSz="793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965450" indent="-457200" defTabSz="793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34226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38798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43370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47942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indent="0" defTabSz="914400"/>
              <a:r>
                <a:rPr lang="ko-KR" altLang="en-US" sz="2600" dirty="0" err="1">
                  <a:solidFill>
                    <a:schemeClr val="bg1"/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심플</a:t>
              </a:r>
              <a:r>
                <a:rPr lang="en-US" altLang="ko-KR" sz="2600" dirty="0">
                  <a:solidFill>
                    <a:schemeClr val="bg1"/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_image</a:t>
              </a:r>
              <a:endParaRPr lang="ko-KR" altLang="en-US" sz="2600" dirty="0">
                <a:solidFill>
                  <a:schemeClr val="bg1"/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endParaRPr>
            </a:p>
          </p:txBody>
        </p:sp>
        <p:sp>
          <p:nvSpPr>
            <p:cNvPr id="364" name="Text Box 53">
              <a:extLst>
                <a:ext uri="{FF2B5EF4-FFF2-40B4-BE49-F238E27FC236}">
                  <a16:creationId xmlns:a16="http://schemas.microsoft.com/office/drawing/2014/main" id="{43D77761-F798-4FA0-B1B3-316EDDB7775D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3681028" y="4108260"/>
              <a:ext cx="2604880" cy="4308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CC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bg1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 marL="177800" indent="-177800" defTabSz="793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1028700" indent="-457200" defTabSz="793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668463" indent="-454025" defTabSz="793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2317750" indent="-458788" defTabSz="793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965450" indent="-457200" defTabSz="793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34226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38798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43370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47942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indent="0" defTabSz="914400"/>
              <a:r>
                <a:rPr lang="ko-KR" altLang="en-US" sz="2800" dirty="0">
                  <a:solidFill>
                    <a:schemeClr val="bg1"/>
                  </a:solidFill>
                  <a:latin typeface="+mj-ea"/>
                  <a:ea typeface="+mj-ea"/>
                </a:rPr>
                <a:t>파워포인트 템플릿</a:t>
              </a:r>
            </a:p>
          </p:txBody>
        </p:sp>
        <p:sp>
          <p:nvSpPr>
            <p:cNvPr id="365" name="직사각형 364">
              <a:extLst>
                <a:ext uri="{FF2B5EF4-FFF2-40B4-BE49-F238E27FC236}">
                  <a16:creationId xmlns:a16="http://schemas.microsoft.com/office/drawing/2014/main" id="{2CFE92D5-69E7-4FC1-B084-41C1BC212EF1}"/>
                </a:ext>
              </a:extLst>
            </p:cNvPr>
            <p:cNvSpPr/>
            <p:nvPr/>
          </p:nvSpPr>
          <p:spPr>
            <a:xfrm>
              <a:off x="3681028" y="4736984"/>
              <a:ext cx="2520000" cy="72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</a:endParaRPr>
            </a:p>
          </p:txBody>
        </p:sp>
        <p:sp>
          <p:nvSpPr>
            <p:cNvPr id="366" name="Freeform 81">
              <a:extLst>
                <a:ext uri="{FF2B5EF4-FFF2-40B4-BE49-F238E27FC236}">
                  <a16:creationId xmlns:a16="http://schemas.microsoft.com/office/drawing/2014/main" id="{BEB91343-153B-4F80-8CD6-8D4B3255ABC0}"/>
                </a:ext>
              </a:extLst>
            </p:cNvPr>
            <p:cNvSpPr/>
            <p:nvPr/>
          </p:nvSpPr>
          <p:spPr>
            <a:xfrm>
              <a:off x="6303467" y="4018727"/>
              <a:ext cx="293886" cy="2073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85" extrusionOk="0">
                  <a:moveTo>
                    <a:pt x="4509" y="39"/>
                  </a:moveTo>
                  <a:cubicBezTo>
                    <a:pt x="3455" y="203"/>
                    <a:pt x="2455" y="825"/>
                    <a:pt x="1661" y="1835"/>
                  </a:cubicBezTo>
                  <a:cubicBezTo>
                    <a:pt x="603" y="3191"/>
                    <a:pt x="0" y="5130"/>
                    <a:pt x="0" y="7149"/>
                  </a:cubicBezTo>
                  <a:cubicBezTo>
                    <a:pt x="0" y="10514"/>
                    <a:pt x="1689" y="13461"/>
                    <a:pt x="4036" y="14094"/>
                  </a:cubicBezTo>
                  <a:cubicBezTo>
                    <a:pt x="3561" y="15786"/>
                    <a:pt x="2807" y="17466"/>
                    <a:pt x="1807" y="19078"/>
                  </a:cubicBezTo>
                  <a:cubicBezTo>
                    <a:pt x="1490" y="19587"/>
                    <a:pt x="1445" y="20312"/>
                    <a:pt x="1705" y="20883"/>
                  </a:cubicBezTo>
                  <a:cubicBezTo>
                    <a:pt x="1906" y="21332"/>
                    <a:pt x="2241" y="21585"/>
                    <a:pt x="2601" y="21585"/>
                  </a:cubicBezTo>
                  <a:cubicBezTo>
                    <a:pt x="2702" y="21585"/>
                    <a:pt x="2799" y="21574"/>
                    <a:pt x="2899" y="21523"/>
                  </a:cubicBezTo>
                  <a:cubicBezTo>
                    <a:pt x="5016" y="20646"/>
                    <a:pt x="9967" y="17535"/>
                    <a:pt x="10104" y="7562"/>
                  </a:cubicBezTo>
                  <a:cubicBezTo>
                    <a:pt x="10155" y="3717"/>
                    <a:pt x="8165" y="417"/>
                    <a:pt x="5580" y="39"/>
                  </a:cubicBezTo>
                  <a:cubicBezTo>
                    <a:pt x="5222" y="-11"/>
                    <a:pt x="4861" y="-15"/>
                    <a:pt x="4509" y="39"/>
                  </a:cubicBezTo>
                  <a:close/>
                  <a:moveTo>
                    <a:pt x="16005" y="39"/>
                  </a:moveTo>
                  <a:cubicBezTo>
                    <a:pt x="14953" y="203"/>
                    <a:pt x="13958" y="825"/>
                    <a:pt x="13164" y="1835"/>
                  </a:cubicBezTo>
                  <a:cubicBezTo>
                    <a:pt x="12106" y="3191"/>
                    <a:pt x="11496" y="5130"/>
                    <a:pt x="11496" y="7149"/>
                  </a:cubicBezTo>
                  <a:cubicBezTo>
                    <a:pt x="11496" y="10514"/>
                    <a:pt x="13185" y="13461"/>
                    <a:pt x="15532" y="14094"/>
                  </a:cubicBezTo>
                  <a:cubicBezTo>
                    <a:pt x="15056" y="15786"/>
                    <a:pt x="14303" y="17466"/>
                    <a:pt x="13302" y="19078"/>
                  </a:cubicBezTo>
                  <a:cubicBezTo>
                    <a:pt x="12986" y="19587"/>
                    <a:pt x="12948" y="20312"/>
                    <a:pt x="13208" y="20883"/>
                  </a:cubicBezTo>
                  <a:cubicBezTo>
                    <a:pt x="13409" y="21332"/>
                    <a:pt x="13737" y="21585"/>
                    <a:pt x="14096" y="21585"/>
                  </a:cubicBezTo>
                  <a:cubicBezTo>
                    <a:pt x="14197" y="21585"/>
                    <a:pt x="14302" y="21574"/>
                    <a:pt x="14402" y="21523"/>
                  </a:cubicBezTo>
                  <a:cubicBezTo>
                    <a:pt x="16519" y="20646"/>
                    <a:pt x="21463" y="17535"/>
                    <a:pt x="21600" y="7562"/>
                  </a:cubicBezTo>
                  <a:lnTo>
                    <a:pt x="21600" y="7417"/>
                  </a:lnTo>
                  <a:cubicBezTo>
                    <a:pt x="21600" y="3634"/>
                    <a:pt x="19632" y="417"/>
                    <a:pt x="17069" y="39"/>
                  </a:cubicBezTo>
                  <a:cubicBezTo>
                    <a:pt x="16712" y="-11"/>
                    <a:pt x="16356" y="-15"/>
                    <a:pt x="16005" y="39"/>
                  </a:cubicBezTo>
                  <a:close/>
                </a:path>
              </a:pathLst>
            </a:custGeom>
            <a:solidFill>
              <a:srgbClr val="00B0F0"/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pPr marL="0" marR="0" lvl="0" indent="0" defTabSz="91440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>
                  <a:latin typeface="Poppins Regular"/>
                  <a:ea typeface="Poppins Regular"/>
                  <a:cs typeface="Poppins Regular"/>
                  <a:sym typeface="Poppins Regular"/>
                </a:defRPr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oppins Regular"/>
              </a:endParaRPr>
            </a:p>
          </p:txBody>
        </p:sp>
      </p:grpSp>
      <p:grpSp>
        <p:nvGrpSpPr>
          <p:cNvPr id="367" name="그룹 366">
            <a:extLst>
              <a:ext uri="{FF2B5EF4-FFF2-40B4-BE49-F238E27FC236}">
                <a16:creationId xmlns:a16="http://schemas.microsoft.com/office/drawing/2014/main" id="{6FAAEA9F-2342-4C38-B284-7D176247E39E}"/>
              </a:ext>
            </a:extLst>
          </p:cNvPr>
          <p:cNvGrpSpPr/>
          <p:nvPr/>
        </p:nvGrpSpPr>
        <p:grpSpPr>
          <a:xfrm>
            <a:off x="146120" y="1568624"/>
            <a:ext cx="4747758" cy="6408708"/>
            <a:chOff x="146120" y="1568624"/>
            <a:chExt cx="4747758" cy="6408708"/>
          </a:xfrm>
        </p:grpSpPr>
        <p:sp>
          <p:nvSpPr>
            <p:cNvPr id="368" name="직사각형 367">
              <a:extLst>
                <a:ext uri="{FF2B5EF4-FFF2-40B4-BE49-F238E27FC236}">
                  <a16:creationId xmlns:a16="http://schemas.microsoft.com/office/drawing/2014/main" id="{929975ED-3D35-4827-B2E3-1FB7AA1783CA}"/>
                </a:ext>
              </a:extLst>
            </p:cNvPr>
            <p:cNvSpPr/>
            <p:nvPr/>
          </p:nvSpPr>
          <p:spPr>
            <a:xfrm>
              <a:off x="179999" y="1604628"/>
              <a:ext cx="4680000" cy="6336000"/>
            </a:xfrm>
            <a:prstGeom prst="rect">
              <a:avLst/>
            </a:prstGeom>
            <a:solidFill>
              <a:schemeClr val="tx1">
                <a:alpha val="10000"/>
              </a:schemeClr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369" name="그룹 368">
              <a:extLst>
                <a:ext uri="{FF2B5EF4-FFF2-40B4-BE49-F238E27FC236}">
                  <a16:creationId xmlns:a16="http://schemas.microsoft.com/office/drawing/2014/main" id="{2ABC6BEC-146B-4AF4-98E0-ADD364A288F6}"/>
                </a:ext>
              </a:extLst>
            </p:cNvPr>
            <p:cNvGrpSpPr/>
            <p:nvPr/>
          </p:nvGrpSpPr>
          <p:grpSpPr>
            <a:xfrm>
              <a:off x="146120" y="1568624"/>
              <a:ext cx="4747758" cy="6408708"/>
              <a:chOff x="152640" y="1568624"/>
              <a:chExt cx="4747758" cy="6408708"/>
            </a:xfrm>
            <a:solidFill>
              <a:schemeClr val="bg1">
                <a:alpha val="50000"/>
              </a:schemeClr>
            </a:solidFill>
          </p:grpSpPr>
          <p:sp>
            <p:nvSpPr>
              <p:cNvPr id="370" name="직사각형 369">
                <a:extLst>
                  <a:ext uri="{FF2B5EF4-FFF2-40B4-BE49-F238E27FC236}">
                    <a16:creationId xmlns:a16="http://schemas.microsoft.com/office/drawing/2014/main" id="{BB9F648E-5052-446B-B750-104E19A289B5}"/>
                  </a:ext>
                </a:extLst>
              </p:cNvPr>
              <p:cNvSpPr/>
              <p:nvPr/>
            </p:nvSpPr>
            <p:spPr>
              <a:xfrm>
                <a:off x="184320" y="1568628"/>
                <a:ext cx="4680000" cy="36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71" name="직사각형 370">
                <a:extLst>
                  <a:ext uri="{FF2B5EF4-FFF2-40B4-BE49-F238E27FC236}">
                    <a16:creationId xmlns:a16="http://schemas.microsoft.com/office/drawing/2014/main" id="{BCE741AF-5FC3-442D-ACF5-2801D51B358F}"/>
                  </a:ext>
                </a:extLst>
              </p:cNvPr>
              <p:cNvSpPr/>
              <p:nvPr/>
            </p:nvSpPr>
            <p:spPr>
              <a:xfrm>
                <a:off x="184320" y="7941332"/>
                <a:ext cx="4680000" cy="36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72" name="직사각형 371">
                <a:extLst>
                  <a:ext uri="{FF2B5EF4-FFF2-40B4-BE49-F238E27FC236}">
                    <a16:creationId xmlns:a16="http://schemas.microsoft.com/office/drawing/2014/main" id="{C3E0FCCC-604F-43EF-967E-ECDBC02049C2}"/>
                  </a:ext>
                </a:extLst>
              </p:cNvPr>
              <p:cNvSpPr/>
              <p:nvPr/>
            </p:nvSpPr>
            <p:spPr>
              <a:xfrm rot="5400000">
                <a:off x="-3033360" y="4754624"/>
                <a:ext cx="6408000" cy="36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73" name="직사각형 372">
                <a:extLst>
                  <a:ext uri="{FF2B5EF4-FFF2-40B4-BE49-F238E27FC236}">
                    <a16:creationId xmlns:a16="http://schemas.microsoft.com/office/drawing/2014/main" id="{8CFF39A7-4652-45B7-987E-34140108F354}"/>
                  </a:ext>
                </a:extLst>
              </p:cNvPr>
              <p:cNvSpPr/>
              <p:nvPr/>
            </p:nvSpPr>
            <p:spPr>
              <a:xfrm rot="5400000">
                <a:off x="4360398" y="2072628"/>
                <a:ext cx="1044000" cy="36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74" name="직사각형 373">
                <a:extLst>
                  <a:ext uri="{FF2B5EF4-FFF2-40B4-BE49-F238E27FC236}">
                    <a16:creationId xmlns:a16="http://schemas.microsoft.com/office/drawing/2014/main" id="{9E7468F9-012C-4E7D-9EDC-9A6697BA1337}"/>
                  </a:ext>
                </a:extLst>
              </p:cNvPr>
              <p:cNvSpPr/>
              <p:nvPr/>
            </p:nvSpPr>
            <p:spPr>
              <a:xfrm rot="16200000">
                <a:off x="3532398" y="6609332"/>
                <a:ext cx="2700000" cy="36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sp>
        <p:nvSpPr>
          <p:cNvPr id="375" name="Text Box 53">
            <a:extLst>
              <a:ext uri="{FF2B5EF4-FFF2-40B4-BE49-F238E27FC236}">
                <a16:creationId xmlns:a16="http://schemas.microsoft.com/office/drawing/2014/main" id="{F8EC6CEE-EEE4-470B-A014-9CF6969FCFCA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341032" y="1767653"/>
            <a:ext cx="2425344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1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marL="177800" indent="-177800" defTabSz="793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1028700" indent="-457200" defTabSz="793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668463" indent="-454025" defTabSz="793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2317750" indent="-458788" defTabSz="793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965450" indent="-457200" defTabSz="793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3422650" indent="-457200" defTabSz="79375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3879850" indent="-457200" defTabSz="79375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4337050" indent="-457200" defTabSz="79375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4794250" indent="-457200" defTabSz="79375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indent="0" defTabSz="914400"/>
            <a:r>
              <a:rPr lang="ko-KR" altLang="en-US" sz="1200" dirty="0">
                <a:solidFill>
                  <a:schemeClr val="bg1">
                    <a:alpha val="70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지구는 우리의 과거와 미래를 담고 있다</a:t>
            </a:r>
            <a:r>
              <a:rPr lang="en-US" altLang="ko-KR" sz="1200" dirty="0">
                <a:solidFill>
                  <a:schemeClr val="bg1">
                    <a:alpha val="70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.</a:t>
            </a:r>
            <a:endParaRPr lang="ko-KR" altLang="en-US" sz="1200" dirty="0">
              <a:solidFill>
                <a:schemeClr val="bg1">
                  <a:alpha val="70000"/>
                </a:schemeClr>
              </a:solidFill>
              <a:latin typeface="Pretendard ExtraLight" panose="02000303000000020004" pitchFamily="50" charset="-127"/>
              <a:ea typeface="Pretendard ExtraLight" panose="02000303000000020004" pitchFamily="50" charset="-127"/>
              <a:cs typeface="Pretendard ExtraLight" panose="02000303000000020004" pitchFamily="50" charset="-127"/>
            </a:endParaRPr>
          </a:p>
        </p:txBody>
      </p:sp>
      <p:grpSp>
        <p:nvGrpSpPr>
          <p:cNvPr id="376" name="그룹 375">
            <a:extLst>
              <a:ext uri="{FF2B5EF4-FFF2-40B4-BE49-F238E27FC236}">
                <a16:creationId xmlns:a16="http://schemas.microsoft.com/office/drawing/2014/main" id="{15EFEFD3-FBC2-41D0-99CD-ECDE76077FE7}"/>
              </a:ext>
            </a:extLst>
          </p:cNvPr>
          <p:cNvGrpSpPr/>
          <p:nvPr/>
        </p:nvGrpSpPr>
        <p:grpSpPr>
          <a:xfrm>
            <a:off x="5773062" y="2476747"/>
            <a:ext cx="828000" cy="991938"/>
            <a:chOff x="5121000" y="1584262"/>
            <a:chExt cx="828000" cy="991938"/>
          </a:xfrm>
        </p:grpSpPr>
        <p:sp>
          <p:nvSpPr>
            <p:cNvPr id="377" name="사각형: 둥근 모서리 376">
              <a:extLst>
                <a:ext uri="{FF2B5EF4-FFF2-40B4-BE49-F238E27FC236}">
                  <a16:creationId xmlns:a16="http://schemas.microsoft.com/office/drawing/2014/main" id="{58F508BC-97BE-4C35-B243-D088EA5FCAF5}"/>
                </a:ext>
              </a:extLst>
            </p:cNvPr>
            <p:cNvSpPr/>
            <p:nvPr/>
          </p:nvSpPr>
          <p:spPr>
            <a:xfrm>
              <a:off x="5121000" y="1584262"/>
              <a:ext cx="828000" cy="828000"/>
            </a:xfrm>
            <a:prstGeom prst="roundRect">
              <a:avLst/>
            </a:prstGeom>
            <a:solidFill>
              <a:srgbClr val="F2DC4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36000" bIns="0" rtlCol="0" anchor="ctr"/>
            <a:lstStyle/>
            <a:p>
              <a:pPr algn="ctr" defTabSz="825500" hangingPunct="0">
                <a:defRPr/>
              </a:pPr>
              <a:r>
                <a:rPr lang="ko-KR" altLang="en-US" sz="2400" kern="0">
                  <a:solidFill>
                    <a:srgbClr val="232422"/>
                  </a:solidFill>
                  <a:latin typeface="G마켓 산스 Medium" panose="02000000000000000000" pitchFamily="50" charset="-127"/>
                  <a:ea typeface="G마켓 산스 Medium" panose="02000000000000000000" pitchFamily="50" charset="-127"/>
                  <a:cs typeface="Montserrat ExtraBold"/>
                  <a:sym typeface="Montserrat ExtraBold"/>
                </a:rPr>
                <a:t>지구</a:t>
              </a:r>
              <a:endParaRPr lang="ko-KR" altLang="en-US" sz="2400" kern="0" dirty="0">
                <a:solidFill>
                  <a:srgbClr val="232422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  <a:cs typeface="Montserrat ExtraBold"/>
                <a:sym typeface="Montserrat ExtraBold"/>
              </a:endParaRPr>
            </a:p>
          </p:txBody>
        </p:sp>
        <p:sp>
          <p:nvSpPr>
            <p:cNvPr id="378" name="직각 삼각형 377">
              <a:extLst>
                <a:ext uri="{FF2B5EF4-FFF2-40B4-BE49-F238E27FC236}">
                  <a16:creationId xmlns:a16="http://schemas.microsoft.com/office/drawing/2014/main" id="{63A156C2-1C09-4327-828F-696ED2D57948}"/>
                </a:ext>
              </a:extLst>
            </p:cNvPr>
            <p:cNvSpPr/>
            <p:nvPr/>
          </p:nvSpPr>
          <p:spPr>
            <a:xfrm flipV="1">
              <a:off x="5121001" y="2252700"/>
              <a:ext cx="295692" cy="323500"/>
            </a:xfrm>
            <a:prstGeom prst="rtTriangle">
              <a:avLst/>
            </a:prstGeom>
            <a:solidFill>
              <a:srgbClr val="F2DC4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54" name="그룹 353">
            <a:extLst>
              <a:ext uri="{FF2B5EF4-FFF2-40B4-BE49-F238E27FC236}">
                <a16:creationId xmlns:a16="http://schemas.microsoft.com/office/drawing/2014/main" id="{546042CA-E8DB-4105-9570-44CA20971651}"/>
              </a:ext>
            </a:extLst>
          </p:cNvPr>
          <p:cNvGrpSpPr/>
          <p:nvPr/>
        </p:nvGrpSpPr>
        <p:grpSpPr>
          <a:xfrm>
            <a:off x="6750000" y="0"/>
            <a:ext cx="108000" cy="1964668"/>
            <a:chOff x="0" y="0"/>
            <a:chExt cx="144000" cy="9906000"/>
          </a:xfrm>
        </p:grpSpPr>
        <p:sp>
          <p:nvSpPr>
            <p:cNvPr id="386" name="직사각형 385">
              <a:extLst>
                <a:ext uri="{FF2B5EF4-FFF2-40B4-BE49-F238E27FC236}">
                  <a16:creationId xmlns:a16="http://schemas.microsoft.com/office/drawing/2014/main" id="{480101DA-6605-4B8C-8DB1-BE72BA85E7EA}"/>
                </a:ext>
              </a:extLst>
            </p:cNvPr>
            <p:cNvSpPr/>
            <p:nvPr/>
          </p:nvSpPr>
          <p:spPr>
            <a:xfrm>
              <a:off x="0" y="0"/>
              <a:ext cx="144000" cy="1656000"/>
            </a:xfrm>
            <a:prstGeom prst="rect">
              <a:avLst/>
            </a:prstGeom>
            <a:solidFill>
              <a:srgbClr val="019B8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  <p:sp>
          <p:nvSpPr>
            <p:cNvPr id="387" name="직사각형 386">
              <a:extLst>
                <a:ext uri="{FF2B5EF4-FFF2-40B4-BE49-F238E27FC236}">
                  <a16:creationId xmlns:a16="http://schemas.microsoft.com/office/drawing/2014/main" id="{C9A94441-FDF3-4E3D-95FB-66ABC96E4351}"/>
                </a:ext>
              </a:extLst>
            </p:cNvPr>
            <p:cNvSpPr/>
            <p:nvPr/>
          </p:nvSpPr>
          <p:spPr>
            <a:xfrm>
              <a:off x="0" y="1650000"/>
              <a:ext cx="144000" cy="1656000"/>
            </a:xfrm>
            <a:prstGeom prst="rect">
              <a:avLst/>
            </a:prstGeom>
            <a:solidFill>
              <a:srgbClr val="87AE1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  <p:sp>
          <p:nvSpPr>
            <p:cNvPr id="388" name="직사각형 387">
              <a:extLst>
                <a:ext uri="{FF2B5EF4-FFF2-40B4-BE49-F238E27FC236}">
                  <a16:creationId xmlns:a16="http://schemas.microsoft.com/office/drawing/2014/main" id="{9422828B-2F20-4E14-8009-820415D4BD08}"/>
                </a:ext>
              </a:extLst>
            </p:cNvPr>
            <p:cNvSpPr/>
            <p:nvPr/>
          </p:nvSpPr>
          <p:spPr>
            <a:xfrm>
              <a:off x="0" y="3300000"/>
              <a:ext cx="144000" cy="1656000"/>
            </a:xfrm>
            <a:prstGeom prst="rect">
              <a:avLst/>
            </a:prstGeom>
            <a:solidFill>
              <a:srgbClr val="F7AC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  <p:sp>
          <p:nvSpPr>
            <p:cNvPr id="389" name="직사각형 388">
              <a:extLst>
                <a:ext uri="{FF2B5EF4-FFF2-40B4-BE49-F238E27FC236}">
                  <a16:creationId xmlns:a16="http://schemas.microsoft.com/office/drawing/2014/main" id="{DB1FA484-71A5-4DE1-9621-E473F733AEA4}"/>
                </a:ext>
              </a:extLst>
            </p:cNvPr>
            <p:cNvSpPr/>
            <p:nvPr/>
          </p:nvSpPr>
          <p:spPr>
            <a:xfrm>
              <a:off x="0" y="4950000"/>
              <a:ext cx="144000" cy="1656000"/>
            </a:xfrm>
            <a:prstGeom prst="rect">
              <a:avLst/>
            </a:prstGeom>
            <a:solidFill>
              <a:srgbClr val="E752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  <p:sp>
          <p:nvSpPr>
            <p:cNvPr id="390" name="직사각형 389">
              <a:extLst>
                <a:ext uri="{FF2B5EF4-FFF2-40B4-BE49-F238E27FC236}">
                  <a16:creationId xmlns:a16="http://schemas.microsoft.com/office/drawing/2014/main" id="{732DD6D4-6455-4BDE-8092-949D0729B776}"/>
                </a:ext>
              </a:extLst>
            </p:cNvPr>
            <p:cNvSpPr/>
            <p:nvPr/>
          </p:nvSpPr>
          <p:spPr>
            <a:xfrm>
              <a:off x="0" y="6600000"/>
              <a:ext cx="144000" cy="1656000"/>
            </a:xfrm>
            <a:prstGeom prst="rect">
              <a:avLst/>
            </a:prstGeom>
            <a:solidFill>
              <a:srgbClr val="C9196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  <p:sp>
          <p:nvSpPr>
            <p:cNvPr id="391" name="직사각형 390">
              <a:extLst>
                <a:ext uri="{FF2B5EF4-FFF2-40B4-BE49-F238E27FC236}">
                  <a16:creationId xmlns:a16="http://schemas.microsoft.com/office/drawing/2014/main" id="{39650DFF-B977-4061-9E29-5E29C8C49FD9}"/>
                </a:ext>
              </a:extLst>
            </p:cNvPr>
            <p:cNvSpPr/>
            <p:nvPr/>
          </p:nvSpPr>
          <p:spPr>
            <a:xfrm>
              <a:off x="0" y="8250000"/>
              <a:ext cx="144000" cy="1656000"/>
            </a:xfrm>
            <a:prstGeom prst="rect">
              <a:avLst/>
            </a:prstGeom>
            <a:solidFill>
              <a:srgbClr val="4E1E4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</p:grpSp>
      <p:grpSp>
        <p:nvGrpSpPr>
          <p:cNvPr id="379" name="그룹 378">
            <a:extLst>
              <a:ext uri="{FF2B5EF4-FFF2-40B4-BE49-F238E27FC236}">
                <a16:creationId xmlns:a16="http://schemas.microsoft.com/office/drawing/2014/main" id="{2ED5806B-6171-466C-9A50-E0E0CC8DA5D0}"/>
              </a:ext>
            </a:extLst>
          </p:cNvPr>
          <p:cNvGrpSpPr/>
          <p:nvPr/>
        </p:nvGrpSpPr>
        <p:grpSpPr>
          <a:xfrm>
            <a:off x="165408" y="8606080"/>
            <a:ext cx="5279048" cy="811416"/>
            <a:chOff x="165408" y="8606080"/>
            <a:chExt cx="5279048" cy="811416"/>
          </a:xfrm>
        </p:grpSpPr>
        <p:sp>
          <p:nvSpPr>
            <p:cNvPr id="380" name="Text Box 53">
              <a:extLst>
                <a:ext uri="{FF2B5EF4-FFF2-40B4-BE49-F238E27FC236}">
                  <a16:creationId xmlns:a16="http://schemas.microsoft.com/office/drawing/2014/main" id="{2D3A557B-DA0D-4D97-8368-DCF4965AF8A6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2938061" y="9021452"/>
              <a:ext cx="804707" cy="1264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CC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bg1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defPPr>
                <a:defRPr lang="en-US"/>
              </a:defPPr>
              <a:lvl1pPr lvl="0" indent="0" defTabSz="914400">
                <a:spcBef>
                  <a:spcPts val="1000"/>
                </a:spcBef>
                <a:defRPr kumimoji="1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  <a:ea typeface="굴림" panose="020B0600000101010101" pitchFamily="50" charset="-127"/>
                </a:defRPr>
              </a:lvl1pPr>
              <a:lvl2pPr marL="1028700" indent="-457200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668463" indent="-454025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2317750" indent="-458788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965450" indent="-457200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34226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38798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43370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47942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>
                <a:lnSpc>
                  <a:spcPct val="110000"/>
                </a:lnSpc>
                <a:spcBef>
                  <a:spcPts val="0"/>
                </a:spcBef>
              </a:pPr>
              <a:r>
                <a:rPr lang="en-US" altLang="ko-KR" dirty="0"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sample@mail.com</a:t>
              </a:r>
              <a:endParaRPr lang="ko-KR" altLang="en-US" dirty="0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endParaRPr>
            </a:p>
          </p:txBody>
        </p:sp>
        <p:sp>
          <p:nvSpPr>
            <p:cNvPr id="381" name="任意形状 978">
              <a:extLst>
                <a:ext uri="{FF2B5EF4-FFF2-40B4-BE49-F238E27FC236}">
                  <a16:creationId xmlns:a16="http://schemas.microsoft.com/office/drawing/2014/main" id="{E565FFE0-FA94-425A-B5E6-312F16B15D29}"/>
                </a:ext>
              </a:extLst>
            </p:cNvPr>
            <p:cNvSpPr/>
            <p:nvPr/>
          </p:nvSpPr>
          <p:spPr>
            <a:xfrm>
              <a:off x="2751048" y="9030182"/>
              <a:ext cx="134750" cy="1179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" y="0"/>
                  </a:moveTo>
                  <a:lnTo>
                    <a:pt x="20520" y="0"/>
                  </a:lnTo>
                  <a:cubicBezTo>
                    <a:pt x="21117" y="0"/>
                    <a:pt x="21600" y="537"/>
                    <a:pt x="21600" y="1200"/>
                  </a:cubicBezTo>
                  <a:lnTo>
                    <a:pt x="21600" y="20400"/>
                  </a:lnTo>
                  <a:cubicBezTo>
                    <a:pt x="21600" y="21063"/>
                    <a:pt x="21117" y="21600"/>
                    <a:pt x="20520" y="21600"/>
                  </a:cubicBezTo>
                  <a:lnTo>
                    <a:pt x="1080" y="21600"/>
                  </a:lnTo>
                  <a:cubicBezTo>
                    <a:pt x="483" y="21600"/>
                    <a:pt x="0" y="21063"/>
                    <a:pt x="0" y="20400"/>
                  </a:cubicBezTo>
                  <a:lnTo>
                    <a:pt x="0" y="1200"/>
                  </a:lnTo>
                  <a:cubicBezTo>
                    <a:pt x="0" y="537"/>
                    <a:pt x="483" y="0"/>
                    <a:pt x="1080" y="0"/>
                  </a:cubicBezTo>
                  <a:close/>
                  <a:moveTo>
                    <a:pt x="19440" y="5086"/>
                  </a:moveTo>
                  <a:lnTo>
                    <a:pt x="10878" y="13606"/>
                  </a:lnTo>
                  <a:lnTo>
                    <a:pt x="2160" y="5059"/>
                  </a:lnTo>
                  <a:lnTo>
                    <a:pt x="2160" y="19200"/>
                  </a:lnTo>
                  <a:lnTo>
                    <a:pt x="19440" y="19200"/>
                  </a:lnTo>
                  <a:lnTo>
                    <a:pt x="19440" y="5086"/>
                  </a:lnTo>
                  <a:close/>
                  <a:moveTo>
                    <a:pt x="2712" y="2400"/>
                  </a:moveTo>
                  <a:lnTo>
                    <a:pt x="10866" y="10394"/>
                  </a:lnTo>
                  <a:lnTo>
                    <a:pt x="18902" y="2400"/>
                  </a:lnTo>
                  <a:lnTo>
                    <a:pt x="2712" y="240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9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382" name="Text Box 53">
              <a:extLst>
                <a:ext uri="{FF2B5EF4-FFF2-40B4-BE49-F238E27FC236}">
                  <a16:creationId xmlns:a16="http://schemas.microsoft.com/office/drawing/2014/main" id="{F618CB76-F382-456F-9FFF-5083D49C0E7F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4642224" y="9021452"/>
              <a:ext cx="795089" cy="1264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CC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bg1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defPPr>
                <a:defRPr lang="en-US"/>
              </a:defPPr>
              <a:lvl1pPr lvl="0" indent="0" defTabSz="914400">
                <a:spcBef>
                  <a:spcPts val="1000"/>
                </a:spcBef>
                <a:defRPr kumimoji="1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  <a:ea typeface="굴림" panose="020B0600000101010101" pitchFamily="50" charset="-127"/>
                </a:defRPr>
              </a:lvl1pPr>
              <a:lvl2pPr marL="1028700" indent="-457200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668463" indent="-454025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2317750" indent="-458788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965450" indent="-457200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34226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38798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43370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47942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>
                <a:lnSpc>
                  <a:spcPct val="110000"/>
                </a:lnSpc>
                <a:spcBef>
                  <a:spcPts val="0"/>
                </a:spcBef>
              </a:pPr>
              <a:r>
                <a:rPr lang="en-US" altLang="ko-KR" dirty="0"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www.sample.com</a:t>
              </a:r>
              <a:endParaRPr lang="ko-KR" altLang="en-US" dirty="0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endParaRPr>
            </a:p>
          </p:txBody>
        </p:sp>
        <p:sp>
          <p:nvSpPr>
            <p:cNvPr id="383" name="任意形状 412">
              <a:extLst>
                <a:ext uri="{FF2B5EF4-FFF2-40B4-BE49-F238E27FC236}">
                  <a16:creationId xmlns:a16="http://schemas.microsoft.com/office/drawing/2014/main" id="{953B353C-684E-4343-9CA3-530D96149592}"/>
                </a:ext>
              </a:extLst>
            </p:cNvPr>
            <p:cNvSpPr/>
            <p:nvPr/>
          </p:nvSpPr>
          <p:spPr>
            <a:xfrm>
              <a:off x="4438947" y="9022972"/>
              <a:ext cx="148226" cy="13238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05" extrusionOk="0">
                  <a:moveTo>
                    <a:pt x="17673" y="21505"/>
                  </a:moveTo>
                  <a:lnTo>
                    <a:pt x="3927" y="21505"/>
                  </a:lnTo>
                  <a:cubicBezTo>
                    <a:pt x="3385" y="21505"/>
                    <a:pt x="2945" y="21015"/>
                    <a:pt x="2945" y="20411"/>
                  </a:cubicBezTo>
                  <a:lnTo>
                    <a:pt x="2945" y="10560"/>
                  </a:lnTo>
                  <a:lnTo>
                    <a:pt x="0" y="10560"/>
                  </a:lnTo>
                  <a:lnTo>
                    <a:pt x="10139" y="285"/>
                  </a:lnTo>
                  <a:cubicBezTo>
                    <a:pt x="10514" y="-95"/>
                    <a:pt x="11086" y="-95"/>
                    <a:pt x="11461" y="285"/>
                  </a:cubicBezTo>
                  <a:lnTo>
                    <a:pt x="21600" y="10560"/>
                  </a:lnTo>
                  <a:lnTo>
                    <a:pt x="18655" y="10560"/>
                  </a:lnTo>
                  <a:lnTo>
                    <a:pt x="18655" y="20411"/>
                  </a:lnTo>
                  <a:cubicBezTo>
                    <a:pt x="18655" y="21015"/>
                    <a:pt x="18215" y="21505"/>
                    <a:pt x="17673" y="21505"/>
                  </a:cubicBezTo>
                  <a:close/>
                  <a:moveTo>
                    <a:pt x="4909" y="19316"/>
                  </a:moveTo>
                  <a:lnTo>
                    <a:pt x="16691" y="19316"/>
                  </a:lnTo>
                  <a:lnTo>
                    <a:pt x="16691" y="8543"/>
                  </a:lnTo>
                  <a:lnTo>
                    <a:pt x="10800" y="2574"/>
                  </a:lnTo>
                  <a:lnTo>
                    <a:pt x="4909" y="8543"/>
                  </a:lnTo>
                  <a:lnTo>
                    <a:pt x="4909" y="19316"/>
                  </a:lnTo>
                  <a:close/>
                  <a:moveTo>
                    <a:pt x="6873" y="14938"/>
                  </a:moveTo>
                  <a:lnTo>
                    <a:pt x="14727" y="14938"/>
                  </a:lnTo>
                  <a:lnTo>
                    <a:pt x="14727" y="17127"/>
                  </a:lnTo>
                  <a:lnTo>
                    <a:pt x="6873" y="17127"/>
                  </a:lnTo>
                  <a:lnTo>
                    <a:pt x="6873" y="14938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9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384" name="Text Box 53">
              <a:extLst>
                <a:ext uri="{FF2B5EF4-FFF2-40B4-BE49-F238E27FC236}">
                  <a16:creationId xmlns:a16="http://schemas.microsoft.com/office/drawing/2014/main" id="{568CDCAF-EE78-4535-88AD-C9466AAB678B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2926779" y="9260807"/>
              <a:ext cx="2517677" cy="1264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CC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bg1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defPPr>
                <a:defRPr lang="en-US"/>
              </a:defPPr>
              <a:lvl1pPr lvl="0" indent="0" defTabSz="914400">
                <a:lnSpc>
                  <a:spcPct val="110000"/>
                </a:lnSpc>
                <a:spcBef>
                  <a:spcPts val="0"/>
                </a:spcBef>
                <a:defRPr kumimoji="1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defRPr>
              </a:lvl1pPr>
              <a:lvl2pPr marL="1028700" indent="-457200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668463" indent="-454025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2317750" indent="-458788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965450" indent="-457200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34226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38798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43370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47942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r>
                <a:rPr lang="ko-KR" altLang="en-US" spc="10" dirty="0"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서울특별시 강남구 테헤란로 </a:t>
              </a:r>
              <a:r>
                <a:rPr lang="en-US" altLang="ko-KR" spc="10" dirty="0"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123</a:t>
              </a:r>
              <a:r>
                <a:rPr lang="ko-KR" altLang="en-US" spc="10" dirty="0"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길 </a:t>
              </a:r>
              <a:r>
                <a:rPr lang="en-US" altLang="ko-KR" spc="10" dirty="0"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45, </a:t>
              </a:r>
              <a:r>
                <a:rPr lang="ko-KR" altLang="en-US" spc="10" dirty="0" err="1"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카리버</a:t>
              </a:r>
              <a:r>
                <a:rPr lang="ko-KR" altLang="en-US" spc="10" dirty="0"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 오피스텔 </a:t>
              </a:r>
              <a:r>
                <a:rPr lang="en-US" altLang="ko-KR" spc="10" dirty="0"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101</a:t>
              </a:r>
              <a:r>
                <a:rPr lang="ko-KR" altLang="en-US" spc="10" dirty="0"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호</a:t>
              </a:r>
              <a:endParaRPr lang="en-US" altLang="ko-KR" spc="10" dirty="0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endParaRPr>
            </a:p>
          </p:txBody>
        </p:sp>
        <p:grpSp>
          <p:nvGrpSpPr>
            <p:cNvPr id="385" name="그룹 384">
              <a:extLst>
                <a:ext uri="{FF2B5EF4-FFF2-40B4-BE49-F238E27FC236}">
                  <a16:creationId xmlns:a16="http://schemas.microsoft.com/office/drawing/2014/main" id="{058B06A0-BB2F-4534-AE92-0C0ABE1A2F1D}"/>
                </a:ext>
              </a:extLst>
            </p:cNvPr>
            <p:cNvGrpSpPr/>
            <p:nvPr/>
          </p:nvGrpSpPr>
          <p:grpSpPr>
            <a:xfrm>
              <a:off x="179300" y="9001029"/>
              <a:ext cx="2152472" cy="405569"/>
              <a:chOff x="4220940" y="8177794"/>
              <a:chExt cx="2152472" cy="405569"/>
            </a:xfrm>
          </p:grpSpPr>
          <p:sp>
            <p:nvSpPr>
              <p:cNvPr id="398" name="Oval 3">
                <a:extLst>
                  <a:ext uri="{FF2B5EF4-FFF2-40B4-BE49-F238E27FC236}">
                    <a16:creationId xmlns:a16="http://schemas.microsoft.com/office/drawing/2014/main" id="{30062793-CCA5-4EF2-ADB2-E437D8B53A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20940" y="8177794"/>
                <a:ext cx="405568" cy="405569"/>
              </a:xfrm>
              <a:prstGeom prst="ellipse">
                <a:avLst/>
              </a:prstGeom>
              <a:noFill/>
              <a:ln w="12700">
                <a:solidFill>
                  <a:schemeClr val="bg1">
                    <a:lumMod val="85000"/>
                    <a:alpha val="71000"/>
                  </a:schemeClr>
                </a:solidFill>
              </a:ln>
              <a:effectLst/>
            </p:spPr>
            <p:txBody>
              <a:bodyPr lIns="50800" tIns="50800" rIns="50800" bIns="50800" anchor="ctr"/>
              <a:lstStyle/>
              <a:p>
                <a:endParaRPr lang="en-US" altLang="en-US" sz="3200" dirty="0">
                  <a:solidFill>
                    <a:srgbClr val="FFFFFF"/>
                  </a:solidFill>
                  <a:latin typeface="Pretendard ExtraLight" panose="02000303000000020004" pitchFamily="50" charset="-127"/>
                  <a:ea typeface="Poppins" charset="0"/>
                  <a:cs typeface="Poppins" charset="0"/>
                  <a:sym typeface="Helvetica Light" charset="0"/>
                </a:endParaRPr>
              </a:p>
            </p:txBody>
          </p:sp>
          <p:sp>
            <p:nvSpPr>
              <p:cNvPr id="399" name="AutoShape 4">
                <a:extLst>
                  <a:ext uri="{FF2B5EF4-FFF2-40B4-BE49-F238E27FC236}">
                    <a16:creationId xmlns:a16="http://schemas.microsoft.com/office/drawing/2014/main" id="{D374D8E7-EA23-4222-88C3-4D0C595ABE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77971" y="8294155"/>
                <a:ext cx="91507" cy="172846"/>
              </a:xfrm>
              <a:custGeom>
                <a:avLst/>
                <a:gdLst>
                  <a:gd name="T0" fmla="*/ 64294 w 21600"/>
                  <a:gd name="T1" fmla="*/ 121479 h 21595"/>
                  <a:gd name="T2" fmla="*/ 64294 w 21600"/>
                  <a:gd name="T3" fmla="*/ 121479 h 21595"/>
                  <a:gd name="T4" fmla="*/ 64294 w 21600"/>
                  <a:gd name="T5" fmla="*/ 121479 h 21595"/>
                  <a:gd name="T6" fmla="*/ 64294 w 21600"/>
                  <a:gd name="T7" fmla="*/ 121479 h 2159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595">
                    <a:moveTo>
                      <a:pt x="14325" y="0"/>
                    </a:moveTo>
                    <a:cubicBezTo>
                      <a:pt x="11947" y="-5"/>
                      <a:pt x="9683" y="535"/>
                      <a:pt x="8120" y="1477"/>
                    </a:cubicBezTo>
                    <a:cubicBezTo>
                      <a:pt x="6945" y="2186"/>
                      <a:pt x="6249" y="3081"/>
                      <a:pt x="6144" y="4019"/>
                    </a:cubicBezTo>
                    <a:lnTo>
                      <a:pt x="6123" y="7733"/>
                    </a:lnTo>
                    <a:lnTo>
                      <a:pt x="0" y="7733"/>
                    </a:lnTo>
                    <a:lnTo>
                      <a:pt x="0" y="11796"/>
                    </a:lnTo>
                    <a:lnTo>
                      <a:pt x="6103" y="11796"/>
                    </a:lnTo>
                    <a:lnTo>
                      <a:pt x="6052" y="21595"/>
                    </a:lnTo>
                    <a:lnTo>
                      <a:pt x="14509" y="21595"/>
                    </a:lnTo>
                    <a:lnTo>
                      <a:pt x="14509" y="11796"/>
                    </a:lnTo>
                    <a:lnTo>
                      <a:pt x="20469" y="11796"/>
                    </a:lnTo>
                    <a:lnTo>
                      <a:pt x="21447" y="7733"/>
                    </a:lnTo>
                    <a:lnTo>
                      <a:pt x="14509" y="7733"/>
                    </a:lnTo>
                    <a:lnTo>
                      <a:pt x="14509" y="4988"/>
                    </a:lnTo>
                    <a:cubicBezTo>
                      <a:pt x="14453" y="4560"/>
                      <a:pt x="14822" y="4150"/>
                      <a:pt x="15487" y="3901"/>
                    </a:cubicBezTo>
                    <a:cubicBezTo>
                      <a:pt x="15925" y="3738"/>
                      <a:pt x="16459" y="3660"/>
                      <a:pt x="16995" y="3682"/>
                    </a:cubicBezTo>
                    <a:lnTo>
                      <a:pt x="21600" y="3677"/>
                    </a:lnTo>
                    <a:lnTo>
                      <a:pt x="21590" y="0"/>
                    </a:lnTo>
                    <a:lnTo>
                      <a:pt x="14325" y="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p:spPr>
            <p:txBody>
              <a:bodyPr lIns="50800" tIns="50800" rIns="50800" bIns="5080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400" name="Oval 6">
                <a:extLst>
                  <a:ext uri="{FF2B5EF4-FFF2-40B4-BE49-F238E27FC236}">
                    <a16:creationId xmlns:a16="http://schemas.microsoft.com/office/drawing/2014/main" id="{32C44DE2-AC08-47D4-964B-1DA0E10028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03241" y="8177794"/>
                <a:ext cx="405568" cy="405569"/>
              </a:xfrm>
              <a:prstGeom prst="ellipse">
                <a:avLst/>
              </a:prstGeom>
              <a:noFill/>
              <a:ln w="12700">
                <a:solidFill>
                  <a:schemeClr val="bg1">
                    <a:lumMod val="85000"/>
                    <a:alpha val="71000"/>
                  </a:schemeClr>
                </a:solidFill>
              </a:ln>
              <a:effectLst/>
            </p:spPr>
            <p:txBody>
              <a:bodyPr lIns="50800" tIns="50800" rIns="50800" bIns="50800" anchor="ctr"/>
              <a:lstStyle/>
              <a:p>
                <a:endParaRPr lang="en-US" altLang="en-US" sz="3200" dirty="0">
                  <a:solidFill>
                    <a:srgbClr val="FFFFFF"/>
                  </a:solidFill>
                  <a:latin typeface="Pretendard ExtraLight" panose="02000303000000020004" pitchFamily="50" charset="-127"/>
                  <a:ea typeface="Poppins" charset="0"/>
                  <a:cs typeface="Poppins" charset="0"/>
                  <a:sym typeface="Helvetica Light" charset="0"/>
                </a:endParaRPr>
              </a:p>
            </p:txBody>
          </p:sp>
          <p:sp>
            <p:nvSpPr>
              <p:cNvPr id="401" name="AutoShape 7">
                <a:extLst>
                  <a:ext uri="{FF2B5EF4-FFF2-40B4-BE49-F238E27FC236}">
                    <a16:creationId xmlns:a16="http://schemas.microsoft.com/office/drawing/2014/main" id="{4A3CE117-D191-42E3-A48A-5637ED6322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25985" y="8307712"/>
                <a:ext cx="176236" cy="145733"/>
              </a:xfrm>
              <a:custGeom>
                <a:avLst/>
                <a:gdLst>
                  <a:gd name="T0" fmla="*/ 123825 w 21600"/>
                  <a:gd name="T1" fmla="*/ 106380 h 20609"/>
                  <a:gd name="T2" fmla="*/ 123825 w 21600"/>
                  <a:gd name="T3" fmla="*/ 106380 h 20609"/>
                  <a:gd name="T4" fmla="*/ 123825 w 21600"/>
                  <a:gd name="T5" fmla="*/ 106380 h 20609"/>
                  <a:gd name="T6" fmla="*/ 123825 w 21600"/>
                  <a:gd name="T7" fmla="*/ 106380 h 2060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0609">
                    <a:moveTo>
                      <a:pt x="20989" y="488"/>
                    </a:moveTo>
                    <a:cubicBezTo>
                      <a:pt x="20829" y="951"/>
                      <a:pt x="20629" y="1394"/>
                      <a:pt x="20393" y="1811"/>
                    </a:cubicBezTo>
                    <a:cubicBezTo>
                      <a:pt x="20078" y="2370"/>
                      <a:pt x="19700" y="2878"/>
                      <a:pt x="19269" y="3322"/>
                    </a:cubicBezTo>
                    <a:cubicBezTo>
                      <a:pt x="19683" y="3307"/>
                      <a:pt x="20095" y="3243"/>
                      <a:pt x="20498" y="3130"/>
                    </a:cubicBezTo>
                    <a:cubicBezTo>
                      <a:pt x="20877" y="3024"/>
                      <a:pt x="21246" y="2876"/>
                      <a:pt x="21600" y="2687"/>
                    </a:cubicBezTo>
                    <a:cubicBezTo>
                      <a:pt x="21316" y="3218"/>
                      <a:pt x="20987" y="3713"/>
                      <a:pt x="20617" y="4166"/>
                    </a:cubicBezTo>
                    <a:cubicBezTo>
                      <a:pt x="20223" y="4649"/>
                      <a:pt x="19784" y="5081"/>
                      <a:pt x="19309" y="5454"/>
                    </a:cubicBezTo>
                    <a:cubicBezTo>
                      <a:pt x="19444" y="7795"/>
                      <a:pt x="19109" y="10097"/>
                      <a:pt x="18370" y="12200"/>
                    </a:cubicBezTo>
                    <a:cubicBezTo>
                      <a:pt x="17648" y="14253"/>
                      <a:pt x="16533" y="16141"/>
                      <a:pt x="14986" y="17569"/>
                    </a:cubicBezTo>
                    <a:cubicBezTo>
                      <a:pt x="13903" y="18568"/>
                      <a:pt x="12649" y="19278"/>
                      <a:pt x="11333" y="19776"/>
                    </a:cubicBezTo>
                    <a:cubicBezTo>
                      <a:pt x="7577" y="21197"/>
                      <a:pt x="3487" y="20789"/>
                      <a:pt x="0" y="18635"/>
                    </a:cubicBezTo>
                    <a:cubicBezTo>
                      <a:pt x="1193" y="18716"/>
                      <a:pt x="2389" y="18532"/>
                      <a:pt x="3523" y="18094"/>
                    </a:cubicBezTo>
                    <a:cubicBezTo>
                      <a:pt x="4495" y="17719"/>
                      <a:pt x="5407" y="17162"/>
                      <a:pt x="6225" y="16446"/>
                    </a:cubicBezTo>
                    <a:cubicBezTo>
                      <a:pt x="5098" y="16406"/>
                      <a:pt x="4024" y="15887"/>
                      <a:pt x="3208" y="14986"/>
                    </a:cubicBezTo>
                    <a:cubicBezTo>
                      <a:pt x="2632" y="14351"/>
                      <a:pt x="2210" y="13551"/>
                      <a:pt x="1985" y="12667"/>
                    </a:cubicBezTo>
                    <a:cubicBezTo>
                      <a:pt x="2291" y="12709"/>
                      <a:pt x="2600" y="12724"/>
                      <a:pt x="2908" y="12712"/>
                    </a:cubicBezTo>
                    <a:cubicBezTo>
                      <a:pt x="3196" y="12701"/>
                      <a:pt x="3482" y="12666"/>
                      <a:pt x="3766" y="12608"/>
                    </a:cubicBezTo>
                    <a:cubicBezTo>
                      <a:pt x="2710" y="12261"/>
                      <a:pt x="1802" y="11471"/>
                      <a:pt x="1219" y="10392"/>
                    </a:cubicBezTo>
                    <a:cubicBezTo>
                      <a:pt x="728" y="9483"/>
                      <a:pt x="496" y="8418"/>
                      <a:pt x="556" y="7347"/>
                    </a:cubicBezTo>
                    <a:cubicBezTo>
                      <a:pt x="865" y="7528"/>
                      <a:pt x="1185" y="7682"/>
                      <a:pt x="1514" y="7808"/>
                    </a:cubicBezTo>
                    <a:cubicBezTo>
                      <a:pt x="1827" y="7928"/>
                      <a:pt x="2147" y="8023"/>
                      <a:pt x="2471" y="8092"/>
                    </a:cubicBezTo>
                    <a:cubicBezTo>
                      <a:pt x="1633" y="7267"/>
                      <a:pt x="1044" y="6153"/>
                      <a:pt x="791" y="4912"/>
                    </a:cubicBezTo>
                    <a:cubicBezTo>
                      <a:pt x="541" y="3690"/>
                      <a:pt x="630" y="2408"/>
                      <a:pt x="1044" y="1248"/>
                    </a:cubicBezTo>
                    <a:cubicBezTo>
                      <a:pt x="2154" y="2776"/>
                      <a:pt x="3509" y="4041"/>
                      <a:pt x="5034" y="4972"/>
                    </a:cubicBezTo>
                    <a:cubicBezTo>
                      <a:pt x="6714" y="5998"/>
                      <a:pt x="8564" y="6597"/>
                      <a:pt x="10460" y="6728"/>
                    </a:cubicBezTo>
                    <a:cubicBezTo>
                      <a:pt x="9854" y="4014"/>
                      <a:pt x="11145" y="1215"/>
                      <a:pt x="13427" y="291"/>
                    </a:cubicBezTo>
                    <a:cubicBezTo>
                      <a:pt x="15140" y="-403"/>
                      <a:pt x="17045" y="169"/>
                      <a:pt x="18253" y="1739"/>
                    </a:cubicBezTo>
                    <a:cubicBezTo>
                      <a:pt x="18767" y="1670"/>
                      <a:pt x="19270" y="1521"/>
                      <a:pt x="19749" y="1295"/>
                    </a:cubicBezTo>
                    <a:cubicBezTo>
                      <a:pt x="20190" y="1087"/>
                      <a:pt x="20606" y="816"/>
                      <a:pt x="20989" y="488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p:spPr>
            <p:txBody>
              <a:bodyPr lIns="50800" tIns="50800" rIns="50800" bIns="5080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402" name="Oval 9">
                <a:extLst>
                  <a:ext uri="{FF2B5EF4-FFF2-40B4-BE49-F238E27FC236}">
                    <a16:creationId xmlns:a16="http://schemas.microsoft.com/office/drawing/2014/main" id="{6395D437-C0F1-4906-94DE-6AE8A634C8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85542" y="8177794"/>
                <a:ext cx="405568" cy="405569"/>
              </a:xfrm>
              <a:prstGeom prst="ellipse">
                <a:avLst/>
              </a:prstGeom>
              <a:noFill/>
              <a:ln w="12700">
                <a:solidFill>
                  <a:schemeClr val="bg1">
                    <a:lumMod val="85000"/>
                    <a:alpha val="71000"/>
                  </a:schemeClr>
                </a:solidFill>
              </a:ln>
              <a:effectLst/>
            </p:spPr>
            <p:txBody>
              <a:bodyPr lIns="50800" tIns="50800" rIns="50800" bIns="50800" anchor="ctr"/>
              <a:lstStyle/>
              <a:p>
                <a:endParaRPr lang="en-US" altLang="en-US" sz="3200" dirty="0">
                  <a:solidFill>
                    <a:srgbClr val="FFFFFF"/>
                  </a:solidFill>
                  <a:latin typeface="Pretendard ExtraLight" panose="02000303000000020004" pitchFamily="50" charset="-127"/>
                  <a:ea typeface="Poppins" charset="0"/>
                  <a:cs typeface="Poppins" charset="0"/>
                  <a:sym typeface="Helvetica Light" charset="0"/>
                </a:endParaRPr>
              </a:p>
            </p:txBody>
          </p:sp>
          <p:sp>
            <p:nvSpPr>
              <p:cNvPr id="403" name="AutoShape 10">
                <a:extLst>
                  <a:ext uri="{FF2B5EF4-FFF2-40B4-BE49-F238E27FC236}">
                    <a16:creationId xmlns:a16="http://schemas.microsoft.com/office/drawing/2014/main" id="{7DB86903-FBE3-4640-BE7F-59E6F0E306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95352" y="8311666"/>
                <a:ext cx="215776" cy="137826"/>
              </a:xfrm>
              <a:custGeom>
                <a:avLst/>
                <a:gdLst>
                  <a:gd name="T0" fmla="*/ 151599 w 20949"/>
                  <a:gd name="T1" fmla="*/ 96820 h 20595"/>
                  <a:gd name="T2" fmla="*/ 151599 w 20949"/>
                  <a:gd name="T3" fmla="*/ 96820 h 20595"/>
                  <a:gd name="T4" fmla="*/ 151599 w 20949"/>
                  <a:gd name="T5" fmla="*/ 96820 h 20595"/>
                  <a:gd name="T6" fmla="*/ 151599 w 20949"/>
                  <a:gd name="T7" fmla="*/ 96820 h 2059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0949" h="20595">
                    <a:moveTo>
                      <a:pt x="6669" y="0"/>
                    </a:moveTo>
                    <a:cubicBezTo>
                      <a:pt x="4962" y="0"/>
                      <a:pt x="3255" y="1006"/>
                      <a:pt x="1953" y="3017"/>
                    </a:cubicBezTo>
                    <a:cubicBezTo>
                      <a:pt x="-651" y="7038"/>
                      <a:pt x="-651" y="13558"/>
                      <a:pt x="1953" y="17579"/>
                    </a:cubicBezTo>
                    <a:cubicBezTo>
                      <a:pt x="4557" y="21600"/>
                      <a:pt x="8780" y="21600"/>
                      <a:pt x="11384" y="17579"/>
                    </a:cubicBezTo>
                    <a:cubicBezTo>
                      <a:pt x="13022" y="15050"/>
                      <a:pt x="13627" y="11534"/>
                      <a:pt x="13205" y="8272"/>
                    </a:cubicBezTo>
                    <a:lnTo>
                      <a:pt x="13026" y="8272"/>
                    </a:lnTo>
                    <a:lnTo>
                      <a:pt x="13026" y="8259"/>
                    </a:lnTo>
                    <a:lnTo>
                      <a:pt x="6690" y="8259"/>
                    </a:lnTo>
                    <a:lnTo>
                      <a:pt x="6690" y="12305"/>
                    </a:lnTo>
                    <a:lnTo>
                      <a:pt x="10410" y="12305"/>
                    </a:lnTo>
                    <a:cubicBezTo>
                      <a:pt x="10222" y="13151"/>
                      <a:pt x="9915" y="13949"/>
                      <a:pt x="9477" y="14627"/>
                    </a:cubicBezTo>
                    <a:cubicBezTo>
                      <a:pt x="7927" y="17019"/>
                      <a:pt x="5415" y="17019"/>
                      <a:pt x="3865" y="14627"/>
                    </a:cubicBezTo>
                    <a:cubicBezTo>
                      <a:pt x="2316" y="12234"/>
                      <a:pt x="2316" y="8361"/>
                      <a:pt x="3865" y="5969"/>
                    </a:cubicBezTo>
                    <a:cubicBezTo>
                      <a:pt x="4640" y="4773"/>
                      <a:pt x="5654" y="4174"/>
                      <a:pt x="6669" y="4174"/>
                    </a:cubicBezTo>
                    <a:cubicBezTo>
                      <a:pt x="7633" y="4174"/>
                      <a:pt x="8593" y="4730"/>
                      <a:pt x="9352" y="5808"/>
                    </a:cubicBezTo>
                    <a:lnTo>
                      <a:pt x="11297" y="2894"/>
                    </a:lnTo>
                    <a:cubicBezTo>
                      <a:pt x="10006" y="970"/>
                      <a:pt x="8339" y="0"/>
                      <a:pt x="6669" y="0"/>
                    </a:cubicBezTo>
                    <a:close/>
                    <a:moveTo>
                      <a:pt x="16904" y="5120"/>
                    </a:moveTo>
                    <a:lnTo>
                      <a:pt x="16904" y="8490"/>
                    </a:lnTo>
                    <a:lnTo>
                      <a:pt x="14721" y="8490"/>
                    </a:lnTo>
                    <a:lnTo>
                      <a:pt x="14721" y="11359"/>
                    </a:lnTo>
                    <a:lnTo>
                      <a:pt x="16904" y="11359"/>
                    </a:lnTo>
                    <a:lnTo>
                      <a:pt x="16904" y="14730"/>
                    </a:lnTo>
                    <a:lnTo>
                      <a:pt x="18766" y="14730"/>
                    </a:lnTo>
                    <a:lnTo>
                      <a:pt x="18766" y="11359"/>
                    </a:lnTo>
                    <a:lnTo>
                      <a:pt x="20949" y="11359"/>
                    </a:lnTo>
                    <a:lnTo>
                      <a:pt x="20949" y="8490"/>
                    </a:lnTo>
                    <a:lnTo>
                      <a:pt x="18766" y="8490"/>
                    </a:lnTo>
                    <a:lnTo>
                      <a:pt x="18766" y="5120"/>
                    </a:lnTo>
                    <a:lnTo>
                      <a:pt x="16904" y="512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p:spPr>
            <p:txBody>
              <a:bodyPr lIns="50800" tIns="50800" rIns="50800" bIns="5080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404" name="Oval 136">
                <a:extLst>
                  <a:ext uri="{FF2B5EF4-FFF2-40B4-BE49-F238E27FC236}">
                    <a16:creationId xmlns:a16="http://schemas.microsoft.com/office/drawing/2014/main" id="{0666D161-86B2-4AB9-A4CB-707C3C607C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67844" y="8177794"/>
                <a:ext cx="405568" cy="405569"/>
              </a:xfrm>
              <a:prstGeom prst="ellipse">
                <a:avLst/>
              </a:prstGeom>
              <a:noFill/>
              <a:ln w="12700">
                <a:solidFill>
                  <a:schemeClr val="bg1">
                    <a:lumMod val="85000"/>
                    <a:alpha val="71000"/>
                  </a:schemeClr>
                </a:solidFill>
              </a:ln>
              <a:effectLst/>
            </p:spPr>
            <p:txBody>
              <a:bodyPr lIns="50800" tIns="50800" rIns="50800" bIns="50800" anchor="ctr"/>
              <a:lstStyle/>
              <a:p>
                <a:pPr>
                  <a:defRPr/>
                </a:pPr>
                <a:endParaRPr lang="en-US" altLang="en-US" sz="3200" dirty="0">
                  <a:solidFill>
                    <a:srgbClr val="FFFFFF"/>
                  </a:solidFill>
                  <a:latin typeface="Pretendard ExtraLight" panose="02000303000000020004" pitchFamily="50" charset="-127"/>
                  <a:ea typeface="Poppins" charset="0"/>
                  <a:cs typeface="Poppins" charset="0"/>
                  <a:sym typeface="Helvetica Light" charset="0"/>
                </a:endParaRPr>
              </a:p>
            </p:txBody>
          </p:sp>
          <p:sp>
            <p:nvSpPr>
              <p:cNvPr id="405" name="AutoShape 13">
                <a:extLst>
                  <a:ext uri="{FF2B5EF4-FFF2-40B4-BE49-F238E27FC236}">
                    <a16:creationId xmlns:a16="http://schemas.microsoft.com/office/drawing/2014/main" id="{48AE68FC-72C9-416C-BC10-9BF0EA803A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97309" y="8300368"/>
                <a:ext cx="161550" cy="160420"/>
              </a:xfrm>
              <a:custGeom>
                <a:avLst/>
                <a:gdLst>
                  <a:gd name="T0" fmla="*/ 113506 w 21352"/>
                  <a:gd name="T1" fmla="*/ 112698 h 21600"/>
                  <a:gd name="T2" fmla="*/ 113506 w 21352"/>
                  <a:gd name="T3" fmla="*/ 112698 h 21600"/>
                  <a:gd name="T4" fmla="*/ 113506 w 21352"/>
                  <a:gd name="T5" fmla="*/ 112698 h 21600"/>
                  <a:gd name="T6" fmla="*/ 113506 w 21352"/>
                  <a:gd name="T7" fmla="*/ 112698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352" h="21600">
                    <a:moveTo>
                      <a:pt x="2512" y="0"/>
                    </a:moveTo>
                    <a:cubicBezTo>
                      <a:pt x="1868" y="0"/>
                      <a:pt x="1228" y="252"/>
                      <a:pt x="736" y="755"/>
                    </a:cubicBezTo>
                    <a:cubicBezTo>
                      <a:pt x="-246" y="1760"/>
                      <a:pt x="-246" y="3389"/>
                      <a:pt x="736" y="4394"/>
                    </a:cubicBezTo>
                    <a:cubicBezTo>
                      <a:pt x="1719" y="5400"/>
                      <a:pt x="3311" y="5400"/>
                      <a:pt x="4293" y="4394"/>
                    </a:cubicBezTo>
                    <a:cubicBezTo>
                      <a:pt x="5276" y="3389"/>
                      <a:pt x="5276" y="1760"/>
                      <a:pt x="4293" y="755"/>
                    </a:cubicBezTo>
                    <a:cubicBezTo>
                      <a:pt x="3802" y="252"/>
                      <a:pt x="3156" y="0"/>
                      <a:pt x="2512" y="0"/>
                    </a:cubicBezTo>
                    <a:close/>
                    <a:moveTo>
                      <a:pt x="15974" y="6786"/>
                    </a:moveTo>
                    <a:cubicBezTo>
                      <a:pt x="14493" y="6827"/>
                      <a:pt x="13075" y="7479"/>
                      <a:pt x="12048" y="8609"/>
                    </a:cubicBezTo>
                    <a:lnTo>
                      <a:pt x="12048" y="7250"/>
                    </a:lnTo>
                    <a:lnTo>
                      <a:pt x="7561" y="7250"/>
                    </a:lnTo>
                    <a:lnTo>
                      <a:pt x="7561" y="21600"/>
                    </a:lnTo>
                    <a:lnTo>
                      <a:pt x="12048" y="21600"/>
                    </a:lnTo>
                    <a:lnTo>
                      <a:pt x="12048" y="13067"/>
                    </a:lnTo>
                    <a:cubicBezTo>
                      <a:pt x="12157" y="11669"/>
                      <a:pt x="13375" y="10577"/>
                      <a:pt x="14805" y="10756"/>
                    </a:cubicBezTo>
                    <a:cubicBezTo>
                      <a:pt x="16039" y="10911"/>
                      <a:pt x="16934" y="12021"/>
                      <a:pt x="16865" y="13287"/>
                    </a:cubicBezTo>
                    <a:lnTo>
                      <a:pt x="16865" y="21600"/>
                    </a:lnTo>
                    <a:lnTo>
                      <a:pt x="21352" y="21600"/>
                    </a:lnTo>
                    <a:lnTo>
                      <a:pt x="21352" y="13357"/>
                    </a:lnTo>
                    <a:lnTo>
                      <a:pt x="21352" y="13287"/>
                    </a:lnTo>
                    <a:lnTo>
                      <a:pt x="21346" y="13287"/>
                    </a:lnTo>
                    <a:cubicBezTo>
                      <a:pt x="21354" y="12646"/>
                      <a:pt x="21328" y="12016"/>
                      <a:pt x="21244" y="11407"/>
                    </a:cubicBezTo>
                    <a:cubicBezTo>
                      <a:pt x="21154" y="10757"/>
                      <a:pt x="21010" y="10115"/>
                      <a:pt x="20734" y="9532"/>
                    </a:cubicBezTo>
                    <a:cubicBezTo>
                      <a:pt x="20160" y="8321"/>
                      <a:pt x="19052" y="7432"/>
                      <a:pt x="17710" y="7024"/>
                    </a:cubicBezTo>
                    <a:cubicBezTo>
                      <a:pt x="17135" y="6849"/>
                      <a:pt x="16551" y="6770"/>
                      <a:pt x="15974" y="6786"/>
                    </a:cubicBezTo>
                    <a:close/>
                    <a:moveTo>
                      <a:pt x="271" y="7250"/>
                    </a:moveTo>
                    <a:lnTo>
                      <a:pt x="271" y="21600"/>
                    </a:lnTo>
                    <a:lnTo>
                      <a:pt x="4759" y="21600"/>
                    </a:lnTo>
                    <a:lnTo>
                      <a:pt x="4759" y="7250"/>
                    </a:lnTo>
                    <a:lnTo>
                      <a:pt x="271" y="725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p:spPr>
            <p:txBody>
              <a:bodyPr lIns="50800" tIns="50800" rIns="50800" bIns="50800" anchor="ctr"/>
              <a:lstStyle/>
              <a:p>
                <a:pPr>
                  <a:defRPr/>
                </a:pPr>
                <a:endParaRPr lang="ru-RU"/>
              </a:p>
            </p:txBody>
          </p:sp>
        </p:grpSp>
        <p:sp>
          <p:nvSpPr>
            <p:cNvPr id="392" name="Text Box 53">
              <a:extLst>
                <a:ext uri="{FF2B5EF4-FFF2-40B4-BE49-F238E27FC236}">
                  <a16:creationId xmlns:a16="http://schemas.microsoft.com/office/drawing/2014/main" id="{9DFA01E5-B56A-4867-BAC2-A21F76B770DE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65408" y="8606080"/>
              <a:ext cx="2166364" cy="299295"/>
            </a:xfrm>
            <a:prstGeom prst="rect">
              <a:avLst/>
            </a:prstGeom>
            <a:solidFill>
              <a:srgbClr val="505050"/>
            </a:solidFill>
            <a:ln>
              <a:noFill/>
            </a:ln>
            <a:effectLst/>
          </p:spPr>
          <p:txBody>
            <a:bodyPr wrap="none" lIns="144000" tIns="36000" rIns="144000" bIns="36000" anchor="ctr">
              <a:noAutofit/>
            </a:bodyPr>
            <a:lstStyle>
              <a:defPPr>
                <a:defRPr lang="en-US"/>
              </a:defPPr>
              <a:lvl1pPr lvl="0" indent="0" algn="ctr" defTabSz="914400">
                <a:spcBef>
                  <a:spcPts val="1000"/>
                </a:spcBef>
                <a:defRPr kumimoji="1" sz="1000">
                  <a:solidFill>
                    <a:schemeClr val="bg1"/>
                  </a:solidFill>
                  <a:latin typeface="+mn-ea"/>
                </a:defRPr>
              </a:lvl1pPr>
              <a:lvl2pPr marL="1028700" indent="-457200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668463" indent="-454025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2317750" indent="-458788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965450" indent="-457200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34226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38798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43370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47942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r>
                <a:rPr lang="en-US" altLang="ko-KR" dirty="0"/>
                <a:t>(</a:t>
              </a:r>
              <a:r>
                <a:rPr lang="ko-KR" altLang="en-US" dirty="0"/>
                <a:t>주</a:t>
              </a:r>
              <a:r>
                <a:rPr lang="en-US" altLang="ko-KR" dirty="0"/>
                <a:t>)</a:t>
              </a:r>
              <a:r>
                <a:rPr lang="ko-KR" altLang="en-US" dirty="0"/>
                <a:t>서희 </a:t>
              </a:r>
              <a:r>
                <a:rPr lang="en-US" altLang="ko-KR" dirty="0"/>
                <a:t>Design</a:t>
              </a:r>
              <a:endParaRPr lang="ko-KR" altLang="en-US" dirty="0"/>
            </a:p>
          </p:txBody>
        </p:sp>
        <p:cxnSp>
          <p:nvCxnSpPr>
            <p:cNvPr id="393" name="직선 연결선 392">
              <a:extLst>
                <a:ext uri="{FF2B5EF4-FFF2-40B4-BE49-F238E27FC236}">
                  <a16:creationId xmlns:a16="http://schemas.microsoft.com/office/drawing/2014/main" id="{1CB46C3F-5020-4E7F-9A8E-DDAD25C47041}"/>
                </a:ext>
              </a:extLst>
            </p:cNvPr>
            <p:cNvCxnSpPr/>
            <p:nvPr/>
          </p:nvCxnSpPr>
          <p:spPr>
            <a:xfrm>
              <a:off x="2539206" y="8606080"/>
              <a:ext cx="0" cy="79200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4" name="任意形状 1091">
              <a:extLst>
                <a:ext uri="{FF2B5EF4-FFF2-40B4-BE49-F238E27FC236}">
                  <a16:creationId xmlns:a16="http://schemas.microsoft.com/office/drawing/2014/main" id="{B5E77F73-A1F1-40DC-A8B1-F56F478DC9B0}"/>
                </a:ext>
              </a:extLst>
            </p:cNvPr>
            <p:cNvSpPr/>
            <p:nvPr/>
          </p:nvSpPr>
          <p:spPr>
            <a:xfrm>
              <a:off x="2751048" y="9256464"/>
              <a:ext cx="133403" cy="16103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20760" extrusionOk="0">
                  <a:moveTo>
                    <a:pt x="9839" y="18058"/>
                  </a:moveTo>
                  <a:lnTo>
                    <a:pt x="15251" y="13328"/>
                  </a:lnTo>
                  <a:cubicBezTo>
                    <a:pt x="18239" y="10716"/>
                    <a:pt x="18239" y="6481"/>
                    <a:pt x="15250" y="3870"/>
                  </a:cubicBezTo>
                  <a:cubicBezTo>
                    <a:pt x="12261" y="1258"/>
                    <a:pt x="7416" y="1258"/>
                    <a:pt x="4427" y="3870"/>
                  </a:cubicBezTo>
                  <a:cubicBezTo>
                    <a:pt x="1439" y="6482"/>
                    <a:pt x="1439" y="10716"/>
                    <a:pt x="4427" y="13328"/>
                  </a:cubicBezTo>
                  <a:lnTo>
                    <a:pt x="9839" y="18058"/>
                  </a:lnTo>
                  <a:close/>
                  <a:moveTo>
                    <a:pt x="9839" y="20760"/>
                  </a:moveTo>
                  <a:lnTo>
                    <a:pt x="2882" y="14679"/>
                  </a:lnTo>
                  <a:cubicBezTo>
                    <a:pt x="-961" y="11321"/>
                    <a:pt x="-961" y="5876"/>
                    <a:pt x="2882" y="2518"/>
                  </a:cubicBezTo>
                  <a:cubicBezTo>
                    <a:pt x="6724" y="-840"/>
                    <a:pt x="12954" y="-840"/>
                    <a:pt x="16797" y="2518"/>
                  </a:cubicBezTo>
                  <a:cubicBezTo>
                    <a:pt x="20639" y="5876"/>
                    <a:pt x="20639" y="11321"/>
                    <a:pt x="16797" y="14679"/>
                  </a:cubicBezTo>
                  <a:lnTo>
                    <a:pt x="9839" y="20760"/>
                  </a:lnTo>
                  <a:close/>
                  <a:moveTo>
                    <a:pt x="9839" y="10510"/>
                  </a:moveTo>
                  <a:cubicBezTo>
                    <a:pt x="11047" y="10510"/>
                    <a:pt x="12026" y="9654"/>
                    <a:pt x="12026" y="8599"/>
                  </a:cubicBezTo>
                  <a:cubicBezTo>
                    <a:pt x="12026" y="7543"/>
                    <a:pt x="11047" y="6688"/>
                    <a:pt x="9839" y="6688"/>
                  </a:cubicBezTo>
                  <a:cubicBezTo>
                    <a:pt x="8631" y="6688"/>
                    <a:pt x="7653" y="7543"/>
                    <a:pt x="7653" y="8599"/>
                  </a:cubicBezTo>
                  <a:cubicBezTo>
                    <a:pt x="7653" y="9654"/>
                    <a:pt x="8631" y="10510"/>
                    <a:pt x="9839" y="10510"/>
                  </a:cubicBezTo>
                  <a:close/>
                  <a:moveTo>
                    <a:pt x="9839" y="12421"/>
                  </a:moveTo>
                  <a:cubicBezTo>
                    <a:pt x="7424" y="12421"/>
                    <a:pt x="5466" y="10710"/>
                    <a:pt x="5466" y="8599"/>
                  </a:cubicBezTo>
                  <a:cubicBezTo>
                    <a:pt x="5466" y="6488"/>
                    <a:pt x="7424" y="4777"/>
                    <a:pt x="9839" y="4777"/>
                  </a:cubicBezTo>
                  <a:cubicBezTo>
                    <a:pt x="12254" y="4777"/>
                    <a:pt x="14212" y="6488"/>
                    <a:pt x="14212" y="8599"/>
                  </a:cubicBezTo>
                  <a:cubicBezTo>
                    <a:pt x="14212" y="10710"/>
                    <a:pt x="12254" y="12421"/>
                    <a:pt x="9839" y="12421"/>
                  </a:cubicBez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9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grpSp>
          <p:nvGrpSpPr>
            <p:cNvPr id="395" name="그룹 394">
              <a:extLst>
                <a:ext uri="{FF2B5EF4-FFF2-40B4-BE49-F238E27FC236}">
                  <a16:creationId xmlns:a16="http://schemas.microsoft.com/office/drawing/2014/main" id="{1183FA29-A771-4054-8BAF-CC0F37FBA7E3}"/>
                </a:ext>
              </a:extLst>
            </p:cNvPr>
            <p:cNvGrpSpPr/>
            <p:nvPr/>
          </p:nvGrpSpPr>
          <p:grpSpPr>
            <a:xfrm>
              <a:off x="2731569" y="8664014"/>
              <a:ext cx="942382" cy="186065"/>
              <a:chOff x="728700" y="7676979"/>
              <a:chExt cx="942382" cy="186065"/>
            </a:xfrm>
          </p:grpSpPr>
          <p:sp>
            <p:nvSpPr>
              <p:cNvPr id="396" name="任意形状 1136">
                <a:extLst>
                  <a:ext uri="{FF2B5EF4-FFF2-40B4-BE49-F238E27FC236}">
                    <a16:creationId xmlns:a16="http://schemas.microsoft.com/office/drawing/2014/main" id="{DC9AB687-0A6B-4904-9054-1ADA6F908403}"/>
                  </a:ext>
                </a:extLst>
              </p:cNvPr>
              <p:cNvSpPr/>
              <p:nvPr/>
            </p:nvSpPr>
            <p:spPr>
              <a:xfrm>
                <a:off x="728700" y="7680698"/>
                <a:ext cx="182346" cy="18234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1880" y="9720"/>
                    </a:moveTo>
                    <a:lnTo>
                      <a:pt x="11880" y="4320"/>
                    </a:lnTo>
                    <a:lnTo>
                      <a:pt x="6480" y="11880"/>
                    </a:lnTo>
                    <a:lnTo>
                      <a:pt x="9720" y="11880"/>
                    </a:lnTo>
                    <a:lnTo>
                      <a:pt x="9720" y="17280"/>
                    </a:lnTo>
                    <a:lnTo>
                      <a:pt x="15120" y="9720"/>
                    </a:lnTo>
                    <a:lnTo>
                      <a:pt x="11880" y="9720"/>
                    </a:lnTo>
                    <a:close/>
                    <a:moveTo>
                      <a:pt x="10800" y="21600"/>
                    </a:moveTo>
                    <a:cubicBezTo>
                      <a:pt x="4835" y="21600"/>
                      <a:pt x="0" y="16765"/>
                      <a:pt x="0" y="10800"/>
                    </a:cubicBez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endParaRPr dirty="0"/>
              </a:p>
            </p:txBody>
          </p:sp>
          <p:sp>
            <p:nvSpPr>
              <p:cNvPr id="397" name="Text Box 53">
                <a:extLst>
                  <a:ext uri="{FF2B5EF4-FFF2-40B4-BE49-F238E27FC236}">
                    <a16:creationId xmlns:a16="http://schemas.microsoft.com/office/drawing/2014/main" id="{A43C0B02-40D7-4AEC-B826-3270EF97517C}"/>
                  </a:ext>
                </a:extLst>
              </p:cNvPr>
              <p:cNvSpPr txBox="1">
                <a:spLocks noChangeArrowheads="1"/>
              </p:cNvSpPr>
              <p:nvPr/>
            </p:nvSpPr>
            <p:spPr bwMode="gray">
              <a:xfrm>
                <a:off x="944921" y="7676979"/>
                <a:ext cx="726161" cy="1692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CC99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7961" dir="2700000" algn="ctr" rotWithShape="0">
                        <a:schemeClr val="bg1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marL="177800" indent="-177800" defTabSz="79375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1028700" indent="-457200" defTabSz="79375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668463" indent="-454025" defTabSz="79375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2317750" indent="-458788" defTabSz="79375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965450" indent="-457200" defTabSz="79375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3422650" indent="-457200" defTabSz="793750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3879850" indent="-457200" defTabSz="793750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4337050" indent="-457200" defTabSz="793750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4794250" indent="-457200" defTabSz="793750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marL="0" indent="0" defTabSz="914400">
                  <a:lnSpc>
                    <a:spcPct val="120000"/>
                  </a:lnSpc>
                  <a:spcAft>
                    <a:spcPts val="600"/>
                  </a:spcAft>
                </a:pPr>
                <a:r>
                  <a:rPr lang="en-US" altLang="ko-KR" sz="10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50" charset="-127"/>
                    <a:ea typeface="10X10 Bold" panose="020D0604000000000000" pitchFamily="50" charset="-127"/>
                    <a:cs typeface="Pretendard" panose="02000503000000020004" pitchFamily="50" charset="-127"/>
                  </a:rPr>
                  <a:t>YOUR</a:t>
                </a:r>
                <a:r>
                  <a:rPr lang="en-US" altLang="ko-KR" sz="10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50" charset="-127"/>
                    <a:ea typeface="나눔명조" panose="02020603020101020101" pitchFamily="18" charset="-127"/>
                    <a:cs typeface="Pretendard" panose="02000503000000020004" pitchFamily="50" charset="-127"/>
                  </a:rPr>
                  <a:t>LOGO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6284203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Rectangle 12">
            <a:extLst>
              <a:ext uri="{FF2B5EF4-FFF2-40B4-BE49-F238E27FC236}">
                <a16:creationId xmlns:a16="http://schemas.microsoft.com/office/drawing/2014/main" id="{52D74B8C-42AC-42A7-A2AC-FC0BA011F96F}"/>
              </a:ext>
            </a:extLst>
          </p:cNvPr>
          <p:cNvSpPr/>
          <p:nvPr/>
        </p:nvSpPr>
        <p:spPr>
          <a:xfrm>
            <a:off x="0" y="625061"/>
            <a:ext cx="3392960" cy="86472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121920" tIns="60960" rIns="121920" bIns="60960" rtlCol="0" anchor="ctr">
            <a:noAutofit/>
          </a:bodyPr>
          <a:lstStyle/>
          <a:p>
            <a:pPr algn="ctr"/>
            <a:endParaRPr lang="en-US" sz="2400" dirty="0"/>
          </a:p>
        </p:txBody>
      </p:sp>
      <p:pic>
        <p:nvPicPr>
          <p:cNvPr id="62" name="그림 61">
            <a:extLst>
              <a:ext uri="{FF2B5EF4-FFF2-40B4-BE49-F238E27FC236}">
                <a16:creationId xmlns:a16="http://schemas.microsoft.com/office/drawing/2014/main" id="{1FA4CCC7-B95C-4FF2-BA6B-4A9B610EBF9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93" t="2363" r="43190" b="9064"/>
          <a:stretch/>
        </p:blipFill>
        <p:spPr>
          <a:xfrm>
            <a:off x="545399" y="2547041"/>
            <a:ext cx="2304001" cy="6120000"/>
          </a:xfrm>
          <a:prstGeom prst="rect">
            <a:avLst/>
          </a:prstGeom>
        </p:spPr>
      </p:pic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-2041216" y="69211"/>
            <a:ext cx="1984519" cy="22775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fontAlgn="base" latinLnBrk="0">
              <a:spcAft>
                <a:spcPts val="200"/>
              </a:spcAft>
              <a:buClr>
                <a:schemeClr val="tx1">
                  <a:lumMod val="75000"/>
                  <a:lumOff val="25000"/>
                </a:schemeClr>
              </a:buClr>
              <a:buSzPct val="90000"/>
            </a:pPr>
            <a:r>
              <a:rPr lang="ko-KR" altLang="en-US" sz="1600" dirty="0">
                <a:cs typeface="+mn-cs"/>
              </a:rPr>
              <a:t>목차</a:t>
            </a:r>
            <a:r>
              <a:rPr lang="en-US" altLang="ko-KR" sz="1600" dirty="0">
                <a:cs typeface="+mn-cs"/>
              </a:rPr>
              <a:t>_image 06 =====</a:t>
            </a:r>
            <a:endParaRPr lang="ko-KR" altLang="en-US" sz="1600" dirty="0">
              <a:cs typeface="+mn-cs"/>
            </a:endParaRPr>
          </a:p>
        </p:txBody>
      </p:sp>
      <p:sp>
        <p:nvSpPr>
          <p:cNvPr id="93" name="Shape">
            <a:extLst>
              <a:ext uri="{FF2B5EF4-FFF2-40B4-BE49-F238E27FC236}">
                <a16:creationId xmlns:a16="http://schemas.microsoft.com/office/drawing/2014/main" id="{E4311A72-E551-40BF-A58C-61CBA4AB344E}"/>
              </a:ext>
            </a:extLst>
          </p:cNvPr>
          <p:cNvSpPr/>
          <p:nvPr/>
        </p:nvSpPr>
        <p:spPr>
          <a:xfrm>
            <a:off x="5517232" y="632520"/>
            <a:ext cx="1073729" cy="100864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89" h="21541" extrusionOk="0">
                <a:moveTo>
                  <a:pt x="568" y="0"/>
                </a:moveTo>
                <a:cubicBezTo>
                  <a:pt x="423" y="0"/>
                  <a:pt x="278" y="59"/>
                  <a:pt x="167" y="178"/>
                </a:cubicBezTo>
                <a:cubicBezTo>
                  <a:pt x="-55" y="415"/>
                  <a:pt x="-55" y="799"/>
                  <a:pt x="167" y="1036"/>
                </a:cubicBezTo>
                <a:cubicBezTo>
                  <a:pt x="389" y="1272"/>
                  <a:pt x="749" y="1272"/>
                  <a:pt x="971" y="1036"/>
                </a:cubicBezTo>
                <a:cubicBezTo>
                  <a:pt x="1193" y="799"/>
                  <a:pt x="1193" y="415"/>
                  <a:pt x="971" y="178"/>
                </a:cubicBezTo>
                <a:cubicBezTo>
                  <a:pt x="860" y="59"/>
                  <a:pt x="714" y="0"/>
                  <a:pt x="568" y="0"/>
                </a:cubicBezTo>
                <a:close/>
                <a:moveTo>
                  <a:pt x="2830" y="0"/>
                </a:moveTo>
                <a:cubicBezTo>
                  <a:pt x="2685" y="0"/>
                  <a:pt x="2539" y="59"/>
                  <a:pt x="2428" y="178"/>
                </a:cubicBezTo>
                <a:cubicBezTo>
                  <a:pt x="2207" y="415"/>
                  <a:pt x="2207" y="799"/>
                  <a:pt x="2428" y="1036"/>
                </a:cubicBezTo>
                <a:cubicBezTo>
                  <a:pt x="2650" y="1272"/>
                  <a:pt x="3011" y="1272"/>
                  <a:pt x="3232" y="1036"/>
                </a:cubicBezTo>
                <a:cubicBezTo>
                  <a:pt x="3454" y="799"/>
                  <a:pt x="3454" y="415"/>
                  <a:pt x="3232" y="178"/>
                </a:cubicBezTo>
                <a:cubicBezTo>
                  <a:pt x="3121" y="59"/>
                  <a:pt x="2975" y="0"/>
                  <a:pt x="2830" y="0"/>
                </a:cubicBezTo>
                <a:close/>
                <a:moveTo>
                  <a:pt x="5092" y="0"/>
                </a:moveTo>
                <a:cubicBezTo>
                  <a:pt x="4946" y="0"/>
                  <a:pt x="4801" y="59"/>
                  <a:pt x="4690" y="178"/>
                </a:cubicBezTo>
                <a:cubicBezTo>
                  <a:pt x="4468" y="415"/>
                  <a:pt x="4468" y="799"/>
                  <a:pt x="4690" y="1036"/>
                </a:cubicBezTo>
                <a:cubicBezTo>
                  <a:pt x="4912" y="1272"/>
                  <a:pt x="5271" y="1272"/>
                  <a:pt x="5493" y="1036"/>
                </a:cubicBezTo>
                <a:cubicBezTo>
                  <a:pt x="5715" y="799"/>
                  <a:pt x="5715" y="415"/>
                  <a:pt x="5493" y="178"/>
                </a:cubicBezTo>
                <a:cubicBezTo>
                  <a:pt x="5382" y="59"/>
                  <a:pt x="5237" y="0"/>
                  <a:pt x="5092" y="0"/>
                </a:cubicBezTo>
                <a:close/>
                <a:moveTo>
                  <a:pt x="7353" y="0"/>
                </a:moveTo>
                <a:cubicBezTo>
                  <a:pt x="7208" y="0"/>
                  <a:pt x="7063" y="59"/>
                  <a:pt x="6952" y="178"/>
                </a:cubicBezTo>
                <a:cubicBezTo>
                  <a:pt x="6730" y="415"/>
                  <a:pt x="6730" y="799"/>
                  <a:pt x="6952" y="1036"/>
                </a:cubicBezTo>
                <a:cubicBezTo>
                  <a:pt x="7173" y="1272"/>
                  <a:pt x="7533" y="1272"/>
                  <a:pt x="7755" y="1036"/>
                </a:cubicBezTo>
                <a:cubicBezTo>
                  <a:pt x="7976" y="799"/>
                  <a:pt x="7976" y="415"/>
                  <a:pt x="7755" y="178"/>
                </a:cubicBezTo>
                <a:cubicBezTo>
                  <a:pt x="7644" y="59"/>
                  <a:pt x="7498" y="0"/>
                  <a:pt x="7353" y="0"/>
                </a:cubicBezTo>
                <a:close/>
                <a:moveTo>
                  <a:pt x="9615" y="0"/>
                </a:moveTo>
                <a:cubicBezTo>
                  <a:pt x="9469" y="0"/>
                  <a:pt x="9324" y="59"/>
                  <a:pt x="9213" y="178"/>
                </a:cubicBezTo>
                <a:cubicBezTo>
                  <a:pt x="8991" y="415"/>
                  <a:pt x="8991" y="799"/>
                  <a:pt x="9213" y="1036"/>
                </a:cubicBezTo>
                <a:cubicBezTo>
                  <a:pt x="9435" y="1272"/>
                  <a:pt x="9794" y="1272"/>
                  <a:pt x="10016" y="1036"/>
                </a:cubicBezTo>
                <a:cubicBezTo>
                  <a:pt x="10238" y="799"/>
                  <a:pt x="10238" y="415"/>
                  <a:pt x="10016" y="178"/>
                </a:cubicBezTo>
                <a:cubicBezTo>
                  <a:pt x="9905" y="59"/>
                  <a:pt x="9760" y="0"/>
                  <a:pt x="9615" y="0"/>
                </a:cubicBezTo>
                <a:close/>
                <a:moveTo>
                  <a:pt x="11876" y="0"/>
                </a:moveTo>
                <a:cubicBezTo>
                  <a:pt x="11731" y="0"/>
                  <a:pt x="11585" y="59"/>
                  <a:pt x="11474" y="178"/>
                </a:cubicBezTo>
                <a:cubicBezTo>
                  <a:pt x="11252" y="415"/>
                  <a:pt x="11252" y="799"/>
                  <a:pt x="11474" y="1036"/>
                </a:cubicBezTo>
                <a:cubicBezTo>
                  <a:pt x="11696" y="1272"/>
                  <a:pt x="12056" y="1272"/>
                  <a:pt x="12278" y="1036"/>
                </a:cubicBezTo>
                <a:cubicBezTo>
                  <a:pt x="12500" y="799"/>
                  <a:pt x="12500" y="415"/>
                  <a:pt x="12278" y="178"/>
                </a:cubicBezTo>
                <a:cubicBezTo>
                  <a:pt x="12167" y="59"/>
                  <a:pt x="12022" y="0"/>
                  <a:pt x="11876" y="0"/>
                </a:cubicBezTo>
                <a:close/>
                <a:moveTo>
                  <a:pt x="14138" y="0"/>
                </a:moveTo>
                <a:cubicBezTo>
                  <a:pt x="13992" y="0"/>
                  <a:pt x="13846" y="59"/>
                  <a:pt x="13735" y="178"/>
                </a:cubicBezTo>
                <a:cubicBezTo>
                  <a:pt x="13514" y="415"/>
                  <a:pt x="13514" y="799"/>
                  <a:pt x="13735" y="1036"/>
                </a:cubicBezTo>
                <a:cubicBezTo>
                  <a:pt x="13957" y="1272"/>
                  <a:pt x="14317" y="1272"/>
                  <a:pt x="14539" y="1036"/>
                </a:cubicBezTo>
                <a:cubicBezTo>
                  <a:pt x="14761" y="799"/>
                  <a:pt x="14761" y="415"/>
                  <a:pt x="14539" y="178"/>
                </a:cubicBezTo>
                <a:cubicBezTo>
                  <a:pt x="14428" y="59"/>
                  <a:pt x="14283" y="0"/>
                  <a:pt x="14138" y="0"/>
                </a:cubicBezTo>
                <a:close/>
                <a:moveTo>
                  <a:pt x="16398" y="0"/>
                </a:moveTo>
                <a:cubicBezTo>
                  <a:pt x="16253" y="0"/>
                  <a:pt x="16108" y="59"/>
                  <a:pt x="15997" y="178"/>
                </a:cubicBezTo>
                <a:cubicBezTo>
                  <a:pt x="15775" y="415"/>
                  <a:pt x="15775" y="799"/>
                  <a:pt x="15997" y="1036"/>
                </a:cubicBezTo>
                <a:cubicBezTo>
                  <a:pt x="16219" y="1272"/>
                  <a:pt x="16579" y="1272"/>
                  <a:pt x="16801" y="1036"/>
                </a:cubicBezTo>
                <a:cubicBezTo>
                  <a:pt x="17023" y="799"/>
                  <a:pt x="17023" y="415"/>
                  <a:pt x="16801" y="178"/>
                </a:cubicBezTo>
                <a:cubicBezTo>
                  <a:pt x="16690" y="59"/>
                  <a:pt x="16544" y="0"/>
                  <a:pt x="16398" y="0"/>
                </a:cubicBezTo>
                <a:close/>
                <a:moveTo>
                  <a:pt x="18660" y="0"/>
                </a:moveTo>
                <a:cubicBezTo>
                  <a:pt x="18515" y="0"/>
                  <a:pt x="18369" y="59"/>
                  <a:pt x="18259" y="178"/>
                </a:cubicBezTo>
                <a:cubicBezTo>
                  <a:pt x="18037" y="415"/>
                  <a:pt x="18037" y="799"/>
                  <a:pt x="18259" y="1036"/>
                </a:cubicBezTo>
                <a:cubicBezTo>
                  <a:pt x="18480" y="1272"/>
                  <a:pt x="18840" y="1272"/>
                  <a:pt x="19062" y="1036"/>
                </a:cubicBezTo>
                <a:cubicBezTo>
                  <a:pt x="19283" y="799"/>
                  <a:pt x="19283" y="415"/>
                  <a:pt x="19062" y="178"/>
                </a:cubicBezTo>
                <a:cubicBezTo>
                  <a:pt x="18951" y="59"/>
                  <a:pt x="18805" y="0"/>
                  <a:pt x="18660" y="0"/>
                </a:cubicBezTo>
                <a:close/>
                <a:moveTo>
                  <a:pt x="20922" y="0"/>
                </a:moveTo>
                <a:cubicBezTo>
                  <a:pt x="20776" y="0"/>
                  <a:pt x="20631" y="59"/>
                  <a:pt x="20520" y="178"/>
                </a:cubicBezTo>
                <a:cubicBezTo>
                  <a:pt x="20298" y="415"/>
                  <a:pt x="20298" y="799"/>
                  <a:pt x="20520" y="1036"/>
                </a:cubicBezTo>
                <a:cubicBezTo>
                  <a:pt x="20742" y="1272"/>
                  <a:pt x="21101" y="1272"/>
                  <a:pt x="21323" y="1036"/>
                </a:cubicBezTo>
                <a:cubicBezTo>
                  <a:pt x="21545" y="799"/>
                  <a:pt x="21545" y="415"/>
                  <a:pt x="21323" y="178"/>
                </a:cubicBezTo>
                <a:cubicBezTo>
                  <a:pt x="21212" y="59"/>
                  <a:pt x="21067" y="0"/>
                  <a:pt x="20922" y="0"/>
                </a:cubicBezTo>
                <a:close/>
                <a:moveTo>
                  <a:pt x="568" y="2259"/>
                </a:moveTo>
                <a:cubicBezTo>
                  <a:pt x="423" y="2259"/>
                  <a:pt x="278" y="2318"/>
                  <a:pt x="167" y="2437"/>
                </a:cubicBezTo>
                <a:cubicBezTo>
                  <a:pt x="-55" y="2673"/>
                  <a:pt x="-55" y="3058"/>
                  <a:pt x="167" y="3295"/>
                </a:cubicBezTo>
                <a:cubicBezTo>
                  <a:pt x="389" y="3531"/>
                  <a:pt x="749" y="3531"/>
                  <a:pt x="971" y="3295"/>
                </a:cubicBezTo>
                <a:cubicBezTo>
                  <a:pt x="1193" y="3058"/>
                  <a:pt x="1193" y="2673"/>
                  <a:pt x="971" y="2437"/>
                </a:cubicBezTo>
                <a:cubicBezTo>
                  <a:pt x="860" y="2318"/>
                  <a:pt x="714" y="2259"/>
                  <a:pt x="568" y="2259"/>
                </a:cubicBezTo>
                <a:close/>
                <a:moveTo>
                  <a:pt x="2830" y="2259"/>
                </a:moveTo>
                <a:cubicBezTo>
                  <a:pt x="2685" y="2259"/>
                  <a:pt x="2539" y="2318"/>
                  <a:pt x="2428" y="2437"/>
                </a:cubicBezTo>
                <a:cubicBezTo>
                  <a:pt x="2207" y="2673"/>
                  <a:pt x="2207" y="3058"/>
                  <a:pt x="2428" y="3295"/>
                </a:cubicBezTo>
                <a:cubicBezTo>
                  <a:pt x="2650" y="3531"/>
                  <a:pt x="3011" y="3531"/>
                  <a:pt x="3232" y="3295"/>
                </a:cubicBezTo>
                <a:cubicBezTo>
                  <a:pt x="3454" y="3058"/>
                  <a:pt x="3454" y="2673"/>
                  <a:pt x="3232" y="2437"/>
                </a:cubicBezTo>
                <a:cubicBezTo>
                  <a:pt x="3121" y="2318"/>
                  <a:pt x="2975" y="2259"/>
                  <a:pt x="2830" y="2259"/>
                </a:cubicBezTo>
                <a:close/>
                <a:moveTo>
                  <a:pt x="5092" y="2259"/>
                </a:moveTo>
                <a:cubicBezTo>
                  <a:pt x="4946" y="2259"/>
                  <a:pt x="4801" y="2318"/>
                  <a:pt x="4690" y="2437"/>
                </a:cubicBezTo>
                <a:cubicBezTo>
                  <a:pt x="4468" y="2673"/>
                  <a:pt x="4468" y="3058"/>
                  <a:pt x="4690" y="3295"/>
                </a:cubicBezTo>
                <a:cubicBezTo>
                  <a:pt x="4912" y="3531"/>
                  <a:pt x="5271" y="3531"/>
                  <a:pt x="5493" y="3295"/>
                </a:cubicBezTo>
                <a:cubicBezTo>
                  <a:pt x="5715" y="3058"/>
                  <a:pt x="5715" y="2673"/>
                  <a:pt x="5493" y="2437"/>
                </a:cubicBezTo>
                <a:cubicBezTo>
                  <a:pt x="5382" y="2318"/>
                  <a:pt x="5237" y="2259"/>
                  <a:pt x="5092" y="2259"/>
                </a:cubicBezTo>
                <a:close/>
                <a:moveTo>
                  <a:pt x="7353" y="2259"/>
                </a:moveTo>
                <a:cubicBezTo>
                  <a:pt x="7208" y="2259"/>
                  <a:pt x="7063" y="2318"/>
                  <a:pt x="6952" y="2437"/>
                </a:cubicBezTo>
                <a:cubicBezTo>
                  <a:pt x="6730" y="2673"/>
                  <a:pt x="6730" y="3058"/>
                  <a:pt x="6952" y="3295"/>
                </a:cubicBezTo>
                <a:cubicBezTo>
                  <a:pt x="7173" y="3531"/>
                  <a:pt x="7533" y="3531"/>
                  <a:pt x="7755" y="3295"/>
                </a:cubicBezTo>
                <a:cubicBezTo>
                  <a:pt x="7976" y="3058"/>
                  <a:pt x="7976" y="2673"/>
                  <a:pt x="7755" y="2437"/>
                </a:cubicBezTo>
                <a:cubicBezTo>
                  <a:pt x="7644" y="2318"/>
                  <a:pt x="7498" y="2259"/>
                  <a:pt x="7353" y="2259"/>
                </a:cubicBezTo>
                <a:close/>
                <a:moveTo>
                  <a:pt x="9615" y="2259"/>
                </a:moveTo>
                <a:cubicBezTo>
                  <a:pt x="9469" y="2259"/>
                  <a:pt x="9324" y="2318"/>
                  <a:pt x="9213" y="2437"/>
                </a:cubicBezTo>
                <a:cubicBezTo>
                  <a:pt x="8991" y="2673"/>
                  <a:pt x="8991" y="3058"/>
                  <a:pt x="9213" y="3295"/>
                </a:cubicBezTo>
                <a:cubicBezTo>
                  <a:pt x="9435" y="3531"/>
                  <a:pt x="9794" y="3531"/>
                  <a:pt x="10016" y="3295"/>
                </a:cubicBezTo>
                <a:cubicBezTo>
                  <a:pt x="10238" y="3058"/>
                  <a:pt x="10238" y="2673"/>
                  <a:pt x="10016" y="2437"/>
                </a:cubicBezTo>
                <a:cubicBezTo>
                  <a:pt x="9905" y="2318"/>
                  <a:pt x="9760" y="2259"/>
                  <a:pt x="9615" y="2259"/>
                </a:cubicBezTo>
                <a:close/>
                <a:moveTo>
                  <a:pt x="11876" y="2259"/>
                </a:moveTo>
                <a:cubicBezTo>
                  <a:pt x="11731" y="2259"/>
                  <a:pt x="11585" y="2318"/>
                  <a:pt x="11474" y="2437"/>
                </a:cubicBezTo>
                <a:cubicBezTo>
                  <a:pt x="11252" y="2673"/>
                  <a:pt x="11252" y="3058"/>
                  <a:pt x="11474" y="3295"/>
                </a:cubicBezTo>
                <a:cubicBezTo>
                  <a:pt x="11696" y="3531"/>
                  <a:pt x="12056" y="3531"/>
                  <a:pt x="12278" y="3295"/>
                </a:cubicBezTo>
                <a:cubicBezTo>
                  <a:pt x="12500" y="3058"/>
                  <a:pt x="12500" y="2673"/>
                  <a:pt x="12278" y="2437"/>
                </a:cubicBezTo>
                <a:cubicBezTo>
                  <a:pt x="12167" y="2318"/>
                  <a:pt x="12022" y="2259"/>
                  <a:pt x="11876" y="2259"/>
                </a:cubicBezTo>
                <a:close/>
                <a:moveTo>
                  <a:pt x="14138" y="2259"/>
                </a:moveTo>
                <a:cubicBezTo>
                  <a:pt x="13992" y="2259"/>
                  <a:pt x="13846" y="2318"/>
                  <a:pt x="13735" y="2437"/>
                </a:cubicBezTo>
                <a:cubicBezTo>
                  <a:pt x="13514" y="2673"/>
                  <a:pt x="13514" y="3058"/>
                  <a:pt x="13735" y="3295"/>
                </a:cubicBezTo>
                <a:cubicBezTo>
                  <a:pt x="13957" y="3531"/>
                  <a:pt x="14317" y="3531"/>
                  <a:pt x="14539" y="3295"/>
                </a:cubicBezTo>
                <a:cubicBezTo>
                  <a:pt x="14761" y="3058"/>
                  <a:pt x="14761" y="2673"/>
                  <a:pt x="14539" y="2437"/>
                </a:cubicBezTo>
                <a:cubicBezTo>
                  <a:pt x="14428" y="2318"/>
                  <a:pt x="14283" y="2259"/>
                  <a:pt x="14138" y="2259"/>
                </a:cubicBezTo>
                <a:close/>
                <a:moveTo>
                  <a:pt x="16398" y="2259"/>
                </a:moveTo>
                <a:cubicBezTo>
                  <a:pt x="16253" y="2259"/>
                  <a:pt x="16108" y="2318"/>
                  <a:pt x="15997" y="2437"/>
                </a:cubicBezTo>
                <a:cubicBezTo>
                  <a:pt x="15775" y="2673"/>
                  <a:pt x="15775" y="3058"/>
                  <a:pt x="15997" y="3295"/>
                </a:cubicBezTo>
                <a:cubicBezTo>
                  <a:pt x="16219" y="3531"/>
                  <a:pt x="16579" y="3531"/>
                  <a:pt x="16801" y="3295"/>
                </a:cubicBezTo>
                <a:cubicBezTo>
                  <a:pt x="17023" y="3058"/>
                  <a:pt x="17023" y="2673"/>
                  <a:pt x="16801" y="2437"/>
                </a:cubicBezTo>
                <a:cubicBezTo>
                  <a:pt x="16690" y="2318"/>
                  <a:pt x="16544" y="2259"/>
                  <a:pt x="16398" y="2259"/>
                </a:cubicBezTo>
                <a:close/>
                <a:moveTo>
                  <a:pt x="18660" y="2259"/>
                </a:moveTo>
                <a:cubicBezTo>
                  <a:pt x="18515" y="2259"/>
                  <a:pt x="18369" y="2318"/>
                  <a:pt x="18259" y="2437"/>
                </a:cubicBezTo>
                <a:cubicBezTo>
                  <a:pt x="18037" y="2673"/>
                  <a:pt x="18037" y="3058"/>
                  <a:pt x="18259" y="3295"/>
                </a:cubicBezTo>
                <a:cubicBezTo>
                  <a:pt x="18480" y="3531"/>
                  <a:pt x="18840" y="3531"/>
                  <a:pt x="19062" y="3295"/>
                </a:cubicBezTo>
                <a:cubicBezTo>
                  <a:pt x="19283" y="3058"/>
                  <a:pt x="19283" y="2673"/>
                  <a:pt x="19062" y="2437"/>
                </a:cubicBezTo>
                <a:cubicBezTo>
                  <a:pt x="18951" y="2318"/>
                  <a:pt x="18805" y="2259"/>
                  <a:pt x="18660" y="2259"/>
                </a:cubicBezTo>
                <a:close/>
                <a:moveTo>
                  <a:pt x="20922" y="2259"/>
                </a:moveTo>
                <a:cubicBezTo>
                  <a:pt x="20776" y="2259"/>
                  <a:pt x="20631" y="2318"/>
                  <a:pt x="20520" y="2437"/>
                </a:cubicBezTo>
                <a:cubicBezTo>
                  <a:pt x="20298" y="2673"/>
                  <a:pt x="20298" y="3058"/>
                  <a:pt x="20520" y="3295"/>
                </a:cubicBezTo>
                <a:cubicBezTo>
                  <a:pt x="20742" y="3531"/>
                  <a:pt x="21101" y="3531"/>
                  <a:pt x="21323" y="3295"/>
                </a:cubicBezTo>
                <a:cubicBezTo>
                  <a:pt x="21545" y="3058"/>
                  <a:pt x="21545" y="2673"/>
                  <a:pt x="21323" y="2437"/>
                </a:cubicBezTo>
                <a:cubicBezTo>
                  <a:pt x="21212" y="2318"/>
                  <a:pt x="21067" y="2259"/>
                  <a:pt x="20922" y="2259"/>
                </a:cubicBezTo>
                <a:close/>
                <a:moveTo>
                  <a:pt x="568" y="4517"/>
                </a:moveTo>
                <a:cubicBezTo>
                  <a:pt x="423" y="4517"/>
                  <a:pt x="278" y="4576"/>
                  <a:pt x="167" y="4694"/>
                </a:cubicBezTo>
                <a:cubicBezTo>
                  <a:pt x="-55" y="4931"/>
                  <a:pt x="-55" y="5316"/>
                  <a:pt x="167" y="5552"/>
                </a:cubicBezTo>
                <a:cubicBezTo>
                  <a:pt x="389" y="5789"/>
                  <a:pt x="749" y="5789"/>
                  <a:pt x="971" y="5552"/>
                </a:cubicBezTo>
                <a:cubicBezTo>
                  <a:pt x="1193" y="5316"/>
                  <a:pt x="1193" y="4931"/>
                  <a:pt x="971" y="4694"/>
                </a:cubicBezTo>
                <a:cubicBezTo>
                  <a:pt x="860" y="4576"/>
                  <a:pt x="714" y="4517"/>
                  <a:pt x="568" y="4517"/>
                </a:cubicBezTo>
                <a:close/>
                <a:moveTo>
                  <a:pt x="2830" y="4517"/>
                </a:moveTo>
                <a:cubicBezTo>
                  <a:pt x="2685" y="4517"/>
                  <a:pt x="2539" y="4576"/>
                  <a:pt x="2428" y="4694"/>
                </a:cubicBezTo>
                <a:cubicBezTo>
                  <a:pt x="2207" y="4931"/>
                  <a:pt x="2207" y="5316"/>
                  <a:pt x="2428" y="5552"/>
                </a:cubicBezTo>
                <a:cubicBezTo>
                  <a:pt x="2650" y="5789"/>
                  <a:pt x="3011" y="5789"/>
                  <a:pt x="3232" y="5552"/>
                </a:cubicBezTo>
                <a:cubicBezTo>
                  <a:pt x="3454" y="5316"/>
                  <a:pt x="3454" y="4931"/>
                  <a:pt x="3232" y="4694"/>
                </a:cubicBezTo>
                <a:cubicBezTo>
                  <a:pt x="3121" y="4576"/>
                  <a:pt x="2975" y="4517"/>
                  <a:pt x="2830" y="4517"/>
                </a:cubicBezTo>
                <a:close/>
                <a:moveTo>
                  <a:pt x="5092" y="4517"/>
                </a:moveTo>
                <a:cubicBezTo>
                  <a:pt x="4946" y="4517"/>
                  <a:pt x="4801" y="4576"/>
                  <a:pt x="4690" y="4694"/>
                </a:cubicBezTo>
                <a:cubicBezTo>
                  <a:pt x="4468" y="4931"/>
                  <a:pt x="4468" y="5316"/>
                  <a:pt x="4690" y="5552"/>
                </a:cubicBezTo>
                <a:cubicBezTo>
                  <a:pt x="4912" y="5789"/>
                  <a:pt x="5271" y="5789"/>
                  <a:pt x="5493" y="5552"/>
                </a:cubicBezTo>
                <a:cubicBezTo>
                  <a:pt x="5715" y="5316"/>
                  <a:pt x="5715" y="4931"/>
                  <a:pt x="5493" y="4694"/>
                </a:cubicBezTo>
                <a:cubicBezTo>
                  <a:pt x="5382" y="4576"/>
                  <a:pt x="5237" y="4517"/>
                  <a:pt x="5092" y="4517"/>
                </a:cubicBezTo>
                <a:close/>
                <a:moveTo>
                  <a:pt x="7353" y="4517"/>
                </a:moveTo>
                <a:cubicBezTo>
                  <a:pt x="7208" y="4517"/>
                  <a:pt x="7063" y="4576"/>
                  <a:pt x="6952" y="4694"/>
                </a:cubicBezTo>
                <a:cubicBezTo>
                  <a:pt x="6730" y="4931"/>
                  <a:pt x="6730" y="5316"/>
                  <a:pt x="6952" y="5552"/>
                </a:cubicBezTo>
                <a:cubicBezTo>
                  <a:pt x="7173" y="5789"/>
                  <a:pt x="7533" y="5789"/>
                  <a:pt x="7755" y="5552"/>
                </a:cubicBezTo>
                <a:cubicBezTo>
                  <a:pt x="7976" y="5316"/>
                  <a:pt x="7976" y="4931"/>
                  <a:pt x="7755" y="4694"/>
                </a:cubicBezTo>
                <a:cubicBezTo>
                  <a:pt x="7644" y="4576"/>
                  <a:pt x="7498" y="4517"/>
                  <a:pt x="7353" y="4517"/>
                </a:cubicBezTo>
                <a:close/>
                <a:moveTo>
                  <a:pt x="9615" y="4517"/>
                </a:moveTo>
                <a:cubicBezTo>
                  <a:pt x="9469" y="4517"/>
                  <a:pt x="9324" y="4576"/>
                  <a:pt x="9213" y="4694"/>
                </a:cubicBezTo>
                <a:cubicBezTo>
                  <a:pt x="8991" y="4931"/>
                  <a:pt x="8991" y="5316"/>
                  <a:pt x="9213" y="5552"/>
                </a:cubicBezTo>
                <a:cubicBezTo>
                  <a:pt x="9435" y="5789"/>
                  <a:pt x="9794" y="5789"/>
                  <a:pt x="10016" y="5552"/>
                </a:cubicBezTo>
                <a:cubicBezTo>
                  <a:pt x="10238" y="5316"/>
                  <a:pt x="10238" y="4931"/>
                  <a:pt x="10016" y="4694"/>
                </a:cubicBezTo>
                <a:cubicBezTo>
                  <a:pt x="9905" y="4576"/>
                  <a:pt x="9760" y="4517"/>
                  <a:pt x="9615" y="4517"/>
                </a:cubicBezTo>
                <a:close/>
                <a:moveTo>
                  <a:pt x="11876" y="4517"/>
                </a:moveTo>
                <a:cubicBezTo>
                  <a:pt x="11731" y="4517"/>
                  <a:pt x="11585" y="4576"/>
                  <a:pt x="11474" y="4694"/>
                </a:cubicBezTo>
                <a:cubicBezTo>
                  <a:pt x="11252" y="4931"/>
                  <a:pt x="11252" y="5316"/>
                  <a:pt x="11474" y="5552"/>
                </a:cubicBezTo>
                <a:cubicBezTo>
                  <a:pt x="11696" y="5789"/>
                  <a:pt x="12056" y="5789"/>
                  <a:pt x="12278" y="5552"/>
                </a:cubicBezTo>
                <a:cubicBezTo>
                  <a:pt x="12500" y="5316"/>
                  <a:pt x="12500" y="4931"/>
                  <a:pt x="12278" y="4694"/>
                </a:cubicBezTo>
                <a:cubicBezTo>
                  <a:pt x="12167" y="4576"/>
                  <a:pt x="12022" y="4517"/>
                  <a:pt x="11876" y="4517"/>
                </a:cubicBezTo>
                <a:close/>
                <a:moveTo>
                  <a:pt x="14138" y="4517"/>
                </a:moveTo>
                <a:cubicBezTo>
                  <a:pt x="13992" y="4517"/>
                  <a:pt x="13846" y="4576"/>
                  <a:pt x="13735" y="4694"/>
                </a:cubicBezTo>
                <a:cubicBezTo>
                  <a:pt x="13514" y="4931"/>
                  <a:pt x="13514" y="5316"/>
                  <a:pt x="13735" y="5552"/>
                </a:cubicBezTo>
                <a:cubicBezTo>
                  <a:pt x="13957" y="5789"/>
                  <a:pt x="14317" y="5789"/>
                  <a:pt x="14539" y="5552"/>
                </a:cubicBezTo>
                <a:cubicBezTo>
                  <a:pt x="14761" y="5316"/>
                  <a:pt x="14761" y="4931"/>
                  <a:pt x="14539" y="4694"/>
                </a:cubicBezTo>
                <a:cubicBezTo>
                  <a:pt x="14428" y="4576"/>
                  <a:pt x="14283" y="4517"/>
                  <a:pt x="14138" y="4517"/>
                </a:cubicBezTo>
                <a:close/>
                <a:moveTo>
                  <a:pt x="16398" y="4517"/>
                </a:moveTo>
                <a:cubicBezTo>
                  <a:pt x="16253" y="4517"/>
                  <a:pt x="16108" y="4576"/>
                  <a:pt x="15997" y="4694"/>
                </a:cubicBezTo>
                <a:cubicBezTo>
                  <a:pt x="15775" y="4931"/>
                  <a:pt x="15775" y="5316"/>
                  <a:pt x="15997" y="5552"/>
                </a:cubicBezTo>
                <a:cubicBezTo>
                  <a:pt x="16219" y="5789"/>
                  <a:pt x="16579" y="5789"/>
                  <a:pt x="16801" y="5552"/>
                </a:cubicBezTo>
                <a:cubicBezTo>
                  <a:pt x="17023" y="5316"/>
                  <a:pt x="17023" y="4931"/>
                  <a:pt x="16801" y="4694"/>
                </a:cubicBezTo>
                <a:cubicBezTo>
                  <a:pt x="16690" y="4576"/>
                  <a:pt x="16544" y="4517"/>
                  <a:pt x="16398" y="4517"/>
                </a:cubicBezTo>
                <a:close/>
                <a:moveTo>
                  <a:pt x="18660" y="4517"/>
                </a:moveTo>
                <a:cubicBezTo>
                  <a:pt x="18515" y="4517"/>
                  <a:pt x="18369" y="4576"/>
                  <a:pt x="18259" y="4694"/>
                </a:cubicBezTo>
                <a:cubicBezTo>
                  <a:pt x="18037" y="4931"/>
                  <a:pt x="18037" y="5316"/>
                  <a:pt x="18259" y="5552"/>
                </a:cubicBezTo>
                <a:cubicBezTo>
                  <a:pt x="18480" y="5789"/>
                  <a:pt x="18840" y="5789"/>
                  <a:pt x="19062" y="5552"/>
                </a:cubicBezTo>
                <a:cubicBezTo>
                  <a:pt x="19283" y="5316"/>
                  <a:pt x="19283" y="4931"/>
                  <a:pt x="19062" y="4694"/>
                </a:cubicBezTo>
                <a:cubicBezTo>
                  <a:pt x="18951" y="4576"/>
                  <a:pt x="18805" y="4517"/>
                  <a:pt x="18660" y="4517"/>
                </a:cubicBezTo>
                <a:close/>
                <a:moveTo>
                  <a:pt x="20922" y="4517"/>
                </a:moveTo>
                <a:cubicBezTo>
                  <a:pt x="20776" y="4517"/>
                  <a:pt x="20631" y="4576"/>
                  <a:pt x="20520" y="4694"/>
                </a:cubicBezTo>
                <a:cubicBezTo>
                  <a:pt x="20298" y="4931"/>
                  <a:pt x="20298" y="5316"/>
                  <a:pt x="20520" y="5552"/>
                </a:cubicBezTo>
                <a:cubicBezTo>
                  <a:pt x="20742" y="5789"/>
                  <a:pt x="21101" y="5789"/>
                  <a:pt x="21323" y="5552"/>
                </a:cubicBezTo>
                <a:cubicBezTo>
                  <a:pt x="21545" y="5316"/>
                  <a:pt x="21545" y="4931"/>
                  <a:pt x="21323" y="4694"/>
                </a:cubicBezTo>
                <a:cubicBezTo>
                  <a:pt x="21212" y="4576"/>
                  <a:pt x="21067" y="4517"/>
                  <a:pt x="20922" y="4517"/>
                </a:cubicBezTo>
                <a:close/>
                <a:moveTo>
                  <a:pt x="568" y="6776"/>
                </a:moveTo>
                <a:cubicBezTo>
                  <a:pt x="423" y="6776"/>
                  <a:pt x="278" y="6835"/>
                  <a:pt x="167" y="6953"/>
                </a:cubicBezTo>
                <a:cubicBezTo>
                  <a:pt x="-55" y="7190"/>
                  <a:pt x="-55" y="7574"/>
                  <a:pt x="167" y="7811"/>
                </a:cubicBezTo>
                <a:cubicBezTo>
                  <a:pt x="389" y="8048"/>
                  <a:pt x="749" y="8048"/>
                  <a:pt x="971" y="7811"/>
                </a:cubicBezTo>
                <a:cubicBezTo>
                  <a:pt x="1193" y="7574"/>
                  <a:pt x="1193" y="7190"/>
                  <a:pt x="971" y="6953"/>
                </a:cubicBezTo>
                <a:cubicBezTo>
                  <a:pt x="860" y="6835"/>
                  <a:pt x="714" y="6776"/>
                  <a:pt x="568" y="6776"/>
                </a:cubicBezTo>
                <a:close/>
                <a:moveTo>
                  <a:pt x="2830" y="6776"/>
                </a:moveTo>
                <a:cubicBezTo>
                  <a:pt x="2685" y="6776"/>
                  <a:pt x="2539" y="6835"/>
                  <a:pt x="2428" y="6953"/>
                </a:cubicBezTo>
                <a:cubicBezTo>
                  <a:pt x="2207" y="7190"/>
                  <a:pt x="2207" y="7574"/>
                  <a:pt x="2428" y="7811"/>
                </a:cubicBezTo>
                <a:cubicBezTo>
                  <a:pt x="2650" y="8048"/>
                  <a:pt x="3011" y="8048"/>
                  <a:pt x="3232" y="7811"/>
                </a:cubicBezTo>
                <a:cubicBezTo>
                  <a:pt x="3454" y="7574"/>
                  <a:pt x="3454" y="7190"/>
                  <a:pt x="3232" y="6953"/>
                </a:cubicBezTo>
                <a:cubicBezTo>
                  <a:pt x="3121" y="6835"/>
                  <a:pt x="2975" y="6776"/>
                  <a:pt x="2830" y="6776"/>
                </a:cubicBezTo>
                <a:close/>
                <a:moveTo>
                  <a:pt x="5092" y="6776"/>
                </a:moveTo>
                <a:cubicBezTo>
                  <a:pt x="4946" y="6776"/>
                  <a:pt x="4801" y="6835"/>
                  <a:pt x="4690" y="6953"/>
                </a:cubicBezTo>
                <a:cubicBezTo>
                  <a:pt x="4468" y="7190"/>
                  <a:pt x="4468" y="7574"/>
                  <a:pt x="4690" y="7811"/>
                </a:cubicBezTo>
                <a:cubicBezTo>
                  <a:pt x="4912" y="8048"/>
                  <a:pt x="5271" y="8048"/>
                  <a:pt x="5493" y="7811"/>
                </a:cubicBezTo>
                <a:cubicBezTo>
                  <a:pt x="5715" y="7574"/>
                  <a:pt x="5715" y="7190"/>
                  <a:pt x="5493" y="6953"/>
                </a:cubicBezTo>
                <a:cubicBezTo>
                  <a:pt x="5382" y="6835"/>
                  <a:pt x="5237" y="6776"/>
                  <a:pt x="5092" y="6776"/>
                </a:cubicBezTo>
                <a:close/>
                <a:moveTo>
                  <a:pt x="7353" y="6776"/>
                </a:moveTo>
                <a:cubicBezTo>
                  <a:pt x="7208" y="6776"/>
                  <a:pt x="7063" y="6835"/>
                  <a:pt x="6952" y="6953"/>
                </a:cubicBezTo>
                <a:cubicBezTo>
                  <a:pt x="6730" y="7190"/>
                  <a:pt x="6730" y="7574"/>
                  <a:pt x="6952" y="7811"/>
                </a:cubicBezTo>
                <a:cubicBezTo>
                  <a:pt x="7173" y="8048"/>
                  <a:pt x="7533" y="8048"/>
                  <a:pt x="7755" y="7811"/>
                </a:cubicBezTo>
                <a:cubicBezTo>
                  <a:pt x="7976" y="7574"/>
                  <a:pt x="7976" y="7190"/>
                  <a:pt x="7755" y="6953"/>
                </a:cubicBezTo>
                <a:cubicBezTo>
                  <a:pt x="7644" y="6835"/>
                  <a:pt x="7498" y="6776"/>
                  <a:pt x="7353" y="6776"/>
                </a:cubicBezTo>
                <a:close/>
                <a:moveTo>
                  <a:pt x="9615" y="6776"/>
                </a:moveTo>
                <a:cubicBezTo>
                  <a:pt x="9469" y="6776"/>
                  <a:pt x="9324" y="6835"/>
                  <a:pt x="9213" y="6953"/>
                </a:cubicBezTo>
                <a:cubicBezTo>
                  <a:pt x="8991" y="7190"/>
                  <a:pt x="8991" y="7574"/>
                  <a:pt x="9213" y="7811"/>
                </a:cubicBezTo>
                <a:cubicBezTo>
                  <a:pt x="9435" y="8048"/>
                  <a:pt x="9794" y="8048"/>
                  <a:pt x="10016" y="7811"/>
                </a:cubicBezTo>
                <a:cubicBezTo>
                  <a:pt x="10238" y="7574"/>
                  <a:pt x="10238" y="7190"/>
                  <a:pt x="10016" y="6953"/>
                </a:cubicBezTo>
                <a:cubicBezTo>
                  <a:pt x="9905" y="6835"/>
                  <a:pt x="9760" y="6776"/>
                  <a:pt x="9615" y="6776"/>
                </a:cubicBezTo>
                <a:close/>
                <a:moveTo>
                  <a:pt x="11876" y="6776"/>
                </a:moveTo>
                <a:cubicBezTo>
                  <a:pt x="11731" y="6776"/>
                  <a:pt x="11585" y="6835"/>
                  <a:pt x="11474" y="6953"/>
                </a:cubicBezTo>
                <a:cubicBezTo>
                  <a:pt x="11252" y="7190"/>
                  <a:pt x="11252" y="7574"/>
                  <a:pt x="11474" y="7811"/>
                </a:cubicBezTo>
                <a:cubicBezTo>
                  <a:pt x="11696" y="8048"/>
                  <a:pt x="12056" y="8048"/>
                  <a:pt x="12278" y="7811"/>
                </a:cubicBezTo>
                <a:cubicBezTo>
                  <a:pt x="12500" y="7574"/>
                  <a:pt x="12500" y="7190"/>
                  <a:pt x="12278" y="6953"/>
                </a:cubicBezTo>
                <a:cubicBezTo>
                  <a:pt x="12167" y="6835"/>
                  <a:pt x="12022" y="6776"/>
                  <a:pt x="11876" y="6776"/>
                </a:cubicBezTo>
                <a:close/>
                <a:moveTo>
                  <a:pt x="14138" y="6776"/>
                </a:moveTo>
                <a:cubicBezTo>
                  <a:pt x="13992" y="6776"/>
                  <a:pt x="13846" y="6835"/>
                  <a:pt x="13735" y="6953"/>
                </a:cubicBezTo>
                <a:cubicBezTo>
                  <a:pt x="13514" y="7190"/>
                  <a:pt x="13514" y="7574"/>
                  <a:pt x="13735" y="7811"/>
                </a:cubicBezTo>
                <a:cubicBezTo>
                  <a:pt x="13957" y="8048"/>
                  <a:pt x="14317" y="8048"/>
                  <a:pt x="14539" y="7811"/>
                </a:cubicBezTo>
                <a:cubicBezTo>
                  <a:pt x="14761" y="7574"/>
                  <a:pt x="14761" y="7190"/>
                  <a:pt x="14539" y="6953"/>
                </a:cubicBezTo>
                <a:cubicBezTo>
                  <a:pt x="14428" y="6835"/>
                  <a:pt x="14283" y="6776"/>
                  <a:pt x="14138" y="6776"/>
                </a:cubicBezTo>
                <a:close/>
                <a:moveTo>
                  <a:pt x="16398" y="6776"/>
                </a:moveTo>
                <a:cubicBezTo>
                  <a:pt x="16253" y="6776"/>
                  <a:pt x="16108" y="6835"/>
                  <a:pt x="15997" y="6953"/>
                </a:cubicBezTo>
                <a:cubicBezTo>
                  <a:pt x="15775" y="7190"/>
                  <a:pt x="15775" y="7574"/>
                  <a:pt x="15997" y="7811"/>
                </a:cubicBezTo>
                <a:cubicBezTo>
                  <a:pt x="16219" y="8048"/>
                  <a:pt x="16579" y="8048"/>
                  <a:pt x="16801" y="7811"/>
                </a:cubicBezTo>
                <a:cubicBezTo>
                  <a:pt x="17023" y="7574"/>
                  <a:pt x="17023" y="7190"/>
                  <a:pt x="16801" y="6953"/>
                </a:cubicBezTo>
                <a:cubicBezTo>
                  <a:pt x="16690" y="6835"/>
                  <a:pt x="16544" y="6776"/>
                  <a:pt x="16398" y="6776"/>
                </a:cubicBezTo>
                <a:close/>
                <a:moveTo>
                  <a:pt x="18660" y="6776"/>
                </a:moveTo>
                <a:cubicBezTo>
                  <a:pt x="18515" y="6776"/>
                  <a:pt x="18369" y="6835"/>
                  <a:pt x="18259" y="6953"/>
                </a:cubicBezTo>
                <a:cubicBezTo>
                  <a:pt x="18037" y="7190"/>
                  <a:pt x="18037" y="7574"/>
                  <a:pt x="18259" y="7811"/>
                </a:cubicBezTo>
                <a:cubicBezTo>
                  <a:pt x="18480" y="8048"/>
                  <a:pt x="18840" y="8048"/>
                  <a:pt x="19062" y="7811"/>
                </a:cubicBezTo>
                <a:cubicBezTo>
                  <a:pt x="19283" y="7574"/>
                  <a:pt x="19283" y="7190"/>
                  <a:pt x="19062" y="6953"/>
                </a:cubicBezTo>
                <a:cubicBezTo>
                  <a:pt x="18951" y="6835"/>
                  <a:pt x="18805" y="6776"/>
                  <a:pt x="18660" y="6776"/>
                </a:cubicBezTo>
                <a:close/>
                <a:moveTo>
                  <a:pt x="20922" y="6776"/>
                </a:moveTo>
                <a:cubicBezTo>
                  <a:pt x="20776" y="6776"/>
                  <a:pt x="20631" y="6835"/>
                  <a:pt x="20520" y="6953"/>
                </a:cubicBezTo>
                <a:cubicBezTo>
                  <a:pt x="20298" y="7190"/>
                  <a:pt x="20298" y="7574"/>
                  <a:pt x="20520" y="7811"/>
                </a:cubicBezTo>
                <a:cubicBezTo>
                  <a:pt x="20742" y="8048"/>
                  <a:pt x="21101" y="8048"/>
                  <a:pt x="21323" y="7811"/>
                </a:cubicBezTo>
                <a:cubicBezTo>
                  <a:pt x="21545" y="7574"/>
                  <a:pt x="21545" y="7190"/>
                  <a:pt x="21323" y="6953"/>
                </a:cubicBezTo>
                <a:cubicBezTo>
                  <a:pt x="21212" y="6835"/>
                  <a:pt x="21067" y="6776"/>
                  <a:pt x="20922" y="6776"/>
                </a:cubicBezTo>
                <a:close/>
                <a:moveTo>
                  <a:pt x="568" y="9034"/>
                </a:moveTo>
                <a:cubicBezTo>
                  <a:pt x="423" y="9034"/>
                  <a:pt x="278" y="9094"/>
                  <a:pt x="167" y="9212"/>
                </a:cubicBezTo>
                <a:cubicBezTo>
                  <a:pt x="-55" y="9449"/>
                  <a:pt x="-55" y="9833"/>
                  <a:pt x="167" y="10070"/>
                </a:cubicBezTo>
                <a:cubicBezTo>
                  <a:pt x="389" y="10307"/>
                  <a:pt x="749" y="10307"/>
                  <a:pt x="971" y="10070"/>
                </a:cubicBezTo>
                <a:cubicBezTo>
                  <a:pt x="1193" y="9833"/>
                  <a:pt x="1193" y="9449"/>
                  <a:pt x="971" y="9212"/>
                </a:cubicBezTo>
                <a:cubicBezTo>
                  <a:pt x="860" y="9094"/>
                  <a:pt x="714" y="9034"/>
                  <a:pt x="568" y="9034"/>
                </a:cubicBezTo>
                <a:close/>
                <a:moveTo>
                  <a:pt x="2830" y="9034"/>
                </a:moveTo>
                <a:cubicBezTo>
                  <a:pt x="2685" y="9034"/>
                  <a:pt x="2539" y="9094"/>
                  <a:pt x="2428" y="9212"/>
                </a:cubicBezTo>
                <a:cubicBezTo>
                  <a:pt x="2207" y="9449"/>
                  <a:pt x="2207" y="9833"/>
                  <a:pt x="2428" y="10070"/>
                </a:cubicBezTo>
                <a:cubicBezTo>
                  <a:pt x="2650" y="10307"/>
                  <a:pt x="3011" y="10307"/>
                  <a:pt x="3232" y="10070"/>
                </a:cubicBezTo>
                <a:cubicBezTo>
                  <a:pt x="3454" y="9833"/>
                  <a:pt x="3454" y="9449"/>
                  <a:pt x="3232" y="9212"/>
                </a:cubicBezTo>
                <a:cubicBezTo>
                  <a:pt x="3121" y="9094"/>
                  <a:pt x="2975" y="9034"/>
                  <a:pt x="2830" y="9034"/>
                </a:cubicBezTo>
                <a:close/>
                <a:moveTo>
                  <a:pt x="5092" y="9034"/>
                </a:moveTo>
                <a:cubicBezTo>
                  <a:pt x="4946" y="9034"/>
                  <a:pt x="4801" y="9094"/>
                  <a:pt x="4690" y="9212"/>
                </a:cubicBezTo>
                <a:cubicBezTo>
                  <a:pt x="4468" y="9449"/>
                  <a:pt x="4468" y="9833"/>
                  <a:pt x="4690" y="10070"/>
                </a:cubicBezTo>
                <a:cubicBezTo>
                  <a:pt x="4912" y="10307"/>
                  <a:pt x="5271" y="10307"/>
                  <a:pt x="5493" y="10070"/>
                </a:cubicBezTo>
                <a:cubicBezTo>
                  <a:pt x="5715" y="9833"/>
                  <a:pt x="5715" y="9449"/>
                  <a:pt x="5493" y="9212"/>
                </a:cubicBezTo>
                <a:cubicBezTo>
                  <a:pt x="5382" y="9094"/>
                  <a:pt x="5237" y="9034"/>
                  <a:pt x="5092" y="9034"/>
                </a:cubicBezTo>
                <a:close/>
                <a:moveTo>
                  <a:pt x="7353" y="9034"/>
                </a:moveTo>
                <a:cubicBezTo>
                  <a:pt x="7208" y="9034"/>
                  <a:pt x="7063" y="9094"/>
                  <a:pt x="6952" y="9212"/>
                </a:cubicBezTo>
                <a:cubicBezTo>
                  <a:pt x="6730" y="9449"/>
                  <a:pt x="6730" y="9833"/>
                  <a:pt x="6952" y="10070"/>
                </a:cubicBezTo>
                <a:cubicBezTo>
                  <a:pt x="7173" y="10307"/>
                  <a:pt x="7533" y="10307"/>
                  <a:pt x="7755" y="10070"/>
                </a:cubicBezTo>
                <a:cubicBezTo>
                  <a:pt x="7976" y="9833"/>
                  <a:pt x="7976" y="9449"/>
                  <a:pt x="7755" y="9212"/>
                </a:cubicBezTo>
                <a:cubicBezTo>
                  <a:pt x="7644" y="9094"/>
                  <a:pt x="7498" y="9034"/>
                  <a:pt x="7353" y="9034"/>
                </a:cubicBezTo>
                <a:close/>
                <a:moveTo>
                  <a:pt x="9615" y="9034"/>
                </a:moveTo>
                <a:cubicBezTo>
                  <a:pt x="9469" y="9034"/>
                  <a:pt x="9324" y="9094"/>
                  <a:pt x="9213" y="9212"/>
                </a:cubicBezTo>
                <a:cubicBezTo>
                  <a:pt x="8991" y="9449"/>
                  <a:pt x="8991" y="9833"/>
                  <a:pt x="9213" y="10070"/>
                </a:cubicBezTo>
                <a:cubicBezTo>
                  <a:pt x="9435" y="10307"/>
                  <a:pt x="9794" y="10307"/>
                  <a:pt x="10016" y="10070"/>
                </a:cubicBezTo>
                <a:cubicBezTo>
                  <a:pt x="10238" y="9833"/>
                  <a:pt x="10238" y="9449"/>
                  <a:pt x="10016" y="9212"/>
                </a:cubicBezTo>
                <a:cubicBezTo>
                  <a:pt x="9905" y="9094"/>
                  <a:pt x="9760" y="9034"/>
                  <a:pt x="9615" y="9034"/>
                </a:cubicBezTo>
                <a:close/>
                <a:moveTo>
                  <a:pt x="11876" y="9034"/>
                </a:moveTo>
                <a:cubicBezTo>
                  <a:pt x="11731" y="9034"/>
                  <a:pt x="11585" y="9094"/>
                  <a:pt x="11474" y="9212"/>
                </a:cubicBezTo>
                <a:cubicBezTo>
                  <a:pt x="11252" y="9449"/>
                  <a:pt x="11252" y="9833"/>
                  <a:pt x="11474" y="10070"/>
                </a:cubicBezTo>
                <a:cubicBezTo>
                  <a:pt x="11696" y="10307"/>
                  <a:pt x="12056" y="10307"/>
                  <a:pt x="12278" y="10070"/>
                </a:cubicBezTo>
                <a:cubicBezTo>
                  <a:pt x="12500" y="9833"/>
                  <a:pt x="12500" y="9449"/>
                  <a:pt x="12278" y="9212"/>
                </a:cubicBezTo>
                <a:cubicBezTo>
                  <a:pt x="12167" y="9094"/>
                  <a:pt x="12022" y="9034"/>
                  <a:pt x="11876" y="9034"/>
                </a:cubicBezTo>
                <a:close/>
                <a:moveTo>
                  <a:pt x="14138" y="9034"/>
                </a:moveTo>
                <a:cubicBezTo>
                  <a:pt x="13992" y="9034"/>
                  <a:pt x="13846" y="9094"/>
                  <a:pt x="13735" y="9212"/>
                </a:cubicBezTo>
                <a:cubicBezTo>
                  <a:pt x="13514" y="9449"/>
                  <a:pt x="13514" y="9833"/>
                  <a:pt x="13735" y="10070"/>
                </a:cubicBezTo>
                <a:cubicBezTo>
                  <a:pt x="13957" y="10307"/>
                  <a:pt x="14317" y="10307"/>
                  <a:pt x="14539" y="10070"/>
                </a:cubicBezTo>
                <a:cubicBezTo>
                  <a:pt x="14761" y="9833"/>
                  <a:pt x="14761" y="9449"/>
                  <a:pt x="14539" y="9212"/>
                </a:cubicBezTo>
                <a:cubicBezTo>
                  <a:pt x="14428" y="9094"/>
                  <a:pt x="14283" y="9034"/>
                  <a:pt x="14138" y="9034"/>
                </a:cubicBezTo>
                <a:close/>
                <a:moveTo>
                  <a:pt x="16398" y="9034"/>
                </a:moveTo>
                <a:cubicBezTo>
                  <a:pt x="16253" y="9034"/>
                  <a:pt x="16108" y="9094"/>
                  <a:pt x="15997" y="9212"/>
                </a:cubicBezTo>
                <a:cubicBezTo>
                  <a:pt x="15775" y="9449"/>
                  <a:pt x="15775" y="9833"/>
                  <a:pt x="15997" y="10070"/>
                </a:cubicBezTo>
                <a:cubicBezTo>
                  <a:pt x="16219" y="10307"/>
                  <a:pt x="16579" y="10307"/>
                  <a:pt x="16801" y="10070"/>
                </a:cubicBezTo>
                <a:cubicBezTo>
                  <a:pt x="17023" y="9833"/>
                  <a:pt x="17023" y="9449"/>
                  <a:pt x="16801" y="9212"/>
                </a:cubicBezTo>
                <a:cubicBezTo>
                  <a:pt x="16690" y="9094"/>
                  <a:pt x="16544" y="9034"/>
                  <a:pt x="16398" y="9034"/>
                </a:cubicBezTo>
                <a:close/>
                <a:moveTo>
                  <a:pt x="18660" y="9034"/>
                </a:moveTo>
                <a:cubicBezTo>
                  <a:pt x="18515" y="9034"/>
                  <a:pt x="18369" y="9094"/>
                  <a:pt x="18259" y="9212"/>
                </a:cubicBezTo>
                <a:cubicBezTo>
                  <a:pt x="18037" y="9449"/>
                  <a:pt x="18037" y="9833"/>
                  <a:pt x="18259" y="10070"/>
                </a:cubicBezTo>
                <a:cubicBezTo>
                  <a:pt x="18480" y="10307"/>
                  <a:pt x="18840" y="10307"/>
                  <a:pt x="19062" y="10070"/>
                </a:cubicBezTo>
                <a:cubicBezTo>
                  <a:pt x="19283" y="9833"/>
                  <a:pt x="19283" y="9449"/>
                  <a:pt x="19062" y="9212"/>
                </a:cubicBezTo>
                <a:cubicBezTo>
                  <a:pt x="18951" y="9094"/>
                  <a:pt x="18805" y="9034"/>
                  <a:pt x="18660" y="9034"/>
                </a:cubicBezTo>
                <a:close/>
                <a:moveTo>
                  <a:pt x="20922" y="9034"/>
                </a:moveTo>
                <a:cubicBezTo>
                  <a:pt x="20776" y="9034"/>
                  <a:pt x="20631" y="9094"/>
                  <a:pt x="20520" y="9212"/>
                </a:cubicBezTo>
                <a:cubicBezTo>
                  <a:pt x="20298" y="9449"/>
                  <a:pt x="20298" y="9833"/>
                  <a:pt x="20520" y="10070"/>
                </a:cubicBezTo>
                <a:cubicBezTo>
                  <a:pt x="20742" y="10307"/>
                  <a:pt x="21101" y="10307"/>
                  <a:pt x="21323" y="10070"/>
                </a:cubicBezTo>
                <a:cubicBezTo>
                  <a:pt x="21545" y="9833"/>
                  <a:pt x="21545" y="9449"/>
                  <a:pt x="21323" y="9212"/>
                </a:cubicBezTo>
                <a:cubicBezTo>
                  <a:pt x="21212" y="9094"/>
                  <a:pt x="21067" y="9034"/>
                  <a:pt x="20922" y="9034"/>
                </a:cubicBezTo>
                <a:close/>
                <a:moveTo>
                  <a:pt x="568" y="11293"/>
                </a:moveTo>
                <a:cubicBezTo>
                  <a:pt x="423" y="11293"/>
                  <a:pt x="278" y="11353"/>
                  <a:pt x="167" y="11471"/>
                </a:cubicBezTo>
                <a:cubicBezTo>
                  <a:pt x="-55" y="11708"/>
                  <a:pt x="-55" y="12092"/>
                  <a:pt x="167" y="12329"/>
                </a:cubicBezTo>
                <a:cubicBezTo>
                  <a:pt x="389" y="12566"/>
                  <a:pt x="749" y="12566"/>
                  <a:pt x="971" y="12329"/>
                </a:cubicBezTo>
                <a:cubicBezTo>
                  <a:pt x="1193" y="12092"/>
                  <a:pt x="1193" y="11708"/>
                  <a:pt x="971" y="11471"/>
                </a:cubicBezTo>
                <a:cubicBezTo>
                  <a:pt x="860" y="11353"/>
                  <a:pt x="714" y="11293"/>
                  <a:pt x="568" y="11293"/>
                </a:cubicBezTo>
                <a:close/>
                <a:moveTo>
                  <a:pt x="2830" y="11293"/>
                </a:moveTo>
                <a:cubicBezTo>
                  <a:pt x="2685" y="11293"/>
                  <a:pt x="2539" y="11353"/>
                  <a:pt x="2428" y="11471"/>
                </a:cubicBezTo>
                <a:cubicBezTo>
                  <a:pt x="2207" y="11708"/>
                  <a:pt x="2207" y="12092"/>
                  <a:pt x="2428" y="12329"/>
                </a:cubicBezTo>
                <a:cubicBezTo>
                  <a:pt x="2650" y="12566"/>
                  <a:pt x="3011" y="12566"/>
                  <a:pt x="3232" y="12329"/>
                </a:cubicBezTo>
                <a:cubicBezTo>
                  <a:pt x="3454" y="12092"/>
                  <a:pt x="3454" y="11708"/>
                  <a:pt x="3232" y="11471"/>
                </a:cubicBezTo>
                <a:cubicBezTo>
                  <a:pt x="3121" y="11353"/>
                  <a:pt x="2975" y="11293"/>
                  <a:pt x="2830" y="11293"/>
                </a:cubicBezTo>
                <a:close/>
                <a:moveTo>
                  <a:pt x="5092" y="11293"/>
                </a:moveTo>
                <a:cubicBezTo>
                  <a:pt x="4946" y="11293"/>
                  <a:pt x="4801" y="11353"/>
                  <a:pt x="4690" y="11471"/>
                </a:cubicBezTo>
                <a:cubicBezTo>
                  <a:pt x="4468" y="11708"/>
                  <a:pt x="4468" y="12092"/>
                  <a:pt x="4690" y="12329"/>
                </a:cubicBezTo>
                <a:cubicBezTo>
                  <a:pt x="4912" y="12566"/>
                  <a:pt x="5271" y="12566"/>
                  <a:pt x="5493" y="12329"/>
                </a:cubicBezTo>
                <a:cubicBezTo>
                  <a:pt x="5715" y="12092"/>
                  <a:pt x="5715" y="11708"/>
                  <a:pt x="5493" y="11471"/>
                </a:cubicBezTo>
                <a:cubicBezTo>
                  <a:pt x="5382" y="11353"/>
                  <a:pt x="5237" y="11293"/>
                  <a:pt x="5092" y="11293"/>
                </a:cubicBezTo>
                <a:close/>
                <a:moveTo>
                  <a:pt x="7353" y="11293"/>
                </a:moveTo>
                <a:cubicBezTo>
                  <a:pt x="7208" y="11293"/>
                  <a:pt x="7063" y="11353"/>
                  <a:pt x="6952" y="11471"/>
                </a:cubicBezTo>
                <a:cubicBezTo>
                  <a:pt x="6730" y="11708"/>
                  <a:pt x="6730" y="12092"/>
                  <a:pt x="6952" y="12329"/>
                </a:cubicBezTo>
                <a:cubicBezTo>
                  <a:pt x="7173" y="12566"/>
                  <a:pt x="7533" y="12566"/>
                  <a:pt x="7755" y="12329"/>
                </a:cubicBezTo>
                <a:cubicBezTo>
                  <a:pt x="7976" y="12092"/>
                  <a:pt x="7976" y="11708"/>
                  <a:pt x="7755" y="11471"/>
                </a:cubicBezTo>
                <a:cubicBezTo>
                  <a:pt x="7644" y="11353"/>
                  <a:pt x="7498" y="11293"/>
                  <a:pt x="7353" y="11293"/>
                </a:cubicBezTo>
                <a:close/>
                <a:moveTo>
                  <a:pt x="9615" y="11293"/>
                </a:moveTo>
                <a:cubicBezTo>
                  <a:pt x="9469" y="11293"/>
                  <a:pt x="9324" y="11353"/>
                  <a:pt x="9213" y="11471"/>
                </a:cubicBezTo>
                <a:cubicBezTo>
                  <a:pt x="8991" y="11708"/>
                  <a:pt x="8991" y="12092"/>
                  <a:pt x="9213" y="12329"/>
                </a:cubicBezTo>
                <a:cubicBezTo>
                  <a:pt x="9435" y="12566"/>
                  <a:pt x="9794" y="12566"/>
                  <a:pt x="10016" y="12329"/>
                </a:cubicBezTo>
                <a:cubicBezTo>
                  <a:pt x="10238" y="12092"/>
                  <a:pt x="10238" y="11708"/>
                  <a:pt x="10016" y="11471"/>
                </a:cubicBezTo>
                <a:cubicBezTo>
                  <a:pt x="9905" y="11353"/>
                  <a:pt x="9760" y="11293"/>
                  <a:pt x="9615" y="11293"/>
                </a:cubicBezTo>
                <a:close/>
                <a:moveTo>
                  <a:pt x="11876" y="11293"/>
                </a:moveTo>
                <a:cubicBezTo>
                  <a:pt x="11731" y="11293"/>
                  <a:pt x="11585" y="11353"/>
                  <a:pt x="11474" y="11471"/>
                </a:cubicBezTo>
                <a:cubicBezTo>
                  <a:pt x="11252" y="11708"/>
                  <a:pt x="11252" y="12092"/>
                  <a:pt x="11474" y="12329"/>
                </a:cubicBezTo>
                <a:cubicBezTo>
                  <a:pt x="11696" y="12566"/>
                  <a:pt x="12056" y="12566"/>
                  <a:pt x="12278" y="12329"/>
                </a:cubicBezTo>
                <a:cubicBezTo>
                  <a:pt x="12500" y="12092"/>
                  <a:pt x="12500" y="11708"/>
                  <a:pt x="12278" y="11471"/>
                </a:cubicBezTo>
                <a:cubicBezTo>
                  <a:pt x="12167" y="11353"/>
                  <a:pt x="12022" y="11293"/>
                  <a:pt x="11876" y="11293"/>
                </a:cubicBezTo>
                <a:close/>
                <a:moveTo>
                  <a:pt x="14138" y="11293"/>
                </a:moveTo>
                <a:cubicBezTo>
                  <a:pt x="13992" y="11293"/>
                  <a:pt x="13846" y="11353"/>
                  <a:pt x="13735" y="11471"/>
                </a:cubicBezTo>
                <a:cubicBezTo>
                  <a:pt x="13514" y="11708"/>
                  <a:pt x="13514" y="12092"/>
                  <a:pt x="13735" y="12329"/>
                </a:cubicBezTo>
                <a:cubicBezTo>
                  <a:pt x="13957" y="12566"/>
                  <a:pt x="14317" y="12566"/>
                  <a:pt x="14539" y="12329"/>
                </a:cubicBezTo>
                <a:cubicBezTo>
                  <a:pt x="14761" y="12092"/>
                  <a:pt x="14761" y="11708"/>
                  <a:pt x="14539" y="11471"/>
                </a:cubicBezTo>
                <a:cubicBezTo>
                  <a:pt x="14428" y="11353"/>
                  <a:pt x="14283" y="11293"/>
                  <a:pt x="14138" y="11293"/>
                </a:cubicBezTo>
                <a:close/>
                <a:moveTo>
                  <a:pt x="16398" y="11293"/>
                </a:moveTo>
                <a:cubicBezTo>
                  <a:pt x="16253" y="11293"/>
                  <a:pt x="16108" y="11353"/>
                  <a:pt x="15997" y="11471"/>
                </a:cubicBezTo>
                <a:cubicBezTo>
                  <a:pt x="15775" y="11708"/>
                  <a:pt x="15775" y="12092"/>
                  <a:pt x="15997" y="12329"/>
                </a:cubicBezTo>
                <a:cubicBezTo>
                  <a:pt x="16219" y="12566"/>
                  <a:pt x="16579" y="12566"/>
                  <a:pt x="16801" y="12329"/>
                </a:cubicBezTo>
                <a:cubicBezTo>
                  <a:pt x="17023" y="12092"/>
                  <a:pt x="17023" y="11708"/>
                  <a:pt x="16801" y="11471"/>
                </a:cubicBezTo>
                <a:cubicBezTo>
                  <a:pt x="16690" y="11353"/>
                  <a:pt x="16544" y="11293"/>
                  <a:pt x="16398" y="11293"/>
                </a:cubicBezTo>
                <a:close/>
                <a:moveTo>
                  <a:pt x="18660" y="11293"/>
                </a:moveTo>
                <a:cubicBezTo>
                  <a:pt x="18515" y="11293"/>
                  <a:pt x="18369" y="11353"/>
                  <a:pt x="18259" y="11471"/>
                </a:cubicBezTo>
                <a:cubicBezTo>
                  <a:pt x="18037" y="11708"/>
                  <a:pt x="18037" y="12092"/>
                  <a:pt x="18259" y="12329"/>
                </a:cubicBezTo>
                <a:cubicBezTo>
                  <a:pt x="18480" y="12566"/>
                  <a:pt x="18840" y="12566"/>
                  <a:pt x="19062" y="12329"/>
                </a:cubicBezTo>
                <a:cubicBezTo>
                  <a:pt x="19283" y="12092"/>
                  <a:pt x="19283" y="11708"/>
                  <a:pt x="19062" y="11471"/>
                </a:cubicBezTo>
                <a:cubicBezTo>
                  <a:pt x="18951" y="11353"/>
                  <a:pt x="18805" y="11293"/>
                  <a:pt x="18660" y="11293"/>
                </a:cubicBezTo>
                <a:close/>
                <a:moveTo>
                  <a:pt x="20922" y="11293"/>
                </a:moveTo>
                <a:cubicBezTo>
                  <a:pt x="20776" y="11293"/>
                  <a:pt x="20631" y="11353"/>
                  <a:pt x="20520" y="11471"/>
                </a:cubicBezTo>
                <a:cubicBezTo>
                  <a:pt x="20298" y="11708"/>
                  <a:pt x="20298" y="12092"/>
                  <a:pt x="20520" y="12329"/>
                </a:cubicBezTo>
                <a:cubicBezTo>
                  <a:pt x="20742" y="12566"/>
                  <a:pt x="21101" y="12566"/>
                  <a:pt x="21323" y="12329"/>
                </a:cubicBezTo>
                <a:cubicBezTo>
                  <a:pt x="21545" y="12092"/>
                  <a:pt x="21545" y="11708"/>
                  <a:pt x="21323" y="11471"/>
                </a:cubicBezTo>
                <a:cubicBezTo>
                  <a:pt x="21212" y="11353"/>
                  <a:pt x="21067" y="11293"/>
                  <a:pt x="20922" y="11293"/>
                </a:cubicBezTo>
                <a:close/>
                <a:moveTo>
                  <a:pt x="568" y="13551"/>
                </a:moveTo>
                <a:cubicBezTo>
                  <a:pt x="423" y="13551"/>
                  <a:pt x="278" y="13610"/>
                  <a:pt x="167" y="13729"/>
                </a:cubicBezTo>
                <a:cubicBezTo>
                  <a:pt x="-55" y="13966"/>
                  <a:pt x="-55" y="14350"/>
                  <a:pt x="167" y="14587"/>
                </a:cubicBezTo>
                <a:cubicBezTo>
                  <a:pt x="389" y="14823"/>
                  <a:pt x="749" y="14823"/>
                  <a:pt x="971" y="14587"/>
                </a:cubicBezTo>
                <a:cubicBezTo>
                  <a:pt x="1193" y="14350"/>
                  <a:pt x="1193" y="13966"/>
                  <a:pt x="971" y="13729"/>
                </a:cubicBezTo>
                <a:cubicBezTo>
                  <a:pt x="860" y="13610"/>
                  <a:pt x="714" y="13551"/>
                  <a:pt x="568" y="13551"/>
                </a:cubicBezTo>
                <a:close/>
                <a:moveTo>
                  <a:pt x="2830" y="13551"/>
                </a:moveTo>
                <a:cubicBezTo>
                  <a:pt x="2685" y="13551"/>
                  <a:pt x="2539" y="13610"/>
                  <a:pt x="2428" y="13729"/>
                </a:cubicBezTo>
                <a:cubicBezTo>
                  <a:pt x="2207" y="13966"/>
                  <a:pt x="2207" y="14350"/>
                  <a:pt x="2428" y="14587"/>
                </a:cubicBezTo>
                <a:cubicBezTo>
                  <a:pt x="2650" y="14823"/>
                  <a:pt x="3011" y="14823"/>
                  <a:pt x="3232" y="14587"/>
                </a:cubicBezTo>
                <a:cubicBezTo>
                  <a:pt x="3454" y="14350"/>
                  <a:pt x="3454" y="13966"/>
                  <a:pt x="3232" y="13729"/>
                </a:cubicBezTo>
                <a:cubicBezTo>
                  <a:pt x="3121" y="13610"/>
                  <a:pt x="2975" y="13551"/>
                  <a:pt x="2830" y="13551"/>
                </a:cubicBezTo>
                <a:close/>
                <a:moveTo>
                  <a:pt x="5092" y="13551"/>
                </a:moveTo>
                <a:cubicBezTo>
                  <a:pt x="4946" y="13551"/>
                  <a:pt x="4801" y="13610"/>
                  <a:pt x="4690" y="13729"/>
                </a:cubicBezTo>
                <a:cubicBezTo>
                  <a:pt x="4468" y="13966"/>
                  <a:pt x="4468" y="14350"/>
                  <a:pt x="4690" y="14587"/>
                </a:cubicBezTo>
                <a:cubicBezTo>
                  <a:pt x="4912" y="14823"/>
                  <a:pt x="5271" y="14823"/>
                  <a:pt x="5493" y="14587"/>
                </a:cubicBezTo>
                <a:cubicBezTo>
                  <a:pt x="5715" y="14350"/>
                  <a:pt x="5715" y="13966"/>
                  <a:pt x="5493" y="13729"/>
                </a:cubicBezTo>
                <a:cubicBezTo>
                  <a:pt x="5382" y="13610"/>
                  <a:pt x="5237" y="13551"/>
                  <a:pt x="5092" y="13551"/>
                </a:cubicBezTo>
                <a:close/>
                <a:moveTo>
                  <a:pt x="7353" y="13551"/>
                </a:moveTo>
                <a:cubicBezTo>
                  <a:pt x="7208" y="13551"/>
                  <a:pt x="7063" y="13610"/>
                  <a:pt x="6952" y="13729"/>
                </a:cubicBezTo>
                <a:cubicBezTo>
                  <a:pt x="6730" y="13966"/>
                  <a:pt x="6730" y="14350"/>
                  <a:pt x="6952" y="14587"/>
                </a:cubicBezTo>
                <a:cubicBezTo>
                  <a:pt x="7173" y="14823"/>
                  <a:pt x="7533" y="14823"/>
                  <a:pt x="7755" y="14587"/>
                </a:cubicBezTo>
                <a:cubicBezTo>
                  <a:pt x="7976" y="14350"/>
                  <a:pt x="7976" y="13966"/>
                  <a:pt x="7755" y="13729"/>
                </a:cubicBezTo>
                <a:cubicBezTo>
                  <a:pt x="7644" y="13610"/>
                  <a:pt x="7498" y="13551"/>
                  <a:pt x="7353" y="13551"/>
                </a:cubicBezTo>
                <a:close/>
                <a:moveTo>
                  <a:pt x="9615" y="13551"/>
                </a:moveTo>
                <a:cubicBezTo>
                  <a:pt x="9469" y="13551"/>
                  <a:pt x="9324" y="13610"/>
                  <a:pt x="9213" y="13729"/>
                </a:cubicBezTo>
                <a:cubicBezTo>
                  <a:pt x="8991" y="13966"/>
                  <a:pt x="8991" y="14350"/>
                  <a:pt x="9213" y="14587"/>
                </a:cubicBezTo>
                <a:cubicBezTo>
                  <a:pt x="9435" y="14823"/>
                  <a:pt x="9794" y="14823"/>
                  <a:pt x="10016" y="14587"/>
                </a:cubicBezTo>
                <a:cubicBezTo>
                  <a:pt x="10238" y="14350"/>
                  <a:pt x="10238" y="13966"/>
                  <a:pt x="10016" y="13729"/>
                </a:cubicBezTo>
                <a:cubicBezTo>
                  <a:pt x="9905" y="13610"/>
                  <a:pt x="9760" y="13551"/>
                  <a:pt x="9615" y="13551"/>
                </a:cubicBezTo>
                <a:close/>
                <a:moveTo>
                  <a:pt x="11876" y="13551"/>
                </a:moveTo>
                <a:cubicBezTo>
                  <a:pt x="11731" y="13551"/>
                  <a:pt x="11585" y="13610"/>
                  <a:pt x="11474" y="13729"/>
                </a:cubicBezTo>
                <a:cubicBezTo>
                  <a:pt x="11252" y="13966"/>
                  <a:pt x="11252" y="14350"/>
                  <a:pt x="11474" y="14587"/>
                </a:cubicBezTo>
                <a:cubicBezTo>
                  <a:pt x="11696" y="14823"/>
                  <a:pt x="12056" y="14823"/>
                  <a:pt x="12278" y="14587"/>
                </a:cubicBezTo>
                <a:cubicBezTo>
                  <a:pt x="12500" y="14350"/>
                  <a:pt x="12500" y="13966"/>
                  <a:pt x="12278" y="13729"/>
                </a:cubicBezTo>
                <a:cubicBezTo>
                  <a:pt x="12167" y="13610"/>
                  <a:pt x="12022" y="13551"/>
                  <a:pt x="11876" y="13551"/>
                </a:cubicBezTo>
                <a:close/>
                <a:moveTo>
                  <a:pt x="14138" y="13551"/>
                </a:moveTo>
                <a:cubicBezTo>
                  <a:pt x="13992" y="13551"/>
                  <a:pt x="13846" y="13610"/>
                  <a:pt x="13735" y="13729"/>
                </a:cubicBezTo>
                <a:cubicBezTo>
                  <a:pt x="13514" y="13966"/>
                  <a:pt x="13514" y="14350"/>
                  <a:pt x="13735" y="14587"/>
                </a:cubicBezTo>
                <a:cubicBezTo>
                  <a:pt x="13957" y="14823"/>
                  <a:pt x="14317" y="14823"/>
                  <a:pt x="14539" y="14587"/>
                </a:cubicBezTo>
                <a:cubicBezTo>
                  <a:pt x="14761" y="14350"/>
                  <a:pt x="14761" y="13966"/>
                  <a:pt x="14539" y="13729"/>
                </a:cubicBezTo>
                <a:cubicBezTo>
                  <a:pt x="14428" y="13610"/>
                  <a:pt x="14283" y="13551"/>
                  <a:pt x="14138" y="13551"/>
                </a:cubicBezTo>
                <a:close/>
                <a:moveTo>
                  <a:pt x="16398" y="13551"/>
                </a:moveTo>
                <a:cubicBezTo>
                  <a:pt x="16253" y="13551"/>
                  <a:pt x="16108" y="13610"/>
                  <a:pt x="15997" y="13729"/>
                </a:cubicBezTo>
                <a:cubicBezTo>
                  <a:pt x="15775" y="13966"/>
                  <a:pt x="15775" y="14350"/>
                  <a:pt x="15997" y="14587"/>
                </a:cubicBezTo>
                <a:cubicBezTo>
                  <a:pt x="16219" y="14823"/>
                  <a:pt x="16579" y="14823"/>
                  <a:pt x="16801" y="14587"/>
                </a:cubicBezTo>
                <a:cubicBezTo>
                  <a:pt x="17023" y="14350"/>
                  <a:pt x="17023" y="13966"/>
                  <a:pt x="16801" y="13729"/>
                </a:cubicBezTo>
                <a:cubicBezTo>
                  <a:pt x="16690" y="13610"/>
                  <a:pt x="16544" y="13551"/>
                  <a:pt x="16398" y="13551"/>
                </a:cubicBezTo>
                <a:close/>
                <a:moveTo>
                  <a:pt x="18660" y="13551"/>
                </a:moveTo>
                <a:cubicBezTo>
                  <a:pt x="18515" y="13551"/>
                  <a:pt x="18369" y="13610"/>
                  <a:pt x="18259" y="13729"/>
                </a:cubicBezTo>
                <a:cubicBezTo>
                  <a:pt x="18037" y="13966"/>
                  <a:pt x="18037" y="14350"/>
                  <a:pt x="18259" y="14587"/>
                </a:cubicBezTo>
                <a:cubicBezTo>
                  <a:pt x="18480" y="14823"/>
                  <a:pt x="18840" y="14823"/>
                  <a:pt x="19062" y="14587"/>
                </a:cubicBezTo>
                <a:cubicBezTo>
                  <a:pt x="19283" y="14350"/>
                  <a:pt x="19283" y="13966"/>
                  <a:pt x="19062" y="13729"/>
                </a:cubicBezTo>
                <a:cubicBezTo>
                  <a:pt x="18951" y="13610"/>
                  <a:pt x="18805" y="13551"/>
                  <a:pt x="18660" y="13551"/>
                </a:cubicBezTo>
                <a:close/>
                <a:moveTo>
                  <a:pt x="20922" y="13551"/>
                </a:moveTo>
                <a:cubicBezTo>
                  <a:pt x="20776" y="13551"/>
                  <a:pt x="20631" y="13610"/>
                  <a:pt x="20520" y="13729"/>
                </a:cubicBezTo>
                <a:cubicBezTo>
                  <a:pt x="20298" y="13966"/>
                  <a:pt x="20298" y="14350"/>
                  <a:pt x="20520" y="14587"/>
                </a:cubicBezTo>
                <a:cubicBezTo>
                  <a:pt x="20742" y="14823"/>
                  <a:pt x="21101" y="14823"/>
                  <a:pt x="21323" y="14587"/>
                </a:cubicBezTo>
                <a:cubicBezTo>
                  <a:pt x="21545" y="14350"/>
                  <a:pt x="21545" y="13966"/>
                  <a:pt x="21323" y="13729"/>
                </a:cubicBezTo>
                <a:cubicBezTo>
                  <a:pt x="21212" y="13610"/>
                  <a:pt x="21067" y="13551"/>
                  <a:pt x="20922" y="13551"/>
                </a:cubicBezTo>
                <a:close/>
                <a:moveTo>
                  <a:pt x="568" y="15810"/>
                </a:moveTo>
                <a:cubicBezTo>
                  <a:pt x="423" y="15810"/>
                  <a:pt x="278" y="15869"/>
                  <a:pt x="167" y="15988"/>
                </a:cubicBezTo>
                <a:cubicBezTo>
                  <a:pt x="-55" y="16224"/>
                  <a:pt x="-55" y="16609"/>
                  <a:pt x="167" y="16846"/>
                </a:cubicBezTo>
                <a:cubicBezTo>
                  <a:pt x="389" y="17082"/>
                  <a:pt x="749" y="17082"/>
                  <a:pt x="971" y="16846"/>
                </a:cubicBezTo>
                <a:cubicBezTo>
                  <a:pt x="1193" y="16609"/>
                  <a:pt x="1193" y="16224"/>
                  <a:pt x="971" y="15988"/>
                </a:cubicBezTo>
                <a:cubicBezTo>
                  <a:pt x="860" y="15869"/>
                  <a:pt x="714" y="15810"/>
                  <a:pt x="568" y="15810"/>
                </a:cubicBezTo>
                <a:close/>
                <a:moveTo>
                  <a:pt x="2830" y="15810"/>
                </a:moveTo>
                <a:cubicBezTo>
                  <a:pt x="2685" y="15810"/>
                  <a:pt x="2539" y="15869"/>
                  <a:pt x="2428" y="15988"/>
                </a:cubicBezTo>
                <a:cubicBezTo>
                  <a:pt x="2207" y="16224"/>
                  <a:pt x="2207" y="16609"/>
                  <a:pt x="2428" y="16846"/>
                </a:cubicBezTo>
                <a:cubicBezTo>
                  <a:pt x="2650" y="17082"/>
                  <a:pt x="3011" y="17082"/>
                  <a:pt x="3232" y="16846"/>
                </a:cubicBezTo>
                <a:cubicBezTo>
                  <a:pt x="3454" y="16609"/>
                  <a:pt x="3454" y="16224"/>
                  <a:pt x="3232" y="15988"/>
                </a:cubicBezTo>
                <a:cubicBezTo>
                  <a:pt x="3121" y="15869"/>
                  <a:pt x="2975" y="15810"/>
                  <a:pt x="2830" y="15810"/>
                </a:cubicBezTo>
                <a:close/>
                <a:moveTo>
                  <a:pt x="5092" y="15810"/>
                </a:moveTo>
                <a:cubicBezTo>
                  <a:pt x="4946" y="15810"/>
                  <a:pt x="4801" y="15869"/>
                  <a:pt x="4690" y="15988"/>
                </a:cubicBezTo>
                <a:cubicBezTo>
                  <a:pt x="4468" y="16224"/>
                  <a:pt x="4468" y="16609"/>
                  <a:pt x="4690" y="16846"/>
                </a:cubicBezTo>
                <a:cubicBezTo>
                  <a:pt x="4912" y="17082"/>
                  <a:pt x="5271" y="17082"/>
                  <a:pt x="5493" y="16846"/>
                </a:cubicBezTo>
                <a:cubicBezTo>
                  <a:pt x="5715" y="16609"/>
                  <a:pt x="5715" y="16224"/>
                  <a:pt x="5493" y="15988"/>
                </a:cubicBezTo>
                <a:cubicBezTo>
                  <a:pt x="5382" y="15869"/>
                  <a:pt x="5237" y="15810"/>
                  <a:pt x="5092" y="15810"/>
                </a:cubicBezTo>
                <a:close/>
                <a:moveTo>
                  <a:pt x="7353" y="15810"/>
                </a:moveTo>
                <a:cubicBezTo>
                  <a:pt x="7208" y="15810"/>
                  <a:pt x="7063" y="15869"/>
                  <a:pt x="6952" y="15988"/>
                </a:cubicBezTo>
                <a:cubicBezTo>
                  <a:pt x="6730" y="16224"/>
                  <a:pt x="6730" y="16609"/>
                  <a:pt x="6952" y="16846"/>
                </a:cubicBezTo>
                <a:cubicBezTo>
                  <a:pt x="7173" y="17082"/>
                  <a:pt x="7533" y="17082"/>
                  <a:pt x="7755" y="16846"/>
                </a:cubicBezTo>
                <a:cubicBezTo>
                  <a:pt x="7976" y="16609"/>
                  <a:pt x="7976" y="16224"/>
                  <a:pt x="7755" y="15988"/>
                </a:cubicBezTo>
                <a:cubicBezTo>
                  <a:pt x="7644" y="15869"/>
                  <a:pt x="7498" y="15810"/>
                  <a:pt x="7353" y="15810"/>
                </a:cubicBezTo>
                <a:close/>
                <a:moveTo>
                  <a:pt x="9615" y="15810"/>
                </a:moveTo>
                <a:cubicBezTo>
                  <a:pt x="9469" y="15810"/>
                  <a:pt x="9324" y="15869"/>
                  <a:pt x="9213" y="15988"/>
                </a:cubicBezTo>
                <a:cubicBezTo>
                  <a:pt x="8991" y="16224"/>
                  <a:pt x="8991" y="16609"/>
                  <a:pt x="9213" y="16846"/>
                </a:cubicBezTo>
                <a:cubicBezTo>
                  <a:pt x="9435" y="17082"/>
                  <a:pt x="9794" y="17082"/>
                  <a:pt x="10016" y="16846"/>
                </a:cubicBezTo>
                <a:cubicBezTo>
                  <a:pt x="10238" y="16609"/>
                  <a:pt x="10238" y="16224"/>
                  <a:pt x="10016" y="15988"/>
                </a:cubicBezTo>
                <a:cubicBezTo>
                  <a:pt x="9905" y="15869"/>
                  <a:pt x="9760" y="15810"/>
                  <a:pt x="9615" y="15810"/>
                </a:cubicBezTo>
                <a:close/>
                <a:moveTo>
                  <a:pt x="11876" y="15810"/>
                </a:moveTo>
                <a:cubicBezTo>
                  <a:pt x="11731" y="15810"/>
                  <a:pt x="11585" y="15869"/>
                  <a:pt x="11474" y="15988"/>
                </a:cubicBezTo>
                <a:cubicBezTo>
                  <a:pt x="11252" y="16224"/>
                  <a:pt x="11252" y="16609"/>
                  <a:pt x="11474" y="16846"/>
                </a:cubicBezTo>
                <a:cubicBezTo>
                  <a:pt x="11696" y="17082"/>
                  <a:pt x="12056" y="17082"/>
                  <a:pt x="12278" y="16846"/>
                </a:cubicBezTo>
                <a:cubicBezTo>
                  <a:pt x="12500" y="16609"/>
                  <a:pt x="12500" y="16224"/>
                  <a:pt x="12278" y="15988"/>
                </a:cubicBezTo>
                <a:cubicBezTo>
                  <a:pt x="12167" y="15869"/>
                  <a:pt x="12022" y="15810"/>
                  <a:pt x="11876" y="15810"/>
                </a:cubicBezTo>
                <a:close/>
                <a:moveTo>
                  <a:pt x="14138" y="15810"/>
                </a:moveTo>
                <a:cubicBezTo>
                  <a:pt x="13992" y="15810"/>
                  <a:pt x="13846" y="15869"/>
                  <a:pt x="13735" y="15988"/>
                </a:cubicBezTo>
                <a:cubicBezTo>
                  <a:pt x="13514" y="16224"/>
                  <a:pt x="13514" y="16609"/>
                  <a:pt x="13735" y="16846"/>
                </a:cubicBezTo>
                <a:cubicBezTo>
                  <a:pt x="13957" y="17082"/>
                  <a:pt x="14317" y="17082"/>
                  <a:pt x="14539" y="16846"/>
                </a:cubicBezTo>
                <a:cubicBezTo>
                  <a:pt x="14761" y="16609"/>
                  <a:pt x="14761" y="16224"/>
                  <a:pt x="14539" y="15988"/>
                </a:cubicBezTo>
                <a:cubicBezTo>
                  <a:pt x="14428" y="15869"/>
                  <a:pt x="14283" y="15810"/>
                  <a:pt x="14138" y="15810"/>
                </a:cubicBezTo>
                <a:close/>
                <a:moveTo>
                  <a:pt x="16398" y="15810"/>
                </a:moveTo>
                <a:cubicBezTo>
                  <a:pt x="16253" y="15810"/>
                  <a:pt x="16108" y="15869"/>
                  <a:pt x="15997" y="15988"/>
                </a:cubicBezTo>
                <a:cubicBezTo>
                  <a:pt x="15775" y="16224"/>
                  <a:pt x="15775" y="16609"/>
                  <a:pt x="15997" y="16846"/>
                </a:cubicBezTo>
                <a:cubicBezTo>
                  <a:pt x="16219" y="17082"/>
                  <a:pt x="16579" y="17082"/>
                  <a:pt x="16801" y="16846"/>
                </a:cubicBezTo>
                <a:cubicBezTo>
                  <a:pt x="17023" y="16609"/>
                  <a:pt x="17023" y="16224"/>
                  <a:pt x="16801" y="15988"/>
                </a:cubicBezTo>
                <a:cubicBezTo>
                  <a:pt x="16690" y="15869"/>
                  <a:pt x="16544" y="15810"/>
                  <a:pt x="16398" y="15810"/>
                </a:cubicBezTo>
                <a:close/>
                <a:moveTo>
                  <a:pt x="18660" y="15810"/>
                </a:moveTo>
                <a:cubicBezTo>
                  <a:pt x="18515" y="15810"/>
                  <a:pt x="18369" y="15869"/>
                  <a:pt x="18259" y="15988"/>
                </a:cubicBezTo>
                <a:cubicBezTo>
                  <a:pt x="18037" y="16224"/>
                  <a:pt x="18037" y="16609"/>
                  <a:pt x="18259" y="16846"/>
                </a:cubicBezTo>
                <a:cubicBezTo>
                  <a:pt x="18480" y="17082"/>
                  <a:pt x="18840" y="17082"/>
                  <a:pt x="19062" y="16846"/>
                </a:cubicBezTo>
                <a:cubicBezTo>
                  <a:pt x="19283" y="16609"/>
                  <a:pt x="19283" y="16224"/>
                  <a:pt x="19062" y="15988"/>
                </a:cubicBezTo>
                <a:cubicBezTo>
                  <a:pt x="18951" y="15869"/>
                  <a:pt x="18805" y="15810"/>
                  <a:pt x="18660" y="15810"/>
                </a:cubicBezTo>
                <a:close/>
                <a:moveTo>
                  <a:pt x="20922" y="15810"/>
                </a:moveTo>
                <a:cubicBezTo>
                  <a:pt x="20776" y="15810"/>
                  <a:pt x="20631" y="15869"/>
                  <a:pt x="20520" y="15988"/>
                </a:cubicBezTo>
                <a:cubicBezTo>
                  <a:pt x="20298" y="16224"/>
                  <a:pt x="20298" y="16609"/>
                  <a:pt x="20520" y="16846"/>
                </a:cubicBezTo>
                <a:cubicBezTo>
                  <a:pt x="20742" y="17082"/>
                  <a:pt x="21101" y="17082"/>
                  <a:pt x="21323" y="16846"/>
                </a:cubicBezTo>
                <a:cubicBezTo>
                  <a:pt x="21545" y="16609"/>
                  <a:pt x="21545" y="16224"/>
                  <a:pt x="21323" y="15988"/>
                </a:cubicBezTo>
                <a:cubicBezTo>
                  <a:pt x="21212" y="15869"/>
                  <a:pt x="21067" y="15810"/>
                  <a:pt x="20922" y="15810"/>
                </a:cubicBezTo>
                <a:close/>
                <a:moveTo>
                  <a:pt x="568" y="18069"/>
                </a:moveTo>
                <a:cubicBezTo>
                  <a:pt x="423" y="18069"/>
                  <a:pt x="278" y="18128"/>
                  <a:pt x="167" y="18247"/>
                </a:cubicBezTo>
                <a:cubicBezTo>
                  <a:pt x="-55" y="18483"/>
                  <a:pt x="-55" y="18868"/>
                  <a:pt x="167" y="19104"/>
                </a:cubicBezTo>
                <a:cubicBezTo>
                  <a:pt x="389" y="19341"/>
                  <a:pt x="749" y="19341"/>
                  <a:pt x="971" y="19104"/>
                </a:cubicBezTo>
                <a:cubicBezTo>
                  <a:pt x="1193" y="18868"/>
                  <a:pt x="1193" y="18483"/>
                  <a:pt x="971" y="18247"/>
                </a:cubicBezTo>
                <a:cubicBezTo>
                  <a:pt x="860" y="18128"/>
                  <a:pt x="714" y="18069"/>
                  <a:pt x="568" y="18069"/>
                </a:cubicBezTo>
                <a:close/>
                <a:moveTo>
                  <a:pt x="2830" y="18069"/>
                </a:moveTo>
                <a:cubicBezTo>
                  <a:pt x="2685" y="18069"/>
                  <a:pt x="2539" y="18128"/>
                  <a:pt x="2428" y="18247"/>
                </a:cubicBezTo>
                <a:cubicBezTo>
                  <a:pt x="2207" y="18483"/>
                  <a:pt x="2207" y="18868"/>
                  <a:pt x="2428" y="19104"/>
                </a:cubicBezTo>
                <a:cubicBezTo>
                  <a:pt x="2650" y="19341"/>
                  <a:pt x="3011" y="19341"/>
                  <a:pt x="3232" y="19104"/>
                </a:cubicBezTo>
                <a:cubicBezTo>
                  <a:pt x="3454" y="18868"/>
                  <a:pt x="3454" y="18483"/>
                  <a:pt x="3232" y="18247"/>
                </a:cubicBezTo>
                <a:cubicBezTo>
                  <a:pt x="3121" y="18128"/>
                  <a:pt x="2975" y="18069"/>
                  <a:pt x="2830" y="18069"/>
                </a:cubicBezTo>
                <a:close/>
                <a:moveTo>
                  <a:pt x="5092" y="18069"/>
                </a:moveTo>
                <a:cubicBezTo>
                  <a:pt x="4946" y="18069"/>
                  <a:pt x="4801" y="18128"/>
                  <a:pt x="4690" y="18247"/>
                </a:cubicBezTo>
                <a:cubicBezTo>
                  <a:pt x="4468" y="18483"/>
                  <a:pt x="4468" y="18868"/>
                  <a:pt x="4690" y="19104"/>
                </a:cubicBezTo>
                <a:cubicBezTo>
                  <a:pt x="4912" y="19341"/>
                  <a:pt x="5271" y="19341"/>
                  <a:pt x="5493" y="19104"/>
                </a:cubicBezTo>
                <a:cubicBezTo>
                  <a:pt x="5715" y="18868"/>
                  <a:pt x="5715" y="18483"/>
                  <a:pt x="5493" y="18247"/>
                </a:cubicBezTo>
                <a:cubicBezTo>
                  <a:pt x="5382" y="18128"/>
                  <a:pt x="5237" y="18069"/>
                  <a:pt x="5092" y="18069"/>
                </a:cubicBezTo>
                <a:close/>
                <a:moveTo>
                  <a:pt x="7353" y="18069"/>
                </a:moveTo>
                <a:cubicBezTo>
                  <a:pt x="7208" y="18069"/>
                  <a:pt x="7063" y="18128"/>
                  <a:pt x="6952" y="18247"/>
                </a:cubicBezTo>
                <a:cubicBezTo>
                  <a:pt x="6730" y="18483"/>
                  <a:pt x="6730" y="18868"/>
                  <a:pt x="6952" y="19104"/>
                </a:cubicBezTo>
                <a:cubicBezTo>
                  <a:pt x="7173" y="19341"/>
                  <a:pt x="7533" y="19341"/>
                  <a:pt x="7755" y="19104"/>
                </a:cubicBezTo>
                <a:cubicBezTo>
                  <a:pt x="7976" y="18868"/>
                  <a:pt x="7976" y="18483"/>
                  <a:pt x="7755" y="18247"/>
                </a:cubicBezTo>
                <a:cubicBezTo>
                  <a:pt x="7644" y="18128"/>
                  <a:pt x="7498" y="18069"/>
                  <a:pt x="7353" y="18069"/>
                </a:cubicBezTo>
                <a:close/>
                <a:moveTo>
                  <a:pt x="9615" y="18069"/>
                </a:moveTo>
                <a:cubicBezTo>
                  <a:pt x="9469" y="18069"/>
                  <a:pt x="9324" y="18128"/>
                  <a:pt x="9213" y="18247"/>
                </a:cubicBezTo>
                <a:cubicBezTo>
                  <a:pt x="8991" y="18483"/>
                  <a:pt x="8991" y="18868"/>
                  <a:pt x="9213" y="19104"/>
                </a:cubicBezTo>
                <a:cubicBezTo>
                  <a:pt x="9435" y="19341"/>
                  <a:pt x="9794" y="19341"/>
                  <a:pt x="10016" y="19104"/>
                </a:cubicBezTo>
                <a:cubicBezTo>
                  <a:pt x="10238" y="18868"/>
                  <a:pt x="10238" y="18483"/>
                  <a:pt x="10016" y="18247"/>
                </a:cubicBezTo>
                <a:cubicBezTo>
                  <a:pt x="9905" y="18128"/>
                  <a:pt x="9760" y="18069"/>
                  <a:pt x="9615" y="18069"/>
                </a:cubicBezTo>
                <a:close/>
                <a:moveTo>
                  <a:pt x="11876" y="18069"/>
                </a:moveTo>
                <a:cubicBezTo>
                  <a:pt x="11731" y="18069"/>
                  <a:pt x="11585" y="18128"/>
                  <a:pt x="11474" y="18247"/>
                </a:cubicBezTo>
                <a:cubicBezTo>
                  <a:pt x="11252" y="18483"/>
                  <a:pt x="11252" y="18868"/>
                  <a:pt x="11474" y="19104"/>
                </a:cubicBezTo>
                <a:cubicBezTo>
                  <a:pt x="11696" y="19341"/>
                  <a:pt x="12056" y="19341"/>
                  <a:pt x="12278" y="19104"/>
                </a:cubicBezTo>
                <a:cubicBezTo>
                  <a:pt x="12500" y="18868"/>
                  <a:pt x="12500" y="18483"/>
                  <a:pt x="12278" y="18247"/>
                </a:cubicBezTo>
                <a:cubicBezTo>
                  <a:pt x="12167" y="18128"/>
                  <a:pt x="12022" y="18069"/>
                  <a:pt x="11876" y="18069"/>
                </a:cubicBezTo>
                <a:close/>
                <a:moveTo>
                  <a:pt x="14138" y="18069"/>
                </a:moveTo>
                <a:cubicBezTo>
                  <a:pt x="13992" y="18069"/>
                  <a:pt x="13846" y="18128"/>
                  <a:pt x="13735" y="18247"/>
                </a:cubicBezTo>
                <a:cubicBezTo>
                  <a:pt x="13514" y="18483"/>
                  <a:pt x="13514" y="18868"/>
                  <a:pt x="13735" y="19104"/>
                </a:cubicBezTo>
                <a:cubicBezTo>
                  <a:pt x="13957" y="19341"/>
                  <a:pt x="14317" y="19341"/>
                  <a:pt x="14539" y="19104"/>
                </a:cubicBezTo>
                <a:cubicBezTo>
                  <a:pt x="14761" y="18868"/>
                  <a:pt x="14761" y="18483"/>
                  <a:pt x="14539" y="18247"/>
                </a:cubicBezTo>
                <a:cubicBezTo>
                  <a:pt x="14428" y="18128"/>
                  <a:pt x="14283" y="18069"/>
                  <a:pt x="14138" y="18069"/>
                </a:cubicBezTo>
                <a:close/>
                <a:moveTo>
                  <a:pt x="16398" y="18069"/>
                </a:moveTo>
                <a:cubicBezTo>
                  <a:pt x="16253" y="18069"/>
                  <a:pt x="16108" y="18128"/>
                  <a:pt x="15997" y="18247"/>
                </a:cubicBezTo>
                <a:cubicBezTo>
                  <a:pt x="15775" y="18483"/>
                  <a:pt x="15775" y="18868"/>
                  <a:pt x="15997" y="19104"/>
                </a:cubicBezTo>
                <a:cubicBezTo>
                  <a:pt x="16219" y="19341"/>
                  <a:pt x="16579" y="19341"/>
                  <a:pt x="16801" y="19104"/>
                </a:cubicBezTo>
                <a:cubicBezTo>
                  <a:pt x="17023" y="18868"/>
                  <a:pt x="17023" y="18483"/>
                  <a:pt x="16801" y="18247"/>
                </a:cubicBezTo>
                <a:cubicBezTo>
                  <a:pt x="16690" y="18128"/>
                  <a:pt x="16544" y="18069"/>
                  <a:pt x="16398" y="18069"/>
                </a:cubicBezTo>
                <a:close/>
                <a:moveTo>
                  <a:pt x="18660" y="18069"/>
                </a:moveTo>
                <a:cubicBezTo>
                  <a:pt x="18515" y="18069"/>
                  <a:pt x="18369" y="18128"/>
                  <a:pt x="18259" y="18247"/>
                </a:cubicBezTo>
                <a:cubicBezTo>
                  <a:pt x="18037" y="18483"/>
                  <a:pt x="18037" y="18868"/>
                  <a:pt x="18259" y="19104"/>
                </a:cubicBezTo>
                <a:cubicBezTo>
                  <a:pt x="18480" y="19341"/>
                  <a:pt x="18840" y="19341"/>
                  <a:pt x="19062" y="19104"/>
                </a:cubicBezTo>
                <a:cubicBezTo>
                  <a:pt x="19283" y="18868"/>
                  <a:pt x="19283" y="18483"/>
                  <a:pt x="19062" y="18247"/>
                </a:cubicBezTo>
                <a:cubicBezTo>
                  <a:pt x="18951" y="18128"/>
                  <a:pt x="18805" y="18069"/>
                  <a:pt x="18660" y="18069"/>
                </a:cubicBezTo>
                <a:close/>
                <a:moveTo>
                  <a:pt x="20922" y="18069"/>
                </a:moveTo>
                <a:cubicBezTo>
                  <a:pt x="20776" y="18069"/>
                  <a:pt x="20631" y="18128"/>
                  <a:pt x="20520" y="18247"/>
                </a:cubicBezTo>
                <a:cubicBezTo>
                  <a:pt x="20298" y="18483"/>
                  <a:pt x="20298" y="18868"/>
                  <a:pt x="20520" y="19104"/>
                </a:cubicBezTo>
                <a:cubicBezTo>
                  <a:pt x="20742" y="19341"/>
                  <a:pt x="21101" y="19341"/>
                  <a:pt x="21323" y="19104"/>
                </a:cubicBezTo>
                <a:cubicBezTo>
                  <a:pt x="21545" y="18868"/>
                  <a:pt x="21545" y="18483"/>
                  <a:pt x="21323" y="18247"/>
                </a:cubicBezTo>
                <a:cubicBezTo>
                  <a:pt x="21212" y="18128"/>
                  <a:pt x="21067" y="18069"/>
                  <a:pt x="20922" y="18069"/>
                </a:cubicBezTo>
                <a:close/>
                <a:moveTo>
                  <a:pt x="568" y="20328"/>
                </a:moveTo>
                <a:cubicBezTo>
                  <a:pt x="423" y="20328"/>
                  <a:pt x="278" y="20387"/>
                  <a:pt x="167" y="20505"/>
                </a:cubicBezTo>
                <a:cubicBezTo>
                  <a:pt x="-55" y="20742"/>
                  <a:pt x="-55" y="21126"/>
                  <a:pt x="167" y="21363"/>
                </a:cubicBezTo>
                <a:cubicBezTo>
                  <a:pt x="389" y="21600"/>
                  <a:pt x="749" y="21600"/>
                  <a:pt x="971" y="21363"/>
                </a:cubicBezTo>
                <a:cubicBezTo>
                  <a:pt x="1193" y="21126"/>
                  <a:pt x="1193" y="20742"/>
                  <a:pt x="971" y="20505"/>
                </a:cubicBezTo>
                <a:cubicBezTo>
                  <a:pt x="860" y="20387"/>
                  <a:pt x="714" y="20328"/>
                  <a:pt x="568" y="20328"/>
                </a:cubicBezTo>
                <a:close/>
                <a:moveTo>
                  <a:pt x="2830" y="20328"/>
                </a:moveTo>
                <a:cubicBezTo>
                  <a:pt x="2685" y="20328"/>
                  <a:pt x="2539" y="20387"/>
                  <a:pt x="2428" y="20505"/>
                </a:cubicBezTo>
                <a:cubicBezTo>
                  <a:pt x="2207" y="20742"/>
                  <a:pt x="2207" y="21126"/>
                  <a:pt x="2428" y="21363"/>
                </a:cubicBezTo>
                <a:cubicBezTo>
                  <a:pt x="2650" y="21600"/>
                  <a:pt x="3011" y="21600"/>
                  <a:pt x="3232" y="21363"/>
                </a:cubicBezTo>
                <a:cubicBezTo>
                  <a:pt x="3454" y="21126"/>
                  <a:pt x="3454" y="20742"/>
                  <a:pt x="3232" y="20505"/>
                </a:cubicBezTo>
                <a:cubicBezTo>
                  <a:pt x="3121" y="20387"/>
                  <a:pt x="2975" y="20328"/>
                  <a:pt x="2830" y="20328"/>
                </a:cubicBezTo>
                <a:close/>
                <a:moveTo>
                  <a:pt x="5092" y="20328"/>
                </a:moveTo>
                <a:cubicBezTo>
                  <a:pt x="4946" y="20328"/>
                  <a:pt x="4801" y="20387"/>
                  <a:pt x="4690" y="20505"/>
                </a:cubicBezTo>
                <a:cubicBezTo>
                  <a:pt x="4468" y="20742"/>
                  <a:pt x="4468" y="21126"/>
                  <a:pt x="4690" y="21363"/>
                </a:cubicBezTo>
                <a:cubicBezTo>
                  <a:pt x="4912" y="21600"/>
                  <a:pt x="5271" y="21600"/>
                  <a:pt x="5493" y="21363"/>
                </a:cubicBezTo>
                <a:cubicBezTo>
                  <a:pt x="5715" y="21126"/>
                  <a:pt x="5715" y="20742"/>
                  <a:pt x="5493" y="20505"/>
                </a:cubicBezTo>
                <a:cubicBezTo>
                  <a:pt x="5382" y="20387"/>
                  <a:pt x="5237" y="20328"/>
                  <a:pt x="5092" y="20328"/>
                </a:cubicBezTo>
                <a:close/>
                <a:moveTo>
                  <a:pt x="7353" y="20328"/>
                </a:moveTo>
                <a:cubicBezTo>
                  <a:pt x="7208" y="20328"/>
                  <a:pt x="7063" y="20387"/>
                  <a:pt x="6952" y="20505"/>
                </a:cubicBezTo>
                <a:cubicBezTo>
                  <a:pt x="6730" y="20742"/>
                  <a:pt x="6730" y="21126"/>
                  <a:pt x="6952" y="21363"/>
                </a:cubicBezTo>
                <a:cubicBezTo>
                  <a:pt x="7173" y="21600"/>
                  <a:pt x="7533" y="21600"/>
                  <a:pt x="7755" y="21363"/>
                </a:cubicBezTo>
                <a:cubicBezTo>
                  <a:pt x="7976" y="21126"/>
                  <a:pt x="7976" y="20742"/>
                  <a:pt x="7755" y="20505"/>
                </a:cubicBezTo>
                <a:cubicBezTo>
                  <a:pt x="7644" y="20387"/>
                  <a:pt x="7498" y="20328"/>
                  <a:pt x="7353" y="20328"/>
                </a:cubicBezTo>
                <a:close/>
                <a:moveTo>
                  <a:pt x="9615" y="20328"/>
                </a:moveTo>
                <a:cubicBezTo>
                  <a:pt x="9469" y="20328"/>
                  <a:pt x="9324" y="20387"/>
                  <a:pt x="9213" y="20505"/>
                </a:cubicBezTo>
                <a:cubicBezTo>
                  <a:pt x="8991" y="20742"/>
                  <a:pt x="8991" y="21126"/>
                  <a:pt x="9213" y="21363"/>
                </a:cubicBezTo>
                <a:cubicBezTo>
                  <a:pt x="9435" y="21600"/>
                  <a:pt x="9794" y="21600"/>
                  <a:pt x="10016" y="21363"/>
                </a:cubicBezTo>
                <a:cubicBezTo>
                  <a:pt x="10238" y="21126"/>
                  <a:pt x="10238" y="20742"/>
                  <a:pt x="10016" y="20505"/>
                </a:cubicBezTo>
                <a:cubicBezTo>
                  <a:pt x="9905" y="20387"/>
                  <a:pt x="9760" y="20328"/>
                  <a:pt x="9615" y="20328"/>
                </a:cubicBezTo>
                <a:close/>
                <a:moveTo>
                  <a:pt x="11876" y="20328"/>
                </a:moveTo>
                <a:cubicBezTo>
                  <a:pt x="11731" y="20328"/>
                  <a:pt x="11585" y="20387"/>
                  <a:pt x="11474" y="20505"/>
                </a:cubicBezTo>
                <a:cubicBezTo>
                  <a:pt x="11252" y="20742"/>
                  <a:pt x="11252" y="21126"/>
                  <a:pt x="11474" y="21363"/>
                </a:cubicBezTo>
                <a:cubicBezTo>
                  <a:pt x="11696" y="21600"/>
                  <a:pt x="12056" y="21600"/>
                  <a:pt x="12278" y="21363"/>
                </a:cubicBezTo>
                <a:cubicBezTo>
                  <a:pt x="12500" y="21126"/>
                  <a:pt x="12500" y="20742"/>
                  <a:pt x="12278" y="20505"/>
                </a:cubicBezTo>
                <a:cubicBezTo>
                  <a:pt x="12167" y="20387"/>
                  <a:pt x="12022" y="20328"/>
                  <a:pt x="11876" y="20328"/>
                </a:cubicBezTo>
                <a:close/>
                <a:moveTo>
                  <a:pt x="14138" y="20328"/>
                </a:moveTo>
                <a:cubicBezTo>
                  <a:pt x="13992" y="20328"/>
                  <a:pt x="13846" y="20387"/>
                  <a:pt x="13735" y="20505"/>
                </a:cubicBezTo>
                <a:cubicBezTo>
                  <a:pt x="13514" y="20742"/>
                  <a:pt x="13514" y="21126"/>
                  <a:pt x="13735" y="21363"/>
                </a:cubicBezTo>
                <a:cubicBezTo>
                  <a:pt x="13957" y="21600"/>
                  <a:pt x="14317" y="21600"/>
                  <a:pt x="14539" y="21363"/>
                </a:cubicBezTo>
                <a:cubicBezTo>
                  <a:pt x="14761" y="21126"/>
                  <a:pt x="14761" y="20742"/>
                  <a:pt x="14539" y="20505"/>
                </a:cubicBezTo>
                <a:cubicBezTo>
                  <a:pt x="14428" y="20387"/>
                  <a:pt x="14283" y="20328"/>
                  <a:pt x="14138" y="20328"/>
                </a:cubicBezTo>
                <a:close/>
                <a:moveTo>
                  <a:pt x="16398" y="20328"/>
                </a:moveTo>
                <a:cubicBezTo>
                  <a:pt x="16253" y="20328"/>
                  <a:pt x="16108" y="20387"/>
                  <a:pt x="15997" y="20505"/>
                </a:cubicBezTo>
                <a:cubicBezTo>
                  <a:pt x="15775" y="20742"/>
                  <a:pt x="15775" y="21126"/>
                  <a:pt x="15997" y="21363"/>
                </a:cubicBezTo>
                <a:cubicBezTo>
                  <a:pt x="16219" y="21600"/>
                  <a:pt x="16579" y="21600"/>
                  <a:pt x="16801" y="21363"/>
                </a:cubicBezTo>
                <a:cubicBezTo>
                  <a:pt x="17023" y="21126"/>
                  <a:pt x="17023" y="20742"/>
                  <a:pt x="16801" y="20505"/>
                </a:cubicBezTo>
                <a:cubicBezTo>
                  <a:pt x="16690" y="20387"/>
                  <a:pt x="16544" y="20328"/>
                  <a:pt x="16398" y="20328"/>
                </a:cubicBezTo>
                <a:close/>
                <a:moveTo>
                  <a:pt x="18660" y="20328"/>
                </a:moveTo>
                <a:cubicBezTo>
                  <a:pt x="18515" y="20328"/>
                  <a:pt x="18369" y="20387"/>
                  <a:pt x="18259" y="20505"/>
                </a:cubicBezTo>
                <a:cubicBezTo>
                  <a:pt x="18037" y="20742"/>
                  <a:pt x="18037" y="21126"/>
                  <a:pt x="18259" y="21363"/>
                </a:cubicBezTo>
                <a:cubicBezTo>
                  <a:pt x="18480" y="21600"/>
                  <a:pt x="18840" y="21600"/>
                  <a:pt x="19062" y="21363"/>
                </a:cubicBezTo>
                <a:cubicBezTo>
                  <a:pt x="19283" y="21126"/>
                  <a:pt x="19283" y="20742"/>
                  <a:pt x="19062" y="20505"/>
                </a:cubicBezTo>
                <a:cubicBezTo>
                  <a:pt x="18951" y="20387"/>
                  <a:pt x="18805" y="20328"/>
                  <a:pt x="18660" y="20328"/>
                </a:cubicBezTo>
                <a:close/>
                <a:moveTo>
                  <a:pt x="20922" y="20328"/>
                </a:moveTo>
                <a:cubicBezTo>
                  <a:pt x="20776" y="20328"/>
                  <a:pt x="20631" y="20387"/>
                  <a:pt x="20520" y="20505"/>
                </a:cubicBezTo>
                <a:cubicBezTo>
                  <a:pt x="20298" y="20742"/>
                  <a:pt x="20298" y="21126"/>
                  <a:pt x="20520" y="21363"/>
                </a:cubicBezTo>
                <a:cubicBezTo>
                  <a:pt x="20742" y="21600"/>
                  <a:pt x="21101" y="21600"/>
                  <a:pt x="21323" y="21363"/>
                </a:cubicBezTo>
                <a:cubicBezTo>
                  <a:pt x="21545" y="21126"/>
                  <a:pt x="21545" y="20742"/>
                  <a:pt x="21323" y="20505"/>
                </a:cubicBezTo>
                <a:cubicBezTo>
                  <a:pt x="21212" y="20387"/>
                  <a:pt x="21067" y="20328"/>
                  <a:pt x="20922" y="20328"/>
                </a:cubicBezTo>
                <a:close/>
              </a:path>
            </a:pathLst>
          </a:custGeom>
          <a:solidFill>
            <a:schemeClr val="tx1">
              <a:alpha val="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1528703" hangingPunct="0"/>
            <a:endParaRPr sz="5400" kern="0" dirty="0">
              <a:solidFill>
                <a:srgbClr val="FFFFFF"/>
              </a:solidFill>
              <a:latin typeface="Pretendard" panose="02000503000000020004" pitchFamily="50" charset="-127"/>
              <a:cs typeface="Pretendard" panose="02000503000000020004" pitchFamily="50" charset="-127"/>
              <a:sym typeface="Poppins Medium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E5EA83B-9BC1-47A2-8A39-B5B0053803ED}"/>
              </a:ext>
            </a:extLst>
          </p:cNvPr>
          <p:cNvSpPr txBox="1"/>
          <p:nvPr/>
        </p:nvSpPr>
        <p:spPr>
          <a:xfrm>
            <a:off x="779202" y="1424608"/>
            <a:ext cx="1619033" cy="42062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spcAft>
                <a:spcPts val="400"/>
              </a:spcAft>
            </a:pPr>
            <a:r>
              <a:rPr kumimoji="1" lang="en-US" altLang="ko-KR" sz="1200" spc="-40">
                <a:solidFill>
                  <a:schemeClr val="tx1">
                    <a:lumMod val="85000"/>
                    <a:lumOff val="15000"/>
                  </a:schemeClr>
                </a:solidFill>
                <a:latin typeface="G마켓 산스 Light" panose="02000000000000000000" pitchFamily="50" charset="-127"/>
                <a:ea typeface="G마켓 산스 Light" panose="02000000000000000000" pitchFamily="50" charset="-127"/>
              </a:rPr>
              <a:t>Simple_image</a:t>
            </a:r>
            <a:endParaRPr kumimoji="1" lang="en-US" altLang="ko-KR" sz="1200" spc="-40" dirty="0">
              <a:solidFill>
                <a:schemeClr val="tx1">
                  <a:lumMod val="85000"/>
                  <a:lumOff val="15000"/>
                </a:schemeClr>
              </a:solidFill>
              <a:latin typeface="G마켓 산스 Light" panose="02000000000000000000" pitchFamily="50" charset="-127"/>
              <a:ea typeface="G마켓 산스 Light" panose="02000000000000000000" pitchFamily="50" charset="-127"/>
            </a:endParaRPr>
          </a:p>
          <a:p>
            <a:pPr>
              <a:spcAft>
                <a:spcPts val="400"/>
              </a:spcAft>
            </a:pPr>
            <a:r>
              <a:rPr kumimoji="1" lang="ko-KR" altLang="en-US" sz="1200" b="0" i="0" spc="-40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파워포인트 템플릿 </a:t>
            </a:r>
            <a:r>
              <a:rPr kumimoji="1" lang="en-US" altLang="ko-KR" sz="1200" b="0" i="0" spc="-40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| 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PPT</a:t>
            </a:r>
            <a:endParaRPr kumimoji="1" lang="ko-KR" altLang="en-US" sz="1200" b="0" i="0" spc="-40" baseline="0" dirty="0">
              <a:solidFill>
                <a:schemeClr val="tx1">
                  <a:lumMod val="85000"/>
                  <a:lumOff val="15000"/>
                </a:schemeClr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1A36804-F5E9-4D96-8D01-2B12718A1C34}"/>
              </a:ext>
            </a:extLst>
          </p:cNvPr>
          <p:cNvSpPr txBox="1"/>
          <p:nvPr/>
        </p:nvSpPr>
        <p:spPr>
          <a:xfrm>
            <a:off x="725037" y="1964668"/>
            <a:ext cx="1727362" cy="324000"/>
          </a:xfrm>
          <a:prstGeom prst="roundRect">
            <a:avLst>
              <a:gd name="adj" fmla="val 50000"/>
            </a:avLst>
          </a:prstGeom>
          <a:solidFill>
            <a:schemeClr val="bg1"/>
          </a:solidFill>
        </p:spPr>
        <p:txBody>
          <a:bodyPr wrap="none" lIns="108000" tIns="0" rIns="108000" bIns="0" rtlCol="0" anchor="ctr">
            <a:noAutofit/>
          </a:bodyPr>
          <a:lstStyle>
            <a:defPPr>
              <a:defRPr lang="en-US"/>
            </a:defPPr>
            <a:lvl1pPr algn="ctr">
              <a:defRPr kumimoji="1">
                <a:solidFill>
                  <a:schemeClr val="tx1">
                    <a:lumMod val="95000"/>
                    <a:lumOff val="5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defRPr>
            </a:lvl1pPr>
          </a:lstStyle>
          <a:p>
            <a:r>
              <a:rPr lang="en-US" altLang="ko-KR" dirty="0"/>
              <a:t>CONTENTS</a:t>
            </a:r>
          </a:p>
        </p:txBody>
      </p:sp>
      <p:grpSp>
        <p:nvGrpSpPr>
          <p:cNvPr id="400" name="그룹 399">
            <a:extLst>
              <a:ext uri="{FF2B5EF4-FFF2-40B4-BE49-F238E27FC236}">
                <a16:creationId xmlns:a16="http://schemas.microsoft.com/office/drawing/2014/main" id="{62C31F44-2727-41BD-BFB9-F4E4A723A93A}"/>
              </a:ext>
            </a:extLst>
          </p:cNvPr>
          <p:cNvGrpSpPr/>
          <p:nvPr/>
        </p:nvGrpSpPr>
        <p:grpSpPr>
          <a:xfrm>
            <a:off x="685910" y="2686321"/>
            <a:ext cx="2012887" cy="5832000"/>
            <a:chOff x="146120" y="1568624"/>
            <a:chExt cx="2086247" cy="6044549"/>
          </a:xfrm>
        </p:grpSpPr>
        <p:sp>
          <p:nvSpPr>
            <p:cNvPr id="401" name="직사각형 400">
              <a:extLst>
                <a:ext uri="{FF2B5EF4-FFF2-40B4-BE49-F238E27FC236}">
                  <a16:creationId xmlns:a16="http://schemas.microsoft.com/office/drawing/2014/main" id="{04934B14-B7FD-49C0-9624-009E34BBFA55}"/>
                </a:ext>
              </a:extLst>
            </p:cNvPr>
            <p:cNvSpPr/>
            <p:nvPr/>
          </p:nvSpPr>
          <p:spPr>
            <a:xfrm>
              <a:off x="179999" y="1604628"/>
              <a:ext cx="2019151" cy="5970270"/>
            </a:xfrm>
            <a:prstGeom prst="rect">
              <a:avLst/>
            </a:prstGeom>
            <a:solidFill>
              <a:schemeClr val="tx1">
                <a:alpha val="10000"/>
              </a:schemeClr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402" name="그룹 401">
              <a:extLst>
                <a:ext uri="{FF2B5EF4-FFF2-40B4-BE49-F238E27FC236}">
                  <a16:creationId xmlns:a16="http://schemas.microsoft.com/office/drawing/2014/main" id="{4BD6DFC9-9624-4288-B1D7-129EB2136B27}"/>
                </a:ext>
              </a:extLst>
            </p:cNvPr>
            <p:cNvGrpSpPr/>
            <p:nvPr/>
          </p:nvGrpSpPr>
          <p:grpSpPr>
            <a:xfrm>
              <a:off x="146120" y="1568624"/>
              <a:ext cx="2086247" cy="6044549"/>
              <a:chOff x="152640" y="1568624"/>
              <a:chExt cx="2086247" cy="6044549"/>
            </a:xfrm>
            <a:solidFill>
              <a:schemeClr val="bg1">
                <a:alpha val="50000"/>
              </a:schemeClr>
            </a:solidFill>
          </p:grpSpPr>
          <p:sp>
            <p:nvSpPr>
              <p:cNvPr id="403" name="직사각형 402">
                <a:extLst>
                  <a:ext uri="{FF2B5EF4-FFF2-40B4-BE49-F238E27FC236}">
                    <a16:creationId xmlns:a16="http://schemas.microsoft.com/office/drawing/2014/main" id="{CBDA9F0D-22CA-44BF-828C-401C4B939674}"/>
                  </a:ext>
                </a:extLst>
              </p:cNvPr>
              <p:cNvSpPr/>
              <p:nvPr/>
            </p:nvSpPr>
            <p:spPr>
              <a:xfrm>
                <a:off x="189252" y="1568628"/>
                <a:ext cx="2014850" cy="36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04" name="직사각형 403">
                <a:extLst>
                  <a:ext uri="{FF2B5EF4-FFF2-40B4-BE49-F238E27FC236}">
                    <a16:creationId xmlns:a16="http://schemas.microsoft.com/office/drawing/2014/main" id="{BCA6C4A4-D60E-4598-81F9-2C953787AEBD}"/>
                  </a:ext>
                </a:extLst>
              </p:cNvPr>
              <p:cNvSpPr/>
              <p:nvPr/>
            </p:nvSpPr>
            <p:spPr>
              <a:xfrm>
                <a:off x="189253" y="7576214"/>
                <a:ext cx="2014849" cy="36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05" name="직사각형 404">
                <a:extLst>
                  <a:ext uri="{FF2B5EF4-FFF2-40B4-BE49-F238E27FC236}">
                    <a16:creationId xmlns:a16="http://schemas.microsoft.com/office/drawing/2014/main" id="{FF3F92ED-21CB-48D1-A54B-56F574664B7A}"/>
                  </a:ext>
                </a:extLst>
              </p:cNvPr>
              <p:cNvSpPr/>
              <p:nvPr/>
            </p:nvSpPr>
            <p:spPr>
              <a:xfrm rot="5400000">
                <a:off x="-2851635" y="4572899"/>
                <a:ext cx="6044549" cy="36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06" name="직사각형 405">
                <a:extLst>
                  <a:ext uri="{FF2B5EF4-FFF2-40B4-BE49-F238E27FC236}">
                    <a16:creationId xmlns:a16="http://schemas.microsoft.com/office/drawing/2014/main" id="{9B37AC2A-CA43-4BC5-85B1-AE4F2AAD85EB}"/>
                  </a:ext>
                </a:extLst>
              </p:cNvPr>
              <p:cNvSpPr/>
              <p:nvPr/>
            </p:nvSpPr>
            <p:spPr>
              <a:xfrm rot="5400000">
                <a:off x="1698886" y="2072628"/>
                <a:ext cx="1044000" cy="36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07" name="직사각형 406">
                <a:extLst>
                  <a:ext uri="{FF2B5EF4-FFF2-40B4-BE49-F238E27FC236}">
                    <a16:creationId xmlns:a16="http://schemas.microsoft.com/office/drawing/2014/main" id="{056888AE-5BB2-49C1-9EE6-CC00F5CDC8B5}"/>
                  </a:ext>
                </a:extLst>
              </p:cNvPr>
              <p:cNvSpPr/>
              <p:nvPr/>
            </p:nvSpPr>
            <p:spPr>
              <a:xfrm rot="5400000">
                <a:off x="1053020" y="6427199"/>
                <a:ext cx="2335733" cy="36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AA10C4B5-C993-4C95-BE7D-FEF5A14EFA26}"/>
              </a:ext>
            </a:extLst>
          </p:cNvPr>
          <p:cNvGrpSpPr/>
          <p:nvPr/>
        </p:nvGrpSpPr>
        <p:grpSpPr>
          <a:xfrm>
            <a:off x="6750000" y="0"/>
            <a:ext cx="108000" cy="1964668"/>
            <a:chOff x="0" y="0"/>
            <a:chExt cx="144000" cy="9906000"/>
          </a:xfrm>
        </p:grpSpPr>
        <p:sp>
          <p:nvSpPr>
            <p:cNvPr id="64" name="직사각형 63">
              <a:extLst>
                <a:ext uri="{FF2B5EF4-FFF2-40B4-BE49-F238E27FC236}">
                  <a16:creationId xmlns:a16="http://schemas.microsoft.com/office/drawing/2014/main" id="{02F04769-D439-4785-ACE9-6BB7793AA7B5}"/>
                </a:ext>
              </a:extLst>
            </p:cNvPr>
            <p:cNvSpPr/>
            <p:nvPr/>
          </p:nvSpPr>
          <p:spPr>
            <a:xfrm>
              <a:off x="0" y="0"/>
              <a:ext cx="144000" cy="1656000"/>
            </a:xfrm>
            <a:prstGeom prst="rect">
              <a:avLst/>
            </a:prstGeom>
            <a:solidFill>
              <a:srgbClr val="019B8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  <p:sp>
          <p:nvSpPr>
            <p:cNvPr id="65" name="직사각형 64">
              <a:extLst>
                <a:ext uri="{FF2B5EF4-FFF2-40B4-BE49-F238E27FC236}">
                  <a16:creationId xmlns:a16="http://schemas.microsoft.com/office/drawing/2014/main" id="{34824BA9-36DD-42FE-88C8-0FB3486B667A}"/>
                </a:ext>
              </a:extLst>
            </p:cNvPr>
            <p:cNvSpPr/>
            <p:nvPr/>
          </p:nvSpPr>
          <p:spPr>
            <a:xfrm>
              <a:off x="0" y="1650000"/>
              <a:ext cx="144000" cy="1656000"/>
            </a:xfrm>
            <a:prstGeom prst="rect">
              <a:avLst/>
            </a:prstGeom>
            <a:solidFill>
              <a:srgbClr val="87AE1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  <p:sp>
          <p:nvSpPr>
            <p:cNvPr id="66" name="직사각형 65">
              <a:extLst>
                <a:ext uri="{FF2B5EF4-FFF2-40B4-BE49-F238E27FC236}">
                  <a16:creationId xmlns:a16="http://schemas.microsoft.com/office/drawing/2014/main" id="{FDA71BAB-DB6D-4FA1-BC7F-60647DAD027C}"/>
                </a:ext>
              </a:extLst>
            </p:cNvPr>
            <p:cNvSpPr/>
            <p:nvPr/>
          </p:nvSpPr>
          <p:spPr>
            <a:xfrm>
              <a:off x="0" y="3300000"/>
              <a:ext cx="144000" cy="1656000"/>
            </a:xfrm>
            <a:prstGeom prst="rect">
              <a:avLst/>
            </a:prstGeom>
            <a:solidFill>
              <a:srgbClr val="F7AC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  <p:sp>
          <p:nvSpPr>
            <p:cNvPr id="77" name="직사각형 76">
              <a:extLst>
                <a:ext uri="{FF2B5EF4-FFF2-40B4-BE49-F238E27FC236}">
                  <a16:creationId xmlns:a16="http://schemas.microsoft.com/office/drawing/2014/main" id="{50A5C009-E9CE-4DF4-8955-6DBEF0E65B35}"/>
                </a:ext>
              </a:extLst>
            </p:cNvPr>
            <p:cNvSpPr/>
            <p:nvPr/>
          </p:nvSpPr>
          <p:spPr>
            <a:xfrm>
              <a:off x="0" y="4950000"/>
              <a:ext cx="144000" cy="1656000"/>
            </a:xfrm>
            <a:prstGeom prst="rect">
              <a:avLst/>
            </a:prstGeom>
            <a:solidFill>
              <a:srgbClr val="E752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  <p:sp>
          <p:nvSpPr>
            <p:cNvPr id="78" name="직사각형 77">
              <a:extLst>
                <a:ext uri="{FF2B5EF4-FFF2-40B4-BE49-F238E27FC236}">
                  <a16:creationId xmlns:a16="http://schemas.microsoft.com/office/drawing/2014/main" id="{68658EB4-C154-4C9C-8971-8FDCB44C1391}"/>
                </a:ext>
              </a:extLst>
            </p:cNvPr>
            <p:cNvSpPr/>
            <p:nvPr/>
          </p:nvSpPr>
          <p:spPr>
            <a:xfrm>
              <a:off x="0" y="6600000"/>
              <a:ext cx="144000" cy="1656000"/>
            </a:xfrm>
            <a:prstGeom prst="rect">
              <a:avLst/>
            </a:prstGeom>
            <a:solidFill>
              <a:srgbClr val="C9196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  <p:sp>
          <p:nvSpPr>
            <p:cNvPr id="79" name="직사각형 78">
              <a:extLst>
                <a:ext uri="{FF2B5EF4-FFF2-40B4-BE49-F238E27FC236}">
                  <a16:creationId xmlns:a16="http://schemas.microsoft.com/office/drawing/2014/main" id="{9EF620BD-98B3-49EC-A604-8BEBAF8095F9}"/>
                </a:ext>
              </a:extLst>
            </p:cNvPr>
            <p:cNvSpPr/>
            <p:nvPr/>
          </p:nvSpPr>
          <p:spPr>
            <a:xfrm>
              <a:off x="0" y="8250000"/>
              <a:ext cx="144000" cy="1656000"/>
            </a:xfrm>
            <a:prstGeom prst="rect">
              <a:avLst/>
            </a:prstGeom>
            <a:solidFill>
              <a:srgbClr val="4E1E4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</p:grpSp>
      <p:grpSp>
        <p:nvGrpSpPr>
          <p:cNvPr id="80" name="그룹 79">
            <a:extLst>
              <a:ext uri="{FF2B5EF4-FFF2-40B4-BE49-F238E27FC236}">
                <a16:creationId xmlns:a16="http://schemas.microsoft.com/office/drawing/2014/main" id="{C8215E92-B5DD-4F00-B839-CC71C6468146}"/>
              </a:ext>
            </a:extLst>
          </p:cNvPr>
          <p:cNvGrpSpPr/>
          <p:nvPr/>
        </p:nvGrpSpPr>
        <p:grpSpPr>
          <a:xfrm>
            <a:off x="3068960" y="1964668"/>
            <a:ext cx="3789040" cy="6831815"/>
            <a:chOff x="3068960" y="1964668"/>
            <a:chExt cx="3789040" cy="6831815"/>
          </a:xfrm>
        </p:grpSpPr>
        <p:grpSp>
          <p:nvGrpSpPr>
            <p:cNvPr id="81" name="그룹 80">
              <a:extLst>
                <a:ext uri="{FF2B5EF4-FFF2-40B4-BE49-F238E27FC236}">
                  <a16:creationId xmlns:a16="http://schemas.microsoft.com/office/drawing/2014/main" id="{BD8993F2-9F6E-4925-B922-AFA2EAD920FF}"/>
                </a:ext>
              </a:extLst>
            </p:cNvPr>
            <p:cNvGrpSpPr/>
            <p:nvPr/>
          </p:nvGrpSpPr>
          <p:grpSpPr>
            <a:xfrm>
              <a:off x="3068960" y="4376936"/>
              <a:ext cx="3789040" cy="324000"/>
              <a:chOff x="3068960" y="4370196"/>
              <a:chExt cx="3789040" cy="324000"/>
            </a:xfrm>
          </p:grpSpPr>
          <p:sp>
            <p:nvSpPr>
              <p:cNvPr id="112" name="직사각형 111">
                <a:extLst>
                  <a:ext uri="{FF2B5EF4-FFF2-40B4-BE49-F238E27FC236}">
                    <a16:creationId xmlns:a16="http://schemas.microsoft.com/office/drawing/2014/main" id="{E9B27E30-9218-4BE4-A0D1-F46F715ED16F}"/>
                  </a:ext>
                </a:extLst>
              </p:cNvPr>
              <p:cNvSpPr/>
              <p:nvPr/>
            </p:nvSpPr>
            <p:spPr>
              <a:xfrm>
                <a:off x="3392996" y="4370196"/>
                <a:ext cx="3465004" cy="324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txBody>
              <a:bodyPr wrap="square" lIns="108000" tIns="36000" rIns="36000" bIns="36000" anchor="ctr">
                <a:noAutofit/>
              </a:bodyPr>
              <a:lstStyle/>
              <a:p>
                <a:r>
                  <a:rPr lang="ko-KR" altLang="en-US" sz="1600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2">
                        <a:lumMod val="75000"/>
                      </a:schemeClr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</a:rPr>
                  <a:t>전략 및 방법론</a:t>
                </a:r>
              </a:p>
            </p:txBody>
          </p:sp>
          <p:sp>
            <p:nvSpPr>
              <p:cNvPr id="113" name="모서리가 둥근 직사각형 102">
                <a:extLst>
                  <a:ext uri="{FF2B5EF4-FFF2-40B4-BE49-F238E27FC236}">
                    <a16:creationId xmlns:a16="http://schemas.microsoft.com/office/drawing/2014/main" id="{5BF1A2B3-9E37-420C-8AAD-C26B4A30C909}"/>
                  </a:ext>
                </a:extLst>
              </p:cNvPr>
              <p:cNvSpPr/>
              <p:nvPr/>
            </p:nvSpPr>
            <p:spPr>
              <a:xfrm>
                <a:off x="3068960" y="4370196"/>
                <a:ext cx="324000" cy="324000"/>
              </a:xfrm>
              <a:prstGeom prst="roundRect">
                <a:avLst>
                  <a:gd name="adj" fmla="val 0"/>
                </a:avLst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600" b="1" dirty="0">
                    <a:solidFill>
                      <a:schemeClr val="bg1"/>
                    </a:solidFill>
                    <a:latin typeface="나눔명조 ExtraBold" panose="02020603020101020101" pitchFamily="18" charset="-127"/>
                    <a:ea typeface="나눔명조 ExtraBold" panose="02020603020101020101" pitchFamily="18" charset="-127"/>
                  </a:rPr>
                  <a:t>Ⅱ</a:t>
                </a:r>
              </a:p>
            </p:txBody>
          </p:sp>
        </p:grpSp>
        <p:grpSp>
          <p:nvGrpSpPr>
            <p:cNvPr id="82" name="그룹 81">
              <a:extLst>
                <a:ext uri="{FF2B5EF4-FFF2-40B4-BE49-F238E27FC236}">
                  <a16:creationId xmlns:a16="http://schemas.microsoft.com/office/drawing/2014/main" id="{F64939C1-F692-48F9-8D5B-46CAD3F80A29}"/>
                </a:ext>
              </a:extLst>
            </p:cNvPr>
            <p:cNvGrpSpPr/>
            <p:nvPr/>
          </p:nvGrpSpPr>
          <p:grpSpPr>
            <a:xfrm>
              <a:off x="3068960" y="6818223"/>
              <a:ext cx="3789040" cy="324000"/>
              <a:chOff x="3068960" y="6801342"/>
              <a:chExt cx="3789040" cy="324000"/>
            </a:xfrm>
          </p:grpSpPr>
          <p:sp>
            <p:nvSpPr>
              <p:cNvPr id="110" name="직사각형 109">
                <a:extLst>
                  <a:ext uri="{FF2B5EF4-FFF2-40B4-BE49-F238E27FC236}">
                    <a16:creationId xmlns:a16="http://schemas.microsoft.com/office/drawing/2014/main" id="{2081F05A-8E59-4CD5-8540-D0F830A6FB1D}"/>
                  </a:ext>
                </a:extLst>
              </p:cNvPr>
              <p:cNvSpPr/>
              <p:nvPr/>
            </p:nvSpPr>
            <p:spPr>
              <a:xfrm>
                <a:off x="3392996" y="6801342"/>
                <a:ext cx="3465004" cy="324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txBody>
              <a:bodyPr wrap="square" lIns="108000" tIns="36000" rIns="36000" bIns="36000" anchor="ctr">
                <a:noAutofit/>
              </a:bodyPr>
              <a:lstStyle/>
              <a:p>
                <a:r>
                  <a:rPr lang="ko-KR" altLang="en-US" sz="1600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2">
                        <a:lumMod val="75000"/>
                      </a:schemeClr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</a:rPr>
                  <a:t>기술 및 기능</a:t>
                </a:r>
              </a:p>
            </p:txBody>
          </p:sp>
          <p:sp>
            <p:nvSpPr>
              <p:cNvPr id="111" name="모서리가 둥근 직사각형 79">
                <a:extLst>
                  <a:ext uri="{FF2B5EF4-FFF2-40B4-BE49-F238E27FC236}">
                    <a16:creationId xmlns:a16="http://schemas.microsoft.com/office/drawing/2014/main" id="{6535370C-0503-4346-B680-DFC3E586DCCD}"/>
                  </a:ext>
                </a:extLst>
              </p:cNvPr>
              <p:cNvSpPr/>
              <p:nvPr/>
            </p:nvSpPr>
            <p:spPr>
              <a:xfrm>
                <a:off x="3068960" y="6801342"/>
                <a:ext cx="324000" cy="324000"/>
              </a:xfrm>
              <a:prstGeom prst="roundRect">
                <a:avLst>
                  <a:gd name="adj" fmla="val 0"/>
                </a:avLst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600" b="1" dirty="0">
                    <a:solidFill>
                      <a:schemeClr val="bg1"/>
                    </a:solidFill>
                    <a:latin typeface="나눔명조 ExtraBold" panose="02020603020101020101" pitchFamily="18" charset="-127"/>
                    <a:ea typeface="나눔명조 ExtraBold" panose="02020603020101020101" pitchFamily="18" charset="-127"/>
                  </a:rPr>
                  <a:t>Ⅲ</a:t>
                </a:r>
              </a:p>
            </p:txBody>
          </p:sp>
        </p:grpSp>
        <p:grpSp>
          <p:nvGrpSpPr>
            <p:cNvPr id="83" name="그룹 82">
              <a:extLst>
                <a:ext uri="{FF2B5EF4-FFF2-40B4-BE49-F238E27FC236}">
                  <a16:creationId xmlns:a16="http://schemas.microsoft.com/office/drawing/2014/main" id="{A838D6EE-A13E-4165-A5CD-272E90FEADBC}"/>
                </a:ext>
              </a:extLst>
            </p:cNvPr>
            <p:cNvGrpSpPr/>
            <p:nvPr/>
          </p:nvGrpSpPr>
          <p:grpSpPr>
            <a:xfrm>
              <a:off x="3068996" y="1964668"/>
              <a:ext cx="3789004" cy="324000"/>
              <a:chOff x="3068996" y="1979694"/>
              <a:chExt cx="3789004" cy="324000"/>
            </a:xfrm>
          </p:grpSpPr>
          <p:sp>
            <p:nvSpPr>
              <p:cNvPr id="108" name="직사각형 107">
                <a:extLst>
                  <a:ext uri="{FF2B5EF4-FFF2-40B4-BE49-F238E27FC236}">
                    <a16:creationId xmlns:a16="http://schemas.microsoft.com/office/drawing/2014/main" id="{167F88E3-27D0-48C8-BB25-D1EB1BADC76E}"/>
                  </a:ext>
                </a:extLst>
              </p:cNvPr>
              <p:cNvSpPr/>
              <p:nvPr/>
            </p:nvSpPr>
            <p:spPr>
              <a:xfrm>
                <a:off x="3392996" y="1979694"/>
                <a:ext cx="3465004" cy="324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txBody>
              <a:bodyPr wrap="square" lIns="108000" tIns="36000" rIns="36000" bIns="36000" anchor="ctr">
                <a:noAutofit/>
              </a:bodyPr>
              <a:lstStyle/>
              <a:p>
                <a:r>
                  <a:rPr lang="ko-KR" altLang="en-US" sz="1600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2">
                        <a:lumMod val="75000"/>
                      </a:schemeClr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</a:rPr>
                  <a:t>제안 개요</a:t>
                </a:r>
              </a:p>
            </p:txBody>
          </p:sp>
          <p:sp>
            <p:nvSpPr>
              <p:cNvPr id="109" name="모서리가 둥근 직사각형 145">
                <a:extLst>
                  <a:ext uri="{FF2B5EF4-FFF2-40B4-BE49-F238E27FC236}">
                    <a16:creationId xmlns:a16="http://schemas.microsoft.com/office/drawing/2014/main" id="{210B0C49-51B7-491F-98BE-58612AA47B87}"/>
                  </a:ext>
                </a:extLst>
              </p:cNvPr>
              <p:cNvSpPr/>
              <p:nvPr/>
            </p:nvSpPr>
            <p:spPr>
              <a:xfrm>
                <a:off x="3068996" y="1979694"/>
                <a:ext cx="324000" cy="324000"/>
              </a:xfrm>
              <a:prstGeom prst="roundRect">
                <a:avLst>
                  <a:gd name="adj" fmla="val 0"/>
                </a:avLst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600" b="1" dirty="0">
                    <a:solidFill>
                      <a:schemeClr val="bg1"/>
                    </a:solidFill>
                    <a:latin typeface="나눔명조 ExtraBold" panose="02020603020101020101" pitchFamily="18" charset="-127"/>
                    <a:ea typeface="나눔명조 ExtraBold" panose="02020603020101020101" pitchFamily="18" charset="-127"/>
                  </a:rPr>
                  <a:t>Ⅰ</a:t>
                </a:r>
                <a:endParaRPr lang="ko-KR" altLang="en-US" sz="1600" b="1" dirty="0">
                  <a:solidFill>
                    <a:schemeClr val="bg1"/>
                  </a:solidFill>
                  <a:latin typeface="나눔명조 ExtraBold" panose="02020603020101020101" pitchFamily="18" charset="-127"/>
                  <a:ea typeface="나눔명조 ExtraBold" panose="02020603020101020101" pitchFamily="18" charset="-127"/>
                </a:endParaRPr>
              </a:p>
            </p:txBody>
          </p:sp>
        </p:grpSp>
        <p:sp>
          <p:nvSpPr>
            <p:cNvPr id="84" name="Text Box 5">
              <a:extLst>
                <a:ext uri="{FF2B5EF4-FFF2-40B4-BE49-F238E27FC236}">
                  <a16:creationId xmlns:a16="http://schemas.microsoft.com/office/drawing/2014/main" id="{5B58361D-5FD6-4077-BECB-AA33A3DDA2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85754" y="2449082"/>
              <a:ext cx="211597" cy="14911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t">
              <a:spAutoFit/>
            </a:bodyPr>
            <a:lstStyle>
              <a:defPPr>
                <a:defRPr lang="en-US"/>
              </a:defPPr>
              <a:lvl1pPr marR="0" lvl="0" indent="0" algn="r" defTabSz="1062038" fontAlgn="auto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1" sz="1000" b="0" i="0" u="none" strike="noStrike" cap="none" spc="0" normalizeH="0" baseline="0">
                  <a:ln>
                    <a:solidFill>
                      <a:srgbClr val="47A5E1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defRPr>
              </a:lvl1pPr>
              <a:lvl2pPr marL="530225" defTabSz="1062038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062038" defTabSz="1062038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592263" defTabSz="1062038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124075" defTabSz="1062038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81275" defTabSz="1062038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3038475" defTabSz="1062038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95675" defTabSz="1062038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952875" defTabSz="1062038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r>
                <a:rPr lang="en-US" altLang="ko-KR" dirty="0"/>
                <a:t>001</a:t>
              </a:r>
            </a:p>
            <a:p>
              <a:r>
                <a:rPr lang="en-US" altLang="ko-KR" dirty="0"/>
                <a:t>003</a:t>
              </a:r>
            </a:p>
            <a:p>
              <a:r>
                <a:rPr lang="en-US" altLang="ko-KR" dirty="0"/>
                <a:t>004</a:t>
              </a:r>
            </a:p>
            <a:p>
              <a:r>
                <a:rPr lang="en-US" altLang="ko-KR" dirty="0"/>
                <a:t>007</a:t>
              </a:r>
            </a:p>
            <a:p>
              <a:r>
                <a:rPr lang="en-US" altLang="ko-KR" dirty="0"/>
                <a:t>012</a:t>
              </a:r>
            </a:p>
          </p:txBody>
        </p:sp>
        <p:cxnSp>
          <p:nvCxnSpPr>
            <p:cNvPr id="85" name="직선 연결선 84">
              <a:extLst>
                <a:ext uri="{FF2B5EF4-FFF2-40B4-BE49-F238E27FC236}">
                  <a16:creationId xmlns:a16="http://schemas.microsoft.com/office/drawing/2014/main" id="{4E3AC631-1B54-4929-B086-474859B4934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48256" y="2624771"/>
              <a:ext cx="1824620" cy="0"/>
            </a:xfrm>
            <a:prstGeom prst="line">
              <a:avLst/>
            </a:prstGeom>
            <a:ln w="19050" cap="rnd">
              <a:solidFill>
                <a:schemeClr val="bg1">
                  <a:lumMod val="6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직선 연결선 85">
              <a:extLst>
                <a:ext uri="{FF2B5EF4-FFF2-40B4-BE49-F238E27FC236}">
                  <a16:creationId xmlns:a16="http://schemas.microsoft.com/office/drawing/2014/main" id="{70704BAF-DD3A-4C30-B519-2700B90DE16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93262" y="2929473"/>
              <a:ext cx="1979614" cy="0"/>
            </a:xfrm>
            <a:prstGeom prst="line">
              <a:avLst/>
            </a:prstGeom>
            <a:ln w="19050" cap="rnd">
              <a:solidFill>
                <a:schemeClr val="bg1">
                  <a:lumMod val="6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직선 연결선 86">
              <a:extLst>
                <a:ext uri="{FF2B5EF4-FFF2-40B4-BE49-F238E27FC236}">
                  <a16:creationId xmlns:a16="http://schemas.microsoft.com/office/drawing/2014/main" id="{11B22A83-9384-4535-81AF-3DD23711498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48256" y="3234175"/>
              <a:ext cx="1824622" cy="0"/>
            </a:xfrm>
            <a:prstGeom prst="line">
              <a:avLst/>
            </a:prstGeom>
            <a:ln w="19050" cap="rnd">
              <a:solidFill>
                <a:schemeClr val="bg1">
                  <a:lumMod val="6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직선 연결선 87">
              <a:extLst>
                <a:ext uri="{FF2B5EF4-FFF2-40B4-BE49-F238E27FC236}">
                  <a16:creationId xmlns:a16="http://schemas.microsoft.com/office/drawing/2014/main" id="{FC64CA5D-88C6-4AF4-AC27-172BDAAC667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81128" y="3538877"/>
              <a:ext cx="1691749" cy="0"/>
            </a:xfrm>
            <a:prstGeom prst="line">
              <a:avLst/>
            </a:prstGeom>
            <a:ln w="19050" cap="rnd">
              <a:solidFill>
                <a:schemeClr val="bg1">
                  <a:lumMod val="6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직선 연결선 88">
              <a:extLst>
                <a:ext uri="{FF2B5EF4-FFF2-40B4-BE49-F238E27FC236}">
                  <a16:creationId xmlns:a16="http://schemas.microsoft.com/office/drawing/2014/main" id="{D2745B33-C174-4279-A10F-DA6F4528807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65104" y="3843579"/>
              <a:ext cx="1907992" cy="0"/>
            </a:xfrm>
            <a:prstGeom prst="line">
              <a:avLst/>
            </a:prstGeom>
            <a:ln w="19050" cap="rnd">
              <a:solidFill>
                <a:schemeClr val="bg1">
                  <a:lumMod val="6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0" name="그룹 89">
              <a:extLst>
                <a:ext uri="{FF2B5EF4-FFF2-40B4-BE49-F238E27FC236}">
                  <a16:creationId xmlns:a16="http://schemas.microsoft.com/office/drawing/2014/main" id="{EE573B33-6D87-4E30-B6F3-B6C0116D4F02}"/>
                </a:ext>
              </a:extLst>
            </p:cNvPr>
            <p:cNvGrpSpPr/>
            <p:nvPr/>
          </p:nvGrpSpPr>
          <p:grpSpPr>
            <a:xfrm>
              <a:off x="3573016" y="4842395"/>
              <a:ext cx="3024336" cy="1495218"/>
              <a:chOff x="3573016" y="5158426"/>
              <a:chExt cx="3024336" cy="1495218"/>
            </a:xfrm>
          </p:grpSpPr>
          <p:sp>
            <p:nvSpPr>
              <p:cNvPr id="101" name="Text Box 5">
                <a:extLst>
                  <a:ext uri="{FF2B5EF4-FFF2-40B4-BE49-F238E27FC236}">
                    <a16:creationId xmlns:a16="http://schemas.microsoft.com/office/drawing/2014/main" id="{386AB83F-BBB6-448C-8AF9-00128F0488C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73016" y="5158426"/>
                <a:ext cx="1099660" cy="14952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t">
                <a:spAutoFit/>
              </a:bodyPr>
              <a:lstStyle>
                <a:lvl1pPr defTabSz="1062038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530225" defTabSz="1062038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062038" defTabSz="1062038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592263" defTabSz="1062038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124075" defTabSz="1062038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81275" defTabSz="1062038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3038475" defTabSz="1062038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95675" defTabSz="1062038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952875" defTabSz="1062038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marL="177800" indent="-177800">
                  <a:lnSpc>
                    <a:spcPct val="200000"/>
                  </a:lnSpc>
                  <a:buAutoNum type="arabicPeriod"/>
                </a:pPr>
                <a:r>
                  <a:rPr lang="ko-KR" altLang="en-US" sz="1000" spc="-50" dirty="0">
                    <a:ln>
                      <a:solidFill>
                        <a:srgbClr val="47A5E1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제목을 입력하세요</a:t>
                </a:r>
                <a:endParaRPr lang="en-US" altLang="ko-KR" sz="1000" spc="-50" dirty="0">
                  <a:ln>
                    <a:solidFill>
                      <a:srgbClr val="47A5E1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endParaRPr>
              </a:p>
              <a:p>
                <a:pPr marL="177800" indent="-177800">
                  <a:lnSpc>
                    <a:spcPct val="200000"/>
                  </a:lnSpc>
                  <a:buAutoNum type="arabicPeriod"/>
                </a:pPr>
                <a:r>
                  <a:rPr lang="ko-KR" altLang="en-US" sz="1000" spc="-50" dirty="0">
                    <a:ln>
                      <a:solidFill>
                        <a:srgbClr val="47A5E1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제목을 입력하세요</a:t>
                </a:r>
                <a:endParaRPr lang="en-US" altLang="ko-KR" sz="1000" spc="-50" dirty="0">
                  <a:ln>
                    <a:solidFill>
                      <a:srgbClr val="47A5E1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endParaRPr>
              </a:p>
              <a:p>
                <a:pPr marL="177800" indent="-177800">
                  <a:lnSpc>
                    <a:spcPct val="200000"/>
                  </a:lnSpc>
                  <a:buAutoNum type="arabicPeriod"/>
                </a:pPr>
                <a:r>
                  <a:rPr lang="ko-KR" altLang="en-US" sz="1000" spc="-50" dirty="0">
                    <a:ln>
                      <a:solidFill>
                        <a:srgbClr val="47A5E1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제목을 입력하세요</a:t>
                </a:r>
                <a:endParaRPr lang="en-US" altLang="ko-KR" sz="1000" spc="-50" dirty="0">
                  <a:ln>
                    <a:solidFill>
                      <a:srgbClr val="47A5E1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endParaRPr>
              </a:p>
              <a:p>
                <a:pPr marL="177800" indent="-177800">
                  <a:lnSpc>
                    <a:spcPct val="200000"/>
                  </a:lnSpc>
                  <a:buAutoNum type="arabicPeriod"/>
                </a:pPr>
                <a:r>
                  <a:rPr lang="ko-KR" altLang="en-US" sz="1000" spc="-50" dirty="0">
                    <a:ln>
                      <a:solidFill>
                        <a:srgbClr val="47A5E1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제목을 입력하세요</a:t>
                </a:r>
                <a:endParaRPr lang="en-US" altLang="ko-KR" sz="1000" spc="-50" dirty="0">
                  <a:ln>
                    <a:solidFill>
                      <a:srgbClr val="47A5E1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endParaRPr>
              </a:p>
              <a:p>
                <a:pPr marL="177800" indent="-177800">
                  <a:lnSpc>
                    <a:spcPct val="200000"/>
                  </a:lnSpc>
                  <a:buAutoNum type="arabicPeriod"/>
                </a:pPr>
                <a:r>
                  <a:rPr lang="ko-KR" altLang="en-US" sz="1000" spc="-50" dirty="0">
                    <a:ln>
                      <a:solidFill>
                        <a:srgbClr val="47A5E1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제목을 입력하세요</a:t>
                </a:r>
              </a:p>
            </p:txBody>
          </p:sp>
          <p:sp>
            <p:nvSpPr>
              <p:cNvPr id="102" name="Text Box 5">
                <a:extLst>
                  <a:ext uri="{FF2B5EF4-FFF2-40B4-BE49-F238E27FC236}">
                    <a16:creationId xmlns:a16="http://schemas.microsoft.com/office/drawing/2014/main" id="{CCB2D21E-7DEF-44A5-AEC4-C9F1DAC953E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385755" y="5162178"/>
                <a:ext cx="211597" cy="149111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t">
                <a:spAutoFit/>
              </a:bodyPr>
              <a:lstStyle>
                <a:defPPr>
                  <a:defRPr lang="en-US"/>
                </a:defPPr>
                <a:lvl1pPr marR="0" lvl="0" indent="0" algn="r" defTabSz="1062038" fontAlgn="auto"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1" sz="1000" b="0" i="0" u="none" strike="noStrike" cap="none" spc="0" normalizeH="0" baseline="0">
                    <a:ln>
                      <a:solidFill>
                        <a:srgbClr val="47A5E1">
                          <a:alpha val="0"/>
                        </a:srgb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defRPr>
                </a:lvl1pPr>
                <a:lvl2pPr marL="530225" defTabSz="1062038">
                  <a:defRPr kumimoji="1"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062038" defTabSz="1062038">
                  <a:defRPr kumimoji="1"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592263" defTabSz="1062038">
                  <a:defRPr kumimoji="1"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124075" defTabSz="1062038">
                  <a:defRPr kumimoji="1"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81275" defTabSz="1062038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3038475" defTabSz="1062038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95675" defTabSz="1062038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952875" defTabSz="1062038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r>
                  <a:rPr lang="en-US" altLang="ko-KR" dirty="0"/>
                  <a:t>013</a:t>
                </a:r>
              </a:p>
              <a:p>
                <a:r>
                  <a:rPr lang="en-US" altLang="ko-KR" dirty="0"/>
                  <a:t>024</a:t>
                </a:r>
              </a:p>
              <a:p>
                <a:r>
                  <a:rPr lang="en-US" altLang="ko-KR" dirty="0"/>
                  <a:t>053</a:t>
                </a:r>
              </a:p>
              <a:p>
                <a:r>
                  <a:rPr lang="en-US" altLang="ko-KR" dirty="0"/>
                  <a:t>075</a:t>
                </a:r>
              </a:p>
              <a:p>
                <a:r>
                  <a:rPr lang="en-US" altLang="ko-KR" dirty="0"/>
                  <a:t>081</a:t>
                </a:r>
              </a:p>
            </p:txBody>
          </p:sp>
          <p:cxnSp>
            <p:nvCxnSpPr>
              <p:cNvPr id="103" name="직선 연결선 102">
                <a:extLst>
                  <a:ext uri="{FF2B5EF4-FFF2-40B4-BE49-F238E27FC236}">
                    <a16:creationId xmlns:a16="http://schemas.microsoft.com/office/drawing/2014/main" id="{D40BA8F5-2379-42A7-8530-111BA814678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797152" y="5341429"/>
                <a:ext cx="1476798" cy="0"/>
              </a:xfrm>
              <a:prstGeom prst="line">
                <a:avLst/>
              </a:prstGeom>
              <a:ln w="19050" cap="rnd">
                <a:solidFill>
                  <a:schemeClr val="bg1">
                    <a:lumMod val="6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직선 연결선 103">
                <a:extLst>
                  <a:ext uri="{FF2B5EF4-FFF2-40B4-BE49-F238E27FC236}">
                    <a16:creationId xmlns:a16="http://schemas.microsoft.com/office/drawing/2014/main" id="{825CEB2D-E092-4E92-938B-9D892994116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797150" y="5645525"/>
                <a:ext cx="1476800" cy="0"/>
              </a:xfrm>
              <a:prstGeom prst="line">
                <a:avLst/>
              </a:prstGeom>
              <a:ln w="19050" cap="rnd">
                <a:solidFill>
                  <a:schemeClr val="bg1">
                    <a:lumMod val="6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직선 연결선 104">
                <a:extLst>
                  <a:ext uri="{FF2B5EF4-FFF2-40B4-BE49-F238E27FC236}">
                    <a16:creationId xmlns:a16="http://schemas.microsoft.com/office/drawing/2014/main" id="{B7D13A1B-E7AE-42F3-8BA6-DD2C3C32A5C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797152" y="5949621"/>
                <a:ext cx="1476798" cy="0"/>
              </a:xfrm>
              <a:prstGeom prst="line">
                <a:avLst/>
              </a:prstGeom>
              <a:ln w="19050" cap="rnd">
                <a:solidFill>
                  <a:schemeClr val="bg1">
                    <a:lumMod val="6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직선 연결선 105">
                <a:extLst>
                  <a:ext uri="{FF2B5EF4-FFF2-40B4-BE49-F238E27FC236}">
                    <a16:creationId xmlns:a16="http://schemas.microsoft.com/office/drawing/2014/main" id="{35353296-BDCC-4749-B3DD-C9317DE2E9C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797152" y="6253718"/>
                <a:ext cx="1476798" cy="0"/>
              </a:xfrm>
              <a:prstGeom prst="line">
                <a:avLst/>
              </a:prstGeom>
              <a:ln w="19050" cap="rnd">
                <a:solidFill>
                  <a:schemeClr val="bg1">
                    <a:lumMod val="6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직선 연결선 106">
                <a:extLst>
                  <a:ext uri="{FF2B5EF4-FFF2-40B4-BE49-F238E27FC236}">
                    <a16:creationId xmlns:a16="http://schemas.microsoft.com/office/drawing/2014/main" id="{A4898F6D-00B1-475E-B427-2D505A1DE4D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797152" y="6553051"/>
                <a:ext cx="1476798" cy="0"/>
              </a:xfrm>
              <a:prstGeom prst="line">
                <a:avLst/>
              </a:prstGeom>
              <a:ln w="19050" cap="rnd">
                <a:solidFill>
                  <a:schemeClr val="bg1">
                    <a:lumMod val="6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1" name="그룹 90">
              <a:extLst>
                <a:ext uri="{FF2B5EF4-FFF2-40B4-BE49-F238E27FC236}">
                  <a16:creationId xmlns:a16="http://schemas.microsoft.com/office/drawing/2014/main" id="{96A4E5E3-2C98-4088-B5E6-62E52064F48D}"/>
                </a:ext>
              </a:extLst>
            </p:cNvPr>
            <p:cNvGrpSpPr/>
            <p:nvPr/>
          </p:nvGrpSpPr>
          <p:grpSpPr>
            <a:xfrm>
              <a:off x="3573016" y="7301265"/>
              <a:ext cx="3024336" cy="1495218"/>
              <a:chOff x="3573016" y="5158426"/>
              <a:chExt cx="3024336" cy="1495218"/>
            </a:xfrm>
          </p:grpSpPr>
          <p:sp>
            <p:nvSpPr>
              <p:cNvPr id="94" name="Text Box 5">
                <a:extLst>
                  <a:ext uri="{FF2B5EF4-FFF2-40B4-BE49-F238E27FC236}">
                    <a16:creationId xmlns:a16="http://schemas.microsoft.com/office/drawing/2014/main" id="{43D128B9-886B-4AAC-B7DF-FD8312A4DF7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73016" y="5158426"/>
                <a:ext cx="1099660" cy="14952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t">
                <a:spAutoFit/>
              </a:bodyPr>
              <a:lstStyle>
                <a:lvl1pPr defTabSz="1062038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530225" defTabSz="1062038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062038" defTabSz="1062038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592263" defTabSz="1062038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124075" defTabSz="1062038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81275" defTabSz="1062038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3038475" defTabSz="1062038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95675" defTabSz="1062038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952875" defTabSz="1062038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marL="177800" indent="-177800">
                  <a:lnSpc>
                    <a:spcPct val="200000"/>
                  </a:lnSpc>
                  <a:buAutoNum type="arabicPeriod"/>
                </a:pPr>
                <a:r>
                  <a:rPr lang="ko-KR" altLang="en-US" sz="1000" spc="-50" dirty="0">
                    <a:ln>
                      <a:solidFill>
                        <a:srgbClr val="47A5E1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제목을 입력하세요</a:t>
                </a:r>
                <a:endParaRPr lang="en-US" altLang="ko-KR" sz="1000" spc="-50" dirty="0">
                  <a:ln>
                    <a:solidFill>
                      <a:srgbClr val="47A5E1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endParaRPr>
              </a:p>
              <a:p>
                <a:pPr marL="177800" indent="-177800">
                  <a:lnSpc>
                    <a:spcPct val="200000"/>
                  </a:lnSpc>
                  <a:buAutoNum type="arabicPeriod"/>
                </a:pPr>
                <a:r>
                  <a:rPr lang="ko-KR" altLang="en-US" sz="1000" spc="-50" dirty="0">
                    <a:ln>
                      <a:solidFill>
                        <a:srgbClr val="47A5E1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제목을 입력하세요</a:t>
                </a:r>
                <a:endParaRPr lang="en-US" altLang="ko-KR" sz="1000" spc="-50" dirty="0">
                  <a:ln>
                    <a:solidFill>
                      <a:srgbClr val="47A5E1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endParaRPr>
              </a:p>
              <a:p>
                <a:pPr marL="177800" indent="-177800">
                  <a:lnSpc>
                    <a:spcPct val="200000"/>
                  </a:lnSpc>
                  <a:buAutoNum type="arabicPeriod"/>
                </a:pPr>
                <a:r>
                  <a:rPr lang="ko-KR" altLang="en-US" sz="1000" spc="-50" dirty="0">
                    <a:ln>
                      <a:solidFill>
                        <a:srgbClr val="47A5E1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제목을 입력하세요</a:t>
                </a:r>
                <a:endParaRPr lang="en-US" altLang="ko-KR" sz="1000" spc="-50" dirty="0">
                  <a:ln>
                    <a:solidFill>
                      <a:srgbClr val="47A5E1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endParaRPr>
              </a:p>
              <a:p>
                <a:pPr marL="177800" indent="-177800">
                  <a:lnSpc>
                    <a:spcPct val="200000"/>
                  </a:lnSpc>
                  <a:buAutoNum type="arabicPeriod"/>
                </a:pPr>
                <a:r>
                  <a:rPr lang="ko-KR" altLang="en-US" sz="1000" spc="-50" dirty="0">
                    <a:ln>
                      <a:solidFill>
                        <a:srgbClr val="47A5E1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제목을 입력하세요</a:t>
                </a:r>
                <a:endParaRPr lang="en-US" altLang="ko-KR" sz="1000" spc="-50" dirty="0">
                  <a:ln>
                    <a:solidFill>
                      <a:srgbClr val="47A5E1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endParaRPr>
              </a:p>
              <a:p>
                <a:pPr marL="177800" indent="-177800">
                  <a:lnSpc>
                    <a:spcPct val="200000"/>
                  </a:lnSpc>
                  <a:buAutoNum type="arabicPeriod"/>
                </a:pPr>
                <a:r>
                  <a:rPr lang="ko-KR" altLang="en-US" sz="1000" spc="-50" dirty="0">
                    <a:ln>
                      <a:solidFill>
                        <a:srgbClr val="47A5E1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제목을 입력하세요</a:t>
                </a:r>
              </a:p>
            </p:txBody>
          </p:sp>
          <p:sp>
            <p:nvSpPr>
              <p:cNvPr id="95" name="Text Box 5">
                <a:extLst>
                  <a:ext uri="{FF2B5EF4-FFF2-40B4-BE49-F238E27FC236}">
                    <a16:creationId xmlns:a16="http://schemas.microsoft.com/office/drawing/2014/main" id="{585BE76F-EF9F-4904-8A46-B13EE923DD6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385756" y="5162178"/>
                <a:ext cx="211596" cy="149111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t">
                <a:spAutoFit/>
              </a:bodyPr>
              <a:lstStyle>
                <a:defPPr>
                  <a:defRPr lang="en-US"/>
                </a:defPPr>
                <a:lvl1pPr marR="0" lvl="0" indent="0" algn="r" defTabSz="1062038" fontAlgn="auto"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1" sz="1000" b="0" i="0" u="none" strike="noStrike" cap="none" spc="0" normalizeH="0" baseline="0">
                    <a:ln>
                      <a:solidFill>
                        <a:srgbClr val="47A5E1">
                          <a:alpha val="0"/>
                        </a:srgb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defRPr>
                </a:lvl1pPr>
                <a:lvl2pPr marL="530225" defTabSz="1062038">
                  <a:defRPr kumimoji="1"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062038" defTabSz="1062038">
                  <a:defRPr kumimoji="1"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592263" defTabSz="1062038">
                  <a:defRPr kumimoji="1"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124075" defTabSz="1062038">
                  <a:defRPr kumimoji="1"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81275" defTabSz="1062038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3038475" defTabSz="1062038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95675" defTabSz="1062038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952875" defTabSz="1062038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r>
                  <a:rPr lang="en-US" altLang="ko-KR" dirty="0"/>
                  <a:t>085</a:t>
                </a:r>
              </a:p>
              <a:p>
                <a:r>
                  <a:rPr lang="en-US" altLang="ko-KR" dirty="0"/>
                  <a:t>099</a:t>
                </a:r>
              </a:p>
              <a:p>
                <a:r>
                  <a:rPr lang="en-US" altLang="ko-KR" dirty="0"/>
                  <a:t>124</a:t>
                </a:r>
              </a:p>
              <a:p>
                <a:r>
                  <a:rPr lang="en-US" altLang="ko-KR" dirty="0"/>
                  <a:t>133</a:t>
                </a:r>
              </a:p>
              <a:p>
                <a:r>
                  <a:rPr lang="en-US" altLang="ko-KR" dirty="0"/>
                  <a:t>156</a:t>
                </a:r>
              </a:p>
            </p:txBody>
          </p:sp>
          <p:cxnSp>
            <p:nvCxnSpPr>
              <p:cNvPr id="96" name="직선 연결선 95">
                <a:extLst>
                  <a:ext uri="{FF2B5EF4-FFF2-40B4-BE49-F238E27FC236}">
                    <a16:creationId xmlns:a16="http://schemas.microsoft.com/office/drawing/2014/main" id="{B52B07BE-1051-42BA-B74C-72ABFFFDB7D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797152" y="5341429"/>
                <a:ext cx="1476798" cy="0"/>
              </a:xfrm>
              <a:prstGeom prst="line">
                <a:avLst/>
              </a:prstGeom>
              <a:ln w="19050" cap="rnd">
                <a:solidFill>
                  <a:schemeClr val="bg1">
                    <a:lumMod val="6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직선 연결선 96">
                <a:extLst>
                  <a:ext uri="{FF2B5EF4-FFF2-40B4-BE49-F238E27FC236}">
                    <a16:creationId xmlns:a16="http://schemas.microsoft.com/office/drawing/2014/main" id="{04C0B80A-D34A-4063-A881-D40A659EE2C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797150" y="5645525"/>
                <a:ext cx="1476800" cy="0"/>
              </a:xfrm>
              <a:prstGeom prst="line">
                <a:avLst/>
              </a:prstGeom>
              <a:ln w="19050" cap="rnd">
                <a:solidFill>
                  <a:schemeClr val="bg1">
                    <a:lumMod val="6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직선 연결선 97">
                <a:extLst>
                  <a:ext uri="{FF2B5EF4-FFF2-40B4-BE49-F238E27FC236}">
                    <a16:creationId xmlns:a16="http://schemas.microsoft.com/office/drawing/2014/main" id="{B5B92D58-36DC-42C2-AB60-F0EDF9D2161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797152" y="5949621"/>
                <a:ext cx="1476798" cy="0"/>
              </a:xfrm>
              <a:prstGeom prst="line">
                <a:avLst/>
              </a:prstGeom>
              <a:ln w="19050" cap="rnd">
                <a:solidFill>
                  <a:schemeClr val="bg1">
                    <a:lumMod val="6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직선 연결선 98">
                <a:extLst>
                  <a:ext uri="{FF2B5EF4-FFF2-40B4-BE49-F238E27FC236}">
                    <a16:creationId xmlns:a16="http://schemas.microsoft.com/office/drawing/2014/main" id="{CFF45022-595F-4A18-83DD-2139A5DE5CE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797152" y="6253718"/>
                <a:ext cx="1476798" cy="0"/>
              </a:xfrm>
              <a:prstGeom prst="line">
                <a:avLst/>
              </a:prstGeom>
              <a:ln w="19050" cap="rnd">
                <a:solidFill>
                  <a:schemeClr val="bg1">
                    <a:lumMod val="6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직선 연결선 99">
                <a:extLst>
                  <a:ext uri="{FF2B5EF4-FFF2-40B4-BE49-F238E27FC236}">
                    <a16:creationId xmlns:a16="http://schemas.microsoft.com/office/drawing/2014/main" id="{EC7CD361-1D1B-4FB8-9C90-0067ED75338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797152" y="6553051"/>
                <a:ext cx="1476798" cy="0"/>
              </a:xfrm>
              <a:prstGeom prst="line">
                <a:avLst/>
              </a:prstGeom>
              <a:ln w="19050" cap="rnd">
                <a:solidFill>
                  <a:schemeClr val="bg1">
                    <a:lumMod val="6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2" name="Text Box 5">
              <a:extLst>
                <a:ext uri="{FF2B5EF4-FFF2-40B4-BE49-F238E27FC236}">
                  <a16:creationId xmlns:a16="http://schemas.microsoft.com/office/drawing/2014/main" id="{C57DD32D-FFB1-4A34-A6C2-924C26C6A1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73016" y="2445330"/>
              <a:ext cx="875240" cy="14952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t">
              <a:spAutoFit/>
            </a:bodyPr>
            <a:lstStyle>
              <a:lvl1pPr defTabSz="1062038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530225" defTabSz="1062038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062038" defTabSz="1062038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592263" defTabSz="1062038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124075" defTabSz="1062038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81275" defTabSz="10620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3038475" defTabSz="10620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95675" defTabSz="10620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952875" defTabSz="10620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177800" indent="-177800">
                <a:lnSpc>
                  <a:spcPct val="200000"/>
                </a:lnSpc>
                <a:buAutoNum type="arabicPeriod"/>
              </a:pPr>
              <a:r>
                <a:rPr lang="ko-KR" altLang="en-US" sz="1000" spc="-50" dirty="0">
                  <a:ln>
                    <a:solidFill>
                      <a:srgbClr val="47A5E1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목적 및 배경</a:t>
              </a:r>
              <a:endParaRPr lang="en-US" altLang="ko-KR" sz="1000" spc="-50" dirty="0">
                <a:ln>
                  <a:solidFill>
                    <a:srgbClr val="47A5E1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  <a:p>
              <a:pPr marL="177800" indent="-177800">
                <a:lnSpc>
                  <a:spcPct val="200000"/>
                </a:lnSpc>
                <a:buAutoNum type="arabicPeriod"/>
              </a:pPr>
              <a:r>
                <a:rPr lang="ko-KR" altLang="en-US" sz="1000" spc="-50" dirty="0">
                  <a:ln>
                    <a:solidFill>
                      <a:srgbClr val="47A5E1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사업 범위</a:t>
              </a:r>
              <a:endParaRPr lang="en-US" altLang="ko-KR" sz="1000" spc="-50" dirty="0">
                <a:ln>
                  <a:solidFill>
                    <a:srgbClr val="47A5E1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  <a:p>
              <a:pPr marL="177800" indent="-177800">
                <a:lnSpc>
                  <a:spcPct val="200000"/>
                </a:lnSpc>
                <a:buAutoNum type="arabicPeriod"/>
              </a:pPr>
              <a:r>
                <a:rPr lang="ko-KR" altLang="en-US" sz="1000" spc="-50" dirty="0">
                  <a:ln>
                    <a:solidFill>
                      <a:srgbClr val="47A5E1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특징 및 장점</a:t>
              </a:r>
              <a:endParaRPr lang="en-US" altLang="ko-KR" sz="1000" spc="-50" dirty="0">
                <a:ln>
                  <a:solidFill>
                    <a:srgbClr val="47A5E1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  <a:p>
              <a:pPr marL="177800" indent="-177800">
                <a:lnSpc>
                  <a:spcPct val="200000"/>
                </a:lnSpc>
                <a:buAutoNum type="arabicPeriod"/>
              </a:pPr>
              <a:r>
                <a:rPr lang="ko-KR" altLang="en-US" sz="1000" spc="-50" dirty="0">
                  <a:ln>
                    <a:solidFill>
                      <a:srgbClr val="47A5E1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사업수행 목표</a:t>
              </a:r>
              <a:endParaRPr lang="en-US" altLang="ko-KR" sz="1000" spc="-50" dirty="0">
                <a:ln>
                  <a:solidFill>
                    <a:srgbClr val="47A5E1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  <a:p>
              <a:pPr marL="177800" indent="-177800">
                <a:lnSpc>
                  <a:spcPct val="200000"/>
                </a:lnSpc>
                <a:buAutoNum type="arabicPeriod"/>
              </a:pPr>
              <a:r>
                <a:rPr lang="ko-KR" altLang="en-US" sz="1000" spc="-50" dirty="0">
                  <a:ln>
                    <a:solidFill>
                      <a:srgbClr val="47A5E1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기대 효과</a:t>
              </a:r>
              <a:endParaRPr lang="en-US" altLang="ko-KR" sz="1000" spc="-50" dirty="0">
                <a:ln>
                  <a:solidFill>
                    <a:srgbClr val="47A5E1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116" name="그룹 115">
            <a:extLst>
              <a:ext uri="{FF2B5EF4-FFF2-40B4-BE49-F238E27FC236}">
                <a16:creationId xmlns:a16="http://schemas.microsoft.com/office/drawing/2014/main" id="{791B2FA9-3D42-4BC2-8C2C-00066494CEAF}"/>
              </a:ext>
            </a:extLst>
          </p:cNvPr>
          <p:cNvGrpSpPr/>
          <p:nvPr/>
        </p:nvGrpSpPr>
        <p:grpSpPr>
          <a:xfrm>
            <a:off x="362858" y="9489504"/>
            <a:ext cx="6108741" cy="186065"/>
            <a:chOff x="362858" y="9489504"/>
            <a:chExt cx="6108741" cy="186065"/>
          </a:xfrm>
        </p:grpSpPr>
        <p:sp>
          <p:nvSpPr>
            <p:cNvPr id="118" name="Text Box 53">
              <a:extLst>
                <a:ext uri="{FF2B5EF4-FFF2-40B4-BE49-F238E27FC236}">
                  <a16:creationId xmlns:a16="http://schemas.microsoft.com/office/drawing/2014/main" id="{B2DAFC36-501C-472A-B8A0-07661217E032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4480109" y="9519314"/>
              <a:ext cx="804707" cy="1264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CC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bg1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defPPr>
                <a:defRPr lang="en-US"/>
              </a:defPPr>
              <a:lvl1pPr lvl="0" indent="0" defTabSz="914400">
                <a:spcBef>
                  <a:spcPts val="1000"/>
                </a:spcBef>
                <a:defRPr kumimoji="1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  <a:ea typeface="굴림" panose="020B0600000101010101" pitchFamily="50" charset="-127"/>
                </a:defRPr>
              </a:lvl1pPr>
              <a:lvl2pPr marL="1028700" indent="-457200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668463" indent="-454025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2317750" indent="-458788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965450" indent="-457200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34226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38798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43370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47942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sample@mail.com</a:t>
              </a:r>
              <a:endPara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endParaRPr>
            </a:p>
          </p:txBody>
        </p:sp>
        <p:sp>
          <p:nvSpPr>
            <p:cNvPr id="119" name="任意形状 978">
              <a:extLst>
                <a:ext uri="{FF2B5EF4-FFF2-40B4-BE49-F238E27FC236}">
                  <a16:creationId xmlns:a16="http://schemas.microsoft.com/office/drawing/2014/main" id="{DEC55257-74DB-454D-B4C9-E799FC3B46C2}"/>
                </a:ext>
              </a:extLst>
            </p:cNvPr>
            <p:cNvSpPr/>
            <p:nvPr/>
          </p:nvSpPr>
          <p:spPr>
            <a:xfrm>
              <a:off x="4293096" y="9523555"/>
              <a:ext cx="134750" cy="1179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" y="0"/>
                  </a:moveTo>
                  <a:lnTo>
                    <a:pt x="20520" y="0"/>
                  </a:lnTo>
                  <a:cubicBezTo>
                    <a:pt x="21117" y="0"/>
                    <a:pt x="21600" y="537"/>
                    <a:pt x="21600" y="1200"/>
                  </a:cubicBezTo>
                  <a:lnTo>
                    <a:pt x="21600" y="20400"/>
                  </a:lnTo>
                  <a:cubicBezTo>
                    <a:pt x="21600" y="21063"/>
                    <a:pt x="21117" y="21600"/>
                    <a:pt x="20520" y="21600"/>
                  </a:cubicBezTo>
                  <a:lnTo>
                    <a:pt x="1080" y="21600"/>
                  </a:lnTo>
                  <a:cubicBezTo>
                    <a:pt x="483" y="21600"/>
                    <a:pt x="0" y="21063"/>
                    <a:pt x="0" y="20400"/>
                  </a:cubicBezTo>
                  <a:lnTo>
                    <a:pt x="0" y="1200"/>
                  </a:lnTo>
                  <a:cubicBezTo>
                    <a:pt x="0" y="537"/>
                    <a:pt x="483" y="0"/>
                    <a:pt x="1080" y="0"/>
                  </a:cubicBezTo>
                  <a:close/>
                  <a:moveTo>
                    <a:pt x="19440" y="5086"/>
                  </a:moveTo>
                  <a:lnTo>
                    <a:pt x="10878" y="13606"/>
                  </a:lnTo>
                  <a:lnTo>
                    <a:pt x="2160" y="5059"/>
                  </a:lnTo>
                  <a:lnTo>
                    <a:pt x="2160" y="19200"/>
                  </a:lnTo>
                  <a:lnTo>
                    <a:pt x="19440" y="19200"/>
                  </a:lnTo>
                  <a:lnTo>
                    <a:pt x="19440" y="5086"/>
                  </a:lnTo>
                  <a:close/>
                  <a:moveTo>
                    <a:pt x="2712" y="2400"/>
                  </a:moveTo>
                  <a:lnTo>
                    <a:pt x="10866" y="10394"/>
                  </a:lnTo>
                  <a:lnTo>
                    <a:pt x="18902" y="2400"/>
                  </a:lnTo>
                  <a:lnTo>
                    <a:pt x="2712" y="240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+mn-cs"/>
              </a:endParaRPr>
            </a:p>
          </p:txBody>
        </p:sp>
        <p:sp>
          <p:nvSpPr>
            <p:cNvPr id="120" name="Text Box 53">
              <a:extLst>
                <a:ext uri="{FF2B5EF4-FFF2-40B4-BE49-F238E27FC236}">
                  <a16:creationId xmlns:a16="http://schemas.microsoft.com/office/drawing/2014/main" id="{6876B73C-F9CE-4F60-B9D9-98284898DFAE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5676510" y="9519314"/>
              <a:ext cx="795089" cy="1264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CC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bg1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defPPr>
                <a:defRPr lang="en-US"/>
              </a:defPPr>
              <a:lvl1pPr lvl="0" indent="0" defTabSz="914400">
                <a:spcBef>
                  <a:spcPts val="1000"/>
                </a:spcBef>
                <a:defRPr kumimoji="1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  <a:ea typeface="굴림" panose="020B0600000101010101" pitchFamily="50" charset="-127"/>
                </a:defRPr>
              </a:lvl1pPr>
              <a:lvl2pPr marL="1028700" indent="-457200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668463" indent="-454025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2317750" indent="-458788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965450" indent="-457200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34226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38798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43370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47942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www.sample.com</a:t>
              </a:r>
              <a:endPara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endParaRPr>
            </a:p>
          </p:txBody>
        </p:sp>
        <p:sp>
          <p:nvSpPr>
            <p:cNvPr id="121" name="任意形状 412">
              <a:extLst>
                <a:ext uri="{FF2B5EF4-FFF2-40B4-BE49-F238E27FC236}">
                  <a16:creationId xmlns:a16="http://schemas.microsoft.com/office/drawing/2014/main" id="{9C95F069-B754-4AC6-9E33-2F013B27C139}"/>
                </a:ext>
              </a:extLst>
            </p:cNvPr>
            <p:cNvSpPr/>
            <p:nvPr/>
          </p:nvSpPr>
          <p:spPr>
            <a:xfrm>
              <a:off x="5473233" y="9516345"/>
              <a:ext cx="148226" cy="13238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05" extrusionOk="0">
                  <a:moveTo>
                    <a:pt x="17673" y="21505"/>
                  </a:moveTo>
                  <a:lnTo>
                    <a:pt x="3927" y="21505"/>
                  </a:lnTo>
                  <a:cubicBezTo>
                    <a:pt x="3385" y="21505"/>
                    <a:pt x="2945" y="21015"/>
                    <a:pt x="2945" y="20411"/>
                  </a:cubicBezTo>
                  <a:lnTo>
                    <a:pt x="2945" y="10560"/>
                  </a:lnTo>
                  <a:lnTo>
                    <a:pt x="0" y="10560"/>
                  </a:lnTo>
                  <a:lnTo>
                    <a:pt x="10139" y="285"/>
                  </a:lnTo>
                  <a:cubicBezTo>
                    <a:pt x="10514" y="-95"/>
                    <a:pt x="11086" y="-95"/>
                    <a:pt x="11461" y="285"/>
                  </a:cubicBezTo>
                  <a:lnTo>
                    <a:pt x="21600" y="10560"/>
                  </a:lnTo>
                  <a:lnTo>
                    <a:pt x="18655" y="10560"/>
                  </a:lnTo>
                  <a:lnTo>
                    <a:pt x="18655" y="20411"/>
                  </a:lnTo>
                  <a:cubicBezTo>
                    <a:pt x="18655" y="21015"/>
                    <a:pt x="18215" y="21505"/>
                    <a:pt x="17673" y="21505"/>
                  </a:cubicBezTo>
                  <a:close/>
                  <a:moveTo>
                    <a:pt x="4909" y="19316"/>
                  </a:moveTo>
                  <a:lnTo>
                    <a:pt x="16691" y="19316"/>
                  </a:lnTo>
                  <a:lnTo>
                    <a:pt x="16691" y="8543"/>
                  </a:lnTo>
                  <a:lnTo>
                    <a:pt x="10800" y="2574"/>
                  </a:lnTo>
                  <a:lnTo>
                    <a:pt x="4909" y="8543"/>
                  </a:lnTo>
                  <a:lnTo>
                    <a:pt x="4909" y="19316"/>
                  </a:lnTo>
                  <a:close/>
                  <a:moveTo>
                    <a:pt x="6873" y="14938"/>
                  </a:moveTo>
                  <a:lnTo>
                    <a:pt x="14727" y="14938"/>
                  </a:lnTo>
                  <a:lnTo>
                    <a:pt x="14727" y="17127"/>
                  </a:lnTo>
                  <a:lnTo>
                    <a:pt x="6873" y="17127"/>
                  </a:lnTo>
                  <a:lnTo>
                    <a:pt x="6873" y="14938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+mn-cs"/>
              </a:endParaRPr>
            </a:p>
          </p:txBody>
        </p:sp>
        <p:sp>
          <p:nvSpPr>
            <p:cNvPr id="122" name="Text Box 53">
              <a:extLst>
                <a:ext uri="{FF2B5EF4-FFF2-40B4-BE49-F238E27FC236}">
                  <a16:creationId xmlns:a16="http://schemas.microsoft.com/office/drawing/2014/main" id="{EB8A8972-9CD9-4174-918B-426303B7900E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464862" y="9505592"/>
              <a:ext cx="1264770" cy="1538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CC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bg1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 marL="177800" indent="-177800" defTabSz="793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1028700" indent="-457200" defTabSz="793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668463" indent="-454025" defTabSz="793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2317750" indent="-458788" defTabSz="793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965450" indent="-457200" defTabSz="793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34226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38798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43370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47942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+mn-cs"/>
                </a:rPr>
                <a:t>업체명</a:t>
              </a:r>
              <a:r>
                <a:rPr kumimoji="1" lang="en-US" altLang="ko-KR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+mn-cs"/>
                </a:rPr>
                <a:t>: (</a:t>
              </a:r>
              <a:r>
                <a:rPr kumimoji="1" lang="ko-KR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+mn-cs"/>
                </a:rPr>
                <a:t>주</a:t>
              </a:r>
              <a:r>
                <a:rPr kumimoji="1" lang="en-US" altLang="ko-KR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+mn-cs"/>
                </a:rPr>
                <a:t>)</a:t>
              </a:r>
              <a:r>
                <a:rPr kumimoji="1" lang="ko-KR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+mn-cs"/>
                </a:rPr>
                <a:t>서희 </a:t>
              </a:r>
              <a:r>
                <a:rPr kumimoji="1" lang="en-US" altLang="ko-KR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+mn-cs"/>
                </a:rPr>
                <a:t>Design</a:t>
              </a:r>
              <a:endParaRPr kumimoji="1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+mn-cs"/>
              </a:endParaRPr>
            </a:p>
          </p:txBody>
        </p:sp>
        <p:grpSp>
          <p:nvGrpSpPr>
            <p:cNvPr id="123" name="그룹 122">
              <a:extLst>
                <a:ext uri="{FF2B5EF4-FFF2-40B4-BE49-F238E27FC236}">
                  <a16:creationId xmlns:a16="http://schemas.microsoft.com/office/drawing/2014/main" id="{3BD4905C-ABAD-4E3D-83E0-D558D89C98EF}"/>
                </a:ext>
              </a:extLst>
            </p:cNvPr>
            <p:cNvGrpSpPr/>
            <p:nvPr/>
          </p:nvGrpSpPr>
          <p:grpSpPr>
            <a:xfrm>
              <a:off x="362858" y="9489504"/>
              <a:ext cx="942382" cy="186065"/>
              <a:chOff x="728700" y="7676979"/>
              <a:chExt cx="942382" cy="186065"/>
            </a:xfrm>
          </p:grpSpPr>
          <p:sp>
            <p:nvSpPr>
              <p:cNvPr id="124" name="任意形状 1136">
                <a:extLst>
                  <a:ext uri="{FF2B5EF4-FFF2-40B4-BE49-F238E27FC236}">
                    <a16:creationId xmlns:a16="http://schemas.microsoft.com/office/drawing/2014/main" id="{FDCD4093-C924-4BDB-92D3-4C6C3515BA5F}"/>
                  </a:ext>
                </a:extLst>
              </p:cNvPr>
              <p:cNvSpPr/>
              <p:nvPr/>
            </p:nvSpPr>
            <p:spPr>
              <a:xfrm>
                <a:off x="728700" y="7680698"/>
                <a:ext cx="182346" cy="18234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1880" y="9720"/>
                    </a:moveTo>
                    <a:lnTo>
                      <a:pt x="11880" y="4320"/>
                    </a:lnTo>
                    <a:lnTo>
                      <a:pt x="6480" y="11880"/>
                    </a:lnTo>
                    <a:lnTo>
                      <a:pt x="9720" y="11880"/>
                    </a:lnTo>
                    <a:lnTo>
                      <a:pt x="9720" y="17280"/>
                    </a:lnTo>
                    <a:lnTo>
                      <a:pt x="15120" y="9720"/>
                    </a:lnTo>
                    <a:lnTo>
                      <a:pt x="11880" y="9720"/>
                    </a:lnTo>
                    <a:close/>
                    <a:moveTo>
                      <a:pt x="10800" y="21600"/>
                    </a:moveTo>
                    <a:cubicBezTo>
                      <a:pt x="4835" y="21600"/>
                      <a:pt x="0" y="16765"/>
                      <a:pt x="0" y="10800"/>
                    </a:cubicBez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endParaRPr dirty="0"/>
              </a:p>
            </p:txBody>
          </p:sp>
          <p:sp>
            <p:nvSpPr>
              <p:cNvPr id="125" name="Text Box 53">
                <a:extLst>
                  <a:ext uri="{FF2B5EF4-FFF2-40B4-BE49-F238E27FC236}">
                    <a16:creationId xmlns:a16="http://schemas.microsoft.com/office/drawing/2014/main" id="{F6510FD7-6C84-4698-A895-42548736D5EA}"/>
                  </a:ext>
                </a:extLst>
              </p:cNvPr>
              <p:cNvSpPr txBox="1">
                <a:spLocks noChangeArrowheads="1"/>
              </p:cNvSpPr>
              <p:nvPr/>
            </p:nvSpPr>
            <p:spPr bwMode="gray">
              <a:xfrm>
                <a:off x="944921" y="7676979"/>
                <a:ext cx="726161" cy="1692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CC99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7961" dir="2700000" algn="ctr" rotWithShape="0">
                        <a:schemeClr val="bg1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marL="177800" indent="-177800" defTabSz="79375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1028700" indent="-457200" defTabSz="79375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668463" indent="-454025" defTabSz="79375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2317750" indent="-458788" defTabSz="79375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965450" indent="-457200" defTabSz="79375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3422650" indent="-457200" defTabSz="793750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3879850" indent="-457200" defTabSz="793750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4337050" indent="-457200" defTabSz="793750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4794250" indent="-457200" defTabSz="793750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marL="0" indent="0" defTabSz="914400">
                  <a:lnSpc>
                    <a:spcPct val="120000"/>
                  </a:lnSpc>
                  <a:spcAft>
                    <a:spcPts val="600"/>
                  </a:spcAft>
                </a:pPr>
                <a:r>
                  <a:rPr lang="en-US" altLang="ko-KR" sz="10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50" charset="-127"/>
                    <a:ea typeface="10X10 Bold" panose="020D0604000000000000" pitchFamily="50" charset="-127"/>
                    <a:cs typeface="Pretendard" panose="02000503000000020004" pitchFamily="50" charset="-127"/>
                  </a:rPr>
                  <a:t>YOUR</a:t>
                </a:r>
                <a:r>
                  <a:rPr lang="en-US" altLang="ko-KR" sz="10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50" charset="-127"/>
                    <a:ea typeface="나눔명조" panose="02020603020101020101" pitchFamily="18" charset="-127"/>
                    <a:cs typeface="Pretendard" panose="02000503000000020004" pitchFamily="50" charset="-127"/>
                  </a:rPr>
                  <a:t>LOGO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9571419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4F187B62-1C2A-4144-AFD7-22E186F94544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0"/>
            <a:ext cx="6858000" cy="9111344"/>
            <a:chOff x="0" y="1424608"/>
            <a:chExt cx="5040000" cy="6696001"/>
          </a:xfrm>
        </p:grpSpPr>
        <p:pic>
          <p:nvPicPr>
            <p:cNvPr id="52" name="그림 51">
              <a:extLst>
                <a:ext uri="{FF2B5EF4-FFF2-40B4-BE49-F238E27FC236}">
                  <a16:creationId xmlns:a16="http://schemas.microsoft.com/office/drawing/2014/main" id="{1762A912-E286-44BF-A2B4-67C41DA748E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363" b="9064"/>
            <a:stretch/>
          </p:blipFill>
          <p:spPr>
            <a:xfrm>
              <a:off x="0" y="1424608"/>
              <a:ext cx="5040000" cy="6696001"/>
            </a:xfrm>
            <a:prstGeom prst="rect">
              <a:avLst/>
            </a:prstGeom>
          </p:spPr>
        </p:pic>
        <p:grpSp>
          <p:nvGrpSpPr>
            <p:cNvPr id="53" name="그룹 52">
              <a:extLst>
                <a:ext uri="{FF2B5EF4-FFF2-40B4-BE49-F238E27FC236}">
                  <a16:creationId xmlns:a16="http://schemas.microsoft.com/office/drawing/2014/main" id="{B5FFC345-7D8C-4D68-B80B-1825E2241109}"/>
                </a:ext>
              </a:extLst>
            </p:cNvPr>
            <p:cNvGrpSpPr/>
            <p:nvPr/>
          </p:nvGrpSpPr>
          <p:grpSpPr>
            <a:xfrm>
              <a:off x="146120" y="1568624"/>
              <a:ext cx="4747758" cy="6408708"/>
              <a:chOff x="146120" y="1568624"/>
              <a:chExt cx="4747758" cy="6408708"/>
            </a:xfrm>
          </p:grpSpPr>
          <p:sp>
            <p:nvSpPr>
              <p:cNvPr id="54" name="직사각형 53">
                <a:extLst>
                  <a:ext uri="{FF2B5EF4-FFF2-40B4-BE49-F238E27FC236}">
                    <a16:creationId xmlns:a16="http://schemas.microsoft.com/office/drawing/2014/main" id="{4725B06D-EEE8-4218-8A4A-B2120A52DA8D}"/>
                  </a:ext>
                </a:extLst>
              </p:cNvPr>
              <p:cNvSpPr/>
              <p:nvPr/>
            </p:nvSpPr>
            <p:spPr>
              <a:xfrm>
                <a:off x="179999" y="1604628"/>
                <a:ext cx="4680000" cy="6336000"/>
              </a:xfrm>
              <a:prstGeom prst="rect">
                <a:avLst/>
              </a:prstGeom>
              <a:solidFill>
                <a:schemeClr val="tx1">
                  <a:alpha val="10000"/>
                </a:schemeClr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55" name="그룹 54">
                <a:extLst>
                  <a:ext uri="{FF2B5EF4-FFF2-40B4-BE49-F238E27FC236}">
                    <a16:creationId xmlns:a16="http://schemas.microsoft.com/office/drawing/2014/main" id="{EBD5B42B-7207-42B6-9858-1588F8D48EE1}"/>
                  </a:ext>
                </a:extLst>
              </p:cNvPr>
              <p:cNvGrpSpPr/>
              <p:nvPr/>
            </p:nvGrpSpPr>
            <p:grpSpPr>
              <a:xfrm>
                <a:off x="146120" y="1568624"/>
                <a:ext cx="4747758" cy="6408708"/>
                <a:chOff x="152640" y="1568624"/>
                <a:chExt cx="4747758" cy="6408708"/>
              </a:xfrm>
              <a:solidFill>
                <a:schemeClr val="bg1">
                  <a:alpha val="50000"/>
                </a:schemeClr>
              </a:solidFill>
            </p:grpSpPr>
            <p:sp>
              <p:nvSpPr>
                <p:cNvPr id="56" name="직사각형 55">
                  <a:extLst>
                    <a:ext uri="{FF2B5EF4-FFF2-40B4-BE49-F238E27FC236}">
                      <a16:creationId xmlns:a16="http://schemas.microsoft.com/office/drawing/2014/main" id="{B34D4764-230A-4FCC-8F88-7E09221B48CF}"/>
                    </a:ext>
                  </a:extLst>
                </p:cNvPr>
                <p:cNvSpPr/>
                <p:nvPr/>
              </p:nvSpPr>
              <p:spPr>
                <a:xfrm>
                  <a:off x="184320" y="1568628"/>
                  <a:ext cx="4680000" cy="3600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7" name="직사각형 56">
                  <a:extLst>
                    <a:ext uri="{FF2B5EF4-FFF2-40B4-BE49-F238E27FC236}">
                      <a16:creationId xmlns:a16="http://schemas.microsoft.com/office/drawing/2014/main" id="{1F0E8E5E-FB35-40C2-8033-BBC556DC30F2}"/>
                    </a:ext>
                  </a:extLst>
                </p:cNvPr>
                <p:cNvSpPr/>
                <p:nvPr/>
              </p:nvSpPr>
              <p:spPr>
                <a:xfrm>
                  <a:off x="184320" y="7941332"/>
                  <a:ext cx="4680000" cy="3600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8" name="직사각형 57">
                  <a:extLst>
                    <a:ext uri="{FF2B5EF4-FFF2-40B4-BE49-F238E27FC236}">
                      <a16:creationId xmlns:a16="http://schemas.microsoft.com/office/drawing/2014/main" id="{D1DF8967-6954-410B-AE54-5B509BC95279}"/>
                    </a:ext>
                  </a:extLst>
                </p:cNvPr>
                <p:cNvSpPr/>
                <p:nvPr/>
              </p:nvSpPr>
              <p:spPr>
                <a:xfrm rot="5400000">
                  <a:off x="-3033360" y="4754624"/>
                  <a:ext cx="6408000" cy="3600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9" name="직사각형 58">
                  <a:extLst>
                    <a:ext uri="{FF2B5EF4-FFF2-40B4-BE49-F238E27FC236}">
                      <a16:creationId xmlns:a16="http://schemas.microsoft.com/office/drawing/2014/main" id="{E4CC97BC-2FAA-45A5-8B49-86E54F791EB7}"/>
                    </a:ext>
                  </a:extLst>
                </p:cNvPr>
                <p:cNvSpPr/>
                <p:nvPr/>
              </p:nvSpPr>
              <p:spPr>
                <a:xfrm rot="5400000">
                  <a:off x="4360398" y="2072628"/>
                  <a:ext cx="1044000" cy="3600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60" name="직사각형 59">
                  <a:extLst>
                    <a:ext uri="{FF2B5EF4-FFF2-40B4-BE49-F238E27FC236}">
                      <a16:creationId xmlns:a16="http://schemas.microsoft.com/office/drawing/2014/main" id="{D52BDBCC-C945-4A19-AB57-EF25177C4CA0}"/>
                    </a:ext>
                  </a:extLst>
                </p:cNvPr>
                <p:cNvSpPr/>
                <p:nvPr/>
              </p:nvSpPr>
              <p:spPr>
                <a:xfrm rot="16200000">
                  <a:off x="3532398" y="6609332"/>
                  <a:ext cx="2700000" cy="3600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</p:grpSp>
      </p:grpSp>
      <p:sp>
        <p:nvSpPr>
          <p:cNvPr id="11" name="제목 10"/>
          <p:cNvSpPr>
            <a:spLocks noGrp="1"/>
          </p:cNvSpPr>
          <p:nvPr>
            <p:ph type="title" idx="4294967295"/>
          </p:nvPr>
        </p:nvSpPr>
        <p:spPr>
          <a:xfrm>
            <a:off x="-2011903" y="83482"/>
            <a:ext cx="1984519" cy="22775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 fontAlgn="base" latinLnBrk="0">
              <a:spcAft>
                <a:spcPts val="200"/>
              </a:spcAft>
              <a:buClr>
                <a:schemeClr val="tx1">
                  <a:lumMod val="75000"/>
                  <a:lumOff val="25000"/>
                </a:schemeClr>
              </a:buClr>
              <a:buSzPct val="90000"/>
            </a:pPr>
            <a:r>
              <a:rPr lang="ko-KR" altLang="en-US" sz="1600" dirty="0">
                <a:latin typeface="+mj-ea"/>
                <a:cs typeface="+mn-cs"/>
              </a:rPr>
              <a:t>간지</a:t>
            </a:r>
            <a:r>
              <a:rPr lang="en-US" altLang="ko-KR" sz="1600" dirty="0">
                <a:latin typeface="+mj-ea"/>
                <a:cs typeface="+mn-cs"/>
              </a:rPr>
              <a:t>_image 06 =====</a:t>
            </a:r>
            <a:endParaRPr lang="ko-KR" altLang="en-US" sz="1600" dirty="0">
              <a:latin typeface="+mj-ea"/>
              <a:cs typeface="+mn-cs"/>
            </a:endParaRPr>
          </a:p>
        </p:txBody>
      </p:sp>
      <p:grpSp>
        <p:nvGrpSpPr>
          <p:cNvPr id="67" name="그룹 66">
            <a:extLst>
              <a:ext uri="{FF2B5EF4-FFF2-40B4-BE49-F238E27FC236}">
                <a16:creationId xmlns:a16="http://schemas.microsoft.com/office/drawing/2014/main" id="{336187F4-A65F-4CD3-B8ED-7E95FD21AE3B}"/>
              </a:ext>
            </a:extLst>
          </p:cNvPr>
          <p:cNvGrpSpPr/>
          <p:nvPr/>
        </p:nvGrpSpPr>
        <p:grpSpPr>
          <a:xfrm>
            <a:off x="476738" y="452500"/>
            <a:ext cx="3148177" cy="974814"/>
            <a:chOff x="476738" y="426532"/>
            <a:chExt cx="3148177" cy="974814"/>
          </a:xfrm>
        </p:grpSpPr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5CC38170-96F6-4363-BDB3-2CC2F0A3544F}"/>
                </a:ext>
              </a:extLst>
            </p:cNvPr>
            <p:cNvSpPr txBox="1"/>
            <p:nvPr/>
          </p:nvSpPr>
          <p:spPr>
            <a:xfrm>
              <a:off x="530903" y="493311"/>
              <a:ext cx="1619033" cy="42062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kumimoji="1" lang="en-US" altLang="ko-KR" sz="1200" spc="-40">
                  <a:solidFill>
                    <a:schemeClr val="bg1">
                      <a:lumMod val="95000"/>
                    </a:schemeClr>
                  </a:solidFill>
                  <a:latin typeface="G마켓 산스 Light" panose="02000000000000000000" pitchFamily="50" charset="-127"/>
                  <a:ea typeface="G마켓 산스 Light" panose="02000000000000000000" pitchFamily="50" charset="-127"/>
                </a:rPr>
                <a:t>Simple_image</a:t>
              </a:r>
              <a:endParaRPr kumimoji="1" lang="en-US" altLang="ko-KR" sz="1200" spc="-40" dirty="0">
                <a:solidFill>
                  <a:schemeClr val="bg1">
                    <a:lumMod val="95000"/>
                  </a:schemeClr>
                </a:solidFill>
                <a:latin typeface="G마켓 산스 Light" panose="02000000000000000000" pitchFamily="50" charset="-127"/>
                <a:ea typeface="G마켓 산스 Light" panose="02000000000000000000" pitchFamily="50" charset="-127"/>
              </a:endParaRPr>
            </a:p>
            <a:p>
              <a:pPr>
                <a:spcAft>
                  <a:spcPts val="400"/>
                </a:spcAft>
              </a:pPr>
              <a:r>
                <a:rPr kumimoji="1" lang="ko-KR" altLang="en-US" sz="1200" b="0" i="0" spc="-40" baseline="0" dirty="0">
                  <a:solidFill>
                    <a:schemeClr val="bg1">
                      <a:lumMod val="95000"/>
                    </a:schemeClr>
                  </a:solidFill>
                  <a:latin typeface="G마켓 산스 Bold" panose="02000000000000000000" pitchFamily="50" charset="-127"/>
                  <a:ea typeface="G마켓 산스 Bold" panose="02000000000000000000" pitchFamily="50" charset="-127"/>
                </a:rPr>
                <a:t>파워포인트 템플릿 </a:t>
              </a:r>
              <a:r>
                <a:rPr kumimoji="1" lang="en-US" altLang="ko-KR" sz="1200" b="0" i="0" spc="-40" baseline="0" dirty="0">
                  <a:solidFill>
                    <a:schemeClr val="bg1">
                      <a:lumMod val="95000"/>
                    </a:schemeClr>
                  </a:solidFill>
                  <a:latin typeface="G마켓 산스 Bold" panose="02000000000000000000" pitchFamily="50" charset="-127"/>
                  <a:ea typeface="G마켓 산스 Bold" panose="02000000000000000000" pitchFamily="50" charset="-127"/>
                </a:rPr>
                <a:t>| </a:t>
              </a:r>
              <a:r>
                <a:rPr kumimoji="1" lang="en-US" altLang="ko-KR" sz="1200" spc="-40" dirty="0">
                  <a:solidFill>
                    <a:schemeClr val="bg1">
                      <a:lumMod val="95000"/>
                    </a:schemeClr>
                  </a:solidFill>
                  <a:latin typeface="G마켓 산스 Medium" panose="02000000000000000000" pitchFamily="50" charset="-127"/>
                  <a:ea typeface="G마켓 산스 Medium" panose="02000000000000000000" pitchFamily="50" charset="-127"/>
                </a:rPr>
                <a:t>PPT</a:t>
              </a:r>
              <a:endParaRPr kumimoji="1" lang="ko-KR" altLang="en-US" sz="1200" b="0" i="0" spc="-40" baseline="0" dirty="0">
                <a:solidFill>
                  <a:schemeClr val="bg1">
                    <a:lumMod val="95000"/>
                  </a:schemeClr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endParaRP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144A375A-A033-4E3F-915B-B04B9909DE61}"/>
                </a:ext>
              </a:extLst>
            </p:cNvPr>
            <p:cNvSpPr txBox="1"/>
            <p:nvPr/>
          </p:nvSpPr>
          <p:spPr>
            <a:xfrm>
              <a:off x="476738" y="1033371"/>
              <a:ext cx="1727362" cy="32400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</p:spPr>
          <p:txBody>
            <a:bodyPr wrap="none" lIns="108000" tIns="0" rIns="108000" bIns="0" rtlCol="0" anchor="ctr">
              <a:noAutofit/>
            </a:bodyPr>
            <a:lstStyle>
              <a:defPPr>
                <a:defRPr lang="en-US"/>
              </a:defPPr>
              <a:lvl1pPr algn="ctr">
                <a:defRPr kumimoji="1">
                  <a:solidFill>
                    <a:schemeClr val="tx1">
                      <a:lumMod val="95000"/>
                      <a:lumOff val="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defRPr>
              </a:lvl1pPr>
            </a:lstStyle>
            <a:p>
              <a:r>
                <a:rPr lang="en-US" altLang="ko-KR" dirty="0"/>
                <a:t>CONTENTS</a:t>
              </a:r>
            </a:p>
          </p:txBody>
        </p:sp>
        <p:sp>
          <p:nvSpPr>
            <p:cNvPr id="70" name="Shape">
              <a:extLst>
                <a:ext uri="{FF2B5EF4-FFF2-40B4-BE49-F238E27FC236}">
                  <a16:creationId xmlns:a16="http://schemas.microsoft.com/office/drawing/2014/main" id="{9919B4B5-712B-4D23-B6E7-B44241DC0AEE}"/>
                </a:ext>
              </a:extLst>
            </p:cNvPr>
            <p:cNvSpPr/>
            <p:nvPr/>
          </p:nvSpPr>
          <p:spPr>
            <a:xfrm>
              <a:off x="2421953" y="426532"/>
              <a:ext cx="1202962" cy="9748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08" y="0"/>
                  </a:moveTo>
                  <a:lnTo>
                    <a:pt x="1808" y="1129"/>
                  </a:lnTo>
                  <a:lnTo>
                    <a:pt x="0" y="1129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1129"/>
                  </a:lnTo>
                  <a:lnTo>
                    <a:pt x="7183" y="1129"/>
                  </a:lnTo>
                  <a:lnTo>
                    <a:pt x="7183" y="0"/>
                  </a:lnTo>
                  <a:lnTo>
                    <a:pt x="1808" y="0"/>
                  </a:lnTo>
                  <a:close/>
                  <a:moveTo>
                    <a:pt x="865" y="2193"/>
                  </a:moveTo>
                  <a:lnTo>
                    <a:pt x="20736" y="2193"/>
                  </a:lnTo>
                  <a:lnTo>
                    <a:pt x="20736" y="20536"/>
                  </a:lnTo>
                  <a:lnTo>
                    <a:pt x="865" y="20536"/>
                  </a:lnTo>
                  <a:lnTo>
                    <a:pt x="865" y="2193"/>
                  </a:lnTo>
                  <a:close/>
                  <a:moveTo>
                    <a:pt x="14835" y="4981"/>
                  </a:moveTo>
                  <a:lnTo>
                    <a:pt x="14835" y="6094"/>
                  </a:lnTo>
                  <a:lnTo>
                    <a:pt x="18456" y="6094"/>
                  </a:lnTo>
                  <a:lnTo>
                    <a:pt x="18456" y="4981"/>
                  </a:lnTo>
                  <a:lnTo>
                    <a:pt x="14835" y="4981"/>
                  </a:lnTo>
                  <a:close/>
                  <a:moveTo>
                    <a:pt x="8083" y="6670"/>
                  </a:moveTo>
                  <a:cubicBezTo>
                    <a:pt x="7051" y="6670"/>
                    <a:pt x="6018" y="7154"/>
                    <a:pt x="5231" y="8124"/>
                  </a:cubicBezTo>
                  <a:cubicBezTo>
                    <a:pt x="3655" y="10064"/>
                    <a:pt x="3655" y="13209"/>
                    <a:pt x="5231" y="15149"/>
                  </a:cubicBezTo>
                  <a:cubicBezTo>
                    <a:pt x="6806" y="17088"/>
                    <a:pt x="9360" y="17088"/>
                    <a:pt x="10935" y="15149"/>
                  </a:cubicBezTo>
                  <a:cubicBezTo>
                    <a:pt x="12511" y="13209"/>
                    <a:pt x="12511" y="10064"/>
                    <a:pt x="10935" y="8124"/>
                  </a:cubicBezTo>
                  <a:cubicBezTo>
                    <a:pt x="10148" y="7154"/>
                    <a:pt x="9115" y="6670"/>
                    <a:pt x="8083" y="6670"/>
                  </a:cubicBezTo>
                  <a:close/>
                  <a:moveTo>
                    <a:pt x="8083" y="7757"/>
                  </a:moveTo>
                  <a:cubicBezTo>
                    <a:pt x="8889" y="7757"/>
                    <a:pt x="9696" y="8136"/>
                    <a:pt x="10311" y="8894"/>
                  </a:cubicBezTo>
                  <a:cubicBezTo>
                    <a:pt x="11541" y="10408"/>
                    <a:pt x="11541" y="12864"/>
                    <a:pt x="10311" y="14379"/>
                  </a:cubicBezTo>
                  <a:cubicBezTo>
                    <a:pt x="9081" y="15893"/>
                    <a:pt x="7086" y="15893"/>
                    <a:pt x="5855" y="14379"/>
                  </a:cubicBezTo>
                  <a:cubicBezTo>
                    <a:pt x="4625" y="12864"/>
                    <a:pt x="4625" y="10408"/>
                    <a:pt x="5855" y="8894"/>
                  </a:cubicBezTo>
                  <a:cubicBezTo>
                    <a:pt x="6470" y="8136"/>
                    <a:pt x="7277" y="7757"/>
                    <a:pt x="8083" y="7757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12700">
              <a:noFill/>
              <a:miter lim="400000"/>
            </a:ln>
          </p:spPr>
          <p:txBody>
            <a:bodyPr lIns="0" tIns="0" rIns="0" bIns="0" anchor="ctr"/>
            <a:lstStyle/>
            <a:p>
              <a:pPr defTabSz="8255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sz="3200">
                <a:solidFill>
                  <a:srgbClr val="FFFFFF"/>
                </a:solidFill>
                <a:sym typeface="Helvetica Neue Medium"/>
              </a:endParaRPr>
            </a:p>
          </p:txBody>
        </p:sp>
      </p:grpSp>
      <p:sp>
        <p:nvSpPr>
          <p:cNvPr id="71" name="Text Box 53">
            <a:extLst>
              <a:ext uri="{FF2B5EF4-FFF2-40B4-BE49-F238E27FC236}">
                <a16:creationId xmlns:a16="http://schemas.microsoft.com/office/drawing/2014/main" id="{D2F15025-BB28-48D8-BADE-EB397C1CB49B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531240" y="1640632"/>
            <a:ext cx="2559996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1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marL="177800" indent="-177800" defTabSz="793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1028700" indent="-457200" defTabSz="793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668463" indent="-454025" defTabSz="793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2317750" indent="-458788" defTabSz="793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965450" indent="-457200" defTabSz="793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3422650" indent="-457200" defTabSz="79375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3879850" indent="-457200" defTabSz="79375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4337050" indent="-457200" defTabSz="79375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4794250" indent="-457200" defTabSz="79375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indent="0" defTabSz="914400"/>
            <a:r>
              <a:rPr lang="ko-KR" altLang="en-US" sz="1200" dirty="0">
                <a:solidFill>
                  <a:schemeClr val="bg1">
                    <a:alpha val="70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해당 챕터 간지의 설명 문구를 입력하세요</a:t>
            </a:r>
            <a:r>
              <a:rPr lang="en-US" altLang="ko-KR" sz="1200" dirty="0">
                <a:solidFill>
                  <a:schemeClr val="bg1">
                    <a:alpha val="70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.</a:t>
            </a:r>
          </a:p>
        </p:txBody>
      </p:sp>
      <p:sp>
        <p:nvSpPr>
          <p:cNvPr id="32" name="Rectangle 12">
            <a:extLst>
              <a:ext uri="{FF2B5EF4-FFF2-40B4-BE49-F238E27FC236}">
                <a16:creationId xmlns:a16="http://schemas.microsoft.com/office/drawing/2014/main" id="{0C76CD81-3493-4E42-B98E-C1B4ADF96460}"/>
              </a:ext>
            </a:extLst>
          </p:cNvPr>
          <p:cNvSpPr/>
          <p:nvPr/>
        </p:nvSpPr>
        <p:spPr>
          <a:xfrm>
            <a:off x="1464861" y="3169405"/>
            <a:ext cx="5390251" cy="3852000"/>
          </a:xfrm>
          <a:prstGeom prst="rect">
            <a:avLst/>
          </a:prstGeom>
          <a:solidFill>
            <a:schemeClr val="bg1">
              <a:alpha val="80000"/>
            </a:schemeClr>
          </a:solidFill>
          <a:ln w="6350">
            <a:noFill/>
          </a:ln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121920" tIns="60960" rIns="121920" bIns="60960" rtlCol="0" anchor="ctr">
            <a:noAutofit/>
          </a:bodyPr>
          <a:lstStyle/>
          <a:p>
            <a:pPr algn="ctr"/>
            <a:endParaRPr lang="en-US" sz="2400" dirty="0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737176DC-128A-4378-9FBE-E329460405FF}"/>
              </a:ext>
            </a:extLst>
          </p:cNvPr>
          <p:cNvSpPr/>
          <p:nvPr/>
        </p:nvSpPr>
        <p:spPr>
          <a:xfrm>
            <a:off x="2417103" y="3503595"/>
            <a:ext cx="3964156" cy="540000"/>
          </a:xfrm>
          <a:prstGeom prst="rect">
            <a:avLst/>
          </a:prstGeom>
          <a:solidFill>
            <a:schemeClr val="tx1">
              <a:alpha val="8000"/>
            </a:schemeClr>
          </a:solidFill>
          <a:ln>
            <a:noFill/>
          </a:ln>
        </p:spPr>
        <p:txBody>
          <a:bodyPr wrap="square" lIns="144000" tIns="36000" rIns="0" bIns="36000" anchor="ctr">
            <a:noAutofit/>
          </a:bodyPr>
          <a:lstStyle/>
          <a:p>
            <a:r>
              <a:rPr lang="ko-KR" altLang="en-US" sz="24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</a:rPr>
              <a:t>제안 개요</a:t>
            </a:r>
          </a:p>
        </p:txBody>
      </p:sp>
      <p:sp>
        <p:nvSpPr>
          <p:cNvPr id="34" name="모서리가 둥근 직사각형 145">
            <a:extLst>
              <a:ext uri="{FF2B5EF4-FFF2-40B4-BE49-F238E27FC236}">
                <a16:creationId xmlns:a16="http://schemas.microsoft.com/office/drawing/2014/main" id="{0A2CA1E7-4AC1-44E7-853B-59DE0E619941}"/>
              </a:ext>
            </a:extLst>
          </p:cNvPr>
          <p:cNvSpPr/>
          <p:nvPr/>
        </p:nvSpPr>
        <p:spPr>
          <a:xfrm>
            <a:off x="1808880" y="3503595"/>
            <a:ext cx="540000" cy="540000"/>
          </a:xfrm>
          <a:prstGeom prst="roundRect">
            <a:avLst>
              <a:gd name="adj" fmla="val 0"/>
            </a:avLst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>
                <a:solidFill>
                  <a:schemeClr val="bg1"/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Ⅰ</a:t>
            </a:r>
            <a:endParaRPr lang="ko-KR" altLang="en-US" sz="2800" b="1" dirty="0">
              <a:solidFill>
                <a:schemeClr val="bg1"/>
              </a:solidFill>
              <a:latin typeface="나눔명조" panose="02020603020101020101" pitchFamily="18" charset="-127"/>
              <a:ea typeface="나눔명조" panose="02020603020101020101" pitchFamily="18" charset="-127"/>
            </a:endParaRPr>
          </a:p>
        </p:txBody>
      </p:sp>
      <p:graphicFrame>
        <p:nvGraphicFramePr>
          <p:cNvPr id="35" name="표 3">
            <a:extLst>
              <a:ext uri="{FF2B5EF4-FFF2-40B4-BE49-F238E27FC236}">
                <a16:creationId xmlns:a16="http://schemas.microsoft.com/office/drawing/2014/main" id="{CBC726D7-002F-4ABA-9CDF-35CF6F85082D}"/>
              </a:ext>
            </a:extLst>
          </p:cNvPr>
          <p:cNvGraphicFramePr>
            <a:graphicFrameLocks noGrp="1"/>
          </p:cNvGraphicFramePr>
          <p:nvPr/>
        </p:nvGraphicFramePr>
        <p:xfrm>
          <a:off x="2417103" y="4287709"/>
          <a:ext cx="3964156" cy="2376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64156">
                  <a:extLst>
                    <a:ext uri="{9D8B030D-6E8A-4147-A177-3AD203B41FA5}">
                      <a16:colId xmlns:a16="http://schemas.microsoft.com/office/drawing/2014/main" val="3512023494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600" b="0" kern="1200" dirty="0">
                          <a:ln w="6350"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600" b="0" kern="1200" dirty="0">
                          <a:ln w="6350"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목적 및 배경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2602578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600" b="0" kern="1200" dirty="0">
                          <a:ln w="6350"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2. </a:t>
                      </a:r>
                      <a:r>
                        <a:rPr kumimoji="1" lang="ko-KR" altLang="en-US" sz="1600" b="0" kern="1200" dirty="0">
                          <a:ln w="6350"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사업 범위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2717536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600" b="0" kern="1200" dirty="0">
                          <a:ln w="6350"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3. </a:t>
                      </a:r>
                      <a:r>
                        <a:rPr kumimoji="1" lang="ko-KR" altLang="en-US" sz="1600" b="0" kern="1200" dirty="0">
                          <a:ln w="6350"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특징 및 장점</a:t>
                      </a:r>
                      <a:endParaRPr kumimoji="1" lang="en-US" altLang="ko-KR" sz="1600" b="0" kern="1200" dirty="0">
                        <a:ln w="6350"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4981497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600" b="0" kern="1200" dirty="0">
                          <a:ln w="6350"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4. </a:t>
                      </a:r>
                      <a:r>
                        <a:rPr kumimoji="1" lang="ko-KR" altLang="en-US" sz="1600" b="0" kern="1200" dirty="0">
                          <a:ln w="6350"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사업수행 목표</a:t>
                      </a:r>
                      <a:endParaRPr kumimoji="1" lang="en-US" altLang="ko-KR" sz="1600" b="0" kern="1200" dirty="0">
                        <a:ln w="6350"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289477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600" b="0" kern="1200" dirty="0">
                          <a:ln w="6350"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5. </a:t>
                      </a:r>
                      <a:r>
                        <a:rPr kumimoji="1" lang="ko-KR" altLang="en-US" sz="1600" b="0" kern="1200" dirty="0">
                          <a:ln w="6350"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기대 효과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2449661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600" b="0" kern="1200" dirty="0">
                          <a:ln w="6350"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6. </a:t>
                      </a:r>
                      <a:r>
                        <a:rPr kumimoji="1" lang="ko-KR" altLang="en-US" sz="1600" b="0" kern="1200" dirty="0">
                          <a:ln w="6350"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제목 입력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1818578"/>
                  </a:ext>
                </a:extLst>
              </a:tr>
            </a:tbl>
          </a:graphicData>
        </a:graphic>
      </p:graphicFrame>
      <p:sp>
        <p:nvSpPr>
          <p:cNvPr id="47" name="Rectangle 12">
            <a:extLst>
              <a:ext uri="{FF2B5EF4-FFF2-40B4-BE49-F238E27FC236}">
                <a16:creationId xmlns:a16="http://schemas.microsoft.com/office/drawing/2014/main" id="{302A00F0-040E-4D08-A563-282D7A59DC5C}"/>
              </a:ext>
            </a:extLst>
          </p:cNvPr>
          <p:cNvSpPr/>
          <p:nvPr/>
        </p:nvSpPr>
        <p:spPr>
          <a:xfrm>
            <a:off x="0" y="9110557"/>
            <a:ext cx="6858000" cy="161703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121920" tIns="60960" rIns="121920" bIns="60960" rtlCol="0" anchor="ctr">
            <a:noAutofit/>
          </a:bodyPr>
          <a:lstStyle/>
          <a:p>
            <a:pPr algn="ctr"/>
            <a:endParaRPr lang="en-US" sz="2400" dirty="0"/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396F9A60-8C34-47B6-A1CF-3ACFE1CB4EA1}"/>
              </a:ext>
            </a:extLst>
          </p:cNvPr>
          <p:cNvGrpSpPr/>
          <p:nvPr/>
        </p:nvGrpSpPr>
        <p:grpSpPr>
          <a:xfrm>
            <a:off x="362858" y="9489504"/>
            <a:ext cx="6108741" cy="186065"/>
            <a:chOff x="362858" y="9489504"/>
            <a:chExt cx="6108741" cy="186065"/>
          </a:xfrm>
        </p:grpSpPr>
        <p:sp>
          <p:nvSpPr>
            <p:cNvPr id="37" name="Text Box 53">
              <a:extLst>
                <a:ext uri="{FF2B5EF4-FFF2-40B4-BE49-F238E27FC236}">
                  <a16:creationId xmlns:a16="http://schemas.microsoft.com/office/drawing/2014/main" id="{7117CFEB-06A0-409D-B09D-6485CB44499E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4480109" y="9519314"/>
              <a:ext cx="804707" cy="1264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CC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bg1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defPPr>
                <a:defRPr lang="en-US"/>
              </a:defPPr>
              <a:lvl1pPr lvl="0" indent="0" defTabSz="914400">
                <a:spcBef>
                  <a:spcPts val="1000"/>
                </a:spcBef>
                <a:defRPr kumimoji="1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  <a:ea typeface="굴림" panose="020B0600000101010101" pitchFamily="50" charset="-127"/>
                </a:defRPr>
              </a:lvl1pPr>
              <a:lvl2pPr marL="1028700" indent="-457200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668463" indent="-454025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2317750" indent="-458788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965450" indent="-457200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34226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38798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43370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47942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sample@mail.com</a:t>
              </a:r>
              <a:endPara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endParaRPr>
            </a:p>
          </p:txBody>
        </p:sp>
        <p:sp>
          <p:nvSpPr>
            <p:cNvPr id="38" name="任意形状 978">
              <a:extLst>
                <a:ext uri="{FF2B5EF4-FFF2-40B4-BE49-F238E27FC236}">
                  <a16:creationId xmlns:a16="http://schemas.microsoft.com/office/drawing/2014/main" id="{8A1E5017-F9EB-4984-856A-A1926B73674F}"/>
                </a:ext>
              </a:extLst>
            </p:cNvPr>
            <p:cNvSpPr/>
            <p:nvPr/>
          </p:nvSpPr>
          <p:spPr>
            <a:xfrm>
              <a:off x="4293096" y="9523555"/>
              <a:ext cx="134750" cy="1179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" y="0"/>
                  </a:moveTo>
                  <a:lnTo>
                    <a:pt x="20520" y="0"/>
                  </a:lnTo>
                  <a:cubicBezTo>
                    <a:pt x="21117" y="0"/>
                    <a:pt x="21600" y="537"/>
                    <a:pt x="21600" y="1200"/>
                  </a:cubicBezTo>
                  <a:lnTo>
                    <a:pt x="21600" y="20400"/>
                  </a:lnTo>
                  <a:cubicBezTo>
                    <a:pt x="21600" y="21063"/>
                    <a:pt x="21117" y="21600"/>
                    <a:pt x="20520" y="21600"/>
                  </a:cubicBezTo>
                  <a:lnTo>
                    <a:pt x="1080" y="21600"/>
                  </a:lnTo>
                  <a:cubicBezTo>
                    <a:pt x="483" y="21600"/>
                    <a:pt x="0" y="21063"/>
                    <a:pt x="0" y="20400"/>
                  </a:cubicBezTo>
                  <a:lnTo>
                    <a:pt x="0" y="1200"/>
                  </a:lnTo>
                  <a:cubicBezTo>
                    <a:pt x="0" y="537"/>
                    <a:pt x="483" y="0"/>
                    <a:pt x="1080" y="0"/>
                  </a:cubicBezTo>
                  <a:close/>
                  <a:moveTo>
                    <a:pt x="19440" y="5086"/>
                  </a:moveTo>
                  <a:lnTo>
                    <a:pt x="10878" y="13606"/>
                  </a:lnTo>
                  <a:lnTo>
                    <a:pt x="2160" y="5059"/>
                  </a:lnTo>
                  <a:lnTo>
                    <a:pt x="2160" y="19200"/>
                  </a:lnTo>
                  <a:lnTo>
                    <a:pt x="19440" y="19200"/>
                  </a:lnTo>
                  <a:lnTo>
                    <a:pt x="19440" y="5086"/>
                  </a:lnTo>
                  <a:close/>
                  <a:moveTo>
                    <a:pt x="2712" y="2400"/>
                  </a:moveTo>
                  <a:lnTo>
                    <a:pt x="10866" y="10394"/>
                  </a:lnTo>
                  <a:lnTo>
                    <a:pt x="18902" y="2400"/>
                  </a:lnTo>
                  <a:lnTo>
                    <a:pt x="2712" y="240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+mn-cs"/>
              </a:endParaRPr>
            </a:p>
          </p:txBody>
        </p:sp>
        <p:sp>
          <p:nvSpPr>
            <p:cNvPr id="39" name="Text Box 53">
              <a:extLst>
                <a:ext uri="{FF2B5EF4-FFF2-40B4-BE49-F238E27FC236}">
                  <a16:creationId xmlns:a16="http://schemas.microsoft.com/office/drawing/2014/main" id="{DBAA4B00-E623-4D1C-BF1C-17DC3927C5C4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5676510" y="9519314"/>
              <a:ext cx="795089" cy="1264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CC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bg1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defPPr>
                <a:defRPr lang="en-US"/>
              </a:defPPr>
              <a:lvl1pPr lvl="0" indent="0" defTabSz="914400">
                <a:spcBef>
                  <a:spcPts val="1000"/>
                </a:spcBef>
                <a:defRPr kumimoji="1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  <a:ea typeface="굴림" panose="020B0600000101010101" pitchFamily="50" charset="-127"/>
                </a:defRPr>
              </a:lvl1pPr>
              <a:lvl2pPr marL="1028700" indent="-457200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668463" indent="-454025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2317750" indent="-458788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965450" indent="-457200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34226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38798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43370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47942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www.sample.com</a:t>
              </a:r>
              <a:endPara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endParaRPr>
            </a:p>
          </p:txBody>
        </p:sp>
        <p:sp>
          <p:nvSpPr>
            <p:cNvPr id="40" name="任意形状 412">
              <a:extLst>
                <a:ext uri="{FF2B5EF4-FFF2-40B4-BE49-F238E27FC236}">
                  <a16:creationId xmlns:a16="http://schemas.microsoft.com/office/drawing/2014/main" id="{54C96F38-2913-413B-AEA3-719DE222B5F0}"/>
                </a:ext>
              </a:extLst>
            </p:cNvPr>
            <p:cNvSpPr/>
            <p:nvPr/>
          </p:nvSpPr>
          <p:spPr>
            <a:xfrm>
              <a:off x="5473233" y="9516345"/>
              <a:ext cx="148226" cy="13238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05" extrusionOk="0">
                  <a:moveTo>
                    <a:pt x="17673" y="21505"/>
                  </a:moveTo>
                  <a:lnTo>
                    <a:pt x="3927" y="21505"/>
                  </a:lnTo>
                  <a:cubicBezTo>
                    <a:pt x="3385" y="21505"/>
                    <a:pt x="2945" y="21015"/>
                    <a:pt x="2945" y="20411"/>
                  </a:cubicBezTo>
                  <a:lnTo>
                    <a:pt x="2945" y="10560"/>
                  </a:lnTo>
                  <a:lnTo>
                    <a:pt x="0" y="10560"/>
                  </a:lnTo>
                  <a:lnTo>
                    <a:pt x="10139" y="285"/>
                  </a:lnTo>
                  <a:cubicBezTo>
                    <a:pt x="10514" y="-95"/>
                    <a:pt x="11086" y="-95"/>
                    <a:pt x="11461" y="285"/>
                  </a:cubicBezTo>
                  <a:lnTo>
                    <a:pt x="21600" y="10560"/>
                  </a:lnTo>
                  <a:lnTo>
                    <a:pt x="18655" y="10560"/>
                  </a:lnTo>
                  <a:lnTo>
                    <a:pt x="18655" y="20411"/>
                  </a:lnTo>
                  <a:cubicBezTo>
                    <a:pt x="18655" y="21015"/>
                    <a:pt x="18215" y="21505"/>
                    <a:pt x="17673" y="21505"/>
                  </a:cubicBezTo>
                  <a:close/>
                  <a:moveTo>
                    <a:pt x="4909" y="19316"/>
                  </a:moveTo>
                  <a:lnTo>
                    <a:pt x="16691" y="19316"/>
                  </a:lnTo>
                  <a:lnTo>
                    <a:pt x="16691" y="8543"/>
                  </a:lnTo>
                  <a:lnTo>
                    <a:pt x="10800" y="2574"/>
                  </a:lnTo>
                  <a:lnTo>
                    <a:pt x="4909" y="8543"/>
                  </a:lnTo>
                  <a:lnTo>
                    <a:pt x="4909" y="19316"/>
                  </a:lnTo>
                  <a:close/>
                  <a:moveTo>
                    <a:pt x="6873" y="14938"/>
                  </a:moveTo>
                  <a:lnTo>
                    <a:pt x="14727" y="14938"/>
                  </a:lnTo>
                  <a:lnTo>
                    <a:pt x="14727" y="17127"/>
                  </a:lnTo>
                  <a:lnTo>
                    <a:pt x="6873" y="17127"/>
                  </a:lnTo>
                  <a:lnTo>
                    <a:pt x="6873" y="14938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+mn-cs"/>
              </a:endParaRPr>
            </a:p>
          </p:txBody>
        </p:sp>
        <p:sp>
          <p:nvSpPr>
            <p:cNvPr id="42" name="Text Box 53">
              <a:extLst>
                <a:ext uri="{FF2B5EF4-FFF2-40B4-BE49-F238E27FC236}">
                  <a16:creationId xmlns:a16="http://schemas.microsoft.com/office/drawing/2014/main" id="{5AD4828F-B02C-4263-9C13-B4AF78D3BF1E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464862" y="9505592"/>
              <a:ext cx="1264770" cy="1538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CC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bg1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 marL="177800" indent="-177800" defTabSz="793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1028700" indent="-457200" defTabSz="793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668463" indent="-454025" defTabSz="793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2317750" indent="-458788" defTabSz="793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965450" indent="-457200" defTabSz="793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34226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38798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43370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47942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+mn-cs"/>
                </a:rPr>
                <a:t>업체명</a:t>
              </a:r>
              <a:r>
                <a:rPr kumimoji="1" lang="en-US" altLang="ko-KR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+mn-cs"/>
                </a:rPr>
                <a:t>: (</a:t>
              </a:r>
              <a:r>
                <a:rPr kumimoji="1" lang="ko-KR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+mn-cs"/>
                </a:rPr>
                <a:t>주</a:t>
              </a:r>
              <a:r>
                <a:rPr kumimoji="1" lang="en-US" altLang="ko-KR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+mn-cs"/>
                </a:rPr>
                <a:t>)</a:t>
              </a:r>
              <a:r>
                <a:rPr kumimoji="1" lang="ko-KR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+mn-cs"/>
                </a:rPr>
                <a:t>서희 </a:t>
              </a:r>
              <a:r>
                <a:rPr kumimoji="1" lang="en-US" altLang="ko-KR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+mn-cs"/>
                </a:rPr>
                <a:t>Design</a:t>
              </a:r>
              <a:endParaRPr kumimoji="1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+mn-cs"/>
              </a:endParaRPr>
            </a:p>
          </p:txBody>
        </p:sp>
        <p:grpSp>
          <p:nvGrpSpPr>
            <p:cNvPr id="43" name="그룹 42">
              <a:extLst>
                <a:ext uri="{FF2B5EF4-FFF2-40B4-BE49-F238E27FC236}">
                  <a16:creationId xmlns:a16="http://schemas.microsoft.com/office/drawing/2014/main" id="{061958ED-6726-44C9-8402-8F2414292FDA}"/>
                </a:ext>
              </a:extLst>
            </p:cNvPr>
            <p:cNvGrpSpPr/>
            <p:nvPr/>
          </p:nvGrpSpPr>
          <p:grpSpPr>
            <a:xfrm>
              <a:off x="362858" y="9489504"/>
              <a:ext cx="942382" cy="186065"/>
              <a:chOff x="728700" y="7676979"/>
              <a:chExt cx="942382" cy="186065"/>
            </a:xfrm>
          </p:grpSpPr>
          <p:sp>
            <p:nvSpPr>
              <p:cNvPr id="44" name="任意形状 1136">
                <a:extLst>
                  <a:ext uri="{FF2B5EF4-FFF2-40B4-BE49-F238E27FC236}">
                    <a16:creationId xmlns:a16="http://schemas.microsoft.com/office/drawing/2014/main" id="{C5F7F6EE-36BD-4C30-B8F4-3AAA366E3113}"/>
                  </a:ext>
                </a:extLst>
              </p:cNvPr>
              <p:cNvSpPr/>
              <p:nvPr/>
            </p:nvSpPr>
            <p:spPr>
              <a:xfrm>
                <a:off x="728700" y="7680698"/>
                <a:ext cx="182346" cy="18234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1880" y="9720"/>
                    </a:moveTo>
                    <a:lnTo>
                      <a:pt x="11880" y="4320"/>
                    </a:lnTo>
                    <a:lnTo>
                      <a:pt x="6480" y="11880"/>
                    </a:lnTo>
                    <a:lnTo>
                      <a:pt x="9720" y="11880"/>
                    </a:lnTo>
                    <a:lnTo>
                      <a:pt x="9720" y="17280"/>
                    </a:lnTo>
                    <a:lnTo>
                      <a:pt x="15120" y="9720"/>
                    </a:lnTo>
                    <a:lnTo>
                      <a:pt x="11880" y="9720"/>
                    </a:lnTo>
                    <a:close/>
                    <a:moveTo>
                      <a:pt x="10800" y="21600"/>
                    </a:moveTo>
                    <a:cubicBezTo>
                      <a:pt x="4835" y="21600"/>
                      <a:pt x="0" y="16765"/>
                      <a:pt x="0" y="10800"/>
                    </a:cubicBez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endParaRPr dirty="0"/>
              </a:p>
            </p:txBody>
          </p:sp>
          <p:sp>
            <p:nvSpPr>
              <p:cNvPr id="45" name="Text Box 53">
                <a:extLst>
                  <a:ext uri="{FF2B5EF4-FFF2-40B4-BE49-F238E27FC236}">
                    <a16:creationId xmlns:a16="http://schemas.microsoft.com/office/drawing/2014/main" id="{1F559E91-5FF8-4EB4-97D2-F6336A89D2A3}"/>
                  </a:ext>
                </a:extLst>
              </p:cNvPr>
              <p:cNvSpPr txBox="1">
                <a:spLocks noChangeArrowheads="1"/>
              </p:cNvSpPr>
              <p:nvPr/>
            </p:nvSpPr>
            <p:spPr bwMode="gray">
              <a:xfrm>
                <a:off x="944921" y="7676979"/>
                <a:ext cx="726161" cy="1692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CC99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7961" dir="2700000" algn="ctr" rotWithShape="0">
                        <a:schemeClr val="bg1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marL="177800" indent="-177800" defTabSz="79375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1028700" indent="-457200" defTabSz="79375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668463" indent="-454025" defTabSz="79375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2317750" indent="-458788" defTabSz="79375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965450" indent="-457200" defTabSz="79375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3422650" indent="-457200" defTabSz="793750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3879850" indent="-457200" defTabSz="793750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4337050" indent="-457200" defTabSz="793750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4794250" indent="-457200" defTabSz="793750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marL="0" indent="0" defTabSz="914400">
                  <a:lnSpc>
                    <a:spcPct val="120000"/>
                  </a:lnSpc>
                  <a:spcAft>
                    <a:spcPts val="600"/>
                  </a:spcAft>
                </a:pPr>
                <a:r>
                  <a:rPr lang="en-US" altLang="ko-KR" sz="10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50" charset="-127"/>
                    <a:ea typeface="10X10 Bold" panose="020D0604000000000000" pitchFamily="50" charset="-127"/>
                    <a:cs typeface="Pretendard" panose="02000503000000020004" pitchFamily="50" charset="-127"/>
                  </a:rPr>
                  <a:t>YOUR</a:t>
                </a:r>
                <a:r>
                  <a:rPr lang="en-US" altLang="ko-KR" sz="10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50" charset="-127"/>
                    <a:ea typeface="나눔명조" panose="02020603020101020101" pitchFamily="18" charset="-127"/>
                    <a:cs typeface="Pretendard" panose="02000503000000020004" pitchFamily="50" charset="-127"/>
                  </a:rPr>
                  <a:t>LOGO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7023276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그림 15">
            <a:extLst>
              <a:ext uri="{FF2B5EF4-FFF2-40B4-BE49-F238E27FC236}">
                <a16:creationId xmlns:a16="http://schemas.microsoft.com/office/drawing/2014/main" id="{3F4E4158-410F-4D84-998F-AAD77284FFB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989"/>
          <a:stretch/>
        </p:blipFill>
        <p:spPr>
          <a:xfrm>
            <a:off x="0" y="1424609"/>
            <a:ext cx="5040000" cy="6696000"/>
          </a:xfrm>
          <a:prstGeom prst="rect">
            <a:avLst/>
          </a:prstGeom>
        </p:spPr>
      </p:pic>
      <p:sp>
        <p:nvSpPr>
          <p:cNvPr id="11" name="제목 10"/>
          <p:cNvSpPr>
            <a:spLocks noGrp="1"/>
          </p:cNvSpPr>
          <p:nvPr>
            <p:ph type="title"/>
          </p:nvPr>
        </p:nvSpPr>
        <p:spPr>
          <a:xfrm>
            <a:off x="-2026686" y="69248"/>
            <a:ext cx="1984519" cy="22775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 fontAlgn="base" latinLnBrk="0">
              <a:spcAft>
                <a:spcPts val="200"/>
              </a:spcAft>
              <a:buClr>
                <a:schemeClr val="tx1">
                  <a:lumMod val="75000"/>
                  <a:lumOff val="25000"/>
                </a:schemeClr>
              </a:buClr>
              <a:buSzPct val="90000"/>
            </a:pPr>
            <a:r>
              <a:rPr lang="ko-KR" altLang="en-US" sz="1600" dirty="0">
                <a:cs typeface="+mn-cs"/>
              </a:rPr>
              <a:t>표지</a:t>
            </a:r>
            <a:r>
              <a:rPr lang="en-US" altLang="ko-KR" sz="1600" dirty="0">
                <a:cs typeface="+mn-cs"/>
              </a:rPr>
              <a:t>_image 07 =====</a:t>
            </a:r>
            <a:endParaRPr lang="ko-KR" altLang="en-US" sz="1600" dirty="0">
              <a:cs typeface="+mn-cs"/>
            </a:endParaRPr>
          </a:p>
        </p:txBody>
      </p:sp>
      <p:grpSp>
        <p:nvGrpSpPr>
          <p:cNvPr id="355" name="그룹 354">
            <a:extLst>
              <a:ext uri="{FF2B5EF4-FFF2-40B4-BE49-F238E27FC236}">
                <a16:creationId xmlns:a16="http://schemas.microsoft.com/office/drawing/2014/main" id="{7520E56E-26B6-45E7-8FA8-C57A01801BBD}"/>
              </a:ext>
            </a:extLst>
          </p:cNvPr>
          <p:cNvGrpSpPr/>
          <p:nvPr/>
        </p:nvGrpSpPr>
        <p:grpSpPr>
          <a:xfrm>
            <a:off x="368660" y="524508"/>
            <a:ext cx="1436230" cy="381923"/>
            <a:chOff x="2483189" y="1379936"/>
            <a:chExt cx="1436230" cy="381923"/>
          </a:xfrm>
        </p:grpSpPr>
        <p:grpSp>
          <p:nvGrpSpPr>
            <p:cNvPr id="356" name="그룹 355">
              <a:extLst>
                <a:ext uri="{FF2B5EF4-FFF2-40B4-BE49-F238E27FC236}">
                  <a16:creationId xmlns:a16="http://schemas.microsoft.com/office/drawing/2014/main" id="{4D595975-64F3-4721-8494-569F7023CADB}"/>
                </a:ext>
              </a:extLst>
            </p:cNvPr>
            <p:cNvGrpSpPr/>
            <p:nvPr/>
          </p:nvGrpSpPr>
          <p:grpSpPr>
            <a:xfrm>
              <a:off x="3032958" y="1409344"/>
              <a:ext cx="886461" cy="303005"/>
              <a:chOff x="5687960" y="106965"/>
              <a:chExt cx="605465" cy="188141"/>
            </a:xfrm>
          </p:grpSpPr>
          <p:sp>
            <p:nvSpPr>
              <p:cNvPr id="358" name="직사각형 357">
                <a:extLst>
                  <a:ext uri="{FF2B5EF4-FFF2-40B4-BE49-F238E27FC236}">
                    <a16:creationId xmlns:a16="http://schemas.microsoft.com/office/drawing/2014/main" id="{25E5ABD0-C2F3-44C6-9629-47C7AC192442}"/>
                  </a:ext>
                </a:extLst>
              </p:cNvPr>
              <p:cNvSpPr/>
              <p:nvPr userDrawn="1"/>
            </p:nvSpPr>
            <p:spPr>
              <a:xfrm>
                <a:off x="5687960" y="106965"/>
                <a:ext cx="605465" cy="114662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 lvl="0" algn="l" defTabSz="914400" fontAlgn="base">
                  <a:spcBef>
                    <a:spcPct val="0"/>
                  </a:spcBef>
                  <a:spcAft>
                    <a:spcPts val="200"/>
                  </a:spcAft>
                  <a:buClr>
                    <a:schemeClr val="tx1">
                      <a:lumMod val="75000"/>
                      <a:lumOff val="25000"/>
                    </a:schemeClr>
                  </a:buClr>
                  <a:buSzPct val="90000"/>
                </a:pPr>
                <a:r>
                  <a:rPr lang="en-US" altLang="ko-KR" sz="1200" b="0" spc="15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Pretendard" panose="02000503000000020004" pitchFamily="50" charset="-127"/>
                    <a:ea typeface="+mj-ea"/>
                    <a:cs typeface="Pretendard" panose="02000503000000020004" pitchFamily="50" charset="-127"/>
                  </a:rPr>
                  <a:t>COMPANY</a:t>
                </a:r>
                <a:endParaRPr lang="ko-KR" altLang="en-US" sz="1200" b="0" spc="15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Pretendard" panose="02000503000000020004" pitchFamily="50" charset="-127"/>
                  <a:ea typeface="+mj-ea"/>
                  <a:cs typeface="Pretendard" panose="02000503000000020004" pitchFamily="50" charset="-127"/>
                </a:endParaRPr>
              </a:p>
            </p:txBody>
          </p:sp>
          <p:sp>
            <p:nvSpPr>
              <p:cNvPr id="359" name="직사각형 358">
                <a:extLst>
                  <a:ext uri="{FF2B5EF4-FFF2-40B4-BE49-F238E27FC236}">
                    <a16:creationId xmlns:a16="http://schemas.microsoft.com/office/drawing/2014/main" id="{38F2698E-3B84-43CF-9339-704D25932C8F}"/>
                  </a:ext>
                </a:extLst>
              </p:cNvPr>
              <p:cNvSpPr/>
              <p:nvPr userDrawn="1"/>
            </p:nvSpPr>
            <p:spPr>
              <a:xfrm>
                <a:off x="5693316" y="228220"/>
                <a:ext cx="585757" cy="66886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 lvl="0" algn="l" defTabSz="914400" fontAlgn="base">
                  <a:spcBef>
                    <a:spcPct val="0"/>
                  </a:spcBef>
                  <a:spcAft>
                    <a:spcPts val="200"/>
                  </a:spcAft>
                  <a:buClr>
                    <a:schemeClr val="tx1">
                      <a:lumMod val="75000"/>
                      <a:lumOff val="25000"/>
                    </a:schemeClr>
                  </a:buClr>
                  <a:buSzPct val="90000"/>
                </a:pPr>
                <a:r>
                  <a:rPr lang="en-US" altLang="ko-KR" sz="700" b="0" spc="5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Pretendard" panose="02000503000000020004" pitchFamily="50" charset="-127"/>
                    <a:cs typeface="Pretendard" panose="02000503000000020004" pitchFamily="50" charset="-127"/>
                  </a:rPr>
                  <a:t>CLINT LOGO HERE</a:t>
                </a:r>
                <a:endParaRPr lang="ko-KR" altLang="en-US" sz="700" b="0" spc="5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</p:grpSp>
        <p:pic>
          <p:nvPicPr>
            <p:cNvPr id="357" name="그림 356">
              <a:extLst>
                <a:ext uri="{FF2B5EF4-FFF2-40B4-BE49-F238E27FC236}">
                  <a16:creationId xmlns:a16="http://schemas.microsoft.com/office/drawing/2014/main" id="{9AF39221-07E6-4921-9C4D-87349A25C3A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83189" y="1379936"/>
              <a:ext cx="521395" cy="381923"/>
            </a:xfrm>
            <a:prstGeom prst="rect">
              <a:avLst/>
            </a:prstGeom>
          </p:spPr>
        </p:pic>
      </p:grpSp>
      <p:grpSp>
        <p:nvGrpSpPr>
          <p:cNvPr id="360" name="그룹 359">
            <a:extLst>
              <a:ext uri="{FF2B5EF4-FFF2-40B4-BE49-F238E27FC236}">
                <a16:creationId xmlns:a16="http://schemas.microsoft.com/office/drawing/2014/main" id="{A5B48CE9-8B30-4835-9221-3C8BDD6E0C42}"/>
              </a:ext>
            </a:extLst>
          </p:cNvPr>
          <p:cNvGrpSpPr/>
          <p:nvPr/>
        </p:nvGrpSpPr>
        <p:grpSpPr>
          <a:xfrm>
            <a:off x="3330000" y="2792760"/>
            <a:ext cx="3528000" cy="2306458"/>
            <a:chOff x="3330000" y="2792760"/>
            <a:chExt cx="3528000" cy="2306458"/>
          </a:xfrm>
        </p:grpSpPr>
        <p:sp>
          <p:nvSpPr>
            <p:cNvPr id="361" name="직사각형 360">
              <a:extLst>
                <a:ext uri="{FF2B5EF4-FFF2-40B4-BE49-F238E27FC236}">
                  <a16:creationId xmlns:a16="http://schemas.microsoft.com/office/drawing/2014/main" id="{77D45D79-69B9-4235-9252-5EE5308D7A6E}"/>
                </a:ext>
              </a:extLst>
            </p:cNvPr>
            <p:cNvSpPr/>
            <p:nvPr/>
          </p:nvSpPr>
          <p:spPr>
            <a:xfrm>
              <a:off x="3330000" y="2792760"/>
              <a:ext cx="3528000" cy="2306458"/>
            </a:xfrm>
            <a:prstGeom prst="rect">
              <a:avLst/>
            </a:prstGeom>
            <a:solidFill>
              <a:srgbClr val="0070C0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2" name="TextBox 361">
              <a:extLst>
                <a:ext uri="{FF2B5EF4-FFF2-40B4-BE49-F238E27FC236}">
                  <a16:creationId xmlns:a16="http://schemas.microsoft.com/office/drawing/2014/main" id="{50B843D4-38E5-4C7C-8035-DB4D269761F7}"/>
                </a:ext>
              </a:extLst>
            </p:cNvPr>
            <p:cNvSpPr txBox="1"/>
            <p:nvPr/>
          </p:nvSpPr>
          <p:spPr>
            <a:xfrm>
              <a:off x="3681028" y="3064144"/>
              <a:ext cx="1518155" cy="360000"/>
            </a:xfrm>
            <a:prstGeom prst="roundRect">
              <a:avLst>
                <a:gd name="adj" fmla="val 50000"/>
              </a:avLst>
            </a:prstGeom>
            <a:solidFill>
              <a:srgbClr val="212E37"/>
            </a:solidFill>
          </p:spPr>
          <p:txBody>
            <a:bodyPr wrap="none" lIns="108000" tIns="0" rIns="108000" bIns="0" rtlCol="0" anchor="ctr">
              <a:noAutofit/>
            </a:bodyPr>
            <a:lstStyle>
              <a:defPPr>
                <a:defRPr lang="en-US"/>
              </a:defPPr>
              <a:lvl1pPr algn="ctr">
                <a:defRPr kumimoji="1">
                  <a:solidFill>
                    <a:schemeClr val="bg1"/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defRPr>
              </a:lvl1pPr>
            </a:lstStyle>
            <a:p>
              <a:r>
                <a:rPr lang="en-US" altLang="ko-KR" dirty="0"/>
                <a:t>PPT</a:t>
              </a:r>
              <a:r>
                <a:rPr lang="ko-KR" altLang="en-US" dirty="0"/>
                <a:t>템플릿</a:t>
              </a:r>
            </a:p>
          </p:txBody>
        </p:sp>
        <p:sp>
          <p:nvSpPr>
            <p:cNvPr id="363" name="Text Box 53">
              <a:extLst>
                <a:ext uri="{FF2B5EF4-FFF2-40B4-BE49-F238E27FC236}">
                  <a16:creationId xmlns:a16="http://schemas.microsoft.com/office/drawing/2014/main" id="{579FC59E-33D2-47F7-916F-8DFB5491D04E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3681028" y="3688794"/>
              <a:ext cx="1591782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CC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bg1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 marL="177800" indent="-177800" defTabSz="793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1028700" indent="-457200" defTabSz="793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668463" indent="-454025" defTabSz="793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2317750" indent="-458788" defTabSz="793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965450" indent="-457200" defTabSz="793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34226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38798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43370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47942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indent="0" defTabSz="914400"/>
              <a:r>
                <a:rPr lang="ko-KR" altLang="en-US" sz="2600" dirty="0" err="1">
                  <a:solidFill>
                    <a:schemeClr val="bg1"/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심플</a:t>
              </a:r>
              <a:r>
                <a:rPr lang="en-US" altLang="ko-KR" sz="2600" dirty="0">
                  <a:solidFill>
                    <a:schemeClr val="bg1"/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_image</a:t>
              </a:r>
              <a:endParaRPr lang="ko-KR" altLang="en-US" sz="2600" dirty="0">
                <a:solidFill>
                  <a:schemeClr val="bg1"/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endParaRPr>
            </a:p>
          </p:txBody>
        </p:sp>
        <p:sp>
          <p:nvSpPr>
            <p:cNvPr id="364" name="Text Box 53">
              <a:extLst>
                <a:ext uri="{FF2B5EF4-FFF2-40B4-BE49-F238E27FC236}">
                  <a16:creationId xmlns:a16="http://schemas.microsoft.com/office/drawing/2014/main" id="{43D77761-F798-4FA0-B1B3-316EDDB7775D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3681028" y="4108260"/>
              <a:ext cx="2604880" cy="4308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CC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bg1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 marL="177800" indent="-177800" defTabSz="793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1028700" indent="-457200" defTabSz="793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668463" indent="-454025" defTabSz="793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2317750" indent="-458788" defTabSz="793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965450" indent="-457200" defTabSz="793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34226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38798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43370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47942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indent="0" defTabSz="914400"/>
              <a:r>
                <a:rPr lang="ko-KR" altLang="en-US" sz="2800" dirty="0">
                  <a:solidFill>
                    <a:schemeClr val="bg1"/>
                  </a:solidFill>
                  <a:latin typeface="+mj-ea"/>
                  <a:ea typeface="+mj-ea"/>
                </a:rPr>
                <a:t>파워포인트 템플릿</a:t>
              </a:r>
            </a:p>
          </p:txBody>
        </p:sp>
        <p:sp>
          <p:nvSpPr>
            <p:cNvPr id="365" name="직사각형 364">
              <a:extLst>
                <a:ext uri="{FF2B5EF4-FFF2-40B4-BE49-F238E27FC236}">
                  <a16:creationId xmlns:a16="http://schemas.microsoft.com/office/drawing/2014/main" id="{2CFE92D5-69E7-4FC1-B084-41C1BC212EF1}"/>
                </a:ext>
              </a:extLst>
            </p:cNvPr>
            <p:cNvSpPr/>
            <p:nvPr/>
          </p:nvSpPr>
          <p:spPr>
            <a:xfrm>
              <a:off x="3681028" y="4736984"/>
              <a:ext cx="2520000" cy="72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</a:endParaRPr>
            </a:p>
          </p:txBody>
        </p:sp>
        <p:sp>
          <p:nvSpPr>
            <p:cNvPr id="366" name="Freeform 81">
              <a:extLst>
                <a:ext uri="{FF2B5EF4-FFF2-40B4-BE49-F238E27FC236}">
                  <a16:creationId xmlns:a16="http://schemas.microsoft.com/office/drawing/2014/main" id="{BEB91343-153B-4F80-8CD6-8D4B3255ABC0}"/>
                </a:ext>
              </a:extLst>
            </p:cNvPr>
            <p:cNvSpPr/>
            <p:nvPr/>
          </p:nvSpPr>
          <p:spPr>
            <a:xfrm>
              <a:off x="6303467" y="4018727"/>
              <a:ext cx="293886" cy="2073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85" extrusionOk="0">
                  <a:moveTo>
                    <a:pt x="4509" y="39"/>
                  </a:moveTo>
                  <a:cubicBezTo>
                    <a:pt x="3455" y="203"/>
                    <a:pt x="2455" y="825"/>
                    <a:pt x="1661" y="1835"/>
                  </a:cubicBezTo>
                  <a:cubicBezTo>
                    <a:pt x="603" y="3191"/>
                    <a:pt x="0" y="5130"/>
                    <a:pt x="0" y="7149"/>
                  </a:cubicBezTo>
                  <a:cubicBezTo>
                    <a:pt x="0" y="10514"/>
                    <a:pt x="1689" y="13461"/>
                    <a:pt x="4036" y="14094"/>
                  </a:cubicBezTo>
                  <a:cubicBezTo>
                    <a:pt x="3561" y="15786"/>
                    <a:pt x="2807" y="17466"/>
                    <a:pt x="1807" y="19078"/>
                  </a:cubicBezTo>
                  <a:cubicBezTo>
                    <a:pt x="1490" y="19587"/>
                    <a:pt x="1445" y="20312"/>
                    <a:pt x="1705" y="20883"/>
                  </a:cubicBezTo>
                  <a:cubicBezTo>
                    <a:pt x="1906" y="21332"/>
                    <a:pt x="2241" y="21585"/>
                    <a:pt x="2601" y="21585"/>
                  </a:cubicBezTo>
                  <a:cubicBezTo>
                    <a:pt x="2702" y="21585"/>
                    <a:pt x="2799" y="21574"/>
                    <a:pt x="2899" y="21523"/>
                  </a:cubicBezTo>
                  <a:cubicBezTo>
                    <a:pt x="5016" y="20646"/>
                    <a:pt x="9967" y="17535"/>
                    <a:pt x="10104" y="7562"/>
                  </a:cubicBezTo>
                  <a:cubicBezTo>
                    <a:pt x="10155" y="3717"/>
                    <a:pt x="8165" y="417"/>
                    <a:pt x="5580" y="39"/>
                  </a:cubicBezTo>
                  <a:cubicBezTo>
                    <a:pt x="5222" y="-11"/>
                    <a:pt x="4861" y="-15"/>
                    <a:pt x="4509" y="39"/>
                  </a:cubicBezTo>
                  <a:close/>
                  <a:moveTo>
                    <a:pt x="16005" y="39"/>
                  </a:moveTo>
                  <a:cubicBezTo>
                    <a:pt x="14953" y="203"/>
                    <a:pt x="13958" y="825"/>
                    <a:pt x="13164" y="1835"/>
                  </a:cubicBezTo>
                  <a:cubicBezTo>
                    <a:pt x="12106" y="3191"/>
                    <a:pt x="11496" y="5130"/>
                    <a:pt x="11496" y="7149"/>
                  </a:cubicBezTo>
                  <a:cubicBezTo>
                    <a:pt x="11496" y="10514"/>
                    <a:pt x="13185" y="13461"/>
                    <a:pt x="15532" y="14094"/>
                  </a:cubicBezTo>
                  <a:cubicBezTo>
                    <a:pt x="15056" y="15786"/>
                    <a:pt x="14303" y="17466"/>
                    <a:pt x="13302" y="19078"/>
                  </a:cubicBezTo>
                  <a:cubicBezTo>
                    <a:pt x="12986" y="19587"/>
                    <a:pt x="12948" y="20312"/>
                    <a:pt x="13208" y="20883"/>
                  </a:cubicBezTo>
                  <a:cubicBezTo>
                    <a:pt x="13409" y="21332"/>
                    <a:pt x="13737" y="21585"/>
                    <a:pt x="14096" y="21585"/>
                  </a:cubicBezTo>
                  <a:cubicBezTo>
                    <a:pt x="14197" y="21585"/>
                    <a:pt x="14302" y="21574"/>
                    <a:pt x="14402" y="21523"/>
                  </a:cubicBezTo>
                  <a:cubicBezTo>
                    <a:pt x="16519" y="20646"/>
                    <a:pt x="21463" y="17535"/>
                    <a:pt x="21600" y="7562"/>
                  </a:cubicBezTo>
                  <a:lnTo>
                    <a:pt x="21600" y="7417"/>
                  </a:lnTo>
                  <a:cubicBezTo>
                    <a:pt x="21600" y="3634"/>
                    <a:pt x="19632" y="417"/>
                    <a:pt x="17069" y="39"/>
                  </a:cubicBezTo>
                  <a:cubicBezTo>
                    <a:pt x="16712" y="-11"/>
                    <a:pt x="16356" y="-15"/>
                    <a:pt x="16005" y="39"/>
                  </a:cubicBezTo>
                  <a:close/>
                </a:path>
              </a:pathLst>
            </a:custGeom>
            <a:solidFill>
              <a:srgbClr val="00B0F0"/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pPr marL="0" marR="0" lvl="0" indent="0" defTabSz="91440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>
                  <a:latin typeface="Poppins Regular"/>
                  <a:ea typeface="Poppins Regular"/>
                  <a:cs typeface="Poppins Regular"/>
                  <a:sym typeface="Poppins Regular"/>
                </a:defRPr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oppins Regular"/>
              </a:endParaRPr>
            </a:p>
          </p:txBody>
        </p:sp>
      </p:grpSp>
      <p:grpSp>
        <p:nvGrpSpPr>
          <p:cNvPr id="367" name="그룹 366">
            <a:extLst>
              <a:ext uri="{FF2B5EF4-FFF2-40B4-BE49-F238E27FC236}">
                <a16:creationId xmlns:a16="http://schemas.microsoft.com/office/drawing/2014/main" id="{6FAAEA9F-2342-4C38-B284-7D176247E39E}"/>
              </a:ext>
            </a:extLst>
          </p:cNvPr>
          <p:cNvGrpSpPr/>
          <p:nvPr/>
        </p:nvGrpSpPr>
        <p:grpSpPr>
          <a:xfrm>
            <a:off x="146120" y="1568624"/>
            <a:ext cx="4747758" cy="6408708"/>
            <a:chOff x="146120" y="1568624"/>
            <a:chExt cx="4747758" cy="6408708"/>
          </a:xfrm>
        </p:grpSpPr>
        <p:sp>
          <p:nvSpPr>
            <p:cNvPr id="368" name="직사각형 367">
              <a:extLst>
                <a:ext uri="{FF2B5EF4-FFF2-40B4-BE49-F238E27FC236}">
                  <a16:creationId xmlns:a16="http://schemas.microsoft.com/office/drawing/2014/main" id="{929975ED-3D35-4827-B2E3-1FB7AA1783CA}"/>
                </a:ext>
              </a:extLst>
            </p:cNvPr>
            <p:cNvSpPr/>
            <p:nvPr/>
          </p:nvSpPr>
          <p:spPr>
            <a:xfrm>
              <a:off x="179999" y="1604628"/>
              <a:ext cx="4680000" cy="6336000"/>
            </a:xfrm>
            <a:prstGeom prst="rect">
              <a:avLst/>
            </a:prstGeom>
            <a:solidFill>
              <a:schemeClr val="tx1">
                <a:alpha val="10000"/>
              </a:schemeClr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369" name="그룹 368">
              <a:extLst>
                <a:ext uri="{FF2B5EF4-FFF2-40B4-BE49-F238E27FC236}">
                  <a16:creationId xmlns:a16="http://schemas.microsoft.com/office/drawing/2014/main" id="{2ABC6BEC-146B-4AF4-98E0-ADD364A288F6}"/>
                </a:ext>
              </a:extLst>
            </p:cNvPr>
            <p:cNvGrpSpPr/>
            <p:nvPr/>
          </p:nvGrpSpPr>
          <p:grpSpPr>
            <a:xfrm>
              <a:off x="146120" y="1568624"/>
              <a:ext cx="4747758" cy="6408708"/>
              <a:chOff x="152640" y="1568624"/>
              <a:chExt cx="4747758" cy="6408708"/>
            </a:xfrm>
            <a:solidFill>
              <a:schemeClr val="bg1">
                <a:alpha val="50000"/>
              </a:schemeClr>
            </a:solidFill>
          </p:grpSpPr>
          <p:sp>
            <p:nvSpPr>
              <p:cNvPr id="370" name="직사각형 369">
                <a:extLst>
                  <a:ext uri="{FF2B5EF4-FFF2-40B4-BE49-F238E27FC236}">
                    <a16:creationId xmlns:a16="http://schemas.microsoft.com/office/drawing/2014/main" id="{BB9F648E-5052-446B-B750-104E19A289B5}"/>
                  </a:ext>
                </a:extLst>
              </p:cNvPr>
              <p:cNvSpPr/>
              <p:nvPr/>
            </p:nvSpPr>
            <p:spPr>
              <a:xfrm>
                <a:off x="184320" y="1568628"/>
                <a:ext cx="4680000" cy="36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71" name="직사각형 370">
                <a:extLst>
                  <a:ext uri="{FF2B5EF4-FFF2-40B4-BE49-F238E27FC236}">
                    <a16:creationId xmlns:a16="http://schemas.microsoft.com/office/drawing/2014/main" id="{BCE741AF-5FC3-442D-ACF5-2801D51B358F}"/>
                  </a:ext>
                </a:extLst>
              </p:cNvPr>
              <p:cNvSpPr/>
              <p:nvPr/>
            </p:nvSpPr>
            <p:spPr>
              <a:xfrm>
                <a:off x="184320" y="7941332"/>
                <a:ext cx="4680000" cy="36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72" name="직사각형 371">
                <a:extLst>
                  <a:ext uri="{FF2B5EF4-FFF2-40B4-BE49-F238E27FC236}">
                    <a16:creationId xmlns:a16="http://schemas.microsoft.com/office/drawing/2014/main" id="{C3E0FCCC-604F-43EF-967E-ECDBC02049C2}"/>
                  </a:ext>
                </a:extLst>
              </p:cNvPr>
              <p:cNvSpPr/>
              <p:nvPr/>
            </p:nvSpPr>
            <p:spPr>
              <a:xfrm rot="5400000">
                <a:off x="-3033360" y="4754624"/>
                <a:ext cx="6408000" cy="36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73" name="직사각형 372">
                <a:extLst>
                  <a:ext uri="{FF2B5EF4-FFF2-40B4-BE49-F238E27FC236}">
                    <a16:creationId xmlns:a16="http://schemas.microsoft.com/office/drawing/2014/main" id="{8CFF39A7-4652-45B7-987E-34140108F354}"/>
                  </a:ext>
                </a:extLst>
              </p:cNvPr>
              <p:cNvSpPr/>
              <p:nvPr/>
            </p:nvSpPr>
            <p:spPr>
              <a:xfrm rot="5400000">
                <a:off x="4360398" y="2072628"/>
                <a:ext cx="1044000" cy="36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74" name="직사각형 373">
                <a:extLst>
                  <a:ext uri="{FF2B5EF4-FFF2-40B4-BE49-F238E27FC236}">
                    <a16:creationId xmlns:a16="http://schemas.microsoft.com/office/drawing/2014/main" id="{9E7468F9-012C-4E7D-9EDC-9A6697BA1337}"/>
                  </a:ext>
                </a:extLst>
              </p:cNvPr>
              <p:cNvSpPr/>
              <p:nvPr/>
            </p:nvSpPr>
            <p:spPr>
              <a:xfrm rot="16200000">
                <a:off x="3532398" y="6609332"/>
                <a:ext cx="2700000" cy="36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sp>
        <p:nvSpPr>
          <p:cNvPr id="375" name="Text Box 53">
            <a:extLst>
              <a:ext uri="{FF2B5EF4-FFF2-40B4-BE49-F238E27FC236}">
                <a16:creationId xmlns:a16="http://schemas.microsoft.com/office/drawing/2014/main" id="{F8EC6CEE-EEE4-470B-A014-9CF6969FCFCA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341032" y="7589910"/>
            <a:ext cx="2875787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1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marL="177800" indent="-177800" defTabSz="793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1028700" indent="-457200" defTabSz="793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668463" indent="-454025" defTabSz="793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2317750" indent="-458788" defTabSz="793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965450" indent="-457200" defTabSz="793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3422650" indent="-457200" defTabSz="79375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3879850" indent="-457200" defTabSz="79375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4337050" indent="-457200" defTabSz="79375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4794250" indent="-457200" defTabSz="79375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indent="0" defTabSz="914400"/>
            <a:r>
              <a:rPr lang="ko-KR" altLang="en-US" sz="1200" dirty="0">
                <a:solidFill>
                  <a:schemeClr val="tx2">
                    <a:lumMod val="75000"/>
                    <a:alpha val="70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어린 아이에게서 배워라</a:t>
            </a:r>
            <a:r>
              <a:rPr lang="en-US" altLang="ko-KR" sz="1200" dirty="0">
                <a:solidFill>
                  <a:schemeClr val="tx2">
                    <a:lumMod val="75000"/>
                    <a:alpha val="70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. </a:t>
            </a:r>
            <a:r>
              <a:rPr lang="ko-KR" altLang="en-US" sz="1200" dirty="0">
                <a:solidFill>
                  <a:schemeClr val="tx2">
                    <a:lumMod val="75000"/>
                    <a:alpha val="70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그들에게는 꿈이 있다</a:t>
            </a:r>
            <a:r>
              <a:rPr lang="en-US" altLang="ko-KR" sz="1200" dirty="0">
                <a:solidFill>
                  <a:schemeClr val="tx2">
                    <a:lumMod val="75000"/>
                    <a:alpha val="70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.</a:t>
            </a:r>
          </a:p>
        </p:txBody>
      </p:sp>
      <p:pic>
        <p:nvPicPr>
          <p:cNvPr id="8" name="그래픽 7">
            <a:extLst>
              <a:ext uri="{FF2B5EF4-FFF2-40B4-BE49-F238E27FC236}">
                <a16:creationId xmlns:a16="http://schemas.microsoft.com/office/drawing/2014/main" id="{14FCFF3F-19C6-4BA8-A691-E8502C9E032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8883" t="7159" r="36673" b="51796"/>
          <a:stretch/>
        </p:blipFill>
        <p:spPr>
          <a:xfrm rot="20700000">
            <a:off x="3168429" y="5724339"/>
            <a:ext cx="2441614" cy="2382156"/>
          </a:xfrm>
          <a:prstGeom prst="rect">
            <a:avLst/>
          </a:prstGeom>
        </p:spPr>
      </p:pic>
      <p:grpSp>
        <p:nvGrpSpPr>
          <p:cNvPr id="354" name="그룹 353">
            <a:extLst>
              <a:ext uri="{FF2B5EF4-FFF2-40B4-BE49-F238E27FC236}">
                <a16:creationId xmlns:a16="http://schemas.microsoft.com/office/drawing/2014/main" id="{C3FA67EA-4870-4CB2-94EE-EA692E39E7A8}"/>
              </a:ext>
            </a:extLst>
          </p:cNvPr>
          <p:cNvGrpSpPr/>
          <p:nvPr/>
        </p:nvGrpSpPr>
        <p:grpSpPr>
          <a:xfrm>
            <a:off x="5773062" y="2476747"/>
            <a:ext cx="828000" cy="991938"/>
            <a:chOff x="5121000" y="1584262"/>
            <a:chExt cx="828000" cy="991938"/>
          </a:xfrm>
        </p:grpSpPr>
        <p:sp>
          <p:nvSpPr>
            <p:cNvPr id="376" name="사각형: 둥근 모서리 375">
              <a:extLst>
                <a:ext uri="{FF2B5EF4-FFF2-40B4-BE49-F238E27FC236}">
                  <a16:creationId xmlns:a16="http://schemas.microsoft.com/office/drawing/2014/main" id="{129B86E6-1CB4-4133-B302-0EA7CD93AE10}"/>
                </a:ext>
              </a:extLst>
            </p:cNvPr>
            <p:cNvSpPr/>
            <p:nvPr/>
          </p:nvSpPr>
          <p:spPr>
            <a:xfrm>
              <a:off x="5121000" y="1584262"/>
              <a:ext cx="828000" cy="828000"/>
            </a:xfrm>
            <a:prstGeom prst="roundRect">
              <a:avLst/>
            </a:prstGeom>
            <a:solidFill>
              <a:srgbClr val="F2DC4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36000" bIns="0" rtlCol="0" anchor="ctr"/>
            <a:lstStyle/>
            <a:p>
              <a:pPr algn="ctr" defTabSz="825500" hangingPunct="0">
                <a:defRPr/>
              </a:pPr>
              <a:r>
                <a:rPr lang="ko-KR" altLang="en-US" sz="2400" kern="0">
                  <a:solidFill>
                    <a:srgbClr val="232422"/>
                  </a:solidFill>
                  <a:latin typeface="G마켓 산스 Medium" panose="02000000000000000000" pitchFamily="50" charset="-127"/>
                  <a:ea typeface="G마켓 산스 Medium" panose="02000000000000000000" pitchFamily="50" charset="-127"/>
                  <a:cs typeface="Montserrat ExtraBold"/>
                  <a:sym typeface="Montserrat ExtraBold"/>
                </a:rPr>
                <a:t>아이</a:t>
              </a:r>
              <a:endParaRPr lang="ko-KR" altLang="en-US" sz="2400" kern="0" dirty="0">
                <a:solidFill>
                  <a:srgbClr val="232422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  <a:cs typeface="Montserrat ExtraBold"/>
                <a:sym typeface="Montserrat ExtraBold"/>
              </a:endParaRPr>
            </a:p>
          </p:txBody>
        </p:sp>
        <p:sp>
          <p:nvSpPr>
            <p:cNvPr id="377" name="직각 삼각형 376">
              <a:extLst>
                <a:ext uri="{FF2B5EF4-FFF2-40B4-BE49-F238E27FC236}">
                  <a16:creationId xmlns:a16="http://schemas.microsoft.com/office/drawing/2014/main" id="{7AC2E853-0E8F-445E-A327-C80F98994DB8}"/>
                </a:ext>
              </a:extLst>
            </p:cNvPr>
            <p:cNvSpPr/>
            <p:nvPr/>
          </p:nvSpPr>
          <p:spPr>
            <a:xfrm flipV="1">
              <a:off x="5121001" y="2252700"/>
              <a:ext cx="295692" cy="323500"/>
            </a:xfrm>
            <a:prstGeom prst="rtTriangle">
              <a:avLst/>
            </a:prstGeom>
            <a:solidFill>
              <a:srgbClr val="F2DC4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85" name="그룹 384">
            <a:extLst>
              <a:ext uri="{FF2B5EF4-FFF2-40B4-BE49-F238E27FC236}">
                <a16:creationId xmlns:a16="http://schemas.microsoft.com/office/drawing/2014/main" id="{E55F6F2F-DC99-4936-9773-AEE7161B56D9}"/>
              </a:ext>
            </a:extLst>
          </p:cNvPr>
          <p:cNvGrpSpPr/>
          <p:nvPr/>
        </p:nvGrpSpPr>
        <p:grpSpPr>
          <a:xfrm>
            <a:off x="6750000" y="0"/>
            <a:ext cx="108000" cy="1964668"/>
            <a:chOff x="0" y="0"/>
            <a:chExt cx="144000" cy="9906000"/>
          </a:xfrm>
        </p:grpSpPr>
        <p:sp>
          <p:nvSpPr>
            <p:cNvPr id="386" name="직사각형 385">
              <a:extLst>
                <a:ext uri="{FF2B5EF4-FFF2-40B4-BE49-F238E27FC236}">
                  <a16:creationId xmlns:a16="http://schemas.microsoft.com/office/drawing/2014/main" id="{5742FF92-F6C7-4301-A1A8-86B6D341BE32}"/>
                </a:ext>
              </a:extLst>
            </p:cNvPr>
            <p:cNvSpPr/>
            <p:nvPr/>
          </p:nvSpPr>
          <p:spPr>
            <a:xfrm>
              <a:off x="0" y="0"/>
              <a:ext cx="144000" cy="1656000"/>
            </a:xfrm>
            <a:prstGeom prst="rect">
              <a:avLst/>
            </a:prstGeom>
            <a:solidFill>
              <a:srgbClr val="019B8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  <p:sp>
          <p:nvSpPr>
            <p:cNvPr id="387" name="직사각형 386">
              <a:extLst>
                <a:ext uri="{FF2B5EF4-FFF2-40B4-BE49-F238E27FC236}">
                  <a16:creationId xmlns:a16="http://schemas.microsoft.com/office/drawing/2014/main" id="{F4D44D3F-9F81-4EB9-B213-1E481FD9650E}"/>
                </a:ext>
              </a:extLst>
            </p:cNvPr>
            <p:cNvSpPr/>
            <p:nvPr/>
          </p:nvSpPr>
          <p:spPr>
            <a:xfrm>
              <a:off x="0" y="1650000"/>
              <a:ext cx="144000" cy="1656000"/>
            </a:xfrm>
            <a:prstGeom prst="rect">
              <a:avLst/>
            </a:prstGeom>
            <a:solidFill>
              <a:srgbClr val="87AE1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  <p:sp>
          <p:nvSpPr>
            <p:cNvPr id="388" name="직사각형 387">
              <a:extLst>
                <a:ext uri="{FF2B5EF4-FFF2-40B4-BE49-F238E27FC236}">
                  <a16:creationId xmlns:a16="http://schemas.microsoft.com/office/drawing/2014/main" id="{EF04C129-E648-4B5D-B207-6839C59A242A}"/>
                </a:ext>
              </a:extLst>
            </p:cNvPr>
            <p:cNvSpPr/>
            <p:nvPr/>
          </p:nvSpPr>
          <p:spPr>
            <a:xfrm>
              <a:off x="0" y="3300000"/>
              <a:ext cx="144000" cy="1656000"/>
            </a:xfrm>
            <a:prstGeom prst="rect">
              <a:avLst/>
            </a:prstGeom>
            <a:solidFill>
              <a:srgbClr val="F7AC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  <p:sp>
          <p:nvSpPr>
            <p:cNvPr id="389" name="직사각형 388">
              <a:extLst>
                <a:ext uri="{FF2B5EF4-FFF2-40B4-BE49-F238E27FC236}">
                  <a16:creationId xmlns:a16="http://schemas.microsoft.com/office/drawing/2014/main" id="{6CD8C7B0-6E86-4850-A0D6-1FE1136E0823}"/>
                </a:ext>
              </a:extLst>
            </p:cNvPr>
            <p:cNvSpPr/>
            <p:nvPr/>
          </p:nvSpPr>
          <p:spPr>
            <a:xfrm>
              <a:off x="0" y="4950000"/>
              <a:ext cx="144000" cy="1656000"/>
            </a:xfrm>
            <a:prstGeom prst="rect">
              <a:avLst/>
            </a:prstGeom>
            <a:solidFill>
              <a:srgbClr val="E752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  <p:sp>
          <p:nvSpPr>
            <p:cNvPr id="390" name="직사각형 389">
              <a:extLst>
                <a:ext uri="{FF2B5EF4-FFF2-40B4-BE49-F238E27FC236}">
                  <a16:creationId xmlns:a16="http://schemas.microsoft.com/office/drawing/2014/main" id="{2A95EECF-5E90-4195-8A4B-586496247684}"/>
                </a:ext>
              </a:extLst>
            </p:cNvPr>
            <p:cNvSpPr/>
            <p:nvPr/>
          </p:nvSpPr>
          <p:spPr>
            <a:xfrm>
              <a:off x="0" y="6600000"/>
              <a:ext cx="144000" cy="1656000"/>
            </a:xfrm>
            <a:prstGeom prst="rect">
              <a:avLst/>
            </a:prstGeom>
            <a:solidFill>
              <a:srgbClr val="C9196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  <p:sp>
          <p:nvSpPr>
            <p:cNvPr id="391" name="직사각형 390">
              <a:extLst>
                <a:ext uri="{FF2B5EF4-FFF2-40B4-BE49-F238E27FC236}">
                  <a16:creationId xmlns:a16="http://schemas.microsoft.com/office/drawing/2014/main" id="{7A803B9A-A749-4D14-807F-E8F0E730093D}"/>
                </a:ext>
              </a:extLst>
            </p:cNvPr>
            <p:cNvSpPr/>
            <p:nvPr/>
          </p:nvSpPr>
          <p:spPr>
            <a:xfrm>
              <a:off x="0" y="8250000"/>
              <a:ext cx="144000" cy="1656000"/>
            </a:xfrm>
            <a:prstGeom prst="rect">
              <a:avLst/>
            </a:prstGeom>
            <a:solidFill>
              <a:srgbClr val="4E1E4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</p:grpSp>
      <p:grpSp>
        <p:nvGrpSpPr>
          <p:cNvPr id="378" name="그룹 377">
            <a:extLst>
              <a:ext uri="{FF2B5EF4-FFF2-40B4-BE49-F238E27FC236}">
                <a16:creationId xmlns:a16="http://schemas.microsoft.com/office/drawing/2014/main" id="{D6E157AE-D040-476B-97BF-CF5B28249BDD}"/>
              </a:ext>
            </a:extLst>
          </p:cNvPr>
          <p:cNvGrpSpPr/>
          <p:nvPr/>
        </p:nvGrpSpPr>
        <p:grpSpPr>
          <a:xfrm>
            <a:off x="165408" y="8606080"/>
            <a:ext cx="5279048" cy="811416"/>
            <a:chOff x="165408" y="8606080"/>
            <a:chExt cx="5279048" cy="811416"/>
          </a:xfrm>
        </p:grpSpPr>
        <p:sp>
          <p:nvSpPr>
            <p:cNvPr id="379" name="Text Box 53">
              <a:extLst>
                <a:ext uri="{FF2B5EF4-FFF2-40B4-BE49-F238E27FC236}">
                  <a16:creationId xmlns:a16="http://schemas.microsoft.com/office/drawing/2014/main" id="{94369A87-A52E-4AD6-AFE4-511587C5D6B8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2938061" y="9021452"/>
              <a:ext cx="804707" cy="1264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CC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bg1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defPPr>
                <a:defRPr lang="en-US"/>
              </a:defPPr>
              <a:lvl1pPr lvl="0" indent="0" defTabSz="914400">
                <a:spcBef>
                  <a:spcPts val="1000"/>
                </a:spcBef>
                <a:defRPr kumimoji="1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  <a:ea typeface="굴림" panose="020B0600000101010101" pitchFamily="50" charset="-127"/>
                </a:defRPr>
              </a:lvl1pPr>
              <a:lvl2pPr marL="1028700" indent="-457200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668463" indent="-454025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2317750" indent="-458788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965450" indent="-457200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34226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38798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43370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47942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>
                <a:lnSpc>
                  <a:spcPct val="110000"/>
                </a:lnSpc>
                <a:spcBef>
                  <a:spcPts val="0"/>
                </a:spcBef>
              </a:pPr>
              <a:r>
                <a:rPr lang="en-US" altLang="ko-KR" dirty="0"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sample@mail.com</a:t>
              </a:r>
              <a:endParaRPr lang="ko-KR" altLang="en-US" dirty="0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endParaRPr>
            </a:p>
          </p:txBody>
        </p:sp>
        <p:sp>
          <p:nvSpPr>
            <p:cNvPr id="380" name="任意形状 978">
              <a:extLst>
                <a:ext uri="{FF2B5EF4-FFF2-40B4-BE49-F238E27FC236}">
                  <a16:creationId xmlns:a16="http://schemas.microsoft.com/office/drawing/2014/main" id="{7D8E1E95-DA06-4F5F-9B3E-4C3AABF4F7D8}"/>
                </a:ext>
              </a:extLst>
            </p:cNvPr>
            <p:cNvSpPr/>
            <p:nvPr/>
          </p:nvSpPr>
          <p:spPr>
            <a:xfrm>
              <a:off x="2751048" y="9030182"/>
              <a:ext cx="134750" cy="1179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" y="0"/>
                  </a:moveTo>
                  <a:lnTo>
                    <a:pt x="20520" y="0"/>
                  </a:lnTo>
                  <a:cubicBezTo>
                    <a:pt x="21117" y="0"/>
                    <a:pt x="21600" y="537"/>
                    <a:pt x="21600" y="1200"/>
                  </a:cubicBezTo>
                  <a:lnTo>
                    <a:pt x="21600" y="20400"/>
                  </a:lnTo>
                  <a:cubicBezTo>
                    <a:pt x="21600" y="21063"/>
                    <a:pt x="21117" y="21600"/>
                    <a:pt x="20520" y="21600"/>
                  </a:cubicBezTo>
                  <a:lnTo>
                    <a:pt x="1080" y="21600"/>
                  </a:lnTo>
                  <a:cubicBezTo>
                    <a:pt x="483" y="21600"/>
                    <a:pt x="0" y="21063"/>
                    <a:pt x="0" y="20400"/>
                  </a:cubicBezTo>
                  <a:lnTo>
                    <a:pt x="0" y="1200"/>
                  </a:lnTo>
                  <a:cubicBezTo>
                    <a:pt x="0" y="537"/>
                    <a:pt x="483" y="0"/>
                    <a:pt x="1080" y="0"/>
                  </a:cubicBezTo>
                  <a:close/>
                  <a:moveTo>
                    <a:pt x="19440" y="5086"/>
                  </a:moveTo>
                  <a:lnTo>
                    <a:pt x="10878" y="13606"/>
                  </a:lnTo>
                  <a:lnTo>
                    <a:pt x="2160" y="5059"/>
                  </a:lnTo>
                  <a:lnTo>
                    <a:pt x="2160" y="19200"/>
                  </a:lnTo>
                  <a:lnTo>
                    <a:pt x="19440" y="19200"/>
                  </a:lnTo>
                  <a:lnTo>
                    <a:pt x="19440" y="5086"/>
                  </a:lnTo>
                  <a:close/>
                  <a:moveTo>
                    <a:pt x="2712" y="2400"/>
                  </a:moveTo>
                  <a:lnTo>
                    <a:pt x="10866" y="10394"/>
                  </a:lnTo>
                  <a:lnTo>
                    <a:pt x="18902" y="2400"/>
                  </a:lnTo>
                  <a:lnTo>
                    <a:pt x="2712" y="240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9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381" name="Text Box 53">
              <a:extLst>
                <a:ext uri="{FF2B5EF4-FFF2-40B4-BE49-F238E27FC236}">
                  <a16:creationId xmlns:a16="http://schemas.microsoft.com/office/drawing/2014/main" id="{74B213A0-4929-4C74-8719-7C22933AAD1A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4642224" y="9021452"/>
              <a:ext cx="795089" cy="1264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CC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bg1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defPPr>
                <a:defRPr lang="en-US"/>
              </a:defPPr>
              <a:lvl1pPr lvl="0" indent="0" defTabSz="914400">
                <a:spcBef>
                  <a:spcPts val="1000"/>
                </a:spcBef>
                <a:defRPr kumimoji="1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  <a:ea typeface="굴림" panose="020B0600000101010101" pitchFamily="50" charset="-127"/>
                </a:defRPr>
              </a:lvl1pPr>
              <a:lvl2pPr marL="1028700" indent="-457200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668463" indent="-454025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2317750" indent="-458788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965450" indent="-457200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34226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38798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43370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47942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>
                <a:lnSpc>
                  <a:spcPct val="110000"/>
                </a:lnSpc>
                <a:spcBef>
                  <a:spcPts val="0"/>
                </a:spcBef>
              </a:pPr>
              <a:r>
                <a:rPr lang="en-US" altLang="ko-KR" dirty="0"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www.sample.com</a:t>
              </a:r>
              <a:endParaRPr lang="ko-KR" altLang="en-US" dirty="0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endParaRPr>
            </a:p>
          </p:txBody>
        </p:sp>
        <p:sp>
          <p:nvSpPr>
            <p:cNvPr id="382" name="任意形状 412">
              <a:extLst>
                <a:ext uri="{FF2B5EF4-FFF2-40B4-BE49-F238E27FC236}">
                  <a16:creationId xmlns:a16="http://schemas.microsoft.com/office/drawing/2014/main" id="{25EECA92-CF7C-4E73-9767-5A77CC8096A2}"/>
                </a:ext>
              </a:extLst>
            </p:cNvPr>
            <p:cNvSpPr/>
            <p:nvPr/>
          </p:nvSpPr>
          <p:spPr>
            <a:xfrm>
              <a:off x="4438947" y="9022972"/>
              <a:ext cx="148226" cy="13238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05" extrusionOk="0">
                  <a:moveTo>
                    <a:pt x="17673" y="21505"/>
                  </a:moveTo>
                  <a:lnTo>
                    <a:pt x="3927" y="21505"/>
                  </a:lnTo>
                  <a:cubicBezTo>
                    <a:pt x="3385" y="21505"/>
                    <a:pt x="2945" y="21015"/>
                    <a:pt x="2945" y="20411"/>
                  </a:cubicBezTo>
                  <a:lnTo>
                    <a:pt x="2945" y="10560"/>
                  </a:lnTo>
                  <a:lnTo>
                    <a:pt x="0" y="10560"/>
                  </a:lnTo>
                  <a:lnTo>
                    <a:pt x="10139" y="285"/>
                  </a:lnTo>
                  <a:cubicBezTo>
                    <a:pt x="10514" y="-95"/>
                    <a:pt x="11086" y="-95"/>
                    <a:pt x="11461" y="285"/>
                  </a:cubicBezTo>
                  <a:lnTo>
                    <a:pt x="21600" y="10560"/>
                  </a:lnTo>
                  <a:lnTo>
                    <a:pt x="18655" y="10560"/>
                  </a:lnTo>
                  <a:lnTo>
                    <a:pt x="18655" y="20411"/>
                  </a:lnTo>
                  <a:cubicBezTo>
                    <a:pt x="18655" y="21015"/>
                    <a:pt x="18215" y="21505"/>
                    <a:pt x="17673" y="21505"/>
                  </a:cubicBezTo>
                  <a:close/>
                  <a:moveTo>
                    <a:pt x="4909" y="19316"/>
                  </a:moveTo>
                  <a:lnTo>
                    <a:pt x="16691" y="19316"/>
                  </a:lnTo>
                  <a:lnTo>
                    <a:pt x="16691" y="8543"/>
                  </a:lnTo>
                  <a:lnTo>
                    <a:pt x="10800" y="2574"/>
                  </a:lnTo>
                  <a:lnTo>
                    <a:pt x="4909" y="8543"/>
                  </a:lnTo>
                  <a:lnTo>
                    <a:pt x="4909" y="19316"/>
                  </a:lnTo>
                  <a:close/>
                  <a:moveTo>
                    <a:pt x="6873" y="14938"/>
                  </a:moveTo>
                  <a:lnTo>
                    <a:pt x="14727" y="14938"/>
                  </a:lnTo>
                  <a:lnTo>
                    <a:pt x="14727" y="17127"/>
                  </a:lnTo>
                  <a:lnTo>
                    <a:pt x="6873" y="17127"/>
                  </a:lnTo>
                  <a:lnTo>
                    <a:pt x="6873" y="14938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9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383" name="Text Box 53">
              <a:extLst>
                <a:ext uri="{FF2B5EF4-FFF2-40B4-BE49-F238E27FC236}">
                  <a16:creationId xmlns:a16="http://schemas.microsoft.com/office/drawing/2014/main" id="{646FD537-2232-4672-9D10-8FB09A063FA4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2926779" y="9260807"/>
              <a:ext cx="2517677" cy="1264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CC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bg1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defPPr>
                <a:defRPr lang="en-US"/>
              </a:defPPr>
              <a:lvl1pPr lvl="0" indent="0" defTabSz="914400">
                <a:lnSpc>
                  <a:spcPct val="110000"/>
                </a:lnSpc>
                <a:spcBef>
                  <a:spcPts val="0"/>
                </a:spcBef>
                <a:defRPr kumimoji="1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defRPr>
              </a:lvl1pPr>
              <a:lvl2pPr marL="1028700" indent="-457200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668463" indent="-454025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2317750" indent="-458788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965450" indent="-457200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34226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38798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43370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47942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r>
                <a:rPr lang="ko-KR" altLang="en-US" spc="10" dirty="0"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서울특별시 강남구 테헤란로 </a:t>
              </a:r>
              <a:r>
                <a:rPr lang="en-US" altLang="ko-KR" spc="10" dirty="0"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123</a:t>
              </a:r>
              <a:r>
                <a:rPr lang="ko-KR" altLang="en-US" spc="10" dirty="0"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길 </a:t>
              </a:r>
              <a:r>
                <a:rPr lang="en-US" altLang="ko-KR" spc="10" dirty="0"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45, </a:t>
              </a:r>
              <a:r>
                <a:rPr lang="ko-KR" altLang="en-US" spc="10" dirty="0" err="1"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카리버</a:t>
              </a:r>
              <a:r>
                <a:rPr lang="ko-KR" altLang="en-US" spc="10" dirty="0"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 오피스텔 </a:t>
              </a:r>
              <a:r>
                <a:rPr lang="en-US" altLang="ko-KR" spc="10" dirty="0"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101</a:t>
              </a:r>
              <a:r>
                <a:rPr lang="ko-KR" altLang="en-US" spc="10" dirty="0"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호</a:t>
              </a:r>
              <a:endParaRPr lang="en-US" altLang="ko-KR" spc="10" dirty="0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endParaRPr>
            </a:p>
          </p:txBody>
        </p:sp>
        <p:grpSp>
          <p:nvGrpSpPr>
            <p:cNvPr id="384" name="그룹 383">
              <a:extLst>
                <a:ext uri="{FF2B5EF4-FFF2-40B4-BE49-F238E27FC236}">
                  <a16:creationId xmlns:a16="http://schemas.microsoft.com/office/drawing/2014/main" id="{F12F56BD-2C0A-4753-AA61-981FBE7072C0}"/>
                </a:ext>
              </a:extLst>
            </p:cNvPr>
            <p:cNvGrpSpPr/>
            <p:nvPr/>
          </p:nvGrpSpPr>
          <p:grpSpPr>
            <a:xfrm>
              <a:off x="179300" y="9001029"/>
              <a:ext cx="2152472" cy="405569"/>
              <a:chOff x="4220940" y="8177794"/>
              <a:chExt cx="2152472" cy="405569"/>
            </a:xfrm>
          </p:grpSpPr>
          <p:sp>
            <p:nvSpPr>
              <p:cNvPr id="398" name="Oval 3">
                <a:extLst>
                  <a:ext uri="{FF2B5EF4-FFF2-40B4-BE49-F238E27FC236}">
                    <a16:creationId xmlns:a16="http://schemas.microsoft.com/office/drawing/2014/main" id="{794E0993-BEC1-4E1E-84B4-634F1A7530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20940" y="8177794"/>
                <a:ext cx="405568" cy="405569"/>
              </a:xfrm>
              <a:prstGeom prst="ellipse">
                <a:avLst/>
              </a:prstGeom>
              <a:noFill/>
              <a:ln w="12700">
                <a:solidFill>
                  <a:schemeClr val="bg1">
                    <a:lumMod val="85000"/>
                    <a:alpha val="71000"/>
                  </a:schemeClr>
                </a:solidFill>
              </a:ln>
              <a:effectLst/>
            </p:spPr>
            <p:txBody>
              <a:bodyPr lIns="50800" tIns="50800" rIns="50800" bIns="50800" anchor="ctr"/>
              <a:lstStyle/>
              <a:p>
                <a:endParaRPr lang="en-US" altLang="en-US" sz="3200" dirty="0">
                  <a:solidFill>
                    <a:srgbClr val="FFFFFF"/>
                  </a:solidFill>
                  <a:latin typeface="Pretendard ExtraLight" panose="02000303000000020004" pitchFamily="50" charset="-127"/>
                  <a:ea typeface="Poppins" charset="0"/>
                  <a:cs typeface="Poppins" charset="0"/>
                  <a:sym typeface="Helvetica Light" charset="0"/>
                </a:endParaRPr>
              </a:p>
            </p:txBody>
          </p:sp>
          <p:sp>
            <p:nvSpPr>
              <p:cNvPr id="399" name="AutoShape 4">
                <a:extLst>
                  <a:ext uri="{FF2B5EF4-FFF2-40B4-BE49-F238E27FC236}">
                    <a16:creationId xmlns:a16="http://schemas.microsoft.com/office/drawing/2014/main" id="{A018F10F-186C-4747-8E90-A796FE8F7C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77971" y="8294155"/>
                <a:ext cx="91507" cy="172846"/>
              </a:xfrm>
              <a:custGeom>
                <a:avLst/>
                <a:gdLst>
                  <a:gd name="T0" fmla="*/ 64294 w 21600"/>
                  <a:gd name="T1" fmla="*/ 121479 h 21595"/>
                  <a:gd name="T2" fmla="*/ 64294 w 21600"/>
                  <a:gd name="T3" fmla="*/ 121479 h 21595"/>
                  <a:gd name="T4" fmla="*/ 64294 w 21600"/>
                  <a:gd name="T5" fmla="*/ 121479 h 21595"/>
                  <a:gd name="T6" fmla="*/ 64294 w 21600"/>
                  <a:gd name="T7" fmla="*/ 121479 h 2159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595">
                    <a:moveTo>
                      <a:pt x="14325" y="0"/>
                    </a:moveTo>
                    <a:cubicBezTo>
                      <a:pt x="11947" y="-5"/>
                      <a:pt x="9683" y="535"/>
                      <a:pt x="8120" y="1477"/>
                    </a:cubicBezTo>
                    <a:cubicBezTo>
                      <a:pt x="6945" y="2186"/>
                      <a:pt x="6249" y="3081"/>
                      <a:pt x="6144" y="4019"/>
                    </a:cubicBezTo>
                    <a:lnTo>
                      <a:pt x="6123" y="7733"/>
                    </a:lnTo>
                    <a:lnTo>
                      <a:pt x="0" y="7733"/>
                    </a:lnTo>
                    <a:lnTo>
                      <a:pt x="0" y="11796"/>
                    </a:lnTo>
                    <a:lnTo>
                      <a:pt x="6103" y="11796"/>
                    </a:lnTo>
                    <a:lnTo>
                      <a:pt x="6052" y="21595"/>
                    </a:lnTo>
                    <a:lnTo>
                      <a:pt x="14509" y="21595"/>
                    </a:lnTo>
                    <a:lnTo>
                      <a:pt x="14509" y="11796"/>
                    </a:lnTo>
                    <a:lnTo>
                      <a:pt x="20469" y="11796"/>
                    </a:lnTo>
                    <a:lnTo>
                      <a:pt x="21447" y="7733"/>
                    </a:lnTo>
                    <a:lnTo>
                      <a:pt x="14509" y="7733"/>
                    </a:lnTo>
                    <a:lnTo>
                      <a:pt x="14509" y="4988"/>
                    </a:lnTo>
                    <a:cubicBezTo>
                      <a:pt x="14453" y="4560"/>
                      <a:pt x="14822" y="4150"/>
                      <a:pt x="15487" y="3901"/>
                    </a:cubicBezTo>
                    <a:cubicBezTo>
                      <a:pt x="15925" y="3738"/>
                      <a:pt x="16459" y="3660"/>
                      <a:pt x="16995" y="3682"/>
                    </a:cubicBezTo>
                    <a:lnTo>
                      <a:pt x="21600" y="3677"/>
                    </a:lnTo>
                    <a:lnTo>
                      <a:pt x="21590" y="0"/>
                    </a:lnTo>
                    <a:lnTo>
                      <a:pt x="14325" y="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p:spPr>
            <p:txBody>
              <a:bodyPr lIns="50800" tIns="50800" rIns="50800" bIns="5080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400" name="Oval 6">
                <a:extLst>
                  <a:ext uri="{FF2B5EF4-FFF2-40B4-BE49-F238E27FC236}">
                    <a16:creationId xmlns:a16="http://schemas.microsoft.com/office/drawing/2014/main" id="{518F3268-66A6-4838-8E4F-0459E889CD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03241" y="8177794"/>
                <a:ext cx="405568" cy="405569"/>
              </a:xfrm>
              <a:prstGeom prst="ellipse">
                <a:avLst/>
              </a:prstGeom>
              <a:noFill/>
              <a:ln w="12700">
                <a:solidFill>
                  <a:schemeClr val="bg1">
                    <a:lumMod val="85000"/>
                    <a:alpha val="71000"/>
                  </a:schemeClr>
                </a:solidFill>
              </a:ln>
              <a:effectLst/>
            </p:spPr>
            <p:txBody>
              <a:bodyPr lIns="50800" tIns="50800" rIns="50800" bIns="50800" anchor="ctr"/>
              <a:lstStyle/>
              <a:p>
                <a:endParaRPr lang="en-US" altLang="en-US" sz="3200" dirty="0">
                  <a:solidFill>
                    <a:srgbClr val="FFFFFF"/>
                  </a:solidFill>
                  <a:latin typeface="Pretendard ExtraLight" panose="02000303000000020004" pitchFamily="50" charset="-127"/>
                  <a:ea typeface="Poppins" charset="0"/>
                  <a:cs typeface="Poppins" charset="0"/>
                  <a:sym typeface="Helvetica Light" charset="0"/>
                </a:endParaRPr>
              </a:p>
            </p:txBody>
          </p:sp>
          <p:sp>
            <p:nvSpPr>
              <p:cNvPr id="401" name="AutoShape 7">
                <a:extLst>
                  <a:ext uri="{FF2B5EF4-FFF2-40B4-BE49-F238E27FC236}">
                    <a16:creationId xmlns:a16="http://schemas.microsoft.com/office/drawing/2014/main" id="{CB2AF532-5CCE-47B4-8AA8-99D7E69F15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25985" y="8307712"/>
                <a:ext cx="176236" cy="145733"/>
              </a:xfrm>
              <a:custGeom>
                <a:avLst/>
                <a:gdLst>
                  <a:gd name="T0" fmla="*/ 123825 w 21600"/>
                  <a:gd name="T1" fmla="*/ 106380 h 20609"/>
                  <a:gd name="T2" fmla="*/ 123825 w 21600"/>
                  <a:gd name="T3" fmla="*/ 106380 h 20609"/>
                  <a:gd name="T4" fmla="*/ 123825 w 21600"/>
                  <a:gd name="T5" fmla="*/ 106380 h 20609"/>
                  <a:gd name="T6" fmla="*/ 123825 w 21600"/>
                  <a:gd name="T7" fmla="*/ 106380 h 2060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0609">
                    <a:moveTo>
                      <a:pt x="20989" y="488"/>
                    </a:moveTo>
                    <a:cubicBezTo>
                      <a:pt x="20829" y="951"/>
                      <a:pt x="20629" y="1394"/>
                      <a:pt x="20393" y="1811"/>
                    </a:cubicBezTo>
                    <a:cubicBezTo>
                      <a:pt x="20078" y="2370"/>
                      <a:pt x="19700" y="2878"/>
                      <a:pt x="19269" y="3322"/>
                    </a:cubicBezTo>
                    <a:cubicBezTo>
                      <a:pt x="19683" y="3307"/>
                      <a:pt x="20095" y="3243"/>
                      <a:pt x="20498" y="3130"/>
                    </a:cubicBezTo>
                    <a:cubicBezTo>
                      <a:pt x="20877" y="3024"/>
                      <a:pt x="21246" y="2876"/>
                      <a:pt x="21600" y="2687"/>
                    </a:cubicBezTo>
                    <a:cubicBezTo>
                      <a:pt x="21316" y="3218"/>
                      <a:pt x="20987" y="3713"/>
                      <a:pt x="20617" y="4166"/>
                    </a:cubicBezTo>
                    <a:cubicBezTo>
                      <a:pt x="20223" y="4649"/>
                      <a:pt x="19784" y="5081"/>
                      <a:pt x="19309" y="5454"/>
                    </a:cubicBezTo>
                    <a:cubicBezTo>
                      <a:pt x="19444" y="7795"/>
                      <a:pt x="19109" y="10097"/>
                      <a:pt x="18370" y="12200"/>
                    </a:cubicBezTo>
                    <a:cubicBezTo>
                      <a:pt x="17648" y="14253"/>
                      <a:pt x="16533" y="16141"/>
                      <a:pt x="14986" y="17569"/>
                    </a:cubicBezTo>
                    <a:cubicBezTo>
                      <a:pt x="13903" y="18568"/>
                      <a:pt x="12649" y="19278"/>
                      <a:pt x="11333" y="19776"/>
                    </a:cubicBezTo>
                    <a:cubicBezTo>
                      <a:pt x="7577" y="21197"/>
                      <a:pt x="3487" y="20789"/>
                      <a:pt x="0" y="18635"/>
                    </a:cubicBezTo>
                    <a:cubicBezTo>
                      <a:pt x="1193" y="18716"/>
                      <a:pt x="2389" y="18532"/>
                      <a:pt x="3523" y="18094"/>
                    </a:cubicBezTo>
                    <a:cubicBezTo>
                      <a:pt x="4495" y="17719"/>
                      <a:pt x="5407" y="17162"/>
                      <a:pt x="6225" y="16446"/>
                    </a:cubicBezTo>
                    <a:cubicBezTo>
                      <a:pt x="5098" y="16406"/>
                      <a:pt x="4024" y="15887"/>
                      <a:pt x="3208" y="14986"/>
                    </a:cubicBezTo>
                    <a:cubicBezTo>
                      <a:pt x="2632" y="14351"/>
                      <a:pt x="2210" y="13551"/>
                      <a:pt x="1985" y="12667"/>
                    </a:cubicBezTo>
                    <a:cubicBezTo>
                      <a:pt x="2291" y="12709"/>
                      <a:pt x="2600" y="12724"/>
                      <a:pt x="2908" y="12712"/>
                    </a:cubicBezTo>
                    <a:cubicBezTo>
                      <a:pt x="3196" y="12701"/>
                      <a:pt x="3482" y="12666"/>
                      <a:pt x="3766" y="12608"/>
                    </a:cubicBezTo>
                    <a:cubicBezTo>
                      <a:pt x="2710" y="12261"/>
                      <a:pt x="1802" y="11471"/>
                      <a:pt x="1219" y="10392"/>
                    </a:cubicBezTo>
                    <a:cubicBezTo>
                      <a:pt x="728" y="9483"/>
                      <a:pt x="496" y="8418"/>
                      <a:pt x="556" y="7347"/>
                    </a:cubicBezTo>
                    <a:cubicBezTo>
                      <a:pt x="865" y="7528"/>
                      <a:pt x="1185" y="7682"/>
                      <a:pt x="1514" y="7808"/>
                    </a:cubicBezTo>
                    <a:cubicBezTo>
                      <a:pt x="1827" y="7928"/>
                      <a:pt x="2147" y="8023"/>
                      <a:pt x="2471" y="8092"/>
                    </a:cubicBezTo>
                    <a:cubicBezTo>
                      <a:pt x="1633" y="7267"/>
                      <a:pt x="1044" y="6153"/>
                      <a:pt x="791" y="4912"/>
                    </a:cubicBezTo>
                    <a:cubicBezTo>
                      <a:pt x="541" y="3690"/>
                      <a:pt x="630" y="2408"/>
                      <a:pt x="1044" y="1248"/>
                    </a:cubicBezTo>
                    <a:cubicBezTo>
                      <a:pt x="2154" y="2776"/>
                      <a:pt x="3509" y="4041"/>
                      <a:pt x="5034" y="4972"/>
                    </a:cubicBezTo>
                    <a:cubicBezTo>
                      <a:pt x="6714" y="5998"/>
                      <a:pt x="8564" y="6597"/>
                      <a:pt x="10460" y="6728"/>
                    </a:cubicBezTo>
                    <a:cubicBezTo>
                      <a:pt x="9854" y="4014"/>
                      <a:pt x="11145" y="1215"/>
                      <a:pt x="13427" y="291"/>
                    </a:cubicBezTo>
                    <a:cubicBezTo>
                      <a:pt x="15140" y="-403"/>
                      <a:pt x="17045" y="169"/>
                      <a:pt x="18253" y="1739"/>
                    </a:cubicBezTo>
                    <a:cubicBezTo>
                      <a:pt x="18767" y="1670"/>
                      <a:pt x="19270" y="1521"/>
                      <a:pt x="19749" y="1295"/>
                    </a:cubicBezTo>
                    <a:cubicBezTo>
                      <a:pt x="20190" y="1087"/>
                      <a:pt x="20606" y="816"/>
                      <a:pt x="20989" y="488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p:spPr>
            <p:txBody>
              <a:bodyPr lIns="50800" tIns="50800" rIns="50800" bIns="5080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402" name="Oval 9">
                <a:extLst>
                  <a:ext uri="{FF2B5EF4-FFF2-40B4-BE49-F238E27FC236}">
                    <a16:creationId xmlns:a16="http://schemas.microsoft.com/office/drawing/2014/main" id="{01BBEFA2-7CFA-4325-B92C-CA69FD63C6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85542" y="8177794"/>
                <a:ext cx="405568" cy="405569"/>
              </a:xfrm>
              <a:prstGeom prst="ellipse">
                <a:avLst/>
              </a:prstGeom>
              <a:noFill/>
              <a:ln w="12700">
                <a:solidFill>
                  <a:schemeClr val="bg1">
                    <a:lumMod val="85000"/>
                    <a:alpha val="71000"/>
                  </a:schemeClr>
                </a:solidFill>
              </a:ln>
              <a:effectLst/>
            </p:spPr>
            <p:txBody>
              <a:bodyPr lIns="50800" tIns="50800" rIns="50800" bIns="50800" anchor="ctr"/>
              <a:lstStyle/>
              <a:p>
                <a:endParaRPr lang="en-US" altLang="en-US" sz="3200" dirty="0">
                  <a:solidFill>
                    <a:srgbClr val="FFFFFF"/>
                  </a:solidFill>
                  <a:latin typeface="Pretendard ExtraLight" panose="02000303000000020004" pitchFamily="50" charset="-127"/>
                  <a:ea typeface="Poppins" charset="0"/>
                  <a:cs typeface="Poppins" charset="0"/>
                  <a:sym typeface="Helvetica Light" charset="0"/>
                </a:endParaRPr>
              </a:p>
            </p:txBody>
          </p:sp>
          <p:sp>
            <p:nvSpPr>
              <p:cNvPr id="403" name="AutoShape 10">
                <a:extLst>
                  <a:ext uri="{FF2B5EF4-FFF2-40B4-BE49-F238E27FC236}">
                    <a16:creationId xmlns:a16="http://schemas.microsoft.com/office/drawing/2014/main" id="{1C85671B-6830-4FE3-A75D-74838BD704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95352" y="8311666"/>
                <a:ext cx="215776" cy="137826"/>
              </a:xfrm>
              <a:custGeom>
                <a:avLst/>
                <a:gdLst>
                  <a:gd name="T0" fmla="*/ 151599 w 20949"/>
                  <a:gd name="T1" fmla="*/ 96820 h 20595"/>
                  <a:gd name="T2" fmla="*/ 151599 w 20949"/>
                  <a:gd name="T3" fmla="*/ 96820 h 20595"/>
                  <a:gd name="T4" fmla="*/ 151599 w 20949"/>
                  <a:gd name="T5" fmla="*/ 96820 h 20595"/>
                  <a:gd name="T6" fmla="*/ 151599 w 20949"/>
                  <a:gd name="T7" fmla="*/ 96820 h 2059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0949" h="20595">
                    <a:moveTo>
                      <a:pt x="6669" y="0"/>
                    </a:moveTo>
                    <a:cubicBezTo>
                      <a:pt x="4962" y="0"/>
                      <a:pt x="3255" y="1006"/>
                      <a:pt x="1953" y="3017"/>
                    </a:cubicBezTo>
                    <a:cubicBezTo>
                      <a:pt x="-651" y="7038"/>
                      <a:pt x="-651" y="13558"/>
                      <a:pt x="1953" y="17579"/>
                    </a:cubicBezTo>
                    <a:cubicBezTo>
                      <a:pt x="4557" y="21600"/>
                      <a:pt x="8780" y="21600"/>
                      <a:pt x="11384" y="17579"/>
                    </a:cubicBezTo>
                    <a:cubicBezTo>
                      <a:pt x="13022" y="15050"/>
                      <a:pt x="13627" y="11534"/>
                      <a:pt x="13205" y="8272"/>
                    </a:cubicBezTo>
                    <a:lnTo>
                      <a:pt x="13026" y="8272"/>
                    </a:lnTo>
                    <a:lnTo>
                      <a:pt x="13026" y="8259"/>
                    </a:lnTo>
                    <a:lnTo>
                      <a:pt x="6690" y="8259"/>
                    </a:lnTo>
                    <a:lnTo>
                      <a:pt x="6690" y="12305"/>
                    </a:lnTo>
                    <a:lnTo>
                      <a:pt x="10410" y="12305"/>
                    </a:lnTo>
                    <a:cubicBezTo>
                      <a:pt x="10222" y="13151"/>
                      <a:pt x="9915" y="13949"/>
                      <a:pt x="9477" y="14627"/>
                    </a:cubicBezTo>
                    <a:cubicBezTo>
                      <a:pt x="7927" y="17019"/>
                      <a:pt x="5415" y="17019"/>
                      <a:pt x="3865" y="14627"/>
                    </a:cubicBezTo>
                    <a:cubicBezTo>
                      <a:pt x="2316" y="12234"/>
                      <a:pt x="2316" y="8361"/>
                      <a:pt x="3865" y="5969"/>
                    </a:cubicBezTo>
                    <a:cubicBezTo>
                      <a:pt x="4640" y="4773"/>
                      <a:pt x="5654" y="4174"/>
                      <a:pt x="6669" y="4174"/>
                    </a:cubicBezTo>
                    <a:cubicBezTo>
                      <a:pt x="7633" y="4174"/>
                      <a:pt x="8593" y="4730"/>
                      <a:pt x="9352" y="5808"/>
                    </a:cubicBezTo>
                    <a:lnTo>
                      <a:pt x="11297" y="2894"/>
                    </a:lnTo>
                    <a:cubicBezTo>
                      <a:pt x="10006" y="970"/>
                      <a:pt x="8339" y="0"/>
                      <a:pt x="6669" y="0"/>
                    </a:cubicBezTo>
                    <a:close/>
                    <a:moveTo>
                      <a:pt x="16904" y="5120"/>
                    </a:moveTo>
                    <a:lnTo>
                      <a:pt x="16904" y="8490"/>
                    </a:lnTo>
                    <a:lnTo>
                      <a:pt x="14721" y="8490"/>
                    </a:lnTo>
                    <a:lnTo>
                      <a:pt x="14721" y="11359"/>
                    </a:lnTo>
                    <a:lnTo>
                      <a:pt x="16904" y="11359"/>
                    </a:lnTo>
                    <a:lnTo>
                      <a:pt x="16904" y="14730"/>
                    </a:lnTo>
                    <a:lnTo>
                      <a:pt x="18766" y="14730"/>
                    </a:lnTo>
                    <a:lnTo>
                      <a:pt x="18766" y="11359"/>
                    </a:lnTo>
                    <a:lnTo>
                      <a:pt x="20949" y="11359"/>
                    </a:lnTo>
                    <a:lnTo>
                      <a:pt x="20949" y="8490"/>
                    </a:lnTo>
                    <a:lnTo>
                      <a:pt x="18766" y="8490"/>
                    </a:lnTo>
                    <a:lnTo>
                      <a:pt x="18766" y="5120"/>
                    </a:lnTo>
                    <a:lnTo>
                      <a:pt x="16904" y="512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p:spPr>
            <p:txBody>
              <a:bodyPr lIns="50800" tIns="50800" rIns="50800" bIns="5080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404" name="Oval 136">
                <a:extLst>
                  <a:ext uri="{FF2B5EF4-FFF2-40B4-BE49-F238E27FC236}">
                    <a16:creationId xmlns:a16="http://schemas.microsoft.com/office/drawing/2014/main" id="{0EC05D6C-F8C0-44BA-BD49-BC9B038708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67844" y="8177794"/>
                <a:ext cx="405568" cy="405569"/>
              </a:xfrm>
              <a:prstGeom prst="ellipse">
                <a:avLst/>
              </a:prstGeom>
              <a:noFill/>
              <a:ln w="12700">
                <a:solidFill>
                  <a:schemeClr val="bg1">
                    <a:lumMod val="85000"/>
                    <a:alpha val="71000"/>
                  </a:schemeClr>
                </a:solidFill>
              </a:ln>
              <a:effectLst/>
            </p:spPr>
            <p:txBody>
              <a:bodyPr lIns="50800" tIns="50800" rIns="50800" bIns="50800" anchor="ctr"/>
              <a:lstStyle/>
              <a:p>
                <a:pPr>
                  <a:defRPr/>
                </a:pPr>
                <a:endParaRPr lang="en-US" altLang="en-US" sz="3200" dirty="0">
                  <a:solidFill>
                    <a:srgbClr val="FFFFFF"/>
                  </a:solidFill>
                  <a:latin typeface="Pretendard ExtraLight" panose="02000303000000020004" pitchFamily="50" charset="-127"/>
                  <a:ea typeface="Poppins" charset="0"/>
                  <a:cs typeface="Poppins" charset="0"/>
                  <a:sym typeface="Helvetica Light" charset="0"/>
                </a:endParaRPr>
              </a:p>
            </p:txBody>
          </p:sp>
          <p:sp>
            <p:nvSpPr>
              <p:cNvPr id="405" name="AutoShape 13">
                <a:extLst>
                  <a:ext uri="{FF2B5EF4-FFF2-40B4-BE49-F238E27FC236}">
                    <a16:creationId xmlns:a16="http://schemas.microsoft.com/office/drawing/2014/main" id="{4DDF2483-6BAE-442C-AD0C-35627F6565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97309" y="8300368"/>
                <a:ext cx="161550" cy="160420"/>
              </a:xfrm>
              <a:custGeom>
                <a:avLst/>
                <a:gdLst>
                  <a:gd name="T0" fmla="*/ 113506 w 21352"/>
                  <a:gd name="T1" fmla="*/ 112698 h 21600"/>
                  <a:gd name="T2" fmla="*/ 113506 w 21352"/>
                  <a:gd name="T3" fmla="*/ 112698 h 21600"/>
                  <a:gd name="T4" fmla="*/ 113506 w 21352"/>
                  <a:gd name="T5" fmla="*/ 112698 h 21600"/>
                  <a:gd name="T6" fmla="*/ 113506 w 21352"/>
                  <a:gd name="T7" fmla="*/ 112698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352" h="21600">
                    <a:moveTo>
                      <a:pt x="2512" y="0"/>
                    </a:moveTo>
                    <a:cubicBezTo>
                      <a:pt x="1868" y="0"/>
                      <a:pt x="1228" y="252"/>
                      <a:pt x="736" y="755"/>
                    </a:cubicBezTo>
                    <a:cubicBezTo>
                      <a:pt x="-246" y="1760"/>
                      <a:pt x="-246" y="3389"/>
                      <a:pt x="736" y="4394"/>
                    </a:cubicBezTo>
                    <a:cubicBezTo>
                      <a:pt x="1719" y="5400"/>
                      <a:pt x="3311" y="5400"/>
                      <a:pt x="4293" y="4394"/>
                    </a:cubicBezTo>
                    <a:cubicBezTo>
                      <a:pt x="5276" y="3389"/>
                      <a:pt x="5276" y="1760"/>
                      <a:pt x="4293" y="755"/>
                    </a:cubicBezTo>
                    <a:cubicBezTo>
                      <a:pt x="3802" y="252"/>
                      <a:pt x="3156" y="0"/>
                      <a:pt x="2512" y="0"/>
                    </a:cubicBezTo>
                    <a:close/>
                    <a:moveTo>
                      <a:pt x="15974" y="6786"/>
                    </a:moveTo>
                    <a:cubicBezTo>
                      <a:pt x="14493" y="6827"/>
                      <a:pt x="13075" y="7479"/>
                      <a:pt x="12048" y="8609"/>
                    </a:cubicBezTo>
                    <a:lnTo>
                      <a:pt x="12048" y="7250"/>
                    </a:lnTo>
                    <a:lnTo>
                      <a:pt x="7561" y="7250"/>
                    </a:lnTo>
                    <a:lnTo>
                      <a:pt x="7561" y="21600"/>
                    </a:lnTo>
                    <a:lnTo>
                      <a:pt x="12048" y="21600"/>
                    </a:lnTo>
                    <a:lnTo>
                      <a:pt x="12048" y="13067"/>
                    </a:lnTo>
                    <a:cubicBezTo>
                      <a:pt x="12157" y="11669"/>
                      <a:pt x="13375" y="10577"/>
                      <a:pt x="14805" y="10756"/>
                    </a:cubicBezTo>
                    <a:cubicBezTo>
                      <a:pt x="16039" y="10911"/>
                      <a:pt x="16934" y="12021"/>
                      <a:pt x="16865" y="13287"/>
                    </a:cubicBezTo>
                    <a:lnTo>
                      <a:pt x="16865" y="21600"/>
                    </a:lnTo>
                    <a:lnTo>
                      <a:pt x="21352" y="21600"/>
                    </a:lnTo>
                    <a:lnTo>
                      <a:pt x="21352" y="13357"/>
                    </a:lnTo>
                    <a:lnTo>
                      <a:pt x="21352" y="13287"/>
                    </a:lnTo>
                    <a:lnTo>
                      <a:pt x="21346" y="13287"/>
                    </a:lnTo>
                    <a:cubicBezTo>
                      <a:pt x="21354" y="12646"/>
                      <a:pt x="21328" y="12016"/>
                      <a:pt x="21244" y="11407"/>
                    </a:cubicBezTo>
                    <a:cubicBezTo>
                      <a:pt x="21154" y="10757"/>
                      <a:pt x="21010" y="10115"/>
                      <a:pt x="20734" y="9532"/>
                    </a:cubicBezTo>
                    <a:cubicBezTo>
                      <a:pt x="20160" y="8321"/>
                      <a:pt x="19052" y="7432"/>
                      <a:pt x="17710" y="7024"/>
                    </a:cubicBezTo>
                    <a:cubicBezTo>
                      <a:pt x="17135" y="6849"/>
                      <a:pt x="16551" y="6770"/>
                      <a:pt x="15974" y="6786"/>
                    </a:cubicBezTo>
                    <a:close/>
                    <a:moveTo>
                      <a:pt x="271" y="7250"/>
                    </a:moveTo>
                    <a:lnTo>
                      <a:pt x="271" y="21600"/>
                    </a:lnTo>
                    <a:lnTo>
                      <a:pt x="4759" y="21600"/>
                    </a:lnTo>
                    <a:lnTo>
                      <a:pt x="4759" y="7250"/>
                    </a:lnTo>
                    <a:lnTo>
                      <a:pt x="271" y="725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p:spPr>
            <p:txBody>
              <a:bodyPr lIns="50800" tIns="50800" rIns="50800" bIns="50800" anchor="ctr"/>
              <a:lstStyle/>
              <a:p>
                <a:pPr>
                  <a:defRPr/>
                </a:pPr>
                <a:endParaRPr lang="ru-RU"/>
              </a:p>
            </p:txBody>
          </p:sp>
        </p:grpSp>
        <p:sp>
          <p:nvSpPr>
            <p:cNvPr id="392" name="Text Box 53">
              <a:extLst>
                <a:ext uri="{FF2B5EF4-FFF2-40B4-BE49-F238E27FC236}">
                  <a16:creationId xmlns:a16="http://schemas.microsoft.com/office/drawing/2014/main" id="{CDACAEC2-345B-4767-8E45-537D7E2CB2E3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65408" y="8606080"/>
              <a:ext cx="2166364" cy="299295"/>
            </a:xfrm>
            <a:prstGeom prst="rect">
              <a:avLst/>
            </a:prstGeom>
            <a:solidFill>
              <a:srgbClr val="505050"/>
            </a:solidFill>
            <a:ln>
              <a:noFill/>
            </a:ln>
            <a:effectLst/>
          </p:spPr>
          <p:txBody>
            <a:bodyPr wrap="none" lIns="144000" tIns="36000" rIns="144000" bIns="36000" anchor="ctr">
              <a:noAutofit/>
            </a:bodyPr>
            <a:lstStyle>
              <a:defPPr>
                <a:defRPr lang="en-US"/>
              </a:defPPr>
              <a:lvl1pPr lvl="0" indent="0" algn="ctr" defTabSz="914400">
                <a:spcBef>
                  <a:spcPts val="1000"/>
                </a:spcBef>
                <a:defRPr kumimoji="1" sz="1000">
                  <a:solidFill>
                    <a:schemeClr val="bg1"/>
                  </a:solidFill>
                  <a:latin typeface="+mn-ea"/>
                </a:defRPr>
              </a:lvl1pPr>
              <a:lvl2pPr marL="1028700" indent="-457200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668463" indent="-454025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2317750" indent="-458788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965450" indent="-457200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34226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38798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43370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47942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r>
                <a:rPr lang="en-US" altLang="ko-KR" dirty="0"/>
                <a:t>(</a:t>
              </a:r>
              <a:r>
                <a:rPr lang="ko-KR" altLang="en-US" dirty="0"/>
                <a:t>주</a:t>
              </a:r>
              <a:r>
                <a:rPr lang="en-US" altLang="ko-KR" dirty="0"/>
                <a:t>)</a:t>
              </a:r>
              <a:r>
                <a:rPr lang="ko-KR" altLang="en-US" dirty="0"/>
                <a:t>서희 </a:t>
              </a:r>
              <a:r>
                <a:rPr lang="en-US" altLang="ko-KR" dirty="0"/>
                <a:t>Design</a:t>
              </a:r>
              <a:endParaRPr lang="ko-KR" altLang="en-US" dirty="0"/>
            </a:p>
          </p:txBody>
        </p:sp>
        <p:cxnSp>
          <p:nvCxnSpPr>
            <p:cNvPr id="393" name="직선 연결선 392">
              <a:extLst>
                <a:ext uri="{FF2B5EF4-FFF2-40B4-BE49-F238E27FC236}">
                  <a16:creationId xmlns:a16="http://schemas.microsoft.com/office/drawing/2014/main" id="{F90CC0A6-5B5F-46B8-8D6C-37B169CC5740}"/>
                </a:ext>
              </a:extLst>
            </p:cNvPr>
            <p:cNvCxnSpPr/>
            <p:nvPr/>
          </p:nvCxnSpPr>
          <p:spPr>
            <a:xfrm>
              <a:off x="2539206" y="8606080"/>
              <a:ext cx="0" cy="79200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4" name="任意形状 1091">
              <a:extLst>
                <a:ext uri="{FF2B5EF4-FFF2-40B4-BE49-F238E27FC236}">
                  <a16:creationId xmlns:a16="http://schemas.microsoft.com/office/drawing/2014/main" id="{EE092C00-988C-45DC-A6E4-31B40C70D05B}"/>
                </a:ext>
              </a:extLst>
            </p:cNvPr>
            <p:cNvSpPr/>
            <p:nvPr/>
          </p:nvSpPr>
          <p:spPr>
            <a:xfrm>
              <a:off x="2751048" y="9256464"/>
              <a:ext cx="133403" cy="16103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20760" extrusionOk="0">
                  <a:moveTo>
                    <a:pt x="9839" y="18058"/>
                  </a:moveTo>
                  <a:lnTo>
                    <a:pt x="15251" y="13328"/>
                  </a:lnTo>
                  <a:cubicBezTo>
                    <a:pt x="18239" y="10716"/>
                    <a:pt x="18239" y="6481"/>
                    <a:pt x="15250" y="3870"/>
                  </a:cubicBezTo>
                  <a:cubicBezTo>
                    <a:pt x="12261" y="1258"/>
                    <a:pt x="7416" y="1258"/>
                    <a:pt x="4427" y="3870"/>
                  </a:cubicBezTo>
                  <a:cubicBezTo>
                    <a:pt x="1439" y="6482"/>
                    <a:pt x="1439" y="10716"/>
                    <a:pt x="4427" y="13328"/>
                  </a:cubicBezTo>
                  <a:lnTo>
                    <a:pt x="9839" y="18058"/>
                  </a:lnTo>
                  <a:close/>
                  <a:moveTo>
                    <a:pt x="9839" y="20760"/>
                  </a:moveTo>
                  <a:lnTo>
                    <a:pt x="2882" y="14679"/>
                  </a:lnTo>
                  <a:cubicBezTo>
                    <a:pt x="-961" y="11321"/>
                    <a:pt x="-961" y="5876"/>
                    <a:pt x="2882" y="2518"/>
                  </a:cubicBezTo>
                  <a:cubicBezTo>
                    <a:pt x="6724" y="-840"/>
                    <a:pt x="12954" y="-840"/>
                    <a:pt x="16797" y="2518"/>
                  </a:cubicBezTo>
                  <a:cubicBezTo>
                    <a:pt x="20639" y="5876"/>
                    <a:pt x="20639" y="11321"/>
                    <a:pt x="16797" y="14679"/>
                  </a:cubicBezTo>
                  <a:lnTo>
                    <a:pt x="9839" y="20760"/>
                  </a:lnTo>
                  <a:close/>
                  <a:moveTo>
                    <a:pt x="9839" y="10510"/>
                  </a:moveTo>
                  <a:cubicBezTo>
                    <a:pt x="11047" y="10510"/>
                    <a:pt x="12026" y="9654"/>
                    <a:pt x="12026" y="8599"/>
                  </a:cubicBezTo>
                  <a:cubicBezTo>
                    <a:pt x="12026" y="7543"/>
                    <a:pt x="11047" y="6688"/>
                    <a:pt x="9839" y="6688"/>
                  </a:cubicBezTo>
                  <a:cubicBezTo>
                    <a:pt x="8631" y="6688"/>
                    <a:pt x="7653" y="7543"/>
                    <a:pt x="7653" y="8599"/>
                  </a:cubicBezTo>
                  <a:cubicBezTo>
                    <a:pt x="7653" y="9654"/>
                    <a:pt x="8631" y="10510"/>
                    <a:pt x="9839" y="10510"/>
                  </a:cubicBezTo>
                  <a:close/>
                  <a:moveTo>
                    <a:pt x="9839" y="12421"/>
                  </a:moveTo>
                  <a:cubicBezTo>
                    <a:pt x="7424" y="12421"/>
                    <a:pt x="5466" y="10710"/>
                    <a:pt x="5466" y="8599"/>
                  </a:cubicBezTo>
                  <a:cubicBezTo>
                    <a:pt x="5466" y="6488"/>
                    <a:pt x="7424" y="4777"/>
                    <a:pt x="9839" y="4777"/>
                  </a:cubicBezTo>
                  <a:cubicBezTo>
                    <a:pt x="12254" y="4777"/>
                    <a:pt x="14212" y="6488"/>
                    <a:pt x="14212" y="8599"/>
                  </a:cubicBezTo>
                  <a:cubicBezTo>
                    <a:pt x="14212" y="10710"/>
                    <a:pt x="12254" y="12421"/>
                    <a:pt x="9839" y="12421"/>
                  </a:cubicBez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9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grpSp>
          <p:nvGrpSpPr>
            <p:cNvPr id="395" name="그룹 394">
              <a:extLst>
                <a:ext uri="{FF2B5EF4-FFF2-40B4-BE49-F238E27FC236}">
                  <a16:creationId xmlns:a16="http://schemas.microsoft.com/office/drawing/2014/main" id="{9DECC16B-306A-4EB4-8EBC-193620F25AC6}"/>
                </a:ext>
              </a:extLst>
            </p:cNvPr>
            <p:cNvGrpSpPr/>
            <p:nvPr/>
          </p:nvGrpSpPr>
          <p:grpSpPr>
            <a:xfrm>
              <a:off x="2731569" y="8664014"/>
              <a:ext cx="942382" cy="186065"/>
              <a:chOff x="728700" y="7676979"/>
              <a:chExt cx="942382" cy="186065"/>
            </a:xfrm>
          </p:grpSpPr>
          <p:sp>
            <p:nvSpPr>
              <p:cNvPr id="396" name="任意形状 1136">
                <a:extLst>
                  <a:ext uri="{FF2B5EF4-FFF2-40B4-BE49-F238E27FC236}">
                    <a16:creationId xmlns:a16="http://schemas.microsoft.com/office/drawing/2014/main" id="{B8E73D4B-80E5-4489-B836-97EA714BF191}"/>
                  </a:ext>
                </a:extLst>
              </p:cNvPr>
              <p:cNvSpPr/>
              <p:nvPr/>
            </p:nvSpPr>
            <p:spPr>
              <a:xfrm>
                <a:off x="728700" y="7680698"/>
                <a:ext cx="182346" cy="18234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1880" y="9720"/>
                    </a:moveTo>
                    <a:lnTo>
                      <a:pt x="11880" y="4320"/>
                    </a:lnTo>
                    <a:lnTo>
                      <a:pt x="6480" y="11880"/>
                    </a:lnTo>
                    <a:lnTo>
                      <a:pt x="9720" y="11880"/>
                    </a:lnTo>
                    <a:lnTo>
                      <a:pt x="9720" y="17280"/>
                    </a:lnTo>
                    <a:lnTo>
                      <a:pt x="15120" y="9720"/>
                    </a:lnTo>
                    <a:lnTo>
                      <a:pt x="11880" y="9720"/>
                    </a:lnTo>
                    <a:close/>
                    <a:moveTo>
                      <a:pt x="10800" y="21600"/>
                    </a:moveTo>
                    <a:cubicBezTo>
                      <a:pt x="4835" y="21600"/>
                      <a:pt x="0" y="16765"/>
                      <a:pt x="0" y="10800"/>
                    </a:cubicBez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endParaRPr dirty="0"/>
              </a:p>
            </p:txBody>
          </p:sp>
          <p:sp>
            <p:nvSpPr>
              <p:cNvPr id="397" name="Text Box 53">
                <a:extLst>
                  <a:ext uri="{FF2B5EF4-FFF2-40B4-BE49-F238E27FC236}">
                    <a16:creationId xmlns:a16="http://schemas.microsoft.com/office/drawing/2014/main" id="{0F68463B-A819-44F8-9394-F53E3AF215EC}"/>
                  </a:ext>
                </a:extLst>
              </p:cNvPr>
              <p:cNvSpPr txBox="1">
                <a:spLocks noChangeArrowheads="1"/>
              </p:cNvSpPr>
              <p:nvPr/>
            </p:nvSpPr>
            <p:spPr bwMode="gray">
              <a:xfrm>
                <a:off x="944921" y="7676979"/>
                <a:ext cx="726161" cy="1692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CC99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7961" dir="2700000" algn="ctr" rotWithShape="0">
                        <a:schemeClr val="bg1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marL="177800" indent="-177800" defTabSz="79375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1028700" indent="-457200" defTabSz="79375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668463" indent="-454025" defTabSz="79375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2317750" indent="-458788" defTabSz="79375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965450" indent="-457200" defTabSz="79375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3422650" indent="-457200" defTabSz="793750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3879850" indent="-457200" defTabSz="793750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4337050" indent="-457200" defTabSz="793750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4794250" indent="-457200" defTabSz="793750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marL="0" indent="0" defTabSz="914400">
                  <a:lnSpc>
                    <a:spcPct val="120000"/>
                  </a:lnSpc>
                  <a:spcAft>
                    <a:spcPts val="600"/>
                  </a:spcAft>
                </a:pPr>
                <a:r>
                  <a:rPr lang="en-US" altLang="ko-KR" sz="10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50" charset="-127"/>
                    <a:ea typeface="10X10 Bold" panose="020D0604000000000000" pitchFamily="50" charset="-127"/>
                    <a:cs typeface="Pretendard" panose="02000503000000020004" pitchFamily="50" charset="-127"/>
                  </a:rPr>
                  <a:t>YOUR</a:t>
                </a:r>
                <a:r>
                  <a:rPr lang="en-US" altLang="ko-KR" sz="10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50" charset="-127"/>
                    <a:ea typeface="나눔명조" panose="02020603020101020101" pitchFamily="18" charset="-127"/>
                    <a:cs typeface="Pretendard" panose="02000503000000020004" pitchFamily="50" charset="-127"/>
                  </a:rPr>
                  <a:t>LOGO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488174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Rectangle 12">
            <a:extLst>
              <a:ext uri="{FF2B5EF4-FFF2-40B4-BE49-F238E27FC236}">
                <a16:creationId xmlns:a16="http://schemas.microsoft.com/office/drawing/2014/main" id="{52D74B8C-42AC-42A7-A2AC-FC0BA011F96F}"/>
              </a:ext>
            </a:extLst>
          </p:cNvPr>
          <p:cNvSpPr/>
          <p:nvPr/>
        </p:nvSpPr>
        <p:spPr>
          <a:xfrm>
            <a:off x="0" y="625061"/>
            <a:ext cx="3392960" cy="86472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121920" tIns="60960" rIns="121920" bIns="60960" rtlCol="0" anchor="ctr">
            <a:noAutofit/>
          </a:bodyPr>
          <a:lstStyle/>
          <a:p>
            <a:pPr algn="ctr"/>
            <a:endParaRPr lang="en-US" sz="2400" dirty="0"/>
          </a:p>
        </p:txBody>
      </p:sp>
      <p:pic>
        <p:nvPicPr>
          <p:cNvPr id="62" name="그림 61">
            <a:extLst>
              <a:ext uri="{FF2B5EF4-FFF2-40B4-BE49-F238E27FC236}">
                <a16:creationId xmlns:a16="http://schemas.microsoft.com/office/drawing/2014/main" id="{2779DD68-9625-4995-9CEE-5AAD362053F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79" r="31804" b="4989"/>
          <a:stretch/>
        </p:blipFill>
        <p:spPr>
          <a:xfrm>
            <a:off x="545399" y="2547041"/>
            <a:ext cx="2304001" cy="6120000"/>
          </a:xfrm>
          <a:prstGeom prst="rect">
            <a:avLst/>
          </a:prstGeom>
        </p:spPr>
      </p:pic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-2041216" y="69211"/>
            <a:ext cx="1984519" cy="22775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fontAlgn="base" latinLnBrk="0">
              <a:spcAft>
                <a:spcPts val="200"/>
              </a:spcAft>
              <a:buClr>
                <a:schemeClr val="tx1">
                  <a:lumMod val="75000"/>
                  <a:lumOff val="25000"/>
                </a:schemeClr>
              </a:buClr>
              <a:buSzPct val="90000"/>
            </a:pPr>
            <a:r>
              <a:rPr lang="ko-KR" altLang="en-US" sz="1600" dirty="0">
                <a:cs typeface="+mn-cs"/>
              </a:rPr>
              <a:t>목차</a:t>
            </a:r>
            <a:r>
              <a:rPr lang="en-US" altLang="ko-KR" sz="1600" dirty="0">
                <a:cs typeface="+mn-cs"/>
              </a:rPr>
              <a:t>_image 07 =====</a:t>
            </a:r>
            <a:endParaRPr lang="ko-KR" altLang="en-US" sz="1600" dirty="0">
              <a:cs typeface="+mn-cs"/>
            </a:endParaRPr>
          </a:p>
        </p:txBody>
      </p:sp>
      <p:sp>
        <p:nvSpPr>
          <p:cNvPr id="93" name="Shape">
            <a:extLst>
              <a:ext uri="{FF2B5EF4-FFF2-40B4-BE49-F238E27FC236}">
                <a16:creationId xmlns:a16="http://schemas.microsoft.com/office/drawing/2014/main" id="{E4311A72-E551-40BF-A58C-61CBA4AB344E}"/>
              </a:ext>
            </a:extLst>
          </p:cNvPr>
          <p:cNvSpPr/>
          <p:nvPr/>
        </p:nvSpPr>
        <p:spPr>
          <a:xfrm>
            <a:off x="5517232" y="632520"/>
            <a:ext cx="1073729" cy="100864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89" h="21541" extrusionOk="0">
                <a:moveTo>
                  <a:pt x="568" y="0"/>
                </a:moveTo>
                <a:cubicBezTo>
                  <a:pt x="423" y="0"/>
                  <a:pt x="278" y="59"/>
                  <a:pt x="167" y="178"/>
                </a:cubicBezTo>
                <a:cubicBezTo>
                  <a:pt x="-55" y="415"/>
                  <a:pt x="-55" y="799"/>
                  <a:pt x="167" y="1036"/>
                </a:cubicBezTo>
                <a:cubicBezTo>
                  <a:pt x="389" y="1272"/>
                  <a:pt x="749" y="1272"/>
                  <a:pt x="971" y="1036"/>
                </a:cubicBezTo>
                <a:cubicBezTo>
                  <a:pt x="1193" y="799"/>
                  <a:pt x="1193" y="415"/>
                  <a:pt x="971" y="178"/>
                </a:cubicBezTo>
                <a:cubicBezTo>
                  <a:pt x="860" y="59"/>
                  <a:pt x="714" y="0"/>
                  <a:pt x="568" y="0"/>
                </a:cubicBezTo>
                <a:close/>
                <a:moveTo>
                  <a:pt x="2830" y="0"/>
                </a:moveTo>
                <a:cubicBezTo>
                  <a:pt x="2685" y="0"/>
                  <a:pt x="2539" y="59"/>
                  <a:pt x="2428" y="178"/>
                </a:cubicBezTo>
                <a:cubicBezTo>
                  <a:pt x="2207" y="415"/>
                  <a:pt x="2207" y="799"/>
                  <a:pt x="2428" y="1036"/>
                </a:cubicBezTo>
                <a:cubicBezTo>
                  <a:pt x="2650" y="1272"/>
                  <a:pt x="3011" y="1272"/>
                  <a:pt x="3232" y="1036"/>
                </a:cubicBezTo>
                <a:cubicBezTo>
                  <a:pt x="3454" y="799"/>
                  <a:pt x="3454" y="415"/>
                  <a:pt x="3232" y="178"/>
                </a:cubicBezTo>
                <a:cubicBezTo>
                  <a:pt x="3121" y="59"/>
                  <a:pt x="2975" y="0"/>
                  <a:pt x="2830" y="0"/>
                </a:cubicBezTo>
                <a:close/>
                <a:moveTo>
                  <a:pt x="5092" y="0"/>
                </a:moveTo>
                <a:cubicBezTo>
                  <a:pt x="4946" y="0"/>
                  <a:pt x="4801" y="59"/>
                  <a:pt x="4690" y="178"/>
                </a:cubicBezTo>
                <a:cubicBezTo>
                  <a:pt x="4468" y="415"/>
                  <a:pt x="4468" y="799"/>
                  <a:pt x="4690" y="1036"/>
                </a:cubicBezTo>
                <a:cubicBezTo>
                  <a:pt x="4912" y="1272"/>
                  <a:pt x="5271" y="1272"/>
                  <a:pt x="5493" y="1036"/>
                </a:cubicBezTo>
                <a:cubicBezTo>
                  <a:pt x="5715" y="799"/>
                  <a:pt x="5715" y="415"/>
                  <a:pt x="5493" y="178"/>
                </a:cubicBezTo>
                <a:cubicBezTo>
                  <a:pt x="5382" y="59"/>
                  <a:pt x="5237" y="0"/>
                  <a:pt x="5092" y="0"/>
                </a:cubicBezTo>
                <a:close/>
                <a:moveTo>
                  <a:pt x="7353" y="0"/>
                </a:moveTo>
                <a:cubicBezTo>
                  <a:pt x="7208" y="0"/>
                  <a:pt x="7063" y="59"/>
                  <a:pt x="6952" y="178"/>
                </a:cubicBezTo>
                <a:cubicBezTo>
                  <a:pt x="6730" y="415"/>
                  <a:pt x="6730" y="799"/>
                  <a:pt x="6952" y="1036"/>
                </a:cubicBezTo>
                <a:cubicBezTo>
                  <a:pt x="7173" y="1272"/>
                  <a:pt x="7533" y="1272"/>
                  <a:pt x="7755" y="1036"/>
                </a:cubicBezTo>
                <a:cubicBezTo>
                  <a:pt x="7976" y="799"/>
                  <a:pt x="7976" y="415"/>
                  <a:pt x="7755" y="178"/>
                </a:cubicBezTo>
                <a:cubicBezTo>
                  <a:pt x="7644" y="59"/>
                  <a:pt x="7498" y="0"/>
                  <a:pt x="7353" y="0"/>
                </a:cubicBezTo>
                <a:close/>
                <a:moveTo>
                  <a:pt x="9615" y="0"/>
                </a:moveTo>
                <a:cubicBezTo>
                  <a:pt x="9469" y="0"/>
                  <a:pt x="9324" y="59"/>
                  <a:pt x="9213" y="178"/>
                </a:cubicBezTo>
                <a:cubicBezTo>
                  <a:pt x="8991" y="415"/>
                  <a:pt x="8991" y="799"/>
                  <a:pt x="9213" y="1036"/>
                </a:cubicBezTo>
                <a:cubicBezTo>
                  <a:pt x="9435" y="1272"/>
                  <a:pt x="9794" y="1272"/>
                  <a:pt x="10016" y="1036"/>
                </a:cubicBezTo>
                <a:cubicBezTo>
                  <a:pt x="10238" y="799"/>
                  <a:pt x="10238" y="415"/>
                  <a:pt x="10016" y="178"/>
                </a:cubicBezTo>
                <a:cubicBezTo>
                  <a:pt x="9905" y="59"/>
                  <a:pt x="9760" y="0"/>
                  <a:pt x="9615" y="0"/>
                </a:cubicBezTo>
                <a:close/>
                <a:moveTo>
                  <a:pt x="11876" y="0"/>
                </a:moveTo>
                <a:cubicBezTo>
                  <a:pt x="11731" y="0"/>
                  <a:pt x="11585" y="59"/>
                  <a:pt x="11474" y="178"/>
                </a:cubicBezTo>
                <a:cubicBezTo>
                  <a:pt x="11252" y="415"/>
                  <a:pt x="11252" y="799"/>
                  <a:pt x="11474" y="1036"/>
                </a:cubicBezTo>
                <a:cubicBezTo>
                  <a:pt x="11696" y="1272"/>
                  <a:pt x="12056" y="1272"/>
                  <a:pt x="12278" y="1036"/>
                </a:cubicBezTo>
                <a:cubicBezTo>
                  <a:pt x="12500" y="799"/>
                  <a:pt x="12500" y="415"/>
                  <a:pt x="12278" y="178"/>
                </a:cubicBezTo>
                <a:cubicBezTo>
                  <a:pt x="12167" y="59"/>
                  <a:pt x="12022" y="0"/>
                  <a:pt x="11876" y="0"/>
                </a:cubicBezTo>
                <a:close/>
                <a:moveTo>
                  <a:pt x="14138" y="0"/>
                </a:moveTo>
                <a:cubicBezTo>
                  <a:pt x="13992" y="0"/>
                  <a:pt x="13846" y="59"/>
                  <a:pt x="13735" y="178"/>
                </a:cubicBezTo>
                <a:cubicBezTo>
                  <a:pt x="13514" y="415"/>
                  <a:pt x="13514" y="799"/>
                  <a:pt x="13735" y="1036"/>
                </a:cubicBezTo>
                <a:cubicBezTo>
                  <a:pt x="13957" y="1272"/>
                  <a:pt x="14317" y="1272"/>
                  <a:pt x="14539" y="1036"/>
                </a:cubicBezTo>
                <a:cubicBezTo>
                  <a:pt x="14761" y="799"/>
                  <a:pt x="14761" y="415"/>
                  <a:pt x="14539" y="178"/>
                </a:cubicBezTo>
                <a:cubicBezTo>
                  <a:pt x="14428" y="59"/>
                  <a:pt x="14283" y="0"/>
                  <a:pt x="14138" y="0"/>
                </a:cubicBezTo>
                <a:close/>
                <a:moveTo>
                  <a:pt x="16398" y="0"/>
                </a:moveTo>
                <a:cubicBezTo>
                  <a:pt x="16253" y="0"/>
                  <a:pt x="16108" y="59"/>
                  <a:pt x="15997" y="178"/>
                </a:cubicBezTo>
                <a:cubicBezTo>
                  <a:pt x="15775" y="415"/>
                  <a:pt x="15775" y="799"/>
                  <a:pt x="15997" y="1036"/>
                </a:cubicBezTo>
                <a:cubicBezTo>
                  <a:pt x="16219" y="1272"/>
                  <a:pt x="16579" y="1272"/>
                  <a:pt x="16801" y="1036"/>
                </a:cubicBezTo>
                <a:cubicBezTo>
                  <a:pt x="17023" y="799"/>
                  <a:pt x="17023" y="415"/>
                  <a:pt x="16801" y="178"/>
                </a:cubicBezTo>
                <a:cubicBezTo>
                  <a:pt x="16690" y="59"/>
                  <a:pt x="16544" y="0"/>
                  <a:pt x="16398" y="0"/>
                </a:cubicBezTo>
                <a:close/>
                <a:moveTo>
                  <a:pt x="18660" y="0"/>
                </a:moveTo>
                <a:cubicBezTo>
                  <a:pt x="18515" y="0"/>
                  <a:pt x="18369" y="59"/>
                  <a:pt x="18259" y="178"/>
                </a:cubicBezTo>
                <a:cubicBezTo>
                  <a:pt x="18037" y="415"/>
                  <a:pt x="18037" y="799"/>
                  <a:pt x="18259" y="1036"/>
                </a:cubicBezTo>
                <a:cubicBezTo>
                  <a:pt x="18480" y="1272"/>
                  <a:pt x="18840" y="1272"/>
                  <a:pt x="19062" y="1036"/>
                </a:cubicBezTo>
                <a:cubicBezTo>
                  <a:pt x="19283" y="799"/>
                  <a:pt x="19283" y="415"/>
                  <a:pt x="19062" y="178"/>
                </a:cubicBezTo>
                <a:cubicBezTo>
                  <a:pt x="18951" y="59"/>
                  <a:pt x="18805" y="0"/>
                  <a:pt x="18660" y="0"/>
                </a:cubicBezTo>
                <a:close/>
                <a:moveTo>
                  <a:pt x="20922" y="0"/>
                </a:moveTo>
                <a:cubicBezTo>
                  <a:pt x="20776" y="0"/>
                  <a:pt x="20631" y="59"/>
                  <a:pt x="20520" y="178"/>
                </a:cubicBezTo>
                <a:cubicBezTo>
                  <a:pt x="20298" y="415"/>
                  <a:pt x="20298" y="799"/>
                  <a:pt x="20520" y="1036"/>
                </a:cubicBezTo>
                <a:cubicBezTo>
                  <a:pt x="20742" y="1272"/>
                  <a:pt x="21101" y="1272"/>
                  <a:pt x="21323" y="1036"/>
                </a:cubicBezTo>
                <a:cubicBezTo>
                  <a:pt x="21545" y="799"/>
                  <a:pt x="21545" y="415"/>
                  <a:pt x="21323" y="178"/>
                </a:cubicBezTo>
                <a:cubicBezTo>
                  <a:pt x="21212" y="59"/>
                  <a:pt x="21067" y="0"/>
                  <a:pt x="20922" y="0"/>
                </a:cubicBezTo>
                <a:close/>
                <a:moveTo>
                  <a:pt x="568" y="2259"/>
                </a:moveTo>
                <a:cubicBezTo>
                  <a:pt x="423" y="2259"/>
                  <a:pt x="278" y="2318"/>
                  <a:pt x="167" y="2437"/>
                </a:cubicBezTo>
                <a:cubicBezTo>
                  <a:pt x="-55" y="2673"/>
                  <a:pt x="-55" y="3058"/>
                  <a:pt x="167" y="3295"/>
                </a:cubicBezTo>
                <a:cubicBezTo>
                  <a:pt x="389" y="3531"/>
                  <a:pt x="749" y="3531"/>
                  <a:pt x="971" y="3295"/>
                </a:cubicBezTo>
                <a:cubicBezTo>
                  <a:pt x="1193" y="3058"/>
                  <a:pt x="1193" y="2673"/>
                  <a:pt x="971" y="2437"/>
                </a:cubicBezTo>
                <a:cubicBezTo>
                  <a:pt x="860" y="2318"/>
                  <a:pt x="714" y="2259"/>
                  <a:pt x="568" y="2259"/>
                </a:cubicBezTo>
                <a:close/>
                <a:moveTo>
                  <a:pt x="2830" y="2259"/>
                </a:moveTo>
                <a:cubicBezTo>
                  <a:pt x="2685" y="2259"/>
                  <a:pt x="2539" y="2318"/>
                  <a:pt x="2428" y="2437"/>
                </a:cubicBezTo>
                <a:cubicBezTo>
                  <a:pt x="2207" y="2673"/>
                  <a:pt x="2207" y="3058"/>
                  <a:pt x="2428" y="3295"/>
                </a:cubicBezTo>
                <a:cubicBezTo>
                  <a:pt x="2650" y="3531"/>
                  <a:pt x="3011" y="3531"/>
                  <a:pt x="3232" y="3295"/>
                </a:cubicBezTo>
                <a:cubicBezTo>
                  <a:pt x="3454" y="3058"/>
                  <a:pt x="3454" y="2673"/>
                  <a:pt x="3232" y="2437"/>
                </a:cubicBezTo>
                <a:cubicBezTo>
                  <a:pt x="3121" y="2318"/>
                  <a:pt x="2975" y="2259"/>
                  <a:pt x="2830" y="2259"/>
                </a:cubicBezTo>
                <a:close/>
                <a:moveTo>
                  <a:pt x="5092" y="2259"/>
                </a:moveTo>
                <a:cubicBezTo>
                  <a:pt x="4946" y="2259"/>
                  <a:pt x="4801" y="2318"/>
                  <a:pt x="4690" y="2437"/>
                </a:cubicBezTo>
                <a:cubicBezTo>
                  <a:pt x="4468" y="2673"/>
                  <a:pt x="4468" y="3058"/>
                  <a:pt x="4690" y="3295"/>
                </a:cubicBezTo>
                <a:cubicBezTo>
                  <a:pt x="4912" y="3531"/>
                  <a:pt x="5271" y="3531"/>
                  <a:pt x="5493" y="3295"/>
                </a:cubicBezTo>
                <a:cubicBezTo>
                  <a:pt x="5715" y="3058"/>
                  <a:pt x="5715" y="2673"/>
                  <a:pt x="5493" y="2437"/>
                </a:cubicBezTo>
                <a:cubicBezTo>
                  <a:pt x="5382" y="2318"/>
                  <a:pt x="5237" y="2259"/>
                  <a:pt x="5092" y="2259"/>
                </a:cubicBezTo>
                <a:close/>
                <a:moveTo>
                  <a:pt x="7353" y="2259"/>
                </a:moveTo>
                <a:cubicBezTo>
                  <a:pt x="7208" y="2259"/>
                  <a:pt x="7063" y="2318"/>
                  <a:pt x="6952" y="2437"/>
                </a:cubicBezTo>
                <a:cubicBezTo>
                  <a:pt x="6730" y="2673"/>
                  <a:pt x="6730" y="3058"/>
                  <a:pt x="6952" y="3295"/>
                </a:cubicBezTo>
                <a:cubicBezTo>
                  <a:pt x="7173" y="3531"/>
                  <a:pt x="7533" y="3531"/>
                  <a:pt x="7755" y="3295"/>
                </a:cubicBezTo>
                <a:cubicBezTo>
                  <a:pt x="7976" y="3058"/>
                  <a:pt x="7976" y="2673"/>
                  <a:pt x="7755" y="2437"/>
                </a:cubicBezTo>
                <a:cubicBezTo>
                  <a:pt x="7644" y="2318"/>
                  <a:pt x="7498" y="2259"/>
                  <a:pt x="7353" y="2259"/>
                </a:cubicBezTo>
                <a:close/>
                <a:moveTo>
                  <a:pt x="9615" y="2259"/>
                </a:moveTo>
                <a:cubicBezTo>
                  <a:pt x="9469" y="2259"/>
                  <a:pt x="9324" y="2318"/>
                  <a:pt x="9213" y="2437"/>
                </a:cubicBezTo>
                <a:cubicBezTo>
                  <a:pt x="8991" y="2673"/>
                  <a:pt x="8991" y="3058"/>
                  <a:pt x="9213" y="3295"/>
                </a:cubicBezTo>
                <a:cubicBezTo>
                  <a:pt x="9435" y="3531"/>
                  <a:pt x="9794" y="3531"/>
                  <a:pt x="10016" y="3295"/>
                </a:cubicBezTo>
                <a:cubicBezTo>
                  <a:pt x="10238" y="3058"/>
                  <a:pt x="10238" y="2673"/>
                  <a:pt x="10016" y="2437"/>
                </a:cubicBezTo>
                <a:cubicBezTo>
                  <a:pt x="9905" y="2318"/>
                  <a:pt x="9760" y="2259"/>
                  <a:pt x="9615" y="2259"/>
                </a:cubicBezTo>
                <a:close/>
                <a:moveTo>
                  <a:pt x="11876" y="2259"/>
                </a:moveTo>
                <a:cubicBezTo>
                  <a:pt x="11731" y="2259"/>
                  <a:pt x="11585" y="2318"/>
                  <a:pt x="11474" y="2437"/>
                </a:cubicBezTo>
                <a:cubicBezTo>
                  <a:pt x="11252" y="2673"/>
                  <a:pt x="11252" y="3058"/>
                  <a:pt x="11474" y="3295"/>
                </a:cubicBezTo>
                <a:cubicBezTo>
                  <a:pt x="11696" y="3531"/>
                  <a:pt x="12056" y="3531"/>
                  <a:pt x="12278" y="3295"/>
                </a:cubicBezTo>
                <a:cubicBezTo>
                  <a:pt x="12500" y="3058"/>
                  <a:pt x="12500" y="2673"/>
                  <a:pt x="12278" y="2437"/>
                </a:cubicBezTo>
                <a:cubicBezTo>
                  <a:pt x="12167" y="2318"/>
                  <a:pt x="12022" y="2259"/>
                  <a:pt x="11876" y="2259"/>
                </a:cubicBezTo>
                <a:close/>
                <a:moveTo>
                  <a:pt x="14138" y="2259"/>
                </a:moveTo>
                <a:cubicBezTo>
                  <a:pt x="13992" y="2259"/>
                  <a:pt x="13846" y="2318"/>
                  <a:pt x="13735" y="2437"/>
                </a:cubicBezTo>
                <a:cubicBezTo>
                  <a:pt x="13514" y="2673"/>
                  <a:pt x="13514" y="3058"/>
                  <a:pt x="13735" y="3295"/>
                </a:cubicBezTo>
                <a:cubicBezTo>
                  <a:pt x="13957" y="3531"/>
                  <a:pt x="14317" y="3531"/>
                  <a:pt x="14539" y="3295"/>
                </a:cubicBezTo>
                <a:cubicBezTo>
                  <a:pt x="14761" y="3058"/>
                  <a:pt x="14761" y="2673"/>
                  <a:pt x="14539" y="2437"/>
                </a:cubicBezTo>
                <a:cubicBezTo>
                  <a:pt x="14428" y="2318"/>
                  <a:pt x="14283" y="2259"/>
                  <a:pt x="14138" y="2259"/>
                </a:cubicBezTo>
                <a:close/>
                <a:moveTo>
                  <a:pt x="16398" y="2259"/>
                </a:moveTo>
                <a:cubicBezTo>
                  <a:pt x="16253" y="2259"/>
                  <a:pt x="16108" y="2318"/>
                  <a:pt x="15997" y="2437"/>
                </a:cubicBezTo>
                <a:cubicBezTo>
                  <a:pt x="15775" y="2673"/>
                  <a:pt x="15775" y="3058"/>
                  <a:pt x="15997" y="3295"/>
                </a:cubicBezTo>
                <a:cubicBezTo>
                  <a:pt x="16219" y="3531"/>
                  <a:pt x="16579" y="3531"/>
                  <a:pt x="16801" y="3295"/>
                </a:cubicBezTo>
                <a:cubicBezTo>
                  <a:pt x="17023" y="3058"/>
                  <a:pt x="17023" y="2673"/>
                  <a:pt x="16801" y="2437"/>
                </a:cubicBezTo>
                <a:cubicBezTo>
                  <a:pt x="16690" y="2318"/>
                  <a:pt x="16544" y="2259"/>
                  <a:pt x="16398" y="2259"/>
                </a:cubicBezTo>
                <a:close/>
                <a:moveTo>
                  <a:pt x="18660" y="2259"/>
                </a:moveTo>
                <a:cubicBezTo>
                  <a:pt x="18515" y="2259"/>
                  <a:pt x="18369" y="2318"/>
                  <a:pt x="18259" y="2437"/>
                </a:cubicBezTo>
                <a:cubicBezTo>
                  <a:pt x="18037" y="2673"/>
                  <a:pt x="18037" y="3058"/>
                  <a:pt x="18259" y="3295"/>
                </a:cubicBezTo>
                <a:cubicBezTo>
                  <a:pt x="18480" y="3531"/>
                  <a:pt x="18840" y="3531"/>
                  <a:pt x="19062" y="3295"/>
                </a:cubicBezTo>
                <a:cubicBezTo>
                  <a:pt x="19283" y="3058"/>
                  <a:pt x="19283" y="2673"/>
                  <a:pt x="19062" y="2437"/>
                </a:cubicBezTo>
                <a:cubicBezTo>
                  <a:pt x="18951" y="2318"/>
                  <a:pt x="18805" y="2259"/>
                  <a:pt x="18660" y="2259"/>
                </a:cubicBezTo>
                <a:close/>
                <a:moveTo>
                  <a:pt x="20922" y="2259"/>
                </a:moveTo>
                <a:cubicBezTo>
                  <a:pt x="20776" y="2259"/>
                  <a:pt x="20631" y="2318"/>
                  <a:pt x="20520" y="2437"/>
                </a:cubicBezTo>
                <a:cubicBezTo>
                  <a:pt x="20298" y="2673"/>
                  <a:pt x="20298" y="3058"/>
                  <a:pt x="20520" y="3295"/>
                </a:cubicBezTo>
                <a:cubicBezTo>
                  <a:pt x="20742" y="3531"/>
                  <a:pt x="21101" y="3531"/>
                  <a:pt x="21323" y="3295"/>
                </a:cubicBezTo>
                <a:cubicBezTo>
                  <a:pt x="21545" y="3058"/>
                  <a:pt x="21545" y="2673"/>
                  <a:pt x="21323" y="2437"/>
                </a:cubicBezTo>
                <a:cubicBezTo>
                  <a:pt x="21212" y="2318"/>
                  <a:pt x="21067" y="2259"/>
                  <a:pt x="20922" y="2259"/>
                </a:cubicBezTo>
                <a:close/>
                <a:moveTo>
                  <a:pt x="568" y="4517"/>
                </a:moveTo>
                <a:cubicBezTo>
                  <a:pt x="423" y="4517"/>
                  <a:pt x="278" y="4576"/>
                  <a:pt x="167" y="4694"/>
                </a:cubicBezTo>
                <a:cubicBezTo>
                  <a:pt x="-55" y="4931"/>
                  <a:pt x="-55" y="5316"/>
                  <a:pt x="167" y="5552"/>
                </a:cubicBezTo>
                <a:cubicBezTo>
                  <a:pt x="389" y="5789"/>
                  <a:pt x="749" y="5789"/>
                  <a:pt x="971" y="5552"/>
                </a:cubicBezTo>
                <a:cubicBezTo>
                  <a:pt x="1193" y="5316"/>
                  <a:pt x="1193" y="4931"/>
                  <a:pt x="971" y="4694"/>
                </a:cubicBezTo>
                <a:cubicBezTo>
                  <a:pt x="860" y="4576"/>
                  <a:pt x="714" y="4517"/>
                  <a:pt x="568" y="4517"/>
                </a:cubicBezTo>
                <a:close/>
                <a:moveTo>
                  <a:pt x="2830" y="4517"/>
                </a:moveTo>
                <a:cubicBezTo>
                  <a:pt x="2685" y="4517"/>
                  <a:pt x="2539" y="4576"/>
                  <a:pt x="2428" y="4694"/>
                </a:cubicBezTo>
                <a:cubicBezTo>
                  <a:pt x="2207" y="4931"/>
                  <a:pt x="2207" y="5316"/>
                  <a:pt x="2428" y="5552"/>
                </a:cubicBezTo>
                <a:cubicBezTo>
                  <a:pt x="2650" y="5789"/>
                  <a:pt x="3011" y="5789"/>
                  <a:pt x="3232" y="5552"/>
                </a:cubicBezTo>
                <a:cubicBezTo>
                  <a:pt x="3454" y="5316"/>
                  <a:pt x="3454" y="4931"/>
                  <a:pt x="3232" y="4694"/>
                </a:cubicBezTo>
                <a:cubicBezTo>
                  <a:pt x="3121" y="4576"/>
                  <a:pt x="2975" y="4517"/>
                  <a:pt x="2830" y="4517"/>
                </a:cubicBezTo>
                <a:close/>
                <a:moveTo>
                  <a:pt x="5092" y="4517"/>
                </a:moveTo>
                <a:cubicBezTo>
                  <a:pt x="4946" y="4517"/>
                  <a:pt x="4801" y="4576"/>
                  <a:pt x="4690" y="4694"/>
                </a:cubicBezTo>
                <a:cubicBezTo>
                  <a:pt x="4468" y="4931"/>
                  <a:pt x="4468" y="5316"/>
                  <a:pt x="4690" y="5552"/>
                </a:cubicBezTo>
                <a:cubicBezTo>
                  <a:pt x="4912" y="5789"/>
                  <a:pt x="5271" y="5789"/>
                  <a:pt x="5493" y="5552"/>
                </a:cubicBezTo>
                <a:cubicBezTo>
                  <a:pt x="5715" y="5316"/>
                  <a:pt x="5715" y="4931"/>
                  <a:pt x="5493" y="4694"/>
                </a:cubicBezTo>
                <a:cubicBezTo>
                  <a:pt x="5382" y="4576"/>
                  <a:pt x="5237" y="4517"/>
                  <a:pt x="5092" y="4517"/>
                </a:cubicBezTo>
                <a:close/>
                <a:moveTo>
                  <a:pt x="7353" y="4517"/>
                </a:moveTo>
                <a:cubicBezTo>
                  <a:pt x="7208" y="4517"/>
                  <a:pt x="7063" y="4576"/>
                  <a:pt x="6952" y="4694"/>
                </a:cubicBezTo>
                <a:cubicBezTo>
                  <a:pt x="6730" y="4931"/>
                  <a:pt x="6730" y="5316"/>
                  <a:pt x="6952" y="5552"/>
                </a:cubicBezTo>
                <a:cubicBezTo>
                  <a:pt x="7173" y="5789"/>
                  <a:pt x="7533" y="5789"/>
                  <a:pt x="7755" y="5552"/>
                </a:cubicBezTo>
                <a:cubicBezTo>
                  <a:pt x="7976" y="5316"/>
                  <a:pt x="7976" y="4931"/>
                  <a:pt x="7755" y="4694"/>
                </a:cubicBezTo>
                <a:cubicBezTo>
                  <a:pt x="7644" y="4576"/>
                  <a:pt x="7498" y="4517"/>
                  <a:pt x="7353" y="4517"/>
                </a:cubicBezTo>
                <a:close/>
                <a:moveTo>
                  <a:pt x="9615" y="4517"/>
                </a:moveTo>
                <a:cubicBezTo>
                  <a:pt x="9469" y="4517"/>
                  <a:pt x="9324" y="4576"/>
                  <a:pt x="9213" y="4694"/>
                </a:cubicBezTo>
                <a:cubicBezTo>
                  <a:pt x="8991" y="4931"/>
                  <a:pt x="8991" y="5316"/>
                  <a:pt x="9213" y="5552"/>
                </a:cubicBezTo>
                <a:cubicBezTo>
                  <a:pt x="9435" y="5789"/>
                  <a:pt x="9794" y="5789"/>
                  <a:pt x="10016" y="5552"/>
                </a:cubicBezTo>
                <a:cubicBezTo>
                  <a:pt x="10238" y="5316"/>
                  <a:pt x="10238" y="4931"/>
                  <a:pt x="10016" y="4694"/>
                </a:cubicBezTo>
                <a:cubicBezTo>
                  <a:pt x="9905" y="4576"/>
                  <a:pt x="9760" y="4517"/>
                  <a:pt x="9615" y="4517"/>
                </a:cubicBezTo>
                <a:close/>
                <a:moveTo>
                  <a:pt x="11876" y="4517"/>
                </a:moveTo>
                <a:cubicBezTo>
                  <a:pt x="11731" y="4517"/>
                  <a:pt x="11585" y="4576"/>
                  <a:pt x="11474" y="4694"/>
                </a:cubicBezTo>
                <a:cubicBezTo>
                  <a:pt x="11252" y="4931"/>
                  <a:pt x="11252" y="5316"/>
                  <a:pt x="11474" y="5552"/>
                </a:cubicBezTo>
                <a:cubicBezTo>
                  <a:pt x="11696" y="5789"/>
                  <a:pt x="12056" y="5789"/>
                  <a:pt x="12278" y="5552"/>
                </a:cubicBezTo>
                <a:cubicBezTo>
                  <a:pt x="12500" y="5316"/>
                  <a:pt x="12500" y="4931"/>
                  <a:pt x="12278" y="4694"/>
                </a:cubicBezTo>
                <a:cubicBezTo>
                  <a:pt x="12167" y="4576"/>
                  <a:pt x="12022" y="4517"/>
                  <a:pt x="11876" y="4517"/>
                </a:cubicBezTo>
                <a:close/>
                <a:moveTo>
                  <a:pt x="14138" y="4517"/>
                </a:moveTo>
                <a:cubicBezTo>
                  <a:pt x="13992" y="4517"/>
                  <a:pt x="13846" y="4576"/>
                  <a:pt x="13735" y="4694"/>
                </a:cubicBezTo>
                <a:cubicBezTo>
                  <a:pt x="13514" y="4931"/>
                  <a:pt x="13514" y="5316"/>
                  <a:pt x="13735" y="5552"/>
                </a:cubicBezTo>
                <a:cubicBezTo>
                  <a:pt x="13957" y="5789"/>
                  <a:pt x="14317" y="5789"/>
                  <a:pt x="14539" y="5552"/>
                </a:cubicBezTo>
                <a:cubicBezTo>
                  <a:pt x="14761" y="5316"/>
                  <a:pt x="14761" y="4931"/>
                  <a:pt x="14539" y="4694"/>
                </a:cubicBezTo>
                <a:cubicBezTo>
                  <a:pt x="14428" y="4576"/>
                  <a:pt x="14283" y="4517"/>
                  <a:pt x="14138" y="4517"/>
                </a:cubicBezTo>
                <a:close/>
                <a:moveTo>
                  <a:pt x="16398" y="4517"/>
                </a:moveTo>
                <a:cubicBezTo>
                  <a:pt x="16253" y="4517"/>
                  <a:pt x="16108" y="4576"/>
                  <a:pt x="15997" y="4694"/>
                </a:cubicBezTo>
                <a:cubicBezTo>
                  <a:pt x="15775" y="4931"/>
                  <a:pt x="15775" y="5316"/>
                  <a:pt x="15997" y="5552"/>
                </a:cubicBezTo>
                <a:cubicBezTo>
                  <a:pt x="16219" y="5789"/>
                  <a:pt x="16579" y="5789"/>
                  <a:pt x="16801" y="5552"/>
                </a:cubicBezTo>
                <a:cubicBezTo>
                  <a:pt x="17023" y="5316"/>
                  <a:pt x="17023" y="4931"/>
                  <a:pt x="16801" y="4694"/>
                </a:cubicBezTo>
                <a:cubicBezTo>
                  <a:pt x="16690" y="4576"/>
                  <a:pt x="16544" y="4517"/>
                  <a:pt x="16398" y="4517"/>
                </a:cubicBezTo>
                <a:close/>
                <a:moveTo>
                  <a:pt x="18660" y="4517"/>
                </a:moveTo>
                <a:cubicBezTo>
                  <a:pt x="18515" y="4517"/>
                  <a:pt x="18369" y="4576"/>
                  <a:pt x="18259" y="4694"/>
                </a:cubicBezTo>
                <a:cubicBezTo>
                  <a:pt x="18037" y="4931"/>
                  <a:pt x="18037" y="5316"/>
                  <a:pt x="18259" y="5552"/>
                </a:cubicBezTo>
                <a:cubicBezTo>
                  <a:pt x="18480" y="5789"/>
                  <a:pt x="18840" y="5789"/>
                  <a:pt x="19062" y="5552"/>
                </a:cubicBezTo>
                <a:cubicBezTo>
                  <a:pt x="19283" y="5316"/>
                  <a:pt x="19283" y="4931"/>
                  <a:pt x="19062" y="4694"/>
                </a:cubicBezTo>
                <a:cubicBezTo>
                  <a:pt x="18951" y="4576"/>
                  <a:pt x="18805" y="4517"/>
                  <a:pt x="18660" y="4517"/>
                </a:cubicBezTo>
                <a:close/>
                <a:moveTo>
                  <a:pt x="20922" y="4517"/>
                </a:moveTo>
                <a:cubicBezTo>
                  <a:pt x="20776" y="4517"/>
                  <a:pt x="20631" y="4576"/>
                  <a:pt x="20520" y="4694"/>
                </a:cubicBezTo>
                <a:cubicBezTo>
                  <a:pt x="20298" y="4931"/>
                  <a:pt x="20298" y="5316"/>
                  <a:pt x="20520" y="5552"/>
                </a:cubicBezTo>
                <a:cubicBezTo>
                  <a:pt x="20742" y="5789"/>
                  <a:pt x="21101" y="5789"/>
                  <a:pt x="21323" y="5552"/>
                </a:cubicBezTo>
                <a:cubicBezTo>
                  <a:pt x="21545" y="5316"/>
                  <a:pt x="21545" y="4931"/>
                  <a:pt x="21323" y="4694"/>
                </a:cubicBezTo>
                <a:cubicBezTo>
                  <a:pt x="21212" y="4576"/>
                  <a:pt x="21067" y="4517"/>
                  <a:pt x="20922" y="4517"/>
                </a:cubicBezTo>
                <a:close/>
                <a:moveTo>
                  <a:pt x="568" y="6776"/>
                </a:moveTo>
                <a:cubicBezTo>
                  <a:pt x="423" y="6776"/>
                  <a:pt x="278" y="6835"/>
                  <a:pt x="167" y="6953"/>
                </a:cubicBezTo>
                <a:cubicBezTo>
                  <a:pt x="-55" y="7190"/>
                  <a:pt x="-55" y="7574"/>
                  <a:pt x="167" y="7811"/>
                </a:cubicBezTo>
                <a:cubicBezTo>
                  <a:pt x="389" y="8048"/>
                  <a:pt x="749" y="8048"/>
                  <a:pt x="971" y="7811"/>
                </a:cubicBezTo>
                <a:cubicBezTo>
                  <a:pt x="1193" y="7574"/>
                  <a:pt x="1193" y="7190"/>
                  <a:pt x="971" y="6953"/>
                </a:cubicBezTo>
                <a:cubicBezTo>
                  <a:pt x="860" y="6835"/>
                  <a:pt x="714" y="6776"/>
                  <a:pt x="568" y="6776"/>
                </a:cubicBezTo>
                <a:close/>
                <a:moveTo>
                  <a:pt x="2830" y="6776"/>
                </a:moveTo>
                <a:cubicBezTo>
                  <a:pt x="2685" y="6776"/>
                  <a:pt x="2539" y="6835"/>
                  <a:pt x="2428" y="6953"/>
                </a:cubicBezTo>
                <a:cubicBezTo>
                  <a:pt x="2207" y="7190"/>
                  <a:pt x="2207" y="7574"/>
                  <a:pt x="2428" y="7811"/>
                </a:cubicBezTo>
                <a:cubicBezTo>
                  <a:pt x="2650" y="8048"/>
                  <a:pt x="3011" y="8048"/>
                  <a:pt x="3232" y="7811"/>
                </a:cubicBezTo>
                <a:cubicBezTo>
                  <a:pt x="3454" y="7574"/>
                  <a:pt x="3454" y="7190"/>
                  <a:pt x="3232" y="6953"/>
                </a:cubicBezTo>
                <a:cubicBezTo>
                  <a:pt x="3121" y="6835"/>
                  <a:pt x="2975" y="6776"/>
                  <a:pt x="2830" y="6776"/>
                </a:cubicBezTo>
                <a:close/>
                <a:moveTo>
                  <a:pt x="5092" y="6776"/>
                </a:moveTo>
                <a:cubicBezTo>
                  <a:pt x="4946" y="6776"/>
                  <a:pt x="4801" y="6835"/>
                  <a:pt x="4690" y="6953"/>
                </a:cubicBezTo>
                <a:cubicBezTo>
                  <a:pt x="4468" y="7190"/>
                  <a:pt x="4468" y="7574"/>
                  <a:pt x="4690" y="7811"/>
                </a:cubicBezTo>
                <a:cubicBezTo>
                  <a:pt x="4912" y="8048"/>
                  <a:pt x="5271" y="8048"/>
                  <a:pt x="5493" y="7811"/>
                </a:cubicBezTo>
                <a:cubicBezTo>
                  <a:pt x="5715" y="7574"/>
                  <a:pt x="5715" y="7190"/>
                  <a:pt x="5493" y="6953"/>
                </a:cubicBezTo>
                <a:cubicBezTo>
                  <a:pt x="5382" y="6835"/>
                  <a:pt x="5237" y="6776"/>
                  <a:pt x="5092" y="6776"/>
                </a:cubicBezTo>
                <a:close/>
                <a:moveTo>
                  <a:pt x="7353" y="6776"/>
                </a:moveTo>
                <a:cubicBezTo>
                  <a:pt x="7208" y="6776"/>
                  <a:pt x="7063" y="6835"/>
                  <a:pt x="6952" y="6953"/>
                </a:cubicBezTo>
                <a:cubicBezTo>
                  <a:pt x="6730" y="7190"/>
                  <a:pt x="6730" y="7574"/>
                  <a:pt x="6952" y="7811"/>
                </a:cubicBezTo>
                <a:cubicBezTo>
                  <a:pt x="7173" y="8048"/>
                  <a:pt x="7533" y="8048"/>
                  <a:pt x="7755" y="7811"/>
                </a:cubicBezTo>
                <a:cubicBezTo>
                  <a:pt x="7976" y="7574"/>
                  <a:pt x="7976" y="7190"/>
                  <a:pt x="7755" y="6953"/>
                </a:cubicBezTo>
                <a:cubicBezTo>
                  <a:pt x="7644" y="6835"/>
                  <a:pt x="7498" y="6776"/>
                  <a:pt x="7353" y="6776"/>
                </a:cubicBezTo>
                <a:close/>
                <a:moveTo>
                  <a:pt x="9615" y="6776"/>
                </a:moveTo>
                <a:cubicBezTo>
                  <a:pt x="9469" y="6776"/>
                  <a:pt x="9324" y="6835"/>
                  <a:pt x="9213" y="6953"/>
                </a:cubicBezTo>
                <a:cubicBezTo>
                  <a:pt x="8991" y="7190"/>
                  <a:pt x="8991" y="7574"/>
                  <a:pt x="9213" y="7811"/>
                </a:cubicBezTo>
                <a:cubicBezTo>
                  <a:pt x="9435" y="8048"/>
                  <a:pt x="9794" y="8048"/>
                  <a:pt x="10016" y="7811"/>
                </a:cubicBezTo>
                <a:cubicBezTo>
                  <a:pt x="10238" y="7574"/>
                  <a:pt x="10238" y="7190"/>
                  <a:pt x="10016" y="6953"/>
                </a:cubicBezTo>
                <a:cubicBezTo>
                  <a:pt x="9905" y="6835"/>
                  <a:pt x="9760" y="6776"/>
                  <a:pt x="9615" y="6776"/>
                </a:cubicBezTo>
                <a:close/>
                <a:moveTo>
                  <a:pt x="11876" y="6776"/>
                </a:moveTo>
                <a:cubicBezTo>
                  <a:pt x="11731" y="6776"/>
                  <a:pt x="11585" y="6835"/>
                  <a:pt x="11474" y="6953"/>
                </a:cubicBezTo>
                <a:cubicBezTo>
                  <a:pt x="11252" y="7190"/>
                  <a:pt x="11252" y="7574"/>
                  <a:pt x="11474" y="7811"/>
                </a:cubicBezTo>
                <a:cubicBezTo>
                  <a:pt x="11696" y="8048"/>
                  <a:pt x="12056" y="8048"/>
                  <a:pt x="12278" y="7811"/>
                </a:cubicBezTo>
                <a:cubicBezTo>
                  <a:pt x="12500" y="7574"/>
                  <a:pt x="12500" y="7190"/>
                  <a:pt x="12278" y="6953"/>
                </a:cubicBezTo>
                <a:cubicBezTo>
                  <a:pt x="12167" y="6835"/>
                  <a:pt x="12022" y="6776"/>
                  <a:pt x="11876" y="6776"/>
                </a:cubicBezTo>
                <a:close/>
                <a:moveTo>
                  <a:pt x="14138" y="6776"/>
                </a:moveTo>
                <a:cubicBezTo>
                  <a:pt x="13992" y="6776"/>
                  <a:pt x="13846" y="6835"/>
                  <a:pt x="13735" y="6953"/>
                </a:cubicBezTo>
                <a:cubicBezTo>
                  <a:pt x="13514" y="7190"/>
                  <a:pt x="13514" y="7574"/>
                  <a:pt x="13735" y="7811"/>
                </a:cubicBezTo>
                <a:cubicBezTo>
                  <a:pt x="13957" y="8048"/>
                  <a:pt x="14317" y="8048"/>
                  <a:pt x="14539" y="7811"/>
                </a:cubicBezTo>
                <a:cubicBezTo>
                  <a:pt x="14761" y="7574"/>
                  <a:pt x="14761" y="7190"/>
                  <a:pt x="14539" y="6953"/>
                </a:cubicBezTo>
                <a:cubicBezTo>
                  <a:pt x="14428" y="6835"/>
                  <a:pt x="14283" y="6776"/>
                  <a:pt x="14138" y="6776"/>
                </a:cubicBezTo>
                <a:close/>
                <a:moveTo>
                  <a:pt x="16398" y="6776"/>
                </a:moveTo>
                <a:cubicBezTo>
                  <a:pt x="16253" y="6776"/>
                  <a:pt x="16108" y="6835"/>
                  <a:pt x="15997" y="6953"/>
                </a:cubicBezTo>
                <a:cubicBezTo>
                  <a:pt x="15775" y="7190"/>
                  <a:pt x="15775" y="7574"/>
                  <a:pt x="15997" y="7811"/>
                </a:cubicBezTo>
                <a:cubicBezTo>
                  <a:pt x="16219" y="8048"/>
                  <a:pt x="16579" y="8048"/>
                  <a:pt x="16801" y="7811"/>
                </a:cubicBezTo>
                <a:cubicBezTo>
                  <a:pt x="17023" y="7574"/>
                  <a:pt x="17023" y="7190"/>
                  <a:pt x="16801" y="6953"/>
                </a:cubicBezTo>
                <a:cubicBezTo>
                  <a:pt x="16690" y="6835"/>
                  <a:pt x="16544" y="6776"/>
                  <a:pt x="16398" y="6776"/>
                </a:cubicBezTo>
                <a:close/>
                <a:moveTo>
                  <a:pt x="18660" y="6776"/>
                </a:moveTo>
                <a:cubicBezTo>
                  <a:pt x="18515" y="6776"/>
                  <a:pt x="18369" y="6835"/>
                  <a:pt x="18259" y="6953"/>
                </a:cubicBezTo>
                <a:cubicBezTo>
                  <a:pt x="18037" y="7190"/>
                  <a:pt x="18037" y="7574"/>
                  <a:pt x="18259" y="7811"/>
                </a:cubicBezTo>
                <a:cubicBezTo>
                  <a:pt x="18480" y="8048"/>
                  <a:pt x="18840" y="8048"/>
                  <a:pt x="19062" y="7811"/>
                </a:cubicBezTo>
                <a:cubicBezTo>
                  <a:pt x="19283" y="7574"/>
                  <a:pt x="19283" y="7190"/>
                  <a:pt x="19062" y="6953"/>
                </a:cubicBezTo>
                <a:cubicBezTo>
                  <a:pt x="18951" y="6835"/>
                  <a:pt x="18805" y="6776"/>
                  <a:pt x="18660" y="6776"/>
                </a:cubicBezTo>
                <a:close/>
                <a:moveTo>
                  <a:pt x="20922" y="6776"/>
                </a:moveTo>
                <a:cubicBezTo>
                  <a:pt x="20776" y="6776"/>
                  <a:pt x="20631" y="6835"/>
                  <a:pt x="20520" y="6953"/>
                </a:cubicBezTo>
                <a:cubicBezTo>
                  <a:pt x="20298" y="7190"/>
                  <a:pt x="20298" y="7574"/>
                  <a:pt x="20520" y="7811"/>
                </a:cubicBezTo>
                <a:cubicBezTo>
                  <a:pt x="20742" y="8048"/>
                  <a:pt x="21101" y="8048"/>
                  <a:pt x="21323" y="7811"/>
                </a:cubicBezTo>
                <a:cubicBezTo>
                  <a:pt x="21545" y="7574"/>
                  <a:pt x="21545" y="7190"/>
                  <a:pt x="21323" y="6953"/>
                </a:cubicBezTo>
                <a:cubicBezTo>
                  <a:pt x="21212" y="6835"/>
                  <a:pt x="21067" y="6776"/>
                  <a:pt x="20922" y="6776"/>
                </a:cubicBezTo>
                <a:close/>
                <a:moveTo>
                  <a:pt x="568" y="9034"/>
                </a:moveTo>
                <a:cubicBezTo>
                  <a:pt x="423" y="9034"/>
                  <a:pt x="278" y="9094"/>
                  <a:pt x="167" y="9212"/>
                </a:cubicBezTo>
                <a:cubicBezTo>
                  <a:pt x="-55" y="9449"/>
                  <a:pt x="-55" y="9833"/>
                  <a:pt x="167" y="10070"/>
                </a:cubicBezTo>
                <a:cubicBezTo>
                  <a:pt x="389" y="10307"/>
                  <a:pt x="749" y="10307"/>
                  <a:pt x="971" y="10070"/>
                </a:cubicBezTo>
                <a:cubicBezTo>
                  <a:pt x="1193" y="9833"/>
                  <a:pt x="1193" y="9449"/>
                  <a:pt x="971" y="9212"/>
                </a:cubicBezTo>
                <a:cubicBezTo>
                  <a:pt x="860" y="9094"/>
                  <a:pt x="714" y="9034"/>
                  <a:pt x="568" y="9034"/>
                </a:cubicBezTo>
                <a:close/>
                <a:moveTo>
                  <a:pt x="2830" y="9034"/>
                </a:moveTo>
                <a:cubicBezTo>
                  <a:pt x="2685" y="9034"/>
                  <a:pt x="2539" y="9094"/>
                  <a:pt x="2428" y="9212"/>
                </a:cubicBezTo>
                <a:cubicBezTo>
                  <a:pt x="2207" y="9449"/>
                  <a:pt x="2207" y="9833"/>
                  <a:pt x="2428" y="10070"/>
                </a:cubicBezTo>
                <a:cubicBezTo>
                  <a:pt x="2650" y="10307"/>
                  <a:pt x="3011" y="10307"/>
                  <a:pt x="3232" y="10070"/>
                </a:cubicBezTo>
                <a:cubicBezTo>
                  <a:pt x="3454" y="9833"/>
                  <a:pt x="3454" y="9449"/>
                  <a:pt x="3232" y="9212"/>
                </a:cubicBezTo>
                <a:cubicBezTo>
                  <a:pt x="3121" y="9094"/>
                  <a:pt x="2975" y="9034"/>
                  <a:pt x="2830" y="9034"/>
                </a:cubicBezTo>
                <a:close/>
                <a:moveTo>
                  <a:pt x="5092" y="9034"/>
                </a:moveTo>
                <a:cubicBezTo>
                  <a:pt x="4946" y="9034"/>
                  <a:pt x="4801" y="9094"/>
                  <a:pt x="4690" y="9212"/>
                </a:cubicBezTo>
                <a:cubicBezTo>
                  <a:pt x="4468" y="9449"/>
                  <a:pt x="4468" y="9833"/>
                  <a:pt x="4690" y="10070"/>
                </a:cubicBezTo>
                <a:cubicBezTo>
                  <a:pt x="4912" y="10307"/>
                  <a:pt x="5271" y="10307"/>
                  <a:pt x="5493" y="10070"/>
                </a:cubicBezTo>
                <a:cubicBezTo>
                  <a:pt x="5715" y="9833"/>
                  <a:pt x="5715" y="9449"/>
                  <a:pt x="5493" y="9212"/>
                </a:cubicBezTo>
                <a:cubicBezTo>
                  <a:pt x="5382" y="9094"/>
                  <a:pt x="5237" y="9034"/>
                  <a:pt x="5092" y="9034"/>
                </a:cubicBezTo>
                <a:close/>
                <a:moveTo>
                  <a:pt x="7353" y="9034"/>
                </a:moveTo>
                <a:cubicBezTo>
                  <a:pt x="7208" y="9034"/>
                  <a:pt x="7063" y="9094"/>
                  <a:pt x="6952" y="9212"/>
                </a:cubicBezTo>
                <a:cubicBezTo>
                  <a:pt x="6730" y="9449"/>
                  <a:pt x="6730" y="9833"/>
                  <a:pt x="6952" y="10070"/>
                </a:cubicBezTo>
                <a:cubicBezTo>
                  <a:pt x="7173" y="10307"/>
                  <a:pt x="7533" y="10307"/>
                  <a:pt x="7755" y="10070"/>
                </a:cubicBezTo>
                <a:cubicBezTo>
                  <a:pt x="7976" y="9833"/>
                  <a:pt x="7976" y="9449"/>
                  <a:pt x="7755" y="9212"/>
                </a:cubicBezTo>
                <a:cubicBezTo>
                  <a:pt x="7644" y="9094"/>
                  <a:pt x="7498" y="9034"/>
                  <a:pt x="7353" y="9034"/>
                </a:cubicBezTo>
                <a:close/>
                <a:moveTo>
                  <a:pt x="9615" y="9034"/>
                </a:moveTo>
                <a:cubicBezTo>
                  <a:pt x="9469" y="9034"/>
                  <a:pt x="9324" y="9094"/>
                  <a:pt x="9213" y="9212"/>
                </a:cubicBezTo>
                <a:cubicBezTo>
                  <a:pt x="8991" y="9449"/>
                  <a:pt x="8991" y="9833"/>
                  <a:pt x="9213" y="10070"/>
                </a:cubicBezTo>
                <a:cubicBezTo>
                  <a:pt x="9435" y="10307"/>
                  <a:pt x="9794" y="10307"/>
                  <a:pt x="10016" y="10070"/>
                </a:cubicBezTo>
                <a:cubicBezTo>
                  <a:pt x="10238" y="9833"/>
                  <a:pt x="10238" y="9449"/>
                  <a:pt x="10016" y="9212"/>
                </a:cubicBezTo>
                <a:cubicBezTo>
                  <a:pt x="9905" y="9094"/>
                  <a:pt x="9760" y="9034"/>
                  <a:pt x="9615" y="9034"/>
                </a:cubicBezTo>
                <a:close/>
                <a:moveTo>
                  <a:pt x="11876" y="9034"/>
                </a:moveTo>
                <a:cubicBezTo>
                  <a:pt x="11731" y="9034"/>
                  <a:pt x="11585" y="9094"/>
                  <a:pt x="11474" y="9212"/>
                </a:cubicBezTo>
                <a:cubicBezTo>
                  <a:pt x="11252" y="9449"/>
                  <a:pt x="11252" y="9833"/>
                  <a:pt x="11474" y="10070"/>
                </a:cubicBezTo>
                <a:cubicBezTo>
                  <a:pt x="11696" y="10307"/>
                  <a:pt x="12056" y="10307"/>
                  <a:pt x="12278" y="10070"/>
                </a:cubicBezTo>
                <a:cubicBezTo>
                  <a:pt x="12500" y="9833"/>
                  <a:pt x="12500" y="9449"/>
                  <a:pt x="12278" y="9212"/>
                </a:cubicBezTo>
                <a:cubicBezTo>
                  <a:pt x="12167" y="9094"/>
                  <a:pt x="12022" y="9034"/>
                  <a:pt x="11876" y="9034"/>
                </a:cubicBezTo>
                <a:close/>
                <a:moveTo>
                  <a:pt x="14138" y="9034"/>
                </a:moveTo>
                <a:cubicBezTo>
                  <a:pt x="13992" y="9034"/>
                  <a:pt x="13846" y="9094"/>
                  <a:pt x="13735" y="9212"/>
                </a:cubicBezTo>
                <a:cubicBezTo>
                  <a:pt x="13514" y="9449"/>
                  <a:pt x="13514" y="9833"/>
                  <a:pt x="13735" y="10070"/>
                </a:cubicBezTo>
                <a:cubicBezTo>
                  <a:pt x="13957" y="10307"/>
                  <a:pt x="14317" y="10307"/>
                  <a:pt x="14539" y="10070"/>
                </a:cubicBezTo>
                <a:cubicBezTo>
                  <a:pt x="14761" y="9833"/>
                  <a:pt x="14761" y="9449"/>
                  <a:pt x="14539" y="9212"/>
                </a:cubicBezTo>
                <a:cubicBezTo>
                  <a:pt x="14428" y="9094"/>
                  <a:pt x="14283" y="9034"/>
                  <a:pt x="14138" y="9034"/>
                </a:cubicBezTo>
                <a:close/>
                <a:moveTo>
                  <a:pt x="16398" y="9034"/>
                </a:moveTo>
                <a:cubicBezTo>
                  <a:pt x="16253" y="9034"/>
                  <a:pt x="16108" y="9094"/>
                  <a:pt x="15997" y="9212"/>
                </a:cubicBezTo>
                <a:cubicBezTo>
                  <a:pt x="15775" y="9449"/>
                  <a:pt x="15775" y="9833"/>
                  <a:pt x="15997" y="10070"/>
                </a:cubicBezTo>
                <a:cubicBezTo>
                  <a:pt x="16219" y="10307"/>
                  <a:pt x="16579" y="10307"/>
                  <a:pt x="16801" y="10070"/>
                </a:cubicBezTo>
                <a:cubicBezTo>
                  <a:pt x="17023" y="9833"/>
                  <a:pt x="17023" y="9449"/>
                  <a:pt x="16801" y="9212"/>
                </a:cubicBezTo>
                <a:cubicBezTo>
                  <a:pt x="16690" y="9094"/>
                  <a:pt x="16544" y="9034"/>
                  <a:pt x="16398" y="9034"/>
                </a:cubicBezTo>
                <a:close/>
                <a:moveTo>
                  <a:pt x="18660" y="9034"/>
                </a:moveTo>
                <a:cubicBezTo>
                  <a:pt x="18515" y="9034"/>
                  <a:pt x="18369" y="9094"/>
                  <a:pt x="18259" y="9212"/>
                </a:cubicBezTo>
                <a:cubicBezTo>
                  <a:pt x="18037" y="9449"/>
                  <a:pt x="18037" y="9833"/>
                  <a:pt x="18259" y="10070"/>
                </a:cubicBezTo>
                <a:cubicBezTo>
                  <a:pt x="18480" y="10307"/>
                  <a:pt x="18840" y="10307"/>
                  <a:pt x="19062" y="10070"/>
                </a:cubicBezTo>
                <a:cubicBezTo>
                  <a:pt x="19283" y="9833"/>
                  <a:pt x="19283" y="9449"/>
                  <a:pt x="19062" y="9212"/>
                </a:cubicBezTo>
                <a:cubicBezTo>
                  <a:pt x="18951" y="9094"/>
                  <a:pt x="18805" y="9034"/>
                  <a:pt x="18660" y="9034"/>
                </a:cubicBezTo>
                <a:close/>
                <a:moveTo>
                  <a:pt x="20922" y="9034"/>
                </a:moveTo>
                <a:cubicBezTo>
                  <a:pt x="20776" y="9034"/>
                  <a:pt x="20631" y="9094"/>
                  <a:pt x="20520" y="9212"/>
                </a:cubicBezTo>
                <a:cubicBezTo>
                  <a:pt x="20298" y="9449"/>
                  <a:pt x="20298" y="9833"/>
                  <a:pt x="20520" y="10070"/>
                </a:cubicBezTo>
                <a:cubicBezTo>
                  <a:pt x="20742" y="10307"/>
                  <a:pt x="21101" y="10307"/>
                  <a:pt x="21323" y="10070"/>
                </a:cubicBezTo>
                <a:cubicBezTo>
                  <a:pt x="21545" y="9833"/>
                  <a:pt x="21545" y="9449"/>
                  <a:pt x="21323" y="9212"/>
                </a:cubicBezTo>
                <a:cubicBezTo>
                  <a:pt x="21212" y="9094"/>
                  <a:pt x="21067" y="9034"/>
                  <a:pt x="20922" y="9034"/>
                </a:cubicBezTo>
                <a:close/>
                <a:moveTo>
                  <a:pt x="568" y="11293"/>
                </a:moveTo>
                <a:cubicBezTo>
                  <a:pt x="423" y="11293"/>
                  <a:pt x="278" y="11353"/>
                  <a:pt x="167" y="11471"/>
                </a:cubicBezTo>
                <a:cubicBezTo>
                  <a:pt x="-55" y="11708"/>
                  <a:pt x="-55" y="12092"/>
                  <a:pt x="167" y="12329"/>
                </a:cubicBezTo>
                <a:cubicBezTo>
                  <a:pt x="389" y="12566"/>
                  <a:pt x="749" y="12566"/>
                  <a:pt x="971" y="12329"/>
                </a:cubicBezTo>
                <a:cubicBezTo>
                  <a:pt x="1193" y="12092"/>
                  <a:pt x="1193" y="11708"/>
                  <a:pt x="971" y="11471"/>
                </a:cubicBezTo>
                <a:cubicBezTo>
                  <a:pt x="860" y="11353"/>
                  <a:pt x="714" y="11293"/>
                  <a:pt x="568" y="11293"/>
                </a:cubicBezTo>
                <a:close/>
                <a:moveTo>
                  <a:pt x="2830" y="11293"/>
                </a:moveTo>
                <a:cubicBezTo>
                  <a:pt x="2685" y="11293"/>
                  <a:pt x="2539" y="11353"/>
                  <a:pt x="2428" y="11471"/>
                </a:cubicBezTo>
                <a:cubicBezTo>
                  <a:pt x="2207" y="11708"/>
                  <a:pt x="2207" y="12092"/>
                  <a:pt x="2428" y="12329"/>
                </a:cubicBezTo>
                <a:cubicBezTo>
                  <a:pt x="2650" y="12566"/>
                  <a:pt x="3011" y="12566"/>
                  <a:pt x="3232" y="12329"/>
                </a:cubicBezTo>
                <a:cubicBezTo>
                  <a:pt x="3454" y="12092"/>
                  <a:pt x="3454" y="11708"/>
                  <a:pt x="3232" y="11471"/>
                </a:cubicBezTo>
                <a:cubicBezTo>
                  <a:pt x="3121" y="11353"/>
                  <a:pt x="2975" y="11293"/>
                  <a:pt x="2830" y="11293"/>
                </a:cubicBezTo>
                <a:close/>
                <a:moveTo>
                  <a:pt x="5092" y="11293"/>
                </a:moveTo>
                <a:cubicBezTo>
                  <a:pt x="4946" y="11293"/>
                  <a:pt x="4801" y="11353"/>
                  <a:pt x="4690" y="11471"/>
                </a:cubicBezTo>
                <a:cubicBezTo>
                  <a:pt x="4468" y="11708"/>
                  <a:pt x="4468" y="12092"/>
                  <a:pt x="4690" y="12329"/>
                </a:cubicBezTo>
                <a:cubicBezTo>
                  <a:pt x="4912" y="12566"/>
                  <a:pt x="5271" y="12566"/>
                  <a:pt x="5493" y="12329"/>
                </a:cubicBezTo>
                <a:cubicBezTo>
                  <a:pt x="5715" y="12092"/>
                  <a:pt x="5715" y="11708"/>
                  <a:pt x="5493" y="11471"/>
                </a:cubicBezTo>
                <a:cubicBezTo>
                  <a:pt x="5382" y="11353"/>
                  <a:pt x="5237" y="11293"/>
                  <a:pt x="5092" y="11293"/>
                </a:cubicBezTo>
                <a:close/>
                <a:moveTo>
                  <a:pt x="7353" y="11293"/>
                </a:moveTo>
                <a:cubicBezTo>
                  <a:pt x="7208" y="11293"/>
                  <a:pt x="7063" y="11353"/>
                  <a:pt x="6952" y="11471"/>
                </a:cubicBezTo>
                <a:cubicBezTo>
                  <a:pt x="6730" y="11708"/>
                  <a:pt x="6730" y="12092"/>
                  <a:pt x="6952" y="12329"/>
                </a:cubicBezTo>
                <a:cubicBezTo>
                  <a:pt x="7173" y="12566"/>
                  <a:pt x="7533" y="12566"/>
                  <a:pt x="7755" y="12329"/>
                </a:cubicBezTo>
                <a:cubicBezTo>
                  <a:pt x="7976" y="12092"/>
                  <a:pt x="7976" y="11708"/>
                  <a:pt x="7755" y="11471"/>
                </a:cubicBezTo>
                <a:cubicBezTo>
                  <a:pt x="7644" y="11353"/>
                  <a:pt x="7498" y="11293"/>
                  <a:pt x="7353" y="11293"/>
                </a:cubicBezTo>
                <a:close/>
                <a:moveTo>
                  <a:pt x="9615" y="11293"/>
                </a:moveTo>
                <a:cubicBezTo>
                  <a:pt x="9469" y="11293"/>
                  <a:pt x="9324" y="11353"/>
                  <a:pt x="9213" y="11471"/>
                </a:cubicBezTo>
                <a:cubicBezTo>
                  <a:pt x="8991" y="11708"/>
                  <a:pt x="8991" y="12092"/>
                  <a:pt x="9213" y="12329"/>
                </a:cubicBezTo>
                <a:cubicBezTo>
                  <a:pt x="9435" y="12566"/>
                  <a:pt x="9794" y="12566"/>
                  <a:pt x="10016" y="12329"/>
                </a:cubicBezTo>
                <a:cubicBezTo>
                  <a:pt x="10238" y="12092"/>
                  <a:pt x="10238" y="11708"/>
                  <a:pt x="10016" y="11471"/>
                </a:cubicBezTo>
                <a:cubicBezTo>
                  <a:pt x="9905" y="11353"/>
                  <a:pt x="9760" y="11293"/>
                  <a:pt x="9615" y="11293"/>
                </a:cubicBezTo>
                <a:close/>
                <a:moveTo>
                  <a:pt x="11876" y="11293"/>
                </a:moveTo>
                <a:cubicBezTo>
                  <a:pt x="11731" y="11293"/>
                  <a:pt x="11585" y="11353"/>
                  <a:pt x="11474" y="11471"/>
                </a:cubicBezTo>
                <a:cubicBezTo>
                  <a:pt x="11252" y="11708"/>
                  <a:pt x="11252" y="12092"/>
                  <a:pt x="11474" y="12329"/>
                </a:cubicBezTo>
                <a:cubicBezTo>
                  <a:pt x="11696" y="12566"/>
                  <a:pt x="12056" y="12566"/>
                  <a:pt x="12278" y="12329"/>
                </a:cubicBezTo>
                <a:cubicBezTo>
                  <a:pt x="12500" y="12092"/>
                  <a:pt x="12500" y="11708"/>
                  <a:pt x="12278" y="11471"/>
                </a:cubicBezTo>
                <a:cubicBezTo>
                  <a:pt x="12167" y="11353"/>
                  <a:pt x="12022" y="11293"/>
                  <a:pt x="11876" y="11293"/>
                </a:cubicBezTo>
                <a:close/>
                <a:moveTo>
                  <a:pt x="14138" y="11293"/>
                </a:moveTo>
                <a:cubicBezTo>
                  <a:pt x="13992" y="11293"/>
                  <a:pt x="13846" y="11353"/>
                  <a:pt x="13735" y="11471"/>
                </a:cubicBezTo>
                <a:cubicBezTo>
                  <a:pt x="13514" y="11708"/>
                  <a:pt x="13514" y="12092"/>
                  <a:pt x="13735" y="12329"/>
                </a:cubicBezTo>
                <a:cubicBezTo>
                  <a:pt x="13957" y="12566"/>
                  <a:pt x="14317" y="12566"/>
                  <a:pt x="14539" y="12329"/>
                </a:cubicBezTo>
                <a:cubicBezTo>
                  <a:pt x="14761" y="12092"/>
                  <a:pt x="14761" y="11708"/>
                  <a:pt x="14539" y="11471"/>
                </a:cubicBezTo>
                <a:cubicBezTo>
                  <a:pt x="14428" y="11353"/>
                  <a:pt x="14283" y="11293"/>
                  <a:pt x="14138" y="11293"/>
                </a:cubicBezTo>
                <a:close/>
                <a:moveTo>
                  <a:pt x="16398" y="11293"/>
                </a:moveTo>
                <a:cubicBezTo>
                  <a:pt x="16253" y="11293"/>
                  <a:pt x="16108" y="11353"/>
                  <a:pt x="15997" y="11471"/>
                </a:cubicBezTo>
                <a:cubicBezTo>
                  <a:pt x="15775" y="11708"/>
                  <a:pt x="15775" y="12092"/>
                  <a:pt x="15997" y="12329"/>
                </a:cubicBezTo>
                <a:cubicBezTo>
                  <a:pt x="16219" y="12566"/>
                  <a:pt x="16579" y="12566"/>
                  <a:pt x="16801" y="12329"/>
                </a:cubicBezTo>
                <a:cubicBezTo>
                  <a:pt x="17023" y="12092"/>
                  <a:pt x="17023" y="11708"/>
                  <a:pt x="16801" y="11471"/>
                </a:cubicBezTo>
                <a:cubicBezTo>
                  <a:pt x="16690" y="11353"/>
                  <a:pt x="16544" y="11293"/>
                  <a:pt x="16398" y="11293"/>
                </a:cubicBezTo>
                <a:close/>
                <a:moveTo>
                  <a:pt x="18660" y="11293"/>
                </a:moveTo>
                <a:cubicBezTo>
                  <a:pt x="18515" y="11293"/>
                  <a:pt x="18369" y="11353"/>
                  <a:pt x="18259" y="11471"/>
                </a:cubicBezTo>
                <a:cubicBezTo>
                  <a:pt x="18037" y="11708"/>
                  <a:pt x="18037" y="12092"/>
                  <a:pt x="18259" y="12329"/>
                </a:cubicBezTo>
                <a:cubicBezTo>
                  <a:pt x="18480" y="12566"/>
                  <a:pt x="18840" y="12566"/>
                  <a:pt x="19062" y="12329"/>
                </a:cubicBezTo>
                <a:cubicBezTo>
                  <a:pt x="19283" y="12092"/>
                  <a:pt x="19283" y="11708"/>
                  <a:pt x="19062" y="11471"/>
                </a:cubicBezTo>
                <a:cubicBezTo>
                  <a:pt x="18951" y="11353"/>
                  <a:pt x="18805" y="11293"/>
                  <a:pt x="18660" y="11293"/>
                </a:cubicBezTo>
                <a:close/>
                <a:moveTo>
                  <a:pt x="20922" y="11293"/>
                </a:moveTo>
                <a:cubicBezTo>
                  <a:pt x="20776" y="11293"/>
                  <a:pt x="20631" y="11353"/>
                  <a:pt x="20520" y="11471"/>
                </a:cubicBezTo>
                <a:cubicBezTo>
                  <a:pt x="20298" y="11708"/>
                  <a:pt x="20298" y="12092"/>
                  <a:pt x="20520" y="12329"/>
                </a:cubicBezTo>
                <a:cubicBezTo>
                  <a:pt x="20742" y="12566"/>
                  <a:pt x="21101" y="12566"/>
                  <a:pt x="21323" y="12329"/>
                </a:cubicBezTo>
                <a:cubicBezTo>
                  <a:pt x="21545" y="12092"/>
                  <a:pt x="21545" y="11708"/>
                  <a:pt x="21323" y="11471"/>
                </a:cubicBezTo>
                <a:cubicBezTo>
                  <a:pt x="21212" y="11353"/>
                  <a:pt x="21067" y="11293"/>
                  <a:pt x="20922" y="11293"/>
                </a:cubicBezTo>
                <a:close/>
                <a:moveTo>
                  <a:pt x="568" y="13551"/>
                </a:moveTo>
                <a:cubicBezTo>
                  <a:pt x="423" y="13551"/>
                  <a:pt x="278" y="13610"/>
                  <a:pt x="167" y="13729"/>
                </a:cubicBezTo>
                <a:cubicBezTo>
                  <a:pt x="-55" y="13966"/>
                  <a:pt x="-55" y="14350"/>
                  <a:pt x="167" y="14587"/>
                </a:cubicBezTo>
                <a:cubicBezTo>
                  <a:pt x="389" y="14823"/>
                  <a:pt x="749" y="14823"/>
                  <a:pt x="971" y="14587"/>
                </a:cubicBezTo>
                <a:cubicBezTo>
                  <a:pt x="1193" y="14350"/>
                  <a:pt x="1193" y="13966"/>
                  <a:pt x="971" y="13729"/>
                </a:cubicBezTo>
                <a:cubicBezTo>
                  <a:pt x="860" y="13610"/>
                  <a:pt x="714" y="13551"/>
                  <a:pt x="568" y="13551"/>
                </a:cubicBezTo>
                <a:close/>
                <a:moveTo>
                  <a:pt x="2830" y="13551"/>
                </a:moveTo>
                <a:cubicBezTo>
                  <a:pt x="2685" y="13551"/>
                  <a:pt x="2539" y="13610"/>
                  <a:pt x="2428" y="13729"/>
                </a:cubicBezTo>
                <a:cubicBezTo>
                  <a:pt x="2207" y="13966"/>
                  <a:pt x="2207" y="14350"/>
                  <a:pt x="2428" y="14587"/>
                </a:cubicBezTo>
                <a:cubicBezTo>
                  <a:pt x="2650" y="14823"/>
                  <a:pt x="3011" y="14823"/>
                  <a:pt x="3232" y="14587"/>
                </a:cubicBezTo>
                <a:cubicBezTo>
                  <a:pt x="3454" y="14350"/>
                  <a:pt x="3454" y="13966"/>
                  <a:pt x="3232" y="13729"/>
                </a:cubicBezTo>
                <a:cubicBezTo>
                  <a:pt x="3121" y="13610"/>
                  <a:pt x="2975" y="13551"/>
                  <a:pt x="2830" y="13551"/>
                </a:cubicBezTo>
                <a:close/>
                <a:moveTo>
                  <a:pt x="5092" y="13551"/>
                </a:moveTo>
                <a:cubicBezTo>
                  <a:pt x="4946" y="13551"/>
                  <a:pt x="4801" y="13610"/>
                  <a:pt x="4690" y="13729"/>
                </a:cubicBezTo>
                <a:cubicBezTo>
                  <a:pt x="4468" y="13966"/>
                  <a:pt x="4468" y="14350"/>
                  <a:pt x="4690" y="14587"/>
                </a:cubicBezTo>
                <a:cubicBezTo>
                  <a:pt x="4912" y="14823"/>
                  <a:pt x="5271" y="14823"/>
                  <a:pt x="5493" y="14587"/>
                </a:cubicBezTo>
                <a:cubicBezTo>
                  <a:pt x="5715" y="14350"/>
                  <a:pt x="5715" y="13966"/>
                  <a:pt x="5493" y="13729"/>
                </a:cubicBezTo>
                <a:cubicBezTo>
                  <a:pt x="5382" y="13610"/>
                  <a:pt x="5237" y="13551"/>
                  <a:pt x="5092" y="13551"/>
                </a:cubicBezTo>
                <a:close/>
                <a:moveTo>
                  <a:pt x="7353" y="13551"/>
                </a:moveTo>
                <a:cubicBezTo>
                  <a:pt x="7208" y="13551"/>
                  <a:pt x="7063" y="13610"/>
                  <a:pt x="6952" y="13729"/>
                </a:cubicBezTo>
                <a:cubicBezTo>
                  <a:pt x="6730" y="13966"/>
                  <a:pt x="6730" y="14350"/>
                  <a:pt x="6952" y="14587"/>
                </a:cubicBezTo>
                <a:cubicBezTo>
                  <a:pt x="7173" y="14823"/>
                  <a:pt x="7533" y="14823"/>
                  <a:pt x="7755" y="14587"/>
                </a:cubicBezTo>
                <a:cubicBezTo>
                  <a:pt x="7976" y="14350"/>
                  <a:pt x="7976" y="13966"/>
                  <a:pt x="7755" y="13729"/>
                </a:cubicBezTo>
                <a:cubicBezTo>
                  <a:pt x="7644" y="13610"/>
                  <a:pt x="7498" y="13551"/>
                  <a:pt x="7353" y="13551"/>
                </a:cubicBezTo>
                <a:close/>
                <a:moveTo>
                  <a:pt x="9615" y="13551"/>
                </a:moveTo>
                <a:cubicBezTo>
                  <a:pt x="9469" y="13551"/>
                  <a:pt x="9324" y="13610"/>
                  <a:pt x="9213" y="13729"/>
                </a:cubicBezTo>
                <a:cubicBezTo>
                  <a:pt x="8991" y="13966"/>
                  <a:pt x="8991" y="14350"/>
                  <a:pt x="9213" y="14587"/>
                </a:cubicBezTo>
                <a:cubicBezTo>
                  <a:pt x="9435" y="14823"/>
                  <a:pt x="9794" y="14823"/>
                  <a:pt x="10016" y="14587"/>
                </a:cubicBezTo>
                <a:cubicBezTo>
                  <a:pt x="10238" y="14350"/>
                  <a:pt x="10238" y="13966"/>
                  <a:pt x="10016" y="13729"/>
                </a:cubicBezTo>
                <a:cubicBezTo>
                  <a:pt x="9905" y="13610"/>
                  <a:pt x="9760" y="13551"/>
                  <a:pt x="9615" y="13551"/>
                </a:cubicBezTo>
                <a:close/>
                <a:moveTo>
                  <a:pt x="11876" y="13551"/>
                </a:moveTo>
                <a:cubicBezTo>
                  <a:pt x="11731" y="13551"/>
                  <a:pt x="11585" y="13610"/>
                  <a:pt x="11474" y="13729"/>
                </a:cubicBezTo>
                <a:cubicBezTo>
                  <a:pt x="11252" y="13966"/>
                  <a:pt x="11252" y="14350"/>
                  <a:pt x="11474" y="14587"/>
                </a:cubicBezTo>
                <a:cubicBezTo>
                  <a:pt x="11696" y="14823"/>
                  <a:pt x="12056" y="14823"/>
                  <a:pt x="12278" y="14587"/>
                </a:cubicBezTo>
                <a:cubicBezTo>
                  <a:pt x="12500" y="14350"/>
                  <a:pt x="12500" y="13966"/>
                  <a:pt x="12278" y="13729"/>
                </a:cubicBezTo>
                <a:cubicBezTo>
                  <a:pt x="12167" y="13610"/>
                  <a:pt x="12022" y="13551"/>
                  <a:pt x="11876" y="13551"/>
                </a:cubicBezTo>
                <a:close/>
                <a:moveTo>
                  <a:pt x="14138" y="13551"/>
                </a:moveTo>
                <a:cubicBezTo>
                  <a:pt x="13992" y="13551"/>
                  <a:pt x="13846" y="13610"/>
                  <a:pt x="13735" y="13729"/>
                </a:cubicBezTo>
                <a:cubicBezTo>
                  <a:pt x="13514" y="13966"/>
                  <a:pt x="13514" y="14350"/>
                  <a:pt x="13735" y="14587"/>
                </a:cubicBezTo>
                <a:cubicBezTo>
                  <a:pt x="13957" y="14823"/>
                  <a:pt x="14317" y="14823"/>
                  <a:pt x="14539" y="14587"/>
                </a:cubicBezTo>
                <a:cubicBezTo>
                  <a:pt x="14761" y="14350"/>
                  <a:pt x="14761" y="13966"/>
                  <a:pt x="14539" y="13729"/>
                </a:cubicBezTo>
                <a:cubicBezTo>
                  <a:pt x="14428" y="13610"/>
                  <a:pt x="14283" y="13551"/>
                  <a:pt x="14138" y="13551"/>
                </a:cubicBezTo>
                <a:close/>
                <a:moveTo>
                  <a:pt x="16398" y="13551"/>
                </a:moveTo>
                <a:cubicBezTo>
                  <a:pt x="16253" y="13551"/>
                  <a:pt x="16108" y="13610"/>
                  <a:pt x="15997" y="13729"/>
                </a:cubicBezTo>
                <a:cubicBezTo>
                  <a:pt x="15775" y="13966"/>
                  <a:pt x="15775" y="14350"/>
                  <a:pt x="15997" y="14587"/>
                </a:cubicBezTo>
                <a:cubicBezTo>
                  <a:pt x="16219" y="14823"/>
                  <a:pt x="16579" y="14823"/>
                  <a:pt x="16801" y="14587"/>
                </a:cubicBezTo>
                <a:cubicBezTo>
                  <a:pt x="17023" y="14350"/>
                  <a:pt x="17023" y="13966"/>
                  <a:pt x="16801" y="13729"/>
                </a:cubicBezTo>
                <a:cubicBezTo>
                  <a:pt x="16690" y="13610"/>
                  <a:pt x="16544" y="13551"/>
                  <a:pt x="16398" y="13551"/>
                </a:cubicBezTo>
                <a:close/>
                <a:moveTo>
                  <a:pt x="18660" y="13551"/>
                </a:moveTo>
                <a:cubicBezTo>
                  <a:pt x="18515" y="13551"/>
                  <a:pt x="18369" y="13610"/>
                  <a:pt x="18259" y="13729"/>
                </a:cubicBezTo>
                <a:cubicBezTo>
                  <a:pt x="18037" y="13966"/>
                  <a:pt x="18037" y="14350"/>
                  <a:pt x="18259" y="14587"/>
                </a:cubicBezTo>
                <a:cubicBezTo>
                  <a:pt x="18480" y="14823"/>
                  <a:pt x="18840" y="14823"/>
                  <a:pt x="19062" y="14587"/>
                </a:cubicBezTo>
                <a:cubicBezTo>
                  <a:pt x="19283" y="14350"/>
                  <a:pt x="19283" y="13966"/>
                  <a:pt x="19062" y="13729"/>
                </a:cubicBezTo>
                <a:cubicBezTo>
                  <a:pt x="18951" y="13610"/>
                  <a:pt x="18805" y="13551"/>
                  <a:pt x="18660" y="13551"/>
                </a:cubicBezTo>
                <a:close/>
                <a:moveTo>
                  <a:pt x="20922" y="13551"/>
                </a:moveTo>
                <a:cubicBezTo>
                  <a:pt x="20776" y="13551"/>
                  <a:pt x="20631" y="13610"/>
                  <a:pt x="20520" y="13729"/>
                </a:cubicBezTo>
                <a:cubicBezTo>
                  <a:pt x="20298" y="13966"/>
                  <a:pt x="20298" y="14350"/>
                  <a:pt x="20520" y="14587"/>
                </a:cubicBezTo>
                <a:cubicBezTo>
                  <a:pt x="20742" y="14823"/>
                  <a:pt x="21101" y="14823"/>
                  <a:pt x="21323" y="14587"/>
                </a:cubicBezTo>
                <a:cubicBezTo>
                  <a:pt x="21545" y="14350"/>
                  <a:pt x="21545" y="13966"/>
                  <a:pt x="21323" y="13729"/>
                </a:cubicBezTo>
                <a:cubicBezTo>
                  <a:pt x="21212" y="13610"/>
                  <a:pt x="21067" y="13551"/>
                  <a:pt x="20922" y="13551"/>
                </a:cubicBezTo>
                <a:close/>
                <a:moveTo>
                  <a:pt x="568" y="15810"/>
                </a:moveTo>
                <a:cubicBezTo>
                  <a:pt x="423" y="15810"/>
                  <a:pt x="278" y="15869"/>
                  <a:pt x="167" y="15988"/>
                </a:cubicBezTo>
                <a:cubicBezTo>
                  <a:pt x="-55" y="16224"/>
                  <a:pt x="-55" y="16609"/>
                  <a:pt x="167" y="16846"/>
                </a:cubicBezTo>
                <a:cubicBezTo>
                  <a:pt x="389" y="17082"/>
                  <a:pt x="749" y="17082"/>
                  <a:pt x="971" y="16846"/>
                </a:cubicBezTo>
                <a:cubicBezTo>
                  <a:pt x="1193" y="16609"/>
                  <a:pt x="1193" y="16224"/>
                  <a:pt x="971" y="15988"/>
                </a:cubicBezTo>
                <a:cubicBezTo>
                  <a:pt x="860" y="15869"/>
                  <a:pt x="714" y="15810"/>
                  <a:pt x="568" y="15810"/>
                </a:cubicBezTo>
                <a:close/>
                <a:moveTo>
                  <a:pt x="2830" y="15810"/>
                </a:moveTo>
                <a:cubicBezTo>
                  <a:pt x="2685" y="15810"/>
                  <a:pt x="2539" y="15869"/>
                  <a:pt x="2428" y="15988"/>
                </a:cubicBezTo>
                <a:cubicBezTo>
                  <a:pt x="2207" y="16224"/>
                  <a:pt x="2207" y="16609"/>
                  <a:pt x="2428" y="16846"/>
                </a:cubicBezTo>
                <a:cubicBezTo>
                  <a:pt x="2650" y="17082"/>
                  <a:pt x="3011" y="17082"/>
                  <a:pt x="3232" y="16846"/>
                </a:cubicBezTo>
                <a:cubicBezTo>
                  <a:pt x="3454" y="16609"/>
                  <a:pt x="3454" y="16224"/>
                  <a:pt x="3232" y="15988"/>
                </a:cubicBezTo>
                <a:cubicBezTo>
                  <a:pt x="3121" y="15869"/>
                  <a:pt x="2975" y="15810"/>
                  <a:pt x="2830" y="15810"/>
                </a:cubicBezTo>
                <a:close/>
                <a:moveTo>
                  <a:pt x="5092" y="15810"/>
                </a:moveTo>
                <a:cubicBezTo>
                  <a:pt x="4946" y="15810"/>
                  <a:pt x="4801" y="15869"/>
                  <a:pt x="4690" y="15988"/>
                </a:cubicBezTo>
                <a:cubicBezTo>
                  <a:pt x="4468" y="16224"/>
                  <a:pt x="4468" y="16609"/>
                  <a:pt x="4690" y="16846"/>
                </a:cubicBezTo>
                <a:cubicBezTo>
                  <a:pt x="4912" y="17082"/>
                  <a:pt x="5271" y="17082"/>
                  <a:pt x="5493" y="16846"/>
                </a:cubicBezTo>
                <a:cubicBezTo>
                  <a:pt x="5715" y="16609"/>
                  <a:pt x="5715" y="16224"/>
                  <a:pt x="5493" y="15988"/>
                </a:cubicBezTo>
                <a:cubicBezTo>
                  <a:pt x="5382" y="15869"/>
                  <a:pt x="5237" y="15810"/>
                  <a:pt x="5092" y="15810"/>
                </a:cubicBezTo>
                <a:close/>
                <a:moveTo>
                  <a:pt x="7353" y="15810"/>
                </a:moveTo>
                <a:cubicBezTo>
                  <a:pt x="7208" y="15810"/>
                  <a:pt x="7063" y="15869"/>
                  <a:pt x="6952" y="15988"/>
                </a:cubicBezTo>
                <a:cubicBezTo>
                  <a:pt x="6730" y="16224"/>
                  <a:pt x="6730" y="16609"/>
                  <a:pt x="6952" y="16846"/>
                </a:cubicBezTo>
                <a:cubicBezTo>
                  <a:pt x="7173" y="17082"/>
                  <a:pt x="7533" y="17082"/>
                  <a:pt x="7755" y="16846"/>
                </a:cubicBezTo>
                <a:cubicBezTo>
                  <a:pt x="7976" y="16609"/>
                  <a:pt x="7976" y="16224"/>
                  <a:pt x="7755" y="15988"/>
                </a:cubicBezTo>
                <a:cubicBezTo>
                  <a:pt x="7644" y="15869"/>
                  <a:pt x="7498" y="15810"/>
                  <a:pt x="7353" y="15810"/>
                </a:cubicBezTo>
                <a:close/>
                <a:moveTo>
                  <a:pt x="9615" y="15810"/>
                </a:moveTo>
                <a:cubicBezTo>
                  <a:pt x="9469" y="15810"/>
                  <a:pt x="9324" y="15869"/>
                  <a:pt x="9213" y="15988"/>
                </a:cubicBezTo>
                <a:cubicBezTo>
                  <a:pt x="8991" y="16224"/>
                  <a:pt x="8991" y="16609"/>
                  <a:pt x="9213" y="16846"/>
                </a:cubicBezTo>
                <a:cubicBezTo>
                  <a:pt x="9435" y="17082"/>
                  <a:pt x="9794" y="17082"/>
                  <a:pt x="10016" y="16846"/>
                </a:cubicBezTo>
                <a:cubicBezTo>
                  <a:pt x="10238" y="16609"/>
                  <a:pt x="10238" y="16224"/>
                  <a:pt x="10016" y="15988"/>
                </a:cubicBezTo>
                <a:cubicBezTo>
                  <a:pt x="9905" y="15869"/>
                  <a:pt x="9760" y="15810"/>
                  <a:pt x="9615" y="15810"/>
                </a:cubicBezTo>
                <a:close/>
                <a:moveTo>
                  <a:pt x="11876" y="15810"/>
                </a:moveTo>
                <a:cubicBezTo>
                  <a:pt x="11731" y="15810"/>
                  <a:pt x="11585" y="15869"/>
                  <a:pt x="11474" y="15988"/>
                </a:cubicBezTo>
                <a:cubicBezTo>
                  <a:pt x="11252" y="16224"/>
                  <a:pt x="11252" y="16609"/>
                  <a:pt x="11474" y="16846"/>
                </a:cubicBezTo>
                <a:cubicBezTo>
                  <a:pt x="11696" y="17082"/>
                  <a:pt x="12056" y="17082"/>
                  <a:pt x="12278" y="16846"/>
                </a:cubicBezTo>
                <a:cubicBezTo>
                  <a:pt x="12500" y="16609"/>
                  <a:pt x="12500" y="16224"/>
                  <a:pt x="12278" y="15988"/>
                </a:cubicBezTo>
                <a:cubicBezTo>
                  <a:pt x="12167" y="15869"/>
                  <a:pt x="12022" y="15810"/>
                  <a:pt x="11876" y="15810"/>
                </a:cubicBezTo>
                <a:close/>
                <a:moveTo>
                  <a:pt x="14138" y="15810"/>
                </a:moveTo>
                <a:cubicBezTo>
                  <a:pt x="13992" y="15810"/>
                  <a:pt x="13846" y="15869"/>
                  <a:pt x="13735" y="15988"/>
                </a:cubicBezTo>
                <a:cubicBezTo>
                  <a:pt x="13514" y="16224"/>
                  <a:pt x="13514" y="16609"/>
                  <a:pt x="13735" y="16846"/>
                </a:cubicBezTo>
                <a:cubicBezTo>
                  <a:pt x="13957" y="17082"/>
                  <a:pt x="14317" y="17082"/>
                  <a:pt x="14539" y="16846"/>
                </a:cubicBezTo>
                <a:cubicBezTo>
                  <a:pt x="14761" y="16609"/>
                  <a:pt x="14761" y="16224"/>
                  <a:pt x="14539" y="15988"/>
                </a:cubicBezTo>
                <a:cubicBezTo>
                  <a:pt x="14428" y="15869"/>
                  <a:pt x="14283" y="15810"/>
                  <a:pt x="14138" y="15810"/>
                </a:cubicBezTo>
                <a:close/>
                <a:moveTo>
                  <a:pt x="16398" y="15810"/>
                </a:moveTo>
                <a:cubicBezTo>
                  <a:pt x="16253" y="15810"/>
                  <a:pt x="16108" y="15869"/>
                  <a:pt x="15997" y="15988"/>
                </a:cubicBezTo>
                <a:cubicBezTo>
                  <a:pt x="15775" y="16224"/>
                  <a:pt x="15775" y="16609"/>
                  <a:pt x="15997" y="16846"/>
                </a:cubicBezTo>
                <a:cubicBezTo>
                  <a:pt x="16219" y="17082"/>
                  <a:pt x="16579" y="17082"/>
                  <a:pt x="16801" y="16846"/>
                </a:cubicBezTo>
                <a:cubicBezTo>
                  <a:pt x="17023" y="16609"/>
                  <a:pt x="17023" y="16224"/>
                  <a:pt x="16801" y="15988"/>
                </a:cubicBezTo>
                <a:cubicBezTo>
                  <a:pt x="16690" y="15869"/>
                  <a:pt x="16544" y="15810"/>
                  <a:pt x="16398" y="15810"/>
                </a:cubicBezTo>
                <a:close/>
                <a:moveTo>
                  <a:pt x="18660" y="15810"/>
                </a:moveTo>
                <a:cubicBezTo>
                  <a:pt x="18515" y="15810"/>
                  <a:pt x="18369" y="15869"/>
                  <a:pt x="18259" y="15988"/>
                </a:cubicBezTo>
                <a:cubicBezTo>
                  <a:pt x="18037" y="16224"/>
                  <a:pt x="18037" y="16609"/>
                  <a:pt x="18259" y="16846"/>
                </a:cubicBezTo>
                <a:cubicBezTo>
                  <a:pt x="18480" y="17082"/>
                  <a:pt x="18840" y="17082"/>
                  <a:pt x="19062" y="16846"/>
                </a:cubicBezTo>
                <a:cubicBezTo>
                  <a:pt x="19283" y="16609"/>
                  <a:pt x="19283" y="16224"/>
                  <a:pt x="19062" y="15988"/>
                </a:cubicBezTo>
                <a:cubicBezTo>
                  <a:pt x="18951" y="15869"/>
                  <a:pt x="18805" y="15810"/>
                  <a:pt x="18660" y="15810"/>
                </a:cubicBezTo>
                <a:close/>
                <a:moveTo>
                  <a:pt x="20922" y="15810"/>
                </a:moveTo>
                <a:cubicBezTo>
                  <a:pt x="20776" y="15810"/>
                  <a:pt x="20631" y="15869"/>
                  <a:pt x="20520" y="15988"/>
                </a:cubicBezTo>
                <a:cubicBezTo>
                  <a:pt x="20298" y="16224"/>
                  <a:pt x="20298" y="16609"/>
                  <a:pt x="20520" y="16846"/>
                </a:cubicBezTo>
                <a:cubicBezTo>
                  <a:pt x="20742" y="17082"/>
                  <a:pt x="21101" y="17082"/>
                  <a:pt x="21323" y="16846"/>
                </a:cubicBezTo>
                <a:cubicBezTo>
                  <a:pt x="21545" y="16609"/>
                  <a:pt x="21545" y="16224"/>
                  <a:pt x="21323" y="15988"/>
                </a:cubicBezTo>
                <a:cubicBezTo>
                  <a:pt x="21212" y="15869"/>
                  <a:pt x="21067" y="15810"/>
                  <a:pt x="20922" y="15810"/>
                </a:cubicBezTo>
                <a:close/>
                <a:moveTo>
                  <a:pt x="568" y="18069"/>
                </a:moveTo>
                <a:cubicBezTo>
                  <a:pt x="423" y="18069"/>
                  <a:pt x="278" y="18128"/>
                  <a:pt x="167" y="18247"/>
                </a:cubicBezTo>
                <a:cubicBezTo>
                  <a:pt x="-55" y="18483"/>
                  <a:pt x="-55" y="18868"/>
                  <a:pt x="167" y="19104"/>
                </a:cubicBezTo>
                <a:cubicBezTo>
                  <a:pt x="389" y="19341"/>
                  <a:pt x="749" y="19341"/>
                  <a:pt x="971" y="19104"/>
                </a:cubicBezTo>
                <a:cubicBezTo>
                  <a:pt x="1193" y="18868"/>
                  <a:pt x="1193" y="18483"/>
                  <a:pt x="971" y="18247"/>
                </a:cubicBezTo>
                <a:cubicBezTo>
                  <a:pt x="860" y="18128"/>
                  <a:pt x="714" y="18069"/>
                  <a:pt x="568" y="18069"/>
                </a:cubicBezTo>
                <a:close/>
                <a:moveTo>
                  <a:pt x="2830" y="18069"/>
                </a:moveTo>
                <a:cubicBezTo>
                  <a:pt x="2685" y="18069"/>
                  <a:pt x="2539" y="18128"/>
                  <a:pt x="2428" y="18247"/>
                </a:cubicBezTo>
                <a:cubicBezTo>
                  <a:pt x="2207" y="18483"/>
                  <a:pt x="2207" y="18868"/>
                  <a:pt x="2428" y="19104"/>
                </a:cubicBezTo>
                <a:cubicBezTo>
                  <a:pt x="2650" y="19341"/>
                  <a:pt x="3011" y="19341"/>
                  <a:pt x="3232" y="19104"/>
                </a:cubicBezTo>
                <a:cubicBezTo>
                  <a:pt x="3454" y="18868"/>
                  <a:pt x="3454" y="18483"/>
                  <a:pt x="3232" y="18247"/>
                </a:cubicBezTo>
                <a:cubicBezTo>
                  <a:pt x="3121" y="18128"/>
                  <a:pt x="2975" y="18069"/>
                  <a:pt x="2830" y="18069"/>
                </a:cubicBezTo>
                <a:close/>
                <a:moveTo>
                  <a:pt x="5092" y="18069"/>
                </a:moveTo>
                <a:cubicBezTo>
                  <a:pt x="4946" y="18069"/>
                  <a:pt x="4801" y="18128"/>
                  <a:pt x="4690" y="18247"/>
                </a:cubicBezTo>
                <a:cubicBezTo>
                  <a:pt x="4468" y="18483"/>
                  <a:pt x="4468" y="18868"/>
                  <a:pt x="4690" y="19104"/>
                </a:cubicBezTo>
                <a:cubicBezTo>
                  <a:pt x="4912" y="19341"/>
                  <a:pt x="5271" y="19341"/>
                  <a:pt x="5493" y="19104"/>
                </a:cubicBezTo>
                <a:cubicBezTo>
                  <a:pt x="5715" y="18868"/>
                  <a:pt x="5715" y="18483"/>
                  <a:pt x="5493" y="18247"/>
                </a:cubicBezTo>
                <a:cubicBezTo>
                  <a:pt x="5382" y="18128"/>
                  <a:pt x="5237" y="18069"/>
                  <a:pt x="5092" y="18069"/>
                </a:cubicBezTo>
                <a:close/>
                <a:moveTo>
                  <a:pt x="7353" y="18069"/>
                </a:moveTo>
                <a:cubicBezTo>
                  <a:pt x="7208" y="18069"/>
                  <a:pt x="7063" y="18128"/>
                  <a:pt x="6952" y="18247"/>
                </a:cubicBezTo>
                <a:cubicBezTo>
                  <a:pt x="6730" y="18483"/>
                  <a:pt x="6730" y="18868"/>
                  <a:pt x="6952" y="19104"/>
                </a:cubicBezTo>
                <a:cubicBezTo>
                  <a:pt x="7173" y="19341"/>
                  <a:pt x="7533" y="19341"/>
                  <a:pt x="7755" y="19104"/>
                </a:cubicBezTo>
                <a:cubicBezTo>
                  <a:pt x="7976" y="18868"/>
                  <a:pt x="7976" y="18483"/>
                  <a:pt x="7755" y="18247"/>
                </a:cubicBezTo>
                <a:cubicBezTo>
                  <a:pt x="7644" y="18128"/>
                  <a:pt x="7498" y="18069"/>
                  <a:pt x="7353" y="18069"/>
                </a:cubicBezTo>
                <a:close/>
                <a:moveTo>
                  <a:pt x="9615" y="18069"/>
                </a:moveTo>
                <a:cubicBezTo>
                  <a:pt x="9469" y="18069"/>
                  <a:pt x="9324" y="18128"/>
                  <a:pt x="9213" y="18247"/>
                </a:cubicBezTo>
                <a:cubicBezTo>
                  <a:pt x="8991" y="18483"/>
                  <a:pt x="8991" y="18868"/>
                  <a:pt x="9213" y="19104"/>
                </a:cubicBezTo>
                <a:cubicBezTo>
                  <a:pt x="9435" y="19341"/>
                  <a:pt x="9794" y="19341"/>
                  <a:pt x="10016" y="19104"/>
                </a:cubicBezTo>
                <a:cubicBezTo>
                  <a:pt x="10238" y="18868"/>
                  <a:pt x="10238" y="18483"/>
                  <a:pt x="10016" y="18247"/>
                </a:cubicBezTo>
                <a:cubicBezTo>
                  <a:pt x="9905" y="18128"/>
                  <a:pt x="9760" y="18069"/>
                  <a:pt x="9615" y="18069"/>
                </a:cubicBezTo>
                <a:close/>
                <a:moveTo>
                  <a:pt x="11876" y="18069"/>
                </a:moveTo>
                <a:cubicBezTo>
                  <a:pt x="11731" y="18069"/>
                  <a:pt x="11585" y="18128"/>
                  <a:pt x="11474" y="18247"/>
                </a:cubicBezTo>
                <a:cubicBezTo>
                  <a:pt x="11252" y="18483"/>
                  <a:pt x="11252" y="18868"/>
                  <a:pt x="11474" y="19104"/>
                </a:cubicBezTo>
                <a:cubicBezTo>
                  <a:pt x="11696" y="19341"/>
                  <a:pt x="12056" y="19341"/>
                  <a:pt x="12278" y="19104"/>
                </a:cubicBezTo>
                <a:cubicBezTo>
                  <a:pt x="12500" y="18868"/>
                  <a:pt x="12500" y="18483"/>
                  <a:pt x="12278" y="18247"/>
                </a:cubicBezTo>
                <a:cubicBezTo>
                  <a:pt x="12167" y="18128"/>
                  <a:pt x="12022" y="18069"/>
                  <a:pt x="11876" y="18069"/>
                </a:cubicBezTo>
                <a:close/>
                <a:moveTo>
                  <a:pt x="14138" y="18069"/>
                </a:moveTo>
                <a:cubicBezTo>
                  <a:pt x="13992" y="18069"/>
                  <a:pt x="13846" y="18128"/>
                  <a:pt x="13735" y="18247"/>
                </a:cubicBezTo>
                <a:cubicBezTo>
                  <a:pt x="13514" y="18483"/>
                  <a:pt x="13514" y="18868"/>
                  <a:pt x="13735" y="19104"/>
                </a:cubicBezTo>
                <a:cubicBezTo>
                  <a:pt x="13957" y="19341"/>
                  <a:pt x="14317" y="19341"/>
                  <a:pt x="14539" y="19104"/>
                </a:cubicBezTo>
                <a:cubicBezTo>
                  <a:pt x="14761" y="18868"/>
                  <a:pt x="14761" y="18483"/>
                  <a:pt x="14539" y="18247"/>
                </a:cubicBezTo>
                <a:cubicBezTo>
                  <a:pt x="14428" y="18128"/>
                  <a:pt x="14283" y="18069"/>
                  <a:pt x="14138" y="18069"/>
                </a:cubicBezTo>
                <a:close/>
                <a:moveTo>
                  <a:pt x="16398" y="18069"/>
                </a:moveTo>
                <a:cubicBezTo>
                  <a:pt x="16253" y="18069"/>
                  <a:pt x="16108" y="18128"/>
                  <a:pt x="15997" y="18247"/>
                </a:cubicBezTo>
                <a:cubicBezTo>
                  <a:pt x="15775" y="18483"/>
                  <a:pt x="15775" y="18868"/>
                  <a:pt x="15997" y="19104"/>
                </a:cubicBezTo>
                <a:cubicBezTo>
                  <a:pt x="16219" y="19341"/>
                  <a:pt x="16579" y="19341"/>
                  <a:pt x="16801" y="19104"/>
                </a:cubicBezTo>
                <a:cubicBezTo>
                  <a:pt x="17023" y="18868"/>
                  <a:pt x="17023" y="18483"/>
                  <a:pt x="16801" y="18247"/>
                </a:cubicBezTo>
                <a:cubicBezTo>
                  <a:pt x="16690" y="18128"/>
                  <a:pt x="16544" y="18069"/>
                  <a:pt x="16398" y="18069"/>
                </a:cubicBezTo>
                <a:close/>
                <a:moveTo>
                  <a:pt x="18660" y="18069"/>
                </a:moveTo>
                <a:cubicBezTo>
                  <a:pt x="18515" y="18069"/>
                  <a:pt x="18369" y="18128"/>
                  <a:pt x="18259" y="18247"/>
                </a:cubicBezTo>
                <a:cubicBezTo>
                  <a:pt x="18037" y="18483"/>
                  <a:pt x="18037" y="18868"/>
                  <a:pt x="18259" y="19104"/>
                </a:cubicBezTo>
                <a:cubicBezTo>
                  <a:pt x="18480" y="19341"/>
                  <a:pt x="18840" y="19341"/>
                  <a:pt x="19062" y="19104"/>
                </a:cubicBezTo>
                <a:cubicBezTo>
                  <a:pt x="19283" y="18868"/>
                  <a:pt x="19283" y="18483"/>
                  <a:pt x="19062" y="18247"/>
                </a:cubicBezTo>
                <a:cubicBezTo>
                  <a:pt x="18951" y="18128"/>
                  <a:pt x="18805" y="18069"/>
                  <a:pt x="18660" y="18069"/>
                </a:cubicBezTo>
                <a:close/>
                <a:moveTo>
                  <a:pt x="20922" y="18069"/>
                </a:moveTo>
                <a:cubicBezTo>
                  <a:pt x="20776" y="18069"/>
                  <a:pt x="20631" y="18128"/>
                  <a:pt x="20520" y="18247"/>
                </a:cubicBezTo>
                <a:cubicBezTo>
                  <a:pt x="20298" y="18483"/>
                  <a:pt x="20298" y="18868"/>
                  <a:pt x="20520" y="19104"/>
                </a:cubicBezTo>
                <a:cubicBezTo>
                  <a:pt x="20742" y="19341"/>
                  <a:pt x="21101" y="19341"/>
                  <a:pt x="21323" y="19104"/>
                </a:cubicBezTo>
                <a:cubicBezTo>
                  <a:pt x="21545" y="18868"/>
                  <a:pt x="21545" y="18483"/>
                  <a:pt x="21323" y="18247"/>
                </a:cubicBezTo>
                <a:cubicBezTo>
                  <a:pt x="21212" y="18128"/>
                  <a:pt x="21067" y="18069"/>
                  <a:pt x="20922" y="18069"/>
                </a:cubicBezTo>
                <a:close/>
                <a:moveTo>
                  <a:pt x="568" y="20328"/>
                </a:moveTo>
                <a:cubicBezTo>
                  <a:pt x="423" y="20328"/>
                  <a:pt x="278" y="20387"/>
                  <a:pt x="167" y="20505"/>
                </a:cubicBezTo>
                <a:cubicBezTo>
                  <a:pt x="-55" y="20742"/>
                  <a:pt x="-55" y="21126"/>
                  <a:pt x="167" y="21363"/>
                </a:cubicBezTo>
                <a:cubicBezTo>
                  <a:pt x="389" y="21600"/>
                  <a:pt x="749" y="21600"/>
                  <a:pt x="971" y="21363"/>
                </a:cubicBezTo>
                <a:cubicBezTo>
                  <a:pt x="1193" y="21126"/>
                  <a:pt x="1193" y="20742"/>
                  <a:pt x="971" y="20505"/>
                </a:cubicBezTo>
                <a:cubicBezTo>
                  <a:pt x="860" y="20387"/>
                  <a:pt x="714" y="20328"/>
                  <a:pt x="568" y="20328"/>
                </a:cubicBezTo>
                <a:close/>
                <a:moveTo>
                  <a:pt x="2830" y="20328"/>
                </a:moveTo>
                <a:cubicBezTo>
                  <a:pt x="2685" y="20328"/>
                  <a:pt x="2539" y="20387"/>
                  <a:pt x="2428" y="20505"/>
                </a:cubicBezTo>
                <a:cubicBezTo>
                  <a:pt x="2207" y="20742"/>
                  <a:pt x="2207" y="21126"/>
                  <a:pt x="2428" y="21363"/>
                </a:cubicBezTo>
                <a:cubicBezTo>
                  <a:pt x="2650" y="21600"/>
                  <a:pt x="3011" y="21600"/>
                  <a:pt x="3232" y="21363"/>
                </a:cubicBezTo>
                <a:cubicBezTo>
                  <a:pt x="3454" y="21126"/>
                  <a:pt x="3454" y="20742"/>
                  <a:pt x="3232" y="20505"/>
                </a:cubicBezTo>
                <a:cubicBezTo>
                  <a:pt x="3121" y="20387"/>
                  <a:pt x="2975" y="20328"/>
                  <a:pt x="2830" y="20328"/>
                </a:cubicBezTo>
                <a:close/>
                <a:moveTo>
                  <a:pt x="5092" y="20328"/>
                </a:moveTo>
                <a:cubicBezTo>
                  <a:pt x="4946" y="20328"/>
                  <a:pt x="4801" y="20387"/>
                  <a:pt x="4690" y="20505"/>
                </a:cubicBezTo>
                <a:cubicBezTo>
                  <a:pt x="4468" y="20742"/>
                  <a:pt x="4468" y="21126"/>
                  <a:pt x="4690" y="21363"/>
                </a:cubicBezTo>
                <a:cubicBezTo>
                  <a:pt x="4912" y="21600"/>
                  <a:pt x="5271" y="21600"/>
                  <a:pt x="5493" y="21363"/>
                </a:cubicBezTo>
                <a:cubicBezTo>
                  <a:pt x="5715" y="21126"/>
                  <a:pt x="5715" y="20742"/>
                  <a:pt x="5493" y="20505"/>
                </a:cubicBezTo>
                <a:cubicBezTo>
                  <a:pt x="5382" y="20387"/>
                  <a:pt x="5237" y="20328"/>
                  <a:pt x="5092" y="20328"/>
                </a:cubicBezTo>
                <a:close/>
                <a:moveTo>
                  <a:pt x="7353" y="20328"/>
                </a:moveTo>
                <a:cubicBezTo>
                  <a:pt x="7208" y="20328"/>
                  <a:pt x="7063" y="20387"/>
                  <a:pt x="6952" y="20505"/>
                </a:cubicBezTo>
                <a:cubicBezTo>
                  <a:pt x="6730" y="20742"/>
                  <a:pt x="6730" y="21126"/>
                  <a:pt x="6952" y="21363"/>
                </a:cubicBezTo>
                <a:cubicBezTo>
                  <a:pt x="7173" y="21600"/>
                  <a:pt x="7533" y="21600"/>
                  <a:pt x="7755" y="21363"/>
                </a:cubicBezTo>
                <a:cubicBezTo>
                  <a:pt x="7976" y="21126"/>
                  <a:pt x="7976" y="20742"/>
                  <a:pt x="7755" y="20505"/>
                </a:cubicBezTo>
                <a:cubicBezTo>
                  <a:pt x="7644" y="20387"/>
                  <a:pt x="7498" y="20328"/>
                  <a:pt x="7353" y="20328"/>
                </a:cubicBezTo>
                <a:close/>
                <a:moveTo>
                  <a:pt x="9615" y="20328"/>
                </a:moveTo>
                <a:cubicBezTo>
                  <a:pt x="9469" y="20328"/>
                  <a:pt x="9324" y="20387"/>
                  <a:pt x="9213" y="20505"/>
                </a:cubicBezTo>
                <a:cubicBezTo>
                  <a:pt x="8991" y="20742"/>
                  <a:pt x="8991" y="21126"/>
                  <a:pt x="9213" y="21363"/>
                </a:cubicBezTo>
                <a:cubicBezTo>
                  <a:pt x="9435" y="21600"/>
                  <a:pt x="9794" y="21600"/>
                  <a:pt x="10016" y="21363"/>
                </a:cubicBezTo>
                <a:cubicBezTo>
                  <a:pt x="10238" y="21126"/>
                  <a:pt x="10238" y="20742"/>
                  <a:pt x="10016" y="20505"/>
                </a:cubicBezTo>
                <a:cubicBezTo>
                  <a:pt x="9905" y="20387"/>
                  <a:pt x="9760" y="20328"/>
                  <a:pt x="9615" y="20328"/>
                </a:cubicBezTo>
                <a:close/>
                <a:moveTo>
                  <a:pt x="11876" y="20328"/>
                </a:moveTo>
                <a:cubicBezTo>
                  <a:pt x="11731" y="20328"/>
                  <a:pt x="11585" y="20387"/>
                  <a:pt x="11474" y="20505"/>
                </a:cubicBezTo>
                <a:cubicBezTo>
                  <a:pt x="11252" y="20742"/>
                  <a:pt x="11252" y="21126"/>
                  <a:pt x="11474" y="21363"/>
                </a:cubicBezTo>
                <a:cubicBezTo>
                  <a:pt x="11696" y="21600"/>
                  <a:pt x="12056" y="21600"/>
                  <a:pt x="12278" y="21363"/>
                </a:cubicBezTo>
                <a:cubicBezTo>
                  <a:pt x="12500" y="21126"/>
                  <a:pt x="12500" y="20742"/>
                  <a:pt x="12278" y="20505"/>
                </a:cubicBezTo>
                <a:cubicBezTo>
                  <a:pt x="12167" y="20387"/>
                  <a:pt x="12022" y="20328"/>
                  <a:pt x="11876" y="20328"/>
                </a:cubicBezTo>
                <a:close/>
                <a:moveTo>
                  <a:pt x="14138" y="20328"/>
                </a:moveTo>
                <a:cubicBezTo>
                  <a:pt x="13992" y="20328"/>
                  <a:pt x="13846" y="20387"/>
                  <a:pt x="13735" y="20505"/>
                </a:cubicBezTo>
                <a:cubicBezTo>
                  <a:pt x="13514" y="20742"/>
                  <a:pt x="13514" y="21126"/>
                  <a:pt x="13735" y="21363"/>
                </a:cubicBezTo>
                <a:cubicBezTo>
                  <a:pt x="13957" y="21600"/>
                  <a:pt x="14317" y="21600"/>
                  <a:pt x="14539" y="21363"/>
                </a:cubicBezTo>
                <a:cubicBezTo>
                  <a:pt x="14761" y="21126"/>
                  <a:pt x="14761" y="20742"/>
                  <a:pt x="14539" y="20505"/>
                </a:cubicBezTo>
                <a:cubicBezTo>
                  <a:pt x="14428" y="20387"/>
                  <a:pt x="14283" y="20328"/>
                  <a:pt x="14138" y="20328"/>
                </a:cubicBezTo>
                <a:close/>
                <a:moveTo>
                  <a:pt x="16398" y="20328"/>
                </a:moveTo>
                <a:cubicBezTo>
                  <a:pt x="16253" y="20328"/>
                  <a:pt x="16108" y="20387"/>
                  <a:pt x="15997" y="20505"/>
                </a:cubicBezTo>
                <a:cubicBezTo>
                  <a:pt x="15775" y="20742"/>
                  <a:pt x="15775" y="21126"/>
                  <a:pt x="15997" y="21363"/>
                </a:cubicBezTo>
                <a:cubicBezTo>
                  <a:pt x="16219" y="21600"/>
                  <a:pt x="16579" y="21600"/>
                  <a:pt x="16801" y="21363"/>
                </a:cubicBezTo>
                <a:cubicBezTo>
                  <a:pt x="17023" y="21126"/>
                  <a:pt x="17023" y="20742"/>
                  <a:pt x="16801" y="20505"/>
                </a:cubicBezTo>
                <a:cubicBezTo>
                  <a:pt x="16690" y="20387"/>
                  <a:pt x="16544" y="20328"/>
                  <a:pt x="16398" y="20328"/>
                </a:cubicBezTo>
                <a:close/>
                <a:moveTo>
                  <a:pt x="18660" y="20328"/>
                </a:moveTo>
                <a:cubicBezTo>
                  <a:pt x="18515" y="20328"/>
                  <a:pt x="18369" y="20387"/>
                  <a:pt x="18259" y="20505"/>
                </a:cubicBezTo>
                <a:cubicBezTo>
                  <a:pt x="18037" y="20742"/>
                  <a:pt x="18037" y="21126"/>
                  <a:pt x="18259" y="21363"/>
                </a:cubicBezTo>
                <a:cubicBezTo>
                  <a:pt x="18480" y="21600"/>
                  <a:pt x="18840" y="21600"/>
                  <a:pt x="19062" y="21363"/>
                </a:cubicBezTo>
                <a:cubicBezTo>
                  <a:pt x="19283" y="21126"/>
                  <a:pt x="19283" y="20742"/>
                  <a:pt x="19062" y="20505"/>
                </a:cubicBezTo>
                <a:cubicBezTo>
                  <a:pt x="18951" y="20387"/>
                  <a:pt x="18805" y="20328"/>
                  <a:pt x="18660" y="20328"/>
                </a:cubicBezTo>
                <a:close/>
                <a:moveTo>
                  <a:pt x="20922" y="20328"/>
                </a:moveTo>
                <a:cubicBezTo>
                  <a:pt x="20776" y="20328"/>
                  <a:pt x="20631" y="20387"/>
                  <a:pt x="20520" y="20505"/>
                </a:cubicBezTo>
                <a:cubicBezTo>
                  <a:pt x="20298" y="20742"/>
                  <a:pt x="20298" y="21126"/>
                  <a:pt x="20520" y="21363"/>
                </a:cubicBezTo>
                <a:cubicBezTo>
                  <a:pt x="20742" y="21600"/>
                  <a:pt x="21101" y="21600"/>
                  <a:pt x="21323" y="21363"/>
                </a:cubicBezTo>
                <a:cubicBezTo>
                  <a:pt x="21545" y="21126"/>
                  <a:pt x="21545" y="20742"/>
                  <a:pt x="21323" y="20505"/>
                </a:cubicBezTo>
                <a:cubicBezTo>
                  <a:pt x="21212" y="20387"/>
                  <a:pt x="21067" y="20328"/>
                  <a:pt x="20922" y="20328"/>
                </a:cubicBezTo>
                <a:close/>
              </a:path>
            </a:pathLst>
          </a:custGeom>
          <a:solidFill>
            <a:schemeClr val="tx1">
              <a:alpha val="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1528703" hangingPunct="0"/>
            <a:endParaRPr sz="5400" kern="0" dirty="0">
              <a:solidFill>
                <a:srgbClr val="FFFFFF"/>
              </a:solidFill>
              <a:latin typeface="Pretendard" panose="02000503000000020004" pitchFamily="50" charset="-127"/>
              <a:cs typeface="Pretendard" panose="02000503000000020004" pitchFamily="50" charset="-127"/>
              <a:sym typeface="Poppins Medium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E5EA83B-9BC1-47A2-8A39-B5B0053803ED}"/>
              </a:ext>
            </a:extLst>
          </p:cNvPr>
          <p:cNvSpPr txBox="1"/>
          <p:nvPr/>
        </p:nvSpPr>
        <p:spPr>
          <a:xfrm>
            <a:off x="779202" y="1424608"/>
            <a:ext cx="1619033" cy="42062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spcAft>
                <a:spcPts val="400"/>
              </a:spcAft>
            </a:pPr>
            <a:r>
              <a:rPr kumimoji="1" lang="en-US" altLang="ko-KR" sz="1200" spc="-40">
                <a:solidFill>
                  <a:schemeClr val="tx1">
                    <a:lumMod val="85000"/>
                    <a:lumOff val="15000"/>
                  </a:schemeClr>
                </a:solidFill>
                <a:latin typeface="G마켓 산스 Light" panose="02000000000000000000" pitchFamily="50" charset="-127"/>
                <a:ea typeface="G마켓 산스 Light" panose="02000000000000000000" pitchFamily="50" charset="-127"/>
              </a:rPr>
              <a:t>Simple_image</a:t>
            </a:r>
            <a:endParaRPr kumimoji="1" lang="en-US" altLang="ko-KR" sz="1200" spc="-40" dirty="0">
              <a:solidFill>
                <a:schemeClr val="tx1">
                  <a:lumMod val="85000"/>
                  <a:lumOff val="15000"/>
                </a:schemeClr>
              </a:solidFill>
              <a:latin typeface="G마켓 산스 Light" panose="02000000000000000000" pitchFamily="50" charset="-127"/>
              <a:ea typeface="G마켓 산스 Light" panose="02000000000000000000" pitchFamily="50" charset="-127"/>
            </a:endParaRPr>
          </a:p>
          <a:p>
            <a:pPr>
              <a:spcAft>
                <a:spcPts val="400"/>
              </a:spcAft>
            </a:pPr>
            <a:r>
              <a:rPr kumimoji="1" lang="ko-KR" altLang="en-US" sz="1200" b="0" i="0" spc="-40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파워포인트 템플릿 </a:t>
            </a:r>
            <a:r>
              <a:rPr kumimoji="1" lang="en-US" altLang="ko-KR" sz="1200" b="0" i="0" spc="-40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| 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PPT</a:t>
            </a:r>
            <a:endParaRPr kumimoji="1" lang="ko-KR" altLang="en-US" sz="1200" b="0" i="0" spc="-40" baseline="0" dirty="0">
              <a:solidFill>
                <a:schemeClr val="tx1">
                  <a:lumMod val="85000"/>
                  <a:lumOff val="15000"/>
                </a:schemeClr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1A36804-F5E9-4D96-8D01-2B12718A1C34}"/>
              </a:ext>
            </a:extLst>
          </p:cNvPr>
          <p:cNvSpPr txBox="1"/>
          <p:nvPr/>
        </p:nvSpPr>
        <p:spPr>
          <a:xfrm>
            <a:off x="725037" y="1964668"/>
            <a:ext cx="1727362" cy="324000"/>
          </a:xfrm>
          <a:prstGeom prst="roundRect">
            <a:avLst>
              <a:gd name="adj" fmla="val 50000"/>
            </a:avLst>
          </a:prstGeom>
          <a:solidFill>
            <a:schemeClr val="bg1"/>
          </a:solidFill>
        </p:spPr>
        <p:txBody>
          <a:bodyPr wrap="none" lIns="108000" tIns="0" rIns="108000" bIns="0" rtlCol="0" anchor="ctr">
            <a:noAutofit/>
          </a:bodyPr>
          <a:lstStyle>
            <a:defPPr>
              <a:defRPr lang="en-US"/>
            </a:defPPr>
            <a:lvl1pPr algn="ctr">
              <a:defRPr kumimoji="1">
                <a:solidFill>
                  <a:schemeClr val="tx1">
                    <a:lumMod val="95000"/>
                    <a:lumOff val="5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defRPr>
            </a:lvl1pPr>
          </a:lstStyle>
          <a:p>
            <a:r>
              <a:rPr lang="en-US" altLang="ko-KR" dirty="0"/>
              <a:t>CONTENTS</a:t>
            </a:r>
          </a:p>
        </p:txBody>
      </p:sp>
      <p:grpSp>
        <p:nvGrpSpPr>
          <p:cNvPr id="400" name="그룹 399">
            <a:extLst>
              <a:ext uri="{FF2B5EF4-FFF2-40B4-BE49-F238E27FC236}">
                <a16:creationId xmlns:a16="http://schemas.microsoft.com/office/drawing/2014/main" id="{62C31F44-2727-41BD-BFB9-F4E4A723A93A}"/>
              </a:ext>
            </a:extLst>
          </p:cNvPr>
          <p:cNvGrpSpPr/>
          <p:nvPr/>
        </p:nvGrpSpPr>
        <p:grpSpPr>
          <a:xfrm>
            <a:off x="685910" y="2686321"/>
            <a:ext cx="2012887" cy="5832000"/>
            <a:chOff x="146120" y="1568624"/>
            <a:chExt cx="2086247" cy="6044549"/>
          </a:xfrm>
        </p:grpSpPr>
        <p:sp>
          <p:nvSpPr>
            <p:cNvPr id="401" name="직사각형 400">
              <a:extLst>
                <a:ext uri="{FF2B5EF4-FFF2-40B4-BE49-F238E27FC236}">
                  <a16:creationId xmlns:a16="http://schemas.microsoft.com/office/drawing/2014/main" id="{04934B14-B7FD-49C0-9624-009E34BBFA55}"/>
                </a:ext>
              </a:extLst>
            </p:cNvPr>
            <p:cNvSpPr/>
            <p:nvPr/>
          </p:nvSpPr>
          <p:spPr>
            <a:xfrm>
              <a:off x="179999" y="1604628"/>
              <a:ext cx="2019151" cy="5970270"/>
            </a:xfrm>
            <a:prstGeom prst="rect">
              <a:avLst/>
            </a:prstGeom>
            <a:solidFill>
              <a:schemeClr val="tx1">
                <a:alpha val="10000"/>
              </a:schemeClr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402" name="그룹 401">
              <a:extLst>
                <a:ext uri="{FF2B5EF4-FFF2-40B4-BE49-F238E27FC236}">
                  <a16:creationId xmlns:a16="http://schemas.microsoft.com/office/drawing/2014/main" id="{4BD6DFC9-9624-4288-B1D7-129EB2136B27}"/>
                </a:ext>
              </a:extLst>
            </p:cNvPr>
            <p:cNvGrpSpPr/>
            <p:nvPr/>
          </p:nvGrpSpPr>
          <p:grpSpPr>
            <a:xfrm>
              <a:off x="146120" y="1568624"/>
              <a:ext cx="2086247" cy="6044549"/>
              <a:chOff x="152640" y="1568624"/>
              <a:chExt cx="2086247" cy="6044549"/>
            </a:xfrm>
            <a:solidFill>
              <a:schemeClr val="bg1">
                <a:alpha val="50000"/>
              </a:schemeClr>
            </a:solidFill>
          </p:grpSpPr>
          <p:sp>
            <p:nvSpPr>
              <p:cNvPr id="403" name="직사각형 402">
                <a:extLst>
                  <a:ext uri="{FF2B5EF4-FFF2-40B4-BE49-F238E27FC236}">
                    <a16:creationId xmlns:a16="http://schemas.microsoft.com/office/drawing/2014/main" id="{CBDA9F0D-22CA-44BF-828C-401C4B939674}"/>
                  </a:ext>
                </a:extLst>
              </p:cNvPr>
              <p:cNvSpPr/>
              <p:nvPr/>
            </p:nvSpPr>
            <p:spPr>
              <a:xfrm>
                <a:off x="189252" y="1568628"/>
                <a:ext cx="2014850" cy="36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04" name="직사각형 403">
                <a:extLst>
                  <a:ext uri="{FF2B5EF4-FFF2-40B4-BE49-F238E27FC236}">
                    <a16:creationId xmlns:a16="http://schemas.microsoft.com/office/drawing/2014/main" id="{BCA6C4A4-D60E-4598-81F9-2C953787AEBD}"/>
                  </a:ext>
                </a:extLst>
              </p:cNvPr>
              <p:cNvSpPr/>
              <p:nvPr/>
            </p:nvSpPr>
            <p:spPr>
              <a:xfrm>
                <a:off x="189253" y="7576214"/>
                <a:ext cx="2014849" cy="36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05" name="직사각형 404">
                <a:extLst>
                  <a:ext uri="{FF2B5EF4-FFF2-40B4-BE49-F238E27FC236}">
                    <a16:creationId xmlns:a16="http://schemas.microsoft.com/office/drawing/2014/main" id="{FF3F92ED-21CB-48D1-A54B-56F574664B7A}"/>
                  </a:ext>
                </a:extLst>
              </p:cNvPr>
              <p:cNvSpPr/>
              <p:nvPr/>
            </p:nvSpPr>
            <p:spPr>
              <a:xfrm rot="5400000">
                <a:off x="-2851635" y="4572899"/>
                <a:ext cx="6044549" cy="36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06" name="직사각형 405">
                <a:extLst>
                  <a:ext uri="{FF2B5EF4-FFF2-40B4-BE49-F238E27FC236}">
                    <a16:creationId xmlns:a16="http://schemas.microsoft.com/office/drawing/2014/main" id="{9B37AC2A-CA43-4BC5-85B1-AE4F2AAD85EB}"/>
                  </a:ext>
                </a:extLst>
              </p:cNvPr>
              <p:cNvSpPr/>
              <p:nvPr/>
            </p:nvSpPr>
            <p:spPr>
              <a:xfrm rot="5400000">
                <a:off x="1698886" y="2072628"/>
                <a:ext cx="1044000" cy="36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07" name="직사각형 406">
                <a:extLst>
                  <a:ext uri="{FF2B5EF4-FFF2-40B4-BE49-F238E27FC236}">
                    <a16:creationId xmlns:a16="http://schemas.microsoft.com/office/drawing/2014/main" id="{056888AE-5BB2-49C1-9EE6-CC00F5CDC8B5}"/>
                  </a:ext>
                </a:extLst>
              </p:cNvPr>
              <p:cNvSpPr/>
              <p:nvPr/>
            </p:nvSpPr>
            <p:spPr>
              <a:xfrm rot="5400000">
                <a:off x="1053020" y="6427199"/>
                <a:ext cx="2335733" cy="36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pic>
        <p:nvPicPr>
          <p:cNvPr id="63" name="그래픽 62">
            <a:extLst>
              <a:ext uri="{FF2B5EF4-FFF2-40B4-BE49-F238E27FC236}">
                <a16:creationId xmlns:a16="http://schemas.microsoft.com/office/drawing/2014/main" id="{24D5CDF0-E4E4-45ED-B353-EFB906DB9569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8883" t="7159" r="36673" b="51796"/>
          <a:stretch/>
        </p:blipFill>
        <p:spPr>
          <a:xfrm rot="20700000">
            <a:off x="1825489" y="7607431"/>
            <a:ext cx="1302157" cy="1270447"/>
          </a:xfrm>
          <a:prstGeom prst="rect">
            <a:avLst/>
          </a:prstGeom>
        </p:spPr>
      </p:pic>
      <p:grpSp>
        <p:nvGrpSpPr>
          <p:cNvPr id="64" name="그룹 63">
            <a:extLst>
              <a:ext uri="{FF2B5EF4-FFF2-40B4-BE49-F238E27FC236}">
                <a16:creationId xmlns:a16="http://schemas.microsoft.com/office/drawing/2014/main" id="{33BBA1C7-947C-4F54-B012-60B0F439479E}"/>
              </a:ext>
            </a:extLst>
          </p:cNvPr>
          <p:cNvGrpSpPr/>
          <p:nvPr/>
        </p:nvGrpSpPr>
        <p:grpSpPr>
          <a:xfrm>
            <a:off x="6750000" y="0"/>
            <a:ext cx="108000" cy="1964668"/>
            <a:chOff x="0" y="0"/>
            <a:chExt cx="144000" cy="9906000"/>
          </a:xfrm>
        </p:grpSpPr>
        <p:sp>
          <p:nvSpPr>
            <p:cNvPr id="65" name="직사각형 64">
              <a:extLst>
                <a:ext uri="{FF2B5EF4-FFF2-40B4-BE49-F238E27FC236}">
                  <a16:creationId xmlns:a16="http://schemas.microsoft.com/office/drawing/2014/main" id="{F4C490EF-6C16-4E9E-B161-10A55B50D2A5}"/>
                </a:ext>
              </a:extLst>
            </p:cNvPr>
            <p:cNvSpPr/>
            <p:nvPr/>
          </p:nvSpPr>
          <p:spPr>
            <a:xfrm>
              <a:off x="0" y="0"/>
              <a:ext cx="144000" cy="1656000"/>
            </a:xfrm>
            <a:prstGeom prst="rect">
              <a:avLst/>
            </a:prstGeom>
            <a:solidFill>
              <a:srgbClr val="019B8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  <p:sp>
          <p:nvSpPr>
            <p:cNvPr id="66" name="직사각형 65">
              <a:extLst>
                <a:ext uri="{FF2B5EF4-FFF2-40B4-BE49-F238E27FC236}">
                  <a16:creationId xmlns:a16="http://schemas.microsoft.com/office/drawing/2014/main" id="{22495170-4E68-49F0-858E-3B866A9C733E}"/>
                </a:ext>
              </a:extLst>
            </p:cNvPr>
            <p:cNvSpPr/>
            <p:nvPr/>
          </p:nvSpPr>
          <p:spPr>
            <a:xfrm>
              <a:off x="0" y="1650000"/>
              <a:ext cx="144000" cy="1656000"/>
            </a:xfrm>
            <a:prstGeom prst="rect">
              <a:avLst/>
            </a:prstGeom>
            <a:solidFill>
              <a:srgbClr val="87AE1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  <p:sp>
          <p:nvSpPr>
            <p:cNvPr id="77" name="직사각형 76">
              <a:extLst>
                <a:ext uri="{FF2B5EF4-FFF2-40B4-BE49-F238E27FC236}">
                  <a16:creationId xmlns:a16="http://schemas.microsoft.com/office/drawing/2014/main" id="{F419D4C4-83E9-42E6-8AF1-D46304ADB2E1}"/>
                </a:ext>
              </a:extLst>
            </p:cNvPr>
            <p:cNvSpPr/>
            <p:nvPr/>
          </p:nvSpPr>
          <p:spPr>
            <a:xfrm>
              <a:off x="0" y="3300000"/>
              <a:ext cx="144000" cy="1656000"/>
            </a:xfrm>
            <a:prstGeom prst="rect">
              <a:avLst/>
            </a:prstGeom>
            <a:solidFill>
              <a:srgbClr val="F7AC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  <p:sp>
          <p:nvSpPr>
            <p:cNvPr id="78" name="직사각형 77">
              <a:extLst>
                <a:ext uri="{FF2B5EF4-FFF2-40B4-BE49-F238E27FC236}">
                  <a16:creationId xmlns:a16="http://schemas.microsoft.com/office/drawing/2014/main" id="{DFC141A3-91EB-4E72-B3DB-744CFF4B2A0B}"/>
                </a:ext>
              </a:extLst>
            </p:cNvPr>
            <p:cNvSpPr/>
            <p:nvPr/>
          </p:nvSpPr>
          <p:spPr>
            <a:xfrm>
              <a:off x="0" y="4950000"/>
              <a:ext cx="144000" cy="1656000"/>
            </a:xfrm>
            <a:prstGeom prst="rect">
              <a:avLst/>
            </a:prstGeom>
            <a:solidFill>
              <a:srgbClr val="E752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  <p:sp>
          <p:nvSpPr>
            <p:cNvPr id="79" name="직사각형 78">
              <a:extLst>
                <a:ext uri="{FF2B5EF4-FFF2-40B4-BE49-F238E27FC236}">
                  <a16:creationId xmlns:a16="http://schemas.microsoft.com/office/drawing/2014/main" id="{F1C28E2D-CBDD-4365-A3A4-64B705F9FEE5}"/>
                </a:ext>
              </a:extLst>
            </p:cNvPr>
            <p:cNvSpPr/>
            <p:nvPr/>
          </p:nvSpPr>
          <p:spPr>
            <a:xfrm>
              <a:off x="0" y="6600000"/>
              <a:ext cx="144000" cy="1656000"/>
            </a:xfrm>
            <a:prstGeom prst="rect">
              <a:avLst/>
            </a:prstGeom>
            <a:solidFill>
              <a:srgbClr val="C9196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  <p:sp>
          <p:nvSpPr>
            <p:cNvPr id="80" name="직사각형 79">
              <a:extLst>
                <a:ext uri="{FF2B5EF4-FFF2-40B4-BE49-F238E27FC236}">
                  <a16:creationId xmlns:a16="http://schemas.microsoft.com/office/drawing/2014/main" id="{0A1686FA-4B32-462E-B567-298040CBD5E6}"/>
                </a:ext>
              </a:extLst>
            </p:cNvPr>
            <p:cNvSpPr/>
            <p:nvPr/>
          </p:nvSpPr>
          <p:spPr>
            <a:xfrm>
              <a:off x="0" y="8250000"/>
              <a:ext cx="144000" cy="1656000"/>
            </a:xfrm>
            <a:prstGeom prst="rect">
              <a:avLst/>
            </a:prstGeom>
            <a:solidFill>
              <a:srgbClr val="4E1E4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</p:grp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3FAE242E-9F6A-46D8-9990-5692EDCDB5DC}"/>
              </a:ext>
            </a:extLst>
          </p:cNvPr>
          <p:cNvGrpSpPr/>
          <p:nvPr/>
        </p:nvGrpSpPr>
        <p:grpSpPr>
          <a:xfrm>
            <a:off x="3068960" y="1964668"/>
            <a:ext cx="3789040" cy="6840760"/>
            <a:chOff x="3068960" y="1964668"/>
            <a:chExt cx="3789040" cy="6840760"/>
          </a:xfrm>
        </p:grpSpPr>
        <p:grpSp>
          <p:nvGrpSpPr>
            <p:cNvPr id="82" name="그룹 81">
              <a:extLst>
                <a:ext uri="{FF2B5EF4-FFF2-40B4-BE49-F238E27FC236}">
                  <a16:creationId xmlns:a16="http://schemas.microsoft.com/office/drawing/2014/main" id="{5E6815F2-B9EE-40AB-92E6-4289B6CE230A}"/>
                </a:ext>
              </a:extLst>
            </p:cNvPr>
            <p:cNvGrpSpPr/>
            <p:nvPr/>
          </p:nvGrpSpPr>
          <p:grpSpPr>
            <a:xfrm>
              <a:off x="3068960" y="4376936"/>
              <a:ext cx="3789040" cy="324000"/>
              <a:chOff x="3068960" y="4370196"/>
              <a:chExt cx="3789040" cy="324000"/>
            </a:xfrm>
          </p:grpSpPr>
          <p:sp>
            <p:nvSpPr>
              <p:cNvPr id="113" name="직사각형 112">
                <a:extLst>
                  <a:ext uri="{FF2B5EF4-FFF2-40B4-BE49-F238E27FC236}">
                    <a16:creationId xmlns:a16="http://schemas.microsoft.com/office/drawing/2014/main" id="{4E968662-E1B2-4793-8A2E-D2A3B7327D98}"/>
                  </a:ext>
                </a:extLst>
              </p:cNvPr>
              <p:cNvSpPr/>
              <p:nvPr/>
            </p:nvSpPr>
            <p:spPr>
              <a:xfrm>
                <a:off x="3392996" y="4370196"/>
                <a:ext cx="3465004" cy="324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txBody>
              <a:bodyPr wrap="square" lIns="108000" tIns="36000" rIns="36000" bIns="36000" anchor="ctr">
                <a:noAutofit/>
              </a:bodyPr>
              <a:lstStyle/>
              <a:p>
                <a:r>
                  <a:rPr lang="ko-KR" altLang="en-US" sz="1600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2">
                        <a:lumMod val="75000"/>
                      </a:schemeClr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</a:rPr>
                  <a:t>전략 및 방법론</a:t>
                </a:r>
              </a:p>
            </p:txBody>
          </p:sp>
          <p:sp>
            <p:nvSpPr>
              <p:cNvPr id="114" name="모서리가 둥근 직사각형 102">
                <a:extLst>
                  <a:ext uri="{FF2B5EF4-FFF2-40B4-BE49-F238E27FC236}">
                    <a16:creationId xmlns:a16="http://schemas.microsoft.com/office/drawing/2014/main" id="{2B99B92F-051B-4163-B096-EDF4D204571E}"/>
                  </a:ext>
                </a:extLst>
              </p:cNvPr>
              <p:cNvSpPr/>
              <p:nvPr/>
            </p:nvSpPr>
            <p:spPr>
              <a:xfrm>
                <a:off x="3068960" y="4370196"/>
                <a:ext cx="324000" cy="324000"/>
              </a:xfrm>
              <a:prstGeom prst="roundRect">
                <a:avLst>
                  <a:gd name="adj" fmla="val 0"/>
                </a:avLst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600" b="1" dirty="0">
                    <a:solidFill>
                      <a:schemeClr val="bg1"/>
                    </a:solidFill>
                    <a:latin typeface="나눔명조 ExtraBold" panose="02020603020101020101" pitchFamily="18" charset="-127"/>
                    <a:ea typeface="나눔명조 ExtraBold" panose="02020603020101020101" pitchFamily="18" charset="-127"/>
                  </a:rPr>
                  <a:t>Ⅱ</a:t>
                </a:r>
              </a:p>
            </p:txBody>
          </p:sp>
        </p:grpSp>
        <p:grpSp>
          <p:nvGrpSpPr>
            <p:cNvPr id="83" name="그룹 82">
              <a:extLst>
                <a:ext uri="{FF2B5EF4-FFF2-40B4-BE49-F238E27FC236}">
                  <a16:creationId xmlns:a16="http://schemas.microsoft.com/office/drawing/2014/main" id="{131EE242-CCD3-4B59-B8F8-B1110E8B8A28}"/>
                </a:ext>
              </a:extLst>
            </p:cNvPr>
            <p:cNvGrpSpPr/>
            <p:nvPr/>
          </p:nvGrpSpPr>
          <p:grpSpPr>
            <a:xfrm>
              <a:off x="3068960" y="6818223"/>
              <a:ext cx="3789040" cy="324000"/>
              <a:chOff x="3068960" y="6801342"/>
              <a:chExt cx="3789040" cy="324000"/>
            </a:xfrm>
          </p:grpSpPr>
          <p:sp>
            <p:nvSpPr>
              <p:cNvPr id="111" name="직사각형 110">
                <a:extLst>
                  <a:ext uri="{FF2B5EF4-FFF2-40B4-BE49-F238E27FC236}">
                    <a16:creationId xmlns:a16="http://schemas.microsoft.com/office/drawing/2014/main" id="{D6A82DA2-BA65-47AB-B7F0-31C61674E903}"/>
                  </a:ext>
                </a:extLst>
              </p:cNvPr>
              <p:cNvSpPr/>
              <p:nvPr/>
            </p:nvSpPr>
            <p:spPr>
              <a:xfrm>
                <a:off x="3392996" y="6801342"/>
                <a:ext cx="3465004" cy="324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txBody>
              <a:bodyPr wrap="square" lIns="108000" tIns="36000" rIns="36000" bIns="36000" anchor="ctr">
                <a:noAutofit/>
              </a:bodyPr>
              <a:lstStyle/>
              <a:p>
                <a:r>
                  <a:rPr lang="ko-KR" altLang="en-US" sz="1600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2">
                        <a:lumMod val="75000"/>
                      </a:schemeClr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</a:rPr>
                  <a:t>기술 및 기능</a:t>
                </a:r>
              </a:p>
            </p:txBody>
          </p:sp>
          <p:sp>
            <p:nvSpPr>
              <p:cNvPr id="112" name="모서리가 둥근 직사각형 79">
                <a:extLst>
                  <a:ext uri="{FF2B5EF4-FFF2-40B4-BE49-F238E27FC236}">
                    <a16:creationId xmlns:a16="http://schemas.microsoft.com/office/drawing/2014/main" id="{AD7B0DFE-29C9-4792-9FA7-F7AB2F382123}"/>
                  </a:ext>
                </a:extLst>
              </p:cNvPr>
              <p:cNvSpPr/>
              <p:nvPr/>
            </p:nvSpPr>
            <p:spPr>
              <a:xfrm>
                <a:off x="3068960" y="6801342"/>
                <a:ext cx="324000" cy="324000"/>
              </a:xfrm>
              <a:prstGeom prst="roundRect">
                <a:avLst>
                  <a:gd name="adj" fmla="val 0"/>
                </a:avLst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600" b="1" dirty="0">
                    <a:solidFill>
                      <a:schemeClr val="bg1"/>
                    </a:solidFill>
                    <a:latin typeface="나눔명조 ExtraBold" panose="02020603020101020101" pitchFamily="18" charset="-127"/>
                    <a:ea typeface="나눔명조 ExtraBold" panose="02020603020101020101" pitchFamily="18" charset="-127"/>
                  </a:rPr>
                  <a:t>Ⅲ</a:t>
                </a:r>
              </a:p>
            </p:txBody>
          </p:sp>
        </p:grpSp>
        <p:grpSp>
          <p:nvGrpSpPr>
            <p:cNvPr id="84" name="그룹 83">
              <a:extLst>
                <a:ext uri="{FF2B5EF4-FFF2-40B4-BE49-F238E27FC236}">
                  <a16:creationId xmlns:a16="http://schemas.microsoft.com/office/drawing/2014/main" id="{C137A832-DDF4-4AFC-BB5B-76C5D256E2F9}"/>
                </a:ext>
              </a:extLst>
            </p:cNvPr>
            <p:cNvGrpSpPr/>
            <p:nvPr/>
          </p:nvGrpSpPr>
          <p:grpSpPr>
            <a:xfrm>
              <a:off x="3068996" y="1964668"/>
              <a:ext cx="3789004" cy="324000"/>
              <a:chOff x="3068996" y="1979694"/>
              <a:chExt cx="3789004" cy="324000"/>
            </a:xfrm>
          </p:grpSpPr>
          <p:sp>
            <p:nvSpPr>
              <p:cNvPr id="109" name="직사각형 108">
                <a:extLst>
                  <a:ext uri="{FF2B5EF4-FFF2-40B4-BE49-F238E27FC236}">
                    <a16:creationId xmlns:a16="http://schemas.microsoft.com/office/drawing/2014/main" id="{C8717A9E-3C46-49A0-A2D0-E1CB95B27914}"/>
                  </a:ext>
                </a:extLst>
              </p:cNvPr>
              <p:cNvSpPr/>
              <p:nvPr/>
            </p:nvSpPr>
            <p:spPr>
              <a:xfrm>
                <a:off x="3392996" y="1979694"/>
                <a:ext cx="3465004" cy="324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txBody>
              <a:bodyPr wrap="square" lIns="108000" tIns="36000" rIns="36000" bIns="36000" anchor="ctr">
                <a:noAutofit/>
              </a:bodyPr>
              <a:lstStyle/>
              <a:p>
                <a:r>
                  <a:rPr lang="ko-KR" altLang="en-US" sz="1600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2">
                        <a:lumMod val="75000"/>
                      </a:schemeClr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</a:rPr>
                  <a:t>제안 개요</a:t>
                </a:r>
              </a:p>
            </p:txBody>
          </p:sp>
          <p:sp>
            <p:nvSpPr>
              <p:cNvPr id="110" name="모서리가 둥근 직사각형 145">
                <a:extLst>
                  <a:ext uri="{FF2B5EF4-FFF2-40B4-BE49-F238E27FC236}">
                    <a16:creationId xmlns:a16="http://schemas.microsoft.com/office/drawing/2014/main" id="{3E280411-78CD-49F7-9A67-B694F4FB61F2}"/>
                  </a:ext>
                </a:extLst>
              </p:cNvPr>
              <p:cNvSpPr/>
              <p:nvPr/>
            </p:nvSpPr>
            <p:spPr>
              <a:xfrm>
                <a:off x="3068996" y="1979694"/>
                <a:ext cx="324000" cy="324000"/>
              </a:xfrm>
              <a:prstGeom prst="roundRect">
                <a:avLst>
                  <a:gd name="adj" fmla="val 0"/>
                </a:avLst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600" b="1" dirty="0">
                    <a:solidFill>
                      <a:schemeClr val="bg1"/>
                    </a:solidFill>
                    <a:latin typeface="나눔명조 ExtraBold" panose="02020603020101020101" pitchFamily="18" charset="-127"/>
                    <a:ea typeface="나눔명조 ExtraBold" panose="02020603020101020101" pitchFamily="18" charset="-127"/>
                  </a:rPr>
                  <a:t>Ⅰ</a:t>
                </a:r>
                <a:endParaRPr lang="ko-KR" altLang="en-US" sz="1600" b="1" dirty="0">
                  <a:solidFill>
                    <a:schemeClr val="bg1"/>
                  </a:solidFill>
                  <a:latin typeface="나눔명조 ExtraBold" panose="02020603020101020101" pitchFamily="18" charset="-127"/>
                  <a:ea typeface="나눔명조 ExtraBold" panose="02020603020101020101" pitchFamily="18" charset="-127"/>
                </a:endParaRPr>
              </a:p>
            </p:txBody>
          </p:sp>
        </p:grpSp>
        <p:sp>
          <p:nvSpPr>
            <p:cNvPr id="85" name="Text Box 5">
              <a:extLst>
                <a:ext uri="{FF2B5EF4-FFF2-40B4-BE49-F238E27FC236}">
                  <a16:creationId xmlns:a16="http://schemas.microsoft.com/office/drawing/2014/main" id="{6E14C3FE-46CD-4C6F-921F-9F499F017F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84151" y="2449082"/>
              <a:ext cx="213200" cy="15004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t">
              <a:spAutoFit/>
            </a:bodyPr>
            <a:lstStyle>
              <a:defPPr>
                <a:defRPr lang="en-US"/>
              </a:defPPr>
              <a:lvl1pPr marR="0" lvl="0" indent="0" algn="r" defTabSz="1062038" fontAlgn="auto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1" sz="1000" b="0" i="0" u="none" strike="noStrike" cap="none" spc="0" normalizeH="0" baseline="0">
                  <a:ln>
                    <a:solidFill>
                      <a:srgbClr val="47A5E1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defRPr>
              </a:lvl1pPr>
              <a:lvl2pPr marL="530225" defTabSz="1062038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062038" defTabSz="1062038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592263" defTabSz="1062038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124075" defTabSz="1062038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81275" defTabSz="1062038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3038475" defTabSz="1062038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95675" defTabSz="1062038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952875" defTabSz="1062038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r>
                <a:rPr lang="en-US" altLang="ko-KR" dirty="0"/>
                <a:t>001</a:t>
              </a:r>
            </a:p>
            <a:p>
              <a:r>
                <a:rPr lang="en-US" altLang="ko-KR" dirty="0"/>
                <a:t>003</a:t>
              </a:r>
            </a:p>
            <a:p>
              <a:r>
                <a:rPr lang="en-US" altLang="ko-KR" dirty="0"/>
                <a:t>004</a:t>
              </a:r>
            </a:p>
            <a:p>
              <a:r>
                <a:rPr lang="en-US" altLang="ko-KR" dirty="0"/>
                <a:t>007</a:t>
              </a:r>
            </a:p>
            <a:p>
              <a:r>
                <a:rPr lang="en-US" altLang="ko-KR" dirty="0"/>
                <a:t>012</a:t>
              </a:r>
            </a:p>
          </p:txBody>
        </p:sp>
        <p:cxnSp>
          <p:nvCxnSpPr>
            <p:cNvPr id="86" name="직선 연결선 85">
              <a:extLst>
                <a:ext uri="{FF2B5EF4-FFF2-40B4-BE49-F238E27FC236}">
                  <a16:creationId xmlns:a16="http://schemas.microsoft.com/office/drawing/2014/main" id="{396A8325-76C5-4B53-B20E-661B36A8538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48256" y="2624771"/>
              <a:ext cx="1824620" cy="0"/>
            </a:xfrm>
            <a:prstGeom prst="line">
              <a:avLst/>
            </a:prstGeom>
            <a:ln w="19050" cap="rnd">
              <a:solidFill>
                <a:schemeClr val="bg1">
                  <a:lumMod val="6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직선 연결선 86">
              <a:extLst>
                <a:ext uri="{FF2B5EF4-FFF2-40B4-BE49-F238E27FC236}">
                  <a16:creationId xmlns:a16="http://schemas.microsoft.com/office/drawing/2014/main" id="{4548DFD3-BD87-42ED-8B17-007A71B384B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93262" y="2929473"/>
              <a:ext cx="1979614" cy="0"/>
            </a:xfrm>
            <a:prstGeom prst="line">
              <a:avLst/>
            </a:prstGeom>
            <a:ln w="19050" cap="rnd">
              <a:solidFill>
                <a:schemeClr val="bg1">
                  <a:lumMod val="6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직선 연결선 87">
              <a:extLst>
                <a:ext uri="{FF2B5EF4-FFF2-40B4-BE49-F238E27FC236}">
                  <a16:creationId xmlns:a16="http://schemas.microsoft.com/office/drawing/2014/main" id="{192566AA-7350-4FD7-A45E-D16534FA838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48256" y="3234175"/>
              <a:ext cx="1824622" cy="0"/>
            </a:xfrm>
            <a:prstGeom prst="line">
              <a:avLst/>
            </a:prstGeom>
            <a:ln w="19050" cap="rnd">
              <a:solidFill>
                <a:schemeClr val="bg1">
                  <a:lumMod val="6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직선 연결선 88">
              <a:extLst>
                <a:ext uri="{FF2B5EF4-FFF2-40B4-BE49-F238E27FC236}">
                  <a16:creationId xmlns:a16="http://schemas.microsoft.com/office/drawing/2014/main" id="{F264ABC4-D74F-4196-8F4D-9F5D1CC6EE1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81128" y="3538877"/>
              <a:ext cx="1691749" cy="0"/>
            </a:xfrm>
            <a:prstGeom prst="line">
              <a:avLst/>
            </a:prstGeom>
            <a:ln w="19050" cap="rnd">
              <a:solidFill>
                <a:schemeClr val="bg1">
                  <a:lumMod val="6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직선 연결선 89">
              <a:extLst>
                <a:ext uri="{FF2B5EF4-FFF2-40B4-BE49-F238E27FC236}">
                  <a16:creationId xmlns:a16="http://schemas.microsoft.com/office/drawing/2014/main" id="{B64C3D61-5F44-4DE1-B501-085EF8AD72D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65104" y="3843579"/>
              <a:ext cx="1907992" cy="0"/>
            </a:xfrm>
            <a:prstGeom prst="line">
              <a:avLst/>
            </a:prstGeom>
            <a:ln w="19050" cap="rnd">
              <a:solidFill>
                <a:schemeClr val="bg1">
                  <a:lumMod val="6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1" name="그룹 90">
              <a:extLst>
                <a:ext uri="{FF2B5EF4-FFF2-40B4-BE49-F238E27FC236}">
                  <a16:creationId xmlns:a16="http://schemas.microsoft.com/office/drawing/2014/main" id="{702C4D3D-E508-4B88-948D-DD39865C7937}"/>
                </a:ext>
              </a:extLst>
            </p:cNvPr>
            <p:cNvGrpSpPr/>
            <p:nvPr/>
          </p:nvGrpSpPr>
          <p:grpSpPr>
            <a:xfrm>
              <a:off x="3573016" y="4842395"/>
              <a:ext cx="3024336" cy="1504163"/>
              <a:chOff x="3573016" y="5158426"/>
              <a:chExt cx="3024336" cy="1504163"/>
            </a:xfrm>
          </p:grpSpPr>
          <p:sp>
            <p:nvSpPr>
              <p:cNvPr id="102" name="Text Box 5">
                <a:extLst>
                  <a:ext uri="{FF2B5EF4-FFF2-40B4-BE49-F238E27FC236}">
                    <a16:creationId xmlns:a16="http://schemas.microsoft.com/office/drawing/2014/main" id="{B1CAE6A7-86DA-4B28-A189-423119ED5E5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73016" y="5158426"/>
                <a:ext cx="1099660" cy="14952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t">
                <a:spAutoFit/>
              </a:bodyPr>
              <a:lstStyle>
                <a:lvl1pPr defTabSz="1062038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530225" defTabSz="1062038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062038" defTabSz="1062038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592263" defTabSz="1062038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124075" defTabSz="1062038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81275" defTabSz="1062038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3038475" defTabSz="1062038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95675" defTabSz="1062038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952875" defTabSz="1062038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marL="177800" indent="-177800">
                  <a:lnSpc>
                    <a:spcPct val="200000"/>
                  </a:lnSpc>
                  <a:buAutoNum type="arabicPeriod"/>
                </a:pPr>
                <a:r>
                  <a:rPr lang="ko-KR" altLang="en-US" sz="1000" spc="-50" dirty="0">
                    <a:ln>
                      <a:solidFill>
                        <a:srgbClr val="47A5E1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제목을 입력하세요</a:t>
                </a:r>
                <a:endParaRPr lang="en-US" altLang="ko-KR" sz="1000" spc="-50" dirty="0">
                  <a:ln>
                    <a:solidFill>
                      <a:srgbClr val="47A5E1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endParaRPr>
              </a:p>
              <a:p>
                <a:pPr marL="177800" indent="-177800">
                  <a:lnSpc>
                    <a:spcPct val="200000"/>
                  </a:lnSpc>
                  <a:buAutoNum type="arabicPeriod"/>
                </a:pPr>
                <a:r>
                  <a:rPr lang="ko-KR" altLang="en-US" sz="1000" spc="-50" dirty="0">
                    <a:ln>
                      <a:solidFill>
                        <a:srgbClr val="47A5E1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제목을 입력하세요</a:t>
                </a:r>
                <a:endParaRPr lang="en-US" altLang="ko-KR" sz="1000" spc="-50" dirty="0">
                  <a:ln>
                    <a:solidFill>
                      <a:srgbClr val="47A5E1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endParaRPr>
              </a:p>
              <a:p>
                <a:pPr marL="177800" indent="-177800">
                  <a:lnSpc>
                    <a:spcPct val="200000"/>
                  </a:lnSpc>
                  <a:buAutoNum type="arabicPeriod"/>
                </a:pPr>
                <a:r>
                  <a:rPr lang="ko-KR" altLang="en-US" sz="1000" spc="-50" dirty="0">
                    <a:ln>
                      <a:solidFill>
                        <a:srgbClr val="47A5E1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제목을 입력하세요</a:t>
                </a:r>
                <a:endParaRPr lang="en-US" altLang="ko-KR" sz="1000" spc="-50" dirty="0">
                  <a:ln>
                    <a:solidFill>
                      <a:srgbClr val="47A5E1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endParaRPr>
              </a:p>
              <a:p>
                <a:pPr marL="177800" indent="-177800">
                  <a:lnSpc>
                    <a:spcPct val="200000"/>
                  </a:lnSpc>
                  <a:buAutoNum type="arabicPeriod"/>
                </a:pPr>
                <a:r>
                  <a:rPr lang="ko-KR" altLang="en-US" sz="1000" spc="-50" dirty="0">
                    <a:ln>
                      <a:solidFill>
                        <a:srgbClr val="47A5E1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제목을 입력하세요</a:t>
                </a:r>
                <a:endParaRPr lang="en-US" altLang="ko-KR" sz="1000" spc="-50" dirty="0">
                  <a:ln>
                    <a:solidFill>
                      <a:srgbClr val="47A5E1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endParaRPr>
              </a:p>
              <a:p>
                <a:pPr marL="177800" indent="-177800">
                  <a:lnSpc>
                    <a:spcPct val="200000"/>
                  </a:lnSpc>
                  <a:buAutoNum type="arabicPeriod"/>
                </a:pPr>
                <a:r>
                  <a:rPr lang="ko-KR" altLang="en-US" sz="1000" spc="-50" dirty="0">
                    <a:ln>
                      <a:solidFill>
                        <a:srgbClr val="47A5E1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제목을 입력하세요</a:t>
                </a:r>
              </a:p>
            </p:txBody>
          </p:sp>
          <p:sp>
            <p:nvSpPr>
              <p:cNvPr id="103" name="Text Box 5">
                <a:extLst>
                  <a:ext uri="{FF2B5EF4-FFF2-40B4-BE49-F238E27FC236}">
                    <a16:creationId xmlns:a16="http://schemas.microsoft.com/office/drawing/2014/main" id="{1C6748DA-D804-41BA-B6B2-024770D2EE1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384152" y="5162178"/>
                <a:ext cx="213200" cy="150041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t">
                <a:spAutoFit/>
              </a:bodyPr>
              <a:lstStyle>
                <a:defPPr>
                  <a:defRPr lang="en-US"/>
                </a:defPPr>
                <a:lvl1pPr marR="0" lvl="0" indent="0" algn="r" defTabSz="1062038" fontAlgn="auto"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1" sz="1000" b="0" i="0" u="none" strike="noStrike" cap="none" spc="0" normalizeH="0" baseline="0">
                    <a:ln>
                      <a:solidFill>
                        <a:srgbClr val="47A5E1">
                          <a:alpha val="0"/>
                        </a:srgb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defRPr>
                </a:lvl1pPr>
                <a:lvl2pPr marL="530225" defTabSz="1062038">
                  <a:defRPr kumimoji="1"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062038" defTabSz="1062038">
                  <a:defRPr kumimoji="1"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592263" defTabSz="1062038">
                  <a:defRPr kumimoji="1"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124075" defTabSz="1062038">
                  <a:defRPr kumimoji="1"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81275" defTabSz="1062038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3038475" defTabSz="1062038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95675" defTabSz="1062038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952875" defTabSz="1062038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r>
                  <a:rPr lang="en-US" altLang="ko-KR" dirty="0"/>
                  <a:t>013</a:t>
                </a:r>
              </a:p>
              <a:p>
                <a:r>
                  <a:rPr lang="en-US" altLang="ko-KR" dirty="0"/>
                  <a:t>024</a:t>
                </a:r>
              </a:p>
              <a:p>
                <a:r>
                  <a:rPr lang="en-US" altLang="ko-KR" dirty="0"/>
                  <a:t>053</a:t>
                </a:r>
              </a:p>
              <a:p>
                <a:r>
                  <a:rPr lang="en-US" altLang="ko-KR" dirty="0"/>
                  <a:t>075</a:t>
                </a:r>
              </a:p>
              <a:p>
                <a:r>
                  <a:rPr lang="en-US" altLang="ko-KR" dirty="0"/>
                  <a:t>081</a:t>
                </a:r>
              </a:p>
            </p:txBody>
          </p:sp>
          <p:cxnSp>
            <p:nvCxnSpPr>
              <p:cNvPr id="104" name="직선 연결선 103">
                <a:extLst>
                  <a:ext uri="{FF2B5EF4-FFF2-40B4-BE49-F238E27FC236}">
                    <a16:creationId xmlns:a16="http://schemas.microsoft.com/office/drawing/2014/main" id="{5908B81C-4828-48F2-9994-62ACE87F839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797152" y="5341429"/>
                <a:ext cx="1476798" cy="0"/>
              </a:xfrm>
              <a:prstGeom prst="line">
                <a:avLst/>
              </a:prstGeom>
              <a:ln w="19050" cap="rnd">
                <a:solidFill>
                  <a:schemeClr val="bg1">
                    <a:lumMod val="6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직선 연결선 104">
                <a:extLst>
                  <a:ext uri="{FF2B5EF4-FFF2-40B4-BE49-F238E27FC236}">
                    <a16:creationId xmlns:a16="http://schemas.microsoft.com/office/drawing/2014/main" id="{BDCCAC08-23B4-4F50-A74D-DC5540CA092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797150" y="5645525"/>
                <a:ext cx="1476800" cy="0"/>
              </a:xfrm>
              <a:prstGeom prst="line">
                <a:avLst/>
              </a:prstGeom>
              <a:ln w="19050" cap="rnd">
                <a:solidFill>
                  <a:schemeClr val="bg1">
                    <a:lumMod val="6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직선 연결선 105">
                <a:extLst>
                  <a:ext uri="{FF2B5EF4-FFF2-40B4-BE49-F238E27FC236}">
                    <a16:creationId xmlns:a16="http://schemas.microsoft.com/office/drawing/2014/main" id="{F31B97EA-DC50-4C9F-90BF-56B44395FBC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797152" y="5949621"/>
                <a:ext cx="1476798" cy="0"/>
              </a:xfrm>
              <a:prstGeom prst="line">
                <a:avLst/>
              </a:prstGeom>
              <a:ln w="19050" cap="rnd">
                <a:solidFill>
                  <a:schemeClr val="bg1">
                    <a:lumMod val="6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직선 연결선 106">
                <a:extLst>
                  <a:ext uri="{FF2B5EF4-FFF2-40B4-BE49-F238E27FC236}">
                    <a16:creationId xmlns:a16="http://schemas.microsoft.com/office/drawing/2014/main" id="{AB8A7E6E-B3BA-47B2-B1CF-39C96BEA25B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797152" y="6253718"/>
                <a:ext cx="1476798" cy="0"/>
              </a:xfrm>
              <a:prstGeom prst="line">
                <a:avLst/>
              </a:prstGeom>
              <a:ln w="19050" cap="rnd">
                <a:solidFill>
                  <a:schemeClr val="bg1">
                    <a:lumMod val="6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직선 연결선 107">
                <a:extLst>
                  <a:ext uri="{FF2B5EF4-FFF2-40B4-BE49-F238E27FC236}">
                    <a16:creationId xmlns:a16="http://schemas.microsoft.com/office/drawing/2014/main" id="{A4ADBEE7-706E-4ABE-A59A-12105003B91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797152" y="6553051"/>
                <a:ext cx="1476798" cy="0"/>
              </a:xfrm>
              <a:prstGeom prst="line">
                <a:avLst/>
              </a:prstGeom>
              <a:ln w="19050" cap="rnd">
                <a:solidFill>
                  <a:schemeClr val="bg1">
                    <a:lumMod val="6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2" name="그룹 91">
              <a:extLst>
                <a:ext uri="{FF2B5EF4-FFF2-40B4-BE49-F238E27FC236}">
                  <a16:creationId xmlns:a16="http://schemas.microsoft.com/office/drawing/2014/main" id="{A21346E6-D2F9-44FD-B952-FD3C0A7F0723}"/>
                </a:ext>
              </a:extLst>
            </p:cNvPr>
            <p:cNvGrpSpPr/>
            <p:nvPr/>
          </p:nvGrpSpPr>
          <p:grpSpPr>
            <a:xfrm>
              <a:off x="3573016" y="7301265"/>
              <a:ext cx="3024336" cy="1504163"/>
              <a:chOff x="3573016" y="5158426"/>
              <a:chExt cx="3024336" cy="1504163"/>
            </a:xfrm>
          </p:grpSpPr>
          <p:sp>
            <p:nvSpPr>
              <p:cNvPr id="95" name="Text Box 5">
                <a:extLst>
                  <a:ext uri="{FF2B5EF4-FFF2-40B4-BE49-F238E27FC236}">
                    <a16:creationId xmlns:a16="http://schemas.microsoft.com/office/drawing/2014/main" id="{29746164-0CD0-44ED-BEC0-9BF04A84286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73016" y="5158426"/>
                <a:ext cx="1099660" cy="14952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t">
                <a:spAutoFit/>
              </a:bodyPr>
              <a:lstStyle>
                <a:lvl1pPr defTabSz="1062038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530225" defTabSz="1062038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062038" defTabSz="1062038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592263" defTabSz="1062038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124075" defTabSz="1062038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81275" defTabSz="1062038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3038475" defTabSz="1062038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95675" defTabSz="1062038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952875" defTabSz="1062038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marL="177800" indent="-177800">
                  <a:lnSpc>
                    <a:spcPct val="200000"/>
                  </a:lnSpc>
                  <a:buAutoNum type="arabicPeriod"/>
                </a:pPr>
                <a:r>
                  <a:rPr lang="ko-KR" altLang="en-US" sz="1000" spc="-50" dirty="0">
                    <a:ln>
                      <a:solidFill>
                        <a:srgbClr val="47A5E1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제목을 입력하세요</a:t>
                </a:r>
                <a:endParaRPr lang="en-US" altLang="ko-KR" sz="1000" spc="-50" dirty="0">
                  <a:ln>
                    <a:solidFill>
                      <a:srgbClr val="47A5E1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endParaRPr>
              </a:p>
              <a:p>
                <a:pPr marL="177800" indent="-177800">
                  <a:lnSpc>
                    <a:spcPct val="200000"/>
                  </a:lnSpc>
                  <a:buAutoNum type="arabicPeriod"/>
                </a:pPr>
                <a:r>
                  <a:rPr lang="ko-KR" altLang="en-US" sz="1000" spc="-50" dirty="0">
                    <a:ln>
                      <a:solidFill>
                        <a:srgbClr val="47A5E1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제목을 입력하세요</a:t>
                </a:r>
                <a:endParaRPr lang="en-US" altLang="ko-KR" sz="1000" spc="-50" dirty="0">
                  <a:ln>
                    <a:solidFill>
                      <a:srgbClr val="47A5E1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endParaRPr>
              </a:p>
              <a:p>
                <a:pPr marL="177800" indent="-177800">
                  <a:lnSpc>
                    <a:spcPct val="200000"/>
                  </a:lnSpc>
                  <a:buAutoNum type="arabicPeriod"/>
                </a:pPr>
                <a:r>
                  <a:rPr lang="ko-KR" altLang="en-US" sz="1000" spc="-50" dirty="0">
                    <a:ln>
                      <a:solidFill>
                        <a:srgbClr val="47A5E1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제목을 입력하세요</a:t>
                </a:r>
                <a:endParaRPr lang="en-US" altLang="ko-KR" sz="1000" spc="-50" dirty="0">
                  <a:ln>
                    <a:solidFill>
                      <a:srgbClr val="47A5E1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endParaRPr>
              </a:p>
              <a:p>
                <a:pPr marL="177800" indent="-177800">
                  <a:lnSpc>
                    <a:spcPct val="200000"/>
                  </a:lnSpc>
                  <a:buAutoNum type="arabicPeriod"/>
                </a:pPr>
                <a:r>
                  <a:rPr lang="ko-KR" altLang="en-US" sz="1000" spc="-50" dirty="0">
                    <a:ln>
                      <a:solidFill>
                        <a:srgbClr val="47A5E1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제목을 입력하세요</a:t>
                </a:r>
                <a:endParaRPr lang="en-US" altLang="ko-KR" sz="1000" spc="-50" dirty="0">
                  <a:ln>
                    <a:solidFill>
                      <a:srgbClr val="47A5E1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endParaRPr>
              </a:p>
              <a:p>
                <a:pPr marL="177800" indent="-177800">
                  <a:lnSpc>
                    <a:spcPct val="200000"/>
                  </a:lnSpc>
                  <a:buAutoNum type="arabicPeriod"/>
                </a:pPr>
                <a:r>
                  <a:rPr lang="ko-KR" altLang="en-US" sz="1000" spc="-50" dirty="0">
                    <a:ln>
                      <a:solidFill>
                        <a:srgbClr val="47A5E1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제목을 입력하세요</a:t>
                </a:r>
              </a:p>
            </p:txBody>
          </p:sp>
          <p:sp>
            <p:nvSpPr>
              <p:cNvPr id="96" name="Text Box 5">
                <a:extLst>
                  <a:ext uri="{FF2B5EF4-FFF2-40B4-BE49-F238E27FC236}">
                    <a16:creationId xmlns:a16="http://schemas.microsoft.com/office/drawing/2014/main" id="{14FCBD9D-421C-4EC3-A9E2-3EB43D39CDB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384152" y="5162178"/>
                <a:ext cx="213200" cy="150041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t">
                <a:spAutoFit/>
              </a:bodyPr>
              <a:lstStyle>
                <a:defPPr>
                  <a:defRPr lang="en-US"/>
                </a:defPPr>
                <a:lvl1pPr marR="0" lvl="0" indent="0" algn="r" defTabSz="1062038" fontAlgn="auto"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1" sz="1000" b="0" i="0" u="none" strike="noStrike" cap="none" spc="0" normalizeH="0" baseline="0">
                    <a:ln>
                      <a:solidFill>
                        <a:srgbClr val="47A5E1">
                          <a:alpha val="0"/>
                        </a:srgb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defRPr>
                </a:lvl1pPr>
                <a:lvl2pPr marL="530225" defTabSz="1062038">
                  <a:defRPr kumimoji="1"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062038" defTabSz="1062038">
                  <a:defRPr kumimoji="1"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592263" defTabSz="1062038">
                  <a:defRPr kumimoji="1"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124075" defTabSz="1062038">
                  <a:defRPr kumimoji="1"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81275" defTabSz="1062038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3038475" defTabSz="1062038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95675" defTabSz="1062038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952875" defTabSz="1062038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r>
                  <a:rPr lang="en-US" altLang="ko-KR" dirty="0"/>
                  <a:t>085</a:t>
                </a:r>
              </a:p>
              <a:p>
                <a:r>
                  <a:rPr lang="en-US" altLang="ko-KR" dirty="0"/>
                  <a:t>099</a:t>
                </a:r>
              </a:p>
              <a:p>
                <a:r>
                  <a:rPr lang="en-US" altLang="ko-KR" dirty="0"/>
                  <a:t>124</a:t>
                </a:r>
              </a:p>
              <a:p>
                <a:r>
                  <a:rPr lang="en-US" altLang="ko-KR" dirty="0"/>
                  <a:t>133</a:t>
                </a:r>
              </a:p>
              <a:p>
                <a:r>
                  <a:rPr lang="en-US" altLang="ko-KR" dirty="0"/>
                  <a:t>156</a:t>
                </a:r>
              </a:p>
            </p:txBody>
          </p:sp>
          <p:cxnSp>
            <p:nvCxnSpPr>
              <p:cNvPr id="97" name="직선 연결선 96">
                <a:extLst>
                  <a:ext uri="{FF2B5EF4-FFF2-40B4-BE49-F238E27FC236}">
                    <a16:creationId xmlns:a16="http://schemas.microsoft.com/office/drawing/2014/main" id="{08453132-0F80-4E0B-8A1C-5E02BDE3286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797152" y="5341429"/>
                <a:ext cx="1476798" cy="0"/>
              </a:xfrm>
              <a:prstGeom prst="line">
                <a:avLst/>
              </a:prstGeom>
              <a:ln w="19050" cap="rnd">
                <a:solidFill>
                  <a:schemeClr val="bg1">
                    <a:lumMod val="6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직선 연결선 97">
                <a:extLst>
                  <a:ext uri="{FF2B5EF4-FFF2-40B4-BE49-F238E27FC236}">
                    <a16:creationId xmlns:a16="http://schemas.microsoft.com/office/drawing/2014/main" id="{6B489A4A-283C-4996-9F67-70FFF0D7455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797150" y="5645525"/>
                <a:ext cx="1476800" cy="0"/>
              </a:xfrm>
              <a:prstGeom prst="line">
                <a:avLst/>
              </a:prstGeom>
              <a:ln w="19050" cap="rnd">
                <a:solidFill>
                  <a:schemeClr val="bg1">
                    <a:lumMod val="6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직선 연결선 98">
                <a:extLst>
                  <a:ext uri="{FF2B5EF4-FFF2-40B4-BE49-F238E27FC236}">
                    <a16:creationId xmlns:a16="http://schemas.microsoft.com/office/drawing/2014/main" id="{98D7C717-AB5B-4627-9BD7-4943AE3E797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797152" y="5949621"/>
                <a:ext cx="1476798" cy="0"/>
              </a:xfrm>
              <a:prstGeom prst="line">
                <a:avLst/>
              </a:prstGeom>
              <a:ln w="19050" cap="rnd">
                <a:solidFill>
                  <a:schemeClr val="bg1">
                    <a:lumMod val="6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직선 연결선 99">
                <a:extLst>
                  <a:ext uri="{FF2B5EF4-FFF2-40B4-BE49-F238E27FC236}">
                    <a16:creationId xmlns:a16="http://schemas.microsoft.com/office/drawing/2014/main" id="{622F88A9-FBE6-4F40-9312-8B67A6A03FE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797152" y="6253718"/>
                <a:ext cx="1476798" cy="0"/>
              </a:xfrm>
              <a:prstGeom prst="line">
                <a:avLst/>
              </a:prstGeom>
              <a:ln w="19050" cap="rnd">
                <a:solidFill>
                  <a:schemeClr val="bg1">
                    <a:lumMod val="6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직선 연결선 100">
                <a:extLst>
                  <a:ext uri="{FF2B5EF4-FFF2-40B4-BE49-F238E27FC236}">
                    <a16:creationId xmlns:a16="http://schemas.microsoft.com/office/drawing/2014/main" id="{E5A9AA51-F8DB-4800-A245-84DF1ADC364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797152" y="6553051"/>
                <a:ext cx="1476798" cy="0"/>
              </a:xfrm>
              <a:prstGeom prst="line">
                <a:avLst/>
              </a:prstGeom>
              <a:ln w="19050" cap="rnd">
                <a:solidFill>
                  <a:schemeClr val="bg1">
                    <a:lumMod val="6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4" name="Text Box 5">
              <a:extLst>
                <a:ext uri="{FF2B5EF4-FFF2-40B4-BE49-F238E27FC236}">
                  <a16:creationId xmlns:a16="http://schemas.microsoft.com/office/drawing/2014/main" id="{38D01C6F-481D-40FB-B170-8DED7B4592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73016" y="2445330"/>
              <a:ext cx="875240" cy="14952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t">
              <a:spAutoFit/>
            </a:bodyPr>
            <a:lstStyle>
              <a:lvl1pPr defTabSz="1062038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530225" defTabSz="1062038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062038" defTabSz="1062038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592263" defTabSz="1062038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124075" defTabSz="1062038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81275" defTabSz="10620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3038475" defTabSz="10620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95675" defTabSz="10620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952875" defTabSz="10620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177800" indent="-177800">
                <a:lnSpc>
                  <a:spcPct val="200000"/>
                </a:lnSpc>
                <a:buAutoNum type="arabicPeriod"/>
              </a:pPr>
              <a:r>
                <a:rPr lang="ko-KR" altLang="en-US" sz="1000" spc="-50" dirty="0">
                  <a:ln>
                    <a:solidFill>
                      <a:srgbClr val="47A5E1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목적 및 배경</a:t>
              </a:r>
              <a:endParaRPr lang="en-US" altLang="ko-KR" sz="1000" spc="-50" dirty="0">
                <a:ln>
                  <a:solidFill>
                    <a:srgbClr val="47A5E1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  <a:p>
              <a:pPr marL="177800" indent="-177800">
                <a:lnSpc>
                  <a:spcPct val="200000"/>
                </a:lnSpc>
                <a:buAutoNum type="arabicPeriod"/>
              </a:pPr>
              <a:r>
                <a:rPr lang="ko-KR" altLang="en-US" sz="1000" spc="-50" dirty="0">
                  <a:ln>
                    <a:solidFill>
                      <a:srgbClr val="47A5E1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사업 범위</a:t>
              </a:r>
              <a:endParaRPr lang="en-US" altLang="ko-KR" sz="1000" spc="-50" dirty="0">
                <a:ln>
                  <a:solidFill>
                    <a:srgbClr val="47A5E1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  <a:p>
              <a:pPr marL="177800" indent="-177800">
                <a:lnSpc>
                  <a:spcPct val="200000"/>
                </a:lnSpc>
                <a:buAutoNum type="arabicPeriod"/>
              </a:pPr>
              <a:r>
                <a:rPr lang="ko-KR" altLang="en-US" sz="1000" spc="-50" dirty="0">
                  <a:ln>
                    <a:solidFill>
                      <a:srgbClr val="47A5E1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특징 및 장점</a:t>
              </a:r>
              <a:endParaRPr lang="en-US" altLang="ko-KR" sz="1000" spc="-50" dirty="0">
                <a:ln>
                  <a:solidFill>
                    <a:srgbClr val="47A5E1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  <a:p>
              <a:pPr marL="177800" indent="-177800">
                <a:lnSpc>
                  <a:spcPct val="200000"/>
                </a:lnSpc>
                <a:buAutoNum type="arabicPeriod"/>
              </a:pPr>
              <a:r>
                <a:rPr lang="ko-KR" altLang="en-US" sz="1000" spc="-50" dirty="0">
                  <a:ln>
                    <a:solidFill>
                      <a:srgbClr val="47A5E1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사업수행 목표</a:t>
              </a:r>
              <a:endParaRPr lang="en-US" altLang="ko-KR" sz="1000" spc="-50" dirty="0">
                <a:ln>
                  <a:solidFill>
                    <a:srgbClr val="47A5E1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  <a:p>
              <a:pPr marL="177800" indent="-177800">
                <a:lnSpc>
                  <a:spcPct val="200000"/>
                </a:lnSpc>
                <a:buAutoNum type="arabicPeriod"/>
              </a:pPr>
              <a:r>
                <a:rPr lang="ko-KR" altLang="en-US" sz="1000" spc="-50" dirty="0">
                  <a:ln>
                    <a:solidFill>
                      <a:srgbClr val="47A5E1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기대 효과</a:t>
              </a:r>
              <a:endParaRPr lang="en-US" altLang="ko-KR" sz="1000" spc="-50" dirty="0">
                <a:ln>
                  <a:solidFill>
                    <a:srgbClr val="47A5E1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118" name="그룹 117">
            <a:extLst>
              <a:ext uri="{FF2B5EF4-FFF2-40B4-BE49-F238E27FC236}">
                <a16:creationId xmlns:a16="http://schemas.microsoft.com/office/drawing/2014/main" id="{32F1CF53-59C8-4678-985F-5022B253A11D}"/>
              </a:ext>
            </a:extLst>
          </p:cNvPr>
          <p:cNvGrpSpPr/>
          <p:nvPr/>
        </p:nvGrpSpPr>
        <p:grpSpPr>
          <a:xfrm>
            <a:off x="362858" y="9489504"/>
            <a:ext cx="6108741" cy="186065"/>
            <a:chOff x="362858" y="9489504"/>
            <a:chExt cx="6108741" cy="186065"/>
          </a:xfrm>
        </p:grpSpPr>
        <p:sp>
          <p:nvSpPr>
            <p:cNvPr id="119" name="Text Box 53">
              <a:extLst>
                <a:ext uri="{FF2B5EF4-FFF2-40B4-BE49-F238E27FC236}">
                  <a16:creationId xmlns:a16="http://schemas.microsoft.com/office/drawing/2014/main" id="{88DEA25A-7CA5-40AD-A64D-A5296B58627B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4480109" y="9519314"/>
              <a:ext cx="804707" cy="1264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CC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bg1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defPPr>
                <a:defRPr lang="en-US"/>
              </a:defPPr>
              <a:lvl1pPr lvl="0" indent="0" defTabSz="914400">
                <a:spcBef>
                  <a:spcPts val="1000"/>
                </a:spcBef>
                <a:defRPr kumimoji="1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  <a:ea typeface="굴림" panose="020B0600000101010101" pitchFamily="50" charset="-127"/>
                </a:defRPr>
              </a:lvl1pPr>
              <a:lvl2pPr marL="1028700" indent="-457200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668463" indent="-454025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2317750" indent="-458788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965450" indent="-457200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34226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38798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43370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47942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sample@mail.com</a:t>
              </a:r>
              <a:endPara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endParaRPr>
            </a:p>
          </p:txBody>
        </p:sp>
        <p:sp>
          <p:nvSpPr>
            <p:cNvPr id="120" name="任意形状 978">
              <a:extLst>
                <a:ext uri="{FF2B5EF4-FFF2-40B4-BE49-F238E27FC236}">
                  <a16:creationId xmlns:a16="http://schemas.microsoft.com/office/drawing/2014/main" id="{3E64F524-DF6C-41DC-BD98-8B8C2E17CBDB}"/>
                </a:ext>
              </a:extLst>
            </p:cNvPr>
            <p:cNvSpPr/>
            <p:nvPr/>
          </p:nvSpPr>
          <p:spPr>
            <a:xfrm>
              <a:off x="4293096" y="9523555"/>
              <a:ext cx="134750" cy="1179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" y="0"/>
                  </a:moveTo>
                  <a:lnTo>
                    <a:pt x="20520" y="0"/>
                  </a:lnTo>
                  <a:cubicBezTo>
                    <a:pt x="21117" y="0"/>
                    <a:pt x="21600" y="537"/>
                    <a:pt x="21600" y="1200"/>
                  </a:cubicBezTo>
                  <a:lnTo>
                    <a:pt x="21600" y="20400"/>
                  </a:lnTo>
                  <a:cubicBezTo>
                    <a:pt x="21600" y="21063"/>
                    <a:pt x="21117" y="21600"/>
                    <a:pt x="20520" y="21600"/>
                  </a:cubicBezTo>
                  <a:lnTo>
                    <a:pt x="1080" y="21600"/>
                  </a:lnTo>
                  <a:cubicBezTo>
                    <a:pt x="483" y="21600"/>
                    <a:pt x="0" y="21063"/>
                    <a:pt x="0" y="20400"/>
                  </a:cubicBezTo>
                  <a:lnTo>
                    <a:pt x="0" y="1200"/>
                  </a:lnTo>
                  <a:cubicBezTo>
                    <a:pt x="0" y="537"/>
                    <a:pt x="483" y="0"/>
                    <a:pt x="1080" y="0"/>
                  </a:cubicBezTo>
                  <a:close/>
                  <a:moveTo>
                    <a:pt x="19440" y="5086"/>
                  </a:moveTo>
                  <a:lnTo>
                    <a:pt x="10878" y="13606"/>
                  </a:lnTo>
                  <a:lnTo>
                    <a:pt x="2160" y="5059"/>
                  </a:lnTo>
                  <a:lnTo>
                    <a:pt x="2160" y="19200"/>
                  </a:lnTo>
                  <a:lnTo>
                    <a:pt x="19440" y="19200"/>
                  </a:lnTo>
                  <a:lnTo>
                    <a:pt x="19440" y="5086"/>
                  </a:lnTo>
                  <a:close/>
                  <a:moveTo>
                    <a:pt x="2712" y="2400"/>
                  </a:moveTo>
                  <a:lnTo>
                    <a:pt x="10866" y="10394"/>
                  </a:lnTo>
                  <a:lnTo>
                    <a:pt x="18902" y="2400"/>
                  </a:lnTo>
                  <a:lnTo>
                    <a:pt x="2712" y="240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+mn-cs"/>
              </a:endParaRPr>
            </a:p>
          </p:txBody>
        </p:sp>
        <p:sp>
          <p:nvSpPr>
            <p:cNvPr id="121" name="Text Box 53">
              <a:extLst>
                <a:ext uri="{FF2B5EF4-FFF2-40B4-BE49-F238E27FC236}">
                  <a16:creationId xmlns:a16="http://schemas.microsoft.com/office/drawing/2014/main" id="{E4A82D1E-5B00-4819-90CA-F75A7F609397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5676510" y="9519314"/>
              <a:ext cx="795089" cy="1264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CC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bg1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defPPr>
                <a:defRPr lang="en-US"/>
              </a:defPPr>
              <a:lvl1pPr lvl="0" indent="0" defTabSz="914400">
                <a:spcBef>
                  <a:spcPts val="1000"/>
                </a:spcBef>
                <a:defRPr kumimoji="1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  <a:ea typeface="굴림" panose="020B0600000101010101" pitchFamily="50" charset="-127"/>
                </a:defRPr>
              </a:lvl1pPr>
              <a:lvl2pPr marL="1028700" indent="-457200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668463" indent="-454025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2317750" indent="-458788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965450" indent="-457200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34226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38798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43370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47942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www.sample.com</a:t>
              </a:r>
              <a:endPara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endParaRPr>
            </a:p>
          </p:txBody>
        </p:sp>
        <p:sp>
          <p:nvSpPr>
            <p:cNvPr id="122" name="任意形状 412">
              <a:extLst>
                <a:ext uri="{FF2B5EF4-FFF2-40B4-BE49-F238E27FC236}">
                  <a16:creationId xmlns:a16="http://schemas.microsoft.com/office/drawing/2014/main" id="{E959FFA0-DC02-4F83-92FD-51FA454F777F}"/>
                </a:ext>
              </a:extLst>
            </p:cNvPr>
            <p:cNvSpPr/>
            <p:nvPr/>
          </p:nvSpPr>
          <p:spPr>
            <a:xfrm>
              <a:off x="5473233" y="9516345"/>
              <a:ext cx="148226" cy="13238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05" extrusionOk="0">
                  <a:moveTo>
                    <a:pt x="17673" y="21505"/>
                  </a:moveTo>
                  <a:lnTo>
                    <a:pt x="3927" y="21505"/>
                  </a:lnTo>
                  <a:cubicBezTo>
                    <a:pt x="3385" y="21505"/>
                    <a:pt x="2945" y="21015"/>
                    <a:pt x="2945" y="20411"/>
                  </a:cubicBezTo>
                  <a:lnTo>
                    <a:pt x="2945" y="10560"/>
                  </a:lnTo>
                  <a:lnTo>
                    <a:pt x="0" y="10560"/>
                  </a:lnTo>
                  <a:lnTo>
                    <a:pt x="10139" y="285"/>
                  </a:lnTo>
                  <a:cubicBezTo>
                    <a:pt x="10514" y="-95"/>
                    <a:pt x="11086" y="-95"/>
                    <a:pt x="11461" y="285"/>
                  </a:cubicBezTo>
                  <a:lnTo>
                    <a:pt x="21600" y="10560"/>
                  </a:lnTo>
                  <a:lnTo>
                    <a:pt x="18655" y="10560"/>
                  </a:lnTo>
                  <a:lnTo>
                    <a:pt x="18655" y="20411"/>
                  </a:lnTo>
                  <a:cubicBezTo>
                    <a:pt x="18655" y="21015"/>
                    <a:pt x="18215" y="21505"/>
                    <a:pt x="17673" y="21505"/>
                  </a:cubicBezTo>
                  <a:close/>
                  <a:moveTo>
                    <a:pt x="4909" y="19316"/>
                  </a:moveTo>
                  <a:lnTo>
                    <a:pt x="16691" y="19316"/>
                  </a:lnTo>
                  <a:lnTo>
                    <a:pt x="16691" y="8543"/>
                  </a:lnTo>
                  <a:lnTo>
                    <a:pt x="10800" y="2574"/>
                  </a:lnTo>
                  <a:lnTo>
                    <a:pt x="4909" y="8543"/>
                  </a:lnTo>
                  <a:lnTo>
                    <a:pt x="4909" y="19316"/>
                  </a:lnTo>
                  <a:close/>
                  <a:moveTo>
                    <a:pt x="6873" y="14938"/>
                  </a:moveTo>
                  <a:lnTo>
                    <a:pt x="14727" y="14938"/>
                  </a:lnTo>
                  <a:lnTo>
                    <a:pt x="14727" y="17127"/>
                  </a:lnTo>
                  <a:lnTo>
                    <a:pt x="6873" y="17127"/>
                  </a:lnTo>
                  <a:lnTo>
                    <a:pt x="6873" y="14938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+mn-cs"/>
              </a:endParaRPr>
            </a:p>
          </p:txBody>
        </p:sp>
        <p:sp>
          <p:nvSpPr>
            <p:cNvPr id="123" name="Text Box 53">
              <a:extLst>
                <a:ext uri="{FF2B5EF4-FFF2-40B4-BE49-F238E27FC236}">
                  <a16:creationId xmlns:a16="http://schemas.microsoft.com/office/drawing/2014/main" id="{A8897330-E813-4DD2-9403-66D55ACDC880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464862" y="9505592"/>
              <a:ext cx="1264770" cy="1538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CC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bg1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 marL="177800" indent="-177800" defTabSz="793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1028700" indent="-457200" defTabSz="793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668463" indent="-454025" defTabSz="793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2317750" indent="-458788" defTabSz="793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965450" indent="-457200" defTabSz="793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34226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38798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43370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47942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+mn-cs"/>
                </a:rPr>
                <a:t>업체명</a:t>
              </a:r>
              <a:r>
                <a:rPr kumimoji="1" lang="en-US" altLang="ko-KR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+mn-cs"/>
                </a:rPr>
                <a:t>: (</a:t>
              </a:r>
              <a:r>
                <a:rPr kumimoji="1" lang="ko-KR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+mn-cs"/>
                </a:rPr>
                <a:t>주</a:t>
              </a:r>
              <a:r>
                <a:rPr kumimoji="1" lang="en-US" altLang="ko-KR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+mn-cs"/>
                </a:rPr>
                <a:t>)</a:t>
              </a:r>
              <a:r>
                <a:rPr kumimoji="1" lang="ko-KR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+mn-cs"/>
                </a:rPr>
                <a:t>서희 </a:t>
              </a:r>
              <a:r>
                <a:rPr kumimoji="1" lang="en-US" altLang="ko-KR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+mn-cs"/>
                </a:rPr>
                <a:t>Design</a:t>
              </a:r>
              <a:endParaRPr kumimoji="1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+mn-cs"/>
              </a:endParaRPr>
            </a:p>
          </p:txBody>
        </p:sp>
        <p:grpSp>
          <p:nvGrpSpPr>
            <p:cNvPr id="124" name="그룹 123">
              <a:extLst>
                <a:ext uri="{FF2B5EF4-FFF2-40B4-BE49-F238E27FC236}">
                  <a16:creationId xmlns:a16="http://schemas.microsoft.com/office/drawing/2014/main" id="{44031FA2-5287-4010-A297-54681ACE65BC}"/>
                </a:ext>
              </a:extLst>
            </p:cNvPr>
            <p:cNvGrpSpPr/>
            <p:nvPr/>
          </p:nvGrpSpPr>
          <p:grpSpPr>
            <a:xfrm>
              <a:off x="362858" y="9489504"/>
              <a:ext cx="942382" cy="186065"/>
              <a:chOff x="728700" y="7676979"/>
              <a:chExt cx="942382" cy="186065"/>
            </a:xfrm>
          </p:grpSpPr>
          <p:sp>
            <p:nvSpPr>
              <p:cNvPr id="125" name="任意形状 1136">
                <a:extLst>
                  <a:ext uri="{FF2B5EF4-FFF2-40B4-BE49-F238E27FC236}">
                    <a16:creationId xmlns:a16="http://schemas.microsoft.com/office/drawing/2014/main" id="{7FFAD4D5-A331-48AC-8DDD-06A7C6811E42}"/>
                  </a:ext>
                </a:extLst>
              </p:cNvPr>
              <p:cNvSpPr/>
              <p:nvPr/>
            </p:nvSpPr>
            <p:spPr>
              <a:xfrm>
                <a:off x="728700" y="7680698"/>
                <a:ext cx="182346" cy="18234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1880" y="9720"/>
                    </a:moveTo>
                    <a:lnTo>
                      <a:pt x="11880" y="4320"/>
                    </a:lnTo>
                    <a:lnTo>
                      <a:pt x="6480" y="11880"/>
                    </a:lnTo>
                    <a:lnTo>
                      <a:pt x="9720" y="11880"/>
                    </a:lnTo>
                    <a:lnTo>
                      <a:pt x="9720" y="17280"/>
                    </a:lnTo>
                    <a:lnTo>
                      <a:pt x="15120" y="9720"/>
                    </a:lnTo>
                    <a:lnTo>
                      <a:pt x="11880" y="9720"/>
                    </a:lnTo>
                    <a:close/>
                    <a:moveTo>
                      <a:pt x="10800" y="21600"/>
                    </a:moveTo>
                    <a:cubicBezTo>
                      <a:pt x="4835" y="21600"/>
                      <a:pt x="0" y="16765"/>
                      <a:pt x="0" y="10800"/>
                    </a:cubicBez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endParaRPr dirty="0"/>
              </a:p>
            </p:txBody>
          </p:sp>
          <p:sp>
            <p:nvSpPr>
              <p:cNvPr id="126" name="Text Box 53">
                <a:extLst>
                  <a:ext uri="{FF2B5EF4-FFF2-40B4-BE49-F238E27FC236}">
                    <a16:creationId xmlns:a16="http://schemas.microsoft.com/office/drawing/2014/main" id="{F7467075-F8EF-4D17-9547-087E39737DB3}"/>
                  </a:ext>
                </a:extLst>
              </p:cNvPr>
              <p:cNvSpPr txBox="1">
                <a:spLocks noChangeArrowheads="1"/>
              </p:cNvSpPr>
              <p:nvPr/>
            </p:nvSpPr>
            <p:spPr bwMode="gray">
              <a:xfrm>
                <a:off x="944921" y="7676979"/>
                <a:ext cx="726161" cy="1692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CC99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7961" dir="2700000" algn="ctr" rotWithShape="0">
                        <a:schemeClr val="bg1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marL="177800" indent="-177800" defTabSz="79375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1028700" indent="-457200" defTabSz="79375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668463" indent="-454025" defTabSz="79375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2317750" indent="-458788" defTabSz="79375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965450" indent="-457200" defTabSz="79375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3422650" indent="-457200" defTabSz="793750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3879850" indent="-457200" defTabSz="793750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4337050" indent="-457200" defTabSz="793750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4794250" indent="-457200" defTabSz="793750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marL="0" indent="0" defTabSz="914400">
                  <a:lnSpc>
                    <a:spcPct val="120000"/>
                  </a:lnSpc>
                  <a:spcAft>
                    <a:spcPts val="600"/>
                  </a:spcAft>
                </a:pPr>
                <a:r>
                  <a:rPr lang="en-US" altLang="ko-KR" sz="10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50" charset="-127"/>
                    <a:ea typeface="10X10 Bold" panose="020D0604000000000000" pitchFamily="50" charset="-127"/>
                    <a:cs typeface="Pretendard" panose="02000503000000020004" pitchFamily="50" charset="-127"/>
                  </a:rPr>
                  <a:t>YOUR</a:t>
                </a:r>
                <a:r>
                  <a:rPr lang="en-US" altLang="ko-KR" sz="10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50" charset="-127"/>
                    <a:ea typeface="나눔명조" panose="02020603020101020101" pitchFamily="18" charset="-127"/>
                    <a:cs typeface="Pretendard" panose="02000503000000020004" pitchFamily="50" charset="-127"/>
                  </a:rPr>
                  <a:t>LOGO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9643445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603A2E6B-601C-4FCC-A36F-2A6400A7C463}"/>
              </a:ext>
            </a:extLst>
          </p:cNvPr>
          <p:cNvGrpSpPr>
            <a:grpSpLocks noChangeAspect="1"/>
          </p:cNvGrpSpPr>
          <p:nvPr/>
        </p:nvGrpSpPr>
        <p:grpSpPr>
          <a:xfrm>
            <a:off x="7022" y="1"/>
            <a:ext cx="6858000" cy="9111343"/>
            <a:chOff x="6697911" y="1300241"/>
            <a:chExt cx="5040000" cy="6696000"/>
          </a:xfrm>
        </p:grpSpPr>
        <p:pic>
          <p:nvPicPr>
            <p:cNvPr id="52" name="그림 51">
              <a:extLst>
                <a:ext uri="{FF2B5EF4-FFF2-40B4-BE49-F238E27FC236}">
                  <a16:creationId xmlns:a16="http://schemas.microsoft.com/office/drawing/2014/main" id="{02C95FBC-F6C1-42C6-9301-70C40F57B3A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4989"/>
            <a:stretch/>
          </p:blipFill>
          <p:spPr>
            <a:xfrm>
              <a:off x="6697911" y="1300241"/>
              <a:ext cx="5040000" cy="6696000"/>
            </a:xfrm>
            <a:prstGeom prst="rect">
              <a:avLst/>
            </a:prstGeom>
          </p:spPr>
        </p:pic>
        <p:grpSp>
          <p:nvGrpSpPr>
            <p:cNvPr id="53" name="그룹 52">
              <a:extLst>
                <a:ext uri="{FF2B5EF4-FFF2-40B4-BE49-F238E27FC236}">
                  <a16:creationId xmlns:a16="http://schemas.microsoft.com/office/drawing/2014/main" id="{479A80CF-FEE5-42CB-A818-497EF32B65EF}"/>
                </a:ext>
              </a:extLst>
            </p:cNvPr>
            <p:cNvGrpSpPr/>
            <p:nvPr/>
          </p:nvGrpSpPr>
          <p:grpSpPr>
            <a:xfrm>
              <a:off x="6844031" y="1438075"/>
              <a:ext cx="4747758" cy="6408708"/>
              <a:chOff x="146120" y="1568624"/>
              <a:chExt cx="4747758" cy="6408708"/>
            </a:xfrm>
          </p:grpSpPr>
          <p:sp>
            <p:nvSpPr>
              <p:cNvPr id="54" name="직사각형 53">
                <a:extLst>
                  <a:ext uri="{FF2B5EF4-FFF2-40B4-BE49-F238E27FC236}">
                    <a16:creationId xmlns:a16="http://schemas.microsoft.com/office/drawing/2014/main" id="{77431B8B-BAB4-42D7-AC54-1694C7AE9FB5}"/>
                  </a:ext>
                </a:extLst>
              </p:cNvPr>
              <p:cNvSpPr/>
              <p:nvPr/>
            </p:nvSpPr>
            <p:spPr>
              <a:xfrm>
                <a:off x="179999" y="1604628"/>
                <a:ext cx="4680000" cy="6336000"/>
              </a:xfrm>
              <a:prstGeom prst="rect">
                <a:avLst/>
              </a:prstGeom>
              <a:solidFill>
                <a:schemeClr val="tx1">
                  <a:alpha val="10000"/>
                </a:schemeClr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55" name="그룹 54">
                <a:extLst>
                  <a:ext uri="{FF2B5EF4-FFF2-40B4-BE49-F238E27FC236}">
                    <a16:creationId xmlns:a16="http://schemas.microsoft.com/office/drawing/2014/main" id="{3330EEA1-719A-409C-8CF0-E817D11EEF14}"/>
                  </a:ext>
                </a:extLst>
              </p:cNvPr>
              <p:cNvGrpSpPr/>
              <p:nvPr/>
            </p:nvGrpSpPr>
            <p:grpSpPr>
              <a:xfrm>
                <a:off x="146120" y="1568624"/>
                <a:ext cx="4747758" cy="6408708"/>
                <a:chOff x="152640" y="1568624"/>
                <a:chExt cx="4747758" cy="6408708"/>
              </a:xfrm>
              <a:solidFill>
                <a:schemeClr val="bg1">
                  <a:alpha val="50000"/>
                </a:schemeClr>
              </a:solidFill>
            </p:grpSpPr>
            <p:sp>
              <p:nvSpPr>
                <p:cNvPr id="56" name="직사각형 55">
                  <a:extLst>
                    <a:ext uri="{FF2B5EF4-FFF2-40B4-BE49-F238E27FC236}">
                      <a16:creationId xmlns:a16="http://schemas.microsoft.com/office/drawing/2014/main" id="{A4241A96-408E-421F-98B1-A72849FE6E3A}"/>
                    </a:ext>
                  </a:extLst>
                </p:cNvPr>
                <p:cNvSpPr/>
                <p:nvPr/>
              </p:nvSpPr>
              <p:spPr>
                <a:xfrm>
                  <a:off x="184320" y="1568628"/>
                  <a:ext cx="4680000" cy="3600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7" name="직사각형 56">
                  <a:extLst>
                    <a:ext uri="{FF2B5EF4-FFF2-40B4-BE49-F238E27FC236}">
                      <a16:creationId xmlns:a16="http://schemas.microsoft.com/office/drawing/2014/main" id="{388A7D48-EBA9-42A5-8742-3131E14CEA9D}"/>
                    </a:ext>
                  </a:extLst>
                </p:cNvPr>
                <p:cNvSpPr/>
                <p:nvPr/>
              </p:nvSpPr>
              <p:spPr>
                <a:xfrm>
                  <a:off x="184320" y="7941332"/>
                  <a:ext cx="4680000" cy="3600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8" name="직사각형 57">
                  <a:extLst>
                    <a:ext uri="{FF2B5EF4-FFF2-40B4-BE49-F238E27FC236}">
                      <a16:creationId xmlns:a16="http://schemas.microsoft.com/office/drawing/2014/main" id="{7984EAC0-ED40-45B1-80DA-C7C219293653}"/>
                    </a:ext>
                  </a:extLst>
                </p:cNvPr>
                <p:cNvSpPr/>
                <p:nvPr/>
              </p:nvSpPr>
              <p:spPr>
                <a:xfrm rot="5400000">
                  <a:off x="-3033360" y="4754624"/>
                  <a:ext cx="6408000" cy="3600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9" name="직사각형 58">
                  <a:extLst>
                    <a:ext uri="{FF2B5EF4-FFF2-40B4-BE49-F238E27FC236}">
                      <a16:creationId xmlns:a16="http://schemas.microsoft.com/office/drawing/2014/main" id="{C87F7282-CE7F-4D24-AA96-81932ED56CF0}"/>
                    </a:ext>
                  </a:extLst>
                </p:cNvPr>
                <p:cNvSpPr/>
                <p:nvPr/>
              </p:nvSpPr>
              <p:spPr>
                <a:xfrm rot="5400000">
                  <a:off x="4360398" y="2072628"/>
                  <a:ext cx="1044000" cy="3600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60" name="직사각형 59">
                  <a:extLst>
                    <a:ext uri="{FF2B5EF4-FFF2-40B4-BE49-F238E27FC236}">
                      <a16:creationId xmlns:a16="http://schemas.microsoft.com/office/drawing/2014/main" id="{17702767-F7F3-4EEF-8BCF-202FD9EBAC11}"/>
                    </a:ext>
                  </a:extLst>
                </p:cNvPr>
                <p:cNvSpPr/>
                <p:nvPr/>
              </p:nvSpPr>
              <p:spPr>
                <a:xfrm rot="16200000">
                  <a:off x="3532398" y="6609332"/>
                  <a:ext cx="2700000" cy="3600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</p:grpSp>
      </p:grpSp>
      <p:sp>
        <p:nvSpPr>
          <p:cNvPr id="11" name="제목 10"/>
          <p:cNvSpPr>
            <a:spLocks noGrp="1"/>
          </p:cNvSpPr>
          <p:nvPr>
            <p:ph type="title" idx="4294967295"/>
          </p:nvPr>
        </p:nvSpPr>
        <p:spPr>
          <a:xfrm>
            <a:off x="-2011903" y="83482"/>
            <a:ext cx="1984519" cy="22775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 fontAlgn="base" latinLnBrk="0">
              <a:spcAft>
                <a:spcPts val="200"/>
              </a:spcAft>
              <a:buClr>
                <a:schemeClr val="tx1">
                  <a:lumMod val="75000"/>
                  <a:lumOff val="25000"/>
                </a:schemeClr>
              </a:buClr>
              <a:buSzPct val="90000"/>
            </a:pPr>
            <a:r>
              <a:rPr lang="ko-KR" altLang="en-US" sz="1600" dirty="0">
                <a:latin typeface="+mj-ea"/>
                <a:cs typeface="+mn-cs"/>
              </a:rPr>
              <a:t>간지</a:t>
            </a:r>
            <a:r>
              <a:rPr lang="en-US" altLang="ko-KR" sz="1600" dirty="0">
                <a:latin typeface="+mj-ea"/>
                <a:cs typeface="+mn-cs"/>
              </a:rPr>
              <a:t>_image 07 =====</a:t>
            </a:r>
            <a:endParaRPr lang="ko-KR" altLang="en-US" sz="1600" dirty="0">
              <a:latin typeface="+mj-ea"/>
              <a:cs typeface="+mn-cs"/>
            </a:endParaRPr>
          </a:p>
        </p:txBody>
      </p: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33E12E93-0961-472F-869D-64E61AA9B486}"/>
              </a:ext>
            </a:extLst>
          </p:cNvPr>
          <p:cNvGrpSpPr/>
          <p:nvPr/>
        </p:nvGrpSpPr>
        <p:grpSpPr>
          <a:xfrm>
            <a:off x="476738" y="451351"/>
            <a:ext cx="3528000" cy="1189281"/>
            <a:chOff x="369052" y="378290"/>
            <a:chExt cx="3528000" cy="1189281"/>
          </a:xfrm>
        </p:grpSpPr>
        <p:sp>
          <p:nvSpPr>
            <p:cNvPr id="64" name="직사각형 63">
              <a:extLst>
                <a:ext uri="{FF2B5EF4-FFF2-40B4-BE49-F238E27FC236}">
                  <a16:creationId xmlns:a16="http://schemas.microsoft.com/office/drawing/2014/main" id="{786BEF25-03F6-4036-9A53-9DD1D85415E3}"/>
                </a:ext>
              </a:extLst>
            </p:cNvPr>
            <p:cNvSpPr/>
            <p:nvPr/>
          </p:nvSpPr>
          <p:spPr>
            <a:xfrm>
              <a:off x="369052" y="378290"/>
              <a:ext cx="3528000" cy="1189281"/>
            </a:xfrm>
            <a:prstGeom prst="rect">
              <a:avLst/>
            </a:prstGeom>
            <a:solidFill>
              <a:srgbClr val="0070C0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65" name="그룹 64">
              <a:extLst>
                <a:ext uri="{FF2B5EF4-FFF2-40B4-BE49-F238E27FC236}">
                  <a16:creationId xmlns:a16="http://schemas.microsoft.com/office/drawing/2014/main" id="{6BE5E119-9D5E-4643-AA96-D5C4A49C10FF}"/>
                </a:ext>
              </a:extLst>
            </p:cNvPr>
            <p:cNvGrpSpPr/>
            <p:nvPr/>
          </p:nvGrpSpPr>
          <p:grpSpPr>
            <a:xfrm>
              <a:off x="558964" y="485523"/>
              <a:ext cx="3148177" cy="974814"/>
              <a:chOff x="476738" y="449794"/>
              <a:chExt cx="3148177" cy="974814"/>
            </a:xfrm>
          </p:grpSpPr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F45FB143-5842-447A-851C-EC58EE06C208}"/>
                  </a:ext>
                </a:extLst>
              </p:cNvPr>
              <p:cNvSpPr txBox="1"/>
              <p:nvPr/>
            </p:nvSpPr>
            <p:spPr>
              <a:xfrm>
                <a:off x="530903" y="516573"/>
                <a:ext cx="1619033" cy="42062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spcAft>
                    <a:spcPts val="400"/>
                  </a:spcAft>
                </a:pPr>
                <a:r>
                  <a:rPr kumimoji="1" lang="en-US" altLang="ko-KR" sz="1200" spc="-40">
                    <a:solidFill>
                      <a:schemeClr val="bg1">
                        <a:lumMod val="95000"/>
                      </a:schemeClr>
                    </a:solidFill>
                    <a:latin typeface="G마켓 산스 Light" panose="02000000000000000000" pitchFamily="50" charset="-127"/>
                    <a:ea typeface="G마켓 산스 Light" panose="02000000000000000000" pitchFamily="50" charset="-127"/>
                  </a:rPr>
                  <a:t>Simple_image</a:t>
                </a:r>
                <a:endParaRPr kumimoji="1" lang="en-US" altLang="ko-KR" sz="1200" spc="-40" dirty="0">
                  <a:solidFill>
                    <a:schemeClr val="bg1">
                      <a:lumMod val="95000"/>
                    </a:schemeClr>
                  </a:solidFill>
                  <a:latin typeface="G마켓 산스 Light" panose="02000000000000000000" pitchFamily="50" charset="-127"/>
                  <a:ea typeface="G마켓 산스 Light" panose="02000000000000000000" pitchFamily="50" charset="-127"/>
                </a:endParaRPr>
              </a:p>
              <a:p>
                <a:pPr>
                  <a:spcAft>
                    <a:spcPts val="400"/>
                  </a:spcAft>
                </a:pPr>
                <a:r>
                  <a:rPr kumimoji="1" lang="ko-KR" altLang="en-US" sz="1200" b="0" i="0" spc="-40" baseline="0" dirty="0">
                    <a:solidFill>
                      <a:schemeClr val="bg1">
                        <a:lumMod val="95000"/>
                      </a:schemeClr>
                    </a:solidFill>
                    <a:latin typeface="G마켓 산스 Bold" panose="02000000000000000000" pitchFamily="50" charset="-127"/>
                    <a:ea typeface="G마켓 산스 Bold" panose="02000000000000000000" pitchFamily="50" charset="-127"/>
                  </a:rPr>
                  <a:t>파워포인트 템플릿 </a:t>
                </a:r>
                <a:r>
                  <a:rPr kumimoji="1" lang="en-US" altLang="ko-KR" sz="1200" b="0" i="0" spc="-40" baseline="0" dirty="0">
                    <a:solidFill>
                      <a:schemeClr val="bg1">
                        <a:lumMod val="95000"/>
                      </a:schemeClr>
                    </a:solidFill>
                    <a:latin typeface="G마켓 산스 Bold" panose="02000000000000000000" pitchFamily="50" charset="-127"/>
                    <a:ea typeface="G마켓 산스 Bold" panose="02000000000000000000" pitchFamily="50" charset="-127"/>
                  </a:rPr>
                  <a:t>| </a:t>
                </a:r>
                <a:r>
                  <a:rPr kumimoji="1" lang="en-US" altLang="ko-KR" sz="1200" spc="-40" dirty="0">
                    <a:solidFill>
                      <a:schemeClr val="bg1">
                        <a:lumMod val="95000"/>
                      </a:schemeClr>
                    </a:solidFill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PPT</a:t>
                </a:r>
                <a:endParaRPr kumimoji="1" lang="ko-KR" altLang="en-US" sz="1200" b="0" i="0" spc="-40" baseline="0" dirty="0">
                  <a:solidFill>
                    <a:schemeClr val="bg1">
                      <a:lumMod val="95000"/>
                    </a:schemeClr>
                  </a:solidFill>
                  <a:latin typeface="G마켓 산스 Medium" panose="02000000000000000000" pitchFamily="50" charset="-127"/>
                  <a:ea typeface="G마켓 산스 Medium" panose="02000000000000000000" pitchFamily="50" charset="-127"/>
                </a:endParaRPr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E41CD69E-8394-4710-8382-44EC761052F3}"/>
                  </a:ext>
                </a:extLst>
              </p:cNvPr>
              <p:cNvSpPr txBox="1"/>
              <p:nvPr/>
            </p:nvSpPr>
            <p:spPr>
              <a:xfrm>
                <a:off x="476738" y="1056633"/>
                <a:ext cx="1727362" cy="324000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</p:spPr>
            <p:txBody>
              <a:bodyPr wrap="none" lIns="108000" tIns="0" rIns="108000" bIns="0" rtlCol="0" anchor="ctr">
                <a:noAutofit/>
              </a:bodyPr>
              <a:lstStyle>
                <a:defPPr>
                  <a:defRPr lang="en-US"/>
                </a:defPPr>
                <a:lvl1pPr algn="ctr">
                  <a:defRPr kumimoji="1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Pretendard ExtraLight" panose="02000303000000020004" pitchFamily="50" charset="-127"/>
                    <a:ea typeface="Pretendard ExtraLight" panose="02000303000000020004" pitchFamily="50" charset="-127"/>
                    <a:cs typeface="Pretendard ExtraLight" panose="02000303000000020004" pitchFamily="50" charset="-127"/>
                  </a:defRPr>
                </a:lvl1pPr>
              </a:lstStyle>
              <a:p>
                <a:r>
                  <a:rPr lang="en-US" altLang="ko-KR" dirty="0"/>
                  <a:t>CONTENTS</a:t>
                </a:r>
              </a:p>
            </p:txBody>
          </p:sp>
          <p:sp>
            <p:nvSpPr>
              <p:cNvPr id="68" name="Shape">
                <a:extLst>
                  <a:ext uri="{FF2B5EF4-FFF2-40B4-BE49-F238E27FC236}">
                    <a16:creationId xmlns:a16="http://schemas.microsoft.com/office/drawing/2014/main" id="{17C443EF-163F-49CF-8EFE-65A7CBC8A247}"/>
                  </a:ext>
                </a:extLst>
              </p:cNvPr>
              <p:cNvSpPr/>
              <p:nvPr/>
            </p:nvSpPr>
            <p:spPr>
              <a:xfrm>
                <a:off x="2421953" y="449794"/>
                <a:ext cx="1202962" cy="97481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808" y="0"/>
                    </a:moveTo>
                    <a:lnTo>
                      <a:pt x="1808" y="1129"/>
                    </a:lnTo>
                    <a:lnTo>
                      <a:pt x="0" y="1129"/>
                    </a:lnTo>
                    <a:lnTo>
                      <a:pt x="0" y="21600"/>
                    </a:lnTo>
                    <a:lnTo>
                      <a:pt x="21600" y="21600"/>
                    </a:lnTo>
                    <a:lnTo>
                      <a:pt x="21600" y="1129"/>
                    </a:lnTo>
                    <a:lnTo>
                      <a:pt x="7183" y="1129"/>
                    </a:lnTo>
                    <a:lnTo>
                      <a:pt x="7183" y="0"/>
                    </a:lnTo>
                    <a:lnTo>
                      <a:pt x="1808" y="0"/>
                    </a:lnTo>
                    <a:close/>
                    <a:moveTo>
                      <a:pt x="865" y="2193"/>
                    </a:moveTo>
                    <a:lnTo>
                      <a:pt x="20736" y="2193"/>
                    </a:lnTo>
                    <a:lnTo>
                      <a:pt x="20736" y="20536"/>
                    </a:lnTo>
                    <a:lnTo>
                      <a:pt x="865" y="20536"/>
                    </a:lnTo>
                    <a:lnTo>
                      <a:pt x="865" y="2193"/>
                    </a:lnTo>
                    <a:close/>
                    <a:moveTo>
                      <a:pt x="14835" y="4981"/>
                    </a:moveTo>
                    <a:lnTo>
                      <a:pt x="14835" y="6094"/>
                    </a:lnTo>
                    <a:lnTo>
                      <a:pt x="18456" y="6094"/>
                    </a:lnTo>
                    <a:lnTo>
                      <a:pt x="18456" y="4981"/>
                    </a:lnTo>
                    <a:lnTo>
                      <a:pt x="14835" y="4981"/>
                    </a:lnTo>
                    <a:close/>
                    <a:moveTo>
                      <a:pt x="8083" y="6670"/>
                    </a:moveTo>
                    <a:cubicBezTo>
                      <a:pt x="7051" y="6670"/>
                      <a:pt x="6018" y="7154"/>
                      <a:pt x="5231" y="8124"/>
                    </a:cubicBezTo>
                    <a:cubicBezTo>
                      <a:pt x="3655" y="10064"/>
                      <a:pt x="3655" y="13209"/>
                      <a:pt x="5231" y="15149"/>
                    </a:cubicBezTo>
                    <a:cubicBezTo>
                      <a:pt x="6806" y="17088"/>
                      <a:pt x="9360" y="17088"/>
                      <a:pt x="10935" y="15149"/>
                    </a:cubicBezTo>
                    <a:cubicBezTo>
                      <a:pt x="12511" y="13209"/>
                      <a:pt x="12511" y="10064"/>
                      <a:pt x="10935" y="8124"/>
                    </a:cubicBezTo>
                    <a:cubicBezTo>
                      <a:pt x="10148" y="7154"/>
                      <a:pt x="9115" y="6670"/>
                      <a:pt x="8083" y="6670"/>
                    </a:cubicBezTo>
                    <a:close/>
                    <a:moveTo>
                      <a:pt x="8083" y="7757"/>
                    </a:moveTo>
                    <a:cubicBezTo>
                      <a:pt x="8889" y="7757"/>
                      <a:pt x="9696" y="8136"/>
                      <a:pt x="10311" y="8894"/>
                    </a:cubicBezTo>
                    <a:cubicBezTo>
                      <a:pt x="11541" y="10408"/>
                      <a:pt x="11541" y="12864"/>
                      <a:pt x="10311" y="14379"/>
                    </a:cubicBezTo>
                    <a:cubicBezTo>
                      <a:pt x="9081" y="15893"/>
                      <a:pt x="7086" y="15893"/>
                      <a:pt x="5855" y="14379"/>
                    </a:cubicBezTo>
                    <a:cubicBezTo>
                      <a:pt x="4625" y="12864"/>
                      <a:pt x="4625" y="10408"/>
                      <a:pt x="5855" y="8894"/>
                    </a:cubicBezTo>
                    <a:cubicBezTo>
                      <a:pt x="6470" y="8136"/>
                      <a:pt x="7277" y="7757"/>
                      <a:pt x="8083" y="7757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 w="12700">
                <a:noFill/>
                <a:miter lim="400000"/>
              </a:ln>
            </p:spPr>
            <p:txBody>
              <a:bodyPr lIns="0" tIns="0" rIns="0" bIns="0" anchor="ctr"/>
              <a:lstStyle/>
              <a:p>
                <a:pPr defTabSz="8255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sz="3200">
                  <a:solidFill>
                    <a:srgbClr val="FFFFFF"/>
                  </a:solidFill>
                  <a:sym typeface="Helvetica Neue Medium"/>
                </a:endParaRPr>
              </a:p>
            </p:txBody>
          </p:sp>
        </p:grpSp>
      </p:grpSp>
      <p:sp>
        <p:nvSpPr>
          <p:cNvPr id="69" name="Text Box 53">
            <a:extLst>
              <a:ext uri="{FF2B5EF4-FFF2-40B4-BE49-F238E27FC236}">
                <a16:creationId xmlns:a16="http://schemas.microsoft.com/office/drawing/2014/main" id="{F83E04A3-62B6-46CF-BC18-87E5BCE8C680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3954885" y="8566362"/>
            <a:ext cx="2559996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1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marL="177800" indent="-177800" defTabSz="793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1028700" indent="-457200" defTabSz="793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668463" indent="-454025" defTabSz="793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2317750" indent="-458788" defTabSz="793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965450" indent="-457200" defTabSz="793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3422650" indent="-457200" defTabSz="79375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3879850" indent="-457200" defTabSz="79375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4337050" indent="-457200" defTabSz="79375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4794250" indent="-457200" defTabSz="79375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indent="0" algn="r" defTabSz="914400"/>
            <a:r>
              <a:rPr lang="ko-KR" altLang="en-US" sz="1200" dirty="0">
                <a:solidFill>
                  <a:schemeClr val="tx1">
                    <a:lumMod val="75000"/>
                    <a:lumOff val="25000"/>
                    <a:alpha val="70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해당 챕터 간지의 설명 문구를 입력하세요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  <a:alpha val="70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.</a:t>
            </a:r>
          </a:p>
        </p:txBody>
      </p:sp>
      <p:sp>
        <p:nvSpPr>
          <p:cNvPr id="35" name="Rectangle 12">
            <a:extLst>
              <a:ext uri="{FF2B5EF4-FFF2-40B4-BE49-F238E27FC236}">
                <a16:creationId xmlns:a16="http://schemas.microsoft.com/office/drawing/2014/main" id="{7DE237A3-EAB7-4E5D-9070-D2BABE0FA186}"/>
              </a:ext>
            </a:extLst>
          </p:cNvPr>
          <p:cNvSpPr/>
          <p:nvPr/>
        </p:nvSpPr>
        <p:spPr>
          <a:xfrm>
            <a:off x="1464861" y="3169405"/>
            <a:ext cx="5390251" cy="3852000"/>
          </a:xfrm>
          <a:prstGeom prst="rect">
            <a:avLst/>
          </a:prstGeom>
          <a:solidFill>
            <a:schemeClr val="bg1">
              <a:alpha val="90000"/>
            </a:schemeClr>
          </a:solidFill>
          <a:ln w="6350">
            <a:noFill/>
          </a:ln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121920" tIns="60960" rIns="121920" bIns="60960" rtlCol="0" anchor="ctr">
            <a:noAutofit/>
          </a:bodyPr>
          <a:lstStyle/>
          <a:p>
            <a:pPr algn="ctr"/>
            <a:endParaRPr lang="en-US" sz="2400" dirty="0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9FB7A8D9-BA8B-434C-B0B3-0C327AB7E61F}"/>
              </a:ext>
            </a:extLst>
          </p:cNvPr>
          <p:cNvSpPr/>
          <p:nvPr/>
        </p:nvSpPr>
        <p:spPr>
          <a:xfrm>
            <a:off x="2417103" y="3503595"/>
            <a:ext cx="3964156" cy="540000"/>
          </a:xfrm>
          <a:prstGeom prst="rect">
            <a:avLst/>
          </a:prstGeom>
          <a:solidFill>
            <a:schemeClr val="tx1">
              <a:alpha val="8000"/>
            </a:schemeClr>
          </a:solidFill>
          <a:ln>
            <a:noFill/>
          </a:ln>
        </p:spPr>
        <p:txBody>
          <a:bodyPr wrap="square" lIns="144000" tIns="36000" rIns="0" bIns="36000" anchor="ctr">
            <a:noAutofit/>
          </a:bodyPr>
          <a:lstStyle/>
          <a:p>
            <a:pPr defTabSz="457200" latinLnBrk="0"/>
            <a:r>
              <a:rPr lang="ko-KR" altLang="en-US" sz="24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</a:rPr>
              <a:t>제안 개요</a:t>
            </a:r>
          </a:p>
        </p:txBody>
      </p:sp>
      <p:sp>
        <p:nvSpPr>
          <p:cNvPr id="37" name="모서리가 둥근 직사각형 145">
            <a:extLst>
              <a:ext uri="{FF2B5EF4-FFF2-40B4-BE49-F238E27FC236}">
                <a16:creationId xmlns:a16="http://schemas.microsoft.com/office/drawing/2014/main" id="{2D7EC102-5753-49B5-9B05-D141D61B886C}"/>
              </a:ext>
            </a:extLst>
          </p:cNvPr>
          <p:cNvSpPr/>
          <p:nvPr/>
        </p:nvSpPr>
        <p:spPr>
          <a:xfrm>
            <a:off x="1808880" y="3503595"/>
            <a:ext cx="540000" cy="540000"/>
          </a:xfrm>
          <a:prstGeom prst="roundRect">
            <a:avLst>
              <a:gd name="adj" fmla="val 0"/>
            </a:avLst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>
                <a:solidFill>
                  <a:schemeClr val="bg1"/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Ⅰ</a:t>
            </a:r>
            <a:endParaRPr lang="ko-KR" altLang="en-US" sz="2800" b="1" dirty="0">
              <a:solidFill>
                <a:schemeClr val="bg1"/>
              </a:solidFill>
              <a:latin typeface="나눔명조" panose="02020603020101020101" pitchFamily="18" charset="-127"/>
              <a:ea typeface="나눔명조" panose="02020603020101020101" pitchFamily="18" charset="-127"/>
            </a:endParaRPr>
          </a:p>
        </p:txBody>
      </p:sp>
      <p:graphicFrame>
        <p:nvGraphicFramePr>
          <p:cNvPr id="38" name="표 3">
            <a:extLst>
              <a:ext uri="{FF2B5EF4-FFF2-40B4-BE49-F238E27FC236}">
                <a16:creationId xmlns:a16="http://schemas.microsoft.com/office/drawing/2014/main" id="{5FEE45F5-A46B-4410-9C17-AFB36918A535}"/>
              </a:ext>
            </a:extLst>
          </p:cNvPr>
          <p:cNvGraphicFramePr>
            <a:graphicFrameLocks noGrp="1"/>
          </p:cNvGraphicFramePr>
          <p:nvPr/>
        </p:nvGraphicFramePr>
        <p:xfrm>
          <a:off x="2417103" y="4287709"/>
          <a:ext cx="3964156" cy="2376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64156">
                  <a:extLst>
                    <a:ext uri="{9D8B030D-6E8A-4147-A177-3AD203B41FA5}">
                      <a16:colId xmlns:a16="http://schemas.microsoft.com/office/drawing/2014/main" val="3512023494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600" b="0" kern="1200" dirty="0">
                          <a:ln w="6350"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600" b="0" kern="1200" dirty="0">
                          <a:ln w="6350"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목적 및 배경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2602578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600" b="0" kern="1200" dirty="0">
                          <a:ln w="6350"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2. </a:t>
                      </a:r>
                      <a:r>
                        <a:rPr kumimoji="1" lang="ko-KR" altLang="en-US" sz="1600" b="0" kern="1200" dirty="0">
                          <a:ln w="6350"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사업 범위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2717536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600" b="0" kern="1200" dirty="0">
                          <a:ln w="6350"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3. </a:t>
                      </a:r>
                      <a:r>
                        <a:rPr kumimoji="1" lang="ko-KR" altLang="en-US" sz="1600" b="0" kern="1200" dirty="0">
                          <a:ln w="6350"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특징 및 장점</a:t>
                      </a:r>
                      <a:endParaRPr kumimoji="1" lang="en-US" altLang="ko-KR" sz="1600" b="0" kern="1200" dirty="0">
                        <a:ln w="6350"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4981497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600" b="0" kern="1200" dirty="0">
                          <a:ln w="6350"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4. </a:t>
                      </a:r>
                      <a:r>
                        <a:rPr kumimoji="1" lang="ko-KR" altLang="en-US" sz="1600" b="0" kern="1200" dirty="0">
                          <a:ln w="6350"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사업수행 목표</a:t>
                      </a:r>
                      <a:endParaRPr kumimoji="1" lang="en-US" altLang="ko-KR" sz="1600" b="0" kern="1200" dirty="0">
                        <a:ln w="6350"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289477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600" b="0" kern="1200" dirty="0">
                          <a:ln w="6350"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5. </a:t>
                      </a:r>
                      <a:r>
                        <a:rPr kumimoji="1" lang="ko-KR" altLang="en-US" sz="1600" b="0" kern="1200" dirty="0">
                          <a:ln w="6350"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기대 효과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2449661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600" b="0" kern="1200" dirty="0">
                          <a:ln w="6350"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6. </a:t>
                      </a:r>
                      <a:r>
                        <a:rPr kumimoji="1" lang="ko-KR" altLang="en-US" sz="1600" b="0" kern="1200" dirty="0">
                          <a:ln w="6350"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제목 입력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1818578"/>
                  </a:ext>
                </a:extLst>
              </a:tr>
            </a:tbl>
          </a:graphicData>
        </a:graphic>
      </p:graphicFrame>
      <p:pic>
        <p:nvPicPr>
          <p:cNvPr id="62" name="그래픽 61">
            <a:extLst>
              <a:ext uri="{FF2B5EF4-FFF2-40B4-BE49-F238E27FC236}">
                <a16:creationId xmlns:a16="http://schemas.microsoft.com/office/drawing/2014/main" id="{8B25B848-CEAB-4E22-A6E1-B2B6FB30C2E7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8883" t="7159" r="36673" b="51796"/>
          <a:stretch/>
        </p:blipFill>
        <p:spPr>
          <a:xfrm rot="20700000">
            <a:off x="543422" y="5491924"/>
            <a:ext cx="1653200" cy="1612941"/>
          </a:xfrm>
          <a:prstGeom prst="rect">
            <a:avLst/>
          </a:prstGeom>
        </p:spPr>
      </p:pic>
      <p:sp>
        <p:nvSpPr>
          <p:cNvPr id="3" name="Rectangle 12">
            <a:extLst>
              <a:ext uri="{FF2B5EF4-FFF2-40B4-BE49-F238E27FC236}">
                <a16:creationId xmlns:a16="http://schemas.microsoft.com/office/drawing/2014/main" id="{511001BB-AA44-9ABA-A316-76E74965DB94}"/>
              </a:ext>
            </a:extLst>
          </p:cNvPr>
          <p:cNvSpPr/>
          <p:nvPr/>
        </p:nvSpPr>
        <p:spPr>
          <a:xfrm>
            <a:off x="0" y="9110557"/>
            <a:ext cx="6858000" cy="161703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121920" tIns="60960" rIns="121920" bIns="60960" rtlCol="0" anchor="ctr">
            <a:noAutofit/>
          </a:bodyPr>
          <a:lstStyle/>
          <a:p>
            <a:pPr algn="ctr"/>
            <a:endParaRPr lang="en-US" sz="2400" dirty="0"/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D4C7D360-B5E1-4424-B00F-C5FD1233C711}"/>
              </a:ext>
            </a:extLst>
          </p:cNvPr>
          <p:cNvGrpSpPr/>
          <p:nvPr/>
        </p:nvGrpSpPr>
        <p:grpSpPr>
          <a:xfrm>
            <a:off x="362858" y="9489504"/>
            <a:ext cx="6108741" cy="186065"/>
            <a:chOff x="362858" y="9489504"/>
            <a:chExt cx="6108741" cy="186065"/>
          </a:xfrm>
        </p:grpSpPr>
        <p:sp>
          <p:nvSpPr>
            <p:cNvPr id="40" name="Text Box 53">
              <a:extLst>
                <a:ext uri="{FF2B5EF4-FFF2-40B4-BE49-F238E27FC236}">
                  <a16:creationId xmlns:a16="http://schemas.microsoft.com/office/drawing/2014/main" id="{CE7F98F5-EE95-4CD1-8705-CC5DDD3FCD48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4480109" y="9519314"/>
              <a:ext cx="804707" cy="1264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CC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bg1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defPPr>
                <a:defRPr lang="en-US"/>
              </a:defPPr>
              <a:lvl1pPr lvl="0" indent="0" defTabSz="914400">
                <a:spcBef>
                  <a:spcPts val="1000"/>
                </a:spcBef>
                <a:defRPr kumimoji="1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  <a:ea typeface="굴림" panose="020B0600000101010101" pitchFamily="50" charset="-127"/>
                </a:defRPr>
              </a:lvl1pPr>
              <a:lvl2pPr marL="1028700" indent="-457200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668463" indent="-454025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2317750" indent="-458788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965450" indent="-457200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34226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38798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43370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47942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sample@mail.com</a:t>
              </a:r>
              <a:endPara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endParaRPr>
            </a:p>
          </p:txBody>
        </p:sp>
        <p:sp>
          <p:nvSpPr>
            <p:cNvPr id="42" name="任意形状 978">
              <a:extLst>
                <a:ext uri="{FF2B5EF4-FFF2-40B4-BE49-F238E27FC236}">
                  <a16:creationId xmlns:a16="http://schemas.microsoft.com/office/drawing/2014/main" id="{1FFFF9AF-76AA-4EDE-81BA-77CF9B4CDFB5}"/>
                </a:ext>
              </a:extLst>
            </p:cNvPr>
            <p:cNvSpPr/>
            <p:nvPr/>
          </p:nvSpPr>
          <p:spPr>
            <a:xfrm>
              <a:off x="4293096" y="9523555"/>
              <a:ext cx="134750" cy="1179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" y="0"/>
                  </a:moveTo>
                  <a:lnTo>
                    <a:pt x="20520" y="0"/>
                  </a:lnTo>
                  <a:cubicBezTo>
                    <a:pt x="21117" y="0"/>
                    <a:pt x="21600" y="537"/>
                    <a:pt x="21600" y="1200"/>
                  </a:cubicBezTo>
                  <a:lnTo>
                    <a:pt x="21600" y="20400"/>
                  </a:lnTo>
                  <a:cubicBezTo>
                    <a:pt x="21600" y="21063"/>
                    <a:pt x="21117" y="21600"/>
                    <a:pt x="20520" y="21600"/>
                  </a:cubicBezTo>
                  <a:lnTo>
                    <a:pt x="1080" y="21600"/>
                  </a:lnTo>
                  <a:cubicBezTo>
                    <a:pt x="483" y="21600"/>
                    <a:pt x="0" y="21063"/>
                    <a:pt x="0" y="20400"/>
                  </a:cubicBezTo>
                  <a:lnTo>
                    <a:pt x="0" y="1200"/>
                  </a:lnTo>
                  <a:cubicBezTo>
                    <a:pt x="0" y="537"/>
                    <a:pt x="483" y="0"/>
                    <a:pt x="1080" y="0"/>
                  </a:cubicBezTo>
                  <a:close/>
                  <a:moveTo>
                    <a:pt x="19440" y="5086"/>
                  </a:moveTo>
                  <a:lnTo>
                    <a:pt x="10878" y="13606"/>
                  </a:lnTo>
                  <a:lnTo>
                    <a:pt x="2160" y="5059"/>
                  </a:lnTo>
                  <a:lnTo>
                    <a:pt x="2160" y="19200"/>
                  </a:lnTo>
                  <a:lnTo>
                    <a:pt x="19440" y="19200"/>
                  </a:lnTo>
                  <a:lnTo>
                    <a:pt x="19440" y="5086"/>
                  </a:lnTo>
                  <a:close/>
                  <a:moveTo>
                    <a:pt x="2712" y="2400"/>
                  </a:moveTo>
                  <a:lnTo>
                    <a:pt x="10866" y="10394"/>
                  </a:lnTo>
                  <a:lnTo>
                    <a:pt x="18902" y="2400"/>
                  </a:lnTo>
                  <a:lnTo>
                    <a:pt x="2712" y="240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+mn-cs"/>
              </a:endParaRPr>
            </a:p>
          </p:txBody>
        </p:sp>
        <p:sp>
          <p:nvSpPr>
            <p:cNvPr id="43" name="Text Box 53">
              <a:extLst>
                <a:ext uri="{FF2B5EF4-FFF2-40B4-BE49-F238E27FC236}">
                  <a16:creationId xmlns:a16="http://schemas.microsoft.com/office/drawing/2014/main" id="{F4AAB270-9E57-4E42-9FC0-8BA074D9E586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5676510" y="9519314"/>
              <a:ext cx="795089" cy="1264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CC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bg1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defPPr>
                <a:defRPr lang="en-US"/>
              </a:defPPr>
              <a:lvl1pPr lvl="0" indent="0" defTabSz="914400">
                <a:spcBef>
                  <a:spcPts val="1000"/>
                </a:spcBef>
                <a:defRPr kumimoji="1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  <a:ea typeface="굴림" panose="020B0600000101010101" pitchFamily="50" charset="-127"/>
                </a:defRPr>
              </a:lvl1pPr>
              <a:lvl2pPr marL="1028700" indent="-457200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668463" indent="-454025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2317750" indent="-458788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965450" indent="-457200" defTabSz="793750"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34226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38798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43370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47942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www.sample.com</a:t>
              </a:r>
              <a:endPara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endParaRPr>
            </a:p>
          </p:txBody>
        </p:sp>
        <p:sp>
          <p:nvSpPr>
            <p:cNvPr id="44" name="任意形状 412">
              <a:extLst>
                <a:ext uri="{FF2B5EF4-FFF2-40B4-BE49-F238E27FC236}">
                  <a16:creationId xmlns:a16="http://schemas.microsoft.com/office/drawing/2014/main" id="{B51C66F6-7D1F-4148-B310-87FB7E3C30EB}"/>
                </a:ext>
              </a:extLst>
            </p:cNvPr>
            <p:cNvSpPr/>
            <p:nvPr/>
          </p:nvSpPr>
          <p:spPr>
            <a:xfrm>
              <a:off x="5473233" y="9516345"/>
              <a:ext cx="148226" cy="13238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05" extrusionOk="0">
                  <a:moveTo>
                    <a:pt x="17673" y="21505"/>
                  </a:moveTo>
                  <a:lnTo>
                    <a:pt x="3927" y="21505"/>
                  </a:lnTo>
                  <a:cubicBezTo>
                    <a:pt x="3385" y="21505"/>
                    <a:pt x="2945" y="21015"/>
                    <a:pt x="2945" y="20411"/>
                  </a:cubicBezTo>
                  <a:lnTo>
                    <a:pt x="2945" y="10560"/>
                  </a:lnTo>
                  <a:lnTo>
                    <a:pt x="0" y="10560"/>
                  </a:lnTo>
                  <a:lnTo>
                    <a:pt x="10139" y="285"/>
                  </a:lnTo>
                  <a:cubicBezTo>
                    <a:pt x="10514" y="-95"/>
                    <a:pt x="11086" y="-95"/>
                    <a:pt x="11461" y="285"/>
                  </a:cubicBezTo>
                  <a:lnTo>
                    <a:pt x="21600" y="10560"/>
                  </a:lnTo>
                  <a:lnTo>
                    <a:pt x="18655" y="10560"/>
                  </a:lnTo>
                  <a:lnTo>
                    <a:pt x="18655" y="20411"/>
                  </a:lnTo>
                  <a:cubicBezTo>
                    <a:pt x="18655" y="21015"/>
                    <a:pt x="18215" y="21505"/>
                    <a:pt x="17673" y="21505"/>
                  </a:cubicBezTo>
                  <a:close/>
                  <a:moveTo>
                    <a:pt x="4909" y="19316"/>
                  </a:moveTo>
                  <a:lnTo>
                    <a:pt x="16691" y="19316"/>
                  </a:lnTo>
                  <a:lnTo>
                    <a:pt x="16691" y="8543"/>
                  </a:lnTo>
                  <a:lnTo>
                    <a:pt x="10800" y="2574"/>
                  </a:lnTo>
                  <a:lnTo>
                    <a:pt x="4909" y="8543"/>
                  </a:lnTo>
                  <a:lnTo>
                    <a:pt x="4909" y="19316"/>
                  </a:lnTo>
                  <a:close/>
                  <a:moveTo>
                    <a:pt x="6873" y="14938"/>
                  </a:moveTo>
                  <a:lnTo>
                    <a:pt x="14727" y="14938"/>
                  </a:lnTo>
                  <a:lnTo>
                    <a:pt x="14727" y="17127"/>
                  </a:lnTo>
                  <a:lnTo>
                    <a:pt x="6873" y="17127"/>
                  </a:lnTo>
                  <a:lnTo>
                    <a:pt x="6873" y="14938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+mn-cs"/>
              </a:endParaRPr>
            </a:p>
          </p:txBody>
        </p:sp>
        <p:sp>
          <p:nvSpPr>
            <p:cNvPr id="45" name="Text Box 53">
              <a:extLst>
                <a:ext uri="{FF2B5EF4-FFF2-40B4-BE49-F238E27FC236}">
                  <a16:creationId xmlns:a16="http://schemas.microsoft.com/office/drawing/2014/main" id="{B798AEB6-2CBB-4C34-B61F-F88FFD9AE2D3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464862" y="9505592"/>
              <a:ext cx="1264770" cy="1538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CC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bg1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 marL="177800" indent="-177800" defTabSz="793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1028700" indent="-457200" defTabSz="793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668463" indent="-454025" defTabSz="793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2317750" indent="-458788" defTabSz="793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965450" indent="-457200" defTabSz="793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34226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38798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43370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47942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+mn-cs"/>
                </a:rPr>
                <a:t>업체명</a:t>
              </a:r>
              <a:r>
                <a:rPr kumimoji="1" lang="en-US" altLang="ko-KR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+mn-cs"/>
                </a:rPr>
                <a:t>: (</a:t>
              </a:r>
              <a:r>
                <a:rPr kumimoji="1" lang="ko-KR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+mn-cs"/>
                </a:rPr>
                <a:t>주</a:t>
              </a:r>
              <a:r>
                <a:rPr kumimoji="1" lang="en-US" altLang="ko-KR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+mn-cs"/>
                </a:rPr>
                <a:t>)</a:t>
              </a:r>
              <a:r>
                <a:rPr kumimoji="1" lang="ko-KR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+mn-cs"/>
                </a:rPr>
                <a:t>서희 </a:t>
              </a:r>
              <a:r>
                <a:rPr kumimoji="1" lang="en-US" altLang="ko-KR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+mn-cs"/>
                </a:rPr>
                <a:t>Design</a:t>
              </a:r>
              <a:endParaRPr kumimoji="1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+mn-cs"/>
              </a:endParaRPr>
            </a:p>
          </p:txBody>
        </p:sp>
        <p:grpSp>
          <p:nvGrpSpPr>
            <p:cNvPr id="46" name="그룹 45">
              <a:extLst>
                <a:ext uri="{FF2B5EF4-FFF2-40B4-BE49-F238E27FC236}">
                  <a16:creationId xmlns:a16="http://schemas.microsoft.com/office/drawing/2014/main" id="{E7D1B553-8697-4051-9794-9B802F9A3096}"/>
                </a:ext>
              </a:extLst>
            </p:cNvPr>
            <p:cNvGrpSpPr/>
            <p:nvPr/>
          </p:nvGrpSpPr>
          <p:grpSpPr>
            <a:xfrm>
              <a:off x="362858" y="9489504"/>
              <a:ext cx="942382" cy="186065"/>
              <a:chOff x="728700" y="7676979"/>
              <a:chExt cx="942382" cy="186065"/>
            </a:xfrm>
          </p:grpSpPr>
          <p:sp>
            <p:nvSpPr>
              <p:cNvPr id="47" name="任意形状 1136">
                <a:extLst>
                  <a:ext uri="{FF2B5EF4-FFF2-40B4-BE49-F238E27FC236}">
                    <a16:creationId xmlns:a16="http://schemas.microsoft.com/office/drawing/2014/main" id="{C7DD94D3-F869-42AB-92FC-E89157E6704E}"/>
                  </a:ext>
                </a:extLst>
              </p:cNvPr>
              <p:cNvSpPr/>
              <p:nvPr/>
            </p:nvSpPr>
            <p:spPr>
              <a:xfrm>
                <a:off x="728700" y="7680698"/>
                <a:ext cx="182346" cy="18234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1880" y="9720"/>
                    </a:moveTo>
                    <a:lnTo>
                      <a:pt x="11880" y="4320"/>
                    </a:lnTo>
                    <a:lnTo>
                      <a:pt x="6480" y="11880"/>
                    </a:lnTo>
                    <a:lnTo>
                      <a:pt x="9720" y="11880"/>
                    </a:lnTo>
                    <a:lnTo>
                      <a:pt x="9720" y="17280"/>
                    </a:lnTo>
                    <a:lnTo>
                      <a:pt x="15120" y="9720"/>
                    </a:lnTo>
                    <a:lnTo>
                      <a:pt x="11880" y="9720"/>
                    </a:lnTo>
                    <a:close/>
                    <a:moveTo>
                      <a:pt x="10800" y="21600"/>
                    </a:moveTo>
                    <a:cubicBezTo>
                      <a:pt x="4835" y="21600"/>
                      <a:pt x="0" y="16765"/>
                      <a:pt x="0" y="10800"/>
                    </a:cubicBez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endParaRPr dirty="0"/>
              </a:p>
            </p:txBody>
          </p:sp>
          <p:sp>
            <p:nvSpPr>
              <p:cNvPr id="48" name="Text Box 53">
                <a:extLst>
                  <a:ext uri="{FF2B5EF4-FFF2-40B4-BE49-F238E27FC236}">
                    <a16:creationId xmlns:a16="http://schemas.microsoft.com/office/drawing/2014/main" id="{1BAB18BF-1E84-4385-BECD-CCB7201C4351}"/>
                  </a:ext>
                </a:extLst>
              </p:cNvPr>
              <p:cNvSpPr txBox="1">
                <a:spLocks noChangeArrowheads="1"/>
              </p:cNvSpPr>
              <p:nvPr/>
            </p:nvSpPr>
            <p:spPr bwMode="gray">
              <a:xfrm>
                <a:off x="944921" y="7676979"/>
                <a:ext cx="726161" cy="1692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CC99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7961" dir="2700000" algn="ctr" rotWithShape="0">
                        <a:schemeClr val="bg1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marL="177800" indent="-177800" defTabSz="79375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1028700" indent="-457200" defTabSz="79375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668463" indent="-454025" defTabSz="79375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2317750" indent="-458788" defTabSz="79375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965450" indent="-457200" defTabSz="79375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3422650" indent="-457200" defTabSz="793750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3879850" indent="-457200" defTabSz="793750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4337050" indent="-457200" defTabSz="793750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4794250" indent="-457200" defTabSz="793750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marL="0" indent="0" defTabSz="914400">
                  <a:lnSpc>
                    <a:spcPct val="120000"/>
                  </a:lnSpc>
                  <a:spcAft>
                    <a:spcPts val="600"/>
                  </a:spcAft>
                </a:pPr>
                <a:r>
                  <a:rPr lang="en-US" altLang="ko-KR" sz="10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50" charset="-127"/>
                    <a:ea typeface="10X10 Bold" panose="020D0604000000000000" pitchFamily="50" charset="-127"/>
                    <a:cs typeface="Pretendard" panose="02000503000000020004" pitchFamily="50" charset="-127"/>
                  </a:rPr>
                  <a:t>YOUR</a:t>
                </a:r>
                <a:r>
                  <a:rPr lang="en-US" altLang="ko-KR" sz="10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50" charset="-127"/>
                    <a:ea typeface="나눔명조" panose="02020603020101020101" pitchFamily="18" charset="-127"/>
                    <a:cs typeface="Pretendard" panose="02000503000000020004" pitchFamily="50" charset="-127"/>
                  </a:rPr>
                  <a:t>LOGO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2730841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Picture 6">
            <a:extLst>
              <a:ext uri="{FF2B5EF4-FFF2-40B4-BE49-F238E27FC236}">
                <a16:creationId xmlns:a16="http://schemas.microsoft.com/office/drawing/2014/main" id="{95999F10-48B4-46BB-8C05-1FE551245D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 flipV="1">
            <a:off x="2666541" y="5630698"/>
            <a:ext cx="5089318" cy="24122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3" name="Group 6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0978644"/>
              </p:ext>
            </p:extLst>
          </p:nvPr>
        </p:nvGraphicFramePr>
        <p:xfrm>
          <a:off x="440668" y="2900932"/>
          <a:ext cx="5976000" cy="1440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15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80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B"/>
                          <a:ea typeface="산돌고딕B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B"/>
                          <a:ea typeface="산돌고딕B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B"/>
                          <a:ea typeface="산돌고딕B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B"/>
                          <a:ea typeface="산돌고딕B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B"/>
                          <a:ea typeface="산돌고딕B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B"/>
                          <a:ea typeface="산돌고딕B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B"/>
                          <a:ea typeface="산돌고딕B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B"/>
                          <a:ea typeface="산돌고딕B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B"/>
                          <a:ea typeface="산돌고딕B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0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회 사  명</a:t>
                      </a:r>
                    </a:p>
                  </a:txBody>
                  <a:tcPr marL="36000" marR="36000" marT="36000" marB="3600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B"/>
                          <a:ea typeface="산돌고딕B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B"/>
                          <a:ea typeface="산돌고딕B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B"/>
                          <a:ea typeface="산돌고딕B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B"/>
                          <a:ea typeface="산돌고딕B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B"/>
                          <a:ea typeface="산돌고딕B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B"/>
                          <a:ea typeface="산돌고딕B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B"/>
                          <a:ea typeface="산돌고딕B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B"/>
                          <a:ea typeface="산돌고딕B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B"/>
                          <a:ea typeface="산돌고딕B"/>
                        </a:defRPr>
                      </a:lvl9pPr>
                    </a:lstStyle>
                    <a:p>
                      <a:pPr marL="104775" marR="0" lvl="0" indent="-1047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200"/>
                        </a:spcAft>
                        <a:buClr>
                          <a:srgbClr val="404040"/>
                        </a:buClr>
                        <a:buSzPct val="90000"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서희 </a:t>
                      </a:r>
                      <a:r>
                        <a:rPr kumimoji="0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Design</a:t>
                      </a:r>
                      <a:endParaRPr kumimoji="0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36000" marB="3600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B"/>
                          <a:ea typeface="산돌고딕B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B"/>
                          <a:ea typeface="산돌고딕B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B"/>
                          <a:ea typeface="산돌고딕B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B"/>
                          <a:ea typeface="산돌고딕B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B"/>
                          <a:ea typeface="산돌고딕B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B"/>
                          <a:ea typeface="산돌고딕B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B"/>
                          <a:ea typeface="산돌고딕B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B"/>
                          <a:ea typeface="산돌고딕B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B"/>
                          <a:ea typeface="산돌고딕B"/>
                        </a:defRPr>
                      </a:lvl9pPr>
                    </a:lstStyle>
                    <a:p>
                      <a:pPr marL="0" marR="0" lvl="0" indent="-104775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200"/>
                        </a:spcAft>
                        <a:buClr>
                          <a:srgbClr val="404040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lang="ko-KR" altLang="en-US" sz="1000" b="0" i="0" u="none" strike="noStrike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대 표 자</a:t>
                      </a: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B"/>
                          <a:ea typeface="산돌고딕B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B"/>
                          <a:ea typeface="산돌고딕B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B"/>
                          <a:ea typeface="산돌고딕B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B"/>
                          <a:ea typeface="산돌고딕B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B"/>
                          <a:ea typeface="산돌고딕B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B"/>
                          <a:ea typeface="산돌고딕B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B"/>
                          <a:ea typeface="산돌고딕B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B"/>
                          <a:ea typeface="산돌고딕B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B"/>
                          <a:ea typeface="산돌고딕B"/>
                        </a:defRPr>
                      </a:lvl9pPr>
                    </a:lstStyle>
                    <a:p>
                      <a:pPr marL="104775" marR="0" lvl="0" indent="-1047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200"/>
                        </a:spcAft>
                        <a:buClr>
                          <a:srgbClr val="404040"/>
                        </a:buClr>
                        <a:buSzPct val="90000"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템플러</a:t>
                      </a:r>
                    </a:p>
                  </a:txBody>
                  <a:tcPr marL="72000" marR="72000" marT="36000" marB="3600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B"/>
                          <a:ea typeface="산돌고딕B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B"/>
                          <a:ea typeface="산돌고딕B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B"/>
                          <a:ea typeface="산돌고딕B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B"/>
                          <a:ea typeface="산돌고딕B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B"/>
                          <a:ea typeface="산돌고딕B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B"/>
                          <a:ea typeface="산돌고딕B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B"/>
                          <a:ea typeface="산돌고딕B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B"/>
                          <a:ea typeface="산돌고딕B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B"/>
                          <a:ea typeface="산돌고딕B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200"/>
                        </a:spcAft>
                        <a:buClrTx/>
                        <a:buSzPct val="80000"/>
                        <a:buFontTx/>
                        <a:buNone/>
                        <a:tabLst/>
                      </a:pPr>
                      <a:r>
                        <a:rPr lang="ko-KR" altLang="en-US" sz="10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사업분야</a:t>
                      </a:r>
                    </a:p>
                  </a:txBody>
                  <a:tcPr marL="36000" marR="36000" marT="36000" marB="3600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B"/>
                          <a:ea typeface="산돌고딕B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B"/>
                          <a:ea typeface="산돌고딕B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B"/>
                          <a:ea typeface="산돌고딕B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B"/>
                          <a:ea typeface="산돌고딕B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B"/>
                          <a:ea typeface="산돌고딕B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B"/>
                          <a:ea typeface="산돌고딕B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B"/>
                          <a:ea typeface="산돌고딕B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B"/>
                          <a:ea typeface="산돌고딕B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B"/>
                          <a:ea typeface="산돌고딕B"/>
                        </a:defRPr>
                      </a:lvl9pPr>
                    </a:lstStyle>
                    <a:p>
                      <a:pPr marL="0" marR="0" lvl="0" indent="0" algn="l" defTabSz="1279525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IT </a:t>
                      </a: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컨설팅</a:t>
                      </a:r>
                      <a:r>
                        <a:rPr kumimoji="0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업무시스템 구축</a:t>
                      </a:r>
                    </a:p>
                  </a:txBody>
                  <a:tcPr marL="72000" marR="36000" marT="36000" marB="3600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B"/>
                          <a:ea typeface="산돌고딕B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B"/>
                          <a:ea typeface="산돌고딕B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B"/>
                          <a:ea typeface="산돌고딕B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B"/>
                          <a:ea typeface="산돌고딕B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B"/>
                          <a:ea typeface="산돌고딕B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B"/>
                          <a:ea typeface="산돌고딕B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B"/>
                          <a:ea typeface="산돌고딕B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B"/>
                          <a:ea typeface="산돌고딕B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B"/>
                          <a:ea typeface="산돌고딕B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200"/>
                        </a:spcAft>
                        <a:buClrTx/>
                        <a:buSzPct val="80000"/>
                        <a:buFontTx/>
                        <a:buNone/>
                        <a:tabLst/>
                      </a:pPr>
                      <a:r>
                        <a:rPr lang="ko-KR" altLang="en-US" sz="10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주      소</a:t>
                      </a:r>
                    </a:p>
                  </a:txBody>
                  <a:tcPr marL="36000" marR="36000" marT="36000" marB="3600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B"/>
                          <a:ea typeface="산돌고딕B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B"/>
                          <a:ea typeface="산돌고딕B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B"/>
                          <a:ea typeface="산돌고딕B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B"/>
                          <a:ea typeface="산돌고딕B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B"/>
                          <a:ea typeface="산돌고딕B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B"/>
                          <a:ea typeface="산돌고딕B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B"/>
                          <a:ea typeface="산돌고딕B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B"/>
                          <a:ea typeface="산돌고딕B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B"/>
                          <a:ea typeface="산돌고딕B"/>
                        </a:defRPr>
                      </a:lvl9pPr>
                    </a:lstStyle>
                    <a:p>
                      <a:pPr marL="190500" marR="0" lvl="0" indent="-190500" algn="l" defTabSz="79375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 2" pitchFamily="18" charset="2"/>
                        <a:buNone/>
                        <a:tabLst/>
                      </a:pPr>
                      <a:r>
                        <a:rPr kumimoji="1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대한민국 </a:t>
                      </a:r>
                      <a:r>
                        <a:rPr kumimoji="1" lang="ko-KR" altLang="en-US" sz="9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미래시</a:t>
                      </a:r>
                      <a:r>
                        <a:rPr kumimoji="1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ko-KR" altLang="en-US" sz="9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미래구</a:t>
                      </a:r>
                      <a:r>
                        <a:rPr kumimoji="1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미래로 </a:t>
                      </a:r>
                      <a:r>
                        <a:rPr kumimoji="1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555</a:t>
                      </a:r>
                      <a:r>
                        <a:rPr kumimoji="1" lang="ko-KR" altLang="en-US" sz="9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번길</a:t>
                      </a:r>
                      <a:r>
                        <a:rPr kumimoji="1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88 </a:t>
                      </a:r>
                      <a:r>
                        <a:rPr kumimoji="1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미래빌딩 ㈜서희 </a:t>
                      </a:r>
                      <a:r>
                        <a:rPr kumimoji="1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Design</a:t>
                      </a:r>
                      <a:endParaRPr kumimoji="1" lang="ko-KR" altLang="en-US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36000" marT="36000" marB="3600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B"/>
                          <a:ea typeface="산돌고딕B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B"/>
                          <a:ea typeface="산돌고딕B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B"/>
                          <a:ea typeface="산돌고딕B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B"/>
                          <a:ea typeface="산돌고딕B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B"/>
                          <a:ea typeface="산돌고딕B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B"/>
                          <a:ea typeface="산돌고딕B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B"/>
                          <a:ea typeface="산돌고딕B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B"/>
                          <a:ea typeface="산돌고딕B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B"/>
                          <a:ea typeface="산돌고딕B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200"/>
                        </a:spcAft>
                        <a:buClrTx/>
                        <a:buSzPct val="80000"/>
                        <a:buFontTx/>
                        <a:buNone/>
                        <a:tabLst/>
                      </a:pPr>
                      <a:r>
                        <a:rPr lang="ko-KR" altLang="en-US" sz="10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전화번호</a:t>
                      </a:r>
                    </a:p>
                  </a:txBody>
                  <a:tcPr marL="36000" marR="36000" marT="36000" marB="3600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B"/>
                          <a:ea typeface="산돌고딕B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B"/>
                          <a:ea typeface="산돌고딕B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B"/>
                          <a:ea typeface="산돌고딕B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B"/>
                          <a:ea typeface="산돌고딕B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B"/>
                          <a:ea typeface="산돌고딕B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B"/>
                          <a:ea typeface="산돌고딕B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B"/>
                          <a:ea typeface="산돌고딕B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B"/>
                          <a:ea typeface="산돌고딕B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B"/>
                          <a:ea typeface="산돌고딕B"/>
                        </a:defRPr>
                      </a:lvl9pPr>
                    </a:lstStyle>
                    <a:p>
                      <a:pPr marL="0" marR="0" lvl="0" indent="0" algn="l" defTabSz="1279525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123-456-7890</a:t>
                      </a:r>
                    </a:p>
                  </a:txBody>
                  <a:tcPr marL="72000" marR="36000" marT="36000" marB="3600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200"/>
                        </a:spcAft>
                        <a:buClrTx/>
                        <a:buSzPct val="80000"/>
                        <a:buFontTx/>
                        <a:buNone/>
                        <a:tabLst/>
                      </a:pPr>
                      <a:r>
                        <a:rPr lang="ko-KR" altLang="en-US" sz="1000" b="0" i="0" u="none" strike="noStrike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팩스번호</a:t>
                      </a: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456-789-1230</a:t>
                      </a:r>
                      <a:endParaRPr kumimoji="0" lang="ko-KR" altLang="en-US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36000" marT="36000" marB="3600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0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B"/>
                          <a:ea typeface="산돌고딕B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B"/>
                          <a:ea typeface="산돌고딕B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B"/>
                          <a:ea typeface="산돌고딕B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B"/>
                          <a:ea typeface="산돌고딕B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B"/>
                          <a:ea typeface="산돌고딕B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B"/>
                          <a:ea typeface="산돌고딕B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B"/>
                          <a:ea typeface="산돌고딕B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B"/>
                          <a:ea typeface="산돌고딕B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B"/>
                          <a:ea typeface="산돌고딕B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200"/>
                        </a:spcAft>
                        <a:buClrTx/>
                        <a:buSzPct val="80000"/>
                        <a:buFontTx/>
                        <a:buNone/>
                        <a:tabLst/>
                      </a:pPr>
                      <a:r>
                        <a:rPr lang="ko-KR" altLang="en-US" sz="1000" b="0" i="0" u="none" strike="noStrike" kern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회사설립년도</a:t>
                      </a:r>
                      <a:endParaRPr lang="ko-KR" altLang="en-US" sz="1000" b="0" i="0" u="none" strike="noStrike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B"/>
                          <a:ea typeface="산돌고딕B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B"/>
                          <a:ea typeface="산돌고딕B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B"/>
                          <a:ea typeface="산돌고딕B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B"/>
                          <a:ea typeface="산돌고딕B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B"/>
                          <a:ea typeface="산돌고딕B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B"/>
                          <a:ea typeface="산돌고딕B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B"/>
                          <a:ea typeface="산돌고딕B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B"/>
                          <a:ea typeface="산돌고딕B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B"/>
                          <a:ea typeface="산돌고딕B"/>
                        </a:defRPr>
                      </a:lvl9pPr>
                    </a:lstStyle>
                    <a:p>
                      <a:pPr marL="0" marR="0" lvl="0" indent="0" algn="l" defTabSz="1279525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2020</a:t>
                      </a:r>
                      <a:r>
                        <a:rPr kumimoji="0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년</a:t>
                      </a:r>
                    </a:p>
                  </a:txBody>
                  <a:tcPr marL="72000" marR="36000" marT="36000" marB="3600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200"/>
                        </a:spcAft>
                        <a:buClrTx/>
                        <a:buSzPct val="80000"/>
                        <a:buFontTx/>
                        <a:buNone/>
                        <a:tabLst/>
                      </a:pPr>
                      <a:r>
                        <a:rPr lang="ko-KR" altLang="en-US" sz="1000" b="0" i="0" u="none" strike="noStrike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해당부문 종사기간</a:t>
                      </a: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79525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15</a:t>
                      </a: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년</a:t>
                      </a:r>
                    </a:p>
                  </a:txBody>
                  <a:tcPr marL="72000" marR="36000" marT="36000" marB="3600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4" name="AutoShape 165">
            <a:extLst>
              <a:ext uri="{FF2B5EF4-FFF2-40B4-BE49-F238E27FC236}">
                <a16:creationId xmlns:a16="http://schemas.microsoft.com/office/drawing/2014/main" id="{1E5FE758-B7BD-4015-BCC6-8912AD11CB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668" y="1568624"/>
            <a:ext cx="5976000" cy="647237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3175" algn="ctr">
            <a:solidFill>
              <a:schemeClr val="bg1">
                <a:lumMod val="95000"/>
              </a:schemeClr>
            </a:solidFill>
            <a:round/>
            <a:headEnd/>
            <a:tailEnd/>
          </a:ln>
          <a:effectLst/>
        </p:spPr>
        <p:txBody>
          <a:bodyPr wrap="square" lIns="144000" tIns="36000" rIns="72000" bIns="36000" anchor="ctr"/>
          <a:lstStyle/>
          <a:p>
            <a:pPr marL="85725" lvl="0" indent="-85725" defTabSz="914400" fontAlgn="ctr">
              <a:lnSpc>
                <a:spcPct val="110000"/>
              </a:lnSpc>
              <a:spcAft>
                <a:spcPts val="300"/>
              </a:spcAft>
              <a:buFont typeface="Arial" pitchFamily="34" charset="0"/>
              <a:buChar char="•"/>
              <a:defRPr/>
            </a:pPr>
            <a:r>
              <a:rPr kumimoji="1" lang="ko-KR" altLang="en-US" sz="10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당사는 설립 이후 컨설턴트</a:t>
            </a:r>
            <a:r>
              <a:rPr kumimoji="1" lang="en-US" altLang="ko-KR" sz="10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, </a:t>
            </a:r>
            <a:r>
              <a:rPr kumimoji="1" lang="ko-KR" altLang="en-US" sz="10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엔지니어의 기술력을 통합하여 동종업계 내 </a:t>
            </a:r>
            <a:r>
              <a:rPr kumimoji="1" lang="ko-KR" altLang="en-US" sz="10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최고 기술력을 보유</a:t>
            </a:r>
            <a:endParaRPr kumimoji="1" lang="en-US" altLang="ko-KR" sz="1000" kern="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  <a:p>
            <a:pPr marL="85725" lvl="0" indent="-85725" defTabSz="914400" fontAlgn="ctr">
              <a:lnSpc>
                <a:spcPct val="110000"/>
              </a:lnSpc>
              <a:spcAft>
                <a:spcPts val="300"/>
              </a:spcAft>
              <a:buFont typeface="Arial" pitchFamily="34" charset="0"/>
              <a:buChar char="•"/>
              <a:defRPr/>
            </a:pPr>
            <a:r>
              <a:rPr kumimoji="1" lang="ko-KR" altLang="en-US" sz="10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장인정신과 자부심을 가지고</a:t>
            </a:r>
            <a:r>
              <a:rPr kumimoji="1" lang="ko-KR" altLang="en-US" sz="10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다양한 </a:t>
            </a:r>
            <a:r>
              <a:rPr kumimoji="1" lang="en-US" altLang="ko-KR" sz="10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IT </a:t>
            </a:r>
            <a:r>
              <a:rPr kumimoji="1" lang="ko-KR" altLang="en-US" sz="10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서비스 및 솔루션 분야에서 최적의 서비스를 제공</a:t>
            </a:r>
            <a:endParaRPr kumimoji="1" lang="en-US" altLang="ko-KR" sz="1000" kern="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91BABA88-18EB-4387-9D40-D50BCDD80C95}"/>
              </a:ext>
            </a:extLst>
          </p:cNvPr>
          <p:cNvGrpSpPr/>
          <p:nvPr/>
        </p:nvGrpSpPr>
        <p:grpSpPr>
          <a:xfrm>
            <a:off x="440668" y="1064568"/>
            <a:ext cx="66431" cy="180000"/>
            <a:chOff x="447632" y="1870808"/>
            <a:chExt cx="66431" cy="247087"/>
          </a:xfrm>
        </p:grpSpPr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7673C2D4-7B6E-413B-9DE9-D537F32E9BD5}"/>
                </a:ext>
              </a:extLst>
            </p:cNvPr>
            <p:cNvSpPr/>
            <p:nvPr/>
          </p:nvSpPr>
          <p:spPr>
            <a:xfrm>
              <a:off x="447632" y="1990162"/>
              <a:ext cx="66431" cy="12773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/>
            </a:bodyPr>
            <a:lstStyle/>
            <a:p>
              <a:pPr algn="ctr"/>
              <a:endParaRPr lang="ko-KR" altLang="en-US">
                <a:ln>
                  <a:solidFill>
                    <a:srgbClr val="02A1B2">
                      <a:alpha val="0"/>
                    </a:srgbClr>
                  </a:solidFill>
                </a:ln>
              </a:endParaRPr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84828344-61D3-4D03-BF09-E8D81C23C6C4}"/>
                </a:ext>
              </a:extLst>
            </p:cNvPr>
            <p:cNvSpPr/>
            <p:nvPr/>
          </p:nvSpPr>
          <p:spPr>
            <a:xfrm>
              <a:off x="447632" y="1870808"/>
              <a:ext cx="66431" cy="127733"/>
            </a:xfrm>
            <a:prstGeom prst="rect">
              <a:avLst/>
            </a:prstGeom>
            <a:solidFill>
              <a:srgbClr val="B71B6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/>
            </a:bodyPr>
            <a:lstStyle/>
            <a:p>
              <a:pPr algn="ctr"/>
              <a:endParaRPr lang="ko-KR" altLang="en-US">
                <a:ln>
                  <a:solidFill>
                    <a:srgbClr val="02A1B2">
                      <a:alpha val="0"/>
                    </a:srgbClr>
                  </a:solidFill>
                </a:ln>
              </a:endParaRPr>
            </a:p>
          </p:txBody>
        </p:sp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4AA2F612-871A-49CF-8D1B-571CB47ECAB0}"/>
              </a:ext>
            </a:extLst>
          </p:cNvPr>
          <p:cNvGrpSpPr/>
          <p:nvPr/>
        </p:nvGrpSpPr>
        <p:grpSpPr>
          <a:xfrm>
            <a:off x="440668" y="4614929"/>
            <a:ext cx="1767367" cy="211714"/>
            <a:chOff x="4503039" y="5804479"/>
            <a:chExt cx="1767367" cy="211714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D63324AF-5A56-4B75-A421-4D793D7E365F}"/>
                </a:ext>
              </a:extLst>
            </p:cNvPr>
            <p:cNvSpPr txBox="1"/>
            <p:nvPr/>
          </p:nvSpPr>
          <p:spPr>
            <a:xfrm flipH="1">
              <a:off x="4503039" y="5804479"/>
              <a:ext cx="583493" cy="184666"/>
            </a:xfrm>
            <a:prstGeom prst="rect">
              <a:avLst/>
            </a:prstGeom>
            <a:noFill/>
          </p:spPr>
          <p:txBody>
            <a:bodyPr wrap="none" lIns="0" tIns="0" rIns="0" bIns="0" rtlCol="0" anchor="b">
              <a:spAutoFit/>
            </a:bodyPr>
            <a:lstStyle/>
            <a:p>
              <a:pPr marL="0" marR="0" lvl="0" indent="0" algn="l" defTabSz="47803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20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회사 연혁</a:t>
              </a:r>
              <a:endParaRPr lang="ko-KR" altLang="en-US" sz="120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endParaRPr>
            </a:p>
          </p:txBody>
        </p:sp>
        <p:grpSp>
          <p:nvGrpSpPr>
            <p:cNvPr id="38" name="그룹 37">
              <a:extLst>
                <a:ext uri="{FF2B5EF4-FFF2-40B4-BE49-F238E27FC236}">
                  <a16:creationId xmlns:a16="http://schemas.microsoft.com/office/drawing/2014/main" id="{F6370AA9-156B-40FA-A675-4A5932D33DBF}"/>
                </a:ext>
              </a:extLst>
            </p:cNvPr>
            <p:cNvGrpSpPr/>
            <p:nvPr/>
          </p:nvGrpSpPr>
          <p:grpSpPr>
            <a:xfrm>
              <a:off x="4505980" y="6016193"/>
              <a:ext cx="1764426" cy="0"/>
              <a:chOff x="2215335" y="2037424"/>
              <a:chExt cx="2502912" cy="0"/>
            </a:xfrm>
          </p:grpSpPr>
          <p:cxnSp>
            <p:nvCxnSpPr>
              <p:cNvPr id="39" name="직선 연결선 38">
                <a:extLst>
                  <a:ext uri="{FF2B5EF4-FFF2-40B4-BE49-F238E27FC236}">
                    <a16:creationId xmlns:a16="http://schemas.microsoft.com/office/drawing/2014/main" id="{AC495623-F201-43BC-B432-4B5459FFE78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15335" y="2037424"/>
                <a:ext cx="216738" cy="0"/>
              </a:xfrm>
              <a:prstGeom prst="line">
                <a:avLst/>
              </a:prstGeom>
              <a:ln w="31750">
                <a:solidFill>
                  <a:srgbClr val="6A779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직선 연결선 39">
                <a:extLst>
                  <a:ext uri="{FF2B5EF4-FFF2-40B4-BE49-F238E27FC236}">
                    <a16:creationId xmlns:a16="http://schemas.microsoft.com/office/drawing/2014/main" id="{DD543BB8-8CB4-40BE-9614-5B60E62DD18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60684" y="2037424"/>
                <a:ext cx="2257563" cy="0"/>
              </a:xfrm>
              <a:prstGeom prst="line">
                <a:avLst/>
              </a:prstGeom>
              <a:ln w="12700">
                <a:solidFill>
                  <a:srgbClr val="BAC0C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75A3D29C-BE55-4898-A509-56503C278B0D}"/>
              </a:ext>
            </a:extLst>
          </p:cNvPr>
          <p:cNvGrpSpPr/>
          <p:nvPr/>
        </p:nvGrpSpPr>
        <p:grpSpPr>
          <a:xfrm>
            <a:off x="879576" y="5025008"/>
            <a:ext cx="4385928" cy="4248472"/>
            <a:chOff x="879576" y="5025008"/>
            <a:chExt cx="4385928" cy="4248472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B07D6E0A-49E6-4775-8776-6CAED3F1CD43}"/>
                </a:ext>
              </a:extLst>
            </p:cNvPr>
            <p:cNvCxnSpPr>
              <a:stCxn id="7" idx="4"/>
              <a:endCxn id="41" idx="0"/>
            </p:cNvCxnSpPr>
            <p:nvPr/>
          </p:nvCxnSpPr>
          <p:spPr>
            <a:xfrm>
              <a:off x="1009074" y="5284003"/>
              <a:ext cx="661" cy="480516"/>
            </a:xfrm>
            <a:prstGeom prst="line">
              <a:avLst/>
            </a:prstGeom>
            <a:solidFill>
              <a:schemeClr val="bg1"/>
            </a:solidFill>
            <a:ln w="63500">
              <a:solidFill>
                <a:srgbClr val="002060"/>
              </a:solidFill>
            </a:ln>
          </p:spPr>
        </p:cxnSp>
        <p:cxnSp>
          <p:nvCxnSpPr>
            <p:cNvPr id="45" name="직선 연결선 44">
              <a:extLst>
                <a:ext uri="{FF2B5EF4-FFF2-40B4-BE49-F238E27FC236}">
                  <a16:creationId xmlns:a16="http://schemas.microsoft.com/office/drawing/2014/main" id="{6A932EDB-392F-41BB-9A53-3AFDEA23469D}"/>
                </a:ext>
              </a:extLst>
            </p:cNvPr>
            <p:cNvCxnSpPr>
              <a:stCxn id="41" idx="4"/>
              <a:endCxn id="42" idx="0"/>
            </p:cNvCxnSpPr>
            <p:nvPr/>
          </p:nvCxnSpPr>
          <p:spPr>
            <a:xfrm>
              <a:off x="1009735" y="6023514"/>
              <a:ext cx="661" cy="480532"/>
            </a:xfrm>
            <a:prstGeom prst="line">
              <a:avLst/>
            </a:prstGeom>
            <a:solidFill>
              <a:schemeClr val="bg1"/>
            </a:solidFill>
            <a:ln w="63500">
              <a:solidFill>
                <a:schemeClr val="accent1"/>
              </a:solidFill>
            </a:ln>
          </p:spPr>
        </p:cxnSp>
        <p:cxnSp>
          <p:nvCxnSpPr>
            <p:cNvPr id="46" name="직선 연결선 45">
              <a:extLst>
                <a:ext uri="{FF2B5EF4-FFF2-40B4-BE49-F238E27FC236}">
                  <a16:creationId xmlns:a16="http://schemas.microsoft.com/office/drawing/2014/main" id="{9CE50D2B-86EE-4EC2-92A6-0EBCC13355D2}"/>
                </a:ext>
              </a:extLst>
            </p:cNvPr>
            <p:cNvCxnSpPr>
              <a:stCxn id="42" idx="4"/>
              <a:endCxn id="43" idx="0"/>
            </p:cNvCxnSpPr>
            <p:nvPr/>
          </p:nvCxnSpPr>
          <p:spPr>
            <a:xfrm>
              <a:off x="1010396" y="6763041"/>
              <a:ext cx="661" cy="844929"/>
            </a:xfrm>
            <a:prstGeom prst="line">
              <a:avLst/>
            </a:prstGeom>
            <a:solidFill>
              <a:schemeClr val="bg1"/>
            </a:solidFill>
            <a:ln w="63500">
              <a:solidFill>
                <a:schemeClr val="accent1"/>
              </a:solidFill>
            </a:ln>
          </p:spPr>
        </p:cxnSp>
        <p:cxnSp>
          <p:nvCxnSpPr>
            <p:cNvPr id="49" name="직선 연결선 48">
              <a:extLst>
                <a:ext uri="{FF2B5EF4-FFF2-40B4-BE49-F238E27FC236}">
                  <a16:creationId xmlns:a16="http://schemas.microsoft.com/office/drawing/2014/main" id="{D22B01A6-A1EB-479C-A3B6-72B0B11FA861}"/>
                </a:ext>
              </a:extLst>
            </p:cNvPr>
            <p:cNvCxnSpPr>
              <a:stCxn id="44" idx="0"/>
              <a:endCxn id="43" idx="4"/>
            </p:cNvCxnSpPr>
            <p:nvPr/>
          </p:nvCxnSpPr>
          <p:spPr>
            <a:xfrm flipH="1" flipV="1">
              <a:off x="1011057" y="7866965"/>
              <a:ext cx="661" cy="845453"/>
            </a:xfrm>
            <a:prstGeom prst="line">
              <a:avLst/>
            </a:prstGeom>
            <a:solidFill>
              <a:schemeClr val="bg1"/>
            </a:solidFill>
            <a:ln w="63500">
              <a:solidFill>
                <a:schemeClr val="accent1"/>
              </a:solidFill>
            </a:ln>
          </p:spPr>
        </p:cxnSp>
        <p:grpSp>
          <p:nvGrpSpPr>
            <p:cNvPr id="228" name="그룹 227">
              <a:extLst>
                <a:ext uri="{FF2B5EF4-FFF2-40B4-BE49-F238E27FC236}">
                  <a16:creationId xmlns:a16="http://schemas.microsoft.com/office/drawing/2014/main" id="{43DBB0E4-9DF1-46EB-A36B-92134BE46275}"/>
                </a:ext>
              </a:extLst>
            </p:cNvPr>
            <p:cNvGrpSpPr/>
            <p:nvPr/>
          </p:nvGrpSpPr>
          <p:grpSpPr>
            <a:xfrm>
              <a:off x="879576" y="5025008"/>
              <a:ext cx="4385928" cy="561262"/>
              <a:chOff x="879576" y="5105158"/>
              <a:chExt cx="4385928" cy="561262"/>
            </a:xfrm>
          </p:grpSpPr>
          <p:sp>
            <p:nvSpPr>
              <p:cNvPr id="7" name="타원 6">
                <a:extLst>
                  <a:ext uri="{FF2B5EF4-FFF2-40B4-BE49-F238E27FC236}">
                    <a16:creationId xmlns:a16="http://schemas.microsoft.com/office/drawing/2014/main" id="{BA80259C-B729-47D8-9EF0-70B56D2708CD}"/>
                  </a:ext>
                </a:extLst>
              </p:cNvPr>
              <p:cNvSpPr/>
              <p:nvPr/>
            </p:nvSpPr>
            <p:spPr>
              <a:xfrm>
                <a:off x="879576" y="5105158"/>
                <a:ext cx="258995" cy="258995"/>
              </a:xfrm>
              <a:prstGeom prst="ellipse">
                <a:avLst/>
              </a:prstGeom>
              <a:solidFill>
                <a:schemeClr val="bg1"/>
              </a:solidFill>
              <a:ln w="63500">
                <a:solidFill>
                  <a:srgbClr val="002060"/>
                </a:solidFill>
              </a:ln>
            </p:spPr>
            <p:txBody>
              <a:bodyPr wrap="none" rtlCol="0" anchor="ctr">
                <a:spAutoFit/>
              </a:bodyPr>
              <a:lstStyle/>
              <a:p>
                <a:pPr algn="ctr"/>
                <a:endParaRPr lang="ko-KR" altLang="en-US" sz="1000">
                  <a:latin typeface="+mn-ea"/>
                </a:endParaRPr>
              </a:p>
            </p:txBody>
          </p:sp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89978717-9C35-4EFB-867F-D0310B99CC63}"/>
                  </a:ext>
                </a:extLst>
              </p:cNvPr>
              <p:cNvSpPr txBox="1"/>
              <p:nvPr/>
            </p:nvSpPr>
            <p:spPr>
              <a:xfrm>
                <a:off x="2025504" y="5148329"/>
                <a:ext cx="3240000" cy="51809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108000" lvl="1" indent="-108000" defTabSz="903091" fontAlgn="ctr">
                  <a:spcAft>
                    <a:spcPts val="400"/>
                  </a:spcAft>
                  <a:buClr>
                    <a:prstClr val="black">
                      <a:lumMod val="75000"/>
                      <a:lumOff val="25000"/>
                    </a:prstClr>
                  </a:buClr>
                  <a:buSzPct val="80000"/>
                  <a:buBlip>
                    <a:blip r:embed="rId4"/>
                  </a:buBlip>
                  <a:tabLst>
                    <a:tab pos="4518513" algn="l"/>
                  </a:tabLst>
                  <a:defRPr/>
                </a:pPr>
                <a:r>
                  <a:rPr lang="en-US" altLang="ko-KR" sz="90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 ExtraLight" panose="02000303000000020004" pitchFamily="50" charset="-127"/>
                    <a:ea typeface="Pretendard ExtraLight" panose="02000303000000020004" pitchFamily="50" charset="-127"/>
                    <a:cs typeface="Pretendard ExtraLight" panose="02000303000000020004" pitchFamily="50" charset="-127"/>
                  </a:rPr>
                  <a:t>10 | </a:t>
                </a:r>
                <a:r>
                  <a:rPr lang="ko-KR" altLang="en-US" sz="900" dirty="0" err="1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 ExtraLight" panose="02000303000000020004" pitchFamily="50" charset="-127"/>
                    <a:ea typeface="Pretendard ExtraLight" panose="02000303000000020004" pitchFamily="50" charset="-127"/>
                    <a:cs typeface="Pretendard ExtraLight" panose="02000303000000020004" pitchFamily="50" charset="-127"/>
                  </a:rPr>
                  <a:t>미래시</a:t>
                </a:r>
                <a:r>
                  <a:rPr lang="ko-KR" altLang="en-US" sz="90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 ExtraLight" panose="02000303000000020004" pitchFamily="50" charset="-127"/>
                    <a:ea typeface="Pretendard ExtraLight" panose="02000303000000020004" pitchFamily="50" charset="-127"/>
                    <a:cs typeface="Pretendard ExtraLight" panose="02000303000000020004" pitchFamily="50" charset="-127"/>
                  </a:rPr>
                  <a:t> 상하수도 정비체계 관리시스템 구축</a:t>
                </a:r>
                <a:endParaRPr lang="en-US" altLang="ko-KR" sz="90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endParaRPr>
              </a:p>
              <a:p>
                <a:pPr marL="108000" lvl="1" indent="-108000" defTabSz="903091" fontAlgn="ctr">
                  <a:spcAft>
                    <a:spcPts val="400"/>
                  </a:spcAft>
                  <a:buClr>
                    <a:prstClr val="black">
                      <a:lumMod val="75000"/>
                      <a:lumOff val="25000"/>
                    </a:prstClr>
                  </a:buClr>
                  <a:buSzPct val="80000"/>
                  <a:buBlip>
                    <a:blip r:embed="rId4"/>
                  </a:buBlip>
                  <a:tabLst>
                    <a:tab pos="4518513" algn="l"/>
                  </a:tabLst>
                  <a:defRPr/>
                </a:pPr>
                <a:r>
                  <a:rPr lang="en-US" altLang="ko-KR" sz="90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 ExtraLight" panose="02000303000000020004" pitchFamily="50" charset="-127"/>
                    <a:ea typeface="Pretendard ExtraLight" panose="02000303000000020004" pitchFamily="50" charset="-127"/>
                    <a:cs typeface="Pretendard ExtraLight" panose="02000303000000020004" pitchFamily="50" charset="-127"/>
                  </a:rPr>
                  <a:t>07 | </a:t>
                </a:r>
                <a:r>
                  <a:rPr lang="ko-KR" altLang="en-US" sz="90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 ExtraLight" panose="02000303000000020004" pitchFamily="50" charset="-127"/>
                    <a:ea typeface="Pretendard ExtraLight" panose="02000303000000020004" pitchFamily="50" charset="-127"/>
                    <a:cs typeface="Pretendard ExtraLight" panose="02000303000000020004" pitchFamily="50" charset="-127"/>
                  </a:rPr>
                  <a:t>자연과 함께 살아가는 나비 키우기</a:t>
                </a:r>
                <a:endParaRPr lang="en-US" altLang="ko-KR" sz="90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endParaRPr>
              </a:p>
              <a:p>
                <a:pPr marL="108000" lvl="1" indent="-108000" defTabSz="903091" fontAlgn="ctr">
                  <a:spcAft>
                    <a:spcPts val="400"/>
                  </a:spcAft>
                  <a:buClr>
                    <a:prstClr val="black">
                      <a:lumMod val="75000"/>
                      <a:lumOff val="25000"/>
                    </a:prstClr>
                  </a:buClr>
                  <a:buSzPct val="80000"/>
                  <a:buBlip>
                    <a:blip r:embed="rId4"/>
                  </a:buBlip>
                  <a:tabLst>
                    <a:tab pos="4518513" algn="l"/>
                  </a:tabLst>
                  <a:defRPr/>
                </a:pPr>
                <a:r>
                  <a:rPr lang="en-US" altLang="ko-KR" sz="90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Pretendard ExtraLight" panose="02000303000000020004" pitchFamily="50" charset="-127"/>
                  </a:rPr>
                  <a:t>06 | IT</a:t>
                </a:r>
                <a:r>
                  <a:rPr lang="ko-KR" altLang="en-US" sz="90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Pretendard ExtraLight" panose="02000303000000020004" pitchFamily="50" charset="-127"/>
                  </a:rPr>
                  <a:t>자산관리 및 모니터링시스템 솔루션 개발 </a:t>
                </a:r>
                <a:r>
                  <a:rPr lang="en-US" altLang="ko-KR" sz="90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Pretendard ExtraLight" panose="02000303000000020004" pitchFamily="50" charset="-127"/>
                  </a:rPr>
                  <a:t>(java</a:t>
                </a:r>
                <a:r>
                  <a:rPr lang="ko-KR" altLang="en-US" sz="90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Pretendard ExtraLight" panose="02000303000000020004" pitchFamily="50" charset="-127"/>
                  </a:rPr>
                  <a:t>기반</a:t>
                </a:r>
                <a:r>
                  <a:rPr lang="en-US" altLang="ko-KR" sz="90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Pretendard ExtraLight" panose="02000303000000020004" pitchFamily="50" charset="-127"/>
                  </a:rPr>
                  <a:t>)</a:t>
                </a:r>
              </a:p>
            </p:txBody>
          </p:sp>
          <p:sp>
            <p:nvSpPr>
              <p:cNvPr id="150" name="모서리가 둥근 직사각형 22">
                <a:extLst>
                  <a:ext uri="{FF2B5EF4-FFF2-40B4-BE49-F238E27FC236}">
                    <a16:creationId xmlns:a16="http://schemas.microsoft.com/office/drawing/2014/main" id="{3BA5C738-528A-4D67-A70B-1AEA41870AA3}"/>
                  </a:ext>
                </a:extLst>
              </p:cNvPr>
              <p:cNvSpPr/>
              <p:nvPr/>
            </p:nvSpPr>
            <p:spPr>
              <a:xfrm>
                <a:off x="1326657" y="5148329"/>
                <a:ext cx="540000" cy="180000"/>
              </a:xfrm>
              <a:prstGeom prst="roundRect">
                <a:avLst>
                  <a:gd name="adj" fmla="val 50000"/>
                </a:avLst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90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latin typeface="+mj-ea"/>
                    <a:ea typeface="+mj-ea"/>
                  </a:rPr>
                  <a:t>2023</a:t>
                </a:r>
                <a:endParaRPr lang="ko-KR" altLang="en-US" sz="90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+mj-ea"/>
                  <a:ea typeface="+mj-ea"/>
                </a:endParaRPr>
              </a:p>
            </p:txBody>
          </p:sp>
        </p:grpSp>
        <p:grpSp>
          <p:nvGrpSpPr>
            <p:cNvPr id="224" name="그룹 223">
              <a:extLst>
                <a:ext uri="{FF2B5EF4-FFF2-40B4-BE49-F238E27FC236}">
                  <a16:creationId xmlns:a16="http://schemas.microsoft.com/office/drawing/2014/main" id="{4EA4D304-5FBE-4D68-B621-C7B502C39136}"/>
                </a:ext>
              </a:extLst>
            </p:cNvPr>
            <p:cNvGrpSpPr/>
            <p:nvPr/>
          </p:nvGrpSpPr>
          <p:grpSpPr>
            <a:xfrm>
              <a:off x="880237" y="5764519"/>
              <a:ext cx="4373694" cy="561278"/>
              <a:chOff x="880237" y="5795878"/>
              <a:chExt cx="4373694" cy="561278"/>
            </a:xfrm>
          </p:grpSpPr>
          <p:sp>
            <p:nvSpPr>
              <p:cNvPr id="41" name="타원 40">
                <a:extLst>
                  <a:ext uri="{FF2B5EF4-FFF2-40B4-BE49-F238E27FC236}">
                    <a16:creationId xmlns:a16="http://schemas.microsoft.com/office/drawing/2014/main" id="{593945E1-EA58-4A4D-B924-B10477DB03BD}"/>
                  </a:ext>
                </a:extLst>
              </p:cNvPr>
              <p:cNvSpPr/>
              <p:nvPr/>
            </p:nvSpPr>
            <p:spPr>
              <a:xfrm>
                <a:off x="880237" y="5795878"/>
                <a:ext cx="258995" cy="258995"/>
              </a:xfrm>
              <a:prstGeom prst="ellipse">
                <a:avLst/>
              </a:prstGeom>
              <a:solidFill>
                <a:schemeClr val="bg1"/>
              </a:solidFill>
              <a:ln w="63500">
                <a:solidFill>
                  <a:srgbClr val="5A9BD5"/>
                </a:solidFill>
              </a:ln>
            </p:spPr>
            <p:txBody>
              <a:bodyPr wrap="none" rtlCol="0" anchor="ctr">
                <a:spAutoFit/>
              </a:bodyPr>
              <a:lstStyle/>
              <a:p>
                <a:pPr algn="ctr"/>
                <a:endParaRPr lang="ko-KR" altLang="en-US" sz="1000">
                  <a:latin typeface="+mn-ea"/>
                </a:endParaRPr>
              </a:p>
            </p:txBody>
          </p: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F9078F28-D88D-416D-88E2-0FA5F8982D85}"/>
                  </a:ext>
                </a:extLst>
              </p:cNvPr>
              <p:cNvSpPr txBox="1"/>
              <p:nvPr/>
            </p:nvSpPr>
            <p:spPr>
              <a:xfrm>
                <a:off x="2013931" y="5839065"/>
                <a:ext cx="3240000" cy="51809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108000" lvl="1" indent="-108000" defTabSz="903091" fontAlgn="ctr">
                  <a:spcAft>
                    <a:spcPts val="400"/>
                  </a:spcAft>
                  <a:buClr>
                    <a:prstClr val="black">
                      <a:lumMod val="75000"/>
                      <a:lumOff val="25000"/>
                    </a:prstClr>
                  </a:buClr>
                  <a:buSzPct val="80000"/>
                  <a:buBlip>
                    <a:blip r:embed="rId4"/>
                  </a:buBlip>
                  <a:tabLst>
                    <a:tab pos="4518513" algn="l"/>
                  </a:tabLst>
                  <a:defRPr/>
                </a:pPr>
                <a:r>
                  <a:rPr lang="en-US" altLang="ko-KR" sz="90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 ExtraLight" panose="02000303000000020004" pitchFamily="50" charset="-127"/>
                    <a:ea typeface="Pretendard ExtraLight" panose="02000303000000020004" pitchFamily="50" charset="-127"/>
                    <a:cs typeface="Pretendard ExtraLight" panose="02000303000000020004" pitchFamily="50" charset="-127"/>
                  </a:rPr>
                  <a:t>12 | </a:t>
                </a:r>
                <a:r>
                  <a:rPr lang="ko-KR" altLang="en-US" sz="90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 ExtraLight" panose="02000303000000020004" pitchFamily="50" charset="-127"/>
                    <a:ea typeface="Pretendard ExtraLight" panose="02000303000000020004" pitchFamily="50" charset="-127"/>
                    <a:cs typeface="Pretendard ExtraLight" panose="02000303000000020004" pitchFamily="50" charset="-127"/>
                  </a:rPr>
                  <a:t>오픈소스 기반 정보시스템 모니터링 솔루션 개발</a:t>
                </a:r>
                <a:endParaRPr lang="en-US" altLang="ko-KR" sz="90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endParaRPr>
              </a:p>
              <a:p>
                <a:pPr marL="108000" lvl="1" indent="-108000" defTabSz="903091" fontAlgn="ctr">
                  <a:spcAft>
                    <a:spcPts val="400"/>
                  </a:spcAft>
                  <a:buClr>
                    <a:prstClr val="black">
                      <a:lumMod val="75000"/>
                      <a:lumOff val="25000"/>
                    </a:prstClr>
                  </a:buClr>
                  <a:buSzPct val="80000"/>
                  <a:buBlip>
                    <a:blip r:embed="rId4"/>
                  </a:buBlip>
                  <a:tabLst>
                    <a:tab pos="4518513" algn="l"/>
                  </a:tabLst>
                  <a:defRPr/>
                </a:pPr>
                <a:r>
                  <a:rPr lang="en-US" altLang="ko-KR" sz="90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 ExtraLight" panose="02000303000000020004" pitchFamily="50" charset="-127"/>
                    <a:ea typeface="Pretendard ExtraLight" panose="02000303000000020004" pitchFamily="50" charset="-127"/>
                    <a:cs typeface="Pretendard ExtraLight" panose="02000303000000020004" pitchFamily="50" charset="-127"/>
                  </a:rPr>
                  <a:t>08 | </a:t>
                </a:r>
                <a:r>
                  <a:rPr lang="ko-KR" altLang="en-US" sz="90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 ExtraLight" panose="02000303000000020004" pitchFamily="50" charset="-127"/>
                    <a:ea typeface="Pretendard ExtraLight" panose="02000303000000020004" pitchFamily="50" charset="-127"/>
                    <a:cs typeface="Pretendard ExtraLight" panose="02000303000000020004" pitchFamily="50" charset="-127"/>
                  </a:rPr>
                  <a:t>오픈소스 데이터베이스 연구개발</a:t>
                </a:r>
                <a:r>
                  <a:rPr lang="en-US" altLang="ko-KR" sz="90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 ExtraLight" panose="02000303000000020004" pitchFamily="50" charset="-127"/>
                    <a:ea typeface="Pretendard ExtraLight" panose="02000303000000020004" pitchFamily="50" charset="-127"/>
                    <a:cs typeface="Pretendard ExtraLight" panose="02000303000000020004" pitchFamily="50" charset="-127"/>
                  </a:rPr>
                  <a:t> </a:t>
                </a:r>
                <a:r>
                  <a:rPr lang="ko-KR" altLang="en-US" sz="90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 ExtraLight" panose="02000303000000020004" pitchFamily="50" charset="-127"/>
                    <a:ea typeface="Pretendard ExtraLight" panose="02000303000000020004" pitchFamily="50" charset="-127"/>
                    <a:cs typeface="Pretendard ExtraLight" panose="02000303000000020004" pitchFamily="50" charset="-127"/>
                  </a:rPr>
                  <a:t>총판 계약 체결</a:t>
                </a:r>
                <a:endParaRPr lang="en-US" altLang="ko-KR" sz="90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endParaRPr>
              </a:p>
              <a:p>
                <a:pPr marL="108000" lvl="1" indent="-108000" defTabSz="903091" fontAlgn="ctr">
                  <a:spcAft>
                    <a:spcPts val="400"/>
                  </a:spcAft>
                  <a:buClr>
                    <a:prstClr val="black">
                      <a:lumMod val="75000"/>
                      <a:lumOff val="25000"/>
                    </a:prstClr>
                  </a:buClr>
                  <a:buSzPct val="80000"/>
                  <a:buBlip>
                    <a:blip r:embed="rId4"/>
                  </a:buBlip>
                  <a:tabLst>
                    <a:tab pos="4518513" algn="l"/>
                  </a:tabLst>
                  <a:defRPr/>
                </a:pPr>
                <a:r>
                  <a:rPr lang="en-US" altLang="ko-KR" sz="90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 ExtraLight" panose="02000303000000020004" pitchFamily="50" charset="-127"/>
                    <a:ea typeface="Pretendard ExtraLight" panose="02000303000000020004" pitchFamily="50" charset="-127"/>
                    <a:cs typeface="Pretendard ExtraLight" panose="02000303000000020004" pitchFamily="50" charset="-127"/>
                  </a:rPr>
                  <a:t>10 | </a:t>
                </a:r>
                <a:r>
                  <a:rPr lang="ko-KR" altLang="en-US" sz="900" dirty="0" err="1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 ExtraLight" panose="02000303000000020004" pitchFamily="50" charset="-127"/>
                    <a:ea typeface="Pretendard ExtraLight" panose="02000303000000020004" pitchFamily="50" charset="-127"/>
                    <a:cs typeface="Pretendard ExtraLight" panose="02000303000000020004" pitchFamily="50" charset="-127"/>
                  </a:rPr>
                  <a:t>미래시</a:t>
                </a:r>
                <a:r>
                  <a:rPr lang="ko-KR" altLang="en-US" sz="90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 ExtraLight" panose="02000303000000020004" pitchFamily="50" charset="-127"/>
                    <a:ea typeface="Pretendard ExtraLight" panose="02000303000000020004" pitchFamily="50" charset="-127"/>
                    <a:cs typeface="Pretendard ExtraLight" panose="02000303000000020004" pitchFamily="50" charset="-127"/>
                  </a:rPr>
                  <a:t> 상하수도 정비체계 관리시스템 구축</a:t>
                </a:r>
                <a:endParaRPr lang="en-US" altLang="ko-KR" sz="90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endParaRPr>
              </a:p>
            </p:txBody>
          </p:sp>
          <p:sp>
            <p:nvSpPr>
              <p:cNvPr id="152" name="모서리가 둥근 직사각형 22">
                <a:extLst>
                  <a:ext uri="{FF2B5EF4-FFF2-40B4-BE49-F238E27FC236}">
                    <a16:creationId xmlns:a16="http://schemas.microsoft.com/office/drawing/2014/main" id="{D3852B82-9B0F-437F-ACE3-14AB96F2D0E9}"/>
                  </a:ext>
                </a:extLst>
              </p:cNvPr>
              <p:cNvSpPr/>
              <p:nvPr/>
            </p:nvSpPr>
            <p:spPr>
              <a:xfrm>
                <a:off x="1341429" y="5839065"/>
                <a:ext cx="540000" cy="180000"/>
              </a:xfrm>
              <a:prstGeom prst="roundRect">
                <a:avLst>
                  <a:gd name="adj" fmla="val 50000"/>
                </a:avLst>
              </a:prstGeom>
              <a:solidFill>
                <a:srgbClr val="5A9BD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90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latin typeface="+mj-ea"/>
                    <a:ea typeface="+mj-ea"/>
                  </a:rPr>
                  <a:t>2022</a:t>
                </a:r>
                <a:endParaRPr lang="ko-KR" altLang="en-US" sz="90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+mj-ea"/>
                  <a:ea typeface="+mj-ea"/>
                </a:endParaRPr>
              </a:p>
            </p:txBody>
          </p:sp>
        </p:grpSp>
        <p:grpSp>
          <p:nvGrpSpPr>
            <p:cNvPr id="225" name="그룹 224">
              <a:extLst>
                <a:ext uri="{FF2B5EF4-FFF2-40B4-BE49-F238E27FC236}">
                  <a16:creationId xmlns:a16="http://schemas.microsoft.com/office/drawing/2014/main" id="{7CBBD277-43CA-42CA-8DC6-94BC48D390AF}"/>
                </a:ext>
              </a:extLst>
            </p:cNvPr>
            <p:cNvGrpSpPr/>
            <p:nvPr/>
          </p:nvGrpSpPr>
          <p:grpSpPr>
            <a:xfrm>
              <a:off x="880898" y="6504046"/>
              <a:ext cx="4373033" cy="925675"/>
              <a:chOff x="880898" y="6511601"/>
              <a:chExt cx="4373033" cy="925675"/>
            </a:xfrm>
          </p:grpSpPr>
          <p:sp>
            <p:nvSpPr>
              <p:cNvPr id="42" name="타원 41">
                <a:extLst>
                  <a:ext uri="{FF2B5EF4-FFF2-40B4-BE49-F238E27FC236}">
                    <a16:creationId xmlns:a16="http://schemas.microsoft.com/office/drawing/2014/main" id="{9E236D97-68AF-4EDB-A581-1DBCEBA656AC}"/>
                  </a:ext>
                </a:extLst>
              </p:cNvPr>
              <p:cNvSpPr/>
              <p:nvPr/>
            </p:nvSpPr>
            <p:spPr>
              <a:xfrm>
                <a:off x="880898" y="6511601"/>
                <a:ext cx="258995" cy="258995"/>
              </a:xfrm>
              <a:prstGeom prst="ellipse">
                <a:avLst/>
              </a:prstGeom>
              <a:solidFill>
                <a:schemeClr val="bg1"/>
              </a:solidFill>
              <a:ln w="63500">
                <a:solidFill>
                  <a:schemeClr val="accent1"/>
                </a:solidFill>
              </a:ln>
            </p:spPr>
            <p:txBody>
              <a:bodyPr wrap="none" rtlCol="0" anchor="ctr">
                <a:spAutoFit/>
              </a:bodyPr>
              <a:lstStyle/>
              <a:p>
                <a:pPr algn="ctr"/>
                <a:endParaRPr lang="ko-KR" altLang="en-US" sz="1000">
                  <a:latin typeface="+mn-ea"/>
                </a:endParaRPr>
              </a:p>
            </p:txBody>
          </p:sp>
          <p:sp>
            <p:nvSpPr>
              <p:cNvPr id="153" name="모서리가 둥근 직사각형 22">
                <a:extLst>
                  <a:ext uri="{FF2B5EF4-FFF2-40B4-BE49-F238E27FC236}">
                    <a16:creationId xmlns:a16="http://schemas.microsoft.com/office/drawing/2014/main" id="{39D1BC70-1477-4BC1-A83F-8DFB0D858FFA}"/>
                  </a:ext>
                </a:extLst>
              </p:cNvPr>
              <p:cNvSpPr/>
              <p:nvPr/>
            </p:nvSpPr>
            <p:spPr>
              <a:xfrm>
                <a:off x="1356201" y="6539594"/>
                <a:ext cx="540000" cy="180000"/>
              </a:xfrm>
              <a:prstGeom prst="roundRect">
                <a:avLst>
                  <a:gd name="adj" fmla="val 50000"/>
                </a:avLst>
              </a:prstGeom>
              <a:solidFill>
                <a:srgbClr val="5A9BD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90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latin typeface="+mj-ea"/>
                    <a:ea typeface="+mj-ea"/>
                  </a:rPr>
                  <a:t>2021</a:t>
                </a:r>
                <a:endParaRPr lang="ko-KR" altLang="en-US" sz="90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+mj-ea"/>
                  <a:ea typeface="+mj-ea"/>
                </a:endParaRPr>
              </a:p>
            </p:txBody>
          </p:sp>
          <p:sp>
            <p:nvSpPr>
              <p:cNvPr id="156" name="TextBox 155">
                <a:extLst>
                  <a:ext uri="{FF2B5EF4-FFF2-40B4-BE49-F238E27FC236}">
                    <a16:creationId xmlns:a16="http://schemas.microsoft.com/office/drawing/2014/main" id="{DC1333D8-B9EA-4A4B-A953-2FF69B69375A}"/>
                  </a:ext>
                </a:extLst>
              </p:cNvPr>
              <p:cNvSpPr txBox="1"/>
              <p:nvPr/>
            </p:nvSpPr>
            <p:spPr>
              <a:xfrm>
                <a:off x="2013931" y="6539594"/>
                <a:ext cx="3240000" cy="89768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108000" lvl="1" indent="-108000" defTabSz="903091" fontAlgn="ctr">
                  <a:spcAft>
                    <a:spcPts val="400"/>
                  </a:spcAft>
                  <a:buClr>
                    <a:prstClr val="black">
                      <a:lumMod val="75000"/>
                      <a:lumOff val="25000"/>
                    </a:prstClr>
                  </a:buClr>
                  <a:buSzPct val="80000"/>
                  <a:buBlip>
                    <a:blip r:embed="rId4"/>
                  </a:buBlip>
                  <a:tabLst>
                    <a:tab pos="4518513" algn="l"/>
                  </a:tabLst>
                  <a:defRPr/>
                </a:pPr>
                <a:r>
                  <a:rPr lang="en-US" altLang="ko-KR" sz="90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 ExtraLight" panose="02000303000000020004" pitchFamily="50" charset="-127"/>
                    <a:ea typeface="Pretendard ExtraLight" panose="02000303000000020004" pitchFamily="50" charset="-127"/>
                    <a:cs typeface="Pretendard ExtraLight" panose="02000303000000020004" pitchFamily="50" charset="-127"/>
                  </a:rPr>
                  <a:t>12 | </a:t>
                </a:r>
                <a:r>
                  <a:rPr lang="ko-KR" altLang="en-US" sz="90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 ExtraLight" panose="02000303000000020004" pitchFamily="50" charset="-127"/>
                    <a:ea typeface="Pretendard ExtraLight" panose="02000303000000020004" pitchFamily="50" charset="-127"/>
                    <a:cs typeface="Pretendard ExtraLight" panose="02000303000000020004" pitchFamily="50" charset="-127"/>
                  </a:rPr>
                  <a:t>오픈소스 기반 정보시스템 모니터링 솔루션 개발</a:t>
                </a:r>
                <a:endParaRPr lang="en-US" altLang="ko-KR" sz="90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endParaRPr>
              </a:p>
              <a:p>
                <a:pPr marL="108000" lvl="1" indent="-108000" defTabSz="903091" fontAlgn="ctr">
                  <a:spcAft>
                    <a:spcPts val="400"/>
                  </a:spcAft>
                  <a:buClr>
                    <a:prstClr val="black">
                      <a:lumMod val="75000"/>
                      <a:lumOff val="25000"/>
                    </a:prstClr>
                  </a:buClr>
                  <a:buSzPct val="80000"/>
                  <a:buBlip>
                    <a:blip r:embed="rId4"/>
                  </a:buBlip>
                  <a:tabLst>
                    <a:tab pos="4518513" algn="l"/>
                  </a:tabLst>
                  <a:defRPr/>
                </a:pPr>
                <a:r>
                  <a:rPr lang="en-US" altLang="ko-KR" sz="90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 ExtraLight" panose="02000303000000020004" pitchFamily="50" charset="-127"/>
                    <a:ea typeface="Pretendard ExtraLight" panose="02000303000000020004" pitchFamily="50" charset="-127"/>
                    <a:cs typeface="Pretendard ExtraLight" panose="02000303000000020004" pitchFamily="50" charset="-127"/>
                  </a:rPr>
                  <a:t>08 | </a:t>
                </a:r>
                <a:r>
                  <a:rPr lang="ko-KR" altLang="en-US" sz="90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 ExtraLight" panose="02000303000000020004" pitchFamily="50" charset="-127"/>
                    <a:ea typeface="Pretendard ExtraLight" panose="02000303000000020004" pitchFamily="50" charset="-127"/>
                    <a:cs typeface="Pretendard ExtraLight" panose="02000303000000020004" pitchFamily="50" charset="-127"/>
                  </a:rPr>
                  <a:t>오픈소스 데이터베이스 연구개발</a:t>
                </a:r>
                <a:r>
                  <a:rPr lang="en-US" altLang="ko-KR" sz="90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 ExtraLight" panose="02000303000000020004" pitchFamily="50" charset="-127"/>
                    <a:ea typeface="Pretendard ExtraLight" panose="02000303000000020004" pitchFamily="50" charset="-127"/>
                    <a:cs typeface="Pretendard ExtraLight" panose="02000303000000020004" pitchFamily="50" charset="-127"/>
                  </a:rPr>
                  <a:t> </a:t>
                </a:r>
                <a:r>
                  <a:rPr lang="ko-KR" altLang="en-US" sz="90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 ExtraLight" panose="02000303000000020004" pitchFamily="50" charset="-127"/>
                    <a:ea typeface="Pretendard ExtraLight" panose="02000303000000020004" pitchFamily="50" charset="-127"/>
                    <a:cs typeface="Pretendard ExtraLight" panose="02000303000000020004" pitchFamily="50" charset="-127"/>
                  </a:rPr>
                  <a:t>총판 계약 체결</a:t>
                </a:r>
                <a:endParaRPr lang="en-US" altLang="ko-KR" sz="90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endParaRPr>
              </a:p>
              <a:p>
                <a:pPr marL="108000" lvl="1" indent="-108000" defTabSz="903091" fontAlgn="ctr">
                  <a:spcAft>
                    <a:spcPts val="400"/>
                  </a:spcAft>
                  <a:buClr>
                    <a:prstClr val="black">
                      <a:lumMod val="75000"/>
                      <a:lumOff val="25000"/>
                    </a:prstClr>
                  </a:buClr>
                  <a:buSzPct val="80000"/>
                  <a:buBlip>
                    <a:blip r:embed="rId4"/>
                  </a:buBlip>
                  <a:tabLst>
                    <a:tab pos="4518513" algn="l"/>
                  </a:tabLst>
                  <a:defRPr/>
                </a:pPr>
                <a:r>
                  <a:rPr lang="en-US" altLang="ko-KR" sz="90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+mn-ea"/>
                    <a:cs typeface="Pretendard ExtraLight" panose="02000303000000020004" pitchFamily="50" charset="-127"/>
                  </a:rPr>
                  <a:t>10 | </a:t>
                </a:r>
                <a:r>
                  <a:rPr lang="ko-KR" altLang="en-US" sz="900" dirty="0" err="1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+mn-ea"/>
                    <a:cs typeface="Pretendard ExtraLight" panose="02000303000000020004" pitchFamily="50" charset="-127"/>
                  </a:rPr>
                  <a:t>미래시</a:t>
                </a:r>
                <a:r>
                  <a:rPr lang="ko-KR" altLang="en-US" sz="90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+mn-ea"/>
                    <a:cs typeface="Pretendard ExtraLight" panose="02000303000000020004" pitchFamily="50" charset="-127"/>
                  </a:rPr>
                  <a:t> 상하수도 정비체계 관리시스템 구축</a:t>
                </a:r>
                <a:endParaRPr lang="en-US" altLang="ko-KR" sz="90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+mn-ea"/>
                  <a:cs typeface="Pretendard ExtraLight" panose="02000303000000020004" pitchFamily="50" charset="-127"/>
                </a:endParaRPr>
              </a:p>
              <a:p>
                <a:pPr marL="108000" lvl="1" indent="-108000" defTabSz="903091" fontAlgn="ctr">
                  <a:spcAft>
                    <a:spcPts val="400"/>
                  </a:spcAft>
                  <a:buClr>
                    <a:prstClr val="black">
                      <a:lumMod val="75000"/>
                      <a:lumOff val="25000"/>
                    </a:prstClr>
                  </a:buClr>
                  <a:buSzPct val="80000"/>
                  <a:buBlip>
                    <a:blip r:embed="rId4"/>
                  </a:buBlip>
                  <a:tabLst>
                    <a:tab pos="4518513" algn="l"/>
                  </a:tabLst>
                  <a:defRPr/>
                </a:pPr>
                <a:r>
                  <a:rPr lang="en-US" altLang="ko-KR" sz="90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 ExtraLight" panose="02000303000000020004" pitchFamily="50" charset="-127"/>
                    <a:ea typeface="Pretendard ExtraLight" panose="02000303000000020004" pitchFamily="50" charset="-127"/>
                    <a:cs typeface="Pretendard ExtraLight" panose="02000303000000020004" pitchFamily="50" charset="-127"/>
                  </a:rPr>
                  <a:t>07 | </a:t>
                </a:r>
                <a:r>
                  <a:rPr lang="ko-KR" altLang="en-US" sz="90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 ExtraLight" panose="02000303000000020004" pitchFamily="50" charset="-127"/>
                    <a:ea typeface="Pretendard ExtraLight" panose="02000303000000020004" pitchFamily="50" charset="-127"/>
                    <a:cs typeface="Pretendard ExtraLight" panose="02000303000000020004" pitchFamily="50" charset="-127"/>
                  </a:rPr>
                  <a:t>자연과 함께 살아가는 나비 키우기</a:t>
                </a:r>
                <a:endParaRPr lang="en-US" altLang="ko-KR" sz="90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endParaRPr>
              </a:p>
              <a:p>
                <a:pPr marL="108000" lvl="1" indent="-108000" defTabSz="903091" fontAlgn="ctr">
                  <a:spcAft>
                    <a:spcPts val="400"/>
                  </a:spcAft>
                  <a:buClr>
                    <a:prstClr val="black">
                      <a:lumMod val="75000"/>
                      <a:lumOff val="25000"/>
                    </a:prstClr>
                  </a:buClr>
                  <a:buSzPct val="80000"/>
                  <a:buBlip>
                    <a:blip r:embed="rId4"/>
                  </a:buBlip>
                  <a:tabLst>
                    <a:tab pos="4518513" algn="l"/>
                  </a:tabLst>
                  <a:defRPr/>
                </a:pPr>
                <a:r>
                  <a:rPr lang="en-US" altLang="ko-KR" sz="90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 ExtraLight" panose="02000303000000020004" pitchFamily="50" charset="-127"/>
                    <a:ea typeface="Pretendard ExtraLight" panose="02000303000000020004" pitchFamily="50" charset="-127"/>
                    <a:cs typeface="Pretendard ExtraLight" panose="02000303000000020004" pitchFamily="50" charset="-127"/>
                  </a:rPr>
                  <a:t>06 | IT</a:t>
                </a:r>
                <a:r>
                  <a:rPr lang="ko-KR" altLang="en-US" sz="90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 ExtraLight" panose="02000303000000020004" pitchFamily="50" charset="-127"/>
                    <a:ea typeface="Pretendard ExtraLight" panose="02000303000000020004" pitchFamily="50" charset="-127"/>
                    <a:cs typeface="Pretendard ExtraLight" panose="02000303000000020004" pitchFamily="50" charset="-127"/>
                  </a:rPr>
                  <a:t>자산관리 및 모니터링시스템 솔루션 개발 </a:t>
                </a:r>
                <a:r>
                  <a:rPr lang="en-US" altLang="ko-KR" sz="90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 ExtraLight" panose="02000303000000020004" pitchFamily="50" charset="-127"/>
                    <a:ea typeface="Pretendard ExtraLight" panose="02000303000000020004" pitchFamily="50" charset="-127"/>
                    <a:cs typeface="Pretendard ExtraLight" panose="02000303000000020004" pitchFamily="50" charset="-127"/>
                  </a:rPr>
                  <a:t>(java</a:t>
                </a:r>
                <a:r>
                  <a:rPr lang="ko-KR" altLang="en-US" sz="90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 ExtraLight" panose="02000303000000020004" pitchFamily="50" charset="-127"/>
                    <a:ea typeface="Pretendard ExtraLight" panose="02000303000000020004" pitchFamily="50" charset="-127"/>
                    <a:cs typeface="Pretendard ExtraLight" panose="02000303000000020004" pitchFamily="50" charset="-127"/>
                  </a:rPr>
                  <a:t>기반</a:t>
                </a:r>
                <a:r>
                  <a:rPr lang="en-US" altLang="ko-KR" sz="90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 ExtraLight" panose="02000303000000020004" pitchFamily="50" charset="-127"/>
                    <a:ea typeface="Pretendard ExtraLight" panose="02000303000000020004" pitchFamily="50" charset="-127"/>
                    <a:cs typeface="Pretendard ExtraLight" panose="02000303000000020004" pitchFamily="50" charset="-127"/>
                  </a:rPr>
                  <a:t>)</a:t>
                </a:r>
              </a:p>
            </p:txBody>
          </p:sp>
        </p:grpSp>
        <p:grpSp>
          <p:nvGrpSpPr>
            <p:cNvPr id="226" name="그룹 225">
              <a:extLst>
                <a:ext uri="{FF2B5EF4-FFF2-40B4-BE49-F238E27FC236}">
                  <a16:creationId xmlns:a16="http://schemas.microsoft.com/office/drawing/2014/main" id="{E4CB6D39-B152-473F-8F5A-0C7465041216}"/>
                </a:ext>
              </a:extLst>
            </p:cNvPr>
            <p:cNvGrpSpPr/>
            <p:nvPr/>
          </p:nvGrpSpPr>
          <p:grpSpPr>
            <a:xfrm>
              <a:off x="881559" y="7607970"/>
              <a:ext cx="4372372" cy="926197"/>
              <a:chOff x="881559" y="7617296"/>
              <a:chExt cx="4372372" cy="926197"/>
            </a:xfrm>
          </p:grpSpPr>
          <p:sp>
            <p:nvSpPr>
              <p:cNvPr id="43" name="타원 42">
                <a:extLst>
                  <a:ext uri="{FF2B5EF4-FFF2-40B4-BE49-F238E27FC236}">
                    <a16:creationId xmlns:a16="http://schemas.microsoft.com/office/drawing/2014/main" id="{C25CC5A1-2E1E-43C6-BF7E-7D391CFCB3EA}"/>
                  </a:ext>
                </a:extLst>
              </p:cNvPr>
              <p:cNvSpPr/>
              <p:nvPr/>
            </p:nvSpPr>
            <p:spPr>
              <a:xfrm>
                <a:off x="881559" y="7617296"/>
                <a:ext cx="258995" cy="258995"/>
              </a:xfrm>
              <a:prstGeom prst="ellipse">
                <a:avLst/>
              </a:prstGeom>
              <a:solidFill>
                <a:schemeClr val="bg1"/>
              </a:solidFill>
              <a:ln w="63500">
                <a:solidFill>
                  <a:schemeClr val="accent1"/>
                </a:solidFill>
              </a:ln>
            </p:spPr>
            <p:txBody>
              <a:bodyPr wrap="none" rtlCol="0" anchor="ctr">
                <a:spAutoFit/>
              </a:bodyPr>
              <a:lstStyle/>
              <a:p>
                <a:pPr algn="ctr"/>
                <a:endParaRPr lang="ko-KR" altLang="en-US" sz="1000">
                  <a:latin typeface="+mn-ea"/>
                </a:endParaRPr>
              </a:p>
            </p:txBody>
          </p:sp>
          <p:sp>
            <p:nvSpPr>
              <p:cNvPr id="154" name="모서리가 둥근 직사각형 22">
                <a:extLst>
                  <a:ext uri="{FF2B5EF4-FFF2-40B4-BE49-F238E27FC236}">
                    <a16:creationId xmlns:a16="http://schemas.microsoft.com/office/drawing/2014/main" id="{52541481-7073-4C12-AC3D-916F31E1804B}"/>
                  </a:ext>
                </a:extLst>
              </p:cNvPr>
              <p:cNvSpPr/>
              <p:nvPr/>
            </p:nvSpPr>
            <p:spPr>
              <a:xfrm>
                <a:off x="1370973" y="7645811"/>
                <a:ext cx="540000" cy="180000"/>
              </a:xfrm>
              <a:prstGeom prst="roundRect">
                <a:avLst>
                  <a:gd name="adj" fmla="val 50000"/>
                </a:avLst>
              </a:prstGeom>
              <a:solidFill>
                <a:srgbClr val="5A9BD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90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latin typeface="+mj-ea"/>
                    <a:ea typeface="+mj-ea"/>
                  </a:rPr>
                  <a:t>2020</a:t>
                </a:r>
                <a:endParaRPr lang="ko-KR" altLang="en-US" sz="90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+mj-ea"/>
                  <a:ea typeface="+mj-ea"/>
                </a:endParaRPr>
              </a:p>
            </p:txBody>
          </p:sp>
          <p:sp>
            <p:nvSpPr>
              <p:cNvPr id="157" name="TextBox 156">
                <a:extLst>
                  <a:ext uri="{FF2B5EF4-FFF2-40B4-BE49-F238E27FC236}">
                    <a16:creationId xmlns:a16="http://schemas.microsoft.com/office/drawing/2014/main" id="{10EBD29E-270C-4199-AF70-F423CFD82AA8}"/>
                  </a:ext>
                </a:extLst>
              </p:cNvPr>
              <p:cNvSpPr txBox="1"/>
              <p:nvPr/>
            </p:nvSpPr>
            <p:spPr>
              <a:xfrm>
                <a:off x="2013931" y="7645811"/>
                <a:ext cx="3240000" cy="89768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108000" lvl="1" indent="-108000" defTabSz="903091" fontAlgn="ctr">
                  <a:spcAft>
                    <a:spcPts val="400"/>
                  </a:spcAft>
                  <a:buClr>
                    <a:prstClr val="black">
                      <a:lumMod val="75000"/>
                      <a:lumOff val="25000"/>
                    </a:prstClr>
                  </a:buClr>
                  <a:buSzPct val="80000"/>
                  <a:buBlip>
                    <a:blip r:embed="rId4"/>
                  </a:buBlip>
                  <a:tabLst>
                    <a:tab pos="4518513" algn="l"/>
                  </a:tabLst>
                  <a:defRPr/>
                </a:pPr>
                <a:r>
                  <a:rPr lang="en-US" altLang="ko-KR" sz="90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 ExtraLight" panose="02000303000000020004" pitchFamily="50" charset="-127"/>
                    <a:ea typeface="Pretendard ExtraLight" panose="02000303000000020004" pitchFamily="50" charset="-127"/>
                    <a:cs typeface="Pretendard ExtraLight" panose="02000303000000020004" pitchFamily="50" charset="-127"/>
                  </a:rPr>
                  <a:t>12 | </a:t>
                </a:r>
                <a:r>
                  <a:rPr lang="ko-KR" altLang="en-US" sz="90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 ExtraLight" panose="02000303000000020004" pitchFamily="50" charset="-127"/>
                    <a:ea typeface="Pretendard ExtraLight" panose="02000303000000020004" pitchFamily="50" charset="-127"/>
                    <a:cs typeface="Pretendard ExtraLight" panose="02000303000000020004" pitchFamily="50" charset="-127"/>
                  </a:rPr>
                  <a:t>오픈소스 기반 정보시스템 모니터링 솔루션 개발</a:t>
                </a:r>
                <a:endParaRPr lang="en-US" altLang="ko-KR" sz="90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endParaRPr>
              </a:p>
              <a:p>
                <a:pPr marL="108000" lvl="1" indent="-108000" defTabSz="903091" fontAlgn="ctr">
                  <a:spcAft>
                    <a:spcPts val="400"/>
                  </a:spcAft>
                  <a:buClr>
                    <a:prstClr val="black">
                      <a:lumMod val="75000"/>
                      <a:lumOff val="25000"/>
                    </a:prstClr>
                  </a:buClr>
                  <a:buSzPct val="80000"/>
                  <a:buBlip>
                    <a:blip r:embed="rId4"/>
                  </a:buBlip>
                  <a:tabLst>
                    <a:tab pos="4518513" algn="l"/>
                  </a:tabLst>
                  <a:defRPr/>
                </a:pPr>
                <a:r>
                  <a:rPr lang="en-US" altLang="ko-KR" sz="90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 ExtraLight" panose="02000303000000020004" pitchFamily="50" charset="-127"/>
                    <a:ea typeface="Pretendard ExtraLight" panose="02000303000000020004" pitchFamily="50" charset="-127"/>
                    <a:cs typeface="Pretendard ExtraLight" panose="02000303000000020004" pitchFamily="50" charset="-127"/>
                  </a:rPr>
                  <a:t>08 | </a:t>
                </a:r>
                <a:r>
                  <a:rPr lang="ko-KR" altLang="en-US" sz="90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 ExtraLight" panose="02000303000000020004" pitchFamily="50" charset="-127"/>
                    <a:ea typeface="Pretendard ExtraLight" panose="02000303000000020004" pitchFamily="50" charset="-127"/>
                    <a:cs typeface="Pretendard ExtraLight" panose="02000303000000020004" pitchFamily="50" charset="-127"/>
                  </a:rPr>
                  <a:t>오픈소스 데이터베이스 연구개발</a:t>
                </a:r>
                <a:r>
                  <a:rPr lang="en-US" altLang="ko-KR" sz="90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 ExtraLight" panose="02000303000000020004" pitchFamily="50" charset="-127"/>
                    <a:ea typeface="Pretendard ExtraLight" panose="02000303000000020004" pitchFamily="50" charset="-127"/>
                    <a:cs typeface="Pretendard ExtraLight" panose="02000303000000020004" pitchFamily="50" charset="-127"/>
                  </a:rPr>
                  <a:t> </a:t>
                </a:r>
                <a:r>
                  <a:rPr lang="ko-KR" altLang="en-US" sz="90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 ExtraLight" panose="02000303000000020004" pitchFamily="50" charset="-127"/>
                    <a:ea typeface="Pretendard ExtraLight" panose="02000303000000020004" pitchFamily="50" charset="-127"/>
                    <a:cs typeface="Pretendard ExtraLight" panose="02000303000000020004" pitchFamily="50" charset="-127"/>
                  </a:rPr>
                  <a:t>총판 계약 체결</a:t>
                </a:r>
                <a:endParaRPr lang="en-US" altLang="ko-KR" sz="90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endParaRPr>
              </a:p>
              <a:p>
                <a:pPr marL="108000" lvl="1" indent="-108000" defTabSz="903091" fontAlgn="ctr">
                  <a:spcAft>
                    <a:spcPts val="400"/>
                  </a:spcAft>
                  <a:buClr>
                    <a:prstClr val="black">
                      <a:lumMod val="75000"/>
                      <a:lumOff val="25000"/>
                    </a:prstClr>
                  </a:buClr>
                  <a:buSzPct val="80000"/>
                  <a:buBlip>
                    <a:blip r:embed="rId4"/>
                  </a:buBlip>
                  <a:tabLst>
                    <a:tab pos="4518513" algn="l"/>
                  </a:tabLst>
                  <a:defRPr/>
                </a:pPr>
                <a:r>
                  <a:rPr lang="en-US" altLang="ko-KR" sz="90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 ExtraLight" panose="02000303000000020004" pitchFamily="50" charset="-127"/>
                    <a:ea typeface="Pretendard ExtraLight" panose="02000303000000020004" pitchFamily="50" charset="-127"/>
                    <a:cs typeface="Pretendard ExtraLight" panose="02000303000000020004" pitchFamily="50" charset="-127"/>
                  </a:rPr>
                  <a:t>10 | </a:t>
                </a:r>
                <a:r>
                  <a:rPr lang="ko-KR" altLang="en-US" sz="900" dirty="0" err="1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 ExtraLight" panose="02000303000000020004" pitchFamily="50" charset="-127"/>
                    <a:ea typeface="Pretendard ExtraLight" panose="02000303000000020004" pitchFamily="50" charset="-127"/>
                    <a:cs typeface="Pretendard ExtraLight" panose="02000303000000020004" pitchFamily="50" charset="-127"/>
                  </a:rPr>
                  <a:t>미래시</a:t>
                </a:r>
                <a:r>
                  <a:rPr lang="ko-KR" altLang="en-US" sz="90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 ExtraLight" panose="02000303000000020004" pitchFamily="50" charset="-127"/>
                    <a:ea typeface="Pretendard ExtraLight" panose="02000303000000020004" pitchFamily="50" charset="-127"/>
                    <a:cs typeface="Pretendard ExtraLight" panose="02000303000000020004" pitchFamily="50" charset="-127"/>
                  </a:rPr>
                  <a:t> 상하수도 정비체계 관리시스템 구축</a:t>
                </a:r>
                <a:endParaRPr lang="en-US" altLang="ko-KR" sz="90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endParaRPr>
              </a:p>
              <a:p>
                <a:pPr marL="108000" lvl="1" indent="-108000" defTabSz="903091" fontAlgn="ctr">
                  <a:spcAft>
                    <a:spcPts val="400"/>
                  </a:spcAft>
                  <a:buClr>
                    <a:prstClr val="black">
                      <a:lumMod val="75000"/>
                      <a:lumOff val="25000"/>
                    </a:prstClr>
                  </a:buClr>
                  <a:buSzPct val="80000"/>
                  <a:buBlip>
                    <a:blip r:embed="rId4"/>
                  </a:buBlip>
                  <a:tabLst>
                    <a:tab pos="4518513" algn="l"/>
                  </a:tabLst>
                  <a:defRPr/>
                </a:pPr>
                <a:r>
                  <a:rPr lang="en-US" altLang="ko-KR" sz="90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+mn-ea"/>
                    <a:cs typeface="Pretendard ExtraLight" panose="02000303000000020004" pitchFamily="50" charset="-127"/>
                  </a:rPr>
                  <a:t>07 | </a:t>
                </a:r>
                <a:r>
                  <a:rPr lang="ko-KR" altLang="en-US" sz="90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+mn-ea"/>
                    <a:cs typeface="Pretendard ExtraLight" panose="02000303000000020004" pitchFamily="50" charset="-127"/>
                  </a:rPr>
                  <a:t>자연과 함께 살아가는 나비 키우기</a:t>
                </a:r>
                <a:endParaRPr lang="en-US" altLang="ko-KR" sz="90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+mn-ea"/>
                  <a:cs typeface="Pretendard ExtraLight" panose="02000303000000020004" pitchFamily="50" charset="-127"/>
                </a:endParaRPr>
              </a:p>
              <a:p>
                <a:pPr marL="108000" lvl="1" indent="-108000" defTabSz="903091" fontAlgn="ctr">
                  <a:spcAft>
                    <a:spcPts val="400"/>
                  </a:spcAft>
                  <a:buClr>
                    <a:prstClr val="black">
                      <a:lumMod val="75000"/>
                      <a:lumOff val="25000"/>
                    </a:prstClr>
                  </a:buClr>
                  <a:buSzPct val="80000"/>
                  <a:buBlip>
                    <a:blip r:embed="rId4"/>
                  </a:buBlip>
                  <a:tabLst>
                    <a:tab pos="4518513" algn="l"/>
                  </a:tabLst>
                  <a:defRPr/>
                </a:pPr>
                <a:r>
                  <a:rPr lang="en-US" altLang="ko-KR" sz="90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 ExtraLight" panose="02000303000000020004" pitchFamily="50" charset="-127"/>
                    <a:ea typeface="Pretendard ExtraLight" panose="02000303000000020004" pitchFamily="50" charset="-127"/>
                    <a:cs typeface="Pretendard ExtraLight" panose="02000303000000020004" pitchFamily="50" charset="-127"/>
                  </a:rPr>
                  <a:t>06 | IT</a:t>
                </a:r>
                <a:r>
                  <a:rPr lang="ko-KR" altLang="en-US" sz="90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 ExtraLight" panose="02000303000000020004" pitchFamily="50" charset="-127"/>
                    <a:ea typeface="Pretendard ExtraLight" panose="02000303000000020004" pitchFamily="50" charset="-127"/>
                    <a:cs typeface="Pretendard ExtraLight" panose="02000303000000020004" pitchFamily="50" charset="-127"/>
                  </a:rPr>
                  <a:t>자산관리 및 모니터링시스템 솔루션 개발 </a:t>
                </a:r>
                <a:r>
                  <a:rPr lang="en-US" altLang="ko-KR" sz="90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 ExtraLight" panose="02000303000000020004" pitchFamily="50" charset="-127"/>
                    <a:ea typeface="Pretendard ExtraLight" panose="02000303000000020004" pitchFamily="50" charset="-127"/>
                    <a:cs typeface="Pretendard ExtraLight" panose="02000303000000020004" pitchFamily="50" charset="-127"/>
                  </a:rPr>
                  <a:t>(java</a:t>
                </a:r>
                <a:r>
                  <a:rPr lang="ko-KR" altLang="en-US" sz="90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 ExtraLight" panose="02000303000000020004" pitchFamily="50" charset="-127"/>
                    <a:ea typeface="Pretendard ExtraLight" panose="02000303000000020004" pitchFamily="50" charset="-127"/>
                    <a:cs typeface="Pretendard ExtraLight" panose="02000303000000020004" pitchFamily="50" charset="-127"/>
                  </a:rPr>
                  <a:t>기반</a:t>
                </a:r>
                <a:r>
                  <a:rPr lang="en-US" altLang="ko-KR" sz="90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 ExtraLight" panose="02000303000000020004" pitchFamily="50" charset="-127"/>
                    <a:ea typeface="Pretendard ExtraLight" panose="02000303000000020004" pitchFamily="50" charset="-127"/>
                    <a:cs typeface="Pretendard ExtraLight" panose="02000303000000020004" pitchFamily="50" charset="-127"/>
                  </a:rPr>
                  <a:t>)</a:t>
                </a:r>
              </a:p>
            </p:txBody>
          </p:sp>
        </p:grpSp>
        <p:grpSp>
          <p:nvGrpSpPr>
            <p:cNvPr id="227" name="그룹 226">
              <a:extLst>
                <a:ext uri="{FF2B5EF4-FFF2-40B4-BE49-F238E27FC236}">
                  <a16:creationId xmlns:a16="http://schemas.microsoft.com/office/drawing/2014/main" id="{8E9DF798-188E-49B7-9EFF-535B36FA48C5}"/>
                </a:ext>
              </a:extLst>
            </p:cNvPr>
            <p:cNvGrpSpPr/>
            <p:nvPr/>
          </p:nvGrpSpPr>
          <p:grpSpPr>
            <a:xfrm>
              <a:off x="882220" y="8712418"/>
              <a:ext cx="4371711" cy="561062"/>
              <a:chOff x="882220" y="8712418"/>
              <a:chExt cx="4371711" cy="561062"/>
            </a:xfrm>
          </p:grpSpPr>
          <p:sp>
            <p:nvSpPr>
              <p:cNvPr id="44" name="타원 43">
                <a:extLst>
                  <a:ext uri="{FF2B5EF4-FFF2-40B4-BE49-F238E27FC236}">
                    <a16:creationId xmlns:a16="http://schemas.microsoft.com/office/drawing/2014/main" id="{DAED0784-1557-4F09-BCBD-93F5BA5BB19A}"/>
                  </a:ext>
                </a:extLst>
              </p:cNvPr>
              <p:cNvSpPr/>
              <p:nvPr/>
            </p:nvSpPr>
            <p:spPr>
              <a:xfrm>
                <a:off x="882220" y="8712418"/>
                <a:ext cx="258995" cy="258995"/>
              </a:xfrm>
              <a:prstGeom prst="ellipse">
                <a:avLst/>
              </a:prstGeom>
              <a:solidFill>
                <a:schemeClr val="bg1"/>
              </a:solidFill>
              <a:ln w="63500">
                <a:solidFill>
                  <a:schemeClr val="accent1"/>
                </a:solidFill>
              </a:ln>
            </p:spPr>
            <p:txBody>
              <a:bodyPr wrap="none" rtlCol="0" anchor="ctr">
                <a:spAutoFit/>
              </a:bodyPr>
              <a:lstStyle/>
              <a:p>
                <a:pPr algn="ctr"/>
                <a:endParaRPr lang="ko-KR" altLang="en-US" sz="1000">
                  <a:latin typeface="+mn-ea"/>
                </a:endParaRPr>
              </a:p>
            </p:txBody>
          </p:sp>
          <p:sp>
            <p:nvSpPr>
              <p:cNvPr id="155" name="모서리가 둥근 직사각형 22">
                <a:extLst>
                  <a:ext uri="{FF2B5EF4-FFF2-40B4-BE49-F238E27FC236}">
                    <a16:creationId xmlns:a16="http://schemas.microsoft.com/office/drawing/2014/main" id="{E6A8343B-FF95-4785-9D7A-E6BA473E8691}"/>
                  </a:ext>
                </a:extLst>
              </p:cNvPr>
              <p:cNvSpPr/>
              <p:nvPr/>
            </p:nvSpPr>
            <p:spPr>
              <a:xfrm>
                <a:off x="1385745" y="8755389"/>
                <a:ext cx="540000" cy="180000"/>
              </a:xfrm>
              <a:prstGeom prst="roundRect">
                <a:avLst>
                  <a:gd name="adj" fmla="val 50000"/>
                </a:avLst>
              </a:prstGeom>
              <a:solidFill>
                <a:srgbClr val="5B9BD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9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latin typeface="+mj-ea"/>
                    <a:ea typeface="+mj-ea"/>
                  </a:rPr>
                  <a:t>2019</a:t>
                </a:r>
                <a:endParaRPr lang="ko-KR" altLang="en-US" sz="9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+mj-ea"/>
                  <a:ea typeface="+mj-ea"/>
                </a:endParaRPr>
              </a:p>
            </p:txBody>
          </p:sp>
          <p:sp>
            <p:nvSpPr>
              <p:cNvPr id="158" name="TextBox 157">
                <a:extLst>
                  <a:ext uri="{FF2B5EF4-FFF2-40B4-BE49-F238E27FC236}">
                    <a16:creationId xmlns:a16="http://schemas.microsoft.com/office/drawing/2014/main" id="{62242B20-346D-4DAF-8A6D-12AD1BB0CAE9}"/>
                  </a:ext>
                </a:extLst>
              </p:cNvPr>
              <p:cNvSpPr txBox="1"/>
              <p:nvPr/>
            </p:nvSpPr>
            <p:spPr>
              <a:xfrm>
                <a:off x="2013931" y="8755389"/>
                <a:ext cx="3240000" cy="51809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108000" lvl="1" indent="-108000" defTabSz="903091" fontAlgn="ctr">
                  <a:spcAft>
                    <a:spcPts val="400"/>
                  </a:spcAft>
                  <a:buClr>
                    <a:prstClr val="black">
                      <a:lumMod val="75000"/>
                      <a:lumOff val="25000"/>
                    </a:prstClr>
                  </a:buClr>
                  <a:buSzPct val="80000"/>
                  <a:buBlip>
                    <a:blip r:embed="rId4"/>
                  </a:buBlip>
                  <a:tabLst>
                    <a:tab pos="4518513" algn="l"/>
                  </a:tabLst>
                  <a:defRPr/>
                </a:pPr>
                <a:r>
                  <a:rPr lang="en-US" altLang="ko-KR" sz="90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 ExtraLight" panose="02000303000000020004" pitchFamily="50" charset="-127"/>
                    <a:ea typeface="Pretendard ExtraLight" panose="02000303000000020004" pitchFamily="50" charset="-127"/>
                    <a:cs typeface="Pretendard ExtraLight" panose="02000303000000020004" pitchFamily="50" charset="-127"/>
                  </a:rPr>
                  <a:t>10 | </a:t>
                </a:r>
                <a:r>
                  <a:rPr lang="ko-KR" altLang="en-US" sz="900" dirty="0" err="1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 ExtraLight" panose="02000303000000020004" pitchFamily="50" charset="-127"/>
                    <a:ea typeface="Pretendard ExtraLight" panose="02000303000000020004" pitchFamily="50" charset="-127"/>
                    <a:cs typeface="Pretendard ExtraLight" panose="02000303000000020004" pitchFamily="50" charset="-127"/>
                  </a:rPr>
                  <a:t>미래시</a:t>
                </a:r>
                <a:r>
                  <a:rPr lang="ko-KR" altLang="en-US" sz="90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 ExtraLight" panose="02000303000000020004" pitchFamily="50" charset="-127"/>
                    <a:ea typeface="Pretendard ExtraLight" panose="02000303000000020004" pitchFamily="50" charset="-127"/>
                    <a:cs typeface="Pretendard ExtraLight" panose="02000303000000020004" pitchFamily="50" charset="-127"/>
                  </a:rPr>
                  <a:t> 상하수도 정비체계 관리시스템 구축</a:t>
                </a:r>
                <a:endParaRPr lang="en-US" altLang="ko-KR" sz="90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endParaRPr>
              </a:p>
              <a:p>
                <a:pPr marL="108000" lvl="1" indent="-108000" defTabSz="903091" fontAlgn="ctr">
                  <a:spcAft>
                    <a:spcPts val="400"/>
                  </a:spcAft>
                  <a:buClr>
                    <a:prstClr val="black">
                      <a:lumMod val="75000"/>
                      <a:lumOff val="25000"/>
                    </a:prstClr>
                  </a:buClr>
                  <a:buSzPct val="80000"/>
                  <a:buBlip>
                    <a:blip r:embed="rId4"/>
                  </a:buBlip>
                  <a:tabLst>
                    <a:tab pos="4518513" algn="l"/>
                  </a:tabLst>
                  <a:defRPr/>
                </a:pPr>
                <a:r>
                  <a:rPr lang="en-US" altLang="ko-KR" sz="90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+mn-ea"/>
                    <a:cs typeface="Pretendard ExtraLight" panose="02000303000000020004" pitchFamily="50" charset="-127"/>
                  </a:rPr>
                  <a:t>07 | </a:t>
                </a:r>
                <a:r>
                  <a:rPr lang="ko-KR" altLang="en-US" sz="90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+mn-ea"/>
                    <a:cs typeface="Pretendard ExtraLight" panose="02000303000000020004" pitchFamily="50" charset="-127"/>
                  </a:rPr>
                  <a:t>자연과 함께 살아가는 나비 키우기</a:t>
                </a:r>
                <a:endParaRPr lang="en-US" altLang="ko-KR" sz="90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+mn-ea"/>
                  <a:cs typeface="Pretendard ExtraLight" panose="02000303000000020004" pitchFamily="50" charset="-127"/>
                </a:endParaRPr>
              </a:p>
              <a:p>
                <a:pPr marL="108000" lvl="1" indent="-108000" defTabSz="903091" fontAlgn="ctr">
                  <a:spcAft>
                    <a:spcPts val="400"/>
                  </a:spcAft>
                  <a:buClr>
                    <a:prstClr val="black">
                      <a:lumMod val="75000"/>
                      <a:lumOff val="25000"/>
                    </a:prstClr>
                  </a:buClr>
                  <a:buSzPct val="80000"/>
                  <a:buBlip>
                    <a:blip r:embed="rId4"/>
                  </a:buBlip>
                  <a:tabLst>
                    <a:tab pos="4518513" algn="l"/>
                  </a:tabLst>
                  <a:defRPr/>
                </a:pPr>
                <a:r>
                  <a:rPr lang="en-US" altLang="ko-KR" sz="90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 ExtraLight" panose="02000303000000020004" pitchFamily="50" charset="-127"/>
                    <a:ea typeface="Pretendard ExtraLight" panose="02000303000000020004" pitchFamily="50" charset="-127"/>
                    <a:cs typeface="Pretendard ExtraLight" panose="02000303000000020004" pitchFamily="50" charset="-127"/>
                  </a:rPr>
                  <a:t>06 | IT</a:t>
                </a:r>
                <a:r>
                  <a:rPr lang="ko-KR" altLang="en-US" sz="90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 ExtraLight" panose="02000303000000020004" pitchFamily="50" charset="-127"/>
                    <a:ea typeface="Pretendard ExtraLight" panose="02000303000000020004" pitchFamily="50" charset="-127"/>
                    <a:cs typeface="Pretendard ExtraLight" panose="02000303000000020004" pitchFamily="50" charset="-127"/>
                  </a:rPr>
                  <a:t>자산관리 및 모니터링시스템 솔루션 개발 </a:t>
                </a:r>
                <a:r>
                  <a:rPr lang="en-US" altLang="ko-KR" sz="90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 ExtraLight" panose="02000303000000020004" pitchFamily="50" charset="-127"/>
                    <a:ea typeface="Pretendard ExtraLight" panose="02000303000000020004" pitchFamily="50" charset="-127"/>
                    <a:cs typeface="Pretendard ExtraLight" panose="02000303000000020004" pitchFamily="50" charset="-127"/>
                  </a:rPr>
                  <a:t>(java</a:t>
                </a:r>
                <a:r>
                  <a:rPr lang="ko-KR" altLang="en-US" sz="90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 ExtraLight" panose="02000303000000020004" pitchFamily="50" charset="-127"/>
                    <a:ea typeface="Pretendard ExtraLight" panose="02000303000000020004" pitchFamily="50" charset="-127"/>
                    <a:cs typeface="Pretendard ExtraLight" panose="02000303000000020004" pitchFamily="50" charset="-127"/>
                  </a:rPr>
                  <a:t>기반</a:t>
                </a:r>
                <a:r>
                  <a:rPr lang="en-US" altLang="ko-KR" sz="90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 ExtraLight" panose="02000303000000020004" pitchFamily="50" charset="-127"/>
                    <a:ea typeface="Pretendard ExtraLight" panose="02000303000000020004" pitchFamily="50" charset="-127"/>
                    <a:cs typeface="Pretendard ExtraLight" panose="02000303000000020004" pitchFamily="50" charset="-127"/>
                  </a:rPr>
                  <a:t>)</a:t>
                </a:r>
              </a:p>
            </p:txBody>
          </p:sp>
        </p:grpSp>
      </p:grp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9548A507-14EC-4C15-8801-B71AF2E163F3}"/>
              </a:ext>
            </a:extLst>
          </p:cNvPr>
          <p:cNvGrpSpPr/>
          <p:nvPr/>
        </p:nvGrpSpPr>
        <p:grpSpPr>
          <a:xfrm>
            <a:off x="440668" y="2504728"/>
            <a:ext cx="5976000" cy="184666"/>
            <a:chOff x="4503039" y="5804479"/>
            <a:chExt cx="5976000" cy="184666"/>
          </a:xfrm>
        </p:grpSpPr>
        <p:cxnSp>
          <p:nvCxnSpPr>
            <p:cNvPr id="58" name="직선 연결선 57">
              <a:extLst>
                <a:ext uri="{FF2B5EF4-FFF2-40B4-BE49-F238E27FC236}">
                  <a16:creationId xmlns:a16="http://schemas.microsoft.com/office/drawing/2014/main" id="{262B45F6-6936-440D-8763-709155BA0E52}"/>
                </a:ext>
              </a:extLst>
            </p:cNvPr>
            <p:cNvCxnSpPr>
              <a:cxnSpLocks/>
            </p:cNvCxnSpPr>
            <p:nvPr/>
          </p:nvCxnSpPr>
          <p:spPr>
            <a:xfrm>
              <a:off x="4503039" y="5948495"/>
              <a:ext cx="5976000" cy="0"/>
            </a:xfrm>
            <a:prstGeom prst="line">
              <a:avLst/>
            </a:prstGeom>
            <a:ln w="12700" cap="flat">
              <a:solidFill>
                <a:srgbClr val="BAC0CE"/>
              </a:solidFill>
              <a:miter lim="800000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49F6313C-C97D-4FED-9780-85EDB8CF1C25}"/>
                </a:ext>
              </a:extLst>
            </p:cNvPr>
            <p:cNvSpPr txBox="1"/>
            <p:nvPr/>
          </p:nvSpPr>
          <p:spPr>
            <a:xfrm flipH="1">
              <a:off x="4503039" y="5804479"/>
              <a:ext cx="961852" cy="18466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</p:spPr>
          <p:txBody>
            <a:bodyPr wrap="none" lIns="0" tIns="0" rIns="108000" bIns="0" rtlCol="0" anchor="b">
              <a:spAutoFit/>
            </a:bodyPr>
            <a:lstStyle/>
            <a:p>
              <a:pPr lvl="0" defTabSz="478031">
                <a:defRPr/>
              </a:pPr>
              <a:r>
                <a:rPr lang="ko-KR" altLang="en-US" sz="120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회사 일반현황</a:t>
              </a:r>
            </a:p>
          </p:txBody>
        </p:sp>
      </p:grpSp>
      <p:sp>
        <p:nvSpPr>
          <p:cNvPr id="3" name="제목 2">
            <a:extLst>
              <a:ext uri="{FF2B5EF4-FFF2-40B4-BE49-F238E27FC236}">
                <a16:creationId xmlns:a16="http://schemas.microsoft.com/office/drawing/2014/main" id="{CF8F47FD-33D8-4EBF-B1A2-39162A54E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676" y="1064568"/>
            <a:ext cx="1619083" cy="199285"/>
          </a:xfrm>
        </p:spPr>
        <p:txBody>
          <a:bodyPr/>
          <a:lstStyle/>
          <a:p>
            <a:r>
              <a:rPr lang="en-US" altLang="ko-KR" dirty="0"/>
              <a:t>1.1 </a:t>
            </a:r>
            <a:r>
              <a:rPr lang="ko-KR" altLang="en-US" dirty="0"/>
              <a:t>일반현황 및 연혁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F843F97-00EF-43CE-A0BA-30A7D9652B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18077" y="4892034"/>
            <a:ext cx="621846" cy="121931"/>
          </a:xfrm>
          <a:prstGeom prst="rect">
            <a:avLst/>
          </a:prstGeom>
        </p:spPr>
      </p:pic>
      <p:sp>
        <p:nvSpPr>
          <p:cNvPr id="61" name="직사각형 60">
            <a:extLst>
              <a:ext uri="{FF2B5EF4-FFF2-40B4-BE49-F238E27FC236}">
                <a16:creationId xmlns:a16="http://schemas.microsoft.com/office/drawing/2014/main" id="{1802A4EE-7911-4290-9E63-C31BD908FE93}"/>
              </a:ext>
            </a:extLst>
          </p:cNvPr>
          <p:cNvSpPr/>
          <p:nvPr/>
        </p:nvSpPr>
        <p:spPr>
          <a:xfrm>
            <a:off x="5206867" y="1065770"/>
            <a:ext cx="1209800" cy="17763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36000" rIns="72000" bIns="18000" rtlCol="0" anchor="ctr">
            <a:spAutoFit/>
          </a:bodyPr>
          <a:lstStyle/>
          <a:p>
            <a:pPr algn="r"/>
            <a:r>
              <a: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요구사항 번호</a:t>
            </a:r>
            <a:r>
              <a:rPr lang="en-US" altLang="ko-KR" sz="8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: </a:t>
            </a:r>
            <a:r>
              <a:rPr lang="en-US" altLang="ko-KR" sz="800">
                <a:solidFill>
                  <a:srgbClr val="0070C0"/>
                </a:solidFill>
                <a:latin typeface="+mj-ea"/>
                <a:ea typeface="+mj-ea"/>
              </a:rPr>
              <a:t>ABC-001</a:t>
            </a:r>
            <a:endParaRPr lang="ko-KR" altLang="en-US" sz="800" dirty="0">
              <a:solidFill>
                <a:srgbClr val="0070C0"/>
              </a:solidFill>
              <a:latin typeface="+mj-ea"/>
              <a:ea typeface="+mj-ea"/>
            </a:endParaRPr>
          </a:p>
        </p:txBody>
      </p:sp>
      <p:grpSp>
        <p:nvGrpSpPr>
          <p:cNvPr id="64" name="그룹 63">
            <a:extLst>
              <a:ext uri="{FF2B5EF4-FFF2-40B4-BE49-F238E27FC236}">
                <a16:creationId xmlns:a16="http://schemas.microsoft.com/office/drawing/2014/main" id="{ECBEC401-5CC9-460E-A3F0-E122AA856B60}"/>
              </a:ext>
            </a:extLst>
          </p:cNvPr>
          <p:cNvGrpSpPr/>
          <p:nvPr/>
        </p:nvGrpSpPr>
        <p:grpSpPr>
          <a:xfrm>
            <a:off x="5226879" y="6774862"/>
            <a:ext cx="844783" cy="823529"/>
            <a:chOff x="5001161" y="7710468"/>
            <a:chExt cx="844783" cy="823529"/>
          </a:xfrm>
        </p:grpSpPr>
        <p:sp>
          <p:nvSpPr>
            <p:cNvPr id="65" name="任意形状 1136">
              <a:extLst>
                <a:ext uri="{FF2B5EF4-FFF2-40B4-BE49-F238E27FC236}">
                  <a16:creationId xmlns:a16="http://schemas.microsoft.com/office/drawing/2014/main" id="{9F217017-90A7-40A0-9221-FCAB87A125FF}"/>
                </a:ext>
              </a:extLst>
            </p:cNvPr>
            <p:cNvSpPr/>
            <p:nvPr/>
          </p:nvSpPr>
          <p:spPr>
            <a:xfrm>
              <a:off x="5140595" y="7710468"/>
              <a:ext cx="531218" cy="53121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1880" y="9720"/>
                  </a:moveTo>
                  <a:lnTo>
                    <a:pt x="11880" y="4320"/>
                  </a:lnTo>
                  <a:lnTo>
                    <a:pt x="6480" y="11880"/>
                  </a:lnTo>
                  <a:lnTo>
                    <a:pt x="9720" y="11880"/>
                  </a:lnTo>
                  <a:lnTo>
                    <a:pt x="9720" y="17280"/>
                  </a:lnTo>
                  <a:lnTo>
                    <a:pt x="15120" y="9720"/>
                  </a:lnTo>
                  <a:lnTo>
                    <a:pt x="11880" y="9720"/>
                  </a:lnTo>
                  <a:close/>
                  <a:moveTo>
                    <a:pt x="10800" y="21600"/>
                  </a:moveTo>
                  <a:cubicBezTo>
                    <a:pt x="4835" y="21600"/>
                    <a:pt x="0" y="16765"/>
                    <a:pt x="0" y="10800"/>
                  </a:cubicBez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dirty="0"/>
            </a:p>
          </p:txBody>
        </p:sp>
        <p:sp>
          <p:nvSpPr>
            <p:cNvPr id="66" name="Text Box 53">
              <a:extLst>
                <a:ext uri="{FF2B5EF4-FFF2-40B4-BE49-F238E27FC236}">
                  <a16:creationId xmlns:a16="http://schemas.microsoft.com/office/drawing/2014/main" id="{D10D473B-4360-4BA3-997E-47F8762906CC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5001161" y="8330480"/>
              <a:ext cx="844783" cy="2035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CC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bg1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 marL="177800" indent="-177800" defTabSz="793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1028700" indent="-457200" defTabSz="793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668463" indent="-454025" defTabSz="793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2317750" indent="-458788" defTabSz="793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965450" indent="-457200" defTabSz="793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34226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38798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43370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47942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indent="0" algn="ctr" defTabSz="914400">
                <a:lnSpc>
                  <a:spcPct val="120000"/>
                </a:lnSpc>
                <a:spcAft>
                  <a:spcPts val="600"/>
                </a:spcAft>
              </a:pPr>
              <a:r>
                <a:rPr lang="en-US" altLang="ko-KR" sz="1200" b="1" dirty="0">
                  <a:solidFill>
                    <a:schemeClr val="bg1">
                      <a:lumMod val="75000"/>
                    </a:schemeClr>
                  </a:solidFill>
                  <a:latin typeface="Pretendard" panose="02000503000000020004" pitchFamily="50" charset="-127"/>
                  <a:ea typeface="10X10 Bold" panose="020D0604000000000000" pitchFamily="50" charset="-127"/>
                  <a:cs typeface="Pretendard" panose="02000503000000020004" pitchFamily="50" charset="-127"/>
                </a:rPr>
                <a:t>YOUR</a:t>
              </a:r>
              <a:r>
                <a:rPr lang="en-US" altLang="ko-KR" sz="1200" dirty="0">
                  <a:solidFill>
                    <a:schemeClr val="bg1">
                      <a:lumMod val="75000"/>
                    </a:schemeClr>
                  </a:solidFill>
                  <a:latin typeface="Pretendard" panose="02000503000000020004" pitchFamily="50" charset="-127"/>
                  <a:ea typeface="나눔명조" panose="02020603020101020101" pitchFamily="18" charset="-127"/>
                  <a:cs typeface="Pretendard" panose="02000503000000020004" pitchFamily="50" charset="-127"/>
                </a:rPr>
                <a:t>LOGO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5B86DD68-9607-41D0-84DB-DCB479BF194D}"/>
              </a:ext>
            </a:extLst>
          </p:cNvPr>
          <p:cNvSpPr txBox="1"/>
          <p:nvPr/>
        </p:nvSpPr>
        <p:spPr>
          <a:xfrm>
            <a:off x="1667082" y="503378"/>
            <a:ext cx="1230017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defTabSz="987095"/>
            <a:r>
              <a:rPr lang="en-US" altLang="ko-KR" sz="800" spc="-54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0  </a:t>
            </a:r>
            <a:r>
              <a:rPr lang="ko-KR" altLang="en-US" sz="800" spc="-54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제안업체 일반  </a:t>
            </a:r>
            <a:r>
              <a:rPr lang="en-US" altLang="ko-KR" sz="800" spc="-54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&gt;  1. </a:t>
            </a:r>
            <a:r>
              <a:rPr lang="ko-KR" altLang="en-US" sz="800" spc="-54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제안사 일반</a:t>
            </a:r>
          </a:p>
        </p:txBody>
      </p:sp>
    </p:spTree>
    <p:extLst>
      <p:ext uri="{BB962C8B-B14F-4D97-AF65-F5344CB8AC3E}">
        <p14:creationId xmlns:p14="http://schemas.microsoft.com/office/powerpoint/2010/main" val="2129047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" name="그룹 113">
            <a:extLst>
              <a:ext uri="{FF2B5EF4-FFF2-40B4-BE49-F238E27FC236}">
                <a16:creationId xmlns:a16="http://schemas.microsoft.com/office/drawing/2014/main" id="{D15B28B7-7330-4E61-A7FF-B69640FBAC01}"/>
              </a:ext>
            </a:extLst>
          </p:cNvPr>
          <p:cNvGrpSpPr/>
          <p:nvPr/>
        </p:nvGrpSpPr>
        <p:grpSpPr>
          <a:xfrm>
            <a:off x="3419390" y="7005228"/>
            <a:ext cx="3754026" cy="2530804"/>
            <a:chOff x="3251901" y="7475641"/>
            <a:chExt cx="3524400" cy="2376000"/>
          </a:xfrm>
        </p:grpSpPr>
        <p:sp>
          <p:nvSpPr>
            <p:cNvPr id="115" name="타원 114">
              <a:extLst>
                <a:ext uri="{FF2B5EF4-FFF2-40B4-BE49-F238E27FC236}">
                  <a16:creationId xmlns:a16="http://schemas.microsoft.com/office/drawing/2014/main" id="{51311F7E-B779-4FF4-A3AD-4B635CE7D753}"/>
                </a:ext>
              </a:extLst>
            </p:cNvPr>
            <p:cNvSpPr/>
            <p:nvPr/>
          </p:nvSpPr>
          <p:spPr>
            <a:xfrm>
              <a:off x="4054892" y="9316312"/>
              <a:ext cx="1965803" cy="535329"/>
            </a:xfrm>
            <a:prstGeom prst="ellipse">
              <a:avLst/>
            </a:prstGeom>
            <a:gradFill flip="none" rotWithShape="1">
              <a:gsLst>
                <a:gs pos="100000">
                  <a:srgbClr val="FFFFFF">
                    <a:lumMod val="0"/>
                    <a:lumOff val="100000"/>
                    <a:alpha val="0"/>
                  </a:srgbClr>
                </a:gs>
                <a:gs pos="0">
                  <a:srgbClr val="404040">
                    <a:lumMod val="75000"/>
                    <a:lumOff val="25000"/>
                    <a:alpha val="32000"/>
                  </a:srgbClr>
                </a:gs>
              </a:gsLst>
              <a:path path="shape">
                <a:fillToRect l="50000" t="50000" r="50000" b="50000"/>
              </a:path>
              <a:tileRect/>
            </a:gradFill>
            <a:ln w="25400" cap="flat" cmpd="sng" algn="ctr">
              <a:noFill/>
              <a:prstDash val="solid"/>
            </a:ln>
            <a:effectLst>
              <a:glow>
                <a:srgbClr val="4684B8"/>
              </a:glo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ea"/>
              </a:endParaRPr>
            </a:p>
          </p:txBody>
        </p:sp>
        <p:graphicFrame>
          <p:nvGraphicFramePr>
            <p:cNvPr id="116" name="차트 115">
              <a:extLst>
                <a:ext uri="{FF2B5EF4-FFF2-40B4-BE49-F238E27FC236}">
                  <a16:creationId xmlns:a16="http://schemas.microsoft.com/office/drawing/2014/main" id="{6A3C2E7F-7656-4B50-B669-820D726A3D3E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1781859154"/>
                </p:ext>
              </p:extLst>
            </p:nvPr>
          </p:nvGraphicFramePr>
          <p:xfrm>
            <a:off x="3251901" y="7475641"/>
            <a:ext cx="3524400" cy="2351702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sp>
          <p:nvSpPr>
            <p:cNvPr id="117" name="도넛 189">
              <a:extLst>
                <a:ext uri="{FF2B5EF4-FFF2-40B4-BE49-F238E27FC236}">
                  <a16:creationId xmlns:a16="http://schemas.microsoft.com/office/drawing/2014/main" id="{5C244CD8-0F28-4D9F-BEC0-A3801658A20C}"/>
                </a:ext>
              </a:extLst>
            </p:cNvPr>
            <p:cNvSpPr/>
            <p:nvPr/>
          </p:nvSpPr>
          <p:spPr>
            <a:xfrm>
              <a:off x="4050803" y="7683622"/>
              <a:ext cx="1917634" cy="1919343"/>
            </a:xfrm>
            <a:prstGeom prst="donut">
              <a:avLst>
                <a:gd name="adj" fmla="val 24086"/>
              </a:avLst>
            </a:prstGeom>
            <a:solidFill>
              <a:srgbClr val="FFFFFF">
                <a:alpha val="20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i="0" u="none" strike="noStrike" kern="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118" name="Text Box 103">
              <a:extLst>
                <a:ext uri="{FF2B5EF4-FFF2-40B4-BE49-F238E27FC236}">
                  <a16:creationId xmlns:a16="http://schemas.microsoft.com/office/drawing/2014/main" id="{92CA2574-34A2-4C6F-BDA4-5CE99A3A8A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0087" y="8659203"/>
              <a:ext cx="870778" cy="2797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ea"/>
                  <a:ea typeface="+mj-ea"/>
                  <a:cs typeface="굴림" pitchFamily="50" charset="-127"/>
                </a:rPr>
                <a:t>중급기술자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ea"/>
                  <a:ea typeface="+mj-ea"/>
                  <a:cs typeface="굴림" pitchFamily="50" charset="-127"/>
                </a:rPr>
                <a:t>(</a:t>
              </a:r>
              <a:r>
                <a:rPr lang="en-US" altLang="ko-KR" sz="1000" kern="0">
                  <a:solidFill>
                    <a:srgbClr val="FFFFFF"/>
                  </a:solidFill>
                  <a:latin typeface="+mj-ea"/>
                  <a:ea typeface="+mj-ea"/>
                  <a:cs typeface="굴림" pitchFamily="50" charset="-127"/>
                </a:rPr>
                <a:t>20</a:t>
              </a:r>
              <a:r>
                <a:rPr kumimoji="0" lang="ko-KR" altLang="en-US" sz="100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ea"/>
                  <a:ea typeface="+mj-ea"/>
                  <a:cs typeface="굴림" pitchFamily="50" charset="-127"/>
                </a:rPr>
                <a:t>명</a:t>
              </a:r>
              <a:r>
                <a:rPr kumimoji="0" lang="en-US" altLang="ko-KR" sz="100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ea"/>
                  <a:ea typeface="+mj-ea"/>
                  <a:cs typeface="굴림" pitchFamily="50" charset="-127"/>
                </a:rPr>
                <a:t>)</a:t>
              </a:r>
            </a:p>
          </p:txBody>
        </p:sp>
        <p:sp>
          <p:nvSpPr>
            <p:cNvPr id="121" name="Text Box 103">
              <a:extLst>
                <a:ext uri="{FF2B5EF4-FFF2-40B4-BE49-F238E27FC236}">
                  <a16:creationId xmlns:a16="http://schemas.microsoft.com/office/drawing/2014/main" id="{C4D7BC67-E69F-4CF3-AAA4-DAC2F4935B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0231" y="7943217"/>
              <a:ext cx="870778" cy="2797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 anchor="ctr">
              <a:spAutoFit/>
            </a:bodyPr>
            <a:lstStyle>
              <a:defPPr>
                <a:defRPr lang="en-US"/>
              </a:defPPr>
              <a:lvl1pPr marR="0" lvl="0" indent="0" algn="ctr" defTabSz="9144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800" i="0" u="none" strike="noStrike" kern="0" cap="none" spc="0" normalizeH="0" baseline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+mj-ea"/>
                  <a:ea typeface="+mj-ea"/>
                  <a:cs typeface="굴림" pitchFamily="50" charset="-127"/>
                </a:defRPr>
              </a:lvl1pPr>
            </a:lstStyle>
            <a:p>
              <a:r>
                <a:rPr lang="ko-KR" altLang="en-US" sz="1000" dirty="0"/>
                <a:t>초급기술자</a:t>
              </a:r>
            </a:p>
            <a:p>
              <a:r>
                <a:rPr lang="en-US" altLang="ko-KR" sz="1000"/>
                <a:t>(20</a:t>
              </a:r>
              <a:r>
                <a:rPr lang="ko-KR" altLang="en-US" sz="1000"/>
                <a:t>명</a:t>
              </a:r>
              <a:r>
                <a:rPr lang="en-US" altLang="ko-KR" sz="1000" dirty="0"/>
                <a:t>)</a:t>
              </a:r>
            </a:p>
          </p:txBody>
        </p:sp>
        <p:sp>
          <p:nvSpPr>
            <p:cNvPr id="128" name="Text Box 103">
              <a:extLst>
                <a:ext uri="{FF2B5EF4-FFF2-40B4-BE49-F238E27FC236}">
                  <a16:creationId xmlns:a16="http://schemas.microsoft.com/office/drawing/2014/main" id="{984CAAEC-EB85-4F60-BAE9-789F07824E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56629" y="8487724"/>
              <a:ext cx="870778" cy="2797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 anchor="ctr">
              <a:spAutoFit/>
            </a:bodyPr>
            <a:lstStyle>
              <a:defPPr>
                <a:defRPr lang="en-US"/>
              </a:defPPr>
              <a:lvl1pPr marR="0" lvl="0" indent="0" algn="ctr" defTabSz="9144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800" i="0" u="none" strike="noStrike" kern="0" cap="none" spc="0" normalizeH="0" baseline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+mj-ea"/>
                  <a:ea typeface="+mj-ea"/>
                  <a:cs typeface="굴림" pitchFamily="50" charset="-127"/>
                </a:defRPr>
              </a:lvl1pPr>
            </a:lstStyle>
            <a:p>
              <a:r>
                <a:rPr lang="ko-KR" altLang="en-US" sz="1000"/>
                <a:t>특급기술자</a:t>
              </a:r>
              <a:endParaRPr lang="ko-KR" altLang="en-US" sz="1000" dirty="0"/>
            </a:p>
            <a:p>
              <a:r>
                <a:rPr lang="en-US" altLang="ko-KR" sz="1000"/>
                <a:t>(30</a:t>
              </a:r>
              <a:r>
                <a:rPr lang="ko-KR" altLang="en-US" sz="1000"/>
                <a:t>명</a:t>
              </a:r>
              <a:r>
                <a:rPr lang="en-US" altLang="ko-KR" sz="1000"/>
                <a:t>)</a:t>
              </a:r>
              <a:endParaRPr lang="en-US" altLang="ko-KR" sz="1000" dirty="0"/>
            </a:p>
          </p:txBody>
        </p:sp>
        <p:sp>
          <p:nvSpPr>
            <p:cNvPr id="131" name="타원 130">
              <a:extLst>
                <a:ext uri="{FF2B5EF4-FFF2-40B4-BE49-F238E27FC236}">
                  <a16:creationId xmlns:a16="http://schemas.microsoft.com/office/drawing/2014/main" id="{C9B428FC-BEC8-4727-B630-8E70F04D780C}"/>
                </a:ext>
              </a:extLst>
            </p:cNvPr>
            <p:cNvSpPr/>
            <p:nvPr/>
          </p:nvSpPr>
          <p:spPr bwMode="auto">
            <a:xfrm>
              <a:off x="4558140" y="8195036"/>
              <a:ext cx="902959" cy="903764"/>
            </a:xfrm>
            <a:prstGeom prst="ellipse">
              <a:avLst/>
            </a:prstGeom>
            <a:solidFill>
              <a:srgbClr val="FFFFFF"/>
            </a:solidFill>
            <a:ln w="9525" algn="ctr">
              <a:noFill/>
              <a:miter lim="800000"/>
              <a:headEnd/>
              <a:tailEnd/>
            </a:ln>
          </p:spPr>
          <p:txBody>
            <a:bodyPr lIns="28800" tIns="36000" rIns="28800" bIns="36000" rtlCol="0" anchor="ctr">
              <a:noAutofit/>
            </a:bodyPr>
            <a:lstStyle/>
            <a:p>
              <a:pPr marL="0" marR="0" lvl="0" indent="0" algn="ctr" defTabSz="88582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80000"/>
                <a:buFontTx/>
                <a:buNone/>
                <a:tabLst/>
                <a:defRPr/>
              </a:pPr>
              <a:endParaRPr kumimoji="0" lang="ko-KR" altLang="en-US" sz="1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132" name="Text Box 103">
              <a:extLst>
                <a:ext uri="{FF2B5EF4-FFF2-40B4-BE49-F238E27FC236}">
                  <a16:creationId xmlns:a16="http://schemas.microsoft.com/office/drawing/2014/main" id="{4B2DA0D4-2488-4AEA-A1BC-C95F2D4F00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10662" y="9248675"/>
              <a:ext cx="870778" cy="2797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000" kern="0" dirty="0">
                  <a:solidFill>
                    <a:srgbClr val="FFFFFF"/>
                  </a:solidFill>
                  <a:latin typeface="+mj-ea"/>
                  <a:ea typeface="+mj-ea"/>
                  <a:cs typeface="굴림" pitchFamily="50" charset="-127"/>
                </a:rPr>
                <a:t>고</a:t>
              </a:r>
              <a:r>
                <a:rPr kumimoji="0" lang="ko-KR" altLang="en-US" sz="100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ea"/>
                  <a:ea typeface="+mj-ea"/>
                  <a:cs typeface="굴림" pitchFamily="50" charset="-127"/>
                </a:rPr>
                <a:t>급기술자</a:t>
              </a:r>
              <a:endParaRPr kumimoji="0" lang="ko-KR" altLang="en-US" sz="10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ea"/>
                <a:ea typeface="+mj-ea"/>
                <a:cs typeface="굴림" pitchFamily="50" charset="-127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ea"/>
                  <a:ea typeface="+mj-ea"/>
                  <a:cs typeface="굴림" pitchFamily="50" charset="-127"/>
                </a:rPr>
                <a:t>(</a:t>
              </a:r>
              <a:r>
                <a:rPr lang="en-US" altLang="ko-KR" sz="1000" kern="0" noProof="0">
                  <a:solidFill>
                    <a:srgbClr val="FFFFFF"/>
                  </a:solidFill>
                  <a:latin typeface="+mj-ea"/>
                  <a:ea typeface="+mj-ea"/>
                  <a:cs typeface="굴림" pitchFamily="50" charset="-127"/>
                </a:rPr>
                <a:t>30</a:t>
              </a:r>
              <a:r>
                <a:rPr kumimoji="0" lang="ko-KR" altLang="en-US" sz="100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ea"/>
                  <a:ea typeface="+mj-ea"/>
                  <a:cs typeface="굴림" pitchFamily="50" charset="-127"/>
                </a:rPr>
                <a:t>명</a:t>
              </a:r>
              <a:r>
                <a:rPr kumimoji="0" lang="en-US" altLang="ko-KR" sz="100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ea"/>
                  <a:ea typeface="+mj-ea"/>
                  <a:cs typeface="굴림" pitchFamily="50" charset="-127"/>
                </a:rPr>
                <a:t>)</a:t>
              </a:r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876C1FB1-2B57-4AFE-852E-996CE284054B}"/>
                </a:ext>
              </a:extLst>
            </p:cNvPr>
            <p:cNvSpPr txBox="1"/>
            <p:nvPr/>
          </p:nvSpPr>
          <p:spPr>
            <a:xfrm>
              <a:off x="4646000" y="8496526"/>
              <a:ext cx="721173" cy="317845"/>
            </a:xfrm>
            <a:prstGeom prst="rect">
              <a:avLst/>
            </a:prstGeom>
            <a:noFill/>
            <a:effectLst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altLang="ko-KR" sz="1600" dirty="0">
                  <a:solidFill>
                    <a:srgbClr val="002060"/>
                  </a:solidFill>
                  <a:latin typeface="G마켓 산스 Bold" panose="02000000000000000000" pitchFamily="50" charset="-127"/>
                  <a:ea typeface="G마켓 산스 Bold" panose="02000000000000000000" pitchFamily="50" charset="-127"/>
                </a:rPr>
                <a:t>100</a:t>
              </a:r>
              <a:r>
                <a:rPr lang="ko-KR" altLang="en-US" sz="1600" dirty="0">
                  <a:solidFill>
                    <a:srgbClr val="002060"/>
                  </a:solidFill>
                  <a:latin typeface="G마켓 산스 Bold" panose="02000000000000000000" pitchFamily="50" charset="-127"/>
                  <a:ea typeface="G마켓 산스 Bold" panose="02000000000000000000" pitchFamily="50" charset="-127"/>
                </a:rPr>
                <a:t>명</a:t>
              </a:r>
            </a:p>
          </p:txBody>
        </p:sp>
      </p:grpSp>
      <p:sp>
        <p:nvSpPr>
          <p:cNvPr id="62" name="AutoShape 165">
            <a:extLst>
              <a:ext uri="{FF2B5EF4-FFF2-40B4-BE49-F238E27FC236}">
                <a16:creationId xmlns:a16="http://schemas.microsoft.com/office/drawing/2014/main" id="{96A750B6-4421-4181-8D6E-9C7691FA80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668" y="1568624"/>
            <a:ext cx="5976000" cy="647237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3175" algn="ctr">
            <a:solidFill>
              <a:schemeClr val="bg1">
                <a:lumMod val="95000"/>
              </a:schemeClr>
            </a:solidFill>
            <a:round/>
            <a:headEnd/>
            <a:tailEnd/>
          </a:ln>
          <a:effectLst/>
        </p:spPr>
        <p:txBody>
          <a:bodyPr wrap="square" lIns="144000" tIns="36000" rIns="72000" bIns="36000" anchor="ctr"/>
          <a:lstStyle/>
          <a:p>
            <a:pPr marL="85725" lvl="0" indent="-85725" defTabSz="914400" fontAlgn="ctr">
              <a:lnSpc>
                <a:spcPct val="110000"/>
              </a:lnSpc>
              <a:spcAft>
                <a:spcPts val="300"/>
              </a:spcAft>
              <a:buFont typeface="Arial" pitchFamily="34" charset="0"/>
              <a:buChar char="•"/>
              <a:defRPr/>
            </a:pPr>
            <a:r>
              <a:rPr kumimoji="1" lang="ko-KR" altLang="en-US" sz="1000" ker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제안사는 기술인력을 </a:t>
            </a:r>
            <a:r>
              <a:rPr kumimoji="1" lang="en-US" altLang="ko-KR" sz="1000" ker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100% </a:t>
            </a:r>
            <a:r>
              <a:rPr kumimoji="1" lang="ko-KR" altLang="en-US" sz="1000" ker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보유하고 있는 </a:t>
            </a:r>
            <a:r>
              <a:rPr kumimoji="1" lang="ko-KR" altLang="en-US" sz="1000" ker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기술 중심 기반의 조직으로 구성</a:t>
            </a:r>
          </a:p>
          <a:p>
            <a:pPr marL="85725" lvl="0" indent="-85725" defTabSz="914400" fontAlgn="ctr">
              <a:lnSpc>
                <a:spcPct val="110000"/>
              </a:lnSpc>
              <a:spcAft>
                <a:spcPts val="300"/>
              </a:spcAft>
              <a:buFont typeface="Arial" pitchFamily="34" charset="0"/>
              <a:buChar char="•"/>
              <a:defRPr/>
            </a:pPr>
            <a:r>
              <a:rPr kumimoji="1" lang="ko-KR" altLang="en-US" sz="1000" ker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고객 중심의 체계적이고 유기적인 조직 구성으로 </a:t>
            </a:r>
            <a:r>
              <a:rPr kumimoji="1" lang="ko-KR" altLang="en-US" sz="1000" ker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시스템 구축</a:t>
            </a:r>
            <a:r>
              <a:rPr kumimoji="1" lang="en-US" altLang="ko-KR" sz="1000" ker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·</a:t>
            </a:r>
            <a:r>
              <a:rPr kumimoji="1" lang="ko-KR" altLang="en-US" sz="1000" ker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운영</a:t>
            </a:r>
            <a:r>
              <a:rPr kumimoji="1" lang="en-US" altLang="ko-KR" sz="1000" ker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·</a:t>
            </a:r>
            <a:r>
              <a:rPr kumimoji="1" lang="ko-KR" altLang="en-US" sz="1000" ker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유지보수</a:t>
            </a:r>
            <a:r>
              <a:rPr kumimoji="1" lang="en-US" altLang="ko-KR" sz="1000" ker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·</a:t>
            </a:r>
            <a:r>
              <a:rPr kumimoji="1" lang="ko-KR" altLang="en-US" sz="1000" ker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관리 사업을 수행</a:t>
            </a:r>
          </a:p>
        </p:txBody>
      </p:sp>
      <p:grpSp>
        <p:nvGrpSpPr>
          <p:cNvPr id="73" name="그룹 72">
            <a:extLst>
              <a:ext uri="{FF2B5EF4-FFF2-40B4-BE49-F238E27FC236}">
                <a16:creationId xmlns:a16="http://schemas.microsoft.com/office/drawing/2014/main" id="{9E41027E-01F6-4710-B5E1-CBA512E90F70}"/>
              </a:ext>
            </a:extLst>
          </p:cNvPr>
          <p:cNvGrpSpPr/>
          <p:nvPr/>
        </p:nvGrpSpPr>
        <p:grpSpPr>
          <a:xfrm>
            <a:off x="440668" y="1064568"/>
            <a:ext cx="66431" cy="180000"/>
            <a:chOff x="447632" y="1870808"/>
            <a:chExt cx="66431" cy="247087"/>
          </a:xfrm>
        </p:grpSpPr>
        <p:sp>
          <p:nvSpPr>
            <p:cNvPr id="74" name="직사각형 73">
              <a:extLst>
                <a:ext uri="{FF2B5EF4-FFF2-40B4-BE49-F238E27FC236}">
                  <a16:creationId xmlns:a16="http://schemas.microsoft.com/office/drawing/2014/main" id="{706C3990-57B7-48CA-88E3-2FDF02F9A69B}"/>
                </a:ext>
              </a:extLst>
            </p:cNvPr>
            <p:cNvSpPr/>
            <p:nvPr/>
          </p:nvSpPr>
          <p:spPr>
            <a:xfrm>
              <a:off x="447632" y="1990162"/>
              <a:ext cx="66431" cy="12773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/>
            </a:bodyPr>
            <a:lstStyle/>
            <a:p>
              <a:pPr algn="ctr"/>
              <a:endParaRPr lang="ko-KR" altLang="en-US">
                <a:ln>
                  <a:solidFill>
                    <a:srgbClr val="02A1B2">
                      <a:alpha val="0"/>
                    </a:srgbClr>
                  </a:solidFill>
                </a:ln>
              </a:endParaRPr>
            </a:p>
          </p:txBody>
        </p:sp>
        <p:sp>
          <p:nvSpPr>
            <p:cNvPr id="75" name="직사각형 74">
              <a:extLst>
                <a:ext uri="{FF2B5EF4-FFF2-40B4-BE49-F238E27FC236}">
                  <a16:creationId xmlns:a16="http://schemas.microsoft.com/office/drawing/2014/main" id="{87AAB913-0453-423E-93A4-CEA019742627}"/>
                </a:ext>
              </a:extLst>
            </p:cNvPr>
            <p:cNvSpPr/>
            <p:nvPr/>
          </p:nvSpPr>
          <p:spPr>
            <a:xfrm>
              <a:off x="447632" y="1870808"/>
              <a:ext cx="66431" cy="127733"/>
            </a:xfrm>
            <a:prstGeom prst="rect">
              <a:avLst/>
            </a:prstGeom>
            <a:solidFill>
              <a:srgbClr val="B71B6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/>
            </a:bodyPr>
            <a:lstStyle/>
            <a:p>
              <a:pPr algn="ctr"/>
              <a:endParaRPr lang="ko-KR" altLang="en-US">
                <a:ln>
                  <a:solidFill>
                    <a:srgbClr val="02A1B2">
                      <a:alpha val="0"/>
                    </a:srgbClr>
                  </a:solidFill>
                </a:ln>
              </a:endParaRPr>
            </a:p>
          </p:txBody>
        </p: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B1E1CCBD-224C-4E35-8FC5-2D487052285F}"/>
              </a:ext>
            </a:extLst>
          </p:cNvPr>
          <p:cNvSpPr/>
          <p:nvPr/>
        </p:nvSpPr>
        <p:spPr>
          <a:xfrm>
            <a:off x="5206867" y="1065770"/>
            <a:ext cx="1209800" cy="17763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36000" rIns="72000" bIns="18000" rtlCol="0" anchor="ctr">
            <a:spAutoFit/>
          </a:bodyPr>
          <a:lstStyle/>
          <a:p>
            <a:pPr algn="r"/>
            <a:r>
              <a: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요구사항 번호</a:t>
            </a:r>
            <a:r>
              <a:rPr lang="en-US" altLang="ko-KR" sz="8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: </a:t>
            </a:r>
            <a:r>
              <a:rPr lang="en-US" altLang="ko-KR" sz="800">
                <a:solidFill>
                  <a:srgbClr val="0070C0"/>
                </a:solidFill>
                <a:latin typeface="+mj-ea"/>
                <a:ea typeface="+mj-ea"/>
              </a:rPr>
              <a:t>ABC-001</a:t>
            </a:r>
            <a:endParaRPr lang="ko-KR" altLang="en-US" sz="800" dirty="0">
              <a:solidFill>
                <a:srgbClr val="0070C0"/>
              </a:solidFill>
              <a:latin typeface="+mj-ea"/>
              <a:ea typeface="+mj-ea"/>
            </a:endParaRPr>
          </a:p>
        </p:txBody>
      </p:sp>
      <p:graphicFrame>
        <p:nvGraphicFramePr>
          <p:cNvPr id="78" name="Group 815">
            <a:extLst>
              <a:ext uri="{FF2B5EF4-FFF2-40B4-BE49-F238E27FC236}">
                <a16:creationId xmlns:a16="http://schemas.microsoft.com/office/drawing/2014/main" id="{76F23494-3D58-4F6B-A732-86D2EA4CA1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530726"/>
              </p:ext>
            </p:extLst>
          </p:nvPr>
        </p:nvGraphicFramePr>
        <p:xfrm>
          <a:off x="440667" y="6177196"/>
          <a:ext cx="5976000" cy="540000"/>
        </p:xfrm>
        <a:graphic>
          <a:graphicData uri="http://schemas.openxmlformats.org/drawingml/2006/table">
            <a:tbl>
              <a:tblPr/>
              <a:tblGrid>
                <a:gridCol w="119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5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95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886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100" b="0" kern="1200" spc="0" dirty="0">
                          <a:ln>
                            <a:solidFill>
                              <a:srgbClr val="7ED2D8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SemiBold" panose="02000703000000020004" pitchFamily="50" charset="-127"/>
                          <a:ea typeface="Pretendard SemiBold" panose="02000703000000020004" pitchFamily="50" charset="-127"/>
                          <a:cs typeface="+mn-cs"/>
                        </a:rPr>
                        <a:t>구 분</a:t>
                      </a:r>
                    </a:p>
                  </a:txBody>
                  <a:tcPr marL="72000" marR="72000" marT="36000" marB="360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100" b="0" kern="1200" spc="0" dirty="0">
                          <a:ln>
                            <a:solidFill>
                              <a:srgbClr val="7ED2D8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SemiBold" panose="02000703000000020004" pitchFamily="50" charset="-127"/>
                          <a:ea typeface="Pretendard SemiBold" panose="02000703000000020004" pitchFamily="50" charset="-127"/>
                          <a:cs typeface="+mn-cs"/>
                        </a:rPr>
                        <a:t>합 계</a:t>
                      </a:r>
                    </a:p>
                  </a:txBody>
                  <a:tcPr marL="72000" marR="72000" marT="36000" marB="3600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100" b="0" kern="1200" spc="0" dirty="0">
                          <a:ln>
                            <a:solidFill>
                              <a:srgbClr val="7ED2D8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SemiBold" panose="02000703000000020004" pitchFamily="50" charset="-127"/>
                          <a:ea typeface="Pretendard SemiBold" panose="02000703000000020004" pitchFamily="50" charset="-127"/>
                          <a:cs typeface="+mn-cs"/>
                        </a:rPr>
                        <a:t>기술</a:t>
                      </a:r>
                    </a:p>
                  </a:txBody>
                  <a:tcPr marL="72000" marR="72000" marT="36000" marB="3600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100" b="0" kern="1200" spc="0" dirty="0">
                          <a:ln>
                            <a:solidFill>
                              <a:srgbClr val="7ED2D8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SemiBold" panose="02000703000000020004" pitchFamily="50" charset="-127"/>
                          <a:ea typeface="Pretendard SemiBold" panose="02000703000000020004" pitchFamily="50" charset="-127"/>
                          <a:cs typeface="+mn-cs"/>
                        </a:rPr>
                        <a:t>연구직</a:t>
                      </a:r>
                    </a:p>
                  </a:txBody>
                  <a:tcPr marL="72000" marR="72000" marT="36000" marB="3600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100" b="0" kern="1200" spc="0" dirty="0">
                          <a:ln>
                            <a:solidFill>
                              <a:srgbClr val="7ED2D8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SemiBold" panose="02000703000000020004" pitchFamily="50" charset="-127"/>
                          <a:ea typeface="Pretendard SemiBold" panose="02000703000000020004" pitchFamily="50" charset="-127"/>
                          <a:cs typeface="+mn-cs"/>
                        </a:rPr>
                        <a:t>관리</a:t>
                      </a:r>
                    </a:p>
                  </a:txBody>
                  <a:tcPr marL="72000" marR="72000" marT="36000" marB="3600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113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spc="0" dirty="0" err="1">
                          <a:ln>
                            <a:solidFill>
                              <a:srgbClr val="7ED2D8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SemiBold" panose="02000703000000020004" pitchFamily="50" charset="-127"/>
                          <a:ea typeface="Pretendard SemiBold" panose="02000703000000020004" pitchFamily="50" charset="-127"/>
                          <a:cs typeface="+mn-cs"/>
                        </a:rPr>
                        <a:t>직군별</a:t>
                      </a:r>
                      <a:r>
                        <a:rPr lang="ko-KR" altLang="en-US" sz="1000" b="0" kern="1200" spc="0" dirty="0">
                          <a:ln>
                            <a:solidFill>
                              <a:srgbClr val="7ED2D8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SemiBold" panose="02000703000000020004" pitchFamily="50" charset="-127"/>
                          <a:ea typeface="Pretendard SemiBold" panose="02000703000000020004" pitchFamily="50" charset="-127"/>
                          <a:cs typeface="+mn-cs"/>
                        </a:rPr>
                        <a:t> 인원</a:t>
                      </a:r>
                    </a:p>
                  </a:txBody>
                  <a:tcPr marL="72000" marR="72000" marT="36000" marB="360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retendard SemiBold" panose="02000703000000020004" pitchFamily="50" charset="-127"/>
                          <a:ea typeface="Pretendard SemiBold" panose="02000703000000020004" pitchFamily="50" charset="-127"/>
                          <a:cs typeface="+mn-cs"/>
                        </a:rPr>
                        <a:t>296</a:t>
                      </a:r>
                    </a:p>
                  </a:txBody>
                  <a:tcPr marL="9521" marR="9521" marT="9525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retendard SemiBold" panose="02000703000000020004" pitchFamily="50" charset="-127"/>
                          <a:ea typeface="Pretendard SemiBold" panose="02000703000000020004" pitchFamily="50" charset="-127"/>
                          <a:cs typeface="+mn-cs"/>
                        </a:rPr>
                        <a:t>247</a:t>
                      </a:r>
                    </a:p>
                  </a:txBody>
                  <a:tcPr marL="9521" marR="9521" marT="9525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retendard SemiBold" panose="02000703000000020004" pitchFamily="50" charset="-127"/>
                          <a:ea typeface="Pretendard SemiBold" panose="02000703000000020004" pitchFamily="50" charset="-127"/>
                          <a:cs typeface="+mn-cs"/>
                        </a:rPr>
                        <a:t>30</a:t>
                      </a:r>
                    </a:p>
                  </a:txBody>
                  <a:tcPr marL="9521" marR="9521" marT="9525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retendard SemiBold" panose="02000703000000020004" pitchFamily="50" charset="-127"/>
                          <a:ea typeface="Pretendard SemiBold" panose="02000703000000020004" pitchFamily="50" charset="-127"/>
                          <a:cs typeface="+mn-cs"/>
                        </a:rPr>
                        <a:t>19</a:t>
                      </a:r>
                    </a:p>
                  </a:txBody>
                  <a:tcPr marL="9521" marR="9521" marT="9525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1188362"/>
                  </a:ext>
                </a:extLst>
              </a:tr>
            </a:tbl>
          </a:graphicData>
        </a:graphic>
      </p:graphicFrame>
      <p:graphicFrame>
        <p:nvGraphicFramePr>
          <p:cNvPr id="79" name="Group 815">
            <a:extLst>
              <a:ext uri="{FF2B5EF4-FFF2-40B4-BE49-F238E27FC236}">
                <a16:creationId xmlns:a16="http://schemas.microsoft.com/office/drawing/2014/main" id="{1B67546B-28DE-442B-8C6C-ABD9D61722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4633977"/>
              </p:ext>
            </p:extLst>
          </p:nvPr>
        </p:nvGraphicFramePr>
        <p:xfrm>
          <a:off x="440668" y="7185491"/>
          <a:ext cx="3563998" cy="2196001"/>
        </p:xfrm>
        <a:graphic>
          <a:graphicData uri="http://schemas.openxmlformats.org/drawingml/2006/table">
            <a:tbl>
              <a:tblPr/>
              <a:tblGrid>
                <a:gridCol w="8555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16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16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168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168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4168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47067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100" b="0" kern="1200" spc="0" dirty="0">
                          <a:ln>
                            <a:solidFill>
                              <a:srgbClr val="7ED2D8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SemiBold" panose="02000703000000020004" pitchFamily="50" charset="-127"/>
                          <a:ea typeface="Pretendard SemiBold" panose="02000703000000020004" pitchFamily="50" charset="-127"/>
                          <a:cs typeface="+mn-cs"/>
                        </a:rPr>
                        <a:t>구 분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100" b="0" kern="1200" spc="0" dirty="0">
                          <a:ln>
                            <a:solidFill>
                              <a:srgbClr val="7ED2D8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SemiBold" panose="02000703000000020004" pitchFamily="50" charset="-127"/>
                          <a:ea typeface="Pretendard SemiBold" panose="02000703000000020004" pitchFamily="50" charset="-127"/>
                          <a:cs typeface="+mn-cs"/>
                        </a:rPr>
                        <a:t>합 계</a:t>
                      </a:r>
                    </a:p>
                  </a:txBody>
                  <a:tcPr marL="0" marR="0" marT="36000" marB="3600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100" b="0" kern="1200" spc="0" dirty="0">
                          <a:ln>
                            <a:solidFill>
                              <a:srgbClr val="7ED2D8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SemiBold" panose="02000703000000020004" pitchFamily="50" charset="-127"/>
                          <a:ea typeface="Pretendard SemiBold" panose="02000703000000020004" pitchFamily="50" charset="-127"/>
                          <a:cs typeface="+mn-cs"/>
                        </a:rPr>
                        <a:t>전문 분야</a:t>
                      </a:r>
                    </a:p>
                  </a:txBody>
                  <a:tcPr marL="0" marR="0" marT="36000" marB="3600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9F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5DBD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9F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5DBD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9F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5DB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7067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KoPub돋움체 Bold" panose="02020603020101020101" pitchFamily="18" charset="-127"/>
                        <a:ea typeface="KoPub돋움체 Bold" panose="02020603020101020101" pitchFamily="18" charset="-127"/>
                      </a:endParaRPr>
                    </a:p>
                  </a:txBody>
                  <a:tcPr marL="35999" marR="35999" marT="35994" marB="3599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5DBD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5DBD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100" b="0" kern="1200" spc="0" dirty="0">
                          <a:ln>
                            <a:solidFill>
                              <a:srgbClr val="7ED2D8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SemiBold" panose="02000703000000020004" pitchFamily="50" charset="-127"/>
                          <a:ea typeface="Pretendard SemiBold" panose="02000703000000020004" pitchFamily="50" charset="-127"/>
                          <a:cs typeface="+mn-cs"/>
                        </a:rPr>
                        <a:t>컨설팅</a:t>
                      </a:r>
                    </a:p>
                  </a:txBody>
                  <a:tcPr marL="0" marR="0" marT="36000" marB="3600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100" b="0" kern="1200" spc="0" dirty="0">
                          <a:ln>
                            <a:solidFill>
                              <a:srgbClr val="7ED2D8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SemiBold" panose="02000703000000020004" pitchFamily="50" charset="-127"/>
                          <a:ea typeface="Pretendard SemiBold" panose="02000703000000020004" pitchFamily="50" charset="-127"/>
                          <a:cs typeface="+mn-cs"/>
                        </a:rPr>
                        <a:t>DB</a:t>
                      </a:r>
                      <a:endParaRPr lang="ko-KR" altLang="en-US" sz="1100" b="0" kern="1200" spc="0" dirty="0">
                        <a:ln>
                          <a:solidFill>
                            <a:srgbClr val="7ED2D8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Pretendard SemiBold" panose="02000703000000020004" pitchFamily="50" charset="-127"/>
                        <a:ea typeface="Pretendard SemiBold" panose="02000703000000020004" pitchFamily="50" charset="-127"/>
                        <a:cs typeface="+mn-cs"/>
                      </a:endParaRPr>
                    </a:p>
                  </a:txBody>
                  <a:tcPr marL="0" marR="0" marT="36000" marB="3600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100" b="0" kern="1200" spc="0" dirty="0">
                          <a:ln>
                            <a:solidFill>
                              <a:srgbClr val="7ED2D8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SemiBold" panose="02000703000000020004" pitchFamily="50" charset="-127"/>
                          <a:ea typeface="Pretendard SemiBold" panose="02000703000000020004" pitchFamily="50" charset="-127"/>
                          <a:cs typeface="+mn-cs"/>
                        </a:rPr>
                        <a:t>개발</a:t>
                      </a:r>
                    </a:p>
                  </a:txBody>
                  <a:tcPr marL="0" marR="0" marT="36000" marB="3600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100" b="0" kern="1200" spc="0" dirty="0">
                          <a:ln>
                            <a:solidFill>
                              <a:srgbClr val="7ED2D8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SemiBold" panose="02000703000000020004" pitchFamily="50" charset="-127"/>
                          <a:ea typeface="Pretendard SemiBold" panose="02000703000000020004" pitchFamily="50" charset="-127"/>
                          <a:cs typeface="+mn-cs"/>
                        </a:rPr>
                        <a:t>디자인</a:t>
                      </a:r>
                    </a:p>
                  </a:txBody>
                  <a:tcPr marL="0" marR="0" marT="36000" marB="3600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8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000" b="0" kern="1200" spc="0" dirty="0">
                          <a:ln>
                            <a:solidFill>
                              <a:srgbClr val="7ED2D8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SemiBold" panose="02000703000000020004" pitchFamily="50" charset="-127"/>
                          <a:ea typeface="Pretendard SemiBold" panose="02000703000000020004" pitchFamily="50" charset="-127"/>
                          <a:cs typeface="+mn-cs"/>
                        </a:rPr>
                        <a:t>특급기술자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000" kern="1200" spc="-5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SemiBold" panose="02000703000000020004" pitchFamily="50" charset="-127"/>
                          <a:ea typeface="Pretendard SemiBold" panose="02000703000000020004" pitchFamily="50" charset="-127"/>
                          <a:cs typeface="+mn-cs"/>
                        </a:rPr>
                        <a:t>30</a:t>
                      </a:r>
                      <a:endParaRPr lang="ko-KR" altLang="ko-KR" sz="1000" kern="1200" spc="-5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Pretendard SemiBold" panose="02000703000000020004" pitchFamily="50" charset="-127"/>
                        <a:ea typeface="Pretendard SemiBold" panose="02000703000000020004" pitchFamily="50" charset="-127"/>
                        <a:cs typeface="+mn-cs"/>
                      </a:endParaRPr>
                    </a:p>
                  </a:txBody>
                  <a:tcPr marL="0" marR="0" marT="36000" marB="3600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kern="1200" dirty="0">
                          <a:ln>
                            <a:solidFill>
                              <a:srgbClr val="7ED2D8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+mn-cs"/>
                        </a:rPr>
                        <a:t>10</a:t>
                      </a:r>
                      <a:endParaRPr kumimoji="1" lang="ko-KR" altLang="ko-KR" sz="1000" kern="1200" dirty="0">
                        <a:ln>
                          <a:solidFill>
                            <a:srgbClr val="7ED2D8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Pretendard ExtraLight" panose="02000303000000020004" pitchFamily="50" charset="-127"/>
                        <a:ea typeface="Pretendard ExtraLight" panose="02000303000000020004" pitchFamily="50" charset="-127"/>
                        <a:cs typeface="+mn-cs"/>
                      </a:endParaRPr>
                    </a:p>
                  </a:txBody>
                  <a:tcPr marL="0" marR="0" marT="36000" marB="3600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kern="1200" dirty="0">
                          <a:ln>
                            <a:solidFill>
                              <a:srgbClr val="7ED2D8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+mn-cs"/>
                        </a:rPr>
                        <a:t>5</a:t>
                      </a:r>
                      <a:endParaRPr kumimoji="1" lang="ko-KR" altLang="ko-KR" sz="1000" kern="1200" dirty="0">
                        <a:ln>
                          <a:solidFill>
                            <a:srgbClr val="7ED2D8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Pretendard ExtraLight" panose="02000303000000020004" pitchFamily="50" charset="-127"/>
                        <a:ea typeface="Pretendard ExtraLight" panose="02000303000000020004" pitchFamily="50" charset="-127"/>
                        <a:cs typeface="+mn-cs"/>
                      </a:endParaRPr>
                    </a:p>
                  </a:txBody>
                  <a:tcPr marL="0" marR="0" marT="36000" marB="3600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kern="1200" dirty="0">
                          <a:ln>
                            <a:solidFill>
                              <a:srgbClr val="7ED2D8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+mn-cs"/>
                        </a:rPr>
                        <a:t>10</a:t>
                      </a:r>
                      <a:endParaRPr kumimoji="1" lang="ko-KR" altLang="ko-KR" sz="1000" kern="1200" dirty="0">
                        <a:ln>
                          <a:solidFill>
                            <a:srgbClr val="7ED2D8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Pretendard ExtraLight" panose="02000303000000020004" pitchFamily="50" charset="-127"/>
                        <a:ea typeface="Pretendard ExtraLight" panose="02000303000000020004" pitchFamily="50" charset="-127"/>
                        <a:cs typeface="+mn-cs"/>
                      </a:endParaRPr>
                    </a:p>
                  </a:txBody>
                  <a:tcPr marL="0" marR="0" marT="36000" marB="3600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kern="1200" dirty="0">
                          <a:ln>
                            <a:solidFill>
                              <a:srgbClr val="7ED2D8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+mn-cs"/>
                        </a:rPr>
                        <a:t>5</a:t>
                      </a:r>
                      <a:endParaRPr kumimoji="1" lang="ko-KR" altLang="ko-KR" sz="1000" kern="1200" dirty="0">
                        <a:ln>
                          <a:solidFill>
                            <a:srgbClr val="7ED2D8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Pretendard ExtraLight" panose="02000303000000020004" pitchFamily="50" charset="-127"/>
                        <a:ea typeface="Pretendard ExtraLight" panose="02000303000000020004" pitchFamily="50" charset="-127"/>
                        <a:cs typeface="+mn-cs"/>
                      </a:endParaRPr>
                    </a:p>
                  </a:txBody>
                  <a:tcPr marL="0" marR="0" marT="36000" marB="3600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972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000" b="0" kern="1200" spc="0" dirty="0">
                          <a:ln>
                            <a:solidFill>
                              <a:srgbClr val="7ED2D8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SemiBold" panose="02000703000000020004" pitchFamily="50" charset="-127"/>
                          <a:ea typeface="Pretendard SemiBold" panose="02000703000000020004" pitchFamily="50" charset="-127"/>
                          <a:cs typeface="+mn-cs"/>
                        </a:rPr>
                        <a:t>고급기술자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000" kern="1200" spc="-5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SemiBold" panose="02000703000000020004" pitchFamily="50" charset="-127"/>
                          <a:ea typeface="Pretendard SemiBold" panose="02000703000000020004" pitchFamily="50" charset="-127"/>
                          <a:cs typeface="+mn-cs"/>
                        </a:rPr>
                        <a:t>30</a:t>
                      </a:r>
                      <a:endParaRPr lang="ko-KR" altLang="ko-KR" sz="1000" kern="1200" spc="-5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Pretendard SemiBold" panose="02000703000000020004" pitchFamily="50" charset="-127"/>
                        <a:ea typeface="Pretendard SemiBold" panose="02000703000000020004" pitchFamily="50" charset="-127"/>
                        <a:cs typeface="+mn-cs"/>
                      </a:endParaRPr>
                    </a:p>
                  </a:txBody>
                  <a:tcPr marL="0" marR="0" marT="36000" marB="3600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kern="1200" dirty="0">
                          <a:ln>
                            <a:solidFill>
                              <a:srgbClr val="7ED2D8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+mn-cs"/>
                        </a:rPr>
                        <a:t>10</a:t>
                      </a:r>
                      <a:endParaRPr kumimoji="1" lang="ko-KR" altLang="ko-KR" sz="1000" kern="1200" dirty="0">
                        <a:ln>
                          <a:solidFill>
                            <a:srgbClr val="7ED2D8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Pretendard ExtraLight" panose="02000303000000020004" pitchFamily="50" charset="-127"/>
                        <a:ea typeface="Pretendard ExtraLight" panose="02000303000000020004" pitchFamily="50" charset="-127"/>
                        <a:cs typeface="+mn-cs"/>
                      </a:endParaRPr>
                    </a:p>
                  </a:txBody>
                  <a:tcPr marL="0" marR="0" marT="36000" marB="3600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kern="1200" dirty="0">
                          <a:ln>
                            <a:solidFill>
                              <a:srgbClr val="7ED2D8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+mn-cs"/>
                        </a:rPr>
                        <a:t>5</a:t>
                      </a:r>
                      <a:endParaRPr kumimoji="1" lang="ko-KR" altLang="ko-KR" sz="1000" kern="1200" dirty="0">
                        <a:ln>
                          <a:solidFill>
                            <a:srgbClr val="7ED2D8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Pretendard ExtraLight" panose="02000303000000020004" pitchFamily="50" charset="-127"/>
                        <a:ea typeface="Pretendard ExtraLight" panose="02000303000000020004" pitchFamily="50" charset="-127"/>
                        <a:cs typeface="+mn-cs"/>
                      </a:endParaRPr>
                    </a:p>
                  </a:txBody>
                  <a:tcPr marL="0" marR="0" marT="36000" marB="3600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kern="1200" dirty="0">
                          <a:ln>
                            <a:solidFill>
                              <a:srgbClr val="7ED2D8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+mn-cs"/>
                        </a:rPr>
                        <a:t>10</a:t>
                      </a:r>
                      <a:endParaRPr kumimoji="1" lang="ko-KR" altLang="ko-KR" sz="1000" kern="1200" dirty="0">
                        <a:ln>
                          <a:solidFill>
                            <a:srgbClr val="7ED2D8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Pretendard ExtraLight" panose="02000303000000020004" pitchFamily="50" charset="-127"/>
                        <a:ea typeface="Pretendard ExtraLight" panose="02000303000000020004" pitchFamily="50" charset="-127"/>
                        <a:cs typeface="+mn-cs"/>
                      </a:endParaRPr>
                    </a:p>
                  </a:txBody>
                  <a:tcPr marL="0" marR="0" marT="36000" marB="3600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kern="1200" dirty="0">
                          <a:ln>
                            <a:solidFill>
                              <a:srgbClr val="7ED2D8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+mn-cs"/>
                        </a:rPr>
                        <a:t>5</a:t>
                      </a:r>
                      <a:endParaRPr kumimoji="1" lang="ko-KR" altLang="ko-KR" sz="1000" kern="1200" dirty="0">
                        <a:ln>
                          <a:solidFill>
                            <a:srgbClr val="7ED2D8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Pretendard ExtraLight" panose="02000303000000020004" pitchFamily="50" charset="-127"/>
                        <a:ea typeface="Pretendard ExtraLight" panose="02000303000000020004" pitchFamily="50" charset="-127"/>
                        <a:cs typeface="+mn-cs"/>
                      </a:endParaRPr>
                    </a:p>
                  </a:txBody>
                  <a:tcPr marL="0" marR="0" marT="36000" marB="3600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972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000" b="0" kern="1200" spc="0" dirty="0">
                          <a:ln>
                            <a:solidFill>
                              <a:srgbClr val="7ED2D8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SemiBold" panose="02000703000000020004" pitchFamily="50" charset="-127"/>
                          <a:ea typeface="Pretendard SemiBold" panose="02000703000000020004" pitchFamily="50" charset="-127"/>
                          <a:cs typeface="+mn-cs"/>
                        </a:rPr>
                        <a:t>중급기술자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000" kern="1200" spc="-5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SemiBold" panose="02000703000000020004" pitchFamily="50" charset="-127"/>
                          <a:ea typeface="Pretendard SemiBold" panose="02000703000000020004" pitchFamily="50" charset="-127"/>
                          <a:cs typeface="+mn-cs"/>
                        </a:rPr>
                        <a:t>20</a:t>
                      </a:r>
                      <a:endParaRPr lang="ko-KR" altLang="ko-KR" sz="1000" kern="1200" spc="-5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Pretendard SemiBold" panose="02000703000000020004" pitchFamily="50" charset="-127"/>
                        <a:ea typeface="Pretendard SemiBold" panose="02000703000000020004" pitchFamily="50" charset="-127"/>
                        <a:cs typeface="+mn-cs"/>
                      </a:endParaRPr>
                    </a:p>
                  </a:txBody>
                  <a:tcPr marL="0" marR="0" marT="36000" marB="3600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kern="1200" dirty="0">
                          <a:ln>
                            <a:solidFill>
                              <a:srgbClr val="7ED2D8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+mn-cs"/>
                        </a:rPr>
                        <a:t>-</a:t>
                      </a:r>
                      <a:endParaRPr kumimoji="1" lang="ko-KR" altLang="ko-KR" sz="1000" kern="1200" dirty="0">
                        <a:ln>
                          <a:solidFill>
                            <a:srgbClr val="7ED2D8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Pretendard ExtraLight" panose="02000303000000020004" pitchFamily="50" charset="-127"/>
                        <a:ea typeface="Pretendard ExtraLight" panose="02000303000000020004" pitchFamily="50" charset="-127"/>
                        <a:cs typeface="+mn-cs"/>
                      </a:endParaRPr>
                    </a:p>
                  </a:txBody>
                  <a:tcPr marL="0" marR="0" marT="36000" marB="3600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kern="1200" dirty="0">
                          <a:ln>
                            <a:solidFill>
                              <a:srgbClr val="7ED2D8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+mn-cs"/>
                        </a:rPr>
                        <a:t>5</a:t>
                      </a:r>
                      <a:endParaRPr kumimoji="1" lang="ko-KR" altLang="ko-KR" sz="1000" kern="1200" dirty="0">
                        <a:ln>
                          <a:solidFill>
                            <a:srgbClr val="7ED2D8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Pretendard ExtraLight" panose="02000303000000020004" pitchFamily="50" charset="-127"/>
                        <a:ea typeface="Pretendard ExtraLight" panose="02000303000000020004" pitchFamily="50" charset="-127"/>
                        <a:cs typeface="+mn-cs"/>
                      </a:endParaRPr>
                    </a:p>
                  </a:txBody>
                  <a:tcPr marL="0" marR="0" marT="36000" marB="3600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kern="1200" dirty="0">
                          <a:ln>
                            <a:solidFill>
                              <a:srgbClr val="7ED2D8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+mn-cs"/>
                        </a:rPr>
                        <a:t>10</a:t>
                      </a:r>
                      <a:endParaRPr kumimoji="1" lang="ko-KR" altLang="ko-KR" sz="1000" kern="1200" dirty="0">
                        <a:ln>
                          <a:solidFill>
                            <a:srgbClr val="7ED2D8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Pretendard ExtraLight" panose="02000303000000020004" pitchFamily="50" charset="-127"/>
                        <a:ea typeface="Pretendard ExtraLight" panose="02000303000000020004" pitchFamily="50" charset="-127"/>
                        <a:cs typeface="+mn-cs"/>
                      </a:endParaRPr>
                    </a:p>
                  </a:txBody>
                  <a:tcPr marL="0" marR="0" marT="36000" marB="3600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kern="1200" dirty="0">
                          <a:ln>
                            <a:solidFill>
                              <a:srgbClr val="7ED2D8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+mn-cs"/>
                        </a:rPr>
                        <a:t>5</a:t>
                      </a:r>
                      <a:endParaRPr kumimoji="1" lang="ko-KR" altLang="ko-KR" sz="1000" kern="1200" dirty="0">
                        <a:ln>
                          <a:solidFill>
                            <a:srgbClr val="7ED2D8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Pretendard ExtraLight" panose="02000303000000020004" pitchFamily="50" charset="-127"/>
                        <a:ea typeface="Pretendard ExtraLight" panose="02000303000000020004" pitchFamily="50" charset="-127"/>
                        <a:cs typeface="+mn-cs"/>
                      </a:endParaRPr>
                    </a:p>
                  </a:txBody>
                  <a:tcPr marL="0" marR="0" marT="36000" marB="3600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972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000" b="0" kern="1200" spc="0" dirty="0">
                          <a:ln>
                            <a:solidFill>
                              <a:srgbClr val="7ED2D8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SemiBold" panose="02000703000000020004" pitchFamily="50" charset="-127"/>
                          <a:ea typeface="Pretendard SemiBold" panose="02000703000000020004" pitchFamily="50" charset="-127"/>
                          <a:cs typeface="+mn-cs"/>
                        </a:rPr>
                        <a:t>초급기술자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000" kern="1200" spc="-5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SemiBold" panose="02000703000000020004" pitchFamily="50" charset="-127"/>
                          <a:ea typeface="Pretendard SemiBold" panose="02000703000000020004" pitchFamily="50" charset="-127"/>
                          <a:cs typeface="+mn-cs"/>
                        </a:rPr>
                        <a:t>20</a:t>
                      </a:r>
                      <a:endParaRPr lang="ko-KR" altLang="ko-KR" sz="1000" kern="1200" spc="-5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Pretendard SemiBold" panose="02000703000000020004" pitchFamily="50" charset="-127"/>
                        <a:ea typeface="Pretendard SemiBold" panose="02000703000000020004" pitchFamily="50" charset="-127"/>
                        <a:cs typeface="+mn-cs"/>
                      </a:endParaRPr>
                    </a:p>
                  </a:txBody>
                  <a:tcPr marL="0" marR="0" marT="36000" marB="3600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kern="1200" dirty="0">
                          <a:ln>
                            <a:solidFill>
                              <a:srgbClr val="7ED2D8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+mn-cs"/>
                        </a:rPr>
                        <a:t>-</a:t>
                      </a:r>
                      <a:endParaRPr kumimoji="1" lang="ko-KR" altLang="ko-KR" sz="1000" kern="1200" dirty="0">
                        <a:ln>
                          <a:solidFill>
                            <a:srgbClr val="7ED2D8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Pretendard ExtraLight" panose="02000303000000020004" pitchFamily="50" charset="-127"/>
                        <a:ea typeface="Pretendard ExtraLight" panose="02000303000000020004" pitchFamily="50" charset="-127"/>
                        <a:cs typeface="+mn-cs"/>
                      </a:endParaRPr>
                    </a:p>
                  </a:txBody>
                  <a:tcPr marL="0" marR="0" marT="36000" marB="3600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kern="1200" dirty="0">
                          <a:ln>
                            <a:solidFill>
                              <a:srgbClr val="7ED2D8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+mn-cs"/>
                        </a:rPr>
                        <a:t>-</a:t>
                      </a:r>
                      <a:endParaRPr kumimoji="1" lang="ko-KR" altLang="ko-KR" sz="1000" kern="1200" dirty="0">
                        <a:ln>
                          <a:solidFill>
                            <a:srgbClr val="7ED2D8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Pretendard ExtraLight" panose="02000303000000020004" pitchFamily="50" charset="-127"/>
                        <a:ea typeface="Pretendard ExtraLight" panose="02000303000000020004" pitchFamily="50" charset="-127"/>
                        <a:cs typeface="+mn-cs"/>
                      </a:endParaRPr>
                    </a:p>
                  </a:txBody>
                  <a:tcPr marL="0" marR="0" marT="36000" marB="3600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kern="1200" dirty="0">
                          <a:ln>
                            <a:solidFill>
                              <a:srgbClr val="7ED2D8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+mn-cs"/>
                        </a:rPr>
                        <a:t>15</a:t>
                      </a:r>
                      <a:endParaRPr kumimoji="1" lang="ko-KR" altLang="ko-KR" sz="1000" kern="1200" dirty="0">
                        <a:ln>
                          <a:solidFill>
                            <a:srgbClr val="7ED2D8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Pretendard ExtraLight" panose="02000303000000020004" pitchFamily="50" charset="-127"/>
                        <a:ea typeface="Pretendard ExtraLight" panose="02000303000000020004" pitchFamily="50" charset="-127"/>
                        <a:cs typeface="+mn-cs"/>
                      </a:endParaRPr>
                    </a:p>
                  </a:txBody>
                  <a:tcPr marL="0" marR="0" marT="36000" marB="3600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kern="1200" dirty="0">
                          <a:ln>
                            <a:solidFill>
                              <a:srgbClr val="7ED2D8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+mn-cs"/>
                        </a:rPr>
                        <a:t>5</a:t>
                      </a:r>
                      <a:endParaRPr kumimoji="1" lang="ko-KR" altLang="ko-KR" sz="1000" kern="1200" dirty="0">
                        <a:ln>
                          <a:solidFill>
                            <a:srgbClr val="7ED2D8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Pretendard ExtraLight" panose="02000303000000020004" pitchFamily="50" charset="-127"/>
                        <a:ea typeface="Pretendard ExtraLight" panose="02000303000000020004" pitchFamily="50" charset="-127"/>
                        <a:cs typeface="+mn-cs"/>
                      </a:endParaRPr>
                    </a:p>
                  </a:txBody>
                  <a:tcPr marL="0" marR="0" marT="36000" marB="3600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9720">
                <a:tc>
                  <a:txBody>
                    <a:bodyPr/>
                    <a:lstStyle/>
                    <a:p>
                      <a:pPr marL="0" marR="0" lvl="0" indent="0" algn="ctr" defTabSz="14255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kern="1200" spc="-5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SemiBold" panose="02000703000000020004" pitchFamily="50" charset="-127"/>
                          <a:ea typeface="Pretendard SemiBold" panose="02000703000000020004" pitchFamily="50" charset="-127"/>
                          <a:cs typeface="+mn-cs"/>
                        </a:rPr>
                        <a:t>계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000" kern="1200" spc="-5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SemiBold" panose="02000703000000020004" pitchFamily="50" charset="-127"/>
                          <a:ea typeface="Pretendard SemiBold" panose="02000703000000020004" pitchFamily="50" charset="-127"/>
                          <a:cs typeface="+mn-cs"/>
                        </a:rPr>
                        <a:t>100</a:t>
                      </a:r>
                      <a:endParaRPr lang="ko-KR" altLang="ko-KR" sz="1000" kern="1200" spc="-5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Pretendard SemiBold" panose="02000703000000020004" pitchFamily="50" charset="-127"/>
                        <a:ea typeface="Pretendard SemiBold" panose="02000703000000020004" pitchFamily="50" charset="-127"/>
                        <a:cs typeface="+mn-cs"/>
                      </a:endParaRPr>
                    </a:p>
                  </a:txBody>
                  <a:tcPr marL="0" marR="0" marT="36000" marB="3600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kern="1200" dirty="0">
                          <a:ln>
                            <a:solidFill>
                              <a:srgbClr val="7ED2D8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SemiBold" panose="02000703000000020004" pitchFamily="50" charset="-127"/>
                          <a:ea typeface="Pretendard SemiBold" panose="02000703000000020004" pitchFamily="50" charset="-127"/>
                          <a:cs typeface="+mn-cs"/>
                        </a:rPr>
                        <a:t>20</a:t>
                      </a:r>
                      <a:endParaRPr kumimoji="1" lang="ko-KR" altLang="ko-KR" sz="1000" kern="1200" dirty="0">
                        <a:ln>
                          <a:solidFill>
                            <a:srgbClr val="7ED2D8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Pretendard SemiBold" panose="02000703000000020004" pitchFamily="50" charset="-127"/>
                        <a:ea typeface="Pretendard SemiBold" panose="02000703000000020004" pitchFamily="50" charset="-127"/>
                        <a:cs typeface="+mn-cs"/>
                      </a:endParaRPr>
                    </a:p>
                  </a:txBody>
                  <a:tcPr marL="0" marR="0" marT="36000" marB="3600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kern="1200" dirty="0">
                          <a:ln>
                            <a:solidFill>
                              <a:srgbClr val="7ED2D8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SemiBold" panose="02000703000000020004" pitchFamily="50" charset="-127"/>
                          <a:ea typeface="Pretendard SemiBold" panose="02000703000000020004" pitchFamily="50" charset="-127"/>
                          <a:cs typeface="+mn-cs"/>
                        </a:rPr>
                        <a:t>15</a:t>
                      </a:r>
                      <a:endParaRPr kumimoji="1" lang="ko-KR" altLang="ko-KR" sz="1000" kern="1200" dirty="0">
                        <a:ln>
                          <a:solidFill>
                            <a:srgbClr val="7ED2D8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Pretendard SemiBold" panose="02000703000000020004" pitchFamily="50" charset="-127"/>
                        <a:ea typeface="Pretendard SemiBold" panose="02000703000000020004" pitchFamily="50" charset="-127"/>
                        <a:cs typeface="+mn-cs"/>
                      </a:endParaRPr>
                    </a:p>
                  </a:txBody>
                  <a:tcPr marL="0" marR="0" marT="36000" marB="3600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kern="1200" dirty="0">
                          <a:ln>
                            <a:solidFill>
                              <a:srgbClr val="7ED2D8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SemiBold" panose="02000703000000020004" pitchFamily="50" charset="-127"/>
                          <a:ea typeface="Pretendard SemiBold" panose="02000703000000020004" pitchFamily="50" charset="-127"/>
                          <a:cs typeface="+mn-cs"/>
                        </a:rPr>
                        <a:t>45</a:t>
                      </a:r>
                      <a:endParaRPr kumimoji="1" lang="ko-KR" altLang="ko-KR" sz="1000" kern="1200" dirty="0">
                        <a:ln>
                          <a:solidFill>
                            <a:srgbClr val="7ED2D8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Pretendard SemiBold" panose="02000703000000020004" pitchFamily="50" charset="-127"/>
                        <a:ea typeface="Pretendard SemiBold" panose="02000703000000020004" pitchFamily="50" charset="-127"/>
                        <a:cs typeface="+mn-cs"/>
                      </a:endParaRPr>
                    </a:p>
                  </a:txBody>
                  <a:tcPr marL="0" marR="0" marT="36000" marB="3600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kern="1200" dirty="0">
                          <a:ln>
                            <a:solidFill>
                              <a:srgbClr val="7ED2D8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SemiBold" panose="02000703000000020004" pitchFamily="50" charset="-127"/>
                          <a:ea typeface="Pretendard SemiBold" panose="02000703000000020004" pitchFamily="50" charset="-127"/>
                          <a:cs typeface="+mn-cs"/>
                        </a:rPr>
                        <a:t>20</a:t>
                      </a:r>
                      <a:endParaRPr kumimoji="1" lang="ko-KR" altLang="ko-KR" sz="1000" kern="1200" dirty="0">
                        <a:ln>
                          <a:solidFill>
                            <a:srgbClr val="7ED2D8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Pretendard SemiBold" panose="02000703000000020004" pitchFamily="50" charset="-127"/>
                        <a:ea typeface="Pretendard SemiBold" panose="02000703000000020004" pitchFamily="50" charset="-127"/>
                        <a:cs typeface="+mn-cs"/>
                      </a:endParaRPr>
                    </a:p>
                  </a:txBody>
                  <a:tcPr marL="0" marR="0" marT="36000" marB="3600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1188362"/>
                  </a:ext>
                </a:extLst>
              </a:tr>
            </a:tbl>
          </a:graphicData>
        </a:graphic>
      </p:graphicFrame>
      <p:grpSp>
        <p:nvGrpSpPr>
          <p:cNvPr id="97" name="그룹 96">
            <a:extLst>
              <a:ext uri="{FF2B5EF4-FFF2-40B4-BE49-F238E27FC236}">
                <a16:creationId xmlns:a16="http://schemas.microsoft.com/office/drawing/2014/main" id="{5D9A1DD0-0248-4AFD-BB98-610B1317F976}"/>
              </a:ext>
            </a:extLst>
          </p:cNvPr>
          <p:cNvGrpSpPr/>
          <p:nvPr/>
        </p:nvGrpSpPr>
        <p:grpSpPr>
          <a:xfrm>
            <a:off x="440668" y="5935911"/>
            <a:ext cx="662634" cy="169277"/>
            <a:chOff x="440667" y="2866470"/>
            <a:chExt cx="662634" cy="169277"/>
          </a:xfrm>
        </p:grpSpPr>
        <p:sp>
          <p:nvSpPr>
            <p:cNvPr id="98" name="Text Box 247">
              <a:extLst>
                <a:ext uri="{FF2B5EF4-FFF2-40B4-BE49-F238E27FC236}">
                  <a16:creationId xmlns:a16="http://schemas.microsoft.com/office/drawing/2014/main" id="{17B4D241-074E-4BAA-9016-262C612534D5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440668" y="2866470"/>
              <a:ext cx="662633" cy="169277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lIns="126000" tIns="0" rIns="0" bIns="0" anchor="ctr">
              <a:spAutoFit/>
            </a:bodyPr>
            <a:lstStyle>
              <a:defPPr>
                <a:defRPr lang="en-US"/>
              </a:defPPr>
              <a:lvl1pPr marR="0" lvl="0" indent="0" defTabSz="914400" fontAlgn="base" latinLnBrk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 kumimoji="1" sz="1100" b="0" i="0" u="none" strike="noStrike" kern="0" cap="none" spc="0" normalizeH="0" baseline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ea"/>
                  <a:ea typeface="+mj-ea"/>
                </a:defRPr>
              </a:lvl1pPr>
            </a:lstStyle>
            <a:p>
              <a:pPr lvl="0">
                <a:defRPr/>
              </a:pPr>
              <a:r>
                <a:rPr lang="ko-KR" altLang="en-US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인원 현황</a:t>
              </a:r>
            </a:p>
          </p:txBody>
        </p:sp>
        <p:sp>
          <p:nvSpPr>
            <p:cNvPr id="99" name="사각형: 둥근 모서리 98">
              <a:extLst>
                <a:ext uri="{FF2B5EF4-FFF2-40B4-BE49-F238E27FC236}">
                  <a16:creationId xmlns:a16="http://schemas.microsoft.com/office/drawing/2014/main" id="{6C035B35-C30E-4E9A-AB21-50E8F22FD6F2}"/>
                </a:ext>
              </a:extLst>
            </p:cNvPr>
            <p:cNvSpPr/>
            <p:nvPr/>
          </p:nvSpPr>
          <p:spPr>
            <a:xfrm>
              <a:off x="440667" y="2874971"/>
              <a:ext cx="54000" cy="129600"/>
            </a:xfrm>
            <a:prstGeom prst="roundRect">
              <a:avLst/>
            </a:prstGeom>
            <a:solidFill>
              <a:srgbClr val="0070C0"/>
            </a:solidFill>
          </p:spPr>
          <p:txBody>
            <a:bodyPr wrap="none" lIns="36000" tIns="18000" rIns="36000" bIns="18000">
              <a:noAutofit/>
            </a:bodyPr>
            <a:lstStyle/>
            <a:p>
              <a:pPr defTabSz="914400" fontAlgn="base">
                <a:spcBef>
                  <a:spcPct val="0"/>
                </a:spcBef>
                <a:spcAft>
                  <a:spcPts val="2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</a:pPr>
              <a:endParaRPr lang="ko-KR" altLang="en-US" sz="1100">
                <a:solidFill>
                  <a:schemeClr val="bg1"/>
                </a:solidFill>
                <a:latin typeface="+mn-ea"/>
              </a:endParaRPr>
            </a:p>
          </p:txBody>
        </p:sp>
      </p:grpSp>
      <p:grpSp>
        <p:nvGrpSpPr>
          <p:cNvPr id="100" name="그룹 99">
            <a:extLst>
              <a:ext uri="{FF2B5EF4-FFF2-40B4-BE49-F238E27FC236}">
                <a16:creationId xmlns:a16="http://schemas.microsoft.com/office/drawing/2014/main" id="{B72CFD50-1120-4C2E-A233-2DACF698D03C}"/>
              </a:ext>
            </a:extLst>
          </p:cNvPr>
          <p:cNvGrpSpPr/>
          <p:nvPr/>
        </p:nvGrpSpPr>
        <p:grpSpPr>
          <a:xfrm>
            <a:off x="440668" y="2900772"/>
            <a:ext cx="497526" cy="169277"/>
            <a:chOff x="440667" y="2866470"/>
            <a:chExt cx="497526" cy="169277"/>
          </a:xfrm>
        </p:grpSpPr>
        <p:sp>
          <p:nvSpPr>
            <p:cNvPr id="101" name="Text Box 247">
              <a:extLst>
                <a:ext uri="{FF2B5EF4-FFF2-40B4-BE49-F238E27FC236}">
                  <a16:creationId xmlns:a16="http://schemas.microsoft.com/office/drawing/2014/main" id="{B685E0C4-F87D-4C3A-BF0E-5D0ED6A73561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440668" y="2866470"/>
              <a:ext cx="497525" cy="169277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lIns="126000" tIns="0" rIns="0" bIns="0" anchor="ctr">
              <a:spAutoFit/>
            </a:bodyPr>
            <a:lstStyle>
              <a:defPPr>
                <a:defRPr lang="en-US"/>
              </a:defPPr>
              <a:lvl1pPr marR="0" lvl="0" indent="0" defTabSz="914400" fontAlgn="base" latinLnBrk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 kumimoji="1" sz="1100" b="0" i="0" u="none" strike="noStrike" kern="0" cap="none" spc="0" normalizeH="0" baseline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ea"/>
                  <a:ea typeface="+mj-ea"/>
                </a:defRPr>
              </a:lvl1pPr>
            </a:lstStyle>
            <a:p>
              <a:pPr lvl="0">
                <a:defRPr/>
              </a:pPr>
              <a:r>
                <a:rPr lang="ko-KR" altLang="en-US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조직도</a:t>
              </a:r>
            </a:p>
          </p:txBody>
        </p:sp>
        <p:sp>
          <p:nvSpPr>
            <p:cNvPr id="102" name="사각형: 둥근 모서리 101">
              <a:extLst>
                <a:ext uri="{FF2B5EF4-FFF2-40B4-BE49-F238E27FC236}">
                  <a16:creationId xmlns:a16="http://schemas.microsoft.com/office/drawing/2014/main" id="{9B0E2DCD-7867-4F98-A62D-74E0D3149EBE}"/>
                </a:ext>
              </a:extLst>
            </p:cNvPr>
            <p:cNvSpPr/>
            <p:nvPr/>
          </p:nvSpPr>
          <p:spPr>
            <a:xfrm>
              <a:off x="440667" y="2874971"/>
              <a:ext cx="54000" cy="129600"/>
            </a:xfrm>
            <a:prstGeom prst="roundRect">
              <a:avLst/>
            </a:prstGeom>
            <a:solidFill>
              <a:srgbClr val="0070C0"/>
            </a:solidFill>
          </p:spPr>
          <p:txBody>
            <a:bodyPr wrap="none" lIns="36000" tIns="18000" rIns="36000" bIns="18000">
              <a:noAutofit/>
            </a:bodyPr>
            <a:lstStyle/>
            <a:p>
              <a:pPr defTabSz="914400" fontAlgn="base">
                <a:spcBef>
                  <a:spcPct val="0"/>
                </a:spcBef>
                <a:spcAft>
                  <a:spcPts val="2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</a:pPr>
              <a:endParaRPr lang="ko-KR" altLang="en-US" sz="1100">
                <a:solidFill>
                  <a:schemeClr val="bg1"/>
                </a:solidFill>
                <a:latin typeface="+mn-ea"/>
              </a:endParaRPr>
            </a:p>
          </p:txBody>
        </p:sp>
      </p:grpSp>
      <p:grpSp>
        <p:nvGrpSpPr>
          <p:cNvPr id="134" name="그룹 133">
            <a:extLst>
              <a:ext uri="{FF2B5EF4-FFF2-40B4-BE49-F238E27FC236}">
                <a16:creationId xmlns:a16="http://schemas.microsoft.com/office/drawing/2014/main" id="{7CBD8B88-A5A5-4A74-A4F3-9C8F5417F0ED}"/>
              </a:ext>
            </a:extLst>
          </p:cNvPr>
          <p:cNvGrpSpPr/>
          <p:nvPr/>
        </p:nvGrpSpPr>
        <p:grpSpPr>
          <a:xfrm>
            <a:off x="440668" y="6933220"/>
            <a:ext cx="1074607" cy="169277"/>
            <a:chOff x="440667" y="2866470"/>
            <a:chExt cx="1074607" cy="169277"/>
          </a:xfrm>
        </p:grpSpPr>
        <p:sp>
          <p:nvSpPr>
            <p:cNvPr id="135" name="Text Box 247">
              <a:extLst>
                <a:ext uri="{FF2B5EF4-FFF2-40B4-BE49-F238E27FC236}">
                  <a16:creationId xmlns:a16="http://schemas.microsoft.com/office/drawing/2014/main" id="{63A7F194-A518-4938-8D98-450E65945C2D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440668" y="2866470"/>
              <a:ext cx="1074606" cy="169277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lIns="126000" tIns="0" rIns="0" bIns="0" anchor="ctr">
              <a:spAutoFit/>
            </a:bodyPr>
            <a:lstStyle>
              <a:defPPr>
                <a:defRPr lang="en-US"/>
              </a:defPPr>
              <a:lvl1pPr marR="0" lvl="0" indent="0" defTabSz="914400" fontAlgn="base" latinLnBrk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 kumimoji="1" sz="1100" b="0" i="0" u="none" strike="noStrike" kern="0" cap="none" spc="0" normalizeH="0" baseline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ea"/>
                  <a:ea typeface="+mj-ea"/>
                </a:defRPr>
              </a:lvl1pPr>
            </a:lstStyle>
            <a:p>
              <a:pPr lvl="0">
                <a:defRPr/>
              </a:pPr>
              <a:r>
                <a:rPr lang="ko-KR" altLang="en-US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기술자 보유 현황</a:t>
              </a:r>
            </a:p>
          </p:txBody>
        </p:sp>
        <p:sp>
          <p:nvSpPr>
            <p:cNvPr id="138" name="사각형: 둥근 모서리 137">
              <a:extLst>
                <a:ext uri="{FF2B5EF4-FFF2-40B4-BE49-F238E27FC236}">
                  <a16:creationId xmlns:a16="http://schemas.microsoft.com/office/drawing/2014/main" id="{435898A3-0032-406D-BC94-A16FA5F9694A}"/>
                </a:ext>
              </a:extLst>
            </p:cNvPr>
            <p:cNvSpPr/>
            <p:nvPr/>
          </p:nvSpPr>
          <p:spPr>
            <a:xfrm>
              <a:off x="440667" y="2874971"/>
              <a:ext cx="54000" cy="129600"/>
            </a:xfrm>
            <a:prstGeom prst="roundRect">
              <a:avLst/>
            </a:prstGeom>
            <a:solidFill>
              <a:srgbClr val="0070C0"/>
            </a:solidFill>
          </p:spPr>
          <p:txBody>
            <a:bodyPr wrap="none" lIns="36000" tIns="18000" rIns="36000" bIns="18000">
              <a:noAutofit/>
            </a:bodyPr>
            <a:lstStyle/>
            <a:p>
              <a:pPr defTabSz="914400" fontAlgn="base">
                <a:spcBef>
                  <a:spcPct val="0"/>
                </a:spcBef>
                <a:spcAft>
                  <a:spcPts val="2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</a:pPr>
              <a:endParaRPr lang="ko-KR" altLang="en-US" sz="1100">
                <a:solidFill>
                  <a:schemeClr val="bg1"/>
                </a:solidFill>
                <a:latin typeface="+mn-ea"/>
              </a:endParaRPr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E67F3025-965F-41C1-A229-580C89043A08}"/>
              </a:ext>
            </a:extLst>
          </p:cNvPr>
          <p:cNvGrpSpPr/>
          <p:nvPr/>
        </p:nvGrpSpPr>
        <p:grpSpPr>
          <a:xfrm>
            <a:off x="620832" y="3080792"/>
            <a:ext cx="5616336" cy="2664296"/>
            <a:chOff x="620832" y="3080792"/>
            <a:chExt cx="5616336" cy="2664296"/>
          </a:xfrm>
        </p:grpSpPr>
        <p:cxnSp>
          <p:nvCxnSpPr>
            <p:cNvPr id="122" name="꺾인 연결선 121"/>
            <p:cNvCxnSpPr>
              <a:stCxn id="104" idx="2"/>
              <a:endCxn id="129" idx="3"/>
            </p:cNvCxnSpPr>
            <p:nvPr/>
          </p:nvCxnSpPr>
          <p:spPr>
            <a:xfrm rot="5400000">
              <a:off x="1425259" y="4184505"/>
              <a:ext cx="407227" cy="720080"/>
            </a:xfrm>
            <a:prstGeom prst="bentConnector3">
              <a:avLst>
                <a:gd name="adj1" fmla="val 50000"/>
              </a:avLst>
            </a:prstGeom>
            <a:noFill/>
            <a:ln w="6350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miter lim="800000"/>
            </a:ln>
            <a:effectLst/>
          </p:spPr>
        </p:cxnSp>
        <p:cxnSp>
          <p:nvCxnSpPr>
            <p:cNvPr id="123" name="꺾인 연결선 122"/>
            <p:cNvCxnSpPr>
              <a:stCxn id="103" idx="2"/>
              <a:endCxn id="137" idx="3"/>
            </p:cNvCxnSpPr>
            <p:nvPr/>
          </p:nvCxnSpPr>
          <p:spPr>
            <a:xfrm rot="16200000" flipH="1">
              <a:off x="5025515" y="4184505"/>
              <a:ext cx="407227" cy="720080"/>
            </a:xfrm>
            <a:prstGeom prst="bentConnector3">
              <a:avLst>
                <a:gd name="adj1" fmla="val 50000"/>
              </a:avLst>
            </a:prstGeom>
            <a:noFill/>
            <a:ln w="6350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miter lim="800000"/>
            </a:ln>
            <a:effectLst/>
          </p:spPr>
        </p:cxnSp>
        <p:cxnSp>
          <p:nvCxnSpPr>
            <p:cNvPr id="124" name="꺾인 연결선 123"/>
            <p:cNvCxnSpPr>
              <a:stCxn id="103" idx="2"/>
              <a:endCxn id="136" idx="3"/>
            </p:cNvCxnSpPr>
            <p:nvPr/>
          </p:nvCxnSpPr>
          <p:spPr>
            <a:xfrm rot="5400000">
              <a:off x="4305435" y="4184505"/>
              <a:ext cx="407227" cy="720080"/>
            </a:xfrm>
            <a:prstGeom prst="bentConnector3">
              <a:avLst>
                <a:gd name="adj1" fmla="val 50000"/>
              </a:avLst>
            </a:prstGeom>
            <a:noFill/>
            <a:ln w="6350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miter lim="800000"/>
            </a:ln>
            <a:effectLst/>
          </p:spPr>
        </p:cxnSp>
        <p:cxnSp>
          <p:nvCxnSpPr>
            <p:cNvPr id="125" name="꺾인 연결선 124"/>
            <p:cNvCxnSpPr>
              <a:stCxn id="104" idx="2"/>
              <a:endCxn id="130" idx="3"/>
            </p:cNvCxnSpPr>
            <p:nvPr/>
          </p:nvCxnSpPr>
          <p:spPr>
            <a:xfrm rot="16200000" flipH="1">
              <a:off x="2145339" y="4184505"/>
              <a:ext cx="407227" cy="720080"/>
            </a:xfrm>
            <a:prstGeom prst="bentConnector3">
              <a:avLst>
                <a:gd name="adj1" fmla="val 50000"/>
              </a:avLst>
            </a:prstGeom>
            <a:noFill/>
            <a:ln w="6350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miter lim="800000"/>
            </a:ln>
            <a:effectLst/>
          </p:spPr>
        </p:cxnSp>
        <p:sp>
          <p:nvSpPr>
            <p:cNvPr id="126" name="모서리가 둥근 직사각형 125"/>
            <p:cNvSpPr/>
            <p:nvPr/>
          </p:nvSpPr>
          <p:spPr>
            <a:xfrm>
              <a:off x="2781000" y="3080792"/>
              <a:ext cx="1296000" cy="324000"/>
            </a:xfrm>
            <a:prstGeom prst="roundRect">
              <a:avLst>
                <a:gd name="adj" fmla="val 50000"/>
              </a:avLst>
            </a:prstGeom>
            <a:solidFill>
              <a:srgbClr val="001C4E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ko-KR" altLang="en-US" sz="1000" dirty="0">
                  <a:solidFill>
                    <a:prstClr val="white"/>
                  </a:solidFill>
                  <a:latin typeface="+mj-ea"/>
                  <a:ea typeface="+mj-ea"/>
                </a:rPr>
                <a:t>대표이사</a:t>
              </a:r>
            </a:p>
          </p:txBody>
        </p:sp>
        <p:sp>
          <p:nvSpPr>
            <p:cNvPr id="127" name="모서리가 둥근 직사각형 126"/>
            <p:cNvSpPr/>
            <p:nvPr/>
          </p:nvSpPr>
          <p:spPr>
            <a:xfrm>
              <a:off x="4221088" y="3404828"/>
              <a:ext cx="1296000" cy="288000"/>
            </a:xfrm>
            <a:prstGeom prst="roundRect">
              <a:avLst>
                <a:gd name="adj" fmla="val 50000"/>
              </a:avLst>
            </a:prstGeom>
            <a:solidFill>
              <a:srgbClr val="84B4E0"/>
            </a:solidFill>
            <a:ln w="9525" algn="ctr">
              <a:noFill/>
              <a:round/>
              <a:headEnd/>
              <a:tailEnd/>
            </a:ln>
            <a:effectLst/>
          </p:spPr>
          <p:txBody>
            <a:bodyPr wrap="none" lIns="0" tIns="0" rIns="0" bIns="0" anchor="ctr"/>
            <a:lstStyle/>
            <a:p>
              <a:pPr algn="ctr">
                <a:lnSpc>
                  <a:spcPct val="120000"/>
                </a:lnSpc>
              </a:pPr>
              <a:r>
                <a:rPr lang="ko-KR" altLang="en-US" sz="1000">
                  <a:solidFill>
                    <a:prstClr val="white"/>
                  </a:solidFill>
                  <a:latin typeface="+mj-ea"/>
                  <a:ea typeface="+mj-ea"/>
                </a:rPr>
                <a:t>경영지원실</a:t>
              </a:r>
            </a:p>
          </p:txBody>
        </p:sp>
        <p:sp>
          <p:nvSpPr>
            <p:cNvPr id="129" name="양쪽 모서리가 둥근 사각형 128"/>
            <p:cNvSpPr/>
            <p:nvPr/>
          </p:nvSpPr>
          <p:spPr>
            <a:xfrm>
              <a:off x="620832" y="4748159"/>
              <a:ext cx="1296000" cy="288000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rgbClr val="D9D9D9"/>
            </a:solidFill>
            <a:ln w="635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algn="ctr" defTabSz="914400" fontAlgn="base">
                <a:lnSpc>
                  <a:spcPct val="120000"/>
                </a:lnSpc>
                <a:spcAft>
                  <a:spcPct val="0"/>
                </a:spcAft>
              </a:pPr>
              <a:r>
                <a:rPr kumimoji="1" lang="ko-KR" altLang="en-US" sz="1000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개발부</a:t>
              </a:r>
            </a:p>
          </p:txBody>
        </p:sp>
        <p:sp>
          <p:nvSpPr>
            <p:cNvPr id="130" name="양쪽 모서리가 둥근 사각형 129"/>
            <p:cNvSpPr/>
            <p:nvPr/>
          </p:nvSpPr>
          <p:spPr>
            <a:xfrm>
              <a:off x="2060992" y="4748159"/>
              <a:ext cx="1296000" cy="288000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rgbClr val="D9D9D9"/>
            </a:solidFill>
            <a:ln w="635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algn="ctr" defTabSz="914400" fontAlgn="base">
                <a:lnSpc>
                  <a:spcPct val="120000"/>
                </a:lnSpc>
                <a:spcAft>
                  <a:spcPct val="0"/>
                </a:spcAft>
              </a:pPr>
              <a:r>
                <a:rPr kumimoji="1" lang="ko-KR" altLang="en-US" sz="1000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디자인부</a:t>
              </a:r>
            </a:p>
          </p:txBody>
        </p:sp>
        <p:sp>
          <p:nvSpPr>
            <p:cNvPr id="136" name="양쪽 모서리가 둥근 사각형 135"/>
            <p:cNvSpPr/>
            <p:nvPr/>
          </p:nvSpPr>
          <p:spPr>
            <a:xfrm>
              <a:off x="3501008" y="4748159"/>
              <a:ext cx="1296000" cy="288000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rgbClr val="D9D9D9"/>
            </a:solidFill>
            <a:ln w="635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algn="ctr" defTabSz="914400" fontAlgn="base">
                <a:lnSpc>
                  <a:spcPct val="120000"/>
                </a:lnSpc>
                <a:spcAft>
                  <a:spcPct val="0"/>
                </a:spcAft>
              </a:pPr>
              <a:r>
                <a:rPr kumimoji="1" lang="ko-KR" altLang="en-US" sz="1000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기술지원부</a:t>
              </a:r>
            </a:p>
          </p:txBody>
        </p:sp>
        <p:sp>
          <p:nvSpPr>
            <p:cNvPr id="137" name="양쪽 모서리가 둥근 사각형 136"/>
            <p:cNvSpPr/>
            <p:nvPr/>
          </p:nvSpPr>
          <p:spPr>
            <a:xfrm>
              <a:off x="4941168" y="4748159"/>
              <a:ext cx="1296000" cy="288000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rgbClr val="D9D9D9"/>
            </a:solidFill>
            <a:ln w="635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algn="ctr" defTabSz="914400" fontAlgn="base">
                <a:lnSpc>
                  <a:spcPct val="120000"/>
                </a:lnSpc>
                <a:spcAft>
                  <a:spcPct val="0"/>
                </a:spcAft>
              </a:pPr>
              <a:r>
                <a:rPr kumimoji="1" lang="ko-KR" altLang="en-US" sz="1000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영업부</a:t>
              </a:r>
            </a:p>
          </p:txBody>
        </p:sp>
        <p:cxnSp>
          <p:nvCxnSpPr>
            <p:cNvPr id="151" name="꺾인 연결선 150"/>
            <p:cNvCxnSpPr>
              <a:stCxn id="126" idx="2"/>
              <a:endCxn id="127" idx="1"/>
            </p:cNvCxnSpPr>
            <p:nvPr/>
          </p:nvCxnSpPr>
          <p:spPr>
            <a:xfrm rot="16200000" flipH="1">
              <a:off x="3753026" y="3080766"/>
              <a:ext cx="144036" cy="792088"/>
            </a:xfrm>
            <a:prstGeom prst="bentConnector2">
              <a:avLst/>
            </a:prstGeom>
            <a:noFill/>
            <a:ln w="6350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miter lim="800000"/>
            </a:ln>
            <a:effectLst/>
          </p:spPr>
        </p:cxnSp>
        <p:sp>
          <p:nvSpPr>
            <p:cNvPr id="144" name="모서리가 둥근 직사각형 143"/>
            <p:cNvSpPr/>
            <p:nvPr/>
          </p:nvSpPr>
          <p:spPr>
            <a:xfrm>
              <a:off x="620832" y="5105472"/>
              <a:ext cx="1296000" cy="288000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6350" cap="flat" cmpd="sng" algn="ctr">
              <a:noFill/>
              <a:prstDash val="solid"/>
            </a:ln>
            <a:effectLst/>
          </p:spPr>
          <p:txBody>
            <a:bodyPr wrap="square" lIns="0" tIns="0" rIns="0" bIns="0" rtlCol="0" anchor="ctr"/>
            <a:lstStyle/>
            <a:p>
              <a:pPr algn="ctr" defTabSz="914400" fontAlgn="base">
                <a:lnSpc>
                  <a:spcPct val="120000"/>
                </a:lnSpc>
                <a:spcAft>
                  <a:spcPct val="0"/>
                </a:spcAft>
              </a:pPr>
              <a:r>
                <a:rPr kumimoji="1" lang="ko-KR" altLang="en-US" sz="1000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개발 </a:t>
              </a:r>
              <a:r>
                <a:rPr kumimoji="1" lang="en-US" altLang="ko-KR" sz="1000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1</a:t>
              </a:r>
              <a:r>
                <a:rPr kumimoji="1" lang="ko-KR" altLang="en-US" sz="1000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팀</a:t>
              </a:r>
            </a:p>
          </p:txBody>
        </p:sp>
        <p:sp>
          <p:nvSpPr>
            <p:cNvPr id="145" name="모서리가 둥근 직사각형 144"/>
            <p:cNvSpPr/>
            <p:nvPr/>
          </p:nvSpPr>
          <p:spPr>
            <a:xfrm>
              <a:off x="2060992" y="5105472"/>
              <a:ext cx="1296000" cy="288000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6350" cap="flat" cmpd="sng" algn="ctr">
              <a:noFill/>
              <a:prstDash val="solid"/>
            </a:ln>
            <a:effectLst/>
          </p:spPr>
          <p:txBody>
            <a:bodyPr wrap="square" lIns="0" tIns="0" rIns="0" bIns="0" rtlCol="0" anchor="ctr"/>
            <a:lstStyle/>
            <a:p>
              <a:pPr algn="ctr" defTabSz="914400" fontAlgn="base">
                <a:lnSpc>
                  <a:spcPct val="120000"/>
                </a:lnSpc>
                <a:spcAft>
                  <a:spcPct val="0"/>
                </a:spcAft>
              </a:pPr>
              <a:r>
                <a:rPr kumimoji="1" lang="ko-KR" altLang="en-US" sz="1000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기획</a:t>
              </a:r>
              <a:r>
                <a:rPr kumimoji="1" lang="en-US" altLang="ko-KR" sz="1000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/</a:t>
              </a:r>
              <a:r>
                <a:rPr kumimoji="1" lang="ko-KR" altLang="en-US" sz="1000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디자인 팀</a:t>
              </a:r>
            </a:p>
          </p:txBody>
        </p:sp>
        <p:sp>
          <p:nvSpPr>
            <p:cNvPr id="146" name="양쪽 모서리가 둥근 사각형 145"/>
            <p:cNvSpPr/>
            <p:nvPr/>
          </p:nvSpPr>
          <p:spPr>
            <a:xfrm>
              <a:off x="3501008" y="5105472"/>
              <a:ext cx="1296000" cy="288000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rgbClr val="F2F2F2"/>
            </a:solidFill>
            <a:ln w="6350" cap="flat" cmpd="sng" algn="ctr">
              <a:noFill/>
              <a:prstDash val="solid"/>
            </a:ln>
            <a:effectLst/>
          </p:spPr>
          <p:txBody>
            <a:bodyPr wrap="square" lIns="0" tIns="0" rIns="0" bIns="0" rtlCol="0" anchor="ctr"/>
            <a:lstStyle/>
            <a:p>
              <a:pPr algn="ctr" defTabSz="914400" fontAlgn="base">
                <a:lnSpc>
                  <a:spcPct val="120000"/>
                </a:lnSpc>
                <a:spcAft>
                  <a:spcPct val="0"/>
                </a:spcAft>
              </a:pPr>
              <a:r>
                <a:rPr kumimoji="1" lang="ko-KR" altLang="en-US" sz="1000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기술지원팀</a:t>
              </a:r>
            </a:p>
          </p:txBody>
        </p:sp>
        <p:sp>
          <p:nvSpPr>
            <p:cNvPr id="158" name="양쪽 모서리가 둥근 사각형 157"/>
            <p:cNvSpPr/>
            <p:nvPr/>
          </p:nvSpPr>
          <p:spPr>
            <a:xfrm>
              <a:off x="4941168" y="5105472"/>
              <a:ext cx="1296000" cy="288000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rgbClr val="F2F2F2"/>
            </a:solidFill>
            <a:ln w="6350" cap="flat" cmpd="sng" algn="ctr">
              <a:noFill/>
              <a:prstDash val="solid"/>
            </a:ln>
            <a:effectLst/>
          </p:spPr>
          <p:txBody>
            <a:bodyPr wrap="square" lIns="0" tIns="0" rIns="0" bIns="0" rtlCol="0" anchor="ctr"/>
            <a:lstStyle/>
            <a:p>
              <a:pPr algn="ctr" defTabSz="914400" fontAlgn="base">
                <a:lnSpc>
                  <a:spcPct val="120000"/>
                </a:lnSpc>
                <a:spcAft>
                  <a:spcPct val="0"/>
                </a:spcAft>
              </a:pPr>
              <a:r>
                <a:rPr kumimoji="1" lang="ko-KR" altLang="en-US" sz="1000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영업 </a:t>
              </a:r>
              <a:r>
                <a:rPr kumimoji="1" lang="en-US" altLang="ko-KR" sz="1000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1</a:t>
              </a:r>
              <a:r>
                <a:rPr kumimoji="1" lang="ko-KR" altLang="en-US" sz="1000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팀</a:t>
              </a:r>
            </a:p>
          </p:txBody>
        </p:sp>
        <p:sp>
          <p:nvSpPr>
            <p:cNvPr id="159" name="모서리가 둥근 직사각형 158"/>
            <p:cNvSpPr/>
            <p:nvPr/>
          </p:nvSpPr>
          <p:spPr>
            <a:xfrm>
              <a:off x="620832" y="5457088"/>
              <a:ext cx="1296000" cy="288000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6350" cap="flat" cmpd="sng" algn="ctr">
              <a:noFill/>
              <a:prstDash val="solid"/>
            </a:ln>
            <a:effectLst/>
          </p:spPr>
          <p:txBody>
            <a:bodyPr wrap="square" lIns="0" tIns="0" rIns="0" bIns="0" rtlCol="0" anchor="ctr"/>
            <a:lstStyle/>
            <a:p>
              <a:pPr algn="ctr" defTabSz="914400" fontAlgn="base">
                <a:lnSpc>
                  <a:spcPct val="120000"/>
                </a:lnSpc>
                <a:spcAft>
                  <a:spcPct val="0"/>
                </a:spcAft>
              </a:pPr>
              <a:r>
                <a:rPr kumimoji="1" lang="ko-KR" altLang="en-US" sz="1000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개발 </a:t>
              </a:r>
              <a:r>
                <a:rPr kumimoji="1" lang="en-US" altLang="ko-KR" sz="1000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2</a:t>
              </a:r>
              <a:r>
                <a:rPr kumimoji="1" lang="ko-KR" altLang="en-US" sz="1000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팀</a:t>
              </a:r>
            </a:p>
          </p:txBody>
        </p:sp>
        <p:sp>
          <p:nvSpPr>
            <p:cNvPr id="160" name="모서리가 둥근 직사각형 159"/>
            <p:cNvSpPr/>
            <p:nvPr/>
          </p:nvSpPr>
          <p:spPr>
            <a:xfrm>
              <a:off x="2060992" y="5457088"/>
              <a:ext cx="1296000" cy="288000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6350" cap="flat" cmpd="sng" algn="ctr">
              <a:noFill/>
              <a:prstDash val="solid"/>
            </a:ln>
            <a:effectLst/>
          </p:spPr>
          <p:txBody>
            <a:bodyPr wrap="square" lIns="0" tIns="0" rIns="0" bIns="0" rtlCol="0" anchor="ctr"/>
            <a:lstStyle/>
            <a:p>
              <a:pPr algn="ctr" defTabSz="914400" fontAlgn="base">
                <a:lnSpc>
                  <a:spcPct val="120000"/>
                </a:lnSpc>
                <a:spcAft>
                  <a:spcPct val="0"/>
                </a:spcAft>
              </a:pPr>
              <a:r>
                <a:rPr kumimoji="1" lang="ko-KR" altLang="en-US" sz="1000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퍼블리싱 팀</a:t>
              </a:r>
            </a:p>
          </p:txBody>
        </p:sp>
        <p:sp>
          <p:nvSpPr>
            <p:cNvPr id="103" name="모서리가 둥근 직사각형 126">
              <a:extLst>
                <a:ext uri="{FF2B5EF4-FFF2-40B4-BE49-F238E27FC236}">
                  <a16:creationId xmlns:a16="http://schemas.microsoft.com/office/drawing/2014/main" id="{736CBC1D-89B2-4222-AAC0-6732901743CE}"/>
                </a:ext>
              </a:extLst>
            </p:cNvPr>
            <p:cNvSpPr/>
            <p:nvPr/>
          </p:nvSpPr>
          <p:spPr>
            <a:xfrm>
              <a:off x="4221088" y="4052932"/>
              <a:ext cx="1296000" cy="288000"/>
            </a:xfrm>
            <a:prstGeom prst="roundRect">
              <a:avLst>
                <a:gd name="adj" fmla="val 50000"/>
              </a:avLst>
            </a:prstGeom>
            <a:solidFill>
              <a:srgbClr val="2D7CBD"/>
            </a:solidFill>
            <a:ln w="9525" algn="ctr">
              <a:noFill/>
              <a:round/>
              <a:headEnd/>
              <a:tailEnd/>
            </a:ln>
            <a:effectLst/>
          </p:spPr>
          <p:txBody>
            <a:bodyPr wrap="none" lIns="0" tIns="0" rIns="0" bIns="0" anchor="ctr"/>
            <a:lstStyle/>
            <a:p>
              <a:pPr algn="ctr">
                <a:lnSpc>
                  <a:spcPct val="120000"/>
                </a:lnSpc>
              </a:pPr>
              <a:r>
                <a:rPr lang="ko-KR" altLang="en-US" sz="1000">
                  <a:solidFill>
                    <a:prstClr val="white"/>
                  </a:solidFill>
                  <a:latin typeface="+mj-ea"/>
                  <a:ea typeface="+mj-ea"/>
                </a:rPr>
                <a:t>영업</a:t>
              </a:r>
              <a:r>
                <a:rPr lang="en-US" altLang="ko-KR" sz="1000">
                  <a:solidFill>
                    <a:prstClr val="white"/>
                  </a:solidFill>
                  <a:latin typeface="+mj-ea"/>
                  <a:ea typeface="+mj-ea"/>
                </a:rPr>
                <a:t>/</a:t>
              </a:r>
              <a:r>
                <a:rPr lang="ko-KR" altLang="en-US" sz="1000">
                  <a:solidFill>
                    <a:prstClr val="white"/>
                  </a:solidFill>
                  <a:latin typeface="+mj-ea"/>
                  <a:ea typeface="+mj-ea"/>
                </a:rPr>
                <a:t>지원팀</a:t>
              </a:r>
            </a:p>
          </p:txBody>
        </p:sp>
        <p:sp>
          <p:nvSpPr>
            <p:cNvPr id="104" name="모서리가 둥근 직사각형 126">
              <a:extLst>
                <a:ext uri="{FF2B5EF4-FFF2-40B4-BE49-F238E27FC236}">
                  <a16:creationId xmlns:a16="http://schemas.microsoft.com/office/drawing/2014/main" id="{E966653C-87D4-45E3-99E3-97876672F94C}"/>
                </a:ext>
              </a:extLst>
            </p:cNvPr>
            <p:cNvSpPr/>
            <p:nvPr/>
          </p:nvSpPr>
          <p:spPr>
            <a:xfrm>
              <a:off x="1340912" y="4052932"/>
              <a:ext cx="1296000" cy="288000"/>
            </a:xfrm>
            <a:prstGeom prst="roundRect">
              <a:avLst>
                <a:gd name="adj" fmla="val 50000"/>
              </a:avLst>
            </a:prstGeom>
            <a:solidFill>
              <a:srgbClr val="2D7CBD"/>
            </a:solidFill>
            <a:ln w="9525" algn="ctr">
              <a:noFill/>
              <a:round/>
              <a:headEnd/>
              <a:tailEnd/>
            </a:ln>
            <a:effectLst/>
          </p:spPr>
          <p:txBody>
            <a:bodyPr wrap="none" lIns="0" tIns="0" rIns="0" bIns="0" anchor="ctr"/>
            <a:lstStyle/>
            <a:p>
              <a:pPr algn="ctr">
                <a:lnSpc>
                  <a:spcPct val="120000"/>
                </a:lnSpc>
              </a:pPr>
              <a:r>
                <a:rPr lang="ko-KR" altLang="en-US" sz="1000">
                  <a:solidFill>
                    <a:prstClr val="white"/>
                  </a:solidFill>
                  <a:latin typeface="+mj-ea"/>
                  <a:ea typeface="+mj-ea"/>
                </a:rPr>
                <a:t>연구</a:t>
              </a:r>
              <a:r>
                <a:rPr lang="en-US" altLang="ko-KR" sz="1000">
                  <a:solidFill>
                    <a:prstClr val="white"/>
                  </a:solidFill>
                  <a:latin typeface="+mj-ea"/>
                  <a:ea typeface="+mj-ea"/>
                </a:rPr>
                <a:t>/</a:t>
              </a:r>
              <a:r>
                <a:rPr lang="ko-KR" altLang="en-US" sz="1000">
                  <a:solidFill>
                    <a:prstClr val="white"/>
                  </a:solidFill>
                  <a:latin typeface="+mj-ea"/>
                  <a:ea typeface="+mj-ea"/>
                </a:rPr>
                <a:t>개발팀</a:t>
              </a:r>
            </a:p>
          </p:txBody>
        </p:sp>
        <p:cxnSp>
          <p:nvCxnSpPr>
            <p:cNvPr id="106" name="꺾인 연결선 121">
              <a:extLst>
                <a:ext uri="{FF2B5EF4-FFF2-40B4-BE49-F238E27FC236}">
                  <a16:creationId xmlns:a16="http://schemas.microsoft.com/office/drawing/2014/main" id="{8A9CACB0-D37C-48A4-8942-C84CB8DB3213}"/>
                </a:ext>
              </a:extLst>
            </p:cNvPr>
            <p:cNvCxnSpPr>
              <a:stCxn id="126" idx="2"/>
              <a:endCxn id="104" idx="0"/>
            </p:cNvCxnSpPr>
            <p:nvPr/>
          </p:nvCxnSpPr>
          <p:spPr>
            <a:xfrm rot="5400000">
              <a:off x="2384886" y="3008818"/>
              <a:ext cx="648140" cy="1440088"/>
            </a:xfrm>
            <a:prstGeom prst="bentConnector3">
              <a:avLst>
                <a:gd name="adj1" fmla="val 50000"/>
              </a:avLst>
            </a:prstGeom>
            <a:noFill/>
            <a:ln w="6350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miter lim="800000"/>
            </a:ln>
            <a:effectLst/>
          </p:spPr>
        </p:cxnSp>
        <p:cxnSp>
          <p:nvCxnSpPr>
            <p:cNvPr id="109" name="꺾인 연결선 121">
              <a:extLst>
                <a:ext uri="{FF2B5EF4-FFF2-40B4-BE49-F238E27FC236}">
                  <a16:creationId xmlns:a16="http://schemas.microsoft.com/office/drawing/2014/main" id="{3731B74B-B1B5-48A6-989C-E07AC2F18EB6}"/>
                </a:ext>
              </a:extLst>
            </p:cNvPr>
            <p:cNvCxnSpPr>
              <a:stCxn id="103" idx="0"/>
              <a:endCxn id="126" idx="2"/>
            </p:cNvCxnSpPr>
            <p:nvPr/>
          </p:nvCxnSpPr>
          <p:spPr>
            <a:xfrm rot="16200000" flipV="1">
              <a:off x="3824974" y="3008818"/>
              <a:ext cx="648140" cy="1440088"/>
            </a:xfrm>
            <a:prstGeom prst="bentConnector3">
              <a:avLst>
                <a:gd name="adj1" fmla="val 50000"/>
              </a:avLst>
            </a:prstGeom>
            <a:noFill/>
            <a:ln w="6350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miter lim="800000"/>
            </a:ln>
            <a:effectLst/>
          </p:spPr>
        </p:cxnSp>
        <p:sp>
          <p:nvSpPr>
            <p:cNvPr id="56" name="양쪽 모서리가 둥근 사각형 157">
              <a:extLst>
                <a:ext uri="{FF2B5EF4-FFF2-40B4-BE49-F238E27FC236}">
                  <a16:creationId xmlns:a16="http://schemas.microsoft.com/office/drawing/2014/main" id="{FF096D0A-B66C-44DD-9229-3FA9BD48F095}"/>
                </a:ext>
              </a:extLst>
            </p:cNvPr>
            <p:cNvSpPr/>
            <p:nvPr/>
          </p:nvSpPr>
          <p:spPr>
            <a:xfrm>
              <a:off x="4941168" y="5457056"/>
              <a:ext cx="1296000" cy="288000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rgbClr val="F2F2F2"/>
            </a:solidFill>
            <a:ln w="6350" cap="flat" cmpd="sng" algn="ctr">
              <a:noFill/>
              <a:prstDash val="solid"/>
            </a:ln>
            <a:effectLst/>
          </p:spPr>
          <p:txBody>
            <a:bodyPr wrap="square" lIns="0" tIns="0" rIns="0" bIns="0" rtlCol="0" anchor="ctr"/>
            <a:lstStyle/>
            <a:p>
              <a:pPr algn="ctr" defTabSz="914400" fontAlgn="base">
                <a:lnSpc>
                  <a:spcPct val="120000"/>
                </a:lnSpc>
                <a:spcAft>
                  <a:spcPct val="0"/>
                </a:spcAft>
              </a:pPr>
              <a:r>
                <a:rPr kumimoji="1" lang="ko-KR" altLang="en-US" sz="1000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영업 </a:t>
              </a:r>
              <a:r>
                <a:rPr kumimoji="1" lang="en-US" altLang="ko-KR" sz="1000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2</a:t>
              </a:r>
              <a:r>
                <a:rPr kumimoji="1" lang="ko-KR" altLang="en-US" sz="1000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팀</a:t>
              </a:r>
            </a:p>
          </p:txBody>
        </p:sp>
        <p:sp>
          <p:nvSpPr>
            <p:cNvPr id="57" name="양쪽 모서리가 둥근 사각형 145">
              <a:extLst>
                <a:ext uri="{FF2B5EF4-FFF2-40B4-BE49-F238E27FC236}">
                  <a16:creationId xmlns:a16="http://schemas.microsoft.com/office/drawing/2014/main" id="{C7BE7DE9-2DC8-40D5-A802-86A3CE68C7AB}"/>
                </a:ext>
              </a:extLst>
            </p:cNvPr>
            <p:cNvSpPr/>
            <p:nvPr/>
          </p:nvSpPr>
          <p:spPr>
            <a:xfrm>
              <a:off x="3501008" y="5457056"/>
              <a:ext cx="1296000" cy="288000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rgbClr val="F2F2F2"/>
            </a:solidFill>
            <a:ln w="6350" cap="flat" cmpd="sng" algn="ctr">
              <a:noFill/>
              <a:prstDash val="solid"/>
            </a:ln>
            <a:effectLst/>
          </p:spPr>
          <p:txBody>
            <a:bodyPr wrap="square" lIns="0" tIns="0" rIns="0" bIns="0" rtlCol="0" anchor="ctr"/>
            <a:lstStyle/>
            <a:p>
              <a:pPr algn="ctr" defTabSz="914400" fontAlgn="base">
                <a:lnSpc>
                  <a:spcPct val="120000"/>
                </a:lnSpc>
                <a:spcAft>
                  <a:spcPct val="0"/>
                </a:spcAft>
              </a:pPr>
              <a:r>
                <a:rPr kumimoji="1" lang="ko-KR" altLang="en-US" sz="1000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환경지원팀</a:t>
              </a:r>
            </a:p>
          </p:txBody>
        </p:sp>
      </p:grp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0C8F2050-C863-472C-A900-FA211AF9FBC5}"/>
              </a:ext>
            </a:extLst>
          </p:cNvPr>
          <p:cNvGrpSpPr/>
          <p:nvPr/>
        </p:nvGrpSpPr>
        <p:grpSpPr>
          <a:xfrm>
            <a:off x="440668" y="2504728"/>
            <a:ext cx="5976000" cy="184666"/>
            <a:chOff x="4503039" y="5804479"/>
            <a:chExt cx="5976000" cy="184666"/>
          </a:xfrm>
        </p:grpSpPr>
        <p:cxnSp>
          <p:nvCxnSpPr>
            <p:cNvPr id="59" name="직선 연결선 58">
              <a:extLst>
                <a:ext uri="{FF2B5EF4-FFF2-40B4-BE49-F238E27FC236}">
                  <a16:creationId xmlns:a16="http://schemas.microsoft.com/office/drawing/2014/main" id="{78720595-B8E6-4C02-852B-8A58825E1938}"/>
                </a:ext>
              </a:extLst>
            </p:cNvPr>
            <p:cNvCxnSpPr>
              <a:cxnSpLocks/>
            </p:cNvCxnSpPr>
            <p:nvPr/>
          </p:nvCxnSpPr>
          <p:spPr>
            <a:xfrm>
              <a:off x="4503039" y="5948495"/>
              <a:ext cx="5976000" cy="0"/>
            </a:xfrm>
            <a:prstGeom prst="line">
              <a:avLst/>
            </a:prstGeom>
            <a:ln w="12700" cap="flat">
              <a:solidFill>
                <a:srgbClr val="BAC0CE"/>
              </a:solidFill>
              <a:miter lim="800000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B1DDCA46-A474-4D9B-8400-61AC309F54F6}"/>
                </a:ext>
              </a:extLst>
            </p:cNvPr>
            <p:cNvSpPr txBox="1"/>
            <p:nvPr/>
          </p:nvSpPr>
          <p:spPr>
            <a:xfrm flipH="1">
              <a:off x="4503039" y="5804479"/>
              <a:ext cx="1186273" cy="18466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</p:spPr>
          <p:txBody>
            <a:bodyPr wrap="none" lIns="0" tIns="0" rIns="108000" bIns="0" rtlCol="0" anchor="b">
              <a:spAutoFit/>
            </a:bodyPr>
            <a:lstStyle/>
            <a:p>
              <a:pPr lvl="0" defTabSz="478031">
                <a:defRPr/>
              </a:pPr>
              <a:r>
                <a:rPr lang="ko-KR" altLang="en-US" sz="120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조직 및 인원현황</a:t>
              </a:r>
            </a:p>
          </p:txBody>
        </p: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D472AE22-AF95-4236-900A-A20D0B5DBA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676" y="1064568"/>
            <a:ext cx="1670380" cy="199285"/>
          </a:xfrm>
        </p:spPr>
        <p:txBody>
          <a:bodyPr/>
          <a:lstStyle/>
          <a:p>
            <a:r>
              <a:rPr lang="en-US" altLang="ko-KR" dirty="0"/>
              <a:t>1.2 </a:t>
            </a:r>
            <a:r>
              <a:rPr lang="ko-KR" altLang="en-US" dirty="0"/>
              <a:t>조직 및 인원 현황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3259E7-F954-24E1-E250-B70C2B84856B}"/>
              </a:ext>
            </a:extLst>
          </p:cNvPr>
          <p:cNvSpPr txBox="1"/>
          <p:nvPr/>
        </p:nvSpPr>
        <p:spPr>
          <a:xfrm>
            <a:off x="1667082" y="503378"/>
            <a:ext cx="1230017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defTabSz="987095"/>
            <a:r>
              <a:rPr lang="en-US" altLang="ko-KR" sz="800" spc="-54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0  </a:t>
            </a:r>
            <a:r>
              <a:rPr lang="ko-KR" altLang="en-US" sz="800" spc="-54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제안업체 일반  </a:t>
            </a:r>
            <a:r>
              <a:rPr lang="en-US" altLang="ko-KR" sz="800" spc="-54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&gt;  1. </a:t>
            </a:r>
            <a:r>
              <a:rPr lang="ko-KR" altLang="en-US" sz="800" spc="-54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제안사 일반</a:t>
            </a:r>
          </a:p>
        </p:txBody>
      </p:sp>
      <p:sp>
        <p:nvSpPr>
          <p:cNvPr id="5" name="모서리가 둥근 직사각형 143">
            <a:extLst>
              <a:ext uri="{FF2B5EF4-FFF2-40B4-BE49-F238E27FC236}">
                <a16:creationId xmlns:a16="http://schemas.microsoft.com/office/drawing/2014/main" id="{E8AD932D-3F53-7BE3-4406-2EFF88331105}"/>
              </a:ext>
            </a:extLst>
          </p:cNvPr>
          <p:cNvSpPr/>
          <p:nvPr/>
        </p:nvSpPr>
        <p:spPr>
          <a:xfrm>
            <a:off x="773232" y="5257872"/>
            <a:ext cx="1296000" cy="288000"/>
          </a:xfrm>
          <a:prstGeom prst="roundRect">
            <a:avLst>
              <a:gd name="adj" fmla="val 0"/>
            </a:avLst>
          </a:prstGeom>
          <a:solidFill>
            <a:srgbClr val="F2F2F2"/>
          </a:solidFill>
          <a:ln w="6350" cap="flat" cmpd="sng" algn="ctr">
            <a:noFill/>
            <a:prstDash val="solid"/>
          </a:ln>
          <a:effectLst/>
        </p:spPr>
        <p:txBody>
          <a:bodyPr wrap="square" lIns="0" tIns="0" rIns="0" bIns="0" rtlCol="0" anchor="ctr"/>
          <a:lstStyle/>
          <a:p>
            <a:pPr algn="ctr" defTabSz="914400" fontAlgn="base">
              <a:lnSpc>
                <a:spcPct val="120000"/>
              </a:lnSpc>
              <a:spcAft>
                <a:spcPct val="0"/>
              </a:spcAft>
            </a:pPr>
            <a:r>
              <a:rPr kumimoji="1" lang="ko-KR" altLang="en-US" sz="1000" ker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개발 </a:t>
            </a:r>
            <a:r>
              <a:rPr kumimoji="1" lang="en-US" altLang="ko-KR" sz="1000" ker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1</a:t>
            </a:r>
            <a:r>
              <a:rPr kumimoji="1" lang="ko-KR" altLang="en-US" sz="1000" ker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팀</a:t>
            </a:r>
          </a:p>
        </p:txBody>
      </p:sp>
      <p:sp>
        <p:nvSpPr>
          <p:cNvPr id="6" name="모서리가 둥근 직사각형 143">
            <a:extLst>
              <a:ext uri="{FF2B5EF4-FFF2-40B4-BE49-F238E27FC236}">
                <a16:creationId xmlns:a16="http://schemas.microsoft.com/office/drawing/2014/main" id="{B980DB6B-7EE4-7B12-CA4D-B0AF8BF1EBF5}"/>
              </a:ext>
            </a:extLst>
          </p:cNvPr>
          <p:cNvSpPr/>
          <p:nvPr/>
        </p:nvSpPr>
        <p:spPr>
          <a:xfrm>
            <a:off x="925632" y="5410272"/>
            <a:ext cx="1296000" cy="288000"/>
          </a:xfrm>
          <a:prstGeom prst="roundRect">
            <a:avLst>
              <a:gd name="adj" fmla="val 0"/>
            </a:avLst>
          </a:prstGeom>
          <a:solidFill>
            <a:srgbClr val="F2F2F2"/>
          </a:solidFill>
          <a:ln w="6350" cap="flat" cmpd="sng" algn="ctr">
            <a:noFill/>
            <a:prstDash val="solid"/>
          </a:ln>
          <a:effectLst/>
        </p:spPr>
        <p:txBody>
          <a:bodyPr wrap="square" lIns="0" tIns="0" rIns="0" bIns="0" rtlCol="0" anchor="ctr"/>
          <a:lstStyle/>
          <a:p>
            <a:pPr algn="ctr" defTabSz="914400" fontAlgn="base">
              <a:lnSpc>
                <a:spcPct val="120000"/>
              </a:lnSpc>
              <a:spcAft>
                <a:spcPct val="0"/>
              </a:spcAft>
            </a:pPr>
            <a:r>
              <a:rPr kumimoji="1" lang="ko-KR" altLang="en-US" sz="1000" ker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개발 </a:t>
            </a:r>
            <a:r>
              <a:rPr kumimoji="1" lang="en-US" altLang="ko-KR" sz="1000" ker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1</a:t>
            </a:r>
            <a:r>
              <a:rPr kumimoji="1" lang="ko-KR" altLang="en-US" sz="1000" ker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팀</a:t>
            </a:r>
          </a:p>
        </p:txBody>
      </p:sp>
    </p:spTree>
    <p:extLst>
      <p:ext uri="{BB962C8B-B14F-4D97-AF65-F5344CB8AC3E}">
        <p14:creationId xmlns:p14="http://schemas.microsoft.com/office/powerpoint/2010/main" val="15465672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AutoShape 165">
            <a:extLst>
              <a:ext uri="{FF2B5EF4-FFF2-40B4-BE49-F238E27FC236}">
                <a16:creationId xmlns:a16="http://schemas.microsoft.com/office/drawing/2014/main" id="{91261832-97D5-4332-AC97-C67A3A338A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668" y="1568624"/>
            <a:ext cx="5976000" cy="647237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3175" algn="ctr">
            <a:solidFill>
              <a:schemeClr val="bg1">
                <a:lumMod val="95000"/>
              </a:schemeClr>
            </a:solidFill>
            <a:round/>
            <a:headEnd/>
            <a:tailEnd/>
          </a:ln>
          <a:effectLst/>
        </p:spPr>
        <p:txBody>
          <a:bodyPr wrap="square" lIns="144000" tIns="36000" rIns="72000" bIns="36000" anchor="ctr"/>
          <a:lstStyle/>
          <a:p>
            <a:pPr marL="85725" lvl="0" indent="-85725" defTabSz="914400" fontAlgn="ctr">
              <a:lnSpc>
                <a:spcPct val="110000"/>
              </a:lnSpc>
              <a:spcAft>
                <a:spcPts val="300"/>
              </a:spcAft>
              <a:buFont typeface="Arial" pitchFamily="34" charset="0"/>
              <a:buChar char="•"/>
              <a:defRPr/>
            </a:pPr>
            <a:r>
              <a:rPr kumimoji="1" lang="en-US" altLang="ko-KR" sz="1000" ker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IT </a:t>
            </a:r>
            <a:r>
              <a:rPr kumimoji="1" lang="ko-KR" altLang="en-US" sz="1000" ker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업종에서 상위 </a:t>
            </a:r>
            <a:r>
              <a:rPr kumimoji="1" lang="en-US" altLang="ko-KR" sz="1000" ker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30% </a:t>
            </a:r>
            <a:r>
              <a:rPr kumimoji="1" lang="ko-KR" altLang="en-US" sz="1000" ker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이내의 신용등급을 유지하고 있으며 </a:t>
            </a:r>
            <a:r>
              <a:rPr kumimoji="1" lang="ko-KR" altLang="en-US" sz="1000" ker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매년 매출이 상승</a:t>
            </a:r>
            <a:r>
              <a:rPr kumimoji="1" lang="ko-KR" altLang="en-US" sz="1000" ker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하고 있음</a:t>
            </a:r>
          </a:p>
          <a:p>
            <a:pPr marL="85725" lvl="0" indent="-85725" defTabSz="914400" fontAlgn="ctr">
              <a:lnSpc>
                <a:spcPct val="110000"/>
              </a:lnSpc>
              <a:spcAft>
                <a:spcPts val="300"/>
              </a:spcAft>
              <a:buFont typeface="Arial" pitchFamily="34" charset="0"/>
              <a:buChar char="•"/>
              <a:defRPr/>
            </a:pPr>
            <a:r>
              <a:rPr kumimoji="1" lang="ko-KR" altLang="en-US" sz="1000" ker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공공분야 우수기술지원기업</a:t>
            </a:r>
            <a:r>
              <a:rPr kumimoji="1" lang="en-US" altLang="ko-KR" sz="1000" ker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, </a:t>
            </a:r>
            <a:r>
              <a:rPr kumimoji="1" lang="ko-KR" altLang="en-US" sz="1000" ker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우수기업 감사패 수상 등 </a:t>
            </a:r>
            <a:r>
              <a:rPr kumimoji="1" lang="ko-KR" altLang="en-US" sz="1000" ker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해당 분야의 기술력과 사업 수행 능력을 인정받은 회사</a:t>
            </a:r>
          </a:p>
        </p:txBody>
      </p:sp>
      <p:grpSp>
        <p:nvGrpSpPr>
          <p:cNvPr id="120" name="그룹 119">
            <a:extLst>
              <a:ext uri="{FF2B5EF4-FFF2-40B4-BE49-F238E27FC236}">
                <a16:creationId xmlns:a16="http://schemas.microsoft.com/office/drawing/2014/main" id="{4A859FF3-A669-4544-9B4D-637C219F13C7}"/>
              </a:ext>
            </a:extLst>
          </p:cNvPr>
          <p:cNvGrpSpPr/>
          <p:nvPr/>
        </p:nvGrpSpPr>
        <p:grpSpPr>
          <a:xfrm>
            <a:off x="440668" y="1064568"/>
            <a:ext cx="66431" cy="180000"/>
            <a:chOff x="447632" y="1870808"/>
            <a:chExt cx="66431" cy="247087"/>
          </a:xfrm>
        </p:grpSpPr>
        <p:sp>
          <p:nvSpPr>
            <p:cNvPr id="121" name="직사각형 120">
              <a:extLst>
                <a:ext uri="{FF2B5EF4-FFF2-40B4-BE49-F238E27FC236}">
                  <a16:creationId xmlns:a16="http://schemas.microsoft.com/office/drawing/2014/main" id="{6B9166F1-B19F-4E27-BAD7-E067775C3D5D}"/>
                </a:ext>
              </a:extLst>
            </p:cNvPr>
            <p:cNvSpPr/>
            <p:nvPr/>
          </p:nvSpPr>
          <p:spPr>
            <a:xfrm>
              <a:off x="447632" y="1990162"/>
              <a:ext cx="66431" cy="12773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/>
            </a:bodyPr>
            <a:lstStyle/>
            <a:p>
              <a:pPr algn="ctr"/>
              <a:endParaRPr lang="ko-KR" altLang="en-US">
                <a:ln>
                  <a:solidFill>
                    <a:srgbClr val="02A1B2">
                      <a:alpha val="0"/>
                    </a:srgbClr>
                  </a:solidFill>
                </a:ln>
              </a:endParaRPr>
            </a:p>
          </p:txBody>
        </p:sp>
        <p:sp>
          <p:nvSpPr>
            <p:cNvPr id="122" name="직사각형 121">
              <a:extLst>
                <a:ext uri="{FF2B5EF4-FFF2-40B4-BE49-F238E27FC236}">
                  <a16:creationId xmlns:a16="http://schemas.microsoft.com/office/drawing/2014/main" id="{F88BAAC5-C68B-42E5-82ED-FE6BFC15F4EA}"/>
                </a:ext>
              </a:extLst>
            </p:cNvPr>
            <p:cNvSpPr/>
            <p:nvPr/>
          </p:nvSpPr>
          <p:spPr>
            <a:xfrm>
              <a:off x="447632" y="1870808"/>
              <a:ext cx="66431" cy="127733"/>
            </a:xfrm>
            <a:prstGeom prst="rect">
              <a:avLst/>
            </a:prstGeom>
            <a:solidFill>
              <a:srgbClr val="B71B6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/>
            </a:bodyPr>
            <a:lstStyle/>
            <a:p>
              <a:pPr algn="ctr"/>
              <a:endParaRPr lang="ko-KR" altLang="en-US">
                <a:ln>
                  <a:solidFill>
                    <a:srgbClr val="02A1B2">
                      <a:alpha val="0"/>
                    </a:srgbClr>
                  </a:solidFill>
                </a:ln>
              </a:endParaRPr>
            </a:p>
          </p:txBody>
        </p:sp>
      </p:grpSp>
      <p:sp>
        <p:nvSpPr>
          <p:cNvPr id="123" name="직사각형 122">
            <a:extLst>
              <a:ext uri="{FF2B5EF4-FFF2-40B4-BE49-F238E27FC236}">
                <a16:creationId xmlns:a16="http://schemas.microsoft.com/office/drawing/2014/main" id="{8E5CAA00-819A-45F1-BE3A-F6306D136147}"/>
              </a:ext>
            </a:extLst>
          </p:cNvPr>
          <p:cNvSpPr/>
          <p:nvPr/>
        </p:nvSpPr>
        <p:spPr>
          <a:xfrm>
            <a:off x="5206867" y="1065770"/>
            <a:ext cx="1209800" cy="17763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36000" rIns="72000" bIns="18000" rtlCol="0" anchor="ctr">
            <a:spAutoFit/>
          </a:bodyPr>
          <a:lstStyle/>
          <a:p>
            <a:pPr algn="r"/>
            <a:r>
              <a: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요구사항 번호</a:t>
            </a:r>
            <a:r>
              <a:rPr lang="en-US" altLang="ko-KR" sz="8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: </a:t>
            </a:r>
            <a:r>
              <a:rPr lang="en-US" altLang="ko-KR" sz="800">
                <a:solidFill>
                  <a:srgbClr val="0070C0"/>
                </a:solidFill>
                <a:latin typeface="+mj-ea"/>
                <a:ea typeface="+mj-ea"/>
              </a:rPr>
              <a:t>ABC-001</a:t>
            </a:r>
            <a:endParaRPr lang="ko-KR" altLang="en-US" sz="800" dirty="0">
              <a:solidFill>
                <a:srgbClr val="0070C0"/>
              </a:solidFill>
              <a:latin typeface="+mj-ea"/>
              <a:ea typeface="+mj-ea"/>
            </a:endParaRPr>
          </a:p>
        </p:txBody>
      </p:sp>
      <p:grpSp>
        <p:nvGrpSpPr>
          <p:cNvPr id="124" name="그룹 123">
            <a:extLst>
              <a:ext uri="{FF2B5EF4-FFF2-40B4-BE49-F238E27FC236}">
                <a16:creationId xmlns:a16="http://schemas.microsoft.com/office/drawing/2014/main" id="{BC83CE37-9D4A-4260-8840-01C5DD3E9F48}"/>
              </a:ext>
            </a:extLst>
          </p:cNvPr>
          <p:cNvGrpSpPr/>
          <p:nvPr/>
        </p:nvGrpSpPr>
        <p:grpSpPr>
          <a:xfrm>
            <a:off x="440668" y="2900772"/>
            <a:ext cx="1279791" cy="169277"/>
            <a:chOff x="440667" y="2866470"/>
            <a:chExt cx="1279791" cy="169277"/>
          </a:xfrm>
        </p:grpSpPr>
        <p:sp>
          <p:nvSpPr>
            <p:cNvPr id="125" name="Text Box 247">
              <a:extLst>
                <a:ext uri="{FF2B5EF4-FFF2-40B4-BE49-F238E27FC236}">
                  <a16:creationId xmlns:a16="http://schemas.microsoft.com/office/drawing/2014/main" id="{3CC70E0F-B5F3-4960-8463-B2612449096D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440668" y="2866470"/>
              <a:ext cx="1279790" cy="169277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lIns="126000" tIns="0" rIns="0" bIns="0" anchor="ctr">
              <a:spAutoFit/>
            </a:bodyPr>
            <a:lstStyle>
              <a:defPPr>
                <a:defRPr lang="en-US"/>
              </a:defPPr>
              <a:lvl1pPr marR="0" lvl="0" indent="0" defTabSz="914400" fontAlgn="base" latinLnBrk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 kumimoji="1" sz="1100" b="0" i="0" u="none" strike="noStrike" kern="0" cap="none" spc="0" normalizeH="0" baseline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ea"/>
                  <a:ea typeface="+mj-ea"/>
                </a:defRPr>
              </a:lvl1pPr>
            </a:lstStyle>
            <a:p>
              <a:pPr lvl="0">
                <a:defRPr/>
              </a:pPr>
              <a:r>
                <a:rPr lang="ko-KR" altLang="en-US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신용평가등급 확인서</a:t>
              </a:r>
            </a:p>
          </p:txBody>
        </p:sp>
        <p:sp>
          <p:nvSpPr>
            <p:cNvPr id="126" name="사각형: 둥근 모서리 125">
              <a:extLst>
                <a:ext uri="{FF2B5EF4-FFF2-40B4-BE49-F238E27FC236}">
                  <a16:creationId xmlns:a16="http://schemas.microsoft.com/office/drawing/2014/main" id="{0FEA41D3-C361-40E4-92A2-221256B6AEBE}"/>
                </a:ext>
              </a:extLst>
            </p:cNvPr>
            <p:cNvSpPr/>
            <p:nvPr/>
          </p:nvSpPr>
          <p:spPr>
            <a:xfrm>
              <a:off x="440667" y="2874971"/>
              <a:ext cx="54000" cy="129600"/>
            </a:xfrm>
            <a:prstGeom prst="roundRect">
              <a:avLst/>
            </a:prstGeom>
            <a:solidFill>
              <a:srgbClr val="0070C0"/>
            </a:solidFill>
          </p:spPr>
          <p:txBody>
            <a:bodyPr wrap="none" lIns="36000" tIns="18000" rIns="36000" bIns="18000">
              <a:noAutofit/>
            </a:bodyPr>
            <a:lstStyle/>
            <a:p>
              <a:pPr defTabSz="914400" fontAlgn="base">
                <a:spcBef>
                  <a:spcPct val="0"/>
                </a:spcBef>
                <a:spcAft>
                  <a:spcPts val="2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</a:pPr>
              <a:endParaRPr lang="ko-KR" altLang="en-US" sz="1100">
                <a:solidFill>
                  <a:schemeClr val="bg1"/>
                </a:solidFill>
                <a:latin typeface="+mn-ea"/>
              </a:endParaRPr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E6E3DC65-E3B3-400A-9217-48FED07B2451}"/>
              </a:ext>
            </a:extLst>
          </p:cNvPr>
          <p:cNvGrpSpPr/>
          <p:nvPr/>
        </p:nvGrpSpPr>
        <p:grpSpPr>
          <a:xfrm>
            <a:off x="440668" y="5212322"/>
            <a:ext cx="5975999" cy="4169170"/>
            <a:chOff x="440668" y="5212322"/>
            <a:chExt cx="5975999" cy="4169170"/>
          </a:xfrm>
        </p:grpSpPr>
        <p:pic>
          <p:nvPicPr>
            <p:cNvPr id="53" name="Picture 2">
              <a:extLst>
                <a:ext uri="{FF2B5EF4-FFF2-40B4-BE49-F238E27FC236}">
                  <a16:creationId xmlns:a16="http://schemas.microsoft.com/office/drawing/2014/main" id="{3C360693-ED39-4F6E-B694-70FA68DC0CB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alphaModFix amt="4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0668" y="5212322"/>
              <a:ext cx="5975999" cy="41691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DFBEA4D7-45CC-454C-BCE2-427FA6861ADF}"/>
                </a:ext>
              </a:extLst>
            </p:cNvPr>
            <p:cNvSpPr/>
            <p:nvPr/>
          </p:nvSpPr>
          <p:spPr>
            <a:xfrm>
              <a:off x="1012427" y="7059669"/>
              <a:ext cx="806310" cy="161583"/>
            </a:xfrm>
            <a:prstGeom prst="rect">
              <a:avLst/>
            </a:prstGeom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lang="ko-KR" altLang="en-US" sz="10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</a:rPr>
                <a:t>공공기관장 표창</a:t>
              </a:r>
            </a:p>
          </p:txBody>
        </p:sp>
        <p:sp>
          <p:nvSpPr>
            <p:cNvPr id="65" name="직사각형 64">
              <a:extLst>
                <a:ext uri="{FF2B5EF4-FFF2-40B4-BE49-F238E27FC236}">
                  <a16:creationId xmlns:a16="http://schemas.microsoft.com/office/drawing/2014/main" id="{64DD86A7-4CE8-4D90-BEDF-1E6A06EB38CF}"/>
                </a:ext>
              </a:extLst>
            </p:cNvPr>
            <p:cNvSpPr/>
            <p:nvPr/>
          </p:nvSpPr>
          <p:spPr>
            <a:xfrm>
              <a:off x="2772571" y="7059669"/>
              <a:ext cx="1312859" cy="161583"/>
            </a:xfrm>
            <a:prstGeom prst="rect">
              <a:avLst/>
            </a:prstGeom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lang="ko-KR" altLang="en-US" sz="10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</a:rPr>
                <a:t>보안 분야 우수기업 감사패</a:t>
              </a:r>
            </a:p>
          </p:txBody>
        </p:sp>
        <p:sp>
          <p:nvSpPr>
            <p:cNvPr id="67" name="직사각형 66">
              <a:extLst>
                <a:ext uri="{FF2B5EF4-FFF2-40B4-BE49-F238E27FC236}">
                  <a16:creationId xmlns:a16="http://schemas.microsoft.com/office/drawing/2014/main" id="{9285775A-DE3B-477E-989F-DF25C219C43F}"/>
                </a:ext>
              </a:extLst>
            </p:cNvPr>
            <p:cNvSpPr/>
            <p:nvPr/>
          </p:nvSpPr>
          <p:spPr>
            <a:xfrm>
              <a:off x="4909485" y="7059669"/>
              <a:ext cx="1005082" cy="161583"/>
            </a:xfrm>
            <a:prstGeom prst="rect">
              <a:avLst/>
            </a:prstGeom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lang="ko-KR" altLang="en-US" sz="10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</a:rPr>
                <a:t>특허증 및 </a:t>
              </a:r>
              <a:r>
                <a:rPr lang="en-US" altLang="ko-KR" sz="10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</a:rPr>
                <a:t>CC</a:t>
              </a:r>
              <a:r>
                <a:rPr lang="ko-KR" altLang="en-US" sz="10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</a:rPr>
                <a:t>인증서</a:t>
              </a:r>
            </a:p>
          </p:txBody>
        </p:sp>
        <p:sp>
          <p:nvSpPr>
            <p:cNvPr id="69" name="직사각형 68">
              <a:extLst>
                <a:ext uri="{FF2B5EF4-FFF2-40B4-BE49-F238E27FC236}">
                  <a16:creationId xmlns:a16="http://schemas.microsoft.com/office/drawing/2014/main" id="{B8C70A67-364C-42CB-BABA-62822D5B3669}"/>
                </a:ext>
              </a:extLst>
            </p:cNvPr>
            <p:cNvSpPr/>
            <p:nvPr/>
          </p:nvSpPr>
          <p:spPr>
            <a:xfrm>
              <a:off x="941093" y="9111897"/>
              <a:ext cx="948978" cy="161583"/>
            </a:xfrm>
            <a:prstGeom prst="rect">
              <a:avLst/>
            </a:prstGeom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lang="ko-KR" altLang="en-US" sz="10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</a:rPr>
                <a:t>우수기술 기업 표창</a:t>
              </a:r>
            </a:p>
          </p:txBody>
        </p:sp>
        <p:sp>
          <p:nvSpPr>
            <p:cNvPr id="71" name="직사각형 70">
              <a:extLst>
                <a:ext uri="{FF2B5EF4-FFF2-40B4-BE49-F238E27FC236}">
                  <a16:creationId xmlns:a16="http://schemas.microsoft.com/office/drawing/2014/main" id="{87F0E7FF-A99F-4153-A2FC-D562D5F4EB6C}"/>
                </a:ext>
              </a:extLst>
            </p:cNvPr>
            <p:cNvSpPr/>
            <p:nvPr/>
          </p:nvSpPr>
          <p:spPr>
            <a:xfrm>
              <a:off x="2915238" y="9111897"/>
              <a:ext cx="1027525" cy="161583"/>
            </a:xfrm>
            <a:prstGeom prst="rect">
              <a:avLst/>
            </a:prstGeom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lang="ko-KR" altLang="en-US" sz="10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</a:rPr>
                <a:t>경영혁신형 중소기업</a:t>
              </a:r>
            </a:p>
          </p:txBody>
        </p:sp>
        <p:sp>
          <p:nvSpPr>
            <p:cNvPr id="72" name="직사각형 71">
              <a:extLst>
                <a:ext uri="{FF2B5EF4-FFF2-40B4-BE49-F238E27FC236}">
                  <a16:creationId xmlns:a16="http://schemas.microsoft.com/office/drawing/2014/main" id="{0BB16F30-1F72-43AE-9C09-063689B29563}"/>
                </a:ext>
              </a:extLst>
            </p:cNvPr>
            <p:cNvSpPr/>
            <p:nvPr/>
          </p:nvSpPr>
          <p:spPr>
            <a:xfrm>
              <a:off x="4937537" y="9111897"/>
              <a:ext cx="948978" cy="161583"/>
            </a:xfrm>
            <a:prstGeom prst="rect">
              <a:avLst/>
            </a:prstGeom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lang="ko-KR" altLang="en-US" sz="10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</a:rPr>
                <a:t>모니터링 제품 특허</a:t>
              </a:r>
            </a:p>
          </p:txBody>
        </p:sp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9BA893CD-557F-4CB4-B39C-5F2C229343BE}"/>
                </a:ext>
              </a:extLst>
            </p:cNvPr>
            <p:cNvGrpSpPr/>
            <p:nvPr/>
          </p:nvGrpSpPr>
          <p:grpSpPr>
            <a:xfrm>
              <a:off x="821582" y="5371328"/>
              <a:ext cx="1188000" cy="1620000"/>
              <a:chOff x="813571" y="5067345"/>
              <a:chExt cx="1239266" cy="1691912"/>
            </a:xfrm>
          </p:grpSpPr>
          <p:grpSp>
            <p:nvGrpSpPr>
              <p:cNvPr id="64" name="그룹 63">
                <a:extLst>
                  <a:ext uri="{FF2B5EF4-FFF2-40B4-BE49-F238E27FC236}">
                    <a16:creationId xmlns:a16="http://schemas.microsoft.com/office/drawing/2014/main" id="{949A7C9B-7A64-4222-94AA-126C0006266A}"/>
                  </a:ext>
                </a:extLst>
              </p:cNvPr>
              <p:cNvGrpSpPr/>
              <p:nvPr/>
            </p:nvGrpSpPr>
            <p:grpSpPr>
              <a:xfrm>
                <a:off x="813571" y="5067345"/>
                <a:ext cx="1239266" cy="1691912"/>
                <a:chOff x="4850668" y="8174176"/>
                <a:chExt cx="992920" cy="1355587"/>
              </a:xfrm>
            </p:grpSpPr>
            <p:sp>
              <p:nvSpPr>
                <p:cNvPr id="108" name="직사각형 107">
                  <a:extLst>
                    <a:ext uri="{FF2B5EF4-FFF2-40B4-BE49-F238E27FC236}">
                      <a16:creationId xmlns:a16="http://schemas.microsoft.com/office/drawing/2014/main" id="{B47B7636-5680-4329-BFD6-AACEA97A897C}"/>
                    </a:ext>
                  </a:extLst>
                </p:cNvPr>
                <p:cNvSpPr/>
                <p:nvPr/>
              </p:nvSpPr>
              <p:spPr>
                <a:xfrm>
                  <a:off x="4850668" y="8174176"/>
                  <a:ext cx="992920" cy="1355587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pic>
              <p:nvPicPr>
                <p:cNvPr id="109" name="그림 108">
                  <a:extLst>
                    <a:ext uri="{FF2B5EF4-FFF2-40B4-BE49-F238E27FC236}">
                      <a16:creationId xmlns:a16="http://schemas.microsoft.com/office/drawing/2014/main" id="{4033C245-3FAB-40ED-B534-367900B320D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932884" y="8260557"/>
                  <a:ext cx="829422" cy="1180048"/>
                </a:xfrm>
                <a:prstGeom prst="rect">
                  <a:avLst/>
                </a:prstGeom>
              </p:spPr>
            </p:pic>
            <p:sp>
              <p:nvSpPr>
                <p:cNvPr id="110" name="직사각형 109">
                  <a:extLst>
                    <a:ext uri="{FF2B5EF4-FFF2-40B4-BE49-F238E27FC236}">
                      <a16:creationId xmlns:a16="http://schemas.microsoft.com/office/drawing/2014/main" id="{B900E939-DC86-4513-88EB-0261942F0A03}"/>
                    </a:ext>
                  </a:extLst>
                </p:cNvPr>
                <p:cNvSpPr/>
                <p:nvPr/>
              </p:nvSpPr>
              <p:spPr>
                <a:xfrm>
                  <a:off x="4850668" y="8174176"/>
                  <a:ext cx="145195" cy="141149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11" name="직사각형 110">
                  <a:extLst>
                    <a:ext uri="{FF2B5EF4-FFF2-40B4-BE49-F238E27FC236}">
                      <a16:creationId xmlns:a16="http://schemas.microsoft.com/office/drawing/2014/main" id="{86BD6BCF-909F-4BEA-B9BD-E5BDEC21B822}"/>
                    </a:ext>
                  </a:extLst>
                </p:cNvPr>
                <p:cNvSpPr/>
                <p:nvPr/>
              </p:nvSpPr>
              <p:spPr>
                <a:xfrm>
                  <a:off x="5698393" y="9388614"/>
                  <a:ext cx="145195" cy="141149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12" name="직사각형 111">
                  <a:extLst>
                    <a:ext uri="{FF2B5EF4-FFF2-40B4-BE49-F238E27FC236}">
                      <a16:creationId xmlns:a16="http://schemas.microsoft.com/office/drawing/2014/main" id="{FBFFA228-1CE0-4D91-BD1D-43A1C1441ECE}"/>
                    </a:ext>
                  </a:extLst>
                </p:cNvPr>
                <p:cNvSpPr/>
                <p:nvPr/>
              </p:nvSpPr>
              <p:spPr>
                <a:xfrm>
                  <a:off x="4902600" y="8225066"/>
                  <a:ext cx="889056" cy="1253806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pic>
            <p:nvPicPr>
              <p:cNvPr id="128" name="Picture 2">
                <a:extLst>
                  <a:ext uri="{FF2B5EF4-FFF2-40B4-BE49-F238E27FC236}">
                    <a16:creationId xmlns:a16="http://schemas.microsoft.com/office/drawing/2014/main" id="{2889A0B2-CF63-4BB3-9876-4AAE0126044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770" t="3506" r="4770" b="3506"/>
              <a:stretch/>
            </p:blipFill>
            <p:spPr bwMode="auto">
              <a:xfrm>
                <a:off x="912790" y="5157301"/>
                <a:ext cx="1040829" cy="1512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3" name="그룹 2">
              <a:extLst>
                <a:ext uri="{FF2B5EF4-FFF2-40B4-BE49-F238E27FC236}">
                  <a16:creationId xmlns:a16="http://schemas.microsoft.com/office/drawing/2014/main" id="{D70E7124-A4A1-4E05-8E31-8D1C94321530}"/>
                </a:ext>
              </a:extLst>
            </p:cNvPr>
            <p:cNvGrpSpPr/>
            <p:nvPr/>
          </p:nvGrpSpPr>
          <p:grpSpPr>
            <a:xfrm>
              <a:off x="2835000" y="5371328"/>
              <a:ext cx="1188000" cy="1620000"/>
              <a:chOff x="2821162" y="4989004"/>
              <a:chExt cx="1239266" cy="1691912"/>
            </a:xfrm>
          </p:grpSpPr>
          <p:grpSp>
            <p:nvGrpSpPr>
              <p:cNvPr id="66" name="그룹 65">
                <a:extLst>
                  <a:ext uri="{FF2B5EF4-FFF2-40B4-BE49-F238E27FC236}">
                    <a16:creationId xmlns:a16="http://schemas.microsoft.com/office/drawing/2014/main" id="{FE6EBFB5-DBDA-4AE7-A6BF-8BE80104C756}"/>
                  </a:ext>
                </a:extLst>
              </p:cNvPr>
              <p:cNvGrpSpPr/>
              <p:nvPr/>
            </p:nvGrpSpPr>
            <p:grpSpPr>
              <a:xfrm>
                <a:off x="2821162" y="4989004"/>
                <a:ext cx="1239266" cy="1691912"/>
                <a:chOff x="4850668" y="8174176"/>
                <a:chExt cx="992920" cy="1355587"/>
              </a:xfrm>
            </p:grpSpPr>
            <p:sp>
              <p:nvSpPr>
                <p:cNvPr id="103" name="직사각형 102">
                  <a:extLst>
                    <a:ext uri="{FF2B5EF4-FFF2-40B4-BE49-F238E27FC236}">
                      <a16:creationId xmlns:a16="http://schemas.microsoft.com/office/drawing/2014/main" id="{90B29093-D5B0-403D-B273-4A9D87C386C1}"/>
                    </a:ext>
                  </a:extLst>
                </p:cNvPr>
                <p:cNvSpPr/>
                <p:nvPr/>
              </p:nvSpPr>
              <p:spPr>
                <a:xfrm>
                  <a:off x="4850668" y="8174176"/>
                  <a:ext cx="992920" cy="1355587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pic>
              <p:nvPicPr>
                <p:cNvPr id="104" name="그림 103">
                  <a:extLst>
                    <a:ext uri="{FF2B5EF4-FFF2-40B4-BE49-F238E27FC236}">
                      <a16:creationId xmlns:a16="http://schemas.microsoft.com/office/drawing/2014/main" id="{C81BD2B5-89BD-4F54-999A-B7B770E1BE6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932884" y="8260557"/>
                  <a:ext cx="829422" cy="1180048"/>
                </a:xfrm>
                <a:prstGeom prst="rect">
                  <a:avLst/>
                </a:prstGeom>
              </p:spPr>
            </p:pic>
            <p:sp>
              <p:nvSpPr>
                <p:cNvPr id="105" name="직사각형 104">
                  <a:extLst>
                    <a:ext uri="{FF2B5EF4-FFF2-40B4-BE49-F238E27FC236}">
                      <a16:creationId xmlns:a16="http://schemas.microsoft.com/office/drawing/2014/main" id="{63774BA2-E35C-4444-A99A-8178AF8E50DE}"/>
                    </a:ext>
                  </a:extLst>
                </p:cNvPr>
                <p:cNvSpPr/>
                <p:nvPr/>
              </p:nvSpPr>
              <p:spPr>
                <a:xfrm>
                  <a:off x="4850668" y="8174176"/>
                  <a:ext cx="145195" cy="141149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06" name="직사각형 105">
                  <a:extLst>
                    <a:ext uri="{FF2B5EF4-FFF2-40B4-BE49-F238E27FC236}">
                      <a16:creationId xmlns:a16="http://schemas.microsoft.com/office/drawing/2014/main" id="{2DE16223-B2B7-4716-874A-5A9FEE616C2C}"/>
                    </a:ext>
                  </a:extLst>
                </p:cNvPr>
                <p:cNvSpPr/>
                <p:nvPr/>
              </p:nvSpPr>
              <p:spPr>
                <a:xfrm>
                  <a:off x="5698393" y="9388614"/>
                  <a:ext cx="145195" cy="141149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07" name="직사각형 106">
                  <a:extLst>
                    <a:ext uri="{FF2B5EF4-FFF2-40B4-BE49-F238E27FC236}">
                      <a16:creationId xmlns:a16="http://schemas.microsoft.com/office/drawing/2014/main" id="{0D293B77-CA32-4E5B-AF9F-544097641B29}"/>
                    </a:ext>
                  </a:extLst>
                </p:cNvPr>
                <p:cNvSpPr/>
                <p:nvPr/>
              </p:nvSpPr>
              <p:spPr>
                <a:xfrm>
                  <a:off x="4902600" y="8225066"/>
                  <a:ext cx="889056" cy="1253806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pic>
            <p:nvPicPr>
              <p:cNvPr id="129" name="Picture 2">
                <a:extLst>
                  <a:ext uri="{FF2B5EF4-FFF2-40B4-BE49-F238E27FC236}">
                    <a16:creationId xmlns:a16="http://schemas.microsoft.com/office/drawing/2014/main" id="{F9467825-15A4-41AE-A75E-B1EB1C9B828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770" t="3506" r="4770" b="3506"/>
              <a:stretch/>
            </p:blipFill>
            <p:spPr bwMode="auto">
              <a:xfrm>
                <a:off x="2920381" y="5078960"/>
                <a:ext cx="1040829" cy="1512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2" name="그룹 1">
              <a:extLst>
                <a:ext uri="{FF2B5EF4-FFF2-40B4-BE49-F238E27FC236}">
                  <a16:creationId xmlns:a16="http://schemas.microsoft.com/office/drawing/2014/main" id="{7C41302E-E5AF-48C9-A675-52BB5541DC19}"/>
                </a:ext>
              </a:extLst>
            </p:cNvPr>
            <p:cNvGrpSpPr/>
            <p:nvPr/>
          </p:nvGrpSpPr>
          <p:grpSpPr>
            <a:xfrm>
              <a:off x="4818026" y="5371328"/>
              <a:ext cx="1188000" cy="1620000"/>
              <a:chOff x="4808358" y="5025026"/>
              <a:chExt cx="1239266" cy="1691912"/>
            </a:xfrm>
          </p:grpSpPr>
          <p:grpSp>
            <p:nvGrpSpPr>
              <p:cNvPr id="68" name="그룹 67">
                <a:extLst>
                  <a:ext uri="{FF2B5EF4-FFF2-40B4-BE49-F238E27FC236}">
                    <a16:creationId xmlns:a16="http://schemas.microsoft.com/office/drawing/2014/main" id="{FBCD8EC7-53C0-4284-9A4E-52F8F4B17AC3}"/>
                  </a:ext>
                </a:extLst>
              </p:cNvPr>
              <p:cNvGrpSpPr/>
              <p:nvPr/>
            </p:nvGrpSpPr>
            <p:grpSpPr>
              <a:xfrm>
                <a:off x="4808358" y="5025026"/>
                <a:ext cx="1239266" cy="1691912"/>
                <a:chOff x="4850668" y="8174176"/>
                <a:chExt cx="992920" cy="1355587"/>
              </a:xfrm>
            </p:grpSpPr>
            <p:sp>
              <p:nvSpPr>
                <p:cNvPr id="98" name="직사각형 97">
                  <a:extLst>
                    <a:ext uri="{FF2B5EF4-FFF2-40B4-BE49-F238E27FC236}">
                      <a16:creationId xmlns:a16="http://schemas.microsoft.com/office/drawing/2014/main" id="{2B97AC02-7950-4044-8D4D-723E5A52FA00}"/>
                    </a:ext>
                  </a:extLst>
                </p:cNvPr>
                <p:cNvSpPr/>
                <p:nvPr/>
              </p:nvSpPr>
              <p:spPr>
                <a:xfrm>
                  <a:off x="4850668" y="8174176"/>
                  <a:ext cx="992920" cy="1355587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pic>
              <p:nvPicPr>
                <p:cNvPr id="99" name="그림 98">
                  <a:extLst>
                    <a:ext uri="{FF2B5EF4-FFF2-40B4-BE49-F238E27FC236}">
                      <a16:creationId xmlns:a16="http://schemas.microsoft.com/office/drawing/2014/main" id="{9FEF6723-455A-4209-83A6-094637C9FE3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932884" y="8260557"/>
                  <a:ext cx="829422" cy="1180048"/>
                </a:xfrm>
                <a:prstGeom prst="rect">
                  <a:avLst/>
                </a:prstGeom>
              </p:spPr>
            </p:pic>
            <p:sp>
              <p:nvSpPr>
                <p:cNvPr id="100" name="직사각형 99">
                  <a:extLst>
                    <a:ext uri="{FF2B5EF4-FFF2-40B4-BE49-F238E27FC236}">
                      <a16:creationId xmlns:a16="http://schemas.microsoft.com/office/drawing/2014/main" id="{A27E706B-24CC-4820-AFB7-7D125900F7A4}"/>
                    </a:ext>
                  </a:extLst>
                </p:cNvPr>
                <p:cNvSpPr/>
                <p:nvPr/>
              </p:nvSpPr>
              <p:spPr>
                <a:xfrm>
                  <a:off x="4850668" y="8174176"/>
                  <a:ext cx="145195" cy="141149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01" name="직사각형 100">
                  <a:extLst>
                    <a:ext uri="{FF2B5EF4-FFF2-40B4-BE49-F238E27FC236}">
                      <a16:creationId xmlns:a16="http://schemas.microsoft.com/office/drawing/2014/main" id="{60105E38-1555-4D9C-80F3-AD73986F1E2B}"/>
                    </a:ext>
                  </a:extLst>
                </p:cNvPr>
                <p:cNvSpPr/>
                <p:nvPr/>
              </p:nvSpPr>
              <p:spPr>
                <a:xfrm>
                  <a:off x="5698393" y="9388614"/>
                  <a:ext cx="145195" cy="141149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02" name="직사각형 101">
                  <a:extLst>
                    <a:ext uri="{FF2B5EF4-FFF2-40B4-BE49-F238E27FC236}">
                      <a16:creationId xmlns:a16="http://schemas.microsoft.com/office/drawing/2014/main" id="{B9293A0A-3D00-47B1-B3A2-2887B4455811}"/>
                    </a:ext>
                  </a:extLst>
                </p:cNvPr>
                <p:cNvSpPr/>
                <p:nvPr/>
              </p:nvSpPr>
              <p:spPr>
                <a:xfrm>
                  <a:off x="4902600" y="8225066"/>
                  <a:ext cx="889056" cy="1253806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pic>
            <p:nvPicPr>
              <p:cNvPr id="130" name="Picture 2">
                <a:extLst>
                  <a:ext uri="{FF2B5EF4-FFF2-40B4-BE49-F238E27FC236}">
                    <a16:creationId xmlns:a16="http://schemas.microsoft.com/office/drawing/2014/main" id="{B7E83FC7-B312-4CE8-884F-1C0C1202AAF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770" t="3506" r="4770" b="3506"/>
              <a:stretch/>
            </p:blipFill>
            <p:spPr bwMode="auto">
              <a:xfrm>
                <a:off x="4907577" y="5114982"/>
                <a:ext cx="1040829" cy="1512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20139E33-8C1C-4983-BCDD-5F083D7BDF3C}"/>
                </a:ext>
              </a:extLst>
            </p:cNvPr>
            <p:cNvGrpSpPr/>
            <p:nvPr/>
          </p:nvGrpSpPr>
          <p:grpSpPr>
            <a:xfrm>
              <a:off x="821582" y="7423832"/>
              <a:ext cx="1188000" cy="1620000"/>
              <a:chOff x="788757" y="7281119"/>
              <a:chExt cx="1239266" cy="1691912"/>
            </a:xfrm>
          </p:grpSpPr>
          <p:grpSp>
            <p:nvGrpSpPr>
              <p:cNvPr id="70" name="그룹 69">
                <a:extLst>
                  <a:ext uri="{FF2B5EF4-FFF2-40B4-BE49-F238E27FC236}">
                    <a16:creationId xmlns:a16="http://schemas.microsoft.com/office/drawing/2014/main" id="{96921AB5-07AB-48B3-B56F-8912051B5F6D}"/>
                  </a:ext>
                </a:extLst>
              </p:cNvPr>
              <p:cNvGrpSpPr/>
              <p:nvPr/>
            </p:nvGrpSpPr>
            <p:grpSpPr>
              <a:xfrm>
                <a:off x="788757" y="7281119"/>
                <a:ext cx="1239266" cy="1691912"/>
                <a:chOff x="4850668" y="8174176"/>
                <a:chExt cx="992920" cy="1355587"/>
              </a:xfrm>
            </p:grpSpPr>
            <p:sp>
              <p:nvSpPr>
                <p:cNvPr id="93" name="직사각형 92">
                  <a:extLst>
                    <a:ext uri="{FF2B5EF4-FFF2-40B4-BE49-F238E27FC236}">
                      <a16:creationId xmlns:a16="http://schemas.microsoft.com/office/drawing/2014/main" id="{80CDBFD9-16A6-4237-B3F3-C17341499ECB}"/>
                    </a:ext>
                  </a:extLst>
                </p:cNvPr>
                <p:cNvSpPr/>
                <p:nvPr/>
              </p:nvSpPr>
              <p:spPr>
                <a:xfrm>
                  <a:off x="4850668" y="8174176"/>
                  <a:ext cx="992920" cy="1355587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pic>
              <p:nvPicPr>
                <p:cNvPr id="94" name="그림 93">
                  <a:extLst>
                    <a:ext uri="{FF2B5EF4-FFF2-40B4-BE49-F238E27FC236}">
                      <a16:creationId xmlns:a16="http://schemas.microsoft.com/office/drawing/2014/main" id="{FF92EFAE-8323-4FF8-B640-5161FF16E97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932884" y="8260557"/>
                  <a:ext cx="829422" cy="1180048"/>
                </a:xfrm>
                <a:prstGeom prst="rect">
                  <a:avLst/>
                </a:prstGeom>
              </p:spPr>
            </p:pic>
            <p:sp>
              <p:nvSpPr>
                <p:cNvPr id="95" name="직사각형 94">
                  <a:extLst>
                    <a:ext uri="{FF2B5EF4-FFF2-40B4-BE49-F238E27FC236}">
                      <a16:creationId xmlns:a16="http://schemas.microsoft.com/office/drawing/2014/main" id="{40B9D063-F87B-4D12-BBFD-ACE269750652}"/>
                    </a:ext>
                  </a:extLst>
                </p:cNvPr>
                <p:cNvSpPr/>
                <p:nvPr/>
              </p:nvSpPr>
              <p:spPr>
                <a:xfrm>
                  <a:off x="4850668" y="8174176"/>
                  <a:ext cx="145195" cy="141149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96" name="직사각형 95">
                  <a:extLst>
                    <a:ext uri="{FF2B5EF4-FFF2-40B4-BE49-F238E27FC236}">
                      <a16:creationId xmlns:a16="http://schemas.microsoft.com/office/drawing/2014/main" id="{AC009270-1FAD-4399-A63E-30ABC937CE05}"/>
                    </a:ext>
                  </a:extLst>
                </p:cNvPr>
                <p:cNvSpPr/>
                <p:nvPr/>
              </p:nvSpPr>
              <p:spPr>
                <a:xfrm>
                  <a:off x="5698393" y="9388614"/>
                  <a:ext cx="145195" cy="141149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97" name="직사각형 96">
                  <a:extLst>
                    <a:ext uri="{FF2B5EF4-FFF2-40B4-BE49-F238E27FC236}">
                      <a16:creationId xmlns:a16="http://schemas.microsoft.com/office/drawing/2014/main" id="{52CB9FCA-4A81-44B3-BB77-67C2B06F2833}"/>
                    </a:ext>
                  </a:extLst>
                </p:cNvPr>
                <p:cNvSpPr/>
                <p:nvPr/>
              </p:nvSpPr>
              <p:spPr>
                <a:xfrm>
                  <a:off x="4902600" y="8225066"/>
                  <a:ext cx="889056" cy="1253806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pic>
            <p:nvPicPr>
              <p:cNvPr id="131" name="Picture 2">
                <a:extLst>
                  <a:ext uri="{FF2B5EF4-FFF2-40B4-BE49-F238E27FC236}">
                    <a16:creationId xmlns:a16="http://schemas.microsoft.com/office/drawing/2014/main" id="{B77905E9-CA16-4B09-9915-08F288F5134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770" t="3506" r="4770" b="3506"/>
              <a:stretch/>
            </p:blipFill>
            <p:spPr bwMode="auto">
              <a:xfrm>
                <a:off x="887976" y="7371075"/>
                <a:ext cx="1040829" cy="1512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617C972D-4806-4417-B545-84D91CC3E10B}"/>
                </a:ext>
              </a:extLst>
            </p:cNvPr>
            <p:cNvGrpSpPr/>
            <p:nvPr/>
          </p:nvGrpSpPr>
          <p:grpSpPr>
            <a:xfrm>
              <a:off x="2835000" y="7423832"/>
              <a:ext cx="1188000" cy="1620000"/>
              <a:chOff x="2804958" y="7232820"/>
              <a:chExt cx="1239266" cy="1691912"/>
            </a:xfrm>
          </p:grpSpPr>
          <p:grpSp>
            <p:nvGrpSpPr>
              <p:cNvPr id="79" name="그룹 78">
                <a:extLst>
                  <a:ext uri="{FF2B5EF4-FFF2-40B4-BE49-F238E27FC236}">
                    <a16:creationId xmlns:a16="http://schemas.microsoft.com/office/drawing/2014/main" id="{0D42B3A2-2CCB-478E-A48B-027BCA957BC5}"/>
                  </a:ext>
                </a:extLst>
              </p:cNvPr>
              <p:cNvGrpSpPr/>
              <p:nvPr/>
            </p:nvGrpSpPr>
            <p:grpSpPr>
              <a:xfrm>
                <a:off x="2804958" y="7232820"/>
                <a:ext cx="1239266" cy="1691912"/>
                <a:chOff x="4850668" y="8174176"/>
                <a:chExt cx="992920" cy="1355587"/>
              </a:xfrm>
            </p:grpSpPr>
            <p:sp>
              <p:nvSpPr>
                <p:cNvPr id="82" name="직사각형 81">
                  <a:extLst>
                    <a:ext uri="{FF2B5EF4-FFF2-40B4-BE49-F238E27FC236}">
                      <a16:creationId xmlns:a16="http://schemas.microsoft.com/office/drawing/2014/main" id="{996E97D3-FF19-43C1-8F16-FD155830D0B4}"/>
                    </a:ext>
                  </a:extLst>
                </p:cNvPr>
                <p:cNvSpPr/>
                <p:nvPr/>
              </p:nvSpPr>
              <p:spPr>
                <a:xfrm>
                  <a:off x="4850668" y="8174176"/>
                  <a:ext cx="992920" cy="1355587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pic>
              <p:nvPicPr>
                <p:cNvPr id="83" name="그림 82">
                  <a:extLst>
                    <a:ext uri="{FF2B5EF4-FFF2-40B4-BE49-F238E27FC236}">
                      <a16:creationId xmlns:a16="http://schemas.microsoft.com/office/drawing/2014/main" id="{34616027-536E-4798-A53C-4D87A59AC5A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932884" y="8260557"/>
                  <a:ext cx="829422" cy="1180048"/>
                </a:xfrm>
                <a:prstGeom prst="rect">
                  <a:avLst/>
                </a:prstGeom>
              </p:spPr>
            </p:pic>
            <p:sp>
              <p:nvSpPr>
                <p:cNvPr id="84" name="직사각형 83">
                  <a:extLst>
                    <a:ext uri="{FF2B5EF4-FFF2-40B4-BE49-F238E27FC236}">
                      <a16:creationId xmlns:a16="http://schemas.microsoft.com/office/drawing/2014/main" id="{4CA146D0-DDB0-4B46-A6C3-70A29BE0A776}"/>
                    </a:ext>
                  </a:extLst>
                </p:cNvPr>
                <p:cNvSpPr/>
                <p:nvPr/>
              </p:nvSpPr>
              <p:spPr>
                <a:xfrm>
                  <a:off x="4850668" y="8174176"/>
                  <a:ext cx="145195" cy="141149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85" name="직사각형 84">
                  <a:extLst>
                    <a:ext uri="{FF2B5EF4-FFF2-40B4-BE49-F238E27FC236}">
                      <a16:creationId xmlns:a16="http://schemas.microsoft.com/office/drawing/2014/main" id="{02D6E211-ECD0-401D-BEF3-B43243496DEA}"/>
                    </a:ext>
                  </a:extLst>
                </p:cNvPr>
                <p:cNvSpPr/>
                <p:nvPr/>
              </p:nvSpPr>
              <p:spPr>
                <a:xfrm>
                  <a:off x="5698393" y="9388614"/>
                  <a:ext cx="145195" cy="141149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86" name="직사각형 85">
                  <a:extLst>
                    <a:ext uri="{FF2B5EF4-FFF2-40B4-BE49-F238E27FC236}">
                      <a16:creationId xmlns:a16="http://schemas.microsoft.com/office/drawing/2014/main" id="{93B4F4ED-8D80-4CB4-91DC-553E0E7125B7}"/>
                    </a:ext>
                  </a:extLst>
                </p:cNvPr>
                <p:cNvSpPr/>
                <p:nvPr/>
              </p:nvSpPr>
              <p:spPr>
                <a:xfrm>
                  <a:off x="4902600" y="8225066"/>
                  <a:ext cx="889056" cy="1253806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pic>
            <p:nvPicPr>
              <p:cNvPr id="132" name="Picture 2">
                <a:extLst>
                  <a:ext uri="{FF2B5EF4-FFF2-40B4-BE49-F238E27FC236}">
                    <a16:creationId xmlns:a16="http://schemas.microsoft.com/office/drawing/2014/main" id="{966BEB34-25B8-4C94-9192-E5F7ED29666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770" t="3506" r="4770" b="3506"/>
              <a:stretch/>
            </p:blipFill>
            <p:spPr bwMode="auto">
              <a:xfrm>
                <a:off x="2904177" y="7322776"/>
                <a:ext cx="1040829" cy="1512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A8213B5D-DB10-4F08-A1AD-021ABAEF7C5F}"/>
                </a:ext>
              </a:extLst>
            </p:cNvPr>
            <p:cNvGrpSpPr/>
            <p:nvPr/>
          </p:nvGrpSpPr>
          <p:grpSpPr>
            <a:xfrm>
              <a:off x="4818026" y="7423832"/>
              <a:ext cx="1188000" cy="1620000"/>
              <a:chOff x="4808358" y="7238799"/>
              <a:chExt cx="1239266" cy="1691912"/>
            </a:xfrm>
          </p:grpSpPr>
          <p:grpSp>
            <p:nvGrpSpPr>
              <p:cNvPr id="73" name="그룹 72">
                <a:extLst>
                  <a:ext uri="{FF2B5EF4-FFF2-40B4-BE49-F238E27FC236}">
                    <a16:creationId xmlns:a16="http://schemas.microsoft.com/office/drawing/2014/main" id="{D0E6D2B3-7818-4A6E-9271-2048C9F5F5DE}"/>
                  </a:ext>
                </a:extLst>
              </p:cNvPr>
              <p:cNvGrpSpPr/>
              <p:nvPr/>
            </p:nvGrpSpPr>
            <p:grpSpPr>
              <a:xfrm>
                <a:off x="4808358" y="7238799"/>
                <a:ext cx="1239266" cy="1691912"/>
                <a:chOff x="4850668" y="8174176"/>
                <a:chExt cx="992920" cy="1355587"/>
              </a:xfrm>
            </p:grpSpPr>
            <p:sp>
              <p:nvSpPr>
                <p:cNvPr id="87" name="직사각형 86">
                  <a:extLst>
                    <a:ext uri="{FF2B5EF4-FFF2-40B4-BE49-F238E27FC236}">
                      <a16:creationId xmlns:a16="http://schemas.microsoft.com/office/drawing/2014/main" id="{27A58369-5DB1-4F84-B0F5-BF21EF007460}"/>
                    </a:ext>
                  </a:extLst>
                </p:cNvPr>
                <p:cNvSpPr/>
                <p:nvPr/>
              </p:nvSpPr>
              <p:spPr>
                <a:xfrm>
                  <a:off x="4850668" y="8174176"/>
                  <a:ext cx="992920" cy="1355587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pic>
              <p:nvPicPr>
                <p:cNvPr id="88" name="그림 87">
                  <a:extLst>
                    <a:ext uri="{FF2B5EF4-FFF2-40B4-BE49-F238E27FC236}">
                      <a16:creationId xmlns:a16="http://schemas.microsoft.com/office/drawing/2014/main" id="{D7AD5288-148E-4A9A-8C32-6E79CA809CF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932884" y="8260557"/>
                  <a:ext cx="829422" cy="1180048"/>
                </a:xfrm>
                <a:prstGeom prst="rect">
                  <a:avLst/>
                </a:prstGeom>
              </p:spPr>
            </p:pic>
            <p:sp>
              <p:nvSpPr>
                <p:cNvPr id="89" name="직사각형 88">
                  <a:extLst>
                    <a:ext uri="{FF2B5EF4-FFF2-40B4-BE49-F238E27FC236}">
                      <a16:creationId xmlns:a16="http://schemas.microsoft.com/office/drawing/2014/main" id="{3B8F07FC-5E1E-4790-ACAF-5832FFFEE7CF}"/>
                    </a:ext>
                  </a:extLst>
                </p:cNvPr>
                <p:cNvSpPr/>
                <p:nvPr/>
              </p:nvSpPr>
              <p:spPr>
                <a:xfrm>
                  <a:off x="4850668" y="8174176"/>
                  <a:ext cx="145195" cy="141149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91" name="직사각형 90">
                  <a:extLst>
                    <a:ext uri="{FF2B5EF4-FFF2-40B4-BE49-F238E27FC236}">
                      <a16:creationId xmlns:a16="http://schemas.microsoft.com/office/drawing/2014/main" id="{D7CA4DA1-D1EB-436E-B9E5-60EC9D83C15F}"/>
                    </a:ext>
                  </a:extLst>
                </p:cNvPr>
                <p:cNvSpPr/>
                <p:nvPr/>
              </p:nvSpPr>
              <p:spPr>
                <a:xfrm>
                  <a:off x="5698393" y="9388614"/>
                  <a:ext cx="145195" cy="141149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92" name="직사각형 91">
                  <a:extLst>
                    <a:ext uri="{FF2B5EF4-FFF2-40B4-BE49-F238E27FC236}">
                      <a16:creationId xmlns:a16="http://schemas.microsoft.com/office/drawing/2014/main" id="{36C8066C-0F9B-4ECD-B7B1-82D2B08D9618}"/>
                    </a:ext>
                  </a:extLst>
                </p:cNvPr>
                <p:cNvSpPr/>
                <p:nvPr/>
              </p:nvSpPr>
              <p:spPr>
                <a:xfrm>
                  <a:off x="4902600" y="8225066"/>
                  <a:ext cx="889056" cy="1253806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pic>
            <p:nvPicPr>
              <p:cNvPr id="133" name="Picture 2">
                <a:extLst>
                  <a:ext uri="{FF2B5EF4-FFF2-40B4-BE49-F238E27FC236}">
                    <a16:creationId xmlns:a16="http://schemas.microsoft.com/office/drawing/2014/main" id="{CC47C300-1CD3-47A4-B183-E6E0FCD8199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770" t="3506" r="4770" b="3506"/>
              <a:stretch/>
            </p:blipFill>
            <p:spPr bwMode="auto">
              <a:xfrm>
                <a:off x="4907577" y="7328755"/>
                <a:ext cx="1040829" cy="1512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grpSp>
        <p:nvGrpSpPr>
          <p:cNvPr id="134" name="그룹 133">
            <a:extLst>
              <a:ext uri="{FF2B5EF4-FFF2-40B4-BE49-F238E27FC236}">
                <a16:creationId xmlns:a16="http://schemas.microsoft.com/office/drawing/2014/main" id="{ECB256E0-5FEB-49C7-804F-7382B44A092C}"/>
              </a:ext>
            </a:extLst>
          </p:cNvPr>
          <p:cNvGrpSpPr/>
          <p:nvPr/>
        </p:nvGrpSpPr>
        <p:grpSpPr>
          <a:xfrm>
            <a:off x="440668" y="5025008"/>
            <a:ext cx="1404825" cy="169277"/>
            <a:chOff x="440667" y="2866470"/>
            <a:chExt cx="1404825" cy="169277"/>
          </a:xfrm>
        </p:grpSpPr>
        <p:sp>
          <p:nvSpPr>
            <p:cNvPr id="135" name="Text Box 247">
              <a:extLst>
                <a:ext uri="{FF2B5EF4-FFF2-40B4-BE49-F238E27FC236}">
                  <a16:creationId xmlns:a16="http://schemas.microsoft.com/office/drawing/2014/main" id="{C849E108-8211-4D7E-93D6-FCC1F0066277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440668" y="2866470"/>
              <a:ext cx="1404824" cy="169277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lIns="126000" tIns="0" rIns="0" bIns="0" anchor="ctr">
              <a:spAutoFit/>
            </a:bodyPr>
            <a:lstStyle>
              <a:defPPr>
                <a:defRPr lang="en-US"/>
              </a:defPPr>
              <a:lvl1pPr marR="0" lvl="0" indent="0" defTabSz="914400" fontAlgn="base" latinLnBrk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 kumimoji="1" sz="1100" b="0" i="0" u="none" strike="noStrike" kern="0" cap="none" spc="0" normalizeH="0" baseline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ea"/>
                  <a:ea typeface="+mj-ea"/>
                </a:defRPr>
              </a:lvl1pPr>
            </a:lstStyle>
            <a:p>
              <a:pPr lvl="0">
                <a:defRPr/>
              </a:pPr>
              <a:r>
                <a:rPr lang="ko-KR" altLang="en-US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대외 표창 및 인증 내역</a:t>
              </a:r>
            </a:p>
          </p:txBody>
        </p:sp>
        <p:sp>
          <p:nvSpPr>
            <p:cNvPr id="136" name="사각형: 둥근 모서리 135">
              <a:extLst>
                <a:ext uri="{FF2B5EF4-FFF2-40B4-BE49-F238E27FC236}">
                  <a16:creationId xmlns:a16="http://schemas.microsoft.com/office/drawing/2014/main" id="{01E4B8BF-6E77-49B2-B4D2-4580E3A27A93}"/>
                </a:ext>
              </a:extLst>
            </p:cNvPr>
            <p:cNvSpPr/>
            <p:nvPr/>
          </p:nvSpPr>
          <p:spPr>
            <a:xfrm>
              <a:off x="440667" y="2874971"/>
              <a:ext cx="54000" cy="129600"/>
            </a:xfrm>
            <a:prstGeom prst="roundRect">
              <a:avLst/>
            </a:prstGeom>
            <a:solidFill>
              <a:srgbClr val="0070C0"/>
            </a:solidFill>
          </p:spPr>
          <p:txBody>
            <a:bodyPr wrap="none" lIns="36000" tIns="18000" rIns="36000" bIns="18000">
              <a:noAutofit/>
            </a:bodyPr>
            <a:lstStyle/>
            <a:p>
              <a:pPr defTabSz="914400" fontAlgn="base">
                <a:spcBef>
                  <a:spcPct val="0"/>
                </a:spcBef>
                <a:spcAft>
                  <a:spcPts val="2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</a:pPr>
              <a:endParaRPr lang="ko-KR" altLang="en-US" sz="1100">
                <a:solidFill>
                  <a:schemeClr val="bg1"/>
                </a:solidFill>
                <a:latin typeface="+mn-ea"/>
              </a:endParaRPr>
            </a:p>
          </p:txBody>
        </p: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51A77985-B83F-41D1-AD2D-20BB289876CC}"/>
              </a:ext>
            </a:extLst>
          </p:cNvPr>
          <p:cNvGrpSpPr/>
          <p:nvPr/>
        </p:nvGrpSpPr>
        <p:grpSpPr>
          <a:xfrm>
            <a:off x="872716" y="2953252"/>
            <a:ext cx="5148572" cy="1905079"/>
            <a:chOff x="872716" y="2939911"/>
            <a:chExt cx="5148572" cy="1905079"/>
          </a:xfrm>
        </p:grpSpPr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11D0F8DE-BB6D-41CD-A3FA-0D41F8530D44}"/>
                </a:ext>
              </a:extLst>
            </p:cNvPr>
            <p:cNvGrpSpPr/>
            <p:nvPr/>
          </p:nvGrpSpPr>
          <p:grpSpPr>
            <a:xfrm>
              <a:off x="3573288" y="3165340"/>
              <a:ext cx="2448000" cy="1679650"/>
              <a:chOff x="1224500" y="3093142"/>
              <a:chExt cx="2081706" cy="1679650"/>
            </a:xfrm>
          </p:grpSpPr>
          <p:cxnSp>
            <p:nvCxnSpPr>
              <p:cNvPr id="157" name="직선 연결선 156">
                <a:extLst>
                  <a:ext uri="{FF2B5EF4-FFF2-40B4-BE49-F238E27FC236}">
                    <a16:creationId xmlns:a16="http://schemas.microsoft.com/office/drawing/2014/main" id="{C6D12B11-71C8-4411-B4D6-A0CBE5059B90}"/>
                  </a:ext>
                </a:extLst>
              </p:cNvPr>
              <p:cNvCxnSpPr/>
              <p:nvPr/>
            </p:nvCxnSpPr>
            <p:spPr>
              <a:xfrm>
                <a:off x="1224500" y="3101207"/>
                <a:ext cx="2072256" cy="0"/>
              </a:xfrm>
              <a:prstGeom prst="line">
                <a:avLst/>
              </a:prstGeom>
              <a:ln w="19050">
                <a:solidFill>
                  <a:srgbClr val="4D90CD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직선 연결선 157">
                <a:extLst>
                  <a:ext uri="{FF2B5EF4-FFF2-40B4-BE49-F238E27FC236}">
                    <a16:creationId xmlns:a16="http://schemas.microsoft.com/office/drawing/2014/main" id="{60E8B7D3-0393-4021-80D7-2027335A6CE3}"/>
                  </a:ext>
                </a:extLst>
              </p:cNvPr>
              <p:cNvCxnSpPr/>
              <p:nvPr/>
            </p:nvCxnSpPr>
            <p:spPr>
              <a:xfrm>
                <a:off x="1224500" y="3402032"/>
                <a:ext cx="2072256" cy="0"/>
              </a:xfrm>
              <a:prstGeom prst="line">
                <a:avLst/>
              </a:prstGeom>
              <a:ln w="6350">
                <a:solidFill>
                  <a:srgbClr val="4D90CD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9" name="직선 연결선 158">
                <a:extLst>
                  <a:ext uri="{FF2B5EF4-FFF2-40B4-BE49-F238E27FC236}">
                    <a16:creationId xmlns:a16="http://schemas.microsoft.com/office/drawing/2014/main" id="{54148D09-51EB-4364-8402-56F6AB121EDD}"/>
                  </a:ext>
                </a:extLst>
              </p:cNvPr>
              <p:cNvCxnSpPr/>
              <p:nvPr/>
            </p:nvCxnSpPr>
            <p:spPr>
              <a:xfrm>
                <a:off x="2238821" y="3170678"/>
                <a:ext cx="0" cy="230451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0" name="양쪽 모서리가 둥근 사각형 40">
                <a:extLst>
                  <a:ext uri="{FF2B5EF4-FFF2-40B4-BE49-F238E27FC236}">
                    <a16:creationId xmlns:a16="http://schemas.microsoft.com/office/drawing/2014/main" id="{04193BD7-2609-4CD5-AD4C-0968FAF71BC1}"/>
                  </a:ext>
                </a:extLst>
              </p:cNvPr>
              <p:cNvSpPr/>
              <p:nvPr/>
            </p:nvSpPr>
            <p:spPr bwMode="auto">
              <a:xfrm>
                <a:off x="1224500" y="3093142"/>
                <a:ext cx="1014321" cy="317690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vert="horz" wrap="square" lIns="93286" tIns="46643" rIns="93286" bIns="46643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914400" fontAlgn="base" latinLnBrk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ko-KR" altLang="en-US" sz="1100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 SemiBold" panose="02000703000000020004" pitchFamily="50" charset="-127"/>
                    <a:ea typeface="Pretendard SemiBold" panose="02000703000000020004" pitchFamily="50" charset="-127"/>
                  </a:rPr>
                  <a:t>평가기관</a:t>
                </a:r>
                <a:endParaRPr lang="en-US" altLang="ko-KR" sz="11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</a:endParaRPr>
              </a:p>
            </p:txBody>
          </p:sp>
          <p:sp>
            <p:nvSpPr>
              <p:cNvPr id="161" name="양쪽 모서리가 둥근 사각형 40">
                <a:extLst>
                  <a:ext uri="{FF2B5EF4-FFF2-40B4-BE49-F238E27FC236}">
                    <a16:creationId xmlns:a16="http://schemas.microsoft.com/office/drawing/2014/main" id="{26938CC0-DE50-456C-8B3F-94B55FCCD3C1}"/>
                  </a:ext>
                </a:extLst>
              </p:cNvPr>
              <p:cNvSpPr/>
              <p:nvPr/>
            </p:nvSpPr>
            <p:spPr bwMode="auto">
              <a:xfrm>
                <a:off x="2281775" y="3093142"/>
                <a:ext cx="1014321" cy="317690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vert="horz" wrap="square" lIns="93286" tIns="46643" rIns="93286" bIns="46643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914400" fontAlgn="base" latinLnBrk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ko-KR" altLang="en-US" sz="1100" spc="-50" dirty="0" err="1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 SemiBold" panose="02000703000000020004" pitchFamily="50" charset="-127"/>
                    <a:ea typeface="Pretendard SemiBold" panose="02000703000000020004" pitchFamily="50" charset="-127"/>
                  </a:rPr>
                  <a:t>좋은신용평가</a:t>
                </a:r>
                <a:endParaRPr lang="ko-KR" altLang="en-US" sz="11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</a:endParaRPr>
              </a:p>
            </p:txBody>
          </p:sp>
          <p:sp>
            <p:nvSpPr>
              <p:cNvPr id="164" name="양쪽 모서리가 둥근 사각형 40">
                <a:extLst>
                  <a:ext uri="{FF2B5EF4-FFF2-40B4-BE49-F238E27FC236}">
                    <a16:creationId xmlns:a16="http://schemas.microsoft.com/office/drawing/2014/main" id="{F271EE1C-EDF7-4E71-A5C6-441ABA06BA9E}"/>
                  </a:ext>
                </a:extLst>
              </p:cNvPr>
              <p:cNvSpPr/>
              <p:nvPr/>
            </p:nvSpPr>
            <p:spPr bwMode="auto">
              <a:xfrm>
                <a:off x="1224500" y="3804002"/>
                <a:ext cx="991988" cy="288142"/>
              </a:xfrm>
              <a:prstGeom prst="rect">
                <a:avLst/>
              </a:prstGeom>
              <a:solidFill>
                <a:srgbClr val="84B4E0"/>
              </a:solidFill>
              <a:ln w="6350">
                <a:noFill/>
              </a:ln>
            </p:spPr>
            <p:txBody>
              <a:bodyPr vert="horz" wrap="square" lIns="84610" tIns="42305" rIns="84610" bIns="42305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903091">
                  <a:spcAft>
                    <a:spcPts val="278"/>
                  </a:spcAft>
                </a:pPr>
                <a:r>
                  <a:rPr lang="ko-KR" altLang="en-US" sz="998" kern="0" dirty="0">
                    <a:ln>
                      <a:solidFill>
                        <a:srgbClr val="4D90CD"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latin typeface="Pretendard SemiBold" panose="02000703000000020004" pitchFamily="50" charset="-127"/>
                    <a:ea typeface="Pretendard SemiBold" panose="02000703000000020004" pitchFamily="50" charset="-127"/>
                  </a:rPr>
                  <a:t>등급 평가일</a:t>
                </a:r>
              </a:p>
            </p:txBody>
          </p:sp>
          <p:sp>
            <p:nvSpPr>
              <p:cNvPr id="165" name="양쪽 모서리가 둥근 사각형 40">
                <a:extLst>
                  <a:ext uri="{FF2B5EF4-FFF2-40B4-BE49-F238E27FC236}">
                    <a16:creationId xmlns:a16="http://schemas.microsoft.com/office/drawing/2014/main" id="{27C5BEFB-50A6-45F8-AEC1-69FE642A107C}"/>
                  </a:ext>
                </a:extLst>
              </p:cNvPr>
              <p:cNvSpPr/>
              <p:nvPr/>
            </p:nvSpPr>
            <p:spPr bwMode="auto">
              <a:xfrm>
                <a:off x="1224500" y="4144326"/>
                <a:ext cx="991988" cy="288142"/>
              </a:xfrm>
              <a:prstGeom prst="rect">
                <a:avLst/>
              </a:prstGeom>
              <a:solidFill>
                <a:srgbClr val="84B4E0"/>
              </a:solidFill>
              <a:ln w="6350">
                <a:noFill/>
              </a:ln>
            </p:spPr>
            <p:txBody>
              <a:bodyPr vert="horz" wrap="square" lIns="84610" tIns="42305" rIns="84610" bIns="42305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903091">
                  <a:spcAft>
                    <a:spcPts val="278"/>
                  </a:spcAft>
                </a:pPr>
                <a:r>
                  <a:rPr lang="ko-KR" altLang="en-US" sz="998" kern="0" dirty="0">
                    <a:ln>
                      <a:solidFill>
                        <a:srgbClr val="4D90CD"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latin typeface="Pretendard SemiBold" panose="02000703000000020004" pitchFamily="50" charset="-127"/>
                    <a:ea typeface="Pretendard SemiBold" panose="02000703000000020004" pitchFamily="50" charset="-127"/>
                  </a:rPr>
                  <a:t>등급 유효기간</a:t>
                </a:r>
              </a:p>
            </p:txBody>
          </p:sp>
          <p:sp>
            <p:nvSpPr>
              <p:cNvPr id="166" name="양쪽 모서리가 둥근 사각형 40">
                <a:extLst>
                  <a:ext uri="{FF2B5EF4-FFF2-40B4-BE49-F238E27FC236}">
                    <a16:creationId xmlns:a16="http://schemas.microsoft.com/office/drawing/2014/main" id="{FFC6128E-B7E0-4E09-8242-C1B99D3A6E3E}"/>
                  </a:ext>
                </a:extLst>
              </p:cNvPr>
              <p:cNvSpPr/>
              <p:nvPr/>
            </p:nvSpPr>
            <p:spPr bwMode="auto">
              <a:xfrm>
                <a:off x="1224500" y="4484650"/>
                <a:ext cx="991988" cy="288142"/>
              </a:xfrm>
              <a:prstGeom prst="rect">
                <a:avLst/>
              </a:prstGeom>
              <a:solidFill>
                <a:srgbClr val="84B4E0"/>
              </a:solidFill>
              <a:ln w="6350">
                <a:noFill/>
              </a:ln>
            </p:spPr>
            <p:txBody>
              <a:bodyPr vert="horz" wrap="square" lIns="84610" tIns="42305" rIns="84610" bIns="42305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903091">
                  <a:spcAft>
                    <a:spcPts val="278"/>
                  </a:spcAft>
                </a:pPr>
                <a:r>
                  <a:rPr lang="ko-KR" altLang="en-US" sz="998" kern="0" dirty="0">
                    <a:ln>
                      <a:solidFill>
                        <a:srgbClr val="4D90CD"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latin typeface="Pretendard SemiBold" panose="02000703000000020004" pitchFamily="50" charset="-127"/>
                    <a:ea typeface="Pretendard SemiBold" panose="02000703000000020004" pitchFamily="50" charset="-127"/>
                  </a:rPr>
                  <a:t>용도</a:t>
                </a:r>
              </a:p>
            </p:txBody>
          </p:sp>
          <p:sp>
            <p:nvSpPr>
              <p:cNvPr id="168" name="양쪽 모서리가 둥근 사각형 40">
                <a:extLst>
                  <a:ext uri="{FF2B5EF4-FFF2-40B4-BE49-F238E27FC236}">
                    <a16:creationId xmlns:a16="http://schemas.microsoft.com/office/drawing/2014/main" id="{B2DF4266-93C1-4A0A-8B69-0E42A16CEF91}"/>
                  </a:ext>
                </a:extLst>
              </p:cNvPr>
              <p:cNvSpPr/>
              <p:nvPr/>
            </p:nvSpPr>
            <p:spPr bwMode="auto">
              <a:xfrm>
                <a:off x="2262206" y="3804002"/>
                <a:ext cx="1044000" cy="288142"/>
              </a:xfrm>
              <a:prstGeom prst="rect">
                <a:avLst/>
              </a:prstGeom>
              <a:solidFill>
                <a:srgbClr val="F2F2F2"/>
              </a:solidFill>
              <a:ln w="6350">
                <a:noFill/>
              </a:ln>
            </p:spPr>
            <p:txBody>
              <a:bodyPr vert="horz" wrap="square" lIns="84610" tIns="42305" rIns="84610" bIns="42305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903091">
                  <a:spcAft>
                    <a:spcPts val="278"/>
                  </a:spcAft>
                </a:pPr>
                <a:r>
                  <a:rPr lang="en-US" altLang="ko-KR" sz="998" kern="0" dirty="0">
                    <a:ln>
                      <a:solidFill>
                        <a:srgbClr val="4D90CD">
                          <a:alpha val="0"/>
                        </a:srgb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</a:rPr>
                  <a:t>2023. 04.11.</a:t>
                </a:r>
              </a:p>
            </p:txBody>
          </p:sp>
          <p:sp>
            <p:nvSpPr>
              <p:cNvPr id="169" name="양쪽 모서리가 둥근 사각형 40">
                <a:extLst>
                  <a:ext uri="{FF2B5EF4-FFF2-40B4-BE49-F238E27FC236}">
                    <a16:creationId xmlns:a16="http://schemas.microsoft.com/office/drawing/2014/main" id="{ACFE342A-64B0-457C-B433-105E3793EBBD}"/>
                  </a:ext>
                </a:extLst>
              </p:cNvPr>
              <p:cNvSpPr/>
              <p:nvPr/>
            </p:nvSpPr>
            <p:spPr bwMode="auto">
              <a:xfrm>
                <a:off x="2262206" y="4144326"/>
                <a:ext cx="1044000" cy="288142"/>
              </a:xfrm>
              <a:prstGeom prst="rect">
                <a:avLst/>
              </a:prstGeom>
              <a:solidFill>
                <a:srgbClr val="F2F2F2"/>
              </a:solidFill>
              <a:ln w="6350">
                <a:noFill/>
              </a:ln>
            </p:spPr>
            <p:txBody>
              <a:bodyPr vert="horz" wrap="square" lIns="84610" tIns="42305" rIns="84610" bIns="42305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903091">
                  <a:spcAft>
                    <a:spcPts val="278"/>
                  </a:spcAft>
                </a:pPr>
                <a:r>
                  <a:rPr lang="en-US" altLang="ko-KR" sz="998" kern="0" dirty="0">
                    <a:ln>
                      <a:solidFill>
                        <a:srgbClr val="4D90CD">
                          <a:alpha val="0"/>
                        </a:srgb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</a:rPr>
                  <a:t>2024. 04.10.</a:t>
                </a:r>
              </a:p>
            </p:txBody>
          </p:sp>
          <p:sp>
            <p:nvSpPr>
              <p:cNvPr id="170" name="양쪽 모서리가 둥근 사각형 40">
                <a:extLst>
                  <a:ext uri="{FF2B5EF4-FFF2-40B4-BE49-F238E27FC236}">
                    <a16:creationId xmlns:a16="http://schemas.microsoft.com/office/drawing/2014/main" id="{F53BBA33-9BB5-48D6-91AD-C0B23CA60B3E}"/>
                  </a:ext>
                </a:extLst>
              </p:cNvPr>
              <p:cNvSpPr/>
              <p:nvPr/>
            </p:nvSpPr>
            <p:spPr bwMode="auto">
              <a:xfrm>
                <a:off x="2262206" y="4484650"/>
                <a:ext cx="1044000" cy="288142"/>
              </a:xfrm>
              <a:prstGeom prst="rect">
                <a:avLst/>
              </a:prstGeom>
              <a:solidFill>
                <a:srgbClr val="F2F2F2"/>
              </a:solidFill>
              <a:ln w="6350">
                <a:noFill/>
              </a:ln>
            </p:spPr>
            <p:txBody>
              <a:bodyPr vert="horz" wrap="square" lIns="84610" tIns="42305" rIns="84610" bIns="42305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903091">
                  <a:spcAft>
                    <a:spcPts val="278"/>
                  </a:spcAft>
                </a:pPr>
                <a:r>
                  <a:rPr lang="ko-KR" altLang="en-US" sz="998" kern="0" dirty="0">
                    <a:ln>
                      <a:solidFill>
                        <a:srgbClr val="4D90CD">
                          <a:alpha val="0"/>
                        </a:srgb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</a:rPr>
                  <a:t>조달청</a:t>
                </a:r>
                <a:r>
                  <a:rPr lang="en-US" altLang="ko-KR" sz="998" kern="0" dirty="0">
                    <a:ln>
                      <a:solidFill>
                        <a:srgbClr val="4D90CD">
                          <a:alpha val="0"/>
                        </a:srgb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</a:rPr>
                  <a:t>/</a:t>
                </a:r>
                <a:r>
                  <a:rPr lang="ko-KR" altLang="en-US" sz="998" kern="0" dirty="0">
                    <a:ln>
                      <a:solidFill>
                        <a:srgbClr val="4D90CD">
                          <a:alpha val="0"/>
                        </a:srgb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</a:rPr>
                  <a:t>제출용</a:t>
                </a:r>
              </a:p>
            </p:txBody>
          </p:sp>
          <p:sp>
            <p:nvSpPr>
              <p:cNvPr id="172" name="양쪽 모서리가 둥근 사각형 40">
                <a:extLst>
                  <a:ext uri="{FF2B5EF4-FFF2-40B4-BE49-F238E27FC236}">
                    <a16:creationId xmlns:a16="http://schemas.microsoft.com/office/drawing/2014/main" id="{5BA64B7F-1FDE-45B3-A18C-0CA1C48E65B5}"/>
                  </a:ext>
                </a:extLst>
              </p:cNvPr>
              <p:cNvSpPr/>
              <p:nvPr/>
            </p:nvSpPr>
            <p:spPr bwMode="auto">
              <a:xfrm>
                <a:off x="1224500" y="3463931"/>
                <a:ext cx="991988" cy="288142"/>
              </a:xfrm>
              <a:prstGeom prst="rect">
                <a:avLst/>
              </a:prstGeom>
              <a:solidFill>
                <a:srgbClr val="84B4E0"/>
              </a:solidFill>
              <a:ln w="6350">
                <a:noFill/>
              </a:ln>
            </p:spPr>
            <p:txBody>
              <a:bodyPr vert="horz" wrap="square" lIns="84610" tIns="42305" rIns="84610" bIns="42305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903091" latinLnBrk="0">
                  <a:spcAft>
                    <a:spcPts val="278"/>
                  </a:spcAft>
                </a:pPr>
                <a:r>
                  <a:rPr lang="ko-KR" altLang="en-US" sz="998" kern="0" dirty="0">
                    <a:ln>
                      <a:solidFill>
                        <a:srgbClr val="4D90CD"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latin typeface="Pretendard SemiBold" panose="02000703000000020004" pitchFamily="50" charset="-127"/>
                    <a:ea typeface="Pretendard SemiBold" panose="02000703000000020004" pitchFamily="50" charset="-127"/>
                  </a:rPr>
                  <a:t>평가등급</a:t>
                </a:r>
                <a:endParaRPr lang="en-US" altLang="ko-KR" sz="998" kern="0" dirty="0">
                  <a:ln>
                    <a:solidFill>
                      <a:srgbClr val="4D90CD">
                        <a:alpha val="0"/>
                      </a:srgbClr>
                    </a:solidFill>
                  </a:ln>
                  <a:solidFill>
                    <a:prstClr val="white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</a:endParaRPr>
              </a:p>
            </p:txBody>
          </p:sp>
          <p:sp>
            <p:nvSpPr>
              <p:cNvPr id="173" name="양쪽 모서리가 둥근 사각형 40">
                <a:extLst>
                  <a:ext uri="{FF2B5EF4-FFF2-40B4-BE49-F238E27FC236}">
                    <a16:creationId xmlns:a16="http://schemas.microsoft.com/office/drawing/2014/main" id="{49149E91-061E-4283-A989-EBF87834A2E6}"/>
                  </a:ext>
                </a:extLst>
              </p:cNvPr>
              <p:cNvSpPr/>
              <p:nvPr/>
            </p:nvSpPr>
            <p:spPr bwMode="auto">
              <a:xfrm>
                <a:off x="2262206" y="3463931"/>
                <a:ext cx="1044000" cy="288142"/>
              </a:xfrm>
              <a:prstGeom prst="rect">
                <a:avLst/>
              </a:prstGeom>
              <a:solidFill>
                <a:srgbClr val="F2F2F2"/>
              </a:solidFill>
              <a:ln w="6350">
                <a:noFill/>
              </a:ln>
            </p:spPr>
            <p:txBody>
              <a:bodyPr vert="horz" wrap="square" lIns="84610" tIns="42305" rIns="84610" bIns="42305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903091"/>
                <a:r>
                  <a:rPr kumimoji="1" lang="en-US" altLang="ko-KR" sz="1400" dirty="0">
                    <a:ln>
                      <a:solidFill>
                        <a:srgbClr val="7ED2D8">
                          <a:alpha val="0"/>
                        </a:srgbClr>
                      </a:solidFill>
                    </a:ln>
                    <a:solidFill>
                      <a:srgbClr val="F7431F"/>
                    </a:solidFill>
                    <a:latin typeface="Pretendard SemiBold" panose="02000703000000020004" pitchFamily="50" charset="-127"/>
                    <a:ea typeface="Pretendard SemiBold" panose="02000703000000020004" pitchFamily="50" charset="-127"/>
                  </a:rPr>
                  <a:t>A+</a:t>
                </a:r>
                <a:endParaRPr kumimoji="1" lang="ko-KR" altLang="en-US" sz="1400" dirty="0">
                  <a:ln>
                    <a:solidFill>
                      <a:srgbClr val="7ED2D8">
                        <a:alpha val="0"/>
                      </a:srgbClr>
                    </a:solidFill>
                  </a:ln>
                  <a:solidFill>
                    <a:srgbClr val="F7431F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</a:endParaRPr>
              </a:p>
            </p:txBody>
          </p:sp>
        </p:grpSp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id="{409DE055-E331-4ED2-AD7A-64EE6D27221F}"/>
                </a:ext>
              </a:extLst>
            </p:cNvPr>
            <p:cNvGrpSpPr/>
            <p:nvPr/>
          </p:nvGrpSpPr>
          <p:grpSpPr>
            <a:xfrm>
              <a:off x="872716" y="2939911"/>
              <a:ext cx="2447667" cy="1905077"/>
              <a:chOff x="3609625" y="2885259"/>
              <a:chExt cx="2447667" cy="1905077"/>
            </a:xfrm>
          </p:grpSpPr>
          <p:grpSp>
            <p:nvGrpSpPr>
              <p:cNvPr id="22" name="그룹 21">
                <a:extLst>
                  <a:ext uri="{FF2B5EF4-FFF2-40B4-BE49-F238E27FC236}">
                    <a16:creationId xmlns:a16="http://schemas.microsoft.com/office/drawing/2014/main" id="{7E2E628B-5647-4856-9723-50DDFD0B5DA6}"/>
                  </a:ext>
                </a:extLst>
              </p:cNvPr>
              <p:cNvGrpSpPr/>
              <p:nvPr/>
            </p:nvGrpSpPr>
            <p:grpSpPr>
              <a:xfrm>
                <a:off x="3659692" y="3098424"/>
                <a:ext cx="2397600" cy="1691912"/>
                <a:chOff x="2590100" y="2949406"/>
                <a:chExt cx="2397600" cy="1691912"/>
              </a:xfrm>
            </p:grpSpPr>
            <p:grpSp>
              <p:nvGrpSpPr>
                <p:cNvPr id="21" name="그룹 20">
                  <a:extLst>
                    <a:ext uri="{FF2B5EF4-FFF2-40B4-BE49-F238E27FC236}">
                      <a16:creationId xmlns:a16="http://schemas.microsoft.com/office/drawing/2014/main" id="{434BD26C-EE72-4D91-B825-16C8B7729E3C}"/>
                    </a:ext>
                  </a:extLst>
                </p:cNvPr>
                <p:cNvGrpSpPr/>
                <p:nvPr/>
              </p:nvGrpSpPr>
              <p:grpSpPr>
                <a:xfrm>
                  <a:off x="2590100" y="2949406"/>
                  <a:ext cx="2397600" cy="1691912"/>
                  <a:chOff x="2590100" y="2949406"/>
                  <a:chExt cx="2397600" cy="1691912"/>
                </a:xfrm>
              </p:grpSpPr>
              <p:sp>
                <p:nvSpPr>
                  <p:cNvPr id="151" name="직사각형 150">
                    <a:extLst>
                      <a:ext uri="{FF2B5EF4-FFF2-40B4-BE49-F238E27FC236}">
                        <a16:creationId xmlns:a16="http://schemas.microsoft.com/office/drawing/2014/main" id="{BBA3DB1F-AAE8-4800-A933-348B3A3DDC57}"/>
                      </a:ext>
                    </a:extLst>
                  </p:cNvPr>
                  <p:cNvSpPr/>
                  <p:nvPr/>
                </p:nvSpPr>
                <p:spPr>
                  <a:xfrm>
                    <a:off x="2590100" y="2949406"/>
                    <a:ext cx="2397600" cy="1691912"/>
                  </a:xfrm>
                  <a:prstGeom prst="rect">
                    <a:avLst/>
                  </a:prstGeom>
                  <a:solidFill>
                    <a:schemeClr val="accent1">
                      <a:lumMod val="40000"/>
                      <a:lumOff val="6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pic>
                <p:nvPicPr>
                  <p:cNvPr id="152" name="그림 151">
                    <a:extLst>
                      <a:ext uri="{FF2B5EF4-FFF2-40B4-BE49-F238E27FC236}">
                        <a16:creationId xmlns:a16="http://schemas.microsoft.com/office/drawing/2014/main" id="{B3DB9397-E074-4ECC-9F0D-6067F7CD0A3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2692714" y="3057218"/>
                    <a:ext cx="1035204" cy="1472821"/>
                  </a:xfrm>
                  <a:prstGeom prst="rect">
                    <a:avLst/>
                  </a:prstGeom>
                </p:spPr>
              </p:pic>
              <p:sp>
                <p:nvSpPr>
                  <p:cNvPr id="153" name="직사각형 152">
                    <a:extLst>
                      <a:ext uri="{FF2B5EF4-FFF2-40B4-BE49-F238E27FC236}">
                        <a16:creationId xmlns:a16="http://schemas.microsoft.com/office/drawing/2014/main" id="{7DEF124C-585F-4D36-9ADF-63A560CB574C}"/>
                      </a:ext>
                    </a:extLst>
                  </p:cNvPr>
                  <p:cNvSpPr/>
                  <p:nvPr/>
                </p:nvSpPr>
                <p:spPr>
                  <a:xfrm>
                    <a:off x="2590100" y="2949406"/>
                    <a:ext cx="181218" cy="176168"/>
                  </a:xfrm>
                  <a:prstGeom prst="rect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54" name="직사각형 153">
                    <a:extLst>
                      <a:ext uri="{FF2B5EF4-FFF2-40B4-BE49-F238E27FC236}">
                        <a16:creationId xmlns:a16="http://schemas.microsoft.com/office/drawing/2014/main" id="{EF104A7A-E1B0-4AD8-AB53-DB10056B6C80}"/>
                      </a:ext>
                    </a:extLst>
                  </p:cNvPr>
                  <p:cNvSpPr/>
                  <p:nvPr/>
                </p:nvSpPr>
                <p:spPr>
                  <a:xfrm>
                    <a:off x="4806482" y="4465150"/>
                    <a:ext cx="181218" cy="176168"/>
                  </a:xfrm>
                  <a:prstGeom prst="rect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55" name="직사각형 154">
                    <a:extLst>
                      <a:ext uri="{FF2B5EF4-FFF2-40B4-BE49-F238E27FC236}">
                        <a16:creationId xmlns:a16="http://schemas.microsoft.com/office/drawing/2014/main" id="{F3A65431-4D37-4687-8504-449419CDD9F2}"/>
                      </a:ext>
                    </a:extLst>
                  </p:cNvPr>
                  <p:cNvSpPr/>
                  <p:nvPr/>
                </p:nvSpPr>
                <p:spPr>
                  <a:xfrm>
                    <a:off x="2654900" y="3012922"/>
                    <a:ext cx="2268000" cy="1564879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  <p:pic>
              <p:nvPicPr>
                <p:cNvPr id="145" name="그림 144">
                  <a:extLst>
                    <a:ext uri="{FF2B5EF4-FFF2-40B4-BE49-F238E27FC236}">
                      <a16:creationId xmlns:a16="http://schemas.microsoft.com/office/drawing/2014/main" id="{C9926B6B-364F-4DDE-AE71-39EF4F52356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697964" y="3044956"/>
                  <a:ext cx="2181873" cy="1512000"/>
                </a:xfrm>
                <a:prstGeom prst="rect">
                  <a:avLst/>
                </a:prstGeom>
              </p:spPr>
            </p:pic>
          </p:grpSp>
          <p:grpSp>
            <p:nvGrpSpPr>
              <p:cNvPr id="175" name="그룹 174">
                <a:extLst>
                  <a:ext uri="{FF2B5EF4-FFF2-40B4-BE49-F238E27FC236}">
                    <a16:creationId xmlns:a16="http://schemas.microsoft.com/office/drawing/2014/main" id="{83E742AB-A96F-4E27-88F1-4D213679FE68}"/>
                  </a:ext>
                </a:extLst>
              </p:cNvPr>
              <p:cNvGrpSpPr/>
              <p:nvPr/>
            </p:nvGrpSpPr>
            <p:grpSpPr>
              <a:xfrm flipH="1">
                <a:off x="3609625" y="2885259"/>
                <a:ext cx="571281" cy="741943"/>
                <a:chOff x="3812381" y="2146590"/>
                <a:chExt cx="699257" cy="908151"/>
              </a:xfrm>
            </p:grpSpPr>
            <p:sp>
              <p:nvSpPr>
                <p:cNvPr id="176" name="이등변 삼각형 175">
                  <a:extLst>
                    <a:ext uri="{FF2B5EF4-FFF2-40B4-BE49-F238E27FC236}">
                      <a16:creationId xmlns:a16="http://schemas.microsoft.com/office/drawing/2014/main" id="{1BC1168F-06AA-4662-932B-A361365A474F}"/>
                    </a:ext>
                  </a:extLst>
                </p:cNvPr>
                <p:cNvSpPr/>
                <p:nvPr/>
              </p:nvSpPr>
              <p:spPr>
                <a:xfrm>
                  <a:off x="3812381" y="2352113"/>
                  <a:ext cx="115828" cy="57685"/>
                </a:xfrm>
                <a:prstGeom prst="triangle">
                  <a:avLst/>
                </a:prstGeom>
                <a:gradFill flip="none" rotWithShape="1">
                  <a:gsLst>
                    <a:gs pos="0">
                      <a:srgbClr val="0070C0"/>
                    </a:gs>
                    <a:gs pos="100000">
                      <a:srgbClr val="002060"/>
                    </a:gs>
                  </a:gsLst>
                  <a:lin ang="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903091"/>
                  <a:endParaRPr lang="ko-KR" altLang="en-US" sz="1778" dirty="0">
                    <a:solidFill>
                      <a:prstClr val="white"/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</a:endParaRPr>
                </a:p>
              </p:txBody>
            </p:sp>
            <p:sp>
              <p:nvSpPr>
                <p:cNvPr id="177" name="이등변 삼각형 176">
                  <a:extLst>
                    <a:ext uri="{FF2B5EF4-FFF2-40B4-BE49-F238E27FC236}">
                      <a16:creationId xmlns:a16="http://schemas.microsoft.com/office/drawing/2014/main" id="{B40534DE-1D4D-43E0-A913-AB115E2E7859}"/>
                    </a:ext>
                  </a:extLst>
                </p:cNvPr>
                <p:cNvSpPr/>
                <p:nvPr/>
              </p:nvSpPr>
              <p:spPr>
                <a:xfrm rot="5400000">
                  <a:off x="4424882" y="2964655"/>
                  <a:ext cx="115828" cy="57685"/>
                </a:xfrm>
                <a:prstGeom prst="triangle">
                  <a:avLst/>
                </a:prstGeom>
                <a:gradFill flip="none" rotWithShape="1">
                  <a:gsLst>
                    <a:gs pos="0">
                      <a:srgbClr val="0070C0"/>
                    </a:gs>
                    <a:gs pos="100000">
                      <a:srgbClr val="002060"/>
                    </a:gs>
                  </a:gsLst>
                  <a:lin ang="108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903091"/>
                  <a:endParaRPr lang="ko-KR" altLang="en-US" sz="1778" dirty="0">
                    <a:solidFill>
                      <a:prstClr val="white"/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</a:endParaRPr>
                </a:p>
              </p:txBody>
            </p:sp>
            <p:sp>
              <p:nvSpPr>
                <p:cNvPr id="178" name="사다리꼴 177">
                  <a:extLst>
                    <a:ext uri="{FF2B5EF4-FFF2-40B4-BE49-F238E27FC236}">
                      <a16:creationId xmlns:a16="http://schemas.microsoft.com/office/drawing/2014/main" id="{0271E3C2-4471-46FE-81EA-3CC35057406E}"/>
                    </a:ext>
                  </a:extLst>
                </p:cNvPr>
                <p:cNvSpPr/>
                <p:nvPr/>
              </p:nvSpPr>
              <p:spPr>
                <a:xfrm rot="2700000">
                  <a:off x="3810252" y="2497838"/>
                  <a:ext cx="908151" cy="205656"/>
                </a:xfrm>
                <a:prstGeom prst="trapezoid">
                  <a:avLst>
                    <a:gd name="adj" fmla="val 100605"/>
                  </a:avLst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903091"/>
                  <a:endParaRPr lang="ko-KR" altLang="en-US" sz="1778" dirty="0">
                    <a:solidFill>
                      <a:prstClr val="white"/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</a:endParaRPr>
                </a:p>
              </p:txBody>
            </p:sp>
          </p:grpSp>
        </p:grpSp>
      </p:grpSp>
      <p:grpSp>
        <p:nvGrpSpPr>
          <p:cNvPr id="113" name="그룹 112">
            <a:extLst>
              <a:ext uri="{FF2B5EF4-FFF2-40B4-BE49-F238E27FC236}">
                <a16:creationId xmlns:a16="http://schemas.microsoft.com/office/drawing/2014/main" id="{42D07F64-0686-4BB4-A6A2-0D9656B8E9DF}"/>
              </a:ext>
            </a:extLst>
          </p:cNvPr>
          <p:cNvGrpSpPr/>
          <p:nvPr/>
        </p:nvGrpSpPr>
        <p:grpSpPr>
          <a:xfrm>
            <a:off x="440668" y="2504728"/>
            <a:ext cx="5976000" cy="184666"/>
            <a:chOff x="4503039" y="5804479"/>
            <a:chExt cx="5976000" cy="184666"/>
          </a:xfrm>
        </p:grpSpPr>
        <p:cxnSp>
          <p:nvCxnSpPr>
            <p:cNvPr id="137" name="직선 연결선 136">
              <a:extLst>
                <a:ext uri="{FF2B5EF4-FFF2-40B4-BE49-F238E27FC236}">
                  <a16:creationId xmlns:a16="http://schemas.microsoft.com/office/drawing/2014/main" id="{142BE1E9-568B-4159-BAF1-D4523E9625F6}"/>
                </a:ext>
              </a:extLst>
            </p:cNvPr>
            <p:cNvCxnSpPr>
              <a:cxnSpLocks/>
            </p:cNvCxnSpPr>
            <p:nvPr/>
          </p:nvCxnSpPr>
          <p:spPr>
            <a:xfrm>
              <a:off x="4503039" y="5948495"/>
              <a:ext cx="5976000" cy="0"/>
            </a:xfrm>
            <a:prstGeom prst="line">
              <a:avLst/>
            </a:prstGeom>
            <a:ln w="12700" cap="flat">
              <a:solidFill>
                <a:srgbClr val="BAC0CE"/>
              </a:solidFill>
              <a:miter lim="800000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C930FC83-EDC7-4C47-A873-00E9D95A6D86}"/>
                </a:ext>
              </a:extLst>
            </p:cNvPr>
            <p:cNvSpPr txBox="1"/>
            <p:nvPr/>
          </p:nvSpPr>
          <p:spPr>
            <a:xfrm flipH="1">
              <a:off x="4503039" y="5804479"/>
              <a:ext cx="1186273" cy="18466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</p:spPr>
          <p:txBody>
            <a:bodyPr wrap="none" lIns="0" tIns="0" rIns="108000" bIns="0" rtlCol="0" anchor="b">
              <a:spAutoFit/>
            </a:bodyPr>
            <a:lstStyle/>
            <a:p>
              <a:pPr lvl="0" defTabSz="478031">
                <a:defRPr/>
              </a:pPr>
              <a:r>
                <a:rPr lang="ko-KR" altLang="en-US" sz="120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인증 및 수상 내역</a:t>
              </a:r>
            </a:p>
          </p:txBody>
        </p:sp>
      </p:grpSp>
      <p:sp>
        <p:nvSpPr>
          <p:cNvPr id="6" name="제목 5">
            <a:extLst>
              <a:ext uri="{FF2B5EF4-FFF2-40B4-BE49-F238E27FC236}">
                <a16:creationId xmlns:a16="http://schemas.microsoft.com/office/drawing/2014/main" id="{1310CA10-E4F5-465C-A983-CC320F1F71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676" y="1064568"/>
            <a:ext cx="2035864" cy="199285"/>
          </a:xfrm>
        </p:spPr>
        <p:txBody>
          <a:bodyPr/>
          <a:lstStyle/>
          <a:p>
            <a:r>
              <a:rPr lang="en-US" altLang="ko-KR" dirty="0"/>
              <a:t>1.3 </a:t>
            </a:r>
            <a:r>
              <a:rPr lang="ko-KR" altLang="en-US" dirty="0"/>
              <a:t>신용 등급 및 대외 인증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AC659EB-16EA-6925-CF61-AF43243C0850}"/>
              </a:ext>
            </a:extLst>
          </p:cNvPr>
          <p:cNvSpPr txBox="1"/>
          <p:nvPr/>
        </p:nvSpPr>
        <p:spPr>
          <a:xfrm>
            <a:off x="1667082" y="503378"/>
            <a:ext cx="1230017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defTabSz="987095"/>
            <a:r>
              <a:rPr lang="en-US" altLang="ko-KR" sz="800" spc="-54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0  </a:t>
            </a:r>
            <a:r>
              <a:rPr lang="ko-KR" altLang="en-US" sz="800" spc="-54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제안업체 일반  </a:t>
            </a:r>
            <a:r>
              <a:rPr lang="en-US" altLang="ko-KR" sz="800" spc="-54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&gt;  1. </a:t>
            </a:r>
            <a:r>
              <a:rPr lang="ko-KR" altLang="en-US" sz="800" spc="-54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제안사 일반</a:t>
            </a:r>
          </a:p>
        </p:txBody>
      </p:sp>
    </p:spTree>
    <p:extLst>
      <p:ext uri="{BB962C8B-B14F-4D97-AF65-F5344CB8AC3E}">
        <p14:creationId xmlns:p14="http://schemas.microsoft.com/office/powerpoint/2010/main" val="14754584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" name="그룹 85">
            <a:extLst>
              <a:ext uri="{FF2B5EF4-FFF2-40B4-BE49-F238E27FC236}">
                <a16:creationId xmlns:a16="http://schemas.microsoft.com/office/drawing/2014/main" id="{C5FD5AFD-5DDB-4115-AB8A-93D1F5DE7C47}"/>
              </a:ext>
            </a:extLst>
          </p:cNvPr>
          <p:cNvGrpSpPr/>
          <p:nvPr/>
        </p:nvGrpSpPr>
        <p:grpSpPr>
          <a:xfrm>
            <a:off x="440668" y="2504728"/>
            <a:ext cx="5976000" cy="184666"/>
            <a:chOff x="4503039" y="5804479"/>
            <a:chExt cx="5976000" cy="184666"/>
          </a:xfrm>
        </p:grpSpPr>
        <p:cxnSp>
          <p:nvCxnSpPr>
            <p:cNvPr id="91" name="직선 연결선 90">
              <a:extLst>
                <a:ext uri="{FF2B5EF4-FFF2-40B4-BE49-F238E27FC236}">
                  <a16:creationId xmlns:a16="http://schemas.microsoft.com/office/drawing/2014/main" id="{9D33F1A5-125A-4A63-B1B2-AA4E2AA610E7}"/>
                </a:ext>
              </a:extLst>
            </p:cNvPr>
            <p:cNvCxnSpPr>
              <a:cxnSpLocks/>
            </p:cNvCxnSpPr>
            <p:nvPr/>
          </p:nvCxnSpPr>
          <p:spPr>
            <a:xfrm>
              <a:off x="4503039" y="5948495"/>
              <a:ext cx="5976000" cy="0"/>
            </a:xfrm>
            <a:prstGeom prst="line">
              <a:avLst/>
            </a:prstGeom>
            <a:ln w="12700" cap="flat">
              <a:solidFill>
                <a:srgbClr val="BAC0CE"/>
              </a:solidFill>
              <a:miter lim="800000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48A149D1-830B-4661-9F08-D3F9C6D04CF3}"/>
                </a:ext>
              </a:extLst>
            </p:cNvPr>
            <p:cNvSpPr txBox="1"/>
            <p:nvPr/>
          </p:nvSpPr>
          <p:spPr>
            <a:xfrm flipH="1">
              <a:off x="4503039" y="5804479"/>
              <a:ext cx="961852" cy="18466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</p:spPr>
          <p:txBody>
            <a:bodyPr wrap="none" lIns="0" tIns="0" rIns="108000" bIns="0" rtlCol="0" anchor="b">
              <a:spAutoFit/>
            </a:bodyPr>
            <a:lstStyle/>
            <a:p>
              <a:pPr lvl="0" defTabSz="478031">
                <a:defRPr/>
              </a:pPr>
              <a:r>
                <a:rPr lang="ko-KR" altLang="en-US" sz="120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주요 사업내용</a:t>
              </a:r>
            </a:p>
          </p:txBody>
        </p:sp>
      </p:grpSp>
      <p:graphicFrame>
        <p:nvGraphicFramePr>
          <p:cNvPr id="231" name="표 9">
            <a:extLst>
              <a:ext uri="{FF2B5EF4-FFF2-40B4-BE49-F238E27FC236}">
                <a16:creationId xmlns:a16="http://schemas.microsoft.com/office/drawing/2014/main" id="{86813098-BF00-4599-952C-5BCDB47A77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8009476"/>
              </p:ext>
            </p:extLst>
          </p:nvPr>
        </p:nvGraphicFramePr>
        <p:xfrm>
          <a:off x="440668" y="7437276"/>
          <a:ext cx="5976000" cy="194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5200">
                  <a:extLst>
                    <a:ext uri="{9D8B030D-6E8A-4147-A177-3AD203B41FA5}">
                      <a16:colId xmlns:a16="http://schemas.microsoft.com/office/drawing/2014/main" val="1300574877"/>
                    </a:ext>
                  </a:extLst>
                </a:gridCol>
                <a:gridCol w="1195200">
                  <a:extLst>
                    <a:ext uri="{9D8B030D-6E8A-4147-A177-3AD203B41FA5}">
                      <a16:colId xmlns:a16="http://schemas.microsoft.com/office/drawing/2014/main" val="397911766"/>
                    </a:ext>
                  </a:extLst>
                </a:gridCol>
                <a:gridCol w="1195200">
                  <a:extLst>
                    <a:ext uri="{9D8B030D-6E8A-4147-A177-3AD203B41FA5}">
                      <a16:colId xmlns:a16="http://schemas.microsoft.com/office/drawing/2014/main" val="2971003041"/>
                    </a:ext>
                  </a:extLst>
                </a:gridCol>
                <a:gridCol w="1195200">
                  <a:extLst>
                    <a:ext uri="{9D8B030D-6E8A-4147-A177-3AD203B41FA5}">
                      <a16:colId xmlns:a16="http://schemas.microsoft.com/office/drawing/2014/main" val="626983513"/>
                    </a:ext>
                  </a:extLst>
                </a:gridCol>
                <a:gridCol w="1195200">
                  <a:extLst>
                    <a:ext uri="{9D8B030D-6E8A-4147-A177-3AD203B41FA5}">
                      <a16:colId xmlns:a16="http://schemas.microsoft.com/office/drawing/2014/main" val="1806564088"/>
                    </a:ext>
                  </a:extLst>
                </a:gridCol>
              </a:tblGrid>
              <a:tr h="48600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2592482"/>
                  </a:ext>
                </a:extLst>
              </a:tr>
              <a:tr h="48600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3376239"/>
                  </a:ext>
                </a:extLst>
              </a:tr>
              <a:tr h="48600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8652915"/>
                  </a:ext>
                </a:extLst>
              </a:tr>
              <a:tr h="48600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3281385"/>
                  </a:ext>
                </a:extLst>
              </a:tr>
            </a:tbl>
          </a:graphicData>
        </a:graphic>
      </p:graphicFrame>
      <p:sp>
        <p:nvSpPr>
          <p:cNvPr id="85" name="AutoShape 165">
            <a:extLst>
              <a:ext uri="{FF2B5EF4-FFF2-40B4-BE49-F238E27FC236}">
                <a16:creationId xmlns:a16="http://schemas.microsoft.com/office/drawing/2014/main" id="{4ADDBD8D-0A29-46B4-A74F-56E9253A01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668" y="1568624"/>
            <a:ext cx="5976000" cy="647237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3175" algn="ctr">
            <a:solidFill>
              <a:schemeClr val="bg1">
                <a:lumMod val="95000"/>
              </a:schemeClr>
            </a:solidFill>
            <a:round/>
            <a:headEnd/>
            <a:tailEnd/>
          </a:ln>
          <a:effectLst/>
        </p:spPr>
        <p:txBody>
          <a:bodyPr wrap="square" lIns="144000" tIns="36000" rIns="72000" bIns="36000" anchor="ctr"/>
          <a:lstStyle/>
          <a:p>
            <a:pPr marL="85725" lvl="0" indent="-85725" defTabSz="914400" fontAlgn="ctr">
              <a:lnSpc>
                <a:spcPct val="110000"/>
              </a:lnSpc>
              <a:spcAft>
                <a:spcPts val="300"/>
              </a:spcAft>
              <a:buFont typeface="Arial" pitchFamily="34" charset="0"/>
              <a:buChar char="•"/>
              <a:defRPr/>
            </a:pPr>
            <a:r>
              <a:rPr kumimoji="1" lang="ko-KR" altLang="en-US" sz="1000" ker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컨설팅에서 시스템 기획</a:t>
            </a:r>
            <a:r>
              <a:rPr kumimoji="1" lang="en-US" altLang="ko-KR" sz="1000" ker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, </a:t>
            </a:r>
            <a:r>
              <a:rPr kumimoji="1" lang="ko-KR" altLang="en-US" sz="1000" ker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설계</a:t>
            </a:r>
            <a:r>
              <a:rPr kumimoji="1" lang="en-US" altLang="ko-KR" sz="1000" ker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, </a:t>
            </a:r>
            <a:r>
              <a:rPr kumimoji="1" lang="ko-KR" altLang="en-US" sz="1000" ker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개발</a:t>
            </a:r>
            <a:r>
              <a:rPr kumimoji="1" lang="en-US" altLang="ko-KR" sz="1000" ker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, </a:t>
            </a:r>
            <a:r>
              <a:rPr kumimoji="1" lang="ko-KR" altLang="en-US" sz="1000" ker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유지관리</a:t>
            </a:r>
            <a:r>
              <a:rPr kumimoji="1" lang="en-US" altLang="ko-KR" sz="1000" ker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, </a:t>
            </a:r>
            <a:r>
              <a:rPr kumimoji="1" lang="ko-KR" altLang="en-US" sz="1000" ker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교육까지 최적의 </a:t>
            </a:r>
            <a:r>
              <a:rPr kumimoji="1" lang="en-US" altLang="ko-KR" sz="1000" ker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IT </a:t>
            </a:r>
            <a:r>
              <a:rPr kumimoji="1" lang="ko-KR" altLang="en-US" sz="1000" ker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서비스 구현을 위한 </a:t>
            </a:r>
            <a:r>
              <a:rPr kumimoji="1" lang="en-US" altLang="ko-KR" sz="1000" ker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Total Solution</a:t>
            </a:r>
            <a:r>
              <a:rPr kumimoji="1" lang="ko-KR" altLang="en-US" sz="1000" ker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을 제공</a:t>
            </a:r>
          </a:p>
          <a:p>
            <a:pPr marL="85725" lvl="0" indent="-85725" defTabSz="914400" fontAlgn="ctr">
              <a:lnSpc>
                <a:spcPct val="110000"/>
              </a:lnSpc>
              <a:spcAft>
                <a:spcPts val="300"/>
              </a:spcAft>
              <a:buFont typeface="Arial" pitchFamily="34" charset="0"/>
              <a:buChar char="•"/>
              <a:defRPr/>
            </a:pPr>
            <a:r>
              <a:rPr kumimoji="1" lang="ko-KR" altLang="en-US" sz="1000" ker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최적의 정보시스템  서비스 구축 및 제공을 통한 ‘</a:t>
            </a:r>
            <a:r>
              <a:rPr kumimoji="1" lang="ko-KR" altLang="en-US" sz="1000" ker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고객 비즈니스의 혁신</a:t>
            </a:r>
            <a:r>
              <a:rPr kumimoji="1" lang="ko-KR" altLang="en-US" sz="1000" ker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’을 사업의 기본목표로 설정</a:t>
            </a:r>
          </a:p>
        </p:txBody>
      </p:sp>
      <p:grpSp>
        <p:nvGrpSpPr>
          <p:cNvPr id="92" name="그룹 91">
            <a:extLst>
              <a:ext uri="{FF2B5EF4-FFF2-40B4-BE49-F238E27FC236}">
                <a16:creationId xmlns:a16="http://schemas.microsoft.com/office/drawing/2014/main" id="{548223D5-8749-4C9D-916E-BD354A158ED1}"/>
              </a:ext>
            </a:extLst>
          </p:cNvPr>
          <p:cNvGrpSpPr/>
          <p:nvPr/>
        </p:nvGrpSpPr>
        <p:grpSpPr>
          <a:xfrm>
            <a:off x="440668" y="1064568"/>
            <a:ext cx="66431" cy="180000"/>
            <a:chOff x="447632" y="1870808"/>
            <a:chExt cx="66431" cy="247087"/>
          </a:xfrm>
        </p:grpSpPr>
        <p:sp>
          <p:nvSpPr>
            <p:cNvPr id="93" name="직사각형 92">
              <a:extLst>
                <a:ext uri="{FF2B5EF4-FFF2-40B4-BE49-F238E27FC236}">
                  <a16:creationId xmlns:a16="http://schemas.microsoft.com/office/drawing/2014/main" id="{9FCA331D-11A2-4286-823A-96960D471595}"/>
                </a:ext>
              </a:extLst>
            </p:cNvPr>
            <p:cNvSpPr/>
            <p:nvPr/>
          </p:nvSpPr>
          <p:spPr>
            <a:xfrm>
              <a:off x="447632" y="1990162"/>
              <a:ext cx="66431" cy="12773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/>
            </a:bodyPr>
            <a:lstStyle/>
            <a:p>
              <a:pPr algn="ctr"/>
              <a:endParaRPr lang="ko-KR" altLang="en-US">
                <a:ln>
                  <a:solidFill>
                    <a:srgbClr val="02A1B2">
                      <a:alpha val="0"/>
                    </a:srgbClr>
                  </a:solidFill>
                </a:ln>
              </a:endParaRPr>
            </a:p>
          </p:txBody>
        </p:sp>
        <p:sp>
          <p:nvSpPr>
            <p:cNvPr id="94" name="직사각형 93">
              <a:extLst>
                <a:ext uri="{FF2B5EF4-FFF2-40B4-BE49-F238E27FC236}">
                  <a16:creationId xmlns:a16="http://schemas.microsoft.com/office/drawing/2014/main" id="{5C4FBBA0-97C5-4332-A61A-A5F5F49D4AEC}"/>
                </a:ext>
              </a:extLst>
            </p:cNvPr>
            <p:cNvSpPr/>
            <p:nvPr/>
          </p:nvSpPr>
          <p:spPr>
            <a:xfrm>
              <a:off x="447632" y="1870808"/>
              <a:ext cx="66431" cy="127733"/>
            </a:xfrm>
            <a:prstGeom prst="rect">
              <a:avLst/>
            </a:prstGeom>
            <a:solidFill>
              <a:srgbClr val="B71B6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/>
            </a:bodyPr>
            <a:lstStyle/>
            <a:p>
              <a:pPr algn="ctr"/>
              <a:endParaRPr lang="ko-KR" altLang="en-US">
                <a:ln>
                  <a:solidFill>
                    <a:srgbClr val="02A1B2">
                      <a:alpha val="0"/>
                    </a:srgbClr>
                  </a:solidFill>
                </a:ln>
              </a:endParaRPr>
            </a:p>
          </p:txBody>
        </p:sp>
      </p:grp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2A6A73ED-700A-4BE3-886B-0DF0D441E99A}"/>
              </a:ext>
            </a:extLst>
          </p:cNvPr>
          <p:cNvSpPr/>
          <p:nvPr/>
        </p:nvSpPr>
        <p:spPr>
          <a:xfrm>
            <a:off x="5206867" y="1065770"/>
            <a:ext cx="1209800" cy="17763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36000" rIns="72000" bIns="18000" rtlCol="0" anchor="ctr">
            <a:spAutoFit/>
          </a:bodyPr>
          <a:lstStyle/>
          <a:p>
            <a:pPr algn="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요구사항 번호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: </a:t>
            </a:r>
            <a:r>
              <a:rPr lang="en-US" altLang="ko-KR" sz="800" dirty="0">
                <a:solidFill>
                  <a:srgbClr val="0070C0"/>
                </a:solidFill>
                <a:latin typeface="+mj-ea"/>
                <a:ea typeface="+mj-ea"/>
              </a:rPr>
              <a:t>ABC-001</a:t>
            </a:r>
            <a:endParaRPr lang="ko-KR" altLang="en-US" sz="800" dirty="0">
              <a:solidFill>
                <a:srgbClr val="0070C0"/>
              </a:solidFill>
              <a:latin typeface="+mj-ea"/>
              <a:ea typeface="+mj-ea"/>
            </a:endParaRPr>
          </a:p>
        </p:txBody>
      </p:sp>
      <p:grpSp>
        <p:nvGrpSpPr>
          <p:cNvPr id="96" name="그룹 95">
            <a:extLst>
              <a:ext uri="{FF2B5EF4-FFF2-40B4-BE49-F238E27FC236}">
                <a16:creationId xmlns:a16="http://schemas.microsoft.com/office/drawing/2014/main" id="{3C1CE661-D329-4393-B325-BF3793BAA570}"/>
              </a:ext>
            </a:extLst>
          </p:cNvPr>
          <p:cNvGrpSpPr/>
          <p:nvPr/>
        </p:nvGrpSpPr>
        <p:grpSpPr>
          <a:xfrm>
            <a:off x="440668" y="6923348"/>
            <a:ext cx="786066" cy="169277"/>
            <a:chOff x="440667" y="2866470"/>
            <a:chExt cx="786066" cy="169277"/>
          </a:xfrm>
        </p:grpSpPr>
        <p:sp>
          <p:nvSpPr>
            <p:cNvPr id="97" name="Text Box 247">
              <a:extLst>
                <a:ext uri="{FF2B5EF4-FFF2-40B4-BE49-F238E27FC236}">
                  <a16:creationId xmlns:a16="http://schemas.microsoft.com/office/drawing/2014/main" id="{B3E3EE42-8547-40C7-B78A-62FDDFAF7662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440668" y="2866470"/>
              <a:ext cx="786065" cy="169277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lIns="126000" tIns="0" rIns="0" bIns="0" anchor="ctr">
              <a:spAutoFit/>
            </a:bodyPr>
            <a:lstStyle>
              <a:defPPr>
                <a:defRPr lang="en-US"/>
              </a:defPPr>
              <a:lvl1pPr marR="0" lvl="0" indent="0" defTabSz="914400" fontAlgn="base" latinLnBrk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 kumimoji="1" sz="1100" b="0" i="0" u="none" strike="noStrike" kern="0" cap="none" spc="0" normalizeH="0" baseline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ea"/>
                  <a:ea typeface="+mj-ea"/>
                </a:defRPr>
              </a:lvl1pPr>
            </a:lstStyle>
            <a:p>
              <a:pPr lvl="0">
                <a:defRPr/>
              </a:pPr>
              <a:r>
                <a:rPr lang="ko-KR" altLang="en-US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주요 고객사</a:t>
              </a:r>
            </a:p>
          </p:txBody>
        </p:sp>
        <p:sp>
          <p:nvSpPr>
            <p:cNvPr id="98" name="사각형: 둥근 모서리 97">
              <a:extLst>
                <a:ext uri="{FF2B5EF4-FFF2-40B4-BE49-F238E27FC236}">
                  <a16:creationId xmlns:a16="http://schemas.microsoft.com/office/drawing/2014/main" id="{0284DD75-B0D8-4D69-B0AD-79ECB6F532E6}"/>
                </a:ext>
              </a:extLst>
            </p:cNvPr>
            <p:cNvSpPr/>
            <p:nvPr/>
          </p:nvSpPr>
          <p:spPr>
            <a:xfrm>
              <a:off x="440667" y="2874971"/>
              <a:ext cx="54000" cy="129600"/>
            </a:xfrm>
            <a:prstGeom prst="roundRect">
              <a:avLst/>
            </a:prstGeom>
            <a:solidFill>
              <a:srgbClr val="0070C0"/>
            </a:solidFill>
          </p:spPr>
          <p:txBody>
            <a:bodyPr wrap="none" lIns="36000" tIns="18000" rIns="36000" bIns="18000">
              <a:noAutofit/>
            </a:bodyPr>
            <a:lstStyle/>
            <a:p>
              <a:pPr defTabSz="914400" fontAlgn="base">
                <a:spcBef>
                  <a:spcPct val="0"/>
                </a:spcBef>
                <a:spcAft>
                  <a:spcPts val="2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</a:pPr>
              <a:endParaRPr lang="ko-KR" altLang="en-US" sz="1100">
                <a:solidFill>
                  <a:schemeClr val="bg1"/>
                </a:solidFill>
                <a:latin typeface="+mn-ea"/>
              </a:endParaRPr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3C6E48EC-1FAB-4C2D-8F3D-917FDF04D1A9}"/>
              </a:ext>
            </a:extLst>
          </p:cNvPr>
          <p:cNvGrpSpPr/>
          <p:nvPr/>
        </p:nvGrpSpPr>
        <p:grpSpPr>
          <a:xfrm>
            <a:off x="440668" y="4485188"/>
            <a:ext cx="5976664" cy="2160000"/>
            <a:chOff x="440668" y="4485188"/>
            <a:chExt cx="5976664" cy="2160000"/>
          </a:xfrm>
        </p:grpSpPr>
        <p:sp>
          <p:nvSpPr>
            <p:cNvPr id="3" name="사각형: 둥근 모서리 2">
              <a:extLst>
                <a:ext uri="{FF2B5EF4-FFF2-40B4-BE49-F238E27FC236}">
                  <a16:creationId xmlns:a16="http://schemas.microsoft.com/office/drawing/2014/main" id="{4011AE01-4141-400A-B97A-F4191E63E358}"/>
                </a:ext>
              </a:extLst>
            </p:cNvPr>
            <p:cNvSpPr/>
            <p:nvPr/>
          </p:nvSpPr>
          <p:spPr>
            <a:xfrm>
              <a:off x="440668" y="4485188"/>
              <a:ext cx="1908000" cy="2160000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wrap="none" rtlCol="0" anchor="ctr">
              <a:noAutofit/>
            </a:bodyPr>
            <a:lstStyle/>
            <a:p>
              <a:pPr algn="ctr"/>
              <a:endParaRPr lang="ko-KR" altLang="en-US" sz="1000">
                <a:latin typeface="+mn-ea"/>
              </a:endParaRPr>
            </a:p>
          </p:txBody>
        </p:sp>
        <p:sp>
          <p:nvSpPr>
            <p:cNvPr id="259" name="직사각형 258"/>
            <p:cNvSpPr/>
            <p:nvPr/>
          </p:nvSpPr>
          <p:spPr>
            <a:xfrm>
              <a:off x="707788" y="4589310"/>
              <a:ext cx="1373760" cy="276999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wrap="none" rtlCol="0" anchor="ctr">
              <a:spAutoFit/>
            </a:bodyPr>
            <a:lstStyle/>
            <a:p>
              <a:pPr lvl="0" algn="ctr" defTabSz="91440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ko-KR" altLang="en-US" sz="1200" kern="0">
                  <a:solidFill>
                    <a:srgbClr val="0070C0"/>
                  </a:solidFill>
                  <a:latin typeface="+mj-ea"/>
                  <a:ea typeface="+mj-ea"/>
                </a:rPr>
                <a:t>정보시스템 서비스</a:t>
              </a:r>
            </a:p>
          </p:txBody>
        </p:sp>
        <p:sp>
          <p:nvSpPr>
            <p:cNvPr id="266" name="직사각형 265"/>
            <p:cNvSpPr/>
            <p:nvPr/>
          </p:nvSpPr>
          <p:spPr>
            <a:xfrm>
              <a:off x="440668" y="4938319"/>
              <a:ext cx="1908000" cy="540000"/>
            </a:xfrm>
            <a:prstGeom prst="rect">
              <a:avLst/>
            </a:prstGeom>
            <a:solidFill>
              <a:srgbClr val="0B57A2"/>
            </a:solidFill>
            <a:ln w="25400" cap="flat" cmpd="sng" algn="ctr">
              <a:noFill/>
              <a:prstDash val="solid"/>
            </a:ln>
            <a:effectLst/>
          </p:spPr>
          <p:txBody>
            <a:bodyPr lIns="72000" tIns="36000" rIns="72000" bIns="36000" rtlCol="0" anchor="ctr"/>
            <a:lstStyle/>
            <a:p>
              <a:pPr marL="0" marR="0" lvl="2" algn="ctr" defTabSz="914400" fontAlgn="base">
                <a:lnSpc>
                  <a:spcPct val="110000"/>
                </a:lnSpc>
                <a:spcBef>
                  <a:spcPct val="0"/>
                </a:spcBef>
                <a:spcAft>
                  <a:spcPts val="3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  <a:tabLst>
                  <a:tab pos="542925" algn="l"/>
                </a:tabLst>
                <a:defRPr/>
              </a:pPr>
              <a:r>
                <a:rPr kumimoji="1" lang="ko-KR" altLang="en-US" sz="1000" dirty="0">
                  <a:solidFill>
                    <a:schemeClr val="bg1"/>
                  </a:solidFill>
                  <a:latin typeface="+mn-ea"/>
                </a:rPr>
                <a:t>고객의 비즈니스 수행에 필요한 정보서비스를 안정적으로 제공</a:t>
              </a:r>
              <a:endParaRPr kumimoji="1" lang="en-US" altLang="ko-KR" sz="1000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DA70B756-AA59-486A-9572-9716C79DD613}"/>
                </a:ext>
              </a:extLst>
            </p:cNvPr>
            <p:cNvSpPr txBox="1"/>
            <p:nvPr/>
          </p:nvSpPr>
          <p:spPr>
            <a:xfrm>
              <a:off x="593278" y="5624715"/>
              <a:ext cx="1134926" cy="861774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wrap="none" rtlCol="0" anchor="t">
              <a:spAutoFit/>
            </a:bodyPr>
            <a:lstStyle>
              <a:defPPr>
                <a:defRPr lang="en-US"/>
              </a:defPPr>
              <a:lvl1pPr lvl="0" algn="ctr" defTabSz="914400" fontAlgn="base">
                <a:spcBef>
                  <a:spcPct val="0"/>
                </a:spcBef>
                <a:spcAft>
                  <a:spcPct val="0"/>
                </a:spcAft>
                <a:defRPr kumimoji="1" sz="1200" kern="0">
                  <a:solidFill>
                    <a:srgbClr val="0070C0"/>
                  </a:solidFill>
                  <a:latin typeface="+mj-ea"/>
                  <a:ea typeface="+mj-ea"/>
                </a:defRPr>
              </a:lvl1pPr>
              <a:lvl2pPr marL="108000" lvl="1" indent="-108000" defTabSz="903091" fontAlgn="ctr">
                <a:spcAft>
                  <a:spcPts val="400"/>
                </a:spcAft>
                <a:buClr>
                  <a:prstClr val="black">
                    <a:lumMod val="75000"/>
                    <a:lumOff val="25000"/>
                  </a:prstClr>
                </a:buClr>
                <a:buSzPct val="80000"/>
                <a:buBlip>
                  <a:blip r:embed="rId3"/>
                </a:buBlip>
                <a:tabLst>
                  <a:tab pos="4518513" algn="l"/>
                </a:tabLst>
                <a:defRPr sz="100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World돋움체 Light" panose="00000300000000000000" pitchFamily="2" charset="-127"/>
                  <a:ea typeface="KoPubWorld돋움체 Light" panose="00000300000000000000" pitchFamily="2" charset="-127"/>
                  <a:cs typeface="KoPubWorld돋움체 Light" panose="00000300000000000000" pitchFamily="2" charset="-127"/>
                </a:defRPr>
              </a:lvl2pPr>
            </a:lstStyle>
            <a:p>
              <a:pPr marL="144000" lvl="1" indent="-144000"/>
              <a:r>
                <a:rPr lang="ko-KR" altLang="en-US" dirty="0"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정보시스템 구축</a:t>
              </a:r>
              <a:endParaRPr lang="en-US" altLang="ko-KR" dirty="0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endParaRPr>
            </a:p>
            <a:p>
              <a:pPr marL="144000" lvl="1" indent="-144000"/>
              <a:r>
                <a:rPr lang="en-US" altLang="ko-KR" dirty="0"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DB </a:t>
              </a:r>
              <a:r>
                <a:rPr lang="ko-KR" altLang="en-US" dirty="0"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구축</a:t>
              </a:r>
              <a:endParaRPr lang="en-US" altLang="ko-KR" dirty="0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endParaRPr>
            </a:p>
            <a:p>
              <a:pPr marL="144000" lvl="1" indent="-144000"/>
              <a:r>
                <a:rPr lang="ko-KR" altLang="en-US" dirty="0"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네트워크 구축</a:t>
              </a:r>
              <a:endParaRPr lang="en-US" altLang="ko-KR" dirty="0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endParaRPr>
            </a:p>
            <a:p>
              <a:pPr marL="144000" lvl="1" indent="-144000"/>
              <a:r>
                <a:rPr lang="ko-KR" altLang="en-US" dirty="0"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웹사이트 구축</a:t>
              </a:r>
            </a:p>
          </p:txBody>
        </p:sp>
        <p:sp>
          <p:nvSpPr>
            <p:cNvPr id="113" name="사각형: 둥근 모서리 112">
              <a:extLst>
                <a:ext uri="{FF2B5EF4-FFF2-40B4-BE49-F238E27FC236}">
                  <a16:creationId xmlns:a16="http://schemas.microsoft.com/office/drawing/2014/main" id="{00B0AC19-7FC7-45AA-A5CE-BE4BA6A59D10}"/>
                </a:ext>
              </a:extLst>
            </p:cNvPr>
            <p:cNvSpPr/>
            <p:nvPr/>
          </p:nvSpPr>
          <p:spPr>
            <a:xfrm>
              <a:off x="2475000" y="4485188"/>
              <a:ext cx="1908000" cy="2160000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wrap="none" rtlCol="0" anchor="ctr">
              <a:noAutofit/>
            </a:bodyPr>
            <a:lstStyle/>
            <a:p>
              <a:pPr algn="ctr"/>
              <a:endParaRPr lang="ko-KR" altLang="en-US" sz="1000">
                <a:latin typeface="+mn-ea"/>
              </a:endParaRPr>
            </a:p>
          </p:txBody>
        </p:sp>
        <p:sp>
          <p:nvSpPr>
            <p:cNvPr id="114" name="직사각형 113">
              <a:extLst>
                <a:ext uri="{FF2B5EF4-FFF2-40B4-BE49-F238E27FC236}">
                  <a16:creationId xmlns:a16="http://schemas.microsoft.com/office/drawing/2014/main" id="{146AFF38-0623-4302-AA64-EA3064C978FE}"/>
                </a:ext>
              </a:extLst>
            </p:cNvPr>
            <p:cNvSpPr/>
            <p:nvPr/>
          </p:nvSpPr>
          <p:spPr>
            <a:xfrm>
              <a:off x="2665047" y="4589310"/>
              <a:ext cx="1527906" cy="276999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wrap="none" rtlCol="0" anchor="ctr">
              <a:spAutoFit/>
            </a:bodyPr>
            <a:lstStyle/>
            <a:p>
              <a:pPr lvl="0" algn="ctr" defTabSz="91440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ko-KR" altLang="en-US" sz="1200" kern="0">
                  <a:solidFill>
                    <a:srgbClr val="0070C0"/>
                  </a:solidFill>
                  <a:latin typeface="+mj-ea"/>
                  <a:ea typeface="+mj-ea"/>
                </a:rPr>
                <a:t>비즈니스</a:t>
              </a:r>
              <a:r>
                <a:rPr kumimoji="1" lang="en-US" altLang="ko-KR" sz="1200" kern="0">
                  <a:solidFill>
                    <a:srgbClr val="0070C0"/>
                  </a:solidFill>
                  <a:latin typeface="+mj-ea"/>
                  <a:ea typeface="+mj-ea"/>
                </a:rPr>
                <a:t> </a:t>
              </a:r>
              <a:r>
                <a:rPr kumimoji="1" lang="ko-KR" altLang="en-US" sz="1200" kern="0">
                  <a:solidFill>
                    <a:srgbClr val="0070C0"/>
                  </a:solidFill>
                  <a:latin typeface="+mj-ea"/>
                  <a:ea typeface="+mj-ea"/>
                </a:rPr>
                <a:t>혁신서비스</a:t>
              </a:r>
            </a:p>
          </p:txBody>
        </p:sp>
        <p:sp>
          <p:nvSpPr>
            <p:cNvPr id="115" name="직사각형 114">
              <a:extLst>
                <a:ext uri="{FF2B5EF4-FFF2-40B4-BE49-F238E27FC236}">
                  <a16:creationId xmlns:a16="http://schemas.microsoft.com/office/drawing/2014/main" id="{B6FF2D0D-B1F4-4126-8223-BEA2C1557176}"/>
                </a:ext>
              </a:extLst>
            </p:cNvPr>
            <p:cNvSpPr/>
            <p:nvPr/>
          </p:nvSpPr>
          <p:spPr>
            <a:xfrm>
              <a:off x="2475000" y="4938319"/>
              <a:ext cx="1908000" cy="540000"/>
            </a:xfrm>
            <a:prstGeom prst="rect">
              <a:avLst/>
            </a:prstGeom>
            <a:solidFill>
              <a:srgbClr val="2F5597"/>
            </a:solidFill>
            <a:ln w="25400" cap="flat" cmpd="sng" algn="ctr">
              <a:noFill/>
              <a:prstDash val="solid"/>
            </a:ln>
            <a:effectLst/>
          </p:spPr>
          <p:txBody>
            <a:bodyPr lIns="72000" tIns="36000" rIns="72000" bIns="36000" rtlCol="0" anchor="ctr"/>
            <a:lstStyle/>
            <a:p>
              <a:pPr marL="0" marR="0" lvl="2" algn="ctr" defTabSz="914400" fontAlgn="base">
                <a:lnSpc>
                  <a:spcPct val="110000"/>
                </a:lnSpc>
                <a:spcBef>
                  <a:spcPct val="0"/>
                </a:spcBef>
                <a:spcAft>
                  <a:spcPts val="3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  <a:tabLst>
                  <a:tab pos="542925" algn="l"/>
                </a:tabLst>
                <a:defRPr/>
              </a:pPr>
              <a:r>
                <a:rPr kumimoji="1" lang="ko-KR" altLang="en-US" sz="1000">
                  <a:solidFill>
                    <a:schemeClr val="bg1"/>
                  </a:solidFill>
                  <a:latin typeface="+mn-ea"/>
                </a:rPr>
                <a:t>생산성 향상을 위한 업무 및 프로세스 효율화 서비스를 제공</a:t>
              </a:r>
              <a:endParaRPr kumimoji="1" lang="en-US" altLang="ko-KR" sz="100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49214B11-B308-412D-8B7C-DC22E994329A}"/>
                </a:ext>
              </a:extLst>
            </p:cNvPr>
            <p:cNvSpPr txBox="1"/>
            <p:nvPr/>
          </p:nvSpPr>
          <p:spPr>
            <a:xfrm>
              <a:off x="2627610" y="5624715"/>
              <a:ext cx="1570943" cy="861774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wrap="none" rtlCol="0" anchor="t">
              <a:spAutoFit/>
            </a:bodyPr>
            <a:lstStyle>
              <a:defPPr>
                <a:defRPr lang="en-US"/>
              </a:defPPr>
              <a:lvl1pPr lvl="0" algn="ctr" defTabSz="914400" fontAlgn="base">
                <a:spcBef>
                  <a:spcPct val="0"/>
                </a:spcBef>
                <a:spcAft>
                  <a:spcPct val="0"/>
                </a:spcAft>
                <a:defRPr kumimoji="1" sz="1200" kern="0">
                  <a:solidFill>
                    <a:srgbClr val="0070C0"/>
                  </a:solidFill>
                  <a:latin typeface="+mj-ea"/>
                  <a:ea typeface="+mj-ea"/>
                </a:defRPr>
              </a:lvl1pPr>
              <a:lvl2pPr marL="144000" lvl="1" indent="-144000" defTabSz="903091" fontAlgn="ctr">
                <a:spcAft>
                  <a:spcPts val="400"/>
                </a:spcAft>
                <a:buClr>
                  <a:prstClr val="black">
                    <a:lumMod val="75000"/>
                    <a:lumOff val="25000"/>
                  </a:prstClr>
                </a:buClr>
                <a:buSzPct val="80000"/>
                <a:buBlip>
                  <a:blip r:embed="rId3"/>
                </a:buBlip>
                <a:tabLst>
                  <a:tab pos="4518513" algn="l"/>
                </a:tabLst>
                <a:defRPr sz="100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World돋움체 Light" panose="00000300000000000000" pitchFamily="2" charset="-127"/>
                  <a:ea typeface="KoPubWorld돋움체 Light" panose="00000300000000000000" pitchFamily="2" charset="-127"/>
                  <a:cs typeface="KoPubWorld돋움체 Light" panose="00000300000000000000" pitchFamily="2" charset="-127"/>
                </a:defRPr>
              </a:lvl2pPr>
            </a:lstStyle>
            <a:p>
              <a:pPr lvl="1"/>
              <a:r>
                <a:rPr lang="ko-KR" altLang="en-US" dirty="0"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비즈니스 컨설팅</a:t>
              </a:r>
              <a:endParaRPr lang="en-US" altLang="ko-KR" dirty="0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endParaRPr>
            </a:p>
            <a:p>
              <a:pPr lvl="1"/>
              <a:r>
                <a:rPr lang="en-US" altLang="ko-KR" dirty="0"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NI &amp; SI(</a:t>
              </a:r>
              <a:r>
                <a:rPr lang="ko-KR" altLang="en-US" dirty="0"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시스템</a:t>
              </a:r>
              <a:r>
                <a:rPr lang="en-US" altLang="ko-KR" dirty="0"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)</a:t>
              </a:r>
            </a:p>
            <a:p>
              <a:pPr lvl="1"/>
              <a:r>
                <a:rPr lang="en-US" altLang="ko-KR" dirty="0"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BPR/ISP</a:t>
              </a:r>
            </a:p>
            <a:p>
              <a:pPr lvl="1"/>
              <a:r>
                <a:rPr lang="ko-KR" altLang="en-US" spc="-100" dirty="0"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비즈니스 프로세스 아웃소싱</a:t>
              </a:r>
            </a:p>
          </p:txBody>
        </p:sp>
        <p:sp>
          <p:nvSpPr>
            <p:cNvPr id="118" name="사각형: 둥근 모서리 117">
              <a:extLst>
                <a:ext uri="{FF2B5EF4-FFF2-40B4-BE49-F238E27FC236}">
                  <a16:creationId xmlns:a16="http://schemas.microsoft.com/office/drawing/2014/main" id="{52F85E94-E938-482C-AD16-37762188FF22}"/>
                </a:ext>
              </a:extLst>
            </p:cNvPr>
            <p:cNvSpPr/>
            <p:nvPr/>
          </p:nvSpPr>
          <p:spPr>
            <a:xfrm>
              <a:off x="4509332" y="4485188"/>
              <a:ext cx="1908000" cy="2160000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wrap="none" rtlCol="0" anchor="ctr">
              <a:noAutofit/>
            </a:bodyPr>
            <a:lstStyle/>
            <a:p>
              <a:pPr algn="ctr"/>
              <a:endParaRPr lang="ko-KR" altLang="en-US" sz="1000">
                <a:latin typeface="+mn-ea"/>
              </a:endParaRPr>
            </a:p>
          </p:txBody>
        </p:sp>
        <p:sp>
          <p:nvSpPr>
            <p:cNvPr id="119" name="직사각형 118">
              <a:extLst>
                <a:ext uri="{FF2B5EF4-FFF2-40B4-BE49-F238E27FC236}">
                  <a16:creationId xmlns:a16="http://schemas.microsoft.com/office/drawing/2014/main" id="{65B886AA-1706-408F-B97C-FFD5137D10C0}"/>
                </a:ext>
              </a:extLst>
            </p:cNvPr>
            <p:cNvSpPr/>
            <p:nvPr/>
          </p:nvSpPr>
          <p:spPr>
            <a:xfrm>
              <a:off x="4886893" y="4589310"/>
              <a:ext cx="1152880" cy="276999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wrap="none" rtlCol="0" anchor="ctr">
              <a:spAutoFit/>
            </a:bodyPr>
            <a:lstStyle/>
            <a:p>
              <a:pPr lvl="0" algn="ctr" defTabSz="91440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ko-KR" altLang="en-US" sz="1200" kern="0" dirty="0">
                  <a:solidFill>
                    <a:srgbClr val="0070C0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</a:rPr>
                <a:t>유지관리 서비스</a:t>
              </a:r>
            </a:p>
          </p:txBody>
        </p:sp>
        <p:sp>
          <p:nvSpPr>
            <p:cNvPr id="120" name="직사각형 119">
              <a:extLst>
                <a:ext uri="{FF2B5EF4-FFF2-40B4-BE49-F238E27FC236}">
                  <a16:creationId xmlns:a16="http://schemas.microsoft.com/office/drawing/2014/main" id="{EDAE45C7-A254-43B0-A364-82148CCBAEB6}"/>
                </a:ext>
              </a:extLst>
            </p:cNvPr>
            <p:cNvSpPr/>
            <p:nvPr/>
          </p:nvSpPr>
          <p:spPr>
            <a:xfrm>
              <a:off x="4509332" y="4938319"/>
              <a:ext cx="1908000" cy="540000"/>
            </a:xfrm>
            <a:prstGeom prst="rect">
              <a:avLst/>
            </a:prstGeom>
            <a:solidFill>
              <a:srgbClr val="1D3D7D"/>
            </a:solidFill>
            <a:ln w="25400" cap="flat" cmpd="sng" algn="ctr">
              <a:noFill/>
              <a:prstDash val="solid"/>
            </a:ln>
            <a:effectLst/>
          </p:spPr>
          <p:txBody>
            <a:bodyPr lIns="72000" tIns="36000" rIns="72000" bIns="36000" rtlCol="0" anchor="ctr"/>
            <a:lstStyle/>
            <a:p>
              <a:pPr marL="0" marR="0" lvl="2" algn="ctr" defTabSz="914400" fontAlgn="base">
                <a:lnSpc>
                  <a:spcPct val="110000"/>
                </a:lnSpc>
                <a:spcBef>
                  <a:spcPct val="0"/>
                </a:spcBef>
                <a:spcAft>
                  <a:spcPts val="3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  <a:tabLst>
                  <a:tab pos="542925" algn="l"/>
                </a:tabLst>
                <a:defRPr/>
              </a:pPr>
              <a:r>
                <a:rPr kumimoji="1" lang="ko-KR" altLang="en-US" sz="1000">
                  <a:solidFill>
                    <a:schemeClr val="bg1"/>
                  </a:solidFill>
                  <a:latin typeface="+mn-ea"/>
                </a:rPr>
                <a:t>고객의 비즈니스 업무 관리 수행을 안정적으로 지원</a:t>
              </a:r>
              <a:endParaRPr kumimoji="1" lang="en-US" altLang="ko-KR" sz="100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FBAE3168-DF60-4826-801E-12714E35B936}"/>
                </a:ext>
              </a:extLst>
            </p:cNvPr>
            <p:cNvSpPr txBox="1"/>
            <p:nvPr/>
          </p:nvSpPr>
          <p:spPr>
            <a:xfrm>
              <a:off x="4661942" y="5624715"/>
              <a:ext cx="1359346" cy="861774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wrap="none" rtlCol="0" anchor="t">
              <a:spAutoFit/>
            </a:bodyPr>
            <a:lstStyle>
              <a:defPPr>
                <a:defRPr lang="en-US"/>
              </a:defPPr>
              <a:lvl1pPr lvl="0" algn="ctr" defTabSz="914400" fontAlgn="base">
                <a:spcBef>
                  <a:spcPct val="0"/>
                </a:spcBef>
                <a:spcAft>
                  <a:spcPct val="0"/>
                </a:spcAft>
                <a:defRPr kumimoji="1" sz="1200" kern="0">
                  <a:solidFill>
                    <a:srgbClr val="0070C0"/>
                  </a:solidFill>
                  <a:latin typeface="+mj-ea"/>
                  <a:ea typeface="+mj-ea"/>
                </a:defRPr>
              </a:lvl1pPr>
              <a:lvl2pPr marL="144000" lvl="1" indent="-144000" defTabSz="903091" fontAlgn="ctr">
                <a:spcAft>
                  <a:spcPts val="400"/>
                </a:spcAft>
                <a:buClr>
                  <a:prstClr val="black">
                    <a:lumMod val="75000"/>
                    <a:lumOff val="25000"/>
                  </a:prstClr>
                </a:buClr>
                <a:buSzPct val="80000"/>
                <a:buBlip>
                  <a:blip r:embed="rId3"/>
                </a:buBlip>
                <a:tabLst>
                  <a:tab pos="4518513" algn="l"/>
                </a:tabLst>
                <a:defRPr sz="100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World돋움체 Light" panose="00000300000000000000" pitchFamily="2" charset="-127"/>
                  <a:ea typeface="KoPubWorld돋움체 Light" panose="00000300000000000000" pitchFamily="2" charset="-127"/>
                  <a:cs typeface="KoPubWorld돋움체 Light" panose="00000300000000000000" pitchFamily="2" charset="-127"/>
                </a:defRPr>
              </a:lvl2pPr>
            </a:lstStyle>
            <a:p>
              <a:pPr lvl="1"/>
              <a:r>
                <a:rPr lang="ko-KR" altLang="en-US" dirty="0"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유지보수 위탁운영</a:t>
              </a:r>
              <a:endParaRPr lang="en-US" altLang="ko-KR" dirty="0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endParaRPr>
            </a:p>
            <a:p>
              <a:pPr lvl="1"/>
              <a:r>
                <a:rPr lang="ko-KR" altLang="en-US" dirty="0"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아웃소싱 컨설팅</a:t>
              </a:r>
            </a:p>
            <a:p>
              <a:pPr lvl="1"/>
              <a:r>
                <a:rPr lang="ko-KR" altLang="en-US" dirty="0"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전산시스템 서비스</a:t>
              </a:r>
            </a:p>
            <a:p>
              <a:pPr lvl="1"/>
              <a:r>
                <a:rPr lang="ko-KR" altLang="en-US" dirty="0"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유</a:t>
              </a:r>
              <a:r>
                <a:rPr lang="en-US" altLang="ko-KR" dirty="0"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/</a:t>
              </a:r>
              <a:r>
                <a:rPr lang="ko-KR" altLang="en-US" dirty="0"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무선 통신 서비스</a:t>
              </a: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C73EE64E-FE9E-4D63-8992-4239E2BD23F9}"/>
              </a:ext>
            </a:extLst>
          </p:cNvPr>
          <p:cNvGrpSpPr/>
          <p:nvPr/>
        </p:nvGrpSpPr>
        <p:grpSpPr>
          <a:xfrm>
            <a:off x="441332" y="7185248"/>
            <a:ext cx="5975335" cy="2133150"/>
            <a:chOff x="441332" y="7185248"/>
            <a:chExt cx="5975335" cy="2133150"/>
          </a:xfrm>
        </p:grpSpPr>
        <p:sp>
          <p:nvSpPr>
            <p:cNvPr id="215" name="직사각형 156"/>
            <p:cNvSpPr>
              <a:spLocks noChangeArrowheads="1"/>
            </p:cNvSpPr>
            <p:nvPr/>
          </p:nvSpPr>
          <p:spPr bwMode="auto">
            <a:xfrm>
              <a:off x="441332" y="7211380"/>
              <a:ext cx="5079917" cy="153888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914400" fontAlgn="base">
                <a:spcBef>
                  <a:spcPts val="600"/>
                </a:spcBef>
                <a:spcAft>
                  <a:spcPct val="0"/>
                </a:spcAft>
                <a:defRPr/>
              </a:pPr>
              <a:r>
                <a:rPr kumimoji="1" lang="ko-KR" altLang="en-US" sz="1000">
                  <a:solidFill>
                    <a:srgbClr val="0070C0"/>
                  </a:solidFill>
                  <a:latin typeface="+mn-ea"/>
                </a:rPr>
                <a:t>다양한 고객 </a:t>
              </a:r>
              <a:r>
                <a:rPr kumimoji="1" lang="en-US" altLang="ko-KR" sz="1000">
                  <a:solidFill>
                    <a:srgbClr val="0070C0"/>
                  </a:solidFill>
                  <a:latin typeface="+mn-ea"/>
                </a:rPr>
                <a:t>Needs</a:t>
              </a:r>
              <a:r>
                <a:rPr kumimoji="1" lang="ko-KR" altLang="en-US" sz="1000">
                  <a:solidFill>
                    <a:srgbClr val="0070C0"/>
                  </a:solidFill>
                  <a:latin typeface="+mn-ea"/>
                </a:rPr>
                <a:t>에 대응하기 위한 충실한 </a:t>
              </a:r>
              <a:r>
                <a:rPr kumimoji="1" lang="en-US" altLang="ko-KR" sz="1000">
                  <a:solidFill>
                    <a:srgbClr val="0070C0"/>
                  </a:solidFill>
                  <a:latin typeface="+mn-ea"/>
                </a:rPr>
                <a:t>R&amp;D </a:t>
              </a:r>
              <a:r>
                <a:rPr kumimoji="1" lang="ko-KR" altLang="en-US" sz="1000">
                  <a:solidFill>
                    <a:srgbClr val="0070C0"/>
                  </a:solidFill>
                  <a:latin typeface="+mn-ea"/>
                </a:rPr>
                <a:t>수행 </a:t>
              </a:r>
              <a:r>
                <a:rPr kumimoji="1" lang="en-US" altLang="ko-KR" sz="1000">
                  <a:solidFill>
                    <a:prstClr val="black"/>
                  </a:solidFill>
                  <a:latin typeface="+mn-ea"/>
                </a:rPr>
                <a:t>             </a:t>
              </a:r>
              <a:r>
                <a:rPr kumimoji="1" lang="ko-KR" altLang="en-US" sz="1000">
                  <a:solidFill>
                    <a:prstClr val="black"/>
                  </a:solidFill>
                  <a:latin typeface="+mn-ea"/>
                </a:rPr>
                <a:t>공공기관</a:t>
              </a:r>
              <a:r>
                <a:rPr kumimoji="1" lang="en-US" altLang="ko-KR" sz="1000">
                  <a:solidFill>
                    <a:prstClr val="black"/>
                  </a:solidFill>
                  <a:latin typeface="+mn-ea"/>
                </a:rPr>
                <a:t>, </a:t>
              </a:r>
              <a:r>
                <a:rPr kumimoji="1" lang="ko-KR" altLang="en-US" sz="1000">
                  <a:solidFill>
                    <a:prstClr val="black"/>
                  </a:solidFill>
                  <a:latin typeface="+mn-ea"/>
                </a:rPr>
                <a:t>공기업</a:t>
              </a:r>
              <a:r>
                <a:rPr kumimoji="1" lang="en-US" altLang="ko-KR" sz="1000">
                  <a:solidFill>
                    <a:prstClr val="black"/>
                  </a:solidFill>
                  <a:latin typeface="+mn-ea"/>
                </a:rPr>
                <a:t>, </a:t>
              </a:r>
              <a:r>
                <a:rPr kumimoji="1" lang="ko-KR" altLang="en-US" sz="1000">
                  <a:solidFill>
                    <a:prstClr val="black"/>
                  </a:solidFill>
                  <a:latin typeface="+mn-ea"/>
                </a:rPr>
                <a:t>국가정부</a:t>
              </a:r>
              <a:r>
                <a:rPr kumimoji="1" lang="en-US" altLang="ko-KR" sz="1000">
                  <a:solidFill>
                    <a:prstClr val="black"/>
                  </a:solidFill>
                  <a:latin typeface="+mn-ea"/>
                </a:rPr>
                <a:t>, </a:t>
              </a:r>
              <a:r>
                <a:rPr kumimoji="1" lang="ko-KR" altLang="en-US" sz="1000">
                  <a:solidFill>
                    <a:prstClr val="black"/>
                  </a:solidFill>
                  <a:latin typeface="+mn-ea"/>
                </a:rPr>
                <a:t>대기업</a:t>
              </a:r>
            </a:p>
          </p:txBody>
        </p:sp>
        <p:pic>
          <p:nvPicPr>
            <p:cNvPr id="209" name="그림 208">
              <a:extLst>
                <a:ext uri="{FF2B5EF4-FFF2-40B4-BE49-F238E27FC236}">
                  <a16:creationId xmlns:a16="http://schemas.microsoft.com/office/drawing/2014/main" id="{A0198579-F28F-4B4E-9A9D-709A872D8F5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72958" y="7501263"/>
              <a:ext cx="912084" cy="364833"/>
            </a:xfrm>
            <a:prstGeom prst="rect">
              <a:avLst/>
            </a:prstGeom>
          </p:spPr>
        </p:pic>
        <p:pic>
          <p:nvPicPr>
            <p:cNvPr id="210" name="그림 209">
              <a:extLst>
                <a:ext uri="{FF2B5EF4-FFF2-40B4-BE49-F238E27FC236}">
                  <a16:creationId xmlns:a16="http://schemas.microsoft.com/office/drawing/2014/main" id="{CAD6D40D-92A0-4187-8873-58B0F534F6E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37471" y="7493242"/>
              <a:ext cx="912084" cy="364833"/>
            </a:xfrm>
            <a:prstGeom prst="rect">
              <a:avLst/>
            </a:prstGeom>
          </p:spPr>
        </p:pic>
        <p:pic>
          <p:nvPicPr>
            <p:cNvPr id="211" name="그림 210">
              <a:extLst>
                <a:ext uri="{FF2B5EF4-FFF2-40B4-BE49-F238E27FC236}">
                  <a16:creationId xmlns:a16="http://schemas.microsoft.com/office/drawing/2014/main" id="{DD946C9E-E11B-4C72-9E50-19F55C102D6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55215" y="7493242"/>
              <a:ext cx="912084" cy="364833"/>
            </a:xfrm>
            <a:prstGeom prst="rect">
              <a:avLst/>
            </a:prstGeom>
          </p:spPr>
        </p:pic>
        <p:pic>
          <p:nvPicPr>
            <p:cNvPr id="212" name="그림 211">
              <a:extLst>
                <a:ext uri="{FF2B5EF4-FFF2-40B4-BE49-F238E27FC236}">
                  <a16:creationId xmlns:a16="http://schemas.microsoft.com/office/drawing/2014/main" id="{468C0776-9BAD-4276-A4CA-B3D141B8D98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90701" y="7493242"/>
              <a:ext cx="912084" cy="364833"/>
            </a:xfrm>
            <a:prstGeom prst="rect">
              <a:avLst/>
            </a:prstGeom>
          </p:spPr>
        </p:pic>
        <p:pic>
          <p:nvPicPr>
            <p:cNvPr id="213" name="그림 212">
              <a:extLst>
                <a:ext uri="{FF2B5EF4-FFF2-40B4-BE49-F238E27FC236}">
                  <a16:creationId xmlns:a16="http://schemas.microsoft.com/office/drawing/2014/main" id="{D55E008B-E0A7-4708-A5D6-B4EAAA1D13C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37471" y="8953565"/>
              <a:ext cx="912084" cy="364833"/>
            </a:xfrm>
            <a:prstGeom prst="rect">
              <a:avLst/>
            </a:prstGeom>
          </p:spPr>
        </p:pic>
        <p:pic>
          <p:nvPicPr>
            <p:cNvPr id="214" name="그림 213">
              <a:extLst>
                <a:ext uri="{FF2B5EF4-FFF2-40B4-BE49-F238E27FC236}">
                  <a16:creationId xmlns:a16="http://schemas.microsoft.com/office/drawing/2014/main" id="{2010F2F3-C6CA-49FF-897B-BDE1A32462D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55215" y="8953565"/>
              <a:ext cx="912084" cy="364833"/>
            </a:xfrm>
            <a:prstGeom prst="rect">
              <a:avLst/>
            </a:prstGeom>
          </p:spPr>
        </p:pic>
        <p:pic>
          <p:nvPicPr>
            <p:cNvPr id="216" name="그림 215">
              <a:extLst>
                <a:ext uri="{FF2B5EF4-FFF2-40B4-BE49-F238E27FC236}">
                  <a16:creationId xmlns:a16="http://schemas.microsoft.com/office/drawing/2014/main" id="{1D247CFD-CD69-43A9-A0B1-CFD287D8F3D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72958" y="8953565"/>
              <a:ext cx="912084" cy="364833"/>
            </a:xfrm>
            <a:prstGeom prst="rect">
              <a:avLst/>
            </a:prstGeom>
          </p:spPr>
        </p:pic>
        <p:pic>
          <p:nvPicPr>
            <p:cNvPr id="218" name="그림 217">
              <a:extLst>
                <a:ext uri="{FF2B5EF4-FFF2-40B4-BE49-F238E27FC236}">
                  <a16:creationId xmlns:a16="http://schemas.microsoft.com/office/drawing/2014/main" id="{32BC3379-EBAE-4BEE-AC1D-84D4364533B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90701" y="8953565"/>
              <a:ext cx="912084" cy="364833"/>
            </a:xfrm>
            <a:prstGeom prst="rect">
              <a:avLst/>
            </a:prstGeom>
          </p:spPr>
        </p:pic>
        <p:pic>
          <p:nvPicPr>
            <p:cNvPr id="219" name="그림 218">
              <a:extLst>
                <a:ext uri="{FF2B5EF4-FFF2-40B4-BE49-F238E27FC236}">
                  <a16:creationId xmlns:a16="http://schemas.microsoft.com/office/drawing/2014/main" id="{CDA42CFC-7124-4100-A76B-496ACE658A6E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37471" y="8465194"/>
              <a:ext cx="912084" cy="364833"/>
            </a:xfrm>
            <a:prstGeom prst="rect">
              <a:avLst/>
            </a:prstGeom>
          </p:spPr>
        </p:pic>
        <p:pic>
          <p:nvPicPr>
            <p:cNvPr id="220" name="그림 219">
              <a:extLst>
                <a:ext uri="{FF2B5EF4-FFF2-40B4-BE49-F238E27FC236}">
                  <a16:creationId xmlns:a16="http://schemas.microsoft.com/office/drawing/2014/main" id="{442AD50B-6B1B-43CF-9041-BBE019AA3928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55215" y="8465194"/>
              <a:ext cx="912084" cy="364833"/>
            </a:xfrm>
            <a:prstGeom prst="rect">
              <a:avLst/>
            </a:prstGeom>
          </p:spPr>
        </p:pic>
        <p:pic>
          <p:nvPicPr>
            <p:cNvPr id="221" name="그림 220">
              <a:extLst>
                <a:ext uri="{FF2B5EF4-FFF2-40B4-BE49-F238E27FC236}">
                  <a16:creationId xmlns:a16="http://schemas.microsoft.com/office/drawing/2014/main" id="{74305CA1-576E-48E8-93E0-6C58CB57C4C4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72958" y="8449152"/>
              <a:ext cx="912084" cy="364833"/>
            </a:xfrm>
            <a:prstGeom prst="rect">
              <a:avLst/>
            </a:prstGeom>
          </p:spPr>
        </p:pic>
        <p:pic>
          <p:nvPicPr>
            <p:cNvPr id="222" name="그림 221">
              <a:extLst>
                <a:ext uri="{FF2B5EF4-FFF2-40B4-BE49-F238E27FC236}">
                  <a16:creationId xmlns:a16="http://schemas.microsoft.com/office/drawing/2014/main" id="{E11388ED-4AA8-408B-BA73-9C5054826596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90701" y="8465194"/>
              <a:ext cx="912084" cy="364833"/>
            </a:xfrm>
            <a:prstGeom prst="rect">
              <a:avLst/>
            </a:prstGeom>
          </p:spPr>
        </p:pic>
        <p:pic>
          <p:nvPicPr>
            <p:cNvPr id="223" name="그림 222">
              <a:extLst>
                <a:ext uri="{FF2B5EF4-FFF2-40B4-BE49-F238E27FC236}">
                  <a16:creationId xmlns:a16="http://schemas.microsoft.com/office/drawing/2014/main" id="{F3B644FF-9AFD-4084-8440-728A19270A22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37471" y="7984115"/>
              <a:ext cx="912084" cy="364833"/>
            </a:xfrm>
            <a:prstGeom prst="rect">
              <a:avLst/>
            </a:prstGeom>
          </p:spPr>
        </p:pic>
        <p:pic>
          <p:nvPicPr>
            <p:cNvPr id="224" name="그림 223">
              <a:extLst>
                <a:ext uri="{FF2B5EF4-FFF2-40B4-BE49-F238E27FC236}">
                  <a16:creationId xmlns:a16="http://schemas.microsoft.com/office/drawing/2014/main" id="{41A316E9-3A68-4308-8D09-37492C460CCF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55215" y="7984115"/>
              <a:ext cx="912084" cy="364833"/>
            </a:xfrm>
            <a:prstGeom prst="rect">
              <a:avLst/>
            </a:prstGeom>
          </p:spPr>
        </p:pic>
        <p:pic>
          <p:nvPicPr>
            <p:cNvPr id="225" name="그림 224">
              <a:extLst>
                <a:ext uri="{FF2B5EF4-FFF2-40B4-BE49-F238E27FC236}">
                  <a16:creationId xmlns:a16="http://schemas.microsoft.com/office/drawing/2014/main" id="{1489A4DA-218A-4803-9C2C-99A2735E0CF4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72958" y="7984115"/>
              <a:ext cx="912084" cy="364833"/>
            </a:xfrm>
            <a:prstGeom prst="rect">
              <a:avLst/>
            </a:prstGeom>
          </p:spPr>
        </p:pic>
        <p:pic>
          <p:nvPicPr>
            <p:cNvPr id="226" name="그림 225">
              <a:extLst>
                <a:ext uri="{FF2B5EF4-FFF2-40B4-BE49-F238E27FC236}">
                  <a16:creationId xmlns:a16="http://schemas.microsoft.com/office/drawing/2014/main" id="{7515CC1B-B0F2-4227-8083-44F13EFDDA07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90701" y="7984115"/>
              <a:ext cx="912084" cy="364833"/>
            </a:xfrm>
            <a:prstGeom prst="rect">
              <a:avLst/>
            </a:prstGeom>
          </p:spPr>
        </p:pic>
        <p:pic>
          <p:nvPicPr>
            <p:cNvPr id="227" name="그림 226">
              <a:extLst>
                <a:ext uri="{FF2B5EF4-FFF2-40B4-BE49-F238E27FC236}">
                  <a16:creationId xmlns:a16="http://schemas.microsoft.com/office/drawing/2014/main" id="{7E75FA2F-909A-4817-B83D-7144C8BA85F5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8444" y="7984115"/>
              <a:ext cx="912084" cy="364833"/>
            </a:xfrm>
            <a:prstGeom prst="rect">
              <a:avLst/>
            </a:prstGeom>
          </p:spPr>
        </p:pic>
        <p:pic>
          <p:nvPicPr>
            <p:cNvPr id="228" name="그림 227">
              <a:extLst>
                <a:ext uri="{FF2B5EF4-FFF2-40B4-BE49-F238E27FC236}">
                  <a16:creationId xmlns:a16="http://schemas.microsoft.com/office/drawing/2014/main" id="{19A8918C-BAC8-40D3-A5F6-F84275785EAF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8444" y="8953565"/>
              <a:ext cx="912084" cy="364833"/>
            </a:xfrm>
            <a:prstGeom prst="rect">
              <a:avLst/>
            </a:prstGeom>
          </p:spPr>
        </p:pic>
        <p:pic>
          <p:nvPicPr>
            <p:cNvPr id="229" name="그림 228">
              <a:extLst>
                <a:ext uri="{FF2B5EF4-FFF2-40B4-BE49-F238E27FC236}">
                  <a16:creationId xmlns:a16="http://schemas.microsoft.com/office/drawing/2014/main" id="{D00B23EE-440E-438A-B4C9-B6383CD37F36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8444" y="8465194"/>
              <a:ext cx="912084" cy="364833"/>
            </a:xfrm>
            <a:prstGeom prst="rect">
              <a:avLst/>
            </a:prstGeom>
          </p:spPr>
        </p:pic>
        <p:pic>
          <p:nvPicPr>
            <p:cNvPr id="230" name="그림 229">
              <a:extLst>
                <a:ext uri="{FF2B5EF4-FFF2-40B4-BE49-F238E27FC236}">
                  <a16:creationId xmlns:a16="http://schemas.microsoft.com/office/drawing/2014/main" id="{FF3FCD03-CE5E-4823-9490-0EAA013E90AA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8444" y="7493242"/>
              <a:ext cx="912084" cy="364833"/>
            </a:xfrm>
            <a:prstGeom prst="rect">
              <a:avLst/>
            </a:prstGeom>
          </p:spPr>
        </p:pic>
        <p:grpSp>
          <p:nvGrpSpPr>
            <p:cNvPr id="250" name="그룹 249">
              <a:extLst>
                <a:ext uri="{FF2B5EF4-FFF2-40B4-BE49-F238E27FC236}">
                  <a16:creationId xmlns:a16="http://schemas.microsoft.com/office/drawing/2014/main" id="{99D28033-CDFD-47F4-A8D9-F4848CBCE08D}"/>
                </a:ext>
              </a:extLst>
            </p:cNvPr>
            <p:cNvGrpSpPr/>
            <p:nvPr/>
          </p:nvGrpSpPr>
          <p:grpSpPr>
            <a:xfrm>
              <a:off x="6002322" y="7185248"/>
              <a:ext cx="414345" cy="418250"/>
              <a:chOff x="7773722" y="2281718"/>
              <a:chExt cx="414345" cy="418250"/>
            </a:xfrm>
            <a:solidFill>
              <a:schemeClr val="accent2"/>
            </a:solidFill>
          </p:grpSpPr>
          <p:sp>
            <p:nvSpPr>
              <p:cNvPr id="251" name="타원 250">
                <a:extLst>
                  <a:ext uri="{FF2B5EF4-FFF2-40B4-BE49-F238E27FC236}">
                    <a16:creationId xmlns:a16="http://schemas.microsoft.com/office/drawing/2014/main" id="{E050D87C-68C2-4371-AE91-65A2CCDC2805}"/>
                  </a:ext>
                </a:extLst>
              </p:cNvPr>
              <p:cNvSpPr/>
              <p:nvPr/>
            </p:nvSpPr>
            <p:spPr>
              <a:xfrm flipH="1">
                <a:off x="7792683" y="2281718"/>
                <a:ext cx="395384" cy="395545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vert="horz" wrap="none" lIns="91440" tIns="45720" rIns="91440" bIns="45720" numCol="1" anchor="t" anchorCtr="0" compatLnSpc="1">
                <a:prstTxWarp prst="textNoShape">
                  <a:avLst/>
                </a:prstTxWarp>
                <a:scene3d>
                  <a:camera prst="orthographicFront"/>
                  <a:lightRig rig="threePt" dir="t"/>
                </a:scene3d>
                <a:sp3d>
                  <a:bevelT w="0" h="0"/>
                  <a:bevelB w="0" h="0"/>
                </a:sp3d>
              </a:bodyPr>
              <a:lstStyle/>
              <a:p>
                <a:pPr lvl="0" algn="ctr"/>
                <a:r>
                  <a:rPr kumimoji="1" lang="ko-KR" altLang="en-US" sz="1100" dirty="0">
                    <a:ln>
                      <a:solidFill>
                        <a:srgbClr val="144655"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latin typeface="Pretendard SemiBold" panose="02000703000000020004" pitchFamily="50" charset="-127"/>
                    <a:ea typeface="Pretendard SemiBold" panose="02000703000000020004" pitchFamily="50" charset="-127"/>
                  </a:rPr>
                  <a:t>예시</a:t>
                </a:r>
                <a:endParaRPr kumimoji="1" lang="en-US" altLang="ko-KR" sz="1100" dirty="0">
                  <a:ln>
                    <a:solidFill>
                      <a:srgbClr val="144655">
                        <a:alpha val="0"/>
                      </a:srgbClr>
                    </a:solidFill>
                  </a:ln>
                  <a:solidFill>
                    <a:prstClr val="white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</a:endParaRPr>
              </a:p>
            </p:txBody>
          </p:sp>
          <p:sp>
            <p:nvSpPr>
              <p:cNvPr id="252" name="자유형 192">
                <a:extLst>
                  <a:ext uri="{FF2B5EF4-FFF2-40B4-BE49-F238E27FC236}">
                    <a16:creationId xmlns:a16="http://schemas.microsoft.com/office/drawing/2014/main" id="{AFDA2C84-16C7-41E9-B58D-E35D251095C5}"/>
                  </a:ext>
                </a:extLst>
              </p:cNvPr>
              <p:cNvSpPr/>
              <p:nvPr/>
            </p:nvSpPr>
            <p:spPr>
              <a:xfrm rot="2700000">
                <a:off x="7816468" y="2528970"/>
                <a:ext cx="128252" cy="213744"/>
              </a:xfrm>
              <a:custGeom>
                <a:avLst/>
                <a:gdLst>
                  <a:gd name="connsiteX0" fmla="*/ 0 w 61912"/>
                  <a:gd name="connsiteY0" fmla="*/ 14287 h 73818"/>
                  <a:gd name="connsiteX1" fmla="*/ 28575 w 61912"/>
                  <a:gd name="connsiteY1" fmla="*/ 73818 h 73818"/>
                  <a:gd name="connsiteX2" fmla="*/ 61912 w 61912"/>
                  <a:gd name="connsiteY2" fmla="*/ 0 h 73818"/>
                  <a:gd name="connsiteX3" fmla="*/ 0 w 61912"/>
                  <a:gd name="connsiteY3" fmla="*/ 14287 h 738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1912" h="73818">
                    <a:moveTo>
                      <a:pt x="0" y="14287"/>
                    </a:moveTo>
                    <a:lnTo>
                      <a:pt x="28575" y="73818"/>
                    </a:lnTo>
                    <a:lnTo>
                      <a:pt x="61912" y="0"/>
                    </a:lnTo>
                    <a:lnTo>
                      <a:pt x="0" y="14287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scene3d>
                  <a:camera prst="orthographicFront"/>
                  <a:lightRig rig="threePt" dir="t"/>
                </a:scene3d>
                <a:sp3d>
                  <a:bevelT w="0" h="0"/>
                  <a:bevelB w="0" h="0"/>
                </a:sp3d>
              </a:bodyPr>
              <a:lstStyle/>
              <a:p>
                <a:pPr>
                  <a:spcAft>
                    <a:spcPts val="300"/>
                  </a:spcAft>
                </a:pPr>
                <a:endParaRPr lang="ko-KR" altLang="en-US" sz="1600">
                  <a:ln>
                    <a:solidFill>
                      <a:schemeClr val="accent1">
                        <a:alpha val="0"/>
                      </a:schemeClr>
                    </a:solidFill>
                  </a:ln>
                </a:endParaRPr>
              </a:p>
            </p:txBody>
          </p:sp>
        </p:grpSp>
        <p:grpSp>
          <p:nvGrpSpPr>
            <p:cNvPr id="442" name="그룹 441">
              <a:extLst>
                <a:ext uri="{FF2B5EF4-FFF2-40B4-BE49-F238E27FC236}">
                  <a16:creationId xmlns:a16="http://schemas.microsoft.com/office/drawing/2014/main" id="{0DA81679-BE96-4978-BACB-A3EF53637B7F}"/>
                </a:ext>
              </a:extLst>
            </p:cNvPr>
            <p:cNvGrpSpPr/>
            <p:nvPr/>
          </p:nvGrpSpPr>
          <p:grpSpPr>
            <a:xfrm>
              <a:off x="3355690" y="7234379"/>
              <a:ext cx="273728" cy="78843"/>
              <a:chOff x="2155287" y="1764161"/>
              <a:chExt cx="252225" cy="72649"/>
            </a:xfrm>
            <a:solidFill>
              <a:srgbClr val="0188CC"/>
            </a:solidFill>
          </p:grpSpPr>
          <p:sp>
            <p:nvSpPr>
              <p:cNvPr id="443" name="이등변 삼각형 442">
                <a:extLst>
                  <a:ext uri="{FF2B5EF4-FFF2-40B4-BE49-F238E27FC236}">
                    <a16:creationId xmlns:a16="http://schemas.microsoft.com/office/drawing/2014/main" id="{3C884C84-F925-4161-B9C3-4FDF41488316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 rot="16200000" flipV="1">
                <a:off x="2150584" y="1768864"/>
                <a:ext cx="72640" cy="63234"/>
              </a:xfrm>
              <a:prstGeom prst="triangle">
                <a:avLst>
                  <a:gd name="adj" fmla="val 50000"/>
                </a:avLst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10800000" vert="eaVert" anchor="ctr"/>
              <a:lstStyle/>
              <a:p>
                <a:pPr latinLnBrk="0"/>
                <a:endParaRPr lang="ko-KR" altLang="en-US" sz="1600" dirty="0">
                  <a:ln>
                    <a:solidFill>
                      <a:srgbClr val="095EBB">
                        <a:alpha val="0"/>
                      </a:srgbClr>
                    </a:solidFill>
                  </a:ln>
                  <a:solidFill>
                    <a:srgbClr val="FFFFFF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</a:endParaRPr>
              </a:p>
            </p:txBody>
          </p:sp>
          <p:sp>
            <p:nvSpPr>
              <p:cNvPr id="444" name="이등변 삼각형 443">
                <a:extLst>
                  <a:ext uri="{FF2B5EF4-FFF2-40B4-BE49-F238E27FC236}">
                    <a16:creationId xmlns:a16="http://schemas.microsoft.com/office/drawing/2014/main" id="{AD30E1F0-0DFD-4A90-8453-CA25CFC8F6B3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 rot="16200000" flipV="1">
                <a:off x="2245076" y="1768185"/>
                <a:ext cx="72640" cy="64609"/>
              </a:xfrm>
              <a:prstGeom prst="triangle">
                <a:avLst>
                  <a:gd name="adj" fmla="val 50000"/>
                </a:avLst>
              </a:prstGeom>
              <a:solidFill>
                <a:schemeClr val="accent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10800000" vert="eaVert" anchor="ctr"/>
              <a:lstStyle/>
              <a:p>
                <a:pPr latinLnBrk="0"/>
                <a:endParaRPr lang="ko-KR" altLang="en-US" sz="1600" dirty="0">
                  <a:ln>
                    <a:solidFill>
                      <a:srgbClr val="095EBB">
                        <a:alpha val="0"/>
                      </a:srgbClr>
                    </a:solidFill>
                  </a:ln>
                  <a:solidFill>
                    <a:srgbClr val="FFFFFF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</a:endParaRPr>
              </a:p>
            </p:txBody>
          </p:sp>
          <p:sp>
            <p:nvSpPr>
              <p:cNvPr id="445" name="이등변 삼각형 444">
                <a:extLst>
                  <a:ext uri="{FF2B5EF4-FFF2-40B4-BE49-F238E27FC236}">
                    <a16:creationId xmlns:a16="http://schemas.microsoft.com/office/drawing/2014/main" id="{ECAAC7EE-C880-43BE-B0AE-5FA854286D1E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 rot="16200000" flipV="1">
                <a:off x="2339575" y="1768865"/>
                <a:ext cx="72640" cy="63234"/>
              </a:xfrm>
              <a:prstGeom prst="triangle">
                <a:avLst>
                  <a:gd name="adj" fmla="val 50000"/>
                </a:avLst>
              </a:prstGeom>
              <a:solidFill>
                <a:schemeClr val="accent5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10800000" vert="eaVert" anchor="ctr"/>
              <a:lstStyle/>
              <a:p>
                <a:pPr latinLnBrk="0"/>
                <a:endParaRPr lang="ko-KR" altLang="en-US" sz="1600" dirty="0">
                  <a:ln>
                    <a:solidFill>
                      <a:srgbClr val="095EBB">
                        <a:alpha val="0"/>
                      </a:srgbClr>
                    </a:solidFill>
                  </a:ln>
                  <a:solidFill>
                    <a:srgbClr val="FFFFFF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</a:endParaRPr>
              </a:p>
            </p:txBody>
          </p:sp>
        </p:grpSp>
      </p:grpSp>
      <p:sp>
        <p:nvSpPr>
          <p:cNvPr id="10" name="제목 9">
            <a:extLst>
              <a:ext uri="{FF2B5EF4-FFF2-40B4-BE49-F238E27FC236}">
                <a16:creationId xmlns:a16="http://schemas.microsoft.com/office/drawing/2014/main" id="{1F6D9090-B379-46DD-9386-4C1FC5F99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676" y="1064568"/>
            <a:ext cx="1045208" cy="199285"/>
          </a:xfrm>
        </p:spPr>
        <p:txBody>
          <a:bodyPr/>
          <a:lstStyle/>
          <a:p>
            <a:r>
              <a:rPr lang="en-US" altLang="ko-KR" dirty="0"/>
              <a:t>2.1 </a:t>
            </a:r>
            <a:r>
              <a:rPr lang="ko-KR" altLang="en-US" dirty="0"/>
              <a:t>사업내용</a:t>
            </a:r>
          </a:p>
        </p:txBody>
      </p: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833EF7EA-F06B-42C5-A2BB-06619E34DE87}"/>
              </a:ext>
            </a:extLst>
          </p:cNvPr>
          <p:cNvGrpSpPr/>
          <p:nvPr/>
        </p:nvGrpSpPr>
        <p:grpSpPr>
          <a:xfrm>
            <a:off x="1196912" y="3983757"/>
            <a:ext cx="4464336" cy="316000"/>
            <a:chOff x="1196912" y="4163537"/>
            <a:chExt cx="4464336" cy="316000"/>
          </a:xfrm>
        </p:grpSpPr>
        <p:sp>
          <p:nvSpPr>
            <p:cNvPr id="124" name="사각형: 둥근 모서리 123">
              <a:extLst>
                <a:ext uri="{FF2B5EF4-FFF2-40B4-BE49-F238E27FC236}">
                  <a16:creationId xmlns:a16="http://schemas.microsoft.com/office/drawing/2014/main" id="{87C4917A-11BC-44DC-80E4-F9007AE0A3DD}"/>
                </a:ext>
              </a:extLst>
            </p:cNvPr>
            <p:cNvSpPr/>
            <p:nvPr/>
          </p:nvSpPr>
          <p:spPr>
            <a:xfrm flipH="1">
              <a:off x="1196912" y="4167649"/>
              <a:ext cx="1440000" cy="307777"/>
            </a:xfrm>
            <a:prstGeom prst="roundRect">
              <a:avLst>
                <a:gd name="adj" fmla="val 0"/>
              </a:avLst>
            </a:prstGeom>
            <a:solidFill>
              <a:srgbClr val="A1AFC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 fontAlgn="base">
                <a:lnSpc>
                  <a:spcPct val="120000"/>
                </a:lnSpc>
                <a:spcBef>
                  <a:spcPct val="40000"/>
                </a:spcBef>
                <a:spcAft>
                  <a:spcPct val="0"/>
                </a:spcAft>
              </a:pPr>
              <a:r>
                <a:rPr kumimoji="1" lang="en-US" altLang="ko-KR" sz="1000" kern="0" spc="-50">
                  <a:solidFill>
                    <a:schemeClr val="bg1"/>
                  </a:solidFill>
                  <a:latin typeface="+mn-ea"/>
                </a:rPr>
                <a:t> IT </a:t>
              </a:r>
              <a:r>
                <a:rPr kumimoji="1" lang="ko-KR" altLang="en-US" sz="1000" kern="0" spc="-50">
                  <a:solidFill>
                    <a:schemeClr val="bg1"/>
                  </a:solidFill>
                  <a:latin typeface="+mn-ea"/>
                </a:rPr>
                <a:t>기술역량 고도화</a:t>
              </a:r>
            </a:p>
          </p:txBody>
        </p:sp>
        <p:sp>
          <p:nvSpPr>
            <p:cNvPr id="127" name="사각형: 둥근 모서리 126">
              <a:extLst>
                <a:ext uri="{FF2B5EF4-FFF2-40B4-BE49-F238E27FC236}">
                  <a16:creationId xmlns:a16="http://schemas.microsoft.com/office/drawing/2014/main" id="{BB4DFCC2-E4C4-4752-A0FD-9ECE744DA3E9}"/>
                </a:ext>
              </a:extLst>
            </p:cNvPr>
            <p:cNvSpPr/>
            <p:nvPr/>
          </p:nvSpPr>
          <p:spPr>
            <a:xfrm flipH="1">
              <a:off x="4221248" y="4167649"/>
              <a:ext cx="1440000" cy="307777"/>
            </a:xfrm>
            <a:prstGeom prst="roundRect">
              <a:avLst>
                <a:gd name="adj" fmla="val 0"/>
              </a:avLst>
            </a:prstGeom>
            <a:solidFill>
              <a:srgbClr val="A1AFC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 latinLnBrk="1"/>
              <a:r>
                <a:rPr kumimoji="1" lang="en-US" altLang="ko-KR" sz="1000" kern="0" spc="-50" dirty="0">
                  <a:solidFill>
                    <a:schemeClr val="bg1"/>
                  </a:solidFill>
                  <a:latin typeface="+mn-ea"/>
                </a:rPr>
                <a:t> Business Process </a:t>
              </a:r>
              <a:r>
                <a:rPr kumimoji="1" lang="ko-KR" altLang="en-US" sz="1000" kern="0" spc="-50" dirty="0">
                  <a:solidFill>
                    <a:schemeClr val="bg1"/>
                  </a:solidFill>
                  <a:latin typeface="+mn-ea"/>
                </a:rPr>
                <a:t>혁신</a:t>
              </a:r>
              <a:endParaRPr lang="ko-KR" altLang="en-US" sz="10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</a:endParaRPr>
            </a:p>
          </p:txBody>
        </p:sp>
        <p:sp>
          <p:nvSpPr>
            <p:cNvPr id="130" name="모서리가 둥근 직사각형 193">
              <a:extLst>
                <a:ext uri="{FF2B5EF4-FFF2-40B4-BE49-F238E27FC236}">
                  <a16:creationId xmlns:a16="http://schemas.microsoft.com/office/drawing/2014/main" id="{2571E61B-1A49-476F-BDA7-93000C37B324}"/>
                </a:ext>
              </a:extLst>
            </p:cNvPr>
            <p:cNvSpPr/>
            <p:nvPr/>
          </p:nvSpPr>
          <p:spPr>
            <a:xfrm>
              <a:off x="2745000" y="4163537"/>
              <a:ext cx="1368000" cy="316000"/>
            </a:xfrm>
            <a:prstGeom prst="roundRect">
              <a:avLst>
                <a:gd name="adj" fmla="val 0"/>
              </a:avLst>
            </a:prstGeom>
            <a:solidFill>
              <a:srgbClr val="A1AFC3"/>
            </a:solidFill>
            <a:ln w="19050">
              <a:noFill/>
            </a:ln>
            <a:effectLst/>
          </p:spPr>
          <p:txBody>
            <a:bodyPr wrap="none" lIns="36000" tIns="36000" rIns="36000" bIns="3600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buFont typeface="Wingdings" pitchFamily="2" charset="2"/>
                <a:buNone/>
                <a:tabLst>
                  <a:tab pos="914400" algn="l"/>
                  <a:tab pos="7315200" algn="r"/>
                </a:tabLst>
              </a:pPr>
              <a:r>
                <a:rPr kumimoji="1" lang="ko-KR" altLang="en-US" sz="1000" kern="0" spc="-50" dirty="0">
                  <a:solidFill>
                    <a:schemeClr val="bg1"/>
                  </a:solidFill>
                  <a:latin typeface="+mn-ea"/>
                </a:rPr>
                <a:t> 선진화된 </a:t>
              </a:r>
              <a:r>
                <a:rPr kumimoji="1" lang="en-US" altLang="ko-KR" sz="1000" kern="0" spc="-50" dirty="0">
                  <a:solidFill>
                    <a:schemeClr val="bg1"/>
                  </a:solidFill>
                  <a:latin typeface="+mn-ea"/>
                </a:rPr>
                <a:t>IT Infra </a:t>
              </a:r>
              <a:r>
                <a:rPr kumimoji="1" lang="ko-KR" altLang="en-US" sz="1000" kern="0" spc="-50" dirty="0">
                  <a:solidFill>
                    <a:schemeClr val="bg1"/>
                  </a:solidFill>
                  <a:latin typeface="+mn-ea"/>
                </a:rPr>
                <a:t>구축</a:t>
              </a:r>
              <a:endParaRPr lang="ko-KR" altLang="en-US" sz="1000" spc="-50" dirty="0">
                <a:ln>
                  <a:solidFill>
                    <a:srgbClr val="BAC4D3">
                      <a:alpha val="0"/>
                    </a:srgbClr>
                  </a:solidFill>
                </a:ln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endParaRP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5DB396EF-7664-442C-9F63-B9CEE7B253D8}"/>
              </a:ext>
            </a:extLst>
          </p:cNvPr>
          <p:cNvGrpSpPr/>
          <p:nvPr/>
        </p:nvGrpSpPr>
        <p:grpSpPr>
          <a:xfrm>
            <a:off x="1376792" y="2936776"/>
            <a:ext cx="4104416" cy="792088"/>
            <a:chOff x="1376792" y="2936776"/>
            <a:chExt cx="4104416" cy="792088"/>
          </a:xfrm>
        </p:grpSpPr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EAFDB921-A221-4DD0-B627-D58CF9359E44}"/>
                </a:ext>
              </a:extLst>
            </p:cNvPr>
            <p:cNvGrpSpPr/>
            <p:nvPr/>
          </p:nvGrpSpPr>
          <p:grpSpPr>
            <a:xfrm>
              <a:off x="1376792" y="2936776"/>
              <a:ext cx="4104416" cy="630942"/>
              <a:chOff x="1376792" y="2936776"/>
              <a:chExt cx="4104416" cy="630942"/>
            </a:xfrm>
          </p:grpSpPr>
          <p:sp>
            <p:nvSpPr>
              <p:cNvPr id="105" name="Rectangle 423">
                <a:extLst>
                  <a:ext uri="{FF2B5EF4-FFF2-40B4-BE49-F238E27FC236}">
                    <a16:creationId xmlns:a16="http://schemas.microsoft.com/office/drawing/2014/main" id="{445F779D-8A81-4D3B-A78D-87A3741714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11758" y="2936776"/>
                <a:ext cx="3034485" cy="63094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>
                <a:spAutoFit/>
              </a:bodyPr>
              <a:lstStyle>
                <a:lvl1pPr algn="ctr">
                  <a:buSzPct val="80000"/>
                  <a:defRPr kumimoji="1" sz="1000">
                    <a:solidFill>
                      <a:schemeClr val="bg1"/>
                    </a:solidFill>
                    <a:latin typeface="산돌고딕 L" pitchFamily="18" charset="-127"/>
                    <a:ea typeface="산돌고딕 L" pitchFamily="18" charset="-127"/>
                  </a:defRPr>
                </a:lvl1pPr>
                <a:lvl2pPr marL="742950" indent="-285750" algn="ctr">
                  <a:buSzPct val="80000"/>
                  <a:defRPr kumimoji="1" sz="1000">
                    <a:solidFill>
                      <a:schemeClr val="bg1"/>
                    </a:solidFill>
                    <a:latin typeface="산돌고딕 L" pitchFamily="18" charset="-127"/>
                    <a:ea typeface="산돌고딕 L" pitchFamily="18" charset="-127"/>
                  </a:defRPr>
                </a:lvl2pPr>
                <a:lvl3pPr marL="1143000" indent="-228600" algn="ctr">
                  <a:buSzPct val="80000"/>
                  <a:defRPr kumimoji="1" sz="1000">
                    <a:solidFill>
                      <a:schemeClr val="bg1"/>
                    </a:solidFill>
                    <a:latin typeface="산돌고딕 L" pitchFamily="18" charset="-127"/>
                    <a:ea typeface="산돌고딕 L" pitchFamily="18" charset="-127"/>
                  </a:defRPr>
                </a:lvl3pPr>
                <a:lvl4pPr marL="1600200" indent="-228600" algn="ctr">
                  <a:buSzPct val="80000"/>
                  <a:defRPr kumimoji="1" sz="1000">
                    <a:solidFill>
                      <a:schemeClr val="bg1"/>
                    </a:solidFill>
                    <a:latin typeface="산돌고딕 L" pitchFamily="18" charset="-127"/>
                    <a:ea typeface="산돌고딕 L" pitchFamily="18" charset="-127"/>
                  </a:defRPr>
                </a:lvl4pPr>
                <a:lvl5pPr marL="2057400" indent="-228600" algn="ctr">
                  <a:buSzPct val="80000"/>
                  <a:defRPr kumimoji="1" sz="1000">
                    <a:solidFill>
                      <a:schemeClr val="bg1"/>
                    </a:solidFill>
                    <a:latin typeface="산돌고딕 L" pitchFamily="18" charset="-127"/>
                    <a:ea typeface="산돌고딕 L" pitchFamily="18" charset="-127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SzPct val="80000"/>
                  <a:defRPr kumimoji="1" sz="1000">
                    <a:solidFill>
                      <a:schemeClr val="bg1"/>
                    </a:solidFill>
                    <a:latin typeface="산돌고딕 L" pitchFamily="18" charset="-127"/>
                    <a:ea typeface="산돌고딕 L" pitchFamily="18" charset="-127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SzPct val="80000"/>
                  <a:defRPr kumimoji="1" sz="1000">
                    <a:solidFill>
                      <a:schemeClr val="bg1"/>
                    </a:solidFill>
                    <a:latin typeface="산돌고딕 L" pitchFamily="18" charset="-127"/>
                    <a:ea typeface="산돌고딕 L" pitchFamily="18" charset="-127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SzPct val="80000"/>
                  <a:defRPr kumimoji="1" sz="1000">
                    <a:solidFill>
                      <a:schemeClr val="bg1"/>
                    </a:solidFill>
                    <a:latin typeface="산돌고딕 L" pitchFamily="18" charset="-127"/>
                    <a:ea typeface="산돌고딕 L" pitchFamily="18" charset="-127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SzPct val="80000"/>
                  <a:defRPr kumimoji="1" sz="1000">
                    <a:solidFill>
                      <a:schemeClr val="bg1"/>
                    </a:solidFill>
                    <a:latin typeface="산돌고딕 L" pitchFamily="18" charset="-127"/>
                    <a:ea typeface="산돌고딕 L" pitchFamily="18" charset="-127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ts val="600"/>
                  </a:spcAft>
                  <a:buSzTx/>
                  <a:defRPr/>
                </a:pPr>
                <a:r>
                  <a:rPr lang="ko-KR" altLang="en-US" sz="1600" spc="-50" dirty="0">
                    <a:ln>
                      <a:solidFill>
                        <a:srgbClr val="4F81BD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 SemiBold" panose="02000703000000020004" pitchFamily="50" charset="-127"/>
                    <a:ea typeface="Pretendard SemiBold" panose="02000703000000020004" pitchFamily="50" charset="-127"/>
                  </a:rPr>
                  <a:t>최적의 정보시스템 구축 및 운영을 통한</a:t>
                </a:r>
              </a:p>
              <a:p>
                <a:pPr fontAlgn="base">
                  <a:spcBef>
                    <a:spcPct val="0"/>
                  </a:spcBef>
                  <a:spcAft>
                    <a:spcPts val="600"/>
                  </a:spcAft>
                  <a:buSzTx/>
                  <a:defRPr/>
                </a:pPr>
                <a:r>
                  <a:rPr lang="ko-KR" altLang="en-US" sz="2000" spc="-50" dirty="0">
                    <a:ln>
                      <a:solidFill>
                        <a:srgbClr val="4F81BD">
                          <a:alpha val="0"/>
                        </a:srgbClr>
                      </a:solidFill>
                    </a:ln>
                    <a:solidFill>
                      <a:srgbClr val="FB6225"/>
                    </a:solidFill>
                    <a:latin typeface="Pretendard SemiBold" panose="02000703000000020004" pitchFamily="50" charset="-127"/>
                    <a:ea typeface="Pretendard SemiBold" panose="02000703000000020004" pitchFamily="50" charset="-127"/>
                  </a:rPr>
                  <a:t>고객의 비즈니스 가치 향상</a:t>
                </a:r>
                <a:endParaRPr lang="en-US" altLang="ko-KR" sz="200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rgbClr val="FB6225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</a:endParaRPr>
              </a:p>
            </p:txBody>
          </p:sp>
          <p:sp>
            <p:nvSpPr>
              <p:cNvPr id="106" name="Freeform 34">
                <a:extLst>
                  <a:ext uri="{FF2B5EF4-FFF2-40B4-BE49-F238E27FC236}">
                    <a16:creationId xmlns:a16="http://schemas.microsoft.com/office/drawing/2014/main" id="{9FB20399-4651-451C-9C4F-2EE6F39CAB8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376792" y="2937603"/>
                <a:ext cx="180000" cy="144000"/>
              </a:xfrm>
              <a:custGeom>
                <a:avLst/>
                <a:gdLst>
                  <a:gd name="T0" fmla="*/ 43 w 141"/>
                  <a:gd name="T1" fmla="*/ 0 h 124"/>
                  <a:gd name="T2" fmla="*/ 11 w 141"/>
                  <a:gd name="T3" fmla="*/ 26 h 124"/>
                  <a:gd name="T4" fmla="*/ 0 w 141"/>
                  <a:gd name="T5" fmla="*/ 81 h 124"/>
                  <a:gd name="T6" fmla="*/ 0 w 141"/>
                  <a:gd name="T7" fmla="*/ 124 h 124"/>
                  <a:gd name="T8" fmla="*/ 59 w 141"/>
                  <a:gd name="T9" fmla="*/ 124 h 124"/>
                  <a:gd name="T10" fmla="*/ 59 w 141"/>
                  <a:gd name="T11" fmla="*/ 66 h 124"/>
                  <a:gd name="T12" fmla="*/ 28 w 141"/>
                  <a:gd name="T13" fmla="*/ 66 h 124"/>
                  <a:gd name="T14" fmla="*/ 36 w 141"/>
                  <a:gd name="T15" fmla="*/ 35 h 124"/>
                  <a:gd name="T16" fmla="*/ 59 w 141"/>
                  <a:gd name="T17" fmla="*/ 20 h 124"/>
                  <a:gd name="T18" fmla="*/ 43 w 141"/>
                  <a:gd name="T19" fmla="*/ 0 h 124"/>
                  <a:gd name="T20" fmla="*/ 125 w 141"/>
                  <a:gd name="T21" fmla="*/ 0 h 124"/>
                  <a:gd name="T22" fmla="*/ 94 w 141"/>
                  <a:gd name="T23" fmla="*/ 26 h 124"/>
                  <a:gd name="T24" fmla="*/ 83 w 141"/>
                  <a:gd name="T25" fmla="*/ 81 h 124"/>
                  <a:gd name="T26" fmla="*/ 83 w 141"/>
                  <a:gd name="T27" fmla="*/ 124 h 124"/>
                  <a:gd name="T28" fmla="*/ 141 w 141"/>
                  <a:gd name="T29" fmla="*/ 124 h 124"/>
                  <a:gd name="T30" fmla="*/ 141 w 141"/>
                  <a:gd name="T31" fmla="*/ 66 h 124"/>
                  <a:gd name="T32" fmla="*/ 111 w 141"/>
                  <a:gd name="T33" fmla="*/ 66 h 124"/>
                  <a:gd name="T34" fmla="*/ 119 w 141"/>
                  <a:gd name="T35" fmla="*/ 36 h 124"/>
                  <a:gd name="T36" fmla="*/ 141 w 141"/>
                  <a:gd name="T37" fmla="*/ 20 h 124"/>
                  <a:gd name="T38" fmla="*/ 125 w 141"/>
                  <a:gd name="T39" fmla="*/ 0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41" h="124">
                    <a:moveTo>
                      <a:pt x="43" y="0"/>
                    </a:moveTo>
                    <a:cubicBezTo>
                      <a:pt x="33" y="3"/>
                      <a:pt x="20" y="12"/>
                      <a:pt x="11" y="26"/>
                    </a:cubicBezTo>
                    <a:cubicBezTo>
                      <a:pt x="2" y="40"/>
                      <a:pt x="0" y="58"/>
                      <a:pt x="0" y="81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59" y="124"/>
                      <a:pt x="59" y="124"/>
                      <a:pt x="59" y="124"/>
                    </a:cubicBezTo>
                    <a:cubicBezTo>
                      <a:pt x="59" y="66"/>
                      <a:pt x="59" y="66"/>
                      <a:pt x="59" y="66"/>
                    </a:cubicBezTo>
                    <a:cubicBezTo>
                      <a:pt x="28" y="66"/>
                      <a:pt x="28" y="66"/>
                      <a:pt x="28" y="66"/>
                    </a:cubicBezTo>
                    <a:cubicBezTo>
                      <a:pt x="28" y="58"/>
                      <a:pt x="28" y="44"/>
                      <a:pt x="36" y="35"/>
                    </a:cubicBezTo>
                    <a:cubicBezTo>
                      <a:pt x="43" y="28"/>
                      <a:pt x="52" y="22"/>
                      <a:pt x="59" y="20"/>
                    </a:cubicBezTo>
                    <a:cubicBezTo>
                      <a:pt x="43" y="0"/>
                      <a:pt x="43" y="0"/>
                      <a:pt x="43" y="0"/>
                    </a:cubicBezTo>
                    <a:moveTo>
                      <a:pt x="125" y="0"/>
                    </a:moveTo>
                    <a:cubicBezTo>
                      <a:pt x="116" y="3"/>
                      <a:pt x="103" y="12"/>
                      <a:pt x="94" y="26"/>
                    </a:cubicBezTo>
                    <a:cubicBezTo>
                      <a:pt x="84" y="40"/>
                      <a:pt x="83" y="58"/>
                      <a:pt x="83" y="81"/>
                    </a:cubicBezTo>
                    <a:cubicBezTo>
                      <a:pt x="83" y="124"/>
                      <a:pt x="83" y="124"/>
                      <a:pt x="83" y="124"/>
                    </a:cubicBezTo>
                    <a:cubicBezTo>
                      <a:pt x="141" y="124"/>
                      <a:pt x="141" y="124"/>
                      <a:pt x="141" y="124"/>
                    </a:cubicBezTo>
                    <a:cubicBezTo>
                      <a:pt x="141" y="66"/>
                      <a:pt x="141" y="66"/>
                      <a:pt x="141" y="66"/>
                    </a:cubicBezTo>
                    <a:cubicBezTo>
                      <a:pt x="111" y="66"/>
                      <a:pt x="111" y="66"/>
                      <a:pt x="111" y="66"/>
                    </a:cubicBezTo>
                    <a:cubicBezTo>
                      <a:pt x="111" y="58"/>
                      <a:pt x="111" y="45"/>
                      <a:pt x="119" y="36"/>
                    </a:cubicBezTo>
                    <a:cubicBezTo>
                      <a:pt x="126" y="28"/>
                      <a:pt x="134" y="22"/>
                      <a:pt x="141" y="20"/>
                    </a:cubicBezTo>
                    <a:cubicBezTo>
                      <a:pt x="125" y="0"/>
                      <a:pt x="125" y="0"/>
                      <a:pt x="125" y="0"/>
                    </a:cubicBezTo>
                  </a:path>
                </a:pathLst>
              </a:custGeom>
              <a:solidFill>
                <a:schemeClr val="bg1"/>
              </a:solidFill>
              <a:ln w="635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rgbClr val="1F497D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</a:endParaRPr>
              </a:p>
            </p:txBody>
          </p:sp>
          <p:sp>
            <p:nvSpPr>
              <p:cNvPr id="107" name="Freeform 34">
                <a:extLst>
                  <a:ext uri="{FF2B5EF4-FFF2-40B4-BE49-F238E27FC236}">
                    <a16:creationId xmlns:a16="http://schemas.microsoft.com/office/drawing/2014/main" id="{EE71664F-4DA7-4F78-9F17-EB51EE2DB2D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 rot="10800000">
                <a:off x="5301208" y="2937603"/>
                <a:ext cx="180000" cy="144000"/>
              </a:xfrm>
              <a:custGeom>
                <a:avLst/>
                <a:gdLst>
                  <a:gd name="T0" fmla="*/ 43 w 141"/>
                  <a:gd name="T1" fmla="*/ 0 h 124"/>
                  <a:gd name="T2" fmla="*/ 11 w 141"/>
                  <a:gd name="T3" fmla="*/ 26 h 124"/>
                  <a:gd name="T4" fmla="*/ 0 w 141"/>
                  <a:gd name="T5" fmla="*/ 81 h 124"/>
                  <a:gd name="T6" fmla="*/ 0 w 141"/>
                  <a:gd name="T7" fmla="*/ 124 h 124"/>
                  <a:gd name="T8" fmla="*/ 59 w 141"/>
                  <a:gd name="T9" fmla="*/ 124 h 124"/>
                  <a:gd name="T10" fmla="*/ 59 w 141"/>
                  <a:gd name="T11" fmla="*/ 66 h 124"/>
                  <a:gd name="T12" fmla="*/ 28 w 141"/>
                  <a:gd name="T13" fmla="*/ 66 h 124"/>
                  <a:gd name="T14" fmla="*/ 36 w 141"/>
                  <a:gd name="T15" fmla="*/ 35 h 124"/>
                  <a:gd name="T16" fmla="*/ 59 w 141"/>
                  <a:gd name="T17" fmla="*/ 20 h 124"/>
                  <a:gd name="T18" fmla="*/ 43 w 141"/>
                  <a:gd name="T19" fmla="*/ 0 h 124"/>
                  <a:gd name="T20" fmla="*/ 125 w 141"/>
                  <a:gd name="T21" fmla="*/ 0 h 124"/>
                  <a:gd name="T22" fmla="*/ 94 w 141"/>
                  <a:gd name="T23" fmla="*/ 26 h 124"/>
                  <a:gd name="T24" fmla="*/ 83 w 141"/>
                  <a:gd name="T25" fmla="*/ 81 h 124"/>
                  <a:gd name="T26" fmla="*/ 83 w 141"/>
                  <a:gd name="T27" fmla="*/ 124 h 124"/>
                  <a:gd name="T28" fmla="*/ 141 w 141"/>
                  <a:gd name="T29" fmla="*/ 124 h 124"/>
                  <a:gd name="T30" fmla="*/ 141 w 141"/>
                  <a:gd name="T31" fmla="*/ 66 h 124"/>
                  <a:gd name="T32" fmla="*/ 111 w 141"/>
                  <a:gd name="T33" fmla="*/ 66 h 124"/>
                  <a:gd name="T34" fmla="*/ 119 w 141"/>
                  <a:gd name="T35" fmla="*/ 36 h 124"/>
                  <a:gd name="T36" fmla="*/ 141 w 141"/>
                  <a:gd name="T37" fmla="*/ 20 h 124"/>
                  <a:gd name="T38" fmla="*/ 125 w 141"/>
                  <a:gd name="T39" fmla="*/ 0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41" h="124">
                    <a:moveTo>
                      <a:pt x="43" y="0"/>
                    </a:moveTo>
                    <a:cubicBezTo>
                      <a:pt x="33" y="3"/>
                      <a:pt x="20" y="12"/>
                      <a:pt x="11" y="26"/>
                    </a:cubicBezTo>
                    <a:cubicBezTo>
                      <a:pt x="2" y="40"/>
                      <a:pt x="0" y="58"/>
                      <a:pt x="0" y="81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59" y="124"/>
                      <a:pt x="59" y="124"/>
                      <a:pt x="59" y="124"/>
                    </a:cubicBezTo>
                    <a:cubicBezTo>
                      <a:pt x="59" y="66"/>
                      <a:pt x="59" y="66"/>
                      <a:pt x="59" y="66"/>
                    </a:cubicBezTo>
                    <a:cubicBezTo>
                      <a:pt x="28" y="66"/>
                      <a:pt x="28" y="66"/>
                      <a:pt x="28" y="66"/>
                    </a:cubicBezTo>
                    <a:cubicBezTo>
                      <a:pt x="28" y="58"/>
                      <a:pt x="28" y="44"/>
                      <a:pt x="36" y="35"/>
                    </a:cubicBezTo>
                    <a:cubicBezTo>
                      <a:pt x="43" y="28"/>
                      <a:pt x="52" y="22"/>
                      <a:pt x="59" y="20"/>
                    </a:cubicBezTo>
                    <a:cubicBezTo>
                      <a:pt x="43" y="0"/>
                      <a:pt x="43" y="0"/>
                      <a:pt x="43" y="0"/>
                    </a:cubicBezTo>
                    <a:moveTo>
                      <a:pt x="125" y="0"/>
                    </a:moveTo>
                    <a:cubicBezTo>
                      <a:pt x="116" y="3"/>
                      <a:pt x="103" y="12"/>
                      <a:pt x="94" y="26"/>
                    </a:cubicBezTo>
                    <a:cubicBezTo>
                      <a:pt x="84" y="40"/>
                      <a:pt x="83" y="58"/>
                      <a:pt x="83" y="81"/>
                    </a:cubicBezTo>
                    <a:cubicBezTo>
                      <a:pt x="83" y="124"/>
                      <a:pt x="83" y="124"/>
                      <a:pt x="83" y="124"/>
                    </a:cubicBezTo>
                    <a:cubicBezTo>
                      <a:pt x="141" y="124"/>
                      <a:pt x="141" y="124"/>
                      <a:pt x="141" y="124"/>
                    </a:cubicBezTo>
                    <a:cubicBezTo>
                      <a:pt x="141" y="66"/>
                      <a:pt x="141" y="66"/>
                      <a:pt x="141" y="66"/>
                    </a:cubicBezTo>
                    <a:cubicBezTo>
                      <a:pt x="111" y="66"/>
                      <a:pt x="111" y="66"/>
                      <a:pt x="111" y="66"/>
                    </a:cubicBezTo>
                    <a:cubicBezTo>
                      <a:pt x="111" y="58"/>
                      <a:pt x="111" y="45"/>
                      <a:pt x="119" y="36"/>
                    </a:cubicBezTo>
                    <a:cubicBezTo>
                      <a:pt x="126" y="28"/>
                      <a:pt x="134" y="22"/>
                      <a:pt x="141" y="20"/>
                    </a:cubicBezTo>
                    <a:cubicBezTo>
                      <a:pt x="125" y="0"/>
                      <a:pt x="125" y="0"/>
                      <a:pt x="125" y="0"/>
                    </a:cubicBezTo>
                  </a:path>
                </a:pathLst>
              </a:custGeom>
              <a:solidFill>
                <a:schemeClr val="bg1"/>
              </a:solidFill>
              <a:ln w="635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20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rgbClr val="1F497D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</a:endParaRPr>
              </a:p>
            </p:txBody>
          </p:sp>
        </p:grpSp>
        <p:sp>
          <p:nvSpPr>
            <p:cNvPr id="71" name="사각형: 둥근 모서리 70">
              <a:extLst>
                <a:ext uri="{FF2B5EF4-FFF2-40B4-BE49-F238E27FC236}">
                  <a16:creationId xmlns:a16="http://schemas.microsoft.com/office/drawing/2014/main" id="{73950E53-B2F5-411B-8101-F7ADEBCA13FE}"/>
                </a:ext>
              </a:extLst>
            </p:cNvPr>
            <p:cNvSpPr/>
            <p:nvPr/>
          </p:nvSpPr>
          <p:spPr>
            <a:xfrm>
              <a:off x="2076634" y="3674864"/>
              <a:ext cx="2704733" cy="54000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3175">
              <a:noFill/>
            </a:ln>
            <a:effectLst>
              <a:outerShdw blurRad="101600" dist="38100" dir="5400000" algn="t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Pretendard" panose="02000503000000020004" pitchFamily="50" charset="-127"/>
                <a:ea typeface="Pretendard" panose="02000503000000020004" pitchFamily="50" charset="-127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5810E26C-B897-ACD2-83CF-110BF709920A}"/>
              </a:ext>
            </a:extLst>
          </p:cNvPr>
          <p:cNvSpPr txBox="1"/>
          <p:nvPr/>
        </p:nvSpPr>
        <p:spPr>
          <a:xfrm>
            <a:off x="1667082" y="503378"/>
            <a:ext cx="1178143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defTabSz="987095"/>
            <a:r>
              <a:rPr lang="en-US" altLang="ko-KR" sz="800" spc="-54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0  </a:t>
            </a:r>
            <a:r>
              <a:rPr lang="ko-KR" altLang="en-US" sz="800" spc="-54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제안업체 일반  </a:t>
            </a:r>
            <a:r>
              <a:rPr lang="en-US" altLang="ko-KR" sz="800" spc="-54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&gt;  2. </a:t>
            </a:r>
            <a:r>
              <a:rPr lang="ko-KR" altLang="en-US" sz="800" spc="-54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사업실적</a:t>
            </a:r>
          </a:p>
        </p:txBody>
      </p:sp>
    </p:spTree>
    <p:extLst>
      <p:ext uri="{BB962C8B-B14F-4D97-AF65-F5344CB8AC3E}">
        <p14:creationId xmlns:p14="http://schemas.microsoft.com/office/powerpoint/2010/main" val="26745689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직사각형 21"/>
          <p:cNvSpPr/>
          <p:nvPr/>
        </p:nvSpPr>
        <p:spPr>
          <a:xfrm>
            <a:off x="5147703" y="4145118"/>
            <a:ext cx="1269629" cy="195814"/>
          </a:xfrm>
          <a:prstGeom prst="rect">
            <a:avLst/>
          </a:prstGeom>
          <a:noFill/>
          <a:ln>
            <a:noFill/>
          </a:ln>
        </p:spPr>
        <p:txBody>
          <a:bodyPr wrap="none" lIns="54000" tIns="36000" rIns="54000" bIns="36000" anchor="ctr">
            <a:spAutoFit/>
          </a:bodyPr>
          <a:lstStyle/>
          <a:p>
            <a:pPr marL="0" marR="0" lvl="0" indent="0" algn="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ea"/>
              </a:rPr>
              <a:t>(</a:t>
            </a: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ea"/>
              </a:rPr>
              <a:t>금액단위</a:t>
            </a:r>
            <a:r>
              <a:rPr kumimoji="0" lang="en-US" altLang="ko-KR" sz="800" b="0" i="0" u="none" strike="noStrike" kern="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ea"/>
              </a:rPr>
              <a:t>: </a:t>
            </a: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ea"/>
              </a:rPr>
              <a:t>천원</a:t>
            </a:r>
            <a:r>
              <a:rPr kumimoji="0" lang="en-US" altLang="ko-KR" sz="800" b="0" i="0" u="none" strike="noStrike" kern="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ea"/>
              </a:rPr>
              <a:t>/</a:t>
            </a: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ea"/>
              </a:rPr>
              <a:t>부가세포함</a:t>
            </a:r>
            <a:r>
              <a:rPr kumimoji="0" lang="en-US" altLang="ko-KR" sz="800" b="0" i="0" u="none" strike="noStrike" kern="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ea"/>
              </a:rPr>
              <a:t>)</a:t>
            </a:r>
            <a:endParaRPr kumimoji="0" lang="ko-KR" altLang="en-US" sz="800" b="0" i="0" u="none" strike="noStrike" kern="0" cap="none" spc="0" normalizeH="0" baseline="0" noProof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+mn-ea"/>
            </a:endParaRPr>
          </a:p>
        </p:txBody>
      </p:sp>
      <p:graphicFrame>
        <p:nvGraphicFramePr>
          <p:cNvPr id="23" name="표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4039696"/>
              </p:ext>
            </p:extLst>
          </p:nvPr>
        </p:nvGraphicFramePr>
        <p:xfrm>
          <a:off x="440668" y="4341492"/>
          <a:ext cx="5976000" cy="5040000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22322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80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554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150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명조 M"/>
                          <a:ea typeface="산돌명조 M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명조 M"/>
                          <a:ea typeface="산돌명조 M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명조 M"/>
                          <a:ea typeface="산돌명조 M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명조 M"/>
                          <a:ea typeface="산돌명조 M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명조 M"/>
                          <a:ea typeface="산돌명조 M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명조 M"/>
                          <a:ea typeface="산돌명조 M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명조 M"/>
                          <a:ea typeface="산돌명조 M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명조 M"/>
                          <a:ea typeface="산돌명조 M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명조 M"/>
                          <a:ea typeface="산돌명조 M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100" b="0" kern="12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사업명 </a:t>
                      </a: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명조 M"/>
                          <a:ea typeface="산돌명조 M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명조 M"/>
                          <a:ea typeface="산돌명조 M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명조 M"/>
                          <a:ea typeface="산돌명조 M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명조 M"/>
                          <a:ea typeface="산돌명조 M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명조 M"/>
                          <a:ea typeface="산돌명조 M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명조 M"/>
                          <a:ea typeface="산돌명조 M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명조 M"/>
                          <a:ea typeface="산돌명조 M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명조 M"/>
                          <a:ea typeface="산돌명조 M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명조 M"/>
                          <a:ea typeface="산돌명조 M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100" b="0" kern="12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사업기간</a:t>
                      </a: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100" b="0" kern="12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계약금액</a:t>
                      </a: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100" b="0" kern="12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발주처</a:t>
                      </a: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100" b="0" kern="12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비고</a:t>
                      </a: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00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사업명 입력</a:t>
                      </a:r>
                    </a:p>
                  </a:txBody>
                  <a:tcPr marL="72000" marR="72000" marT="36000" marB="36000" anchor="ctr" horzOverflow="overflow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spc="-50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2023.03 ~ 2023.12</a:t>
                      </a:r>
                    </a:p>
                  </a:txBody>
                  <a:tcPr marL="72000" marR="72000" marT="36000" marB="36000" anchor="ctr" horzOverflow="overflow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400,000</a:t>
                      </a:r>
                      <a:endParaRPr kumimoji="1" lang="ko-KR" altLang="en-US" sz="900" b="0" i="0" u="none" strike="noStrike" cap="none" normalizeH="0" baseline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36000" marB="36000" anchor="ctr" horzOverflow="overflow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spc="-150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발주기관명</a:t>
                      </a:r>
                    </a:p>
                  </a:txBody>
                  <a:tcPr marL="72000" marR="72000" marT="36000" marB="36000" anchor="ctr" horzOverflow="overflow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 horzOverflow="overflow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64294433"/>
                  </a:ext>
                </a:extLst>
              </a:tr>
              <a:tr h="31500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공공기관 업무관리 시스템 구축</a:t>
                      </a:r>
                    </a:p>
                  </a:txBody>
                  <a:tcPr marL="72000" marR="72000" marT="36000" marB="36000" anchor="ctr" horzOverflow="overflow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kern="1200" cap="none" spc="-50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2023.03 ~ 2023.12</a:t>
                      </a:r>
                    </a:p>
                  </a:txBody>
                  <a:tcPr marL="72000" marR="72000" marT="36000" marB="36000" anchor="ctr" horzOverflow="overflow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400,000</a:t>
                      </a:r>
                      <a:endParaRPr kumimoji="1" lang="ko-KR" altLang="en-US" sz="900" b="0" i="0" u="none" strike="noStrike" cap="none" normalizeH="0" baseline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36000" marB="36000" anchor="ctr" horzOverflow="overflow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spc="-150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발주기관명</a:t>
                      </a:r>
                    </a:p>
                  </a:txBody>
                  <a:tcPr marL="72000" marR="72000" marT="36000" marB="36000" anchor="ctr" horzOverflow="overflow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 horzOverflow="overflow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19974225"/>
                  </a:ext>
                </a:extLst>
              </a:tr>
              <a:tr h="31500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사업명 입력</a:t>
                      </a:r>
                    </a:p>
                  </a:txBody>
                  <a:tcPr marL="72000" marR="72000" marT="36000" marB="36000" anchor="ctr" horzOverflow="overflow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kern="1200" cap="none" spc="-50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2023.03 ~ 2023.12</a:t>
                      </a:r>
                    </a:p>
                  </a:txBody>
                  <a:tcPr marL="72000" marR="72000" marT="36000" marB="36000" anchor="ctr" horzOverflow="overflow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400,000</a:t>
                      </a:r>
                      <a:endParaRPr kumimoji="1" lang="ko-KR" altLang="en-US" sz="900" b="0" i="0" u="none" strike="noStrike" cap="none" normalizeH="0" baseline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36000" marB="36000" anchor="ctr" horzOverflow="overflow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spc="-150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발주기관명</a:t>
                      </a:r>
                    </a:p>
                  </a:txBody>
                  <a:tcPr marL="72000" marR="72000" marT="36000" marB="36000" anchor="ctr" horzOverflow="overflow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 horzOverflow="overflow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94847524"/>
                  </a:ext>
                </a:extLst>
              </a:tr>
              <a:tr h="31500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공공기관 내부관리 시스템 구축</a:t>
                      </a:r>
                    </a:p>
                  </a:txBody>
                  <a:tcPr marL="72000" marR="72000" marT="36000" marB="36000" anchor="ctr" horzOverflow="overflow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kern="1200" cap="none" spc="-50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2023.03 ~ 2023.12</a:t>
                      </a:r>
                    </a:p>
                  </a:txBody>
                  <a:tcPr marL="72000" marR="72000" marT="36000" marB="36000" anchor="ctr" horzOverflow="overflow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400,000</a:t>
                      </a:r>
                      <a:endParaRPr kumimoji="1" lang="ko-KR" altLang="en-US" sz="900" b="0" i="0" u="none" strike="noStrike" cap="none" normalizeH="0" baseline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36000" marB="36000" anchor="ctr" horzOverflow="overflow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spc="-150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발주기관명</a:t>
                      </a:r>
                    </a:p>
                  </a:txBody>
                  <a:tcPr marL="72000" marR="72000" marT="36000" marB="36000" anchor="ctr" horzOverflow="overflow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 horzOverflow="overflow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5626240"/>
                  </a:ext>
                </a:extLst>
              </a:tr>
              <a:tr h="31500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사업명 입력</a:t>
                      </a:r>
                    </a:p>
                  </a:txBody>
                  <a:tcPr marL="72000" marR="72000" marT="36000" marB="36000" anchor="ctr" horzOverflow="overflow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kern="1200" cap="none" spc="-50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2023.03 ~ 2023.12</a:t>
                      </a:r>
                    </a:p>
                  </a:txBody>
                  <a:tcPr marL="72000" marR="72000" marT="36000" marB="36000" anchor="ctr" horzOverflow="overflow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400,000</a:t>
                      </a:r>
                      <a:endParaRPr kumimoji="1" lang="ko-KR" altLang="en-US" sz="900" b="0" i="0" u="none" strike="noStrike" cap="none" normalizeH="0" baseline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36000" marB="36000" anchor="ctr" horzOverflow="overflow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spc="-150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발주기관명</a:t>
                      </a:r>
                    </a:p>
                  </a:txBody>
                  <a:tcPr marL="72000" marR="72000" marT="36000" marB="36000" anchor="ctr" horzOverflow="overflow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 horzOverflow="overflow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41269202"/>
                  </a:ext>
                </a:extLst>
              </a:tr>
              <a:tr h="31500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사업명 입력</a:t>
                      </a:r>
                    </a:p>
                  </a:txBody>
                  <a:tcPr marL="72000" marR="72000" marT="36000" marB="36000" anchor="ctr" horzOverflow="overflow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kern="1200" cap="none" spc="-50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2023.03 ~ 2023.12</a:t>
                      </a:r>
                    </a:p>
                  </a:txBody>
                  <a:tcPr marL="72000" marR="72000" marT="36000" marB="36000" anchor="ctr" horzOverflow="overflow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400,000</a:t>
                      </a:r>
                      <a:endParaRPr kumimoji="1" lang="ko-KR" altLang="en-US" sz="900" b="0" i="0" u="none" strike="noStrike" cap="none" normalizeH="0" baseline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36000" marB="36000" anchor="ctr" horzOverflow="overflow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spc="-150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발주기관명</a:t>
                      </a:r>
                    </a:p>
                  </a:txBody>
                  <a:tcPr marL="72000" marR="72000" marT="36000" marB="36000" anchor="ctr" horzOverflow="overflow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 horzOverflow="overflow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53220033"/>
                  </a:ext>
                </a:extLst>
              </a:tr>
              <a:tr h="31500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사업명 입력</a:t>
                      </a:r>
                    </a:p>
                  </a:txBody>
                  <a:tcPr marL="72000" marR="72000" marT="36000" marB="36000" anchor="ctr" horzOverflow="overflow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kern="1200" cap="none" spc="-50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2023.03 ~ 2023.12</a:t>
                      </a:r>
                    </a:p>
                  </a:txBody>
                  <a:tcPr marL="72000" marR="72000" marT="36000" marB="36000" anchor="ctr" horzOverflow="overflow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400,000</a:t>
                      </a:r>
                      <a:endParaRPr kumimoji="1" lang="ko-KR" altLang="en-US" sz="900" b="0" i="0" u="none" strike="noStrike" cap="none" normalizeH="0" baseline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36000" marB="36000" anchor="ctr" horzOverflow="overflow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spc="-150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발주기관명</a:t>
                      </a:r>
                    </a:p>
                  </a:txBody>
                  <a:tcPr marL="72000" marR="72000" marT="36000" marB="36000" anchor="ctr" horzOverflow="overflow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 horzOverflow="overflow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56042727"/>
                  </a:ext>
                </a:extLst>
              </a:tr>
              <a:tr h="31500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공공기관 업무관리 시스템 구축</a:t>
                      </a:r>
                    </a:p>
                  </a:txBody>
                  <a:tcPr marL="72000" marR="72000" marT="36000" marB="36000" anchor="ctr" horzOverflow="overflow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kern="1200" cap="none" spc="-50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2023.03 ~ 2023.12</a:t>
                      </a:r>
                    </a:p>
                  </a:txBody>
                  <a:tcPr marL="72000" marR="72000" marT="36000" marB="36000" anchor="ctr" horzOverflow="overflow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400,000</a:t>
                      </a:r>
                      <a:endParaRPr kumimoji="1" lang="ko-KR" altLang="en-US" sz="900" b="0" i="0" u="none" strike="noStrike" cap="none" normalizeH="0" baseline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36000" marB="36000" anchor="ctr" horzOverflow="overflow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spc="-150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발주기관명</a:t>
                      </a:r>
                    </a:p>
                  </a:txBody>
                  <a:tcPr marL="72000" marR="72000" marT="36000" marB="36000" anchor="ctr" horzOverflow="overflow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 horzOverflow="overflow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33547777"/>
                  </a:ext>
                </a:extLst>
              </a:tr>
              <a:tr h="31500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사업명 입력</a:t>
                      </a:r>
                    </a:p>
                  </a:txBody>
                  <a:tcPr marL="72000" marR="72000" marT="36000" marB="36000" anchor="ctr" horzOverflow="overflow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kern="1200" cap="none" spc="-50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2023.03 ~ 2023.12</a:t>
                      </a:r>
                    </a:p>
                  </a:txBody>
                  <a:tcPr marL="72000" marR="72000" marT="36000" marB="36000" anchor="ctr" horzOverflow="overflow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400,000</a:t>
                      </a:r>
                      <a:endParaRPr kumimoji="1" lang="ko-KR" altLang="en-US" sz="900" b="0" i="0" u="none" strike="noStrike" cap="none" normalizeH="0" baseline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36000" marB="36000" anchor="ctr" horzOverflow="overflow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spc="-150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발주기관명</a:t>
                      </a:r>
                    </a:p>
                  </a:txBody>
                  <a:tcPr marL="72000" marR="72000" marT="36000" marB="36000" anchor="ctr" horzOverflow="overflow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 horzOverflow="overflow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92615413"/>
                  </a:ext>
                </a:extLst>
              </a:tr>
              <a:tr h="31500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사업명 입력</a:t>
                      </a:r>
                    </a:p>
                  </a:txBody>
                  <a:tcPr marL="72000" marR="72000" marT="36000" marB="36000" anchor="ctr" horzOverflow="overflow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kern="1200" cap="none" spc="-50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2023.03 ~ 2023.12</a:t>
                      </a:r>
                    </a:p>
                  </a:txBody>
                  <a:tcPr marL="72000" marR="72000" marT="36000" marB="36000" anchor="ctr" horzOverflow="overflow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400,000</a:t>
                      </a:r>
                      <a:endParaRPr kumimoji="1" lang="ko-KR" altLang="en-US" sz="900" b="0" i="0" u="none" strike="noStrike" cap="none" normalizeH="0" baseline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36000" marB="36000" anchor="ctr" horzOverflow="overflow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spc="-150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발주기관명</a:t>
                      </a:r>
                    </a:p>
                  </a:txBody>
                  <a:tcPr marL="72000" marR="72000" marT="36000" marB="36000" anchor="ctr" horzOverflow="overflow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 horzOverflow="overflow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40798183"/>
                  </a:ext>
                </a:extLst>
              </a:tr>
              <a:tr h="31500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사업명 입력</a:t>
                      </a:r>
                    </a:p>
                  </a:txBody>
                  <a:tcPr marL="72000" marR="72000" marT="36000" marB="36000" anchor="ctr" horzOverflow="overflow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kern="1200" cap="none" spc="-50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2023.03 ~ 2023.12</a:t>
                      </a:r>
                    </a:p>
                  </a:txBody>
                  <a:tcPr marL="72000" marR="72000" marT="36000" marB="36000" anchor="ctr" horzOverflow="overflow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400,000</a:t>
                      </a:r>
                      <a:endParaRPr kumimoji="1" lang="ko-KR" altLang="en-US" sz="900" b="0" i="0" u="none" strike="noStrike" cap="none" normalizeH="0" baseline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36000" marB="36000" anchor="ctr" horzOverflow="overflow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spc="-150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발주기관명</a:t>
                      </a:r>
                    </a:p>
                  </a:txBody>
                  <a:tcPr marL="72000" marR="72000" marT="36000" marB="36000" anchor="ctr" horzOverflow="overflow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 horzOverflow="overflow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45387375"/>
                  </a:ext>
                </a:extLst>
              </a:tr>
              <a:tr h="31500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사업명 입력</a:t>
                      </a:r>
                    </a:p>
                  </a:txBody>
                  <a:tcPr marL="72000" marR="72000" marT="36000" marB="36000" anchor="ctr" horzOverflow="overflow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kern="1200" cap="none" spc="-50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2023.03 ~ 2023.12</a:t>
                      </a:r>
                    </a:p>
                  </a:txBody>
                  <a:tcPr marL="72000" marR="72000" marT="36000" marB="36000" anchor="ctr" horzOverflow="overflow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400,000</a:t>
                      </a:r>
                      <a:endParaRPr kumimoji="1" lang="ko-KR" altLang="en-US" sz="900" b="0" i="0" u="none" strike="noStrike" cap="none" normalizeH="0" baseline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36000" marB="36000" anchor="ctr" horzOverflow="overflow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spc="-150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발주기관명</a:t>
                      </a:r>
                    </a:p>
                  </a:txBody>
                  <a:tcPr marL="72000" marR="72000" marT="36000" marB="36000" anchor="ctr" horzOverflow="overflow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 horzOverflow="overflow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22682350"/>
                  </a:ext>
                </a:extLst>
              </a:tr>
              <a:tr h="31500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사업명 입력</a:t>
                      </a:r>
                    </a:p>
                  </a:txBody>
                  <a:tcPr marL="72000" marR="72000" marT="36000" marB="36000" anchor="ctr" horzOverflow="overflow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kern="1200" cap="none" spc="-50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2023.03 ~ 2023.12</a:t>
                      </a:r>
                    </a:p>
                  </a:txBody>
                  <a:tcPr marL="72000" marR="72000" marT="36000" marB="36000" anchor="ctr" horzOverflow="overflow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400,000</a:t>
                      </a:r>
                      <a:endParaRPr kumimoji="1" lang="ko-KR" altLang="en-US" sz="900" b="0" i="0" u="none" strike="noStrike" cap="none" normalizeH="0" baseline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36000" marB="36000" anchor="ctr" horzOverflow="overflow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spc="-150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발주기관명</a:t>
                      </a:r>
                    </a:p>
                  </a:txBody>
                  <a:tcPr marL="72000" marR="72000" marT="36000" marB="36000" anchor="ctr" horzOverflow="overflow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 horzOverflow="overflow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500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사업명 입력</a:t>
                      </a:r>
                    </a:p>
                  </a:txBody>
                  <a:tcPr marL="72000" marR="72000" marT="36000" marB="36000" anchor="ctr" horzOverflow="overflow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kern="1200" cap="none" spc="-50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2023.03 ~ 2023.12</a:t>
                      </a:r>
                    </a:p>
                  </a:txBody>
                  <a:tcPr marL="72000" marR="72000" marT="36000" marB="36000" anchor="ctr" horzOverflow="overflow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400,000</a:t>
                      </a:r>
                      <a:endParaRPr kumimoji="1" lang="ko-KR" altLang="en-US" sz="900" b="0" i="0" u="none" strike="noStrike" cap="none" normalizeH="0" baseline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36000" marB="36000" anchor="ctr" horzOverflow="overflow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spc="-150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발주기관명</a:t>
                      </a:r>
                    </a:p>
                  </a:txBody>
                  <a:tcPr marL="72000" marR="72000" marT="36000" marB="36000" anchor="ctr" horzOverflow="overflow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 horzOverflow="overflow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24406565"/>
                  </a:ext>
                </a:extLst>
              </a:tr>
              <a:tr h="31500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사업명 입력</a:t>
                      </a:r>
                    </a:p>
                  </a:txBody>
                  <a:tcPr marL="72000" marR="72000" marT="36000" marB="36000" anchor="ctr" horzOverflow="overflow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kern="1200" cap="none" spc="-50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2023.03 ~ 2023.12</a:t>
                      </a:r>
                    </a:p>
                  </a:txBody>
                  <a:tcPr marL="72000" marR="72000" marT="36000" marB="36000" anchor="ctr" horzOverflow="overflow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400,000</a:t>
                      </a:r>
                      <a:endParaRPr kumimoji="1" lang="ko-KR" altLang="en-US" sz="900" b="0" i="0" u="none" strike="noStrike" cap="none" normalizeH="0" baseline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36000" marB="36000" anchor="ctr" horzOverflow="overflow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spc="-150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발주기관명</a:t>
                      </a:r>
                    </a:p>
                  </a:txBody>
                  <a:tcPr marL="72000" marR="72000" marT="36000" marB="36000" anchor="ctr" horzOverflow="overflow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 horzOverflow="overflow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88465619"/>
                  </a:ext>
                </a:extLst>
              </a:tr>
            </a:tbl>
          </a:graphicData>
        </a:graphic>
      </p:graphicFrame>
      <p:sp>
        <p:nvSpPr>
          <p:cNvPr id="87" name="AutoShape 165">
            <a:extLst>
              <a:ext uri="{FF2B5EF4-FFF2-40B4-BE49-F238E27FC236}">
                <a16:creationId xmlns:a16="http://schemas.microsoft.com/office/drawing/2014/main" id="{2C3E21FC-B032-45B9-825E-C6EFCA46BF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668" y="1568624"/>
            <a:ext cx="5976000" cy="647237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3175" algn="ctr">
            <a:solidFill>
              <a:schemeClr val="bg1">
                <a:lumMod val="95000"/>
              </a:schemeClr>
            </a:solidFill>
            <a:round/>
            <a:headEnd/>
            <a:tailEnd/>
          </a:ln>
          <a:effectLst/>
        </p:spPr>
        <p:txBody>
          <a:bodyPr wrap="square" lIns="144000" tIns="36000" rIns="72000" bIns="36000" anchor="ctr"/>
          <a:lstStyle/>
          <a:p>
            <a:pPr marL="85725" lvl="0" indent="-85725" defTabSz="914400" fontAlgn="ctr">
              <a:lnSpc>
                <a:spcPct val="110000"/>
              </a:lnSpc>
              <a:spcAft>
                <a:spcPts val="300"/>
              </a:spcAft>
              <a:buFont typeface="Arial" pitchFamily="34" charset="0"/>
              <a:buChar char="•"/>
              <a:defRPr/>
            </a:pPr>
            <a:r>
              <a:rPr kumimoji="1" lang="ko-KR" altLang="en-US" sz="1000" ker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제안사는 시스템 운영</a:t>
            </a:r>
            <a:r>
              <a:rPr kumimoji="1" lang="en-US" altLang="ko-KR" sz="1000" ker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&amp;</a:t>
            </a:r>
            <a:r>
              <a:rPr kumimoji="1" lang="ko-KR" altLang="en-US" sz="1000" ker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유지관리와 </a:t>
            </a:r>
            <a:r>
              <a:rPr kumimoji="1" lang="en-US" altLang="ko-KR" sz="1000" ker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SW </a:t>
            </a:r>
            <a:r>
              <a:rPr kumimoji="1" lang="ko-KR" altLang="en-US" sz="1000" ker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자원통합 외 시스템 개발 및 시스템 통합</a:t>
            </a:r>
            <a:r>
              <a:rPr kumimoji="1" lang="en-US" altLang="ko-KR" sz="1000" ker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, </a:t>
            </a:r>
            <a:r>
              <a:rPr kumimoji="1" lang="ko-KR" altLang="en-US" sz="1000" ker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보안 등 다양한 </a:t>
            </a:r>
            <a:r>
              <a:rPr kumimoji="1" lang="ko-KR" altLang="en-US" sz="1000" ker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공공</a:t>
            </a:r>
            <a:r>
              <a:rPr kumimoji="1" lang="en-US" altLang="ko-KR" sz="1000" ker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/</a:t>
            </a:r>
            <a:r>
              <a:rPr kumimoji="1" lang="ko-KR" altLang="en-US" sz="1000" ker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연구소</a:t>
            </a:r>
            <a:r>
              <a:rPr kumimoji="1" lang="en-US" altLang="ko-KR" sz="1000" ker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/</a:t>
            </a:r>
            <a:r>
              <a:rPr kumimoji="1" lang="ko-KR" altLang="en-US" sz="1000" ker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일반기업  분야에서 사업을 성공적으로 수행</a:t>
            </a:r>
          </a:p>
        </p:txBody>
      </p:sp>
      <p:grpSp>
        <p:nvGrpSpPr>
          <p:cNvPr id="94" name="그룹 93">
            <a:extLst>
              <a:ext uri="{FF2B5EF4-FFF2-40B4-BE49-F238E27FC236}">
                <a16:creationId xmlns:a16="http://schemas.microsoft.com/office/drawing/2014/main" id="{693311C5-8616-4A32-8DF9-3BD4851CE8CF}"/>
              </a:ext>
            </a:extLst>
          </p:cNvPr>
          <p:cNvGrpSpPr/>
          <p:nvPr/>
        </p:nvGrpSpPr>
        <p:grpSpPr>
          <a:xfrm>
            <a:off x="440668" y="1064568"/>
            <a:ext cx="66431" cy="180000"/>
            <a:chOff x="447632" y="1870808"/>
            <a:chExt cx="66431" cy="247087"/>
          </a:xfrm>
        </p:grpSpPr>
        <p:sp>
          <p:nvSpPr>
            <p:cNvPr id="95" name="직사각형 94">
              <a:extLst>
                <a:ext uri="{FF2B5EF4-FFF2-40B4-BE49-F238E27FC236}">
                  <a16:creationId xmlns:a16="http://schemas.microsoft.com/office/drawing/2014/main" id="{F424B659-1A23-4E28-A3B2-547F868702EA}"/>
                </a:ext>
              </a:extLst>
            </p:cNvPr>
            <p:cNvSpPr/>
            <p:nvPr/>
          </p:nvSpPr>
          <p:spPr>
            <a:xfrm>
              <a:off x="447632" y="1990162"/>
              <a:ext cx="66431" cy="12773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/>
            </a:bodyPr>
            <a:lstStyle/>
            <a:p>
              <a:pPr algn="ctr"/>
              <a:endParaRPr lang="ko-KR" altLang="en-US">
                <a:ln>
                  <a:solidFill>
                    <a:srgbClr val="02A1B2">
                      <a:alpha val="0"/>
                    </a:srgbClr>
                  </a:solidFill>
                </a:ln>
              </a:endParaRPr>
            </a:p>
          </p:txBody>
        </p:sp>
        <p:sp>
          <p:nvSpPr>
            <p:cNvPr id="96" name="직사각형 95">
              <a:extLst>
                <a:ext uri="{FF2B5EF4-FFF2-40B4-BE49-F238E27FC236}">
                  <a16:creationId xmlns:a16="http://schemas.microsoft.com/office/drawing/2014/main" id="{B7139181-7BC2-4AA3-97F1-27371A6B722B}"/>
                </a:ext>
              </a:extLst>
            </p:cNvPr>
            <p:cNvSpPr/>
            <p:nvPr/>
          </p:nvSpPr>
          <p:spPr>
            <a:xfrm>
              <a:off x="447632" y="1870808"/>
              <a:ext cx="66431" cy="127733"/>
            </a:xfrm>
            <a:prstGeom prst="rect">
              <a:avLst/>
            </a:prstGeom>
            <a:solidFill>
              <a:srgbClr val="B71B6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/>
            </a:bodyPr>
            <a:lstStyle/>
            <a:p>
              <a:pPr algn="ctr"/>
              <a:endParaRPr lang="ko-KR" altLang="en-US">
                <a:ln>
                  <a:solidFill>
                    <a:srgbClr val="02A1B2">
                      <a:alpha val="0"/>
                    </a:srgbClr>
                  </a:solidFill>
                </a:ln>
              </a:endParaRPr>
            </a:p>
          </p:txBody>
        </p:sp>
      </p:grp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6C90516F-A830-45CA-B438-13A7D421C98A}"/>
              </a:ext>
            </a:extLst>
          </p:cNvPr>
          <p:cNvSpPr/>
          <p:nvPr/>
        </p:nvSpPr>
        <p:spPr>
          <a:xfrm>
            <a:off x="5206867" y="1065770"/>
            <a:ext cx="1209800" cy="17763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36000" rIns="72000" bIns="18000" rtlCol="0" anchor="ctr">
            <a:spAutoFit/>
          </a:bodyPr>
          <a:lstStyle/>
          <a:p>
            <a:pPr algn="r"/>
            <a:r>
              <a: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요구사항 번호</a:t>
            </a:r>
            <a:r>
              <a:rPr lang="en-US" altLang="ko-KR" sz="8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: </a:t>
            </a:r>
            <a:r>
              <a:rPr lang="en-US" altLang="ko-KR" sz="800">
                <a:solidFill>
                  <a:srgbClr val="0070C0"/>
                </a:solidFill>
                <a:latin typeface="+mj-ea"/>
                <a:ea typeface="+mj-ea"/>
              </a:rPr>
              <a:t>ABC-001</a:t>
            </a:r>
            <a:endParaRPr lang="ko-KR" altLang="en-US" sz="800" dirty="0">
              <a:solidFill>
                <a:srgbClr val="0070C0"/>
              </a:solidFill>
              <a:latin typeface="+mj-ea"/>
              <a:ea typeface="+mj-ea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2C944313-9C9C-4E86-9C0A-77508BCB20AB}"/>
              </a:ext>
            </a:extLst>
          </p:cNvPr>
          <p:cNvGrpSpPr/>
          <p:nvPr/>
        </p:nvGrpSpPr>
        <p:grpSpPr>
          <a:xfrm>
            <a:off x="449840" y="2898321"/>
            <a:ext cx="5967292" cy="974559"/>
            <a:chOff x="449840" y="2898321"/>
            <a:chExt cx="5967292" cy="974559"/>
          </a:xfrm>
        </p:grpSpPr>
        <p:sp>
          <p:nvSpPr>
            <p:cNvPr id="98" name="덧셈 기호 83">
              <a:extLst>
                <a:ext uri="{FF2B5EF4-FFF2-40B4-BE49-F238E27FC236}">
                  <a16:creationId xmlns:a16="http://schemas.microsoft.com/office/drawing/2014/main" id="{649203FC-1B2E-431B-8411-85368119BF13}"/>
                </a:ext>
              </a:extLst>
            </p:cNvPr>
            <p:cNvSpPr/>
            <p:nvPr/>
          </p:nvSpPr>
          <p:spPr>
            <a:xfrm>
              <a:off x="2259994" y="3205915"/>
              <a:ext cx="263338" cy="263338"/>
            </a:xfrm>
            <a:prstGeom prst="mathPlus">
              <a:avLst>
                <a:gd name="adj1" fmla="val 19934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/>
            </a:p>
          </p:txBody>
        </p:sp>
        <p:sp>
          <p:nvSpPr>
            <p:cNvPr id="99" name="덧셈 기호 83">
              <a:extLst>
                <a:ext uri="{FF2B5EF4-FFF2-40B4-BE49-F238E27FC236}">
                  <a16:creationId xmlns:a16="http://schemas.microsoft.com/office/drawing/2014/main" id="{FC1AEC34-A3D7-464D-BAE6-EDC672C70608}"/>
                </a:ext>
              </a:extLst>
            </p:cNvPr>
            <p:cNvSpPr/>
            <p:nvPr/>
          </p:nvSpPr>
          <p:spPr>
            <a:xfrm>
              <a:off x="4343640" y="3224804"/>
              <a:ext cx="263338" cy="263338"/>
            </a:xfrm>
            <a:prstGeom prst="mathPlus">
              <a:avLst>
                <a:gd name="adj1" fmla="val 19934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/>
            </a:p>
          </p:txBody>
        </p:sp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EA19D531-9DA2-4FEE-8FC7-12BE5E6A54BD}"/>
                </a:ext>
              </a:extLst>
            </p:cNvPr>
            <p:cNvGrpSpPr/>
            <p:nvPr/>
          </p:nvGrpSpPr>
          <p:grpSpPr>
            <a:xfrm>
              <a:off x="449840" y="2898321"/>
              <a:ext cx="1800000" cy="974559"/>
              <a:chOff x="449840" y="3150353"/>
              <a:chExt cx="1800000" cy="974559"/>
            </a:xfrm>
          </p:grpSpPr>
          <p:sp>
            <p:nvSpPr>
              <p:cNvPr id="67" name="직사각형 66">
                <a:extLst>
                  <a:ext uri="{FF2B5EF4-FFF2-40B4-BE49-F238E27FC236}">
                    <a16:creationId xmlns:a16="http://schemas.microsoft.com/office/drawing/2014/main" id="{3E9A294C-CC13-4CCB-92D2-B347E961E913}"/>
                  </a:ext>
                </a:extLst>
              </p:cNvPr>
              <p:cNvSpPr/>
              <p:nvPr/>
            </p:nvSpPr>
            <p:spPr>
              <a:xfrm>
                <a:off x="449840" y="3150353"/>
                <a:ext cx="1800000" cy="972000"/>
              </a:xfrm>
              <a:prstGeom prst="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1" name="직사각형 70">
                <a:extLst>
                  <a:ext uri="{FF2B5EF4-FFF2-40B4-BE49-F238E27FC236}">
                    <a16:creationId xmlns:a16="http://schemas.microsoft.com/office/drawing/2014/main" id="{7DDAE612-5351-4B4D-A3A8-BFA9A86E28D9}"/>
                  </a:ext>
                </a:extLst>
              </p:cNvPr>
              <p:cNvSpPr/>
              <p:nvPr/>
            </p:nvSpPr>
            <p:spPr>
              <a:xfrm>
                <a:off x="593840" y="3152912"/>
                <a:ext cx="1512000" cy="9720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2" name="직사각형 71">
                <a:extLst>
                  <a:ext uri="{FF2B5EF4-FFF2-40B4-BE49-F238E27FC236}">
                    <a16:creationId xmlns:a16="http://schemas.microsoft.com/office/drawing/2014/main" id="{1098F0F0-3CDE-4597-A5EE-4520D4B4DD2A}"/>
                  </a:ext>
                </a:extLst>
              </p:cNvPr>
              <p:cNvSpPr/>
              <p:nvPr/>
            </p:nvSpPr>
            <p:spPr>
              <a:xfrm>
                <a:off x="485840" y="3188908"/>
                <a:ext cx="1728000" cy="9000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288000" rIns="0" bIns="0" rtlCol="0" anchor="ctr"/>
              <a:lstStyle/>
              <a:p>
                <a:pPr algn="ctr">
                  <a:spcAft>
                    <a:spcPts val="300"/>
                  </a:spcAft>
                </a:pPr>
                <a:r>
                  <a:rPr lang="en-US" altLang="ko-KR" sz="1400">
                    <a:solidFill>
                      <a:srgbClr val="C00000"/>
                    </a:solidFill>
                    <a:latin typeface="+mj-ea"/>
                    <a:ea typeface="+mj-ea"/>
                  </a:rPr>
                  <a:t>3</a:t>
                </a:r>
                <a:r>
                  <a:rPr lang="ko-KR" altLang="en-US" sz="1400">
                    <a:solidFill>
                      <a:srgbClr val="C00000"/>
                    </a:solidFill>
                    <a:latin typeface="+mj-ea"/>
                    <a:ea typeface="+mj-ea"/>
                  </a:rPr>
                  <a:t>건</a:t>
                </a:r>
                <a:endParaRPr lang="en-US" altLang="ko-KR" sz="1400">
                  <a:solidFill>
                    <a:srgbClr val="C00000"/>
                  </a:solidFill>
                  <a:latin typeface="+mj-ea"/>
                  <a:ea typeface="+mj-ea"/>
                </a:endParaRPr>
              </a:p>
              <a:p>
                <a:pPr algn="ctr"/>
                <a:r>
                  <a:rPr lang="en-US" altLang="ko-KR" sz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j-ea"/>
                    <a:ea typeface="+mj-ea"/>
                  </a:rPr>
                  <a:t>10</a:t>
                </a:r>
                <a:r>
                  <a:rPr lang="ko-KR" altLang="en-US" sz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j-ea"/>
                    <a:ea typeface="+mj-ea"/>
                  </a:rPr>
                  <a:t>억 </a:t>
                </a:r>
                <a:r>
                  <a:rPr lang="en-US" altLang="ko-KR" sz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j-ea"/>
                    <a:ea typeface="+mj-ea"/>
                  </a:rPr>
                  <a:t>6</a:t>
                </a:r>
                <a:r>
                  <a:rPr lang="ko-KR" altLang="en-US" sz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j-ea"/>
                    <a:ea typeface="+mj-ea"/>
                  </a:rPr>
                  <a:t>천 </a:t>
                </a:r>
                <a:r>
                  <a:rPr lang="en-US" altLang="ko-KR" sz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j-ea"/>
                    <a:ea typeface="+mj-ea"/>
                  </a:rPr>
                  <a:t>2</a:t>
                </a:r>
                <a:r>
                  <a:rPr lang="ko-KR" altLang="en-US" sz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j-ea"/>
                    <a:ea typeface="+mj-ea"/>
                  </a:rPr>
                  <a:t>백만원</a:t>
                </a:r>
                <a:endParaRPr lang="en-US" altLang="ko-KR" sz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ea"/>
                  <a:ea typeface="+mj-ea"/>
                </a:endParaRPr>
              </a:p>
              <a:p>
                <a:pPr algn="ctr"/>
                <a:r>
                  <a:rPr lang="en-US" altLang="ko-KR" sz="100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(1,062,000,000)</a:t>
                </a:r>
                <a:endParaRPr lang="ko-KR" altLang="en-US" sz="120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  <p:sp>
            <p:nvSpPr>
              <p:cNvPr id="100" name="모서리가 둥근 직사각형 30">
                <a:extLst>
                  <a:ext uri="{FF2B5EF4-FFF2-40B4-BE49-F238E27FC236}">
                    <a16:creationId xmlns:a16="http://schemas.microsoft.com/office/drawing/2014/main" id="{3176ECE7-E212-425C-9366-52DCC0797E36}"/>
                  </a:ext>
                </a:extLst>
              </p:cNvPr>
              <p:cNvSpPr/>
              <p:nvPr/>
            </p:nvSpPr>
            <p:spPr bwMode="auto">
              <a:xfrm>
                <a:off x="731310" y="3152800"/>
                <a:ext cx="1224000" cy="288000"/>
              </a:xfrm>
              <a:prstGeom prst="rect">
                <a:avLst/>
              </a:prstGeom>
              <a:solidFill>
                <a:srgbClr val="002060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lIns="72000" tIns="36000" rIns="72000" bIns="36000" rtlCol="0" anchor="ctr"/>
              <a:lstStyle/>
              <a:p>
                <a:pPr algn="ctr"/>
                <a:r>
                  <a:rPr lang="ko-KR" altLang="en-US" sz="1200" dirty="0">
                    <a:solidFill>
                      <a:schemeClr val="bg1"/>
                    </a:solidFill>
                  </a:rPr>
                  <a:t>동일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/</a:t>
                </a:r>
                <a:r>
                  <a:rPr lang="ko-KR" altLang="en-US" sz="1200" dirty="0">
                    <a:solidFill>
                      <a:schemeClr val="bg1"/>
                    </a:solidFill>
                  </a:rPr>
                  <a:t>유사 사업</a:t>
                </a:r>
              </a:p>
            </p:txBody>
          </p:sp>
        </p:grpSp>
        <p:grpSp>
          <p:nvGrpSpPr>
            <p:cNvPr id="102" name="그룹 101">
              <a:extLst>
                <a:ext uri="{FF2B5EF4-FFF2-40B4-BE49-F238E27FC236}">
                  <a16:creationId xmlns:a16="http://schemas.microsoft.com/office/drawing/2014/main" id="{3C102392-C8F9-40E4-8A89-5B13C37C0A5A}"/>
                </a:ext>
              </a:extLst>
            </p:cNvPr>
            <p:cNvGrpSpPr/>
            <p:nvPr/>
          </p:nvGrpSpPr>
          <p:grpSpPr>
            <a:xfrm>
              <a:off x="2533486" y="2898321"/>
              <a:ext cx="1800000" cy="974559"/>
              <a:chOff x="449840" y="3150353"/>
              <a:chExt cx="1800000" cy="974559"/>
            </a:xfrm>
          </p:grpSpPr>
          <p:sp>
            <p:nvSpPr>
              <p:cNvPr id="103" name="직사각형 102">
                <a:extLst>
                  <a:ext uri="{FF2B5EF4-FFF2-40B4-BE49-F238E27FC236}">
                    <a16:creationId xmlns:a16="http://schemas.microsoft.com/office/drawing/2014/main" id="{91807AFF-CFC1-46AF-946E-282B0126E069}"/>
                  </a:ext>
                </a:extLst>
              </p:cNvPr>
              <p:cNvSpPr/>
              <p:nvPr/>
            </p:nvSpPr>
            <p:spPr>
              <a:xfrm>
                <a:off x="449840" y="3150353"/>
                <a:ext cx="1800000" cy="972000"/>
              </a:xfrm>
              <a:prstGeom prst="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4" name="직사각형 103">
                <a:extLst>
                  <a:ext uri="{FF2B5EF4-FFF2-40B4-BE49-F238E27FC236}">
                    <a16:creationId xmlns:a16="http://schemas.microsoft.com/office/drawing/2014/main" id="{93A71C30-1DA2-4704-A114-262B21B3B6DE}"/>
                  </a:ext>
                </a:extLst>
              </p:cNvPr>
              <p:cNvSpPr/>
              <p:nvPr/>
            </p:nvSpPr>
            <p:spPr>
              <a:xfrm>
                <a:off x="593840" y="3152912"/>
                <a:ext cx="1512000" cy="9720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5" name="직사각형 104">
                <a:extLst>
                  <a:ext uri="{FF2B5EF4-FFF2-40B4-BE49-F238E27FC236}">
                    <a16:creationId xmlns:a16="http://schemas.microsoft.com/office/drawing/2014/main" id="{6BF4C843-1928-47ED-892B-45852E3DFCC5}"/>
                  </a:ext>
                </a:extLst>
              </p:cNvPr>
              <p:cNvSpPr/>
              <p:nvPr/>
            </p:nvSpPr>
            <p:spPr>
              <a:xfrm>
                <a:off x="485840" y="3188808"/>
                <a:ext cx="1728000" cy="9000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288000" rIns="0" bIns="0" rtlCol="0" anchor="ctr"/>
              <a:lstStyle/>
              <a:p>
                <a:pPr algn="ctr">
                  <a:spcAft>
                    <a:spcPts val="300"/>
                  </a:spcAft>
                </a:pPr>
                <a:r>
                  <a:rPr lang="en-US" altLang="ko-KR" sz="1400">
                    <a:solidFill>
                      <a:srgbClr val="C00000"/>
                    </a:solidFill>
                    <a:latin typeface="+mj-ea"/>
                    <a:ea typeface="+mj-ea"/>
                  </a:rPr>
                  <a:t>5</a:t>
                </a:r>
                <a:r>
                  <a:rPr lang="ko-KR" altLang="en-US" sz="1400">
                    <a:solidFill>
                      <a:srgbClr val="C00000"/>
                    </a:solidFill>
                    <a:latin typeface="+mj-ea"/>
                    <a:ea typeface="+mj-ea"/>
                  </a:rPr>
                  <a:t>건</a:t>
                </a:r>
                <a:endParaRPr lang="en-US" altLang="ko-KR" sz="1400">
                  <a:solidFill>
                    <a:srgbClr val="C00000"/>
                  </a:solidFill>
                  <a:latin typeface="+mj-ea"/>
                  <a:ea typeface="+mj-ea"/>
                </a:endParaRPr>
              </a:p>
              <a:p>
                <a:pPr algn="ctr"/>
                <a:r>
                  <a:rPr lang="en-US" altLang="ko-KR" sz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j-ea"/>
                    <a:ea typeface="+mj-ea"/>
                  </a:rPr>
                  <a:t>3</a:t>
                </a:r>
                <a:r>
                  <a:rPr lang="ko-KR" altLang="en-US" sz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j-ea"/>
                    <a:ea typeface="+mj-ea"/>
                  </a:rPr>
                  <a:t>억 </a:t>
                </a:r>
                <a:r>
                  <a:rPr lang="en-US" altLang="ko-KR" sz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j-ea"/>
                    <a:ea typeface="+mj-ea"/>
                  </a:rPr>
                  <a:t>5</a:t>
                </a:r>
                <a:r>
                  <a:rPr lang="ko-KR" altLang="en-US" sz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j-ea"/>
                    <a:ea typeface="+mj-ea"/>
                  </a:rPr>
                  <a:t>천 </a:t>
                </a:r>
                <a:r>
                  <a:rPr lang="en-US" altLang="ko-KR" sz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j-ea"/>
                    <a:ea typeface="+mj-ea"/>
                  </a:rPr>
                  <a:t>5</a:t>
                </a:r>
                <a:r>
                  <a:rPr lang="ko-KR" altLang="en-US" sz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j-ea"/>
                    <a:ea typeface="+mj-ea"/>
                  </a:rPr>
                  <a:t>백만원</a:t>
                </a:r>
                <a:endParaRPr lang="en-US" altLang="ko-KR" sz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ea"/>
                  <a:ea typeface="+mj-ea"/>
                </a:endParaRPr>
              </a:p>
              <a:p>
                <a:pPr algn="ctr"/>
                <a:r>
                  <a:rPr lang="en-US" altLang="ko-KR" sz="100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(355,000,000)</a:t>
                </a:r>
                <a:endParaRPr lang="ko-KR" altLang="en-US" sz="120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  <p:sp>
            <p:nvSpPr>
              <p:cNvPr id="106" name="모서리가 둥근 직사각형 30">
                <a:extLst>
                  <a:ext uri="{FF2B5EF4-FFF2-40B4-BE49-F238E27FC236}">
                    <a16:creationId xmlns:a16="http://schemas.microsoft.com/office/drawing/2014/main" id="{27664BD4-5B54-4A8C-8876-D2B8C9BCC974}"/>
                  </a:ext>
                </a:extLst>
              </p:cNvPr>
              <p:cNvSpPr/>
              <p:nvPr/>
            </p:nvSpPr>
            <p:spPr bwMode="auto">
              <a:xfrm>
                <a:off x="737840" y="3152800"/>
                <a:ext cx="1224000" cy="288000"/>
              </a:xfrm>
              <a:prstGeom prst="rect">
                <a:avLst/>
              </a:prstGeom>
              <a:solidFill>
                <a:srgbClr val="1D3D7D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lIns="72000" tIns="36000" rIns="72000" bIns="36000" rtlCol="0" anchor="ctr"/>
              <a:lstStyle/>
              <a:p>
                <a:pPr algn="ctr"/>
                <a:r>
                  <a:rPr lang="ko-KR" altLang="en-US" sz="1200" dirty="0">
                    <a:solidFill>
                      <a:schemeClr val="bg1"/>
                    </a:solidFill>
                  </a:rPr>
                  <a:t>관련 사업</a:t>
                </a:r>
              </a:p>
            </p:txBody>
          </p:sp>
        </p:grpSp>
        <p:grpSp>
          <p:nvGrpSpPr>
            <p:cNvPr id="107" name="그룹 106">
              <a:extLst>
                <a:ext uri="{FF2B5EF4-FFF2-40B4-BE49-F238E27FC236}">
                  <a16:creationId xmlns:a16="http://schemas.microsoft.com/office/drawing/2014/main" id="{EECFD7D1-7C84-42EF-A61E-F0867AD53DFD}"/>
                </a:ext>
              </a:extLst>
            </p:cNvPr>
            <p:cNvGrpSpPr/>
            <p:nvPr/>
          </p:nvGrpSpPr>
          <p:grpSpPr>
            <a:xfrm>
              <a:off x="4617132" y="2898321"/>
              <a:ext cx="1800000" cy="974559"/>
              <a:chOff x="449840" y="3150353"/>
              <a:chExt cx="1800000" cy="974559"/>
            </a:xfrm>
          </p:grpSpPr>
          <p:sp>
            <p:nvSpPr>
              <p:cNvPr id="108" name="직사각형 107">
                <a:extLst>
                  <a:ext uri="{FF2B5EF4-FFF2-40B4-BE49-F238E27FC236}">
                    <a16:creationId xmlns:a16="http://schemas.microsoft.com/office/drawing/2014/main" id="{2EF5F1F5-31BB-436E-BAB3-F3E8A76B5854}"/>
                  </a:ext>
                </a:extLst>
              </p:cNvPr>
              <p:cNvSpPr/>
              <p:nvPr/>
            </p:nvSpPr>
            <p:spPr>
              <a:xfrm>
                <a:off x="449840" y="3150353"/>
                <a:ext cx="1800000" cy="972000"/>
              </a:xfrm>
              <a:prstGeom prst="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9" name="직사각형 108">
                <a:extLst>
                  <a:ext uri="{FF2B5EF4-FFF2-40B4-BE49-F238E27FC236}">
                    <a16:creationId xmlns:a16="http://schemas.microsoft.com/office/drawing/2014/main" id="{E650BB68-2146-4594-AC75-B19CAE74DFBC}"/>
                  </a:ext>
                </a:extLst>
              </p:cNvPr>
              <p:cNvSpPr/>
              <p:nvPr/>
            </p:nvSpPr>
            <p:spPr>
              <a:xfrm>
                <a:off x="593840" y="3152912"/>
                <a:ext cx="1512000" cy="9720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0" name="직사각형 109">
                <a:extLst>
                  <a:ext uri="{FF2B5EF4-FFF2-40B4-BE49-F238E27FC236}">
                    <a16:creationId xmlns:a16="http://schemas.microsoft.com/office/drawing/2014/main" id="{701CAC34-36EA-451A-9ABF-465B74DA47FC}"/>
                  </a:ext>
                </a:extLst>
              </p:cNvPr>
              <p:cNvSpPr/>
              <p:nvPr/>
            </p:nvSpPr>
            <p:spPr>
              <a:xfrm>
                <a:off x="485840" y="3188808"/>
                <a:ext cx="1728000" cy="9000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288000" rIns="0" bIns="0" rtlCol="0" anchor="ctr"/>
              <a:lstStyle/>
              <a:p>
                <a:pPr algn="ctr">
                  <a:spcAft>
                    <a:spcPts val="300"/>
                  </a:spcAft>
                </a:pPr>
                <a:r>
                  <a:rPr lang="en-US" altLang="ko-KR" sz="1400">
                    <a:solidFill>
                      <a:srgbClr val="C00000"/>
                    </a:solidFill>
                    <a:latin typeface="+mj-ea"/>
                    <a:ea typeface="+mj-ea"/>
                  </a:rPr>
                  <a:t>12</a:t>
                </a:r>
                <a:r>
                  <a:rPr lang="ko-KR" altLang="en-US" sz="1400">
                    <a:solidFill>
                      <a:srgbClr val="C00000"/>
                    </a:solidFill>
                    <a:latin typeface="+mj-ea"/>
                    <a:ea typeface="+mj-ea"/>
                  </a:rPr>
                  <a:t>건</a:t>
                </a:r>
                <a:endParaRPr lang="en-US" altLang="ko-KR" sz="1400">
                  <a:solidFill>
                    <a:srgbClr val="C00000"/>
                  </a:solidFill>
                  <a:latin typeface="+mj-ea"/>
                  <a:ea typeface="+mj-ea"/>
                </a:endParaRPr>
              </a:p>
              <a:p>
                <a:pPr algn="ctr"/>
                <a:r>
                  <a:rPr lang="en-US" altLang="ko-KR" sz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j-ea"/>
                    <a:ea typeface="+mj-ea"/>
                  </a:rPr>
                  <a:t>31</a:t>
                </a:r>
                <a:r>
                  <a:rPr lang="ko-KR" altLang="en-US" sz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j-ea"/>
                    <a:ea typeface="+mj-ea"/>
                  </a:rPr>
                  <a:t>억 </a:t>
                </a:r>
                <a:r>
                  <a:rPr lang="en-US" altLang="ko-KR" sz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j-ea"/>
                    <a:ea typeface="+mj-ea"/>
                  </a:rPr>
                  <a:t>8</a:t>
                </a:r>
                <a:r>
                  <a:rPr lang="ko-KR" altLang="en-US" sz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j-ea"/>
                    <a:ea typeface="+mj-ea"/>
                  </a:rPr>
                  <a:t>천 </a:t>
                </a:r>
                <a:r>
                  <a:rPr lang="en-US" altLang="ko-KR" sz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j-ea"/>
                    <a:ea typeface="+mj-ea"/>
                  </a:rPr>
                  <a:t>8</a:t>
                </a:r>
                <a:r>
                  <a:rPr lang="ko-KR" altLang="en-US" sz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j-ea"/>
                    <a:ea typeface="+mj-ea"/>
                  </a:rPr>
                  <a:t>백만원</a:t>
                </a:r>
                <a:endParaRPr lang="en-US" altLang="ko-KR" sz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ea"/>
                  <a:ea typeface="+mj-ea"/>
                </a:endParaRPr>
              </a:p>
              <a:p>
                <a:pPr algn="ctr"/>
                <a:r>
                  <a:rPr lang="en-US" altLang="ko-KR" sz="100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(3,188,000,000)</a:t>
                </a:r>
                <a:endParaRPr lang="ko-KR" altLang="en-US" sz="120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  <p:sp>
            <p:nvSpPr>
              <p:cNvPr id="111" name="모서리가 둥근 직사각형 30">
                <a:extLst>
                  <a:ext uri="{FF2B5EF4-FFF2-40B4-BE49-F238E27FC236}">
                    <a16:creationId xmlns:a16="http://schemas.microsoft.com/office/drawing/2014/main" id="{2FB123C5-F8D3-4894-9CBF-F7A1B07533E6}"/>
                  </a:ext>
                </a:extLst>
              </p:cNvPr>
              <p:cNvSpPr/>
              <p:nvPr/>
            </p:nvSpPr>
            <p:spPr bwMode="auto">
              <a:xfrm>
                <a:off x="731310" y="3152800"/>
                <a:ext cx="1224000" cy="288000"/>
              </a:xfrm>
              <a:prstGeom prst="rect">
                <a:avLst/>
              </a:prstGeom>
              <a:solidFill>
                <a:srgbClr val="1D3D7D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lIns="72000" tIns="36000" rIns="72000" bIns="36000" rtlCol="0" anchor="ctr"/>
              <a:lstStyle/>
              <a:p>
                <a:pPr algn="ctr"/>
                <a:r>
                  <a:rPr lang="ko-KR" altLang="en-US" sz="1200">
                    <a:solidFill>
                      <a:schemeClr val="bg1"/>
                    </a:solidFill>
                  </a:rPr>
                  <a:t>유사</a:t>
                </a:r>
                <a:r>
                  <a:rPr lang="en-US" altLang="ko-KR" sz="1200">
                    <a:solidFill>
                      <a:schemeClr val="bg1"/>
                    </a:solidFill>
                  </a:rPr>
                  <a:t>+</a:t>
                </a:r>
                <a:r>
                  <a:rPr lang="ko-KR" altLang="en-US" sz="1200">
                    <a:solidFill>
                      <a:schemeClr val="bg1"/>
                    </a:solidFill>
                  </a:rPr>
                  <a:t>관련</a:t>
                </a:r>
                <a:r>
                  <a:rPr lang="en-US" altLang="ko-KR" sz="1200">
                    <a:solidFill>
                      <a:schemeClr val="bg1"/>
                    </a:solidFill>
                  </a:rPr>
                  <a:t>+</a:t>
                </a:r>
                <a:r>
                  <a:rPr lang="ko-KR" altLang="en-US" sz="1200">
                    <a:solidFill>
                      <a:schemeClr val="bg1"/>
                    </a:solidFill>
                  </a:rPr>
                  <a:t>공공</a:t>
                </a:r>
              </a:p>
            </p:txBody>
          </p:sp>
        </p:grpSp>
      </p:grpSp>
      <p:grpSp>
        <p:nvGrpSpPr>
          <p:cNvPr id="112" name="그룹 111">
            <a:extLst>
              <a:ext uri="{FF2B5EF4-FFF2-40B4-BE49-F238E27FC236}">
                <a16:creationId xmlns:a16="http://schemas.microsoft.com/office/drawing/2014/main" id="{6335EA02-8228-4254-9B65-2851027FCF3F}"/>
              </a:ext>
            </a:extLst>
          </p:cNvPr>
          <p:cNvGrpSpPr/>
          <p:nvPr/>
        </p:nvGrpSpPr>
        <p:grpSpPr>
          <a:xfrm>
            <a:off x="440668" y="4099647"/>
            <a:ext cx="909497" cy="169277"/>
            <a:chOff x="440667" y="2866470"/>
            <a:chExt cx="909497" cy="169277"/>
          </a:xfrm>
        </p:grpSpPr>
        <p:sp>
          <p:nvSpPr>
            <p:cNvPr id="113" name="Text Box 247">
              <a:extLst>
                <a:ext uri="{FF2B5EF4-FFF2-40B4-BE49-F238E27FC236}">
                  <a16:creationId xmlns:a16="http://schemas.microsoft.com/office/drawing/2014/main" id="{6ACF1D7C-5DE3-4238-97F6-B06D74632640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440668" y="2866470"/>
              <a:ext cx="909496" cy="169277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lIns="126000" tIns="0" rIns="0" bIns="0" anchor="ctr">
              <a:spAutoFit/>
            </a:bodyPr>
            <a:lstStyle>
              <a:defPPr>
                <a:defRPr lang="en-US"/>
              </a:defPPr>
              <a:lvl1pPr marR="0" lvl="0" indent="0" defTabSz="914400" fontAlgn="base" latinLnBrk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 kumimoji="1" sz="1100" b="0" i="0" u="none" strike="noStrike" kern="0" cap="none" spc="0" normalizeH="0" baseline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ea"/>
                  <a:ea typeface="+mj-ea"/>
                </a:defRPr>
              </a:lvl1pPr>
            </a:lstStyle>
            <a:p>
              <a:pPr lvl="0">
                <a:defRPr/>
              </a:pPr>
              <a:r>
                <a:rPr lang="ko-KR" altLang="en-US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사업실적 목록</a:t>
              </a:r>
            </a:p>
          </p:txBody>
        </p:sp>
        <p:sp>
          <p:nvSpPr>
            <p:cNvPr id="114" name="사각형: 둥근 모서리 113">
              <a:extLst>
                <a:ext uri="{FF2B5EF4-FFF2-40B4-BE49-F238E27FC236}">
                  <a16:creationId xmlns:a16="http://schemas.microsoft.com/office/drawing/2014/main" id="{80AC69AB-340F-4888-956D-4B35B5883E76}"/>
                </a:ext>
              </a:extLst>
            </p:cNvPr>
            <p:cNvSpPr/>
            <p:nvPr/>
          </p:nvSpPr>
          <p:spPr>
            <a:xfrm>
              <a:off x="440667" y="2874971"/>
              <a:ext cx="54000" cy="129600"/>
            </a:xfrm>
            <a:prstGeom prst="roundRect">
              <a:avLst/>
            </a:prstGeom>
            <a:solidFill>
              <a:srgbClr val="0070C0"/>
            </a:solidFill>
          </p:spPr>
          <p:txBody>
            <a:bodyPr wrap="none" lIns="36000" tIns="18000" rIns="36000" bIns="18000">
              <a:noAutofit/>
            </a:bodyPr>
            <a:lstStyle/>
            <a:p>
              <a:pPr defTabSz="914400" fontAlgn="base">
                <a:spcBef>
                  <a:spcPct val="0"/>
                </a:spcBef>
                <a:spcAft>
                  <a:spcPts val="2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</a:pPr>
              <a:endParaRPr lang="ko-KR" altLang="en-US" sz="1100">
                <a:solidFill>
                  <a:schemeClr val="bg1"/>
                </a:solidFill>
                <a:latin typeface="+mn-ea"/>
              </a:endParaRPr>
            </a:p>
          </p:txBody>
        </p:sp>
      </p:grpSp>
      <p:sp>
        <p:nvSpPr>
          <p:cNvPr id="115" name="직사각형 114">
            <a:extLst>
              <a:ext uri="{FF2B5EF4-FFF2-40B4-BE49-F238E27FC236}">
                <a16:creationId xmlns:a16="http://schemas.microsoft.com/office/drawing/2014/main" id="{CE878AAC-D2AC-4DC1-94E9-BA5830F00CD8}"/>
              </a:ext>
            </a:extLst>
          </p:cNvPr>
          <p:cNvSpPr/>
          <p:nvPr/>
        </p:nvSpPr>
        <p:spPr>
          <a:xfrm>
            <a:off x="440668" y="5590468"/>
            <a:ext cx="5976000" cy="32400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CF017FFE-9AAC-414B-93B7-15B5883C0772}"/>
              </a:ext>
            </a:extLst>
          </p:cNvPr>
          <p:cNvGrpSpPr/>
          <p:nvPr/>
        </p:nvGrpSpPr>
        <p:grpSpPr>
          <a:xfrm>
            <a:off x="130921" y="5025008"/>
            <a:ext cx="360000" cy="225719"/>
            <a:chOff x="6031043" y="4773000"/>
            <a:chExt cx="360000" cy="225719"/>
          </a:xfrm>
        </p:grpSpPr>
        <p:sp>
          <p:nvSpPr>
            <p:cNvPr id="124" name="직사각형 335">
              <a:extLst>
                <a:ext uri="{FF2B5EF4-FFF2-40B4-BE49-F238E27FC236}">
                  <a16:creationId xmlns:a16="http://schemas.microsoft.com/office/drawing/2014/main" id="{85607BD1-100D-46DC-9614-37E3332B23C3}"/>
                </a:ext>
              </a:extLst>
            </p:cNvPr>
            <p:cNvSpPr/>
            <p:nvPr/>
          </p:nvSpPr>
          <p:spPr>
            <a:xfrm>
              <a:off x="6031043" y="4773000"/>
              <a:ext cx="360000" cy="180000"/>
            </a:xfrm>
            <a:custGeom>
              <a:avLst/>
              <a:gdLst/>
              <a:ahLst/>
              <a:cxnLst/>
              <a:rect l="l" t="t" r="r" b="b"/>
              <a:pathLst>
                <a:path w="1285775" h="384610">
                  <a:moveTo>
                    <a:pt x="0" y="0"/>
                  </a:moveTo>
                  <a:lnTo>
                    <a:pt x="1285775" y="0"/>
                  </a:lnTo>
                  <a:lnTo>
                    <a:pt x="1285775" y="384610"/>
                  </a:lnTo>
                  <a:lnTo>
                    <a:pt x="0" y="384610"/>
                  </a:lnTo>
                  <a:lnTo>
                    <a:pt x="155770" y="192305"/>
                  </a:lnTo>
                  <a:close/>
                </a:path>
              </a:pathLst>
            </a:custGeom>
            <a:solidFill>
              <a:srgbClr val="0070C0"/>
            </a:solidFill>
            <a:ln w="12700" algn="ctr">
              <a:noFill/>
              <a:round/>
              <a:headEnd/>
              <a:tailEnd/>
            </a:ln>
            <a:effectLst/>
          </p:spPr>
          <p:txBody>
            <a:bodyPr wrap="none" lIns="0" tIns="0" rIns="0" bIns="0" anchor="ctr"/>
            <a:lstStyle/>
            <a:p>
              <a:pPr marL="497845" lvl="1" defTabSz="995690" latinLnBrk="1"/>
              <a:endParaRPr lang="ko-KR" altLang="en-US" sz="1600" dirty="0">
                <a:ln>
                  <a:solidFill>
                    <a:srgbClr val="4D90C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3F6FDDCF-94B3-4ACE-8CBC-CA8C46FD5411}"/>
                </a:ext>
              </a:extLst>
            </p:cNvPr>
            <p:cNvSpPr txBox="1"/>
            <p:nvPr/>
          </p:nvSpPr>
          <p:spPr>
            <a:xfrm>
              <a:off x="6128643" y="4793751"/>
              <a:ext cx="201979" cy="13849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0" lang="ko-KR" altLang="en-US" sz="900" b="0" i="0" u="none" strike="noStrike" kern="1200" cap="none" spc="0" normalizeH="0" baseline="0" noProof="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</a:rPr>
                <a:t>유사</a:t>
              </a:r>
              <a:endParaRPr lang="ko-KR" altLang="en-US" sz="900" dirty="0"/>
            </a:p>
          </p:txBody>
        </p:sp>
        <p:sp>
          <p:nvSpPr>
            <p:cNvPr id="5" name="직각 삼각형 4">
              <a:extLst>
                <a:ext uri="{FF2B5EF4-FFF2-40B4-BE49-F238E27FC236}">
                  <a16:creationId xmlns:a16="http://schemas.microsoft.com/office/drawing/2014/main" id="{75CA871B-1E33-400D-9C7D-3AD876192749}"/>
                </a:ext>
              </a:extLst>
            </p:cNvPr>
            <p:cNvSpPr/>
            <p:nvPr/>
          </p:nvSpPr>
          <p:spPr>
            <a:xfrm rot="5400000">
              <a:off x="6345324" y="4953000"/>
              <a:ext cx="45719" cy="45719"/>
            </a:xfrm>
            <a:prstGeom prst="rtTriangle">
              <a:avLst/>
            </a:prstGeom>
            <a:solidFill>
              <a:srgbClr val="0A253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95690" latinLnBrk="1"/>
              <a:endParaRPr lang="ko-KR" altLang="en-US" sz="1600" dirty="0">
                <a:ln>
                  <a:solidFill>
                    <a:srgbClr val="4D90C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</a:endParaRPr>
            </a:p>
          </p:txBody>
        </p: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E843B175-E28F-483D-B1F4-45FC46257715}"/>
              </a:ext>
            </a:extLst>
          </p:cNvPr>
          <p:cNvGrpSpPr/>
          <p:nvPr/>
        </p:nvGrpSpPr>
        <p:grpSpPr>
          <a:xfrm>
            <a:off x="130921" y="5658602"/>
            <a:ext cx="360000" cy="225739"/>
            <a:chOff x="6031043" y="5133020"/>
            <a:chExt cx="360000" cy="225739"/>
          </a:xfrm>
        </p:grpSpPr>
        <p:sp>
          <p:nvSpPr>
            <p:cNvPr id="119" name="직사각형 335">
              <a:extLst>
                <a:ext uri="{FF2B5EF4-FFF2-40B4-BE49-F238E27FC236}">
                  <a16:creationId xmlns:a16="http://schemas.microsoft.com/office/drawing/2014/main" id="{3ACA8038-23FE-4069-B694-06F751A8A872}"/>
                </a:ext>
              </a:extLst>
            </p:cNvPr>
            <p:cNvSpPr/>
            <p:nvPr/>
          </p:nvSpPr>
          <p:spPr>
            <a:xfrm>
              <a:off x="6031043" y="5133020"/>
              <a:ext cx="360000" cy="180000"/>
            </a:xfrm>
            <a:custGeom>
              <a:avLst/>
              <a:gdLst/>
              <a:ahLst/>
              <a:cxnLst/>
              <a:rect l="l" t="t" r="r" b="b"/>
              <a:pathLst>
                <a:path w="1285775" h="384610">
                  <a:moveTo>
                    <a:pt x="0" y="0"/>
                  </a:moveTo>
                  <a:lnTo>
                    <a:pt x="1285775" y="0"/>
                  </a:lnTo>
                  <a:lnTo>
                    <a:pt x="1285775" y="384610"/>
                  </a:lnTo>
                  <a:lnTo>
                    <a:pt x="0" y="384610"/>
                  </a:lnTo>
                  <a:lnTo>
                    <a:pt x="155770" y="192305"/>
                  </a:lnTo>
                  <a:close/>
                </a:path>
              </a:pathLst>
            </a:custGeom>
            <a:solidFill>
              <a:srgbClr val="C00000"/>
            </a:solidFill>
            <a:ln w="12700" algn="ctr">
              <a:noFill/>
              <a:round/>
              <a:headEnd/>
              <a:tailEnd/>
            </a:ln>
            <a:effectLst/>
          </p:spPr>
          <p:txBody>
            <a:bodyPr wrap="none" lIns="0" tIns="0" rIns="0" bIns="0" anchor="ctr"/>
            <a:lstStyle>
              <a:defPPr>
                <a:defRPr lang="ko-KR"/>
              </a:defPPr>
              <a:lvl1pPr marL="0" algn="l" defTabSz="995690" rtl="0" eaLnBrk="1" latinLnBrk="1" hangingPunct="1">
                <a:defRPr sz="196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97845" algn="l" defTabSz="995690" rtl="0" eaLnBrk="1" latinLnBrk="1" hangingPunct="1">
                <a:defRPr sz="196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95690" algn="l" defTabSz="995690" rtl="0" eaLnBrk="1" latinLnBrk="1" hangingPunct="1">
                <a:defRPr sz="196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493535" algn="l" defTabSz="995690" rtl="0" eaLnBrk="1" latinLnBrk="1" hangingPunct="1">
                <a:defRPr sz="196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91380" algn="l" defTabSz="995690" rtl="0" eaLnBrk="1" latinLnBrk="1" hangingPunct="1">
                <a:defRPr sz="196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489225" algn="l" defTabSz="995690" rtl="0" eaLnBrk="1" latinLnBrk="1" hangingPunct="1">
                <a:defRPr sz="196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87070" algn="l" defTabSz="995690" rtl="0" eaLnBrk="1" latinLnBrk="1" hangingPunct="1">
                <a:defRPr sz="196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84916" algn="l" defTabSz="995690" rtl="0" eaLnBrk="1" latinLnBrk="1" hangingPunct="1">
                <a:defRPr sz="196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982761" algn="l" defTabSz="995690" rtl="0" eaLnBrk="1" latinLnBrk="1" hangingPunct="1">
                <a:defRPr sz="196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1" algn="ctr"/>
              <a:endParaRPr lang="ko-KR" altLang="en-US" sz="900" dirty="0">
                <a:ln>
                  <a:solidFill>
                    <a:srgbClr val="4D90CD">
                      <a:alpha val="0"/>
                    </a:srgbClr>
                  </a:solidFill>
                </a:ln>
                <a:solidFill>
                  <a:schemeClr val="bg1"/>
                </a:solidFill>
              </a:endParaRPr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883B6504-043E-44A8-9CA6-B83EE5592EA4}"/>
                </a:ext>
              </a:extLst>
            </p:cNvPr>
            <p:cNvSpPr txBox="1"/>
            <p:nvPr/>
          </p:nvSpPr>
          <p:spPr>
            <a:xfrm>
              <a:off x="6128643" y="5153771"/>
              <a:ext cx="201978" cy="13849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0" lang="ko-KR" altLang="en-US" sz="900" b="0" i="0" u="none" strike="noStrike" kern="1200" cap="none" spc="0" normalizeH="0" baseline="0" noProof="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</a:rPr>
                <a:t>동일</a:t>
              </a:r>
              <a:endParaRPr lang="ko-KR" altLang="en-US" sz="900" dirty="0"/>
            </a:p>
          </p:txBody>
        </p:sp>
        <p:sp>
          <p:nvSpPr>
            <p:cNvPr id="128" name="직각 삼각형 127">
              <a:extLst>
                <a:ext uri="{FF2B5EF4-FFF2-40B4-BE49-F238E27FC236}">
                  <a16:creationId xmlns:a16="http://schemas.microsoft.com/office/drawing/2014/main" id="{DD76D1A7-AE66-4E19-974F-714C9E082223}"/>
                </a:ext>
              </a:extLst>
            </p:cNvPr>
            <p:cNvSpPr/>
            <p:nvPr/>
          </p:nvSpPr>
          <p:spPr>
            <a:xfrm rot="5400000">
              <a:off x="6345324" y="5313040"/>
              <a:ext cx="45719" cy="45719"/>
            </a:xfrm>
            <a:prstGeom prst="rtTriangle">
              <a:avLst/>
            </a:prstGeom>
            <a:solidFill>
              <a:srgbClr val="0A253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95690" latinLnBrk="1"/>
              <a:endParaRPr lang="ko-KR" altLang="en-US" sz="1600" dirty="0">
                <a:ln>
                  <a:solidFill>
                    <a:srgbClr val="4D90C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</a:endParaRPr>
            </a:p>
          </p:txBody>
        </p:sp>
      </p:grpSp>
      <p:grpSp>
        <p:nvGrpSpPr>
          <p:cNvPr id="133" name="그룹 132">
            <a:extLst>
              <a:ext uri="{FF2B5EF4-FFF2-40B4-BE49-F238E27FC236}">
                <a16:creationId xmlns:a16="http://schemas.microsoft.com/office/drawing/2014/main" id="{C9867F83-D246-4604-80FF-A18264D722B0}"/>
              </a:ext>
            </a:extLst>
          </p:cNvPr>
          <p:cNvGrpSpPr/>
          <p:nvPr/>
        </p:nvGrpSpPr>
        <p:grpSpPr>
          <a:xfrm>
            <a:off x="130921" y="6913999"/>
            <a:ext cx="360000" cy="225719"/>
            <a:chOff x="6031043" y="4773000"/>
            <a:chExt cx="360000" cy="225719"/>
          </a:xfrm>
        </p:grpSpPr>
        <p:sp>
          <p:nvSpPr>
            <p:cNvPr id="134" name="직사각형 335">
              <a:extLst>
                <a:ext uri="{FF2B5EF4-FFF2-40B4-BE49-F238E27FC236}">
                  <a16:creationId xmlns:a16="http://schemas.microsoft.com/office/drawing/2014/main" id="{05519A82-0574-4456-AD95-2AF6DAB89CD0}"/>
                </a:ext>
              </a:extLst>
            </p:cNvPr>
            <p:cNvSpPr/>
            <p:nvPr/>
          </p:nvSpPr>
          <p:spPr>
            <a:xfrm>
              <a:off x="6031043" y="4773000"/>
              <a:ext cx="360000" cy="180000"/>
            </a:xfrm>
            <a:custGeom>
              <a:avLst/>
              <a:gdLst/>
              <a:ahLst/>
              <a:cxnLst/>
              <a:rect l="l" t="t" r="r" b="b"/>
              <a:pathLst>
                <a:path w="1285775" h="384610">
                  <a:moveTo>
                    <a:pt x="0" y="0"/>
                  </a:moveTo>
                  <a:lnTo>
                    <a:pt x="1285775" y="0"/>
                  </a:lnTo>
                  <a:lnTo>
                    <a:pt x="1285775" y="384610"/>
                  </a:lnTo>
                  <a:lnTo>
                    <a:pt x="0" y="384610"/>
                  </a:lnTo>
                  <a:lnTo>
                    <a:pt x="155770" y="192305"/>
                  </a:lnTo>
                  <a:close/>
                </a:path>
              </a:pathLst>
            </a:custGeom>
            <a:solidFill>
              <a:srgbClr val="0070C0"/>
            </a:solidFill>
            <a:ln w="12700" algn="ctr">
              <a:noFill/>
              <a:round/>
              <a:headEnd/>
              <a:tailEnd/>
            </a:ln>
            <a:effectLst/>
          </p:spPr>
          <p:txBody>
            <a:bodyPr wrap="none" lIns="0" tIns="0" rIns="0" bIns="0" anchor="ctr"/>
            <a:lstStyle/>
            <a:p>
              <a:pPr marL="497845" lvl="1" defTabSz="995690" latinLnBrk="1"/>
              <a:endParaRPr lang="ko-KR" altLang="en-US" sz="1600" dirty="0">
                <a:ln>
                  <a:solidFill>
                    <a:srgbClr val="4D90C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E744448C-F9BA-449C-A8D0-198DAD310A0C}"/>
                </a:ext>
              </a:extLst>
            </p:cNvPr>
            <p:cNvSpPr txBox="1"/>
            <p:nvPr/>
          </p:nvSpPr>
          <p:spPr>
            <a:xfrm>
              <a:off x="6128643" y="4793751"/>
              <a:ext cx="201979" cy="13849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0" lang="ko-KR" altLang="en-US" sz="900" b="0" i="0" u="none" strike="noStrike" kern="1200" cap="none" spc="0" normalizeH="0" baseline="0" noProof="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</a:rPr>
                <a:t>유사</a:t>
              </a:r>
              <a:endParaRPr lang="ko-KR" altLang="en-US" sz="900" dirty="0"/>
            </a:p>
          </p:txBody>
        </p:sp>
        <p:sp>
          <p:nvSpPr>
            <p:cNvPr id="136" name="직각 삼각형 135">
              <a:extLst>
                <a:ext uri="{FF2B5EF4-FFF2-40B4-BE49-F238E27FC236}">
                  <a16:creationId xmlns:a16="http://schemas.microsoft.com/office/drawing/2014/main" id="{A1F98A27-3235-45B2-BE8F-7B09ABFE389C}"/>
                </a:ext>
              </a:extLst>
            </p:cNvPr>
            <p:cNvSpPr/>
            <p:nvPr/>
          </p:nvSpPr>
          <p:spPr>
            <a:xfrm rot="5400000">
              <a:off x="6345324" y="4953000"/>
              <a:ext cx="45719" cy="45719"/>
            </a:xfrm>
            <a:prstGeom prst="rtTriangle">
              <a:avLst/>
            </a:prstGeom>
            <a:solidFill>
              <a:srgbClr val="0A253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95690" latinLnBrk="1"/>
              <a:endParaRPr lang="ko-KR" altLang="en-US" sz="1600" dirty="0">
                <a:ln>
                  <a:solidFill>
                    <a:srgbClr val="4D90C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</a:endParaRPr>
            </a:p>
          </p:txBody>
        </p:sp>
      </p:grpSp>
      <p:grpSp>
        <p:nvGrpSpPr>
          <p:cNvPr id="148" name="그룹 147">
            <a:extLst>
              <a:ext uri="{FF2B5EF4-FFF2-40B4-BE49-F238E27FC236}">
                <a16:creationId xmlns:a16="http://schemas.microsoft.com/office/drawing/2014/main" id="{675D41FD-F21E-44D0-AE8A-BAEB4BA47198}"/>
              </a:ext>
            </a:extLst>
          </p:cNvPr>
          <p:cNvGrpSpPr/>
          <p:nvPr/>
        </p:nvGrpSpPr>
        <p:grpSpPr>
          <a:xfrm>
            <a:off x="440668" y="2504728"/>
            <a:ext cx="5976000" cy="184666"/>
            <a:chOff x="4503039" y="5804479"/>
            <a:chExt cx="5976000" cy="184666"/>
          </a:xfrm>
        </p:grpSpPr>
        <p:cxnSp>
          <p:nvCxnSpPr>
            <p:cNvPr id="149" name="직선 연결선 148">
              <a:extLst>
                <a:ext uri="{FF2B5EF4-FFF2-40B4-BE49-F238E27FC236}">
                  <a16:creationId xmlns:a16="http://schemas.microsoft.com/office/drawing/2014/main" id="{857BB249-F1F8-41B8-9BE8-0F51BE13FFDA}"/>
                </a:ext>
              </a:extLst>
            </p:cNvPr>
            <p:cNvCxnSpPr>
              <a:cxnSpLocks/>
            </p:cNvCxnSpPr>
            <p:nvPr/>
          </p:nvCxnSpPr>
          <p:spPr>
            <a:xfrm>
              <a:off x="4503039" y="5948495"/>
              <a:ext cx="5976000" cy="0"/>
            </a:xfrm>
            <a:prstGeom prst="line">
              <a:avLst/>
            </a:prstGeom>
            <a:ln w="12700" cap="flat">
              <a:solidFill>
                <a:srgbClr val="BAC0CE"/>
              </a:solidFill>
              <a:miter lim="800000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BE1B55D9-1A39-4B52-A1F2-5AE5E165DA35}"/>
                </a:ext>
              </a:extLst>
            </p:cNvPr>
            <p:cNvSpPr txBox="1"/>
            <p:nvPr/>
          </p:nvSpPr>
          <p:spPr>
            <a:xfrm flipH="1">
              <a:off x="4503039" y="5804479"/>
              <a:ext cx="1907624" cy="18466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</p:spPr>
          <p:txBody>
            <a:bodyPr wrap="none" lIns="0" tIns="0" rIns="108000" bIns="0" rtlCol="0" anchor="b">
              <a:spAutoFit/>
            </a:bodyPr>
            <a:lstStyle/>
            <a:p>
              <a:pPr lvl="0" defTabSz="478031">
                <a:defRPr/>
              </a:pPr>
              <a:r>
                <a:rPr lang="ko-KR" altLang="en-US" sz="120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사업실적 </a:t>
              </a:r>
              <a:r>
                <a:rPr lang="en-US" altLang="ko-KR" sz="120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(</a:t>
              </a:r>
              <a:r>
                <a:rPr lang="ko-KR" altLang="en-US" sz="120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공공부문 최근 </a:t>
              </a:r>
              <a:r>
                <a:rPr lang="en-US" altLang="ko-KR" sz="120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5</a:t>
              </a:r>
              <a:r>
                <a:rPr lang="ko-KR" altLang="en-US" sz="120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년</a:t>
              </a:r>
              <a:r>
                <a:rPr lang="en-US" altLang="ko-KR" sz="120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)</a:t>
              </a:r>
            </a:p>
          </p:txBody>
        </p:sp>
      </p:grpSp>
      <p:sp>
        <p:nvSpPr>
          <p:cNvPr id="8" name="제목 7">
            <a:extLst>
              <a:ext uri="{FF2B5EF4-FFF2-40B4-BE49-F238E27FC236}">
                <a16:creationId xmlns:a16="http://schemas.microsoft.com/office/drawing/2014/main" id="{C224B1E7-F181-4948-AB6B-51A6942C6B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676" y="1064568"/>
            <a:ext cx="1045208" cy="199285"/>
          </a:xfrm>
        </p:spPr>
        <p:txBody>
          <a:bodyPr/>
          <a:lstStyle/>
          <a:p>
            <a:r>
              <a:rPr lang="en-US" altLang="ko-KR" dirty="0"/>
              <a:t>2.2 </a:t>
            </a:r>
            <a:r>
              <a:rPr lang="ko-KR" altLang="en-US" dirty="0"/>
              <a:t>사업실적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3224ACD-BE65-9667-0E45-90941CAC20A3}"/>
              </a:ext>
            </a:extLst>
          </p:cNvPr>
          <p:cNvSpPr txBox="1"/>
          <p:nvPr/>
        </p:nvSpPr>
        <p:spPr>
          <a:xfrm>
            <a:off x="1667082" y="503378"/>
            <a:ext cx="1178143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defTabSz="987095"/>
            <a:r>
              <a:rPr lang="en-US" altLang="ko-KR" sz="800" spc="-54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0  </a:t>
            </a:r>
            <a:r>
              <a:rPr lang="ko-KR" altLang="en-US" sz="800" spc="-54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제안업체 일반  </a:t>
            </a:r>
            <a:r>
              <a:rPr lang="en-US" altLang="ko-KR" sz="800" spc="-54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&gt;  2. </a:t>
            </a:r>
            <a:r>
              <a:rPr lang="ko-KR" altLang="en-US" sz="800" spc="-54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사업실적</a:t>
            </a:r>
          </a:p>
        </p:txBody>
      </p:sp>
    </p:spTree>
    <p:extLst>
      <p:ext uri="{BB962C8B-B14F-4D97-AF65-F5344CB8AC3E}">
        <p14:creationId xmlns:p14="http://schemas.microsoft.com/office/powerpoint/2010/main" val="23613147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AutoShape 165">
            <a:extLst>
              <a:ext uri="{FF2B5EF4-FFF2-40B4-BE49-F238E27FC236}">
                <a16:creationId xmlns:a16="http://schemas.microsoft.com/office/drawing/2014/main" id="{4E33CFC4-FEEF-4304-BAB9-669EC7A4FB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668" y="1568624"/>
            <a:ext cx="5976000" cy="647237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3175" algn="ctr">
            <a:solidFill>
              <a:schemeClr val="bg1">
                <a:lumMod val="95000"/>
              </a:schemeClr>
            </a:solidFill>
            <a:round/>
            <a:headEnd/>
            <a:tailEnd/>
          </a:ln>
          <a:effectLst/>
        </p:spPr>
        <p:txBody>
          <a:bodyPr wrap="square" lIns="144000" tIns="36000" rIns="72000" bIns="36000" anchor="ctr"/>
          <a:lstStyle/>
          <a:p>
            <a:pPr marL="85725" lvl="0" indent="-85725" defTabSz="914400" fontAlgn="ctr">
              <a:lnSpc>
                <a:spcPct val="110000"/>
              </a:lnSpc>
              <a:spcAft>
                <a:spcPts val="300"/>
              </a:spcAft>
              <a:buFont typeface="Arial" pitchFamily="34" charset="0"/>
              <a:buChar char="•"/>
              <a:defRPr/>
            </a:pPr>
            <a:r>
              <a:rPr kumimoji="1" lang="ko-KR" altLang="en-US" sz="1000" ker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본 프로젝트와 </a:t>
            </a:r>
            <a:r>
              <a:rPr kumimoji="1" lang="ko-KR" altLang="en-US" sz="1000" ker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유사 분야에서의 경험</a:t>
            </a:r>
            <a:r>
              <a:rPr kumimoji="1" lang="ko-KR" altLang="en-US" sz="1000" ker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을 가진 프로젝트 관리자</a:t>
            </a:r>
            <a:r>
              <a:rPr kumimoji="1" lang="en-US" altLang="ko-KR" sz="1000" ker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(PM), PL  </a:t>
            </a:r>
            <a:r>
              <a:rPr kumimoji="1" lang="ko-KR" altLang="en-US" sz="1000" ker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및 개발 인력 투입</a:t>
            </a:r>
          </a:p>
          <a:p>
            <a:pPr marL="85725" lvl="0" indent="-85725" defTabSz="914400" fontAlgn="ctr">
              <a:lnSpc>
                <a:spcPct val="110000"/>
              </a:lnSpc>
              <a:spcAft>
                <a:spcPts val="300"/>
              </a:spcAft>
              <a:buFont typeface="Arial" pitchFamily="34" charset="0"/>
              <a:buChar char="•"/>
              <a:defRPr/>
            </a:pPr>
            <a:r>
              <a:rPr kumimoji="1" lang="ko-KR" altLang="en-US" sz="1000" ker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성공적 프로젝트를 위한 전</a:t>
            </a:r>
            <a:r>
              <a:rPr kumimoji="1" lang="ko-KR" altLang="en-US" sz="1000" ker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사 품질관리</a:t>
            </a:r>
            <a:r>
              <a:rPr kumimoji="1" lang="en-US" altLang="ko-KR" sz="1000" ker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, </a:t>
            </a:r>
            <a:r>
              <a:rPr kumimoji="1" lang="ko-KR" altLang="en-US" sz="1000" ker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기술 및 업무지원 체계 구축</a:t>
            </a: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9AD3FEC0-17EB-4801-87A1-CA6F1BD36282}"/>
              </a:ext>
            </a:extLst>
          </p:cNvPr>
          <p:cNvSpPr/>
          <p:nvPr/>
        </p:nvSpPr>
        <p:spPr>
          <a:xfrm>
            <a:off x="5206867" y="1065770"/>
            <a:ext cx="1209800" cy="17763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36000" rIns="72000" bIns="18000" rtlCol="0" anchor="ctr">
            <a:spAutoFit/>
          </a:bodyPr>
          <a:lstStyle/>
          <a:p>
            <a:pPr algn="r"/>
            <a:r>
              <a: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요구사항 번호</a:t>
            </a:r>
            <a:r>
              <a:rPr lang="en-US" altLang="ko-KR" sz="8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: </a:t>
            </a:r>
            <a:r>
              <a:rPr lang="en-US" altLang="ko-KR" sz="800">
                <a:solidFill>
                  <a:srgbClr val="0070C0"/>
                </a:solidFill>
                <a:latin typeface="+mj-ea"/>
                <a:ea typeface="+mj-ea"/>
              </a:rPr>
              <a:t>ABC-001</a:t>
            </a:r>
            <a:endParaRPr lang="ko-KR" altLang="en-US" sz="800" dirty="0">
              <a:solidFill>
                <a:srgbClr val="0070C0"/>
              </a:solidFill>
              <a:latin typeface="+mj-ea"/>
              <a:ea typeface="+mj-ea"/>
            </a:endParaRPr>
          </a:p>
        </p:txBody>
      </p:sp>
      <p:grpSp>
        <p:nvGrpSpPr>
          <p:cNvPr id="79" name="그룹 78">
            <a:extLst>
              <a:ext uri="{FF2B5EF4-FFF2-40B4-BE49-F238E27FC236}">
                <a16:creationId xmlns:a16="http://schemas.microsoft.com/office/drawing/2014/main" id="{A6576F79-B347-4FF2-950F-B82A67C3A1CE}"/>
              </a:ext>
            </a:extLst>
          </p:cNvPr>
          <p:cNvGrpSpPr/>
          <p:nvPr/>
        </p:nvGrpSpPr>
        <p:grpSpPr>
          <a:xfrm>
            <a:off x="440668" y="2504728"/>
            <a:ext cx="5976000" cy="184666"/>
            <a:chOff x="4503039" y="5804479"/>
            <a:chExt cx="5976000" cy="184666"/>
          </a:xfrm>
        </p:grpSpPr>
        <p:cxnSp>
          <p:nvCxnSpPr>
            <p:cNvPr id="80" name="직선 연결선 79">
              <a:extLst>
                <a:ext uri="{FF2B5EF4-FFF2-40B4-BE49-F238E27FC236}">
                  <a16:creationId xmlns:a16="http://schemas.microsoft.com/office/drawing/2014/main" id="{D81B6FC3-8417-48DC-A87A-9AD9581261AF}"/>
                </a:ext>
              </a:extLst>
            </p:cNvPr>
            <p:cNvCxnSpPr>
              <a:cxnSpLocks/>
            </p:cNvCxnSpPr>
            <p:nvPr/>
          </p:nvCxnSpPr>
          <p:spPr>
            <a:xfrm>
              <a:off x="4503039" y="5948495"/>
              <a:ext cx="5976000" cy="0"/>
            </a:xfrm>
            <a:prstGeom prst="line">
              <a:avLst/>
            </a:prstGeom>
            <a:ln w="12700" cap="flat">
              <a:solidFill>
                <a:srgbClr val="BAC0CE"/>
              </a:solidFill>
              <a:miter lim="800000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E1F78567-9708-4A65-BCEA-527BB14ACF92}"/>
                </a:ext>
              </a:extLst>
            </p:cNvPr>
            <p:cNvSpPr txBox="1"/>
            <p:nvPr/>
          </p:nvSpPr>
          <p:spPr>
            <a:xfrm flipH="1">
              <a:off x="4503039" y="5804479"/>
              <a:ext cx="961852" cy="18466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</p:spPr>
          <p:txBody>
            <a:bodyPr wrap="none" lIns="0" tIns="0" rIns="108000" bIns="0" rtlCol="0" anchor="b">
              <a:spAutoFit/>
            </a:bodyPr>
            <a:lstStyle/>
            <a:p>
              <a:pPr lvl="0" defTabSz="478031">
                <a:defRPr/>
              </a:pPr>
              <a:r>
                <a:rPr lang="ko-KR" altLang="en-US" sz="120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사업수행 조직</a:t>
              </a:r>
            </a:p>
          </p:txBody>
        </p:sp>
      </p:grpSp>
      <p:graphicFrame>
        <p:nvGraphicFramePr>
          <p:cNvPr id="189" name="Group 295">
            <a:extLst>
              <a:ext uri="{FF2B5EF4-FFF2-40B4-BE49-F238E27FC236}">
                <a16:creationId xmlns:a16="http://schemas.microsoft.com/office/drawing/2014/main" id="{5EC59B66-D720-4981-925E-25C6FD140E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1033333"/>
              </p:ext>
            </p:extLst>
          </p:nvPr>
        </p:nvGraphicFramePr>
        <p:xfrm>
          <a:off x="440668" y="6573180"/>
          <a:ext cx="5976000" cy="2807999"/>
        </p:xfrm>
        <a:graphic>
          <a:graphicData uri="http://schemas.openxmlformats.org/drawingml/2006/table">
            <a:tbl>
              <a:tblPr/>
              <a:tblGrid>
                <a:gridCol w="1296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798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114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41388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조직</a:t>
                      </a:r>
                    </a:p>
                  </a:txBody>
                  <a:tcPr marL="90000" marR="90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41388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역할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13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9695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사업총괄 책임자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89979" marR="89979" marT="46807" marB="46807" anchor="ctr" horzOverflow="overflow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0000" marR="0" lvl="0" indent="-9000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Pct val="90000"/>
                        <a:buFont typeface="Arial" pitchFamily="34" charset="0"/>
                        <a:buChar char="•"/>
                        <a:tabLst>
                          <a:tab pos="542925" algn="l"/>
                        </a:tabLst>
                        <a:defRPr/>
                      </a:pPr>
                      <a:r>
                        <a:rPr kumimoji="1" lang="ko-KR" altLang="en-US" sz="9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총괄 프로젝트 책임자 </a:t>
                      </a:r>
                      <a:r>
                        <a:rPr kumimoji="1" lang="en-US" altLang="ko-KR" sz="9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9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본 사업 품질의 최종적인 책임자</a:t>
                      </a:r>
                      <a:r>
                        <a:rPr kumimoji="1" lang="en-US" altLang="ko-KR" sz="9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89979" marR="89979" marT="46807" marB="46807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482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9695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사업수행 </a:t>
                      </a:r>
                      <a:r>
                        <a:rPr kumimoji="1" lang="en-US" altLang="ko-KR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PM</a:t>
                      </a:r>
                    </a:p>
                  </a:txBody>
                  <a:tcPr marL="89979" marR="89979" marT="46807" marB="46807" anchor="ctr" horzOverflow="overflow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0000" marR="0" lvl="0" indent="-9000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Pct val="90000"/>
                        <a:buFont typeface="Arial" pitchFamily="34" charset="0"/>
                        <a:buChar char="•"/>
                        <a:tabLst>
                          <a:tab pos="542925" algn="l"/>
                        </a:tabLst>
                        <a:defRPr/>
                      </a:pPr>
                      <a:r>
                        <a:rPr kumimoji="1" lang="ko-KR" altLang="en-US" sz="9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프로젝트 추진활동 계획 조정 및 감독 </a:t>
                      </a:r>
                      <a:r>
                        <a:rPr kumimoji="1" lang="en-US" altLang="ko-KR" sz="9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/ </a:t>
                      </a:r>
                      <a:r>
                        <a:rPr kumimoji="1" lang="ko-KR" altLang="en-US" sz="9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프로젝트 보고 및 산출물 인도</a:t>
                      </a:r>
                    </a:p>
                    <a:p>
                      <a:pPr marL="90000" marR="0" lvl="0" indent="-9000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Pct val="90000"/>
                        <a:buFont typeface="Arial" pitchFamily="34" charset="0"/>
                        <a:buChar char="•"/>
                        <a:tabLst>
                          <a:tab pos="542925" algn="l"/>
                        </a:tabLst>
                        <a:defRPr/>
                      </a:pPr>
                      <a:r>
                        <a:rPr kumimoji="1" lang="ko-KR" altLang="en-US" sz="9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품질보증 및 </a:t>
                      </a:r>
                      <a:r>
                        <a:rPr kumimoji="1" lang="ko-KR" altLang="en-US" sz="900" kern="120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표준관리</a:t>
                      </a:r>
                      <a:r>
                        <a:rPr kumimoji="1" lang="en-US" altLang="ko-KR" sz="9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900" kern="120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투입인력</a:t>
                      </a:r>
                      <a:r>
                        <a:rPr kumimoji="1" lang="en-US" altLang="ko-KR" sz="9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9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자원 및 예산 관리</a:t>
                      </a:r>
                    </a:p>
                  </a:txBody>
                  <a:tcPr marL="89979" marR="89979" marT="46807" marB="46807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312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9695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프로그램팀</a:t>
                      </a:r>
                      <a:endParaRPr kumimoji="1" lang="en-US" altLang="ko-KR" sz="10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89979" marR="89979" marT="46807" marB="46807" anchor="ctr" horzOverflow="overflow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0000" marR="0" lvl="0" indent="-9000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Pct val="90000"/>
                        <a:buFont typeface="Arial" pitchFamily="34" charset="0"/>
                        <a:buChar char="•"/>
                        <a:tabLst>
                          <a:tab pos="542925" algn="l"/>
                        </a:tabLst>
                        <a:defRPr/>
                      </a:pPr>
                      <a:r>
                        <a:rPr kumimoji="1" lang="ko-KR" altLang="en-US" sz="9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접수된 요구사항 분석</a:t>
                      </a:r>
                      <a:r>
                        <a:rPr kumimoji="1" lang="en-US" altLang="ko-KR" sz="9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1" lang="ko-KR" altLang="en-US" sz="9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설계</a:t>
                      </a:r>
                      <a:r>
                        <a:rPr kumimoji="1" lang="en-US" altLang="ko-KR" sz="9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1" lang="ko-KR" altLang="en-US" sz="9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구현</a:t>
                      </a:r>
                      <a:r>
                        <a:rPr kumimoji="1" lang="en-US" altLang="ko-KR" sz="9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9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시스템</a:t>
                      </a:r>
                      <a:r>
                        <a:rPr kumimoji="1" lang="en-US" altLang="ko-KR" sz="9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9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웹</a:t>
                      </a:r>
                      <a:r>
                        <a:rPr kumimoji="1" lang="en-US" altLang="ko-KR" sz="9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9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서비스</a:t>
                      </a:r>
                      <a:r>
                        <a:rPr kumimoji="1" lang="en-US" altLang="ko-KR" sz="9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9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애플리케이션</a:t>
                      </a:r>
                      <a:r>
                        <a:rPr kumimoji="1" lang="en-US" altLang="ko-KR" sz="9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kumimoji="1" lang="ko-KR" altLang="en-US" sz="9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기획</a:t>
                      </a:r>
                    </a:p>
                    <a:p>
                      <a:pPr marL="90000" marR="0" lvl="0" indent="-9000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Pct val="90000"/>
                        <a:buFont typeface="Arial" pitchFamily="34" charset="0"/>
                        <a:buChar char="•"/>
                        <a:tabLst>
                          <a:tab pos="542925" algn="l"/>
                        </a:tabLst>
                        <a:defRPr/>
                      </a:pPr>
                      <a:r>
                        <a:rPr kumimoji="1" lang="ko-KR" altLang="en-US" sz="9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시스템 디자인</a:t>
                      </a:r>
                      <a:r>
                        <a:rPr kumimoji="1" lang="en-US" altLang="ko-KR" sz="9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9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퍼블리싱</a:t>
                      </a:r>
                      <a:r>
                        <a:rPr kumimoji="1" lang="en-US" altLang="ko-KR" sz="9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9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프로그램 개발 </a:t>
                      </a:r>
                      <a:r>
                        <a:rPr kumimoji="1" lang="en-US" altLang="ko-KR" sz="9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/ </a:t>
                      </a:r>
                      <a:r>
                        <a:rPr kumimoji="1" lang="ko-KR" altLang="en-US" sz="9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시스템 단위 및 통합 테스트</a:t>
                      </a:r>
                    </a:p>
                    <a:p>
                      <a:pPr marL="90000" marR="0" lvl="0" indent="-9000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Pct val="90000"/>
                        <a:buFont typeface="Arial" pitchFamily="34" charset="0"/>
                        <a:buChar char="•"/>
                        <a:tabLst>
                          <a:tab pos="542925" algn="l"/>
                        </a:tabLst>
                        <a:defRPr/>
                      </a:pPr>
                      <a:r>
                        <a:rPr kumimoji="1" lang="ko-KR" altLang="en-US" sz="9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교육훈련</a:t>
                      </a:r>
                      <a:r>
                        <a:rPr kumimoji="1" lang="en-US" altLang="ko-KR" sz="9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1" lang="ko-KR" altLang="en-US" sz="9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시범운영</a:t>
                      </a:r>
                      <a:r>
                        <a:rPr kumimoji="1" lang="en-US" altLang="ko-KR" sz="9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9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관련 산출물 작업</a:t>
                      </a:r>
                      <a:r>
                        <a:rPr kumimoji="1" lang="en-US" altLang="ko-KR" sz="9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, DB </a:t>
                      </a:r>
                      <a:r>
                        <a:rPr kumimoji="1" lang="ko-KR" altLang="en-US" sz="9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데이터 분석 및 이관</a:t>
                      </a:r>
                      <a:r>
                        <a:rPr kumimoji="1" lang="en-US" altLang="ko-KR" sz="9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1" lang="ko-KR" altLang="en-US" sz="9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통합</a:t>
                      </a:r>
                      <a:r>
                        <a:rPr kumimoji="1" lang="en-US" altLang="ko-KR" sz="9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1" lang="ko-KR" altLang="en-US" sz="9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분리</a:t>
                      </a:r>
                    </a:p>
                  </a:txBody>
                  <a:tcPr marL="89979" marR="89979" marT="46807" marB="46807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6248998"/>
                  </a:ext>
                </a:extLst>
              </a:tr>
              <a:tr h="45482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9695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err="1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품질지원팀</a:t>
                      </a:r>
                      <a:endParaRPr kumimoji="1" lang="en-US" altLang="ko-KR" sz="10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89979" marR="89979" marT="46807" marB="46807" anchor="ctr" horzOverflow="overflow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0000" marR="0" lvl="0" indent="-9000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Pct val="90000"/>
                        <a:buFont typeface="Arial" pitchFamily="34" charset="0"/>
                        <a:buChar char="•"/>
                        <a:tabLst>
                          <a:tab pos="542925" algn="l"/>
                        </a:tabLst>
                        <a:defRPr/>
                      </a:pPr>
                      <a:r>
                        <a:rPr kumimoji="1" lang="ko-KR" altLang="en-US" sz="9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품질저하 발생 시 지원방안 수립</a:t>
                      </a:r>
                      <a:r>
                        <a:rPr kumimoji="1" lang="en-US" altLang="ko-KR" sz="9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9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위험관리 등 품질관리 주관</a:t>
                      </a:r>
                    </a:p>
                    <a:p>
                      <a:pPr marL="90000" marR="0" lvl="0" indent="-9000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Pct val="90000"/>
                        <a:buFont typeface="Arial" pitchFamily="34" charset="0"/>
                        <a:buChar char="•"/>
                        <a:tabLst>
                          <a:tab pos="542925" algn="l"/>
                        </a:tabLst>
                        <a:defRPr/>
                      </a:pPr>
                      <a:r>
                        <a:rPr kumimoji="1" lang="ko-KR" altLang="en-US" sz="9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프로젝트의 품질에 대한 점검</a:t>
                      </a:r>
                      <a:r>
                        <a:rPr kumimoji="1" lang="en-US" altLang="ko-KR" sz="9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9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검토</a:t>
                      </a:r>
                      <a:r>
                        <a:rPr kumimoji="1" lang="en-US" altLang="ko-KR" sz="9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9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착수</a:t>
                      </a:r>
                      <a:r>
                        <a:rPr kumimoji="1" lang="en-US" altLang="ko-KR" sz="9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1" lang="ko-KR" altLang="en-US" sz="9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중간</a:t>
                      </a:r>
                      <a:r>
                        <a:rPr kumimoji="1" lang="en-US" altLang="ko-KR" sz="9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1" lang="ko-KR" altLang="en-US" sz="9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최종 감리 준비</a:t>
                      </a:r>
                      <a:r>
                        <a:rPr kumimoji="1" lang="en-US" altLang="ko-KR" sz="9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1" lang="ko-KR" altLang="en-US" sz="9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대응</a:t>
                      </a:r>
                      <a:endParaRPr kumimoji="1" lang="en-US" altLang="ko-KR" sz="900" kern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89979" marR="89979" marT="46807" marB="46807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4829">
                <a:tc>
                  <a:txBody>
                    <a:bodyPr/>
                    <a:lstStyle/>
                    <a:p>
                      <a:pPr marL="0" marR="0" lvl="0" indent="0" algn="ctr" defTabSz="99695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전사지원조직</a:t>
                      </a:r>
                      <a:endParaRPr kumimoji="1" lang="en-US" altLang="ko-KR" sz="10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89979" marR="89979" marT="46807" marB="46807" anchor="ctr" horzOverflow="overflow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0000" marR="0" lvl="0" indent="-9000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Pct val="90000"/>
                        <a:buFont typeface="Arial" pitchFamily="34" charset="0"/>
                        <a:buChar char="•"/>
                        <a:tabLst>
                          <a:tab pos="542925" algn="l"/>
                        </a:tabLst>
                        <a:defRPr/>
                      </a:pPr>
                      <a:r>
                        <a:rPr kumimoji="1" lang="ko-KR" altLang="en-US" sz="9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개발 관련</a:t>
                      </a:r>
                      <a:r>
                        <a:rPr kumimoji="1" lang="en-US" altLang="ko-KR" sz="9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9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단계별 필요사항 지원  </a:t>
                      </a:r>
                      <a:r>
                        <a:rPr kumimoji="1" lang="en-US" altLang="ko-KR" sz="9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/ </a:t>
                      </a:r>
                      <a:r>
                        <a:rPr kumimoji="1" lang="ko-KR" altLang="en-US" sz="900" kern="120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일정준수를</a:t>
                      </a:r>
                      <a:r>
                        <a:rPr kumimoji="1" lang="ko-KR" altLang="en-US" sz="9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위한 개발업무 긴급 지원</a:t>
                      </a:r>
                    </a:p>
                    <a:p>
                      <a:pPr marL="90000" marR="0" lvl="0" indent="-9000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Pct val="90000"/>
                        <a:buFont typeface="Arial" pitchFamily="34" charset="0"/>
                        <a:buChar char="•"/>
                        <a:tabLst>
                          <a:tab pos="542925" algn="l"/>
                        </a:tabLst>
                        <a:defRPr/>
                      </a:pPr>
                      <a:r>
                        <a:rPr kumimoji="1" lang="ko-KR" altLang="en-US" sz="9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시스템의 안정적 운영 및 적절한 </a:t>
                      </a:r>
                      <a:r>
                        <a:rPr kumimoji="1" lang="ko-KR" altLang="en-US" sz="900" kern="120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환경유지를</a:t>
                      </a:r>
                      <a:r>
                        <a:rPr kumimoji="1" lang="ko-KR" altLang="en-US" sz="9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위한 제품 연구 및 기술지원</a:t>
                      </a:r>
                    </a:p>
                  </a:txBody>
                  <a:tcPr marL="89979" marR="89979" marT="46807" marB="46807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9082380"/>
                  </a:ext>
                </a:extLst>
              </a:tr>
              <a:tr h="25813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9695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납품업체</a:t>
                      </a:r>
                      <a:endParaRPr kumimoji="1" lang="en-US" altLang="ko-KR" sz="10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89979" marR="89979" marT="46807" marB="46807" anchor="ctr" horzOverflow="overflow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0000" marR="0" lvl="0" indent="-9000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Pct val="90000"/>
                        <a:buFont typeface="Arial" pitchFamily="34" charset="0"/>
                        <a:buChar char="•"/>
                        <a:tabLst>
                          <a:tab pos="542925" algn="l"/>
                        </a:tabLst>
                        <a:defRPr/>
                      </a:pPr>
                      <a:r>
                        <a:rPr kumimoji="1" lang="ko-KR" altLang="en-US" sz="9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솔루션 납품 및 기술지원 </a:t>
                      </a:r>
                      <a:r>
                        <a:rPr kumimoji="1" lang="en-US" altLang="ko-KR" sz="9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/ </a:t>
                      </a:r>
                      <a:r>
                        <a:rPr kumimoji="1" lang="ko-KR" altLang="en-US" sz="9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사업 종료 후 안정화 및 유지보수 기술지원</a:t>
                      </a:r>
                      <a:endParaRPr kumimoji="1" lang="en-US" altLang="ko-KR" sz="9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89979" marR="89979" marT="46807" marB="46807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pSp>
        <p:nvGrpSpPr>
          <p:cNvPr id="190" name="그룹 189">
            <a:extLst>
              <a:ext uri="{FF2B5EF4-FFF2-40B4-BE49-F238E27FC236}">
                <a16:creationId xmlns:a16="http://schemas.microsoft.com/office/drawing/2014/main" id="{662E89C9-C543-49C5-971F-9FBCAE337D84}"/>
              </a:ext>
            </a:extLst>
          </p:cNvPr>
          <p:cNvGrpSpPr/>
          <p:nvPr/>
        </p:nvGrpSpPr>
        <p:grpSpPr>
          <a:xfrm>
            <a:off x="440668" y="6331895"/>
            <a:ext cx="620956" cy="169277"/>
            <a:chOff x="440667" y="2866470"/>
            <a:chExt cx="620956" cy="169277"/>
          </a:xfrm>
        </p:grpSpPr>
        <p:sp>
          <p:nvSpPr>
            <p:cNvPr id="191" name="Text Box 247">
              <a:extLst>
                <a:ext uri="{FF2B5EF4-FFF2-40B4-BE49-F238E27FC236}">
                  <a16:creationId xmlns:a16="http://schemas.microsoft.com/office/drawing/2014/main" id="{1E1007E4-74E8-4D20-8228-1A4A419C21FF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440668" y="2866470"/>
              <a:ext cx="620955" cy="169277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lIns="126000" tIns="0" rIns="0" bIns="0" anchor="ctr">
              <a:spAutoFit/>
            </a:bodyPr>
            <a:lstStyle>
              <a:defPPr>
                <a:defRPr lang="en-US"/>
              </a:defPPr>
              <a:lvl1pPr marR="0" lvl="0" indent="0" defTabSz="914400" fontAlgn="base" latinLnBrk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 kumimoji="1" sz="1100" b="0" i="0" u="none" strike="noStrike" kern="0" cap="none" spc="0" normalizeH="0" baseline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ea"/>
                  <a:ea typeface="+mj-ea"/>
                </a:defRPr>
              </a:lvl1pPr>
            </a:lstStyle>
            <a:p>
              <a:pPr lvl="0">
                <a:defRPr/>
              </a:pPr>
              <a:r>
                <a:rPr lang="ko-KR" altLang="en-US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업부분장</a:t>
              </a:r>
            </a:p>
          </p:txBody>
        </p:sp>
        <p:sp>
          <p:nvSpPr>
            <p:cNvPr id="192" name="사각형: 둥근 모서리 191">
              <a:extLst>
                <a:ext uri="{FF2B5EF4-FFF2-40B4-BE49-F238E27FC236}">
                  <a16:creationId xmlns:a16="http://schemas.microsoft.com/office/drawing/2014/main" id="{E07C6F69-A5BD-44EF-9D99-ADDB086B5BA4}"/>
                </a:ext>
              </a:extLst>
            </p:cNvPr>
            <p:cNvSpPr/>
            <p:nvPr/>
          </p:nvSpPr>
          <p:spPr>
            <a:xfrm>
              <a:off x="440667" y="2874971"/>
              <a:ext cx="54000" cy="129600"/>
            </a:xfrm>
            <a:prstGeom prst="roundRect">
              <a:avLst/>
            </a:prstGeom>
            <a:solidFill>
              <a:srgbClr val="0070C0"/>
            </a:solidFill>
          </p:spPr>
          <p:txBody>
            <a:bodyPr wrap="none" lIns="36000" tIns="18000" rIns="36000" bIns="18000">
              <a:noAutofit/>
            </a:bodyPr>
            <a:lstStyle/>
            <a:p>
              <a:pPr defTabSz="914400" fontAlgn="base">
                <a:spcBef>
                  <a:spcPct val="0"/>
                </a:spcBef>
                <a:spcAft>
                  <a:spcPts val="2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</a:pPr>
              <a:endParaRPr lang="ko-KR" altLang="en-US" sz="1100">
                <a:solidFill>
                  <a:schemeClr val="bg1"/>
                </a:solidFill>
                <a:latin typeface="+mn-ea"/>
              </a:endParaRPr>
            </a:p>
          </p:txBody>
        </p:sp>
      </p:grpSp>
      <p:grpSp>
        <p:nvGrpSpPr>
          <p:cNvPr id="82" name="그룹 81">
            <a:extLst>
              <a:ext uri="{FF2B5EF4-FFF2-40B4-BE49-F238E27FC236}">
                <a16:creationId xmlns:a16="http://schemas.microsoft.com/office/drawing/2014/main" id="{D6A4B605-D9D8-4990-895A-03F28F120F77}"/>
              </a:ext>
            </a:extLst>
          </p:cNvPr>
          <p:cNvGrpSpPr/>
          <p:nvPr/>
        </p:nvGrpSpPr>
        <p:grpSpPr>
          <a:xfrm>
            <a:off x="2601000" y="2900772"/>
            <a:ext cx="1656000" cy="648040"/>
            <a:chOff x="3121728" y="2476455"/>
            <a:chExt cx="1842198" cy="648040"/>
          </a:xfrm>
        </p:grpSpPr>
        <p:sp>
          <p:nvSpPr>
            <p:cNvPr id="83" name="직사각형 82">
              <a:extLst>
                <a:ext uri="{FF2B5EF4-FFF2-40B4-BE49-F238E27FC236}">
                  <a16:creationId xmlns:a16="http://schemas.microsoft.com/office/drawing/2014/main" id="{96D753F1-D421-4CA6-B0A9-74FA8D1838B0}"/>
                </a:ext>
              </a:extLst>
            </p:cNvPr>
            <p:cNvSpPr/>
            <p:nvPr/>
          </p:nvSpPr>
          <p:spPr>
            <a:xfrm>
              <a:off x="3121728" y="2764495"/>
              <a:ext cx="1842198" cy="360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50950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200" dirty="0">
                  <a:ln>
                    <a:solidFill>
                      <a:srgbClr val="DEE3EA">
                        <a:alpha val="0"/>
                      </a:srgbClr>
                    </a:solidFill>
                  </a:ln>
                  <a:solidFill>
                    <a:srgbClr val="3C485A"/>
                  </a:solidFill>
                  <a:latin typeface="+mj-ea"/>
                  <a:ea typeface="+mj-ea"/>
                </a:rPr>
                <a:t>상무</a:t>
              </a:r>
              <a:r>
                <a:rPr kumimoji="1" lang="ko-KR" altLang="en-US" sz="1200" b="0" i="0" u="none" strike="noStrike" kern="1200" cap="none" spc="0" normalizeH="0" baseline="0" noProof="0" dirty="0">
                  <a:ln>
                    <a:solidFill>
                      <a:srgbClr val="DEE3EA">
                        <a:alpha val="0"/>
                      </a:srgbClr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+mj-ea"/>
                  <a:ea typeface="+mj-ea"/>
                </a:rPr>
                <a:t> </a:t>
              </a:r>
              <a:r>
                <a:rPr lang="ko-KR" altLang="en-US" sz="1400" dirty="0">
                  <a:ln>
                    <a:solidFill>
                      <a:srgbClr val="DEE3EA">
                        <a:alpha val="0"/>
                      </a:srgbClr>
                    </a:solidFill>
                  </a:ln>
                  <a:solidFill>
                    <a:srgbClr val="262626"/>
                  </a:solidFill>
                  <a:latin typeface="+mj-ea"/>
                  <a:ea typeface="+mj-ea"/>
                </a:rPr>
                <a:t>이순신</a:t>
              </a:r>
            </a:p>
          </p:txBody>
        </p:sp>
        <p:sp>
          <p:nvSpPr>
            <p:cNvPr id="84" name="직사각형 83">
              <a:extLst>
                <a:ext uri="{FF2B5EF4-FFF2-40B4-BE49-F238E27FC236}">
                  <a16:creationId xmlns:a16="http://schemas.microsoft.com/office/drawing/2014/main" id="{002A9E0E-0E9E-4DAE-A146-F4B210230898}"/>
                </a:ext>
              </a:extLst>
            </p:cNvPr>
            <p:cNvSpPr/>
            <p:nvPr/>
          </p:nvSpPr>
          <p:spPr>
            <a:xfrm>
              <a:off x="3121728" y="2476455"/>
              <a:ext cx="1842198" cy="288000"/>
            </a:xfrm>
            <a:prstGeom prst="rect">
              <a:avLst/>
            </a:prstGeom>
            <a:solidFill>
              <a:srgbClr val="2D7CBD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 bIns="36000" rtlCol="0" anchor="ctr"/>
            <a:lstStyle/>
            <a:p>
              <a:pPr marL="0" marR="0" lvl="1" indent="1551" algn="ctr" defTabSz="99505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80000"/>
                <a:buFontTx/>
                <a:buNone/>
                <a:tabLst>
                  <a:tab pos="881674" algn="l"/>
                </a:tabLst>
                <a:defRPr/>
              </a:pPr>
              <a:r>
                <a:rPr kumimoji="1" lang="ko-KR" altLang="en-US" sz="1200" b="0" i="0" u="none" strike="noStrike" kern="1200" cap="none" spc="0" normalizeH="0" baseline="0" noProof="0" dirty="0">
                  <a:ln>
                    <a:solidFill>
                      <a:srgbClr val="DEE3EA">
                        <a:alpha val="0"/>
                      </a:srgbClr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+mn-ea"/>
                </a:rPr>
                <a:t>사업총괄 책임자</a:t>
              </a:r>
            </a:p>
          </p:txBody>
        </p:sp>
      </p:grpSp>
      <p:grpSp>
        <p:nvGrpSpPr>
          <p:cNvPr id="85" name="그룹 84">
            <a:extLst>
              <a:ext uri="{FF2B5EF4-FFF2-40B4-BE49-F238E27FC236}">
                <a16:creationId xmlns:a16="http://schemas.microsoft.com/office/drawing/2014/main" id="{F2F420A6-872B-4A92-9BB0-810EE40F4403}"/>
              </a:ext>
            </a:extLst>
          </p:cNvPr>
          <p:cNvGrpSpPr/>
          <p:nvPr/>
        </p:nvGrpSpPr>
        <p:grpSpPr>
          <a:xfrm>
            <a:off x="4581128" y="3714171"/>
            <a:ext cx="1444303" cy="639546"/>
            <a:chOff x="5627206" y="3843227"/>
            <a:chExt cx="1444303" cy="639546"/>
          </a:xfrm>
        </p:grpSpPr>
        <p:sp>
          <p:nvSpPr>
            <p:cNvPr id="86" name="직사각형 85">
              <a:extLst>
                <a:ext uri="{FF2B5EF4-FFF2-40B4-BE49-F238E27FC236}">
                  <a16:creationId xmlns:a16="http://schemas.microsoft.com/office/drawing/2014/main" id="{BFE10577-677D-4996-958F-4E90C4735D62}"/>
                </a:ext>
              </a:extLst>
            </p:cNvPr>
            <p:cNvSpPr/>
            <p:nvPr/>
          </p:nvSpPr>
          <p:spPr>
            <a:xfrm>
              <a:off x="5627206" y="3843227"/>
              <a:ext cx="1444303" cy="639546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2ACC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50950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600" b="0" i="0" u="none" strike="noStrike" kern="1200" cap="none" spc="0" normalizeH="0" baseline="0" noProof="0" dirty="0">
                <a:ln>
                  <a:solidFill>
                    <a:srgbClr val="DEE3EA"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+mn-cs"/>
              </a:endParaRPr>
            </a:p>
          </p:txBody>
        </p:sp>
        <p:sp>
          <p:nvSpPr>
            <p:cNvPr id="87" name="직사각형 86">
              <a:extLst>
                <a:ext uri="{FF2B5EF4-FFF2-40B4-BE49-F238E27FC236}">
                  <a16:creationId xmlns:a16="http://schemas.microsoft.com/office/drawing/2014/main" id="{7518014C-39FA-4CFF-9EC3-0026B55E1336}"/>
                </a:ext>
              </a:extLst>
            </p:cNvPr>
            <p:cNvSpPr/>
            <p:nvPr/>
          </p:nvSpPr>
          <p:spPr>
            <a:xfrm>
              <a:off x="5698058" y="3914493"/>
              <a:ext cx="1302598" cy="288000"/>
            </a:xfrm>
            <a:prstGeom prst="rect">
              <a:avLst/>
            </a:prstGeom>
            <a:solidFill>
              <a:srgbClr val="02ACCE"/>
            </a:solidFill>
            <a:ln w="6350" algn="ctr">
              <a:solidFill>
                <a:srgbClr val="02ACCE"/>
              </a:solidFill>
              <a:round/>
              <a:headEnd/>
              <a:tailEnd/>
            </a:ln>
            <a:effectLst/>
          </p:spPr>
          <p:txBody>
            <a:bodyPr wrap="square" lIns="3586" tIns="3586" rIns="3586" bIns="3586" anchor="ctr">
              <a:noAutofit/>
            </a:bodyPr>
            <a:lstStyle/>
            <a:p>
              <a:pPr marL="0" lvl="1" indent="1551" algn="ctr" defTabSz="995053">
                <a:buClr>
                  <a:srgbClr val="000000"/>
                </a:buClr>
                <a:buSzPct val="80000"/>
                <a:tabLst>
                  <a:tab pos="881674" algn="l"/>
                </a:tabLst>
                <a:defRPr/>
              </a:pPr>
              <a:r>
                <a:rPr kumimoji="1" lang="ko-KR" altLang="en-US" sz="1200" dirty="0">
                  <a:ln>
                    <a:solidFill>
                      <a:srgbClr val="DEE3EA">
                        <a:alpha val="0"/>
                      </a:srgbClr>
                    </a:solidFill>
                  </a:ln>
                  <a:solidFill>
                    <a:srgbClr val="FFFFFF"/>
                  </a:solidFill>
                  <a:latin typeface="+mn-ea"/>
                </a:rPr>
                <a:t>전사지원조직</a:t>
              </a:r>
            </a:p>
          </p:txBody>
        </p:sp>
        <p:sp>
          <p:nvSpPr>
            <p:cNvPr id="88" name="Text Box 259">
              <a:extLst>
                <a:ext uri="{FF2B5EF4-FFF2-40B4-BE49-F238E27FC236}">
                  <a16:creationId xmlns:a16="http://schemas.microsoft.com/office/drawing/2014/main" id="{416E15D7-5640-40CE-9B0D-AAA28DB0DB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76845" y="4247714"/>
              <a:ext cx="493725" cy="169277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>
              <a:defPPr>
                <a:defRPr lang="ko-KR"/>
              </a:defPPr>
              <a:lvl1pPr algn="ctr">
                <a:defRPr sz="1100">
                  <a:ln>
                    <a:solidFill>
                      <a:srgbClr val="7F7F7F">
                        <a:alpha val="0"/>
                      </a:srgbClr>
                    </a:solidFill>
                  </a:ln>
                  <a:solidFill>
                    <a:srgbClr val="434B53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defRPr>
              </a:lvl1pPr>
            </a:lstStyle>
            <a:p>
              <a:pPr marL="0" marR="0" lvl="0" indent="0" algn="ctr" defTabSz="100153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dirty="0">
                  <a:ln>
                    <a:solidFill>
                      <a:srgbClr val="DEE3EA">
                        <a:alpha val="0"/>
                      </a:srgbClr>
                    </a:solidFill>
                  </a:ln>
                  <a:solidFill>
                    <a:srgbClr val="3C485A"/>
                  </a:solidFill>
                  <a:latin typeface="+mn-ea"/>
                  <a:ea typeface="+mn-ea"/>
                </a:rPr>
                <a:t>아키텍처</a:t>
              </a:r>
            </a:p>
          </p:txBody>
        </p:sp>
        <p:sp>
          <p:nvSpPr>
            <p:cNvPr id="89" name="Text Box 259">
              <a:extLst>
                <a:ext uri="{FF2B5EF4-FFF2-40B4-BE49-F238E27FC236}">
                  <a16:creationId xmlns:a16="http://schemas.microsoft.com/office/drawing/2014/main" id="{A9E92E89-EC45-4494-B943-F3D93DD2D6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28144" y="4247714"/>
              <a:ext cx="493725" cy="169277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>
              <a:defPPr>
                <a:defRPr lang="ko-KR"/>
              </a:defPPr>
              <a:lvl1pPr algn="ctr">
                <a:defRPr sz="1100">
                  <a:ln>
                    <a:solidFill>
                      <a:srgbClr val="7F7F7F">
                        <a:alpha val="0"/>
                      </a:srgbClr>
                    </a:solidFill>
                  </a:ln>
                  <a:solidFill>
                    <a:srgbClr val="434B53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defRPr>
              </a:lvl1pPr>
            </a:lstStyle>
            <a:p>
              <a:pPr marL="0" marR="0" lvl="0" indent="0" algn="ctr" defTabSz="100153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dirty="0">
                  <a:ln>
                    <a:solidFill>
                      <a:srgbClr val="DEE3EA">
                        <a:alpha val="0"/>
                      </a:srgbClr>
                    </a:solidFill>
                  </a:ln>
                  <a:solidFill>
                    <a:srgbClr val="3C485A"/>
                  </a:solidFill>
                  <a:latin typeface="+mn-ea"/>
                  <a:ea typeface="+mn-ea"/>
                </a:rPr>
                <a:t>품질혁신</a:t>
              </a:r>
            </a:p>
          </p:txBody>
        </p:sp>
        <p:cxnSp>
          <p:nvCxnSpPr>
            <p:cNvPr id="91" name="직선 연결선 90">
              <a:extLst>
                <a:ext uri="{FF2B5EF4-FFF2-40B4-BE49-F238E27FC236}">
                  <a16:creationId xmlns:a16="http://schemas.microsoft.com/office/drawing/2014/main" id="{7212C2B6-F670-49CE-92A4-D13A29314A57}"/>
                </a:ext>
              </a:extLst>
            </p:cNvPr>
            <p:cNvCxnSpPr/>
            <p:nvPr/>
          </p:nvCxnSpPr>
          <p:spPr>
            <a:xfrm>
              <a:off x="6349358" y="4270364"/>
              <a:ext cx="0" cy="132398"/>
            </a:xfrm>
            <a:prstGeom prst="line">
              <a:avLst/>
            </a:prstGeom>
            <a:ln w="6350">
              <a:solidFill>
                <a:srgbClr val="02ACCE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D38EE375-14A2-4292-B353-53937B38B85F}"/>
              </a:ext>
            </a:extLst>
          </p:cNvPr>
          <p:cNvGrpSpPr/>
          <p:nvPr/>
        </p:nvGrpSpPr>
        <p:grpSpPr>
          <a:xfrm>
            <a:off x="2601000" y="3714171"/>
            <a:ext cx="1656000" cy="986773"/>
            <a:chOff x="2341419" y="3714171"/>
            <a:chExt cx="1656000" cy="986773"/>
          </a:xfrm>
        </p:grpSpPr>
        <p:grpSp>
          <p:nvGrpSpPr>
            <p:cNvPr id="93" name="그룹 92">
              <a:extLst>
                <a:ext uri="{FF2B5EF4-FFF2-40B4-BE49-F238E27FC236}">
                  <a16:creationId xmlns:a16="http://schemas.microsoft.com/office/drawing/2014/main" id="{B868AB14-C1E3-4FF2-8500-501BE0E3AC97}"/>
                </a:ext>
              </a:extLst>
            </p:cNvPr>
            <p:cNvGrpSpPr/>
            <p:nvPr/>
          </p:nvGrpSpPr>
          <p:grpSpPr>
            <a:xfrm>
              <a:off x="2341419" y="3714171"/>
              <a:ext cx="1656000" cy="986773"/>
              <a:chOff x="2916943" y="3843228"/>
              <a:chExt cx="2013202" cy="1313392"/>
            </a:xfrm>
          </p:grpSpPr>
          <p:sp>
            <p:nvSpPr>
              <p:cNvPr id="125" name="직사각형 124">
                <a:extLst>
                  <a:ext uri="{FF2B5EF4-FFF2-40B4-BE49-F238E27FC236}">
                    <a16:creationId xmlns:a16="http://schemas.microsoft.com/office/drawing/2014/main" id="{483772A5-3EE7-42D2-8131-2380CE070EEB}"/>
                  </a:ext>
                </a:extLst>
              </p:cNvPr>
              <p:cNvSpPr/>
              <p:nvPr/>
            </p:nvSpPr>
            <p:spPr>
              <a:xfrm>
                <a:off x="2916943" y="4246218"/>
                <a:ext cx="2013202" cy="910402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rgbClr val="014FA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50950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1400" b="0" i="0" u="none" strike="noStrike" kern="1200" cap="none" spc="0" normalizeH="0" baseline="0" noProof="0" dirty="0">
                  <a:ln>
                    <a:solidFill>
                      <a:srgbClr val="DEE3EA">
                        <a:alpha val="0"/>
                      </a:srgbClr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+mn-cs"/>
                </a:endParaRPr>
              </a:p>
            </p:txBody>
          </p:sp>
          <p:sp>
            <p:nvSpPr>
              <p:cNvPr id="126" name="직사각형 125">
                <a:extLst>
                  <a:ext uri="{FF2B5EF4-FFF2-40B4-BE49-F238E27FC236}">
                    <a16:creationId xmlns:a16="http://schemas.microsoft.com/office/drawing/2014/main" id="{2694A19E-DCB3-462A-B942-CE3F97D731DC}"/>
                  </a:ext>
                </a:extLst>
              </p:cNvPr>
              <p:cNvSpPr/>
              <p:nvPr/>
            </p:nvSpPr>
            <p:spPr>
              <a:xfrm>
                <a:off x="2916943" y="3843228"/>
                <a:ext cx="2013202" cy="407186"/>
              </a:xfrm>
              <a:prstGeom prst="rect">
                <a:avLst/>
              </a:prstGeom>
              <a:solidFill>
                <a:srgbClr val="0B57A2"/>
              </a:solidFill>
              <a:ln w="6350">
                <a:solidFill>
                  <a:srgbClr val="014FA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36000" bIns="36000" rtlCol="0" anchor="ctr"/>
              <a:lstStyle/>
              <a:p>
                <a:pPr marL="0" lvl="1" indent="1551" algn="ctr" defTabSz="995053">
                  <a:buClr>
                    <a:srgbClr val="000000"/>
                  </a:buClr>
                  <a:buSzPct val="80000"/>
                  <a:tabLst>
                    <a:tab pos="881674" algn="l"/>
                  </a:tabLst>
                  <a:defRPr/>
                </a:pPr>
                <a:r>
                  <a:rPr kumimoji="1" lang="ko-KR" altLang="en-US" sz="1200" dirty="0">
                    <a:ln>
                      <a:solidFill>
                        <a:srgbClr val="DEE3EA">
                          <a:alpha val="0"/>
                        </a:srgbClr>
                      </a:solidFill>
                    </a:ln>
                    <a:solidFill>
                      <a:srgbClr val="FFFFFF"/>
                    </a:solidFill>
                    <a:latin typeface="+mn-ea"/>
                  </a:rPr>
                  <a:t>사업수행 </a:t>
                </a:r>
                <a:r>
                  <a:rPr kumimoji="1" lang="en-US" altLang="ko-KR" sz="1200" dirty="0">
                    <a:ln>
                      <a:solidFill>
                        <a:srgbClr val="DEE3EA">
                          <a:alpha val="0"/>
                        </a:srgbClr>
                      </a:solidFill>
                    </a:ln>
                    <a:solidFill>
                      <a:srgbClr val="FFFFFF"/>
                    </a:solidFill>
                    <a:latin typeface="+mn-ea"/>
                  </a:rPr>
                  <a:t>PM</a:t>
                </a:r>
              </a:p>
            </p:txBody>
          </p:sp>
        </p:grpSp>
        <p:sp>
          <p:nvSpPr>
            <p:cNvPr id="94" name="Text Box 259">
              <a:extLst>
                <a:ext uri="{FF2B5EF4-FFF2-40B4-BE49-F238E27FC236}">
                  <a16:creationId xmlns:a16="http://schemas.microsoft.com/office/drawing/2014/main" id="{B16C4848-5CFB-44BD-B100-C9416D7109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43722" y="4119311"/>
              <a:ext cx="785471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>
              <a:defPPr>
                <a:defRPr lang="ko-KR"/>
              </a:defPPr>
              <a:lvl1pPr algn="ctr">
                <a:defRPr sz="1100">
                  <a:ln>
                    <a:solidFill>
                      <a:srgbClr val="7F7F7F">
                        <a:alpha val="0"/>
                      </a:srgbClr>
                    </a:solidFill>
                  </a:ln>
                  <a:solidFill>
                    <a:srgbClr val="434B53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defRPr>
              </a:lvl1pPr>
            </a:lstStyle>
            <a:p>
              <a:pPr marL="0" marR="0" lvl="0" indent="0" algn="l" defTabSz="100153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0" i="0" u="none" strike="noStrike" kern="1200" cap="none" spc="0" normalizeH="0" baseline="0" noProof="0" dirty="0">
                  <a:ln>
                    <a:solidFill>
                      <a:srgbClr val="DEE3EA">
                        <a:alpha val="0"/>
                      </a:srgbClr>
                    </a:solidFill>
                  </a:ln>
                  <a:solidFill>
                    <a:srgbClr val="3C485A"/>
                  </a:solidFill>
                  <a:effectLst/>
                  <a:uLnTx/>
                  <a:uFillTx/>
                  <a:latin typeface="+mj-ea"/>
                  <a:ea typeface="+mj-ea"/>
                </a:rPr>
                <a:t>이사 </a:t>
              </a:r>
              <a:r>
                <a:rPr lang="ko-KR" altLang="en-US" sz="1400" dirty="0">
                  <a:ln>
                    <a:solidFill>
                      <a:srgbClr val="DEE3EA">
                        <a:alpha val="0"/>
                      </a:srgbClr>
                    </a:solidFill>
                  </a:ln>
                  <a:solidFill>
                    <a:srgbClr val="262626"/>
                  </a:solidFill>
                  <a:latin typeface="+mj-ea"/>
                  <a:ea typeface="+mj-ea"/>
                </a:rPr>
                <a:t>홍길동</a:t>
              </a:r>
            </a:p>
          </p:txBody>
        </p:sp>
        <p:grpSp>
          <p:nvGrpSpPr>
            <p:cNvPr id="95" name="그룹 94">
              <a:extLst>
                <a:ext uri="{FF2B5EF4-FFF2-40B4-BE49-F238E27FC236}">
                  <a16:creationId xmlns:a16="http://schemas.microsoft.com/office/drawing/2014/main" id="{CEBCD9A5-D91F-4EB9-9590-A19346C1C318}"/>
                </a:ext>
              </a:extLst>
            </p:cNvPr>
            <p:cNvGrpSpPr/>
            <p:nvPr/>
          </p:nvGrpSpPr>
          <p:grpSpPr>
            <a:xfrm>
              <a:off x="2459294" y="4112256"/>
              <a:ext cx="380085" cy="493779"/>
              <a:chOff x="673681" y="7922235"/>
              <a:chExt cx="418093" cy="543157"/>
            </a:xfrm>
          </p:grpSpPr>
          <p:sp>
            <p:nvSpPr>
              <p:cNvPr id="97" name="자유형: 도형 96">
                <a:extLst>
                  <a:ext uri="{FF2B5EF4-FFF2-40B4-BE49-F238E27FC236}">
                    <a16:creationId xmlns:a16="http://schemas.microsoft.com/office/drawing/2014/main" id="{2F148DBD-D66E-4F53-8521-111DE44E63B1}"/>
                  </a:ext>
                </a:extLst>
              </p:cNvPr>
              <p:cNvSpPr/>
              <p:nvPr/>
            </p:nvSpPr>
            <p:spPr>
              <a:xfrm>
                <a:off x="677088" y="8311624"/>
                <a:ext cx="408565" cy="151725"/>
              </a:xfrm>
              <a:custGeom>
                <a:avLst/>
                <a:gdLst>
                  <a:gd name="connsiteX0" fmla="*/ 518 w 408565"/>
                  <a:gd name="connsiteY0" fmla="*/ 151726 h 151725"/>
                  <a:gd name="connsiteX1" fmla="*/ 111576 w 408565"/>
                  <a:gd name="connsiteY1" fmla="*/ 22516 h 151725"/>
                  <a:gd name="connsiteX2" fmla="*/ 165339 w 408565"/>
                  <a:gd name="connsiteY2" fmla="*/ 22516 h 151725"/>
                  <a:gd name="connsiteX3" fmla="*/ 165339 w 408565"/>
                  <a:gd name="connsiteY3" fmla="*/ 0 h 151725"/>
                  <a:gd name="connsiteX4" fmla="*/ 241454 w 408565"/>
                  <a:gd name="connsiteY4" fmla="*/ 1648 h 151725"/>
                  <a:gd name="connsiteX5" fmla="*/ 242663 w 408565"/>
                  <a:gd name="connsiteY5" fmla="*/ 22516 h 151725"/>
                  <a:gd name="connsiteX6" fmla="*/ 305488 w 408565"/>
                  <a:gd name="connsiteY6" fmla="*/ 22516 h 151725"/>
                  <a:gd name="connsiteX7" fmla="*/ 408277 w 408565"/>
                  <a:gd name="connsiteY7" fmla="*/ 151726 h 151725"/>
                  <a:gd name="connsiteX8" fmla="*/ 518 w 408565"/>
                  <a:gd name="connsiteY8" fmla="*/ 151726 h 15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08565" h="151725">
                    <a:moveTo>
                      <a:pt x="518" y="151726"/>
                    </a:moveTo>
                    <a:cubicBezTo>
                      <a:pt x="518" y="151726"/>
                      <a:pt x="-14068" y="35485"/>
                      <a:pt x="111576" y="22516"/>
                    </a:cubicBezTo>
                    <a:cubicBezTo>
                      <a:pt x="111576" y="22516"/>
                      <a:pt x="165339" y="22516"/>
                      <a:pt x="165339" y="22516"/>
                    </a:cubicBezTo>
                    <a:cubicBezTo>
                      <a:pt x="165339" y="22516"/>
                      <a:pt x="165339" y="0"/>
                      <a:pt x="165339" y="0"/>
                    </a:cubicBezTo>
                    <a:cubicBezTo>
                      <a:pt x="165339" y="0"/>
                      <a:pt x="203159" y="14767"/>
                      <a:pt x="241454" y="1648"/>
                    </a:cubicBezTo>
                    <a:cubicBezTo>
                      <a:pt x="241454" y="1648"/>
                      <a:pt x="242663" y="22516"/>
                      <a:pt x="242663" y="22516"/>
                    </a:cubicBezTo>
                    <a:cubicBezTo>
                      <a:pt x="242663" y="22516"/>
                      <a:pt x="305488" y="22516"/>
                      <a:pt x="305488" y="22516"/>
                    </a:cubicBezTo>
                    <a:cubicBezTo>
                      <a:pt x="305488" y="22516"/>
                      <a:pt x="414893" y="32446"/>
                      <a:pt x="408277" y="151726"/>
                    </a:cubicBezTo>
                    <a:cubicBezTo>
                      <a:pt x="408277" y="151726"/>
                      <a:pt x="518" y="151726"/>
                      <a:pt x="518" y="151726"/>
                    </a:cubicBezTo>
                    <a:close/>
                  </a:path>
                </a:pathLst>
              </a:custGeom>
              <a:solidFill>
                <a:srgbClr val="FFFFFF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98" name="자유형: 도형 97">
                <a:extLst>
                  <a:ext uri="{FF2B5EF4-FFF2-40B4-BE49-F238E27FC236}">
                    <a16:creationId xmlns:a16="http://schemas.microsoft.com/office/drawing/2014/main" id="{30531667-C3AC-42E2-8608-D734FDC1C67F}"/>
                  </a:ext>
                </a:extLst>
              </p:cNvPr>
              <p:cNvSpPr/>
              <p:nvPr/>
            </p:nvSpPr>
            <p:spPr>
              <a:xfrm>
                <a:off x="857416" y="8378400"/>
                <a:ext cx="48138" cy="83662"/>
              </a:xfrm>
              <a:custGeom>
                <a:avLst/>
                <a:gdLst>
                  <a:gd name="connsiteX0" fmla="*/ 7079 w 48138"/>
                  <a:gd name="connsiteY0" fmla="*/ 16733 h 83662"/>
                  <a:gd name="connsiteX1" fmla="*/ 24069 w 48138"/>
                  <a:gd name="connsiteY1" fmla="*/ 0 h 83662"/>
                  <a:gd name="connsiteX2" fmla="*/ 42475 w 48138"/>
                  <a:gd name="connsiteY2" fmla="*/ 16733 h 83662"/>
                  <a:gd name="connsiteX3" fmla="*/ 32564 w 48138"/>
                  <a:gd name="connsiteY3" fmla="*/ 25742 h 83662"/>
                  <a:gd name="connsiteX4" fmla="*/ 48138 w 48138"/>
                  <a:gd name="connsiteY4" fmla="*/ 83663 h 83662"/>
                  <a:gd name="connsiteX5" fmla="*/ 0 w 48138"/>
                  <a:gd name="connsiteY5" fmla="*/ 83663 h 83662"/>
                  <a:gd name="connsiteX6" fmla="*/ 16990 w 48138"/>
                  <a:gd name="connsiteY6" fmla="*/ 25742 h 83662"/>
                  <a:gd name="connsiteX7" fmla="*/ 7079 w 48138"/>
                  <a:gd name="connsiteY7" fmla="*/ 16733 h 836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8138" h="83662">
                    <a:moveTo>
                      <a:pt x="7079" y="16733"/>
                    </a:moveTo>
                    <a:cubicBezTo>
                      <a:pt x="7079" y="16733"/>
                      <a:pt x="24069" y="0"/>
                      <a:pt x="24069" y="0"/>
                    </a:cubicBezTo>
                    <a:cubicBezTo>
                      <a:pt x="24069" y="0"/>
                      <a:pt x="42475" y="16733"/>
                      <a:pt x="42475" y="16733"/>
                    </a:cubicBezTo>
                    <a:cubicBezTo>
                      <a:pt x="42475" y="16733"/>
                      <a:pt x="32564" y="25742"/>
                      <a:pt x="32564" y="25742"/>
                    </a:cubicBezTo>
                    <a:cubicBezTo>
                      <a:pt x="32564" y="25742"/>
                      <a:pt x="48138" y="83663"/>
                      <a:pt x="48138" y="83663"/>
                    </a:cubicBezTo>
                    <a:cubicBezTo>
                      <a:pt x="48138" y="83663"/>
                      <a:pt x="0" y="83663"/>
                      <a:pt x="0" y="83663"/>
                    </a:cubicBezTo>
                    <a:cubicBezTo>
                      <a:pt x="0" y="83663"/>
                      <a:pt x="16990" y="25742"/>
                      <a:pt x="16990" y="25742"/>
                    </a:cubicBezTo>
                    <a:cubicBezTo>
                      <a:pt x="16990" y="25742"/>
                      <a:pt x="7079" y="16733"/>
                      <a:pt x="7079" y="16733"/>
                    </a:cubicBezTo>
                    <a:close/>
                  </a:path>
                </a:pathLst>
              </a:custGeom>
              <a:solidFill>
                <a:srgbClr val="3B434F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99" name="자유형: 도형 98">
                <a:extLst>
                  <a:ext uri="{FF2B5EF4-FFF2-40B4-BE49-F238E27FC236}">
                    <a16:creationId xmlns:a16="http://schemas.microsoft.com/office/drawing/2014/main" id="{9246CCFC-61C7-436E-A2DB-41A45D07F3AA}"/>
                  </a:ext>
                </a:extLst>
              </p:cNvPr>
              <p:cNvSpPr/>
              <p:nvPr/>
            </p:nvSpPr>
            <p:spPr>
              <a:xfrm>
                <a:off x="673681" y="8330845"/>
                <a:ext cx="418093" cy="134547"/>
              </a:xfrm>
              <a:custGeom>
                <a:avLst/>
                <a:gdLst>
                  <a:gd name="connsiteX0" fmla="*/ 410639 w 418093"/>
                  <a:gd name="connsiteY0" fmla="*/ 134548 h 134547"/>
                  <a:gd name="connsiteX1" fmla="*/ 410639 w 418093"/>
                  <a:gd name="connsiteY1" fmla="*/ 134548 h 134547"/>
                  <a:gd name="connsiteX2" fmla="*/ 7813 w 418093"/>
                  <a:gd name="connsiteY2" fmla="*/ 134548 h 134547"/>
                  <a:gd name="connsiteX3" fmla="*/ 7813 w 418093"/>
                  <a:gd name="connsiteY3" fmla="*/ 134548 h 134547"/>
                  <a:gd name="connsiteX4" fmla="*/ 0 w 418093"/>
                  <a:gd name="connsiteY4" fmla="*/ 134548 h 134547"/>
                  <a:gd name="connsiteX5" fmla="*/ 1950 w 418093"/>
                  <a:gd name="connsiteY5" fmla="*/ 104262 h 134547"/>
                  <a:gd name="connsiteX6" fmla="*/ 115655 w 418093"/>
                  <a:gd name="connsiteY6" fmla="*/ 0 h 134547"/>
                  <a:gd name="connsiteX7" fmla="*/ 168746 w 418093"/>
                  <a:gd name="connsiteY7" fmla="*/ 0 h 134547"/>
                  <a:gd name="connsiteX8" fmla="*/ 168746 w 418093"/>
                  <a:gd name="connsiteY8" fmla="*/ 6042 h 134547"/>
                  <a:gd name="connsiteX9" fmla="*/ 119216 w 418093"/>
                  <a:gd name="connsiteY9" fmla="*/ 6042 h 134547"/>
                  <a:gd name="connsiteX10" fmla="*/ 9626 w 418093"/>
                  <a:gd name="connsiteY10" fmla="*/ 106398 h 134547"/>
                  <a:gd name="connsiteX11" fmla="*/ 8273 w 418093"/>
                  <a:gd name="connsiteY11" fmla="*/ 127408 h 134547"/>
                  <a:gd name="connsiteX12" fmla="*/ 409574 w 418093"/>
                  <a:gd name="connsiteY12" fmla="*/ 127408 h 134547"/>
                  <a:gd name="connsiteX13" fmla="*/ 408824 w 418093"/>
                  <a:gd name="connsiteY13" fmla="*/ 106398 h 134547"/>
                  <a:gd name="connsiteX14" fmla="*/ 299236 w 418093"/>
                  <a:gd name="connsiteY14" fmla="*/ 6042 h 134547"/>
                  <a:gd name="connsiteX15" fmla="*/ 249090 w 418093"/>
                  <a:gd name="connsiteY15" fmla="*/ 6042 h 134547"/>
                  <a:gd name="connsiteX16" fmla="*/ 249090 w 418093"/>
                  <a:gd name="connsiteY16" fmla="*/ 0 h 134547"/>
                  <a:gd name="connsiteX17" fmla="*/ 302437 w 418093"/>
                  <a:gd name="connsiteY17" fmla="*/ 0 h 134547"/>
                  <a:gd name="connsiteX18" fmla="*/ 416142 w 418093"/>
                  <a:gd name="connsiteY18" fmla="*/ 104262 h 134547"/>
                  <a:gd name="connsiteX19" fmla="*/ 418093 w 418093"/>
                  <a:gd name="connsiteY19" fmla="*/ 134548 h 134547"/>
                  <a:gd name="connsiteX20" fmla="*/ 410639 w 418093"/>
                  <a:gd name="connsiteY20" fmla="*/ 134548 h 134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418093" h="134547">
                    <a:moveTo>
                      <a:pt x="410639" y="134548"/>
                    </a:moveTo>
                    <a:cubicBezTo>
                      <a:pt x="410639" y="134548"/>
                      <a:pt x="410639" y="134548"/>
                      <a:pt x="410639" y="134548"/>
                    </a:cubicBezTo>
                    <a:cubicBezTo>
                      <a:pt x="410639" y="134548"/>
                      <a:pt x="7813" y="134548"/>
                      <a:pt x="7813" y="134548"/>
                    </a:cubicBezTo>
                    <a:cubicBezTo>
                      <a:pt x="7813" y="134548"/>
                      <a:pt x="7813" y="134548"/>
                      <a:pt x="7813" y="134548"/>
                    </a:cubicBezTo>
                    <a:cubicBezTo>
                      <a:pt x="7813" y="134548"/>
                      <a:pt x="0" y="134548"/>
                      <a:pt x="0" y="134548"/>
                    </a:cubicBezTo>
                    <a:cubicBezTo>
                      <a:pt x="0" y="134548"/>
                      <a:pt x="1950" y="104262"/>
                      <a:pt x="1950" y="104262"/>
                    </a:cubicBezTo>
                    <a:cubicBezTo>
                      <a:pt x="5757" y="45129"/>
                      <a:pt x="57007" y="0"/>
                      <a:pt x="115655" y="0"/>
                    </a:cubicBezTo>
                    <a:cubicBezTo>
                      <a:pt x="115655" y="0"/>
                      <a:pt x="168746" y="0"/>
                      <a:pt x="168746" y="0"/>
                    </a:cubicBezTo>
                    <a:cubicBezTo>
                      <a:pt x="168746" y="0"/>
                      <a:pt x="168746" y="6042"/>
                      <a:pt x="168746" y="6042"/>
                    </a:cubicBezTo>
                    <a:cubicBezTo>
                      <a:pt x="168746" y="6042"/>
                      <a:pt x="119216" y="6042"/>
                      <a:pt x="119216" y="6042"/>
                    </a:cubicBezTo>
                    <a:cubicBezTo>
                      <a:pt x="62690" y="6042"/>
                      <a:pt x="13296" y="49479"/>
                      <a:pt x="9626" y="106398"/>
                    </a:cubicBezTo>
                    <a:cubicBezTo>
                      <a:pt x="9626" y="106398"/>
                      <a:pt x="8273" y="127408"/>
                      <a:pt x="8273" y="127408"/>
                    </a:cubicBezTo>
                    <a:cubicBezTo>
                      <a:pt x="8273" y="127408"/>
                      <a:pt x="409574" y="127408"/>
                      <a:pt x="409574" y="127408"/>
                    </a:cubicBezTo>
                    <a:cubicBezTo>
                      <a:pt x="409574" y="127408"/>
                      <a:pt x="408824" y="106398"/>
                      <a:pt x="408824" y="106398"/>
                    </a:cubicBezTo>
                    <a:cubicBezTo>
                      <a:pt x="405154" y="49479"/>
                      <a:pt x="355760" y="6042"/>
                      <a:pt x="299236" y="6042"/>
                    </a:cubicBezTo>
                    <a:cubicBezTo>
                      <a:pt x="299236" y="6042"/>
                      <a:pt x="249090" y="6042"/>
                      <a:pt x="249090" y="6042"/>
                    </a:cubicBezTo>
                    <a:cubicBezTo>
                      <a:pt x="249090" y="6042"/>
                      <a:pt x="249090" y="0"/>
                      <a:pt x="249090" y="0"/>
                    </a:cubicBezTo>
                    <a:cubicBezTo>
                      <a:pt x="249090" y="0"/>
                      <a:pt x="302437" y="0"/>
                      <a:pt x="302437" y="0"/>
                    </a:cubicBezTo>
                    <a:cubicBezTo>
                      <a:pt x="361086" y="0"/>
                      <a:pt x="412335" y="45129"/>
                      <a:pt x="416142" y="104262"/>
                    </a:cubicBezTo>
                    <a:cubicBezTo>
                      <a:pt x="416142" y="104262"/>
                      <a:pt x="418093" y="134548"/>
                      <a:pt x="418093" y="134548"/>
                    </a:cubicBezTo>
                    <a:cubicBezTo>
                      <a:pt x="418093" y="134548"/>
                      <a:pt x="410639" y="134548"/>
                      <a:pt x="410639" y="134548"/>
                    </a:cubicBezTo>
                    <a:close/>
                  </a:path>
                </a:pathLst>
              </a:custGeom>
              <a:solidFill>
                <a:srgbClr val="3B434F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00" name="자유형: 도형 99">
                <a:extLst>
                  <a:ext uri="{FF2B5EF4-FFF2-40B4-BE49-F238E27FC236}">
                    <a16:creationId xmlns:a16="http://schemas.microsoft.com/office/drawing/2014/main" id="{33F62B75-4BB1-45BF-BD8D-376F2B0900DB}"/>
                  </a:ext>
                </a:extLst>
              </p:cNvPr>
              <p:cNvSpPr/>
              <p:nvPr/>
            </p:nvSpPr>
            <p:spPr>
              <a:xfrm>
                <a:off x="840011" y="8306905"/>
                <a:ext cx="82759" cy="73914"/>
              </a:xfrm>
              <a:custGeom>
                <a:avLst/>
                <a:gdLst>
                  <a:gd name="connsiteX0" fmla="*/ 6644 w 82759"/>
                  <a:gd name="connsiteY0" fmla="*/ 2178 h 73914"/>
                  <a:gd name="connsiteX1" fmla="*/ 6644 w 82759"/>
                  <a:gd name="connsiteY1" fmla="*/ 36048 h 73914"/>
                  <a:gd name="connsiteX2" fmla="*/ 41682 w 82759"/>
                  <a:gd name="connsiteY2" fmla="*/ 67874 h 73914"/>
                  <a:gd name="connsiteX3" fmla="*/ 76718 w 82759"/>
                  <a:gd name="connsiteY3" fmla="*/ 36048 h 73914"/>
                  <a:gd name="connsiteX4" fmla="*/ 76718 w 82759"/>
                  <a:gd name="connsiteY4" fmla="*/ 2877 h 73914"/>
                  <a:gd name="connsiteX5" fmla="*/ 82760 w 82759"/>
                  <a:gd name="connsiteY5" fmla="*/ 1043 h 73914"/>
                  <a:gd name="connsiteX6" fmla="*/ 82760 w 82759"/>
                  <a:gd name="connsiteY6" fmla="*/ 36279 h 73914"/>
                  <a:gd name="connsiteX7" fmla="*/ 41379 w 82759"/>
                  <a:gd name="connsiteY7" fmla="*/ 73914 h 73914"/>
                  <a:gd name="connsiteX8" fmla="*/ 0 w 82759"/>
                  <a:gd name="connsiteY8" fmla="*/ 36279 h 73914"/>
                  <a:gd name="connsiteX9" fmla="*/ 0 w 82759"/>
                  <a:gd name="connsiteY9" fmla="*/ 0 h 73914"/>
                  <a:gd name="connsiteX10" fmla="*/ 6644 w 82759"/>
                  <a:gd name="connsiteY10" fmla="*/ 2178 h 73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82759" h="73914">
                    <a:moveTo>
                      <a:pt x="6644" y="2178"/>
                    </a:moveTo>
                    <a:cubicBezTo>
                      <a:pt x="6644" y="2178"/>
                      <a:pt x="6644" y="36048"/>
                      <a:pt x="6644" y="36048"/>
                    </a:cubicBezTo>
                    <a:cubicBezTo>
                      <a:pt x="6644" y="53625"/>
                      <a:pt x="22330" y="67874"/>
                      <a:pt x="41682" y="67874"/>
                    </a:cubicBezTo>
                    <a:cubicBezTo>
                      <a:pt x="61032" y="67874"/>
                      <a:pt x="76718" y="53625"/>
                      <a:pt x="76718" y="36048"/>
                    </a:cubicBezTo>
                    <a:cubicBezTo>
                      <a:pt x="76718" y="36048"/>
                      <a:pt x="76718" y="2877"/>
                      <a:pt x="76718" y="2877"/>
                    </a:cubicBezTo>
                    <a:cubicBezTo>
                      <a:pt x="78751" y="2314"/>
                      <a:pt x="80766" y="1703"/>
                      <a:pt x="82760" y="1043"/>
                    </a:cubicBezTo>
                    <a:cubicBezTo>
                      <a:pt x="82760" y="1043"/>
                      <a:pt x="82760" y="36279"/>
                      <a:pt x="82760" y="36279"/>
                    </a:cubicBezTo>
                    <a:cubicBezTo>
                      <a:pt x="82760" y="57064"/>
                      <a:pt x="64233" y="73914"/>
                      <a:pt x="41379" y="73914"/>
                    </a:cubicBezTo>
                    <a:cubicBezTo>
                      <a:pt x="18526" y="73914"/>
                      <a:pt x="0" y="57064"/>
                      <a:pt x="0" y="36279"/>
                    </a:cubicBezTo>
                    <a:cubicBezTo>
                      <a:pt x="0" y="36279"/>
                      <a:pt x="0" y="0"/>
                      <a:pt x="0" y="0"/>
                    </a:cubicBezTo>
                    <a:cubicBezTo>
                      <a:pt x="2189" y="786"/>
                      <a:pt x="4405" y="1510"/>
                      <a:pt x="6644" y="2178"/>
                    </a:cubicBezTo>
                    <a:close/>
                  </a:path>
                </a:pathLst>
              </a:custGeom>
              <a:solidFill>
                <a:srgbClr val="3B434F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01" name="자유형: 도형 100">
                <a:extLst>
                  <a:ext uri="{FF2B5EF4-FFF2-40B4-BE49-F238E27FC236}">
                    <a16:creationId xmlns:a16="http://schemas.microsoft.com/office/drawing/2014/main" id="{96C05CBB-E1E9-49CA-8C89-4A4A6EF6E180}"/>
                  </a:ext>
                </a:extLst>
              </p:cNvPr>
              <p:cNvSpPr/>
              <p:nvPr/>
            </p:nvSpPr>
            <p:spPr>
              <a:xfrm>
                <a:off x="966104" y="8376470"/>
                <a:ext cx="24625" cy="61330"/>
              </a:xfrm>
              <a:custGeom>
                <a:avLst/>
                <a:gdLst>
                  <a:gd name="connsiteX0" fmla="*/ 24004 w 24625"/>
                  <a:gd name="connsiteY0" fmla="*/ 27015 h 61330"/>
                  <a:gd name="connsiteX1" fmla="*/ 6894 w 24625"/>
                  <a:gd name="connsiteY1" fmla="*/ 59459 h 61330"/>
                  <a:gd name="connsiteX2" fmla="*/ 2057 w 24625"/>
                  <a:gd name="connsiteY2" fmla="*/ 61006 h 61330"/>
                  <a:gd name="connsiteX3" fmla="*/ 357 w 24625"/>
                  <a:gd name="connsiteY3" fmla="*/ 56611 h 61330"/>
                  <a:gd name="connsiteX4" fmla="*/ 16882 w 24625"/>
                  <a:gd name="connsiteY4" fmla="*/ 25276 h 61330"/>
                  <a:gd name="connsiteX5" fmla="*/ 3970 w 24625"/>
                  <a:gd name="connsiteY5" fmla="*/ 4943 h 61330"/>
                  <a:gd name="connsiteX6" fmla="*/ 5297 w 24625"/>
                  <a:gd name="connsiteY6" fmla="*/ 442 h 61330"/>
                  <a:gd name="connsiteX7" fmla="*/ 10248 w 24625"/>
                  <a:gd name="connsiteY7" fmla="*/ 1648 h 61330"/>
                  <a:gd name="connsiteX8" fmla="*/ 24141 w 24625"/>
                  <a:gd name="connsiteY8" fmla="*/ 23526 h 61330"/>
                  <a:gd name="connsiteX9" fmla="*/ 24004 w 24625"/>
                  <a:gd name="connsiteY9" fmla="*/ 27015 h 613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4625" h="61330">
                    <a:moveTo>
                      <a:pt x="24004" y="27015"/>
                    </a:moveTo>
                    <a:cubicBezTo>
                      <a:pt x="24004" y="27015"/>
                      <a:pt x="6894" y="59459"/>
                      <a:pt x="6894" y="59459"/>
                    </a:cubicBezTo>
                    <a:cubicBezTo>
                      <a:pt x="6027" y="61100"/>
                      <a:pt x="3862" y="61792"/>
                      <a:pt x="2057" y="61006"/>
                    </a:cubicBezTo>
                    <a:cubicBezTo>
                      <a:pt x="254" y="60220"/>
                      <a:pt x="-508" y="58252"/>
                      <a:pt x="357" y="56611"/>
                    </a:cubicBezTo>
                    <a:cubicBezTo>
                      <a:pt x="357" y="56611"/>
                      <a:pt x="16882" y="25276"/>
                      <a:pt x="16882" y="25276"/>
                    </a:cubicBezTo>
                    <a:cubicBezTo>
                      <a:pt x="16882" y="25276"/>
                      <a:pt x="3970" y="4943"/>
                      <a:pt x="3970" y="4943"/>
                    </a:cubicBezTo>
                    <a:cubicBezTo>
                      <a:pt x="2969" y="3368"/>
                      <a:pt x="3562" y="1352"/>
                      <a:pt x="5297" y="442"/>
                    </a:cubicBezTo>
                    <a:cubicBezTo>
                      <a:pt x="7030" y="-468"/>
                      <a:pt x="9247" y="73"/>
                      <a:pt x="10248" y="1648"/>
                    </a:cubicBezTo>
                    <a:cubicBezTo>
                      <a:pt x="10248" y="1648"/>
                      <a:pt x="24141" y="23526"/>
                      <a:pt x="24141" y="23526"/>
                    </a:cubicBezTo>
                    <a:cubicBezTo>
                      <a:pt x="24858" y="24653"/>
                      <a:pt x="24753" y="26003"/>
                      <a:pt x="24004" y="27015"/>
                    </a:cubicBezTo>
                    <a:close/>
                  </a:path>
                </a:pathLst>
              </a:custGeom>
              <a:solidFill>
                <a:srgbClr val="3B434F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02" name="자유형: 도형 101">
                <a:extLst>
                  <a:ext uri="{FF2B5EF4-FFF2-40B4-BE49-F238E27FC236}">
                    <a16:creationId xmlns:a16="http://schemas.microsoft.com/office/drawing/2014/main" id="{02140476-EC04-4821-810D-63537A369826}"/>
                  </a:ext>
                </a:extLst>
              </p:cNvPr>
              <p:cNvSpPr/>
              <p:nvPr/>
            </p:nvSpPr>
            <p:spPr>
              <a:xfrm>
                <a:off x="772354" y="8376418"/>
                <a:ext cx="24759" cy="61519"/>
              </a:xfrm>
              <a:custGeom>
                <a:avLst/>
                <a:gdLst>
                  <a:gd name="connsiteX0" fmla="*/ 625 w 24759"/>
                  <a:gd name="connsiteY0" fmla="*/ 27098 h 61519"/>
                  <a:gd name="connsiteX1" fmla="*/ 17829 w 24759"/>
                  <a:gd name="connsiteY1" fmla="*/ 59642 h 61519"/>
                  <a:gd name="connsiteX2" fmla="*/ 22689 w 24759"/>
                  <a:gd name="connsiteY2" fmla="*/ 61194 h 61519"/>
                  <a:gd name="connsiteX3" fmla="*/ 24400 w 24759"/>
                  <a:gd name="connsiteY3" fmla="*/ 56784 h 61519"/>
                  <a:gd name="connsiteX4" fmla="*/ 7786 w 24759"/>
                  <a:gd name="connsiteY4" fmla="*/ 25353 h 61519"/>
                  <a:gd name="connsiteX5" fmla="*/ 20768 w 24759"/>
                  <a:gd name="connsiteY5" fmla="*/ 4958 h 61519"/>
                  <a:gd name="connsiteX6" fmla="*/ 19434 w 24759"/>
                  <a:gd name="connsiteY6" fmla="*/ 443 h 61519"/>
                  <a:gd name="connsiteX7" fmla="*/ 14456 w 24759"/>
                  <a:gd name="connsiteY7" fmla="*/ 1653 h 61519"/>
                  <a:gd name="connsiteX8" fmla="*/ 488 w 24759"/>
                  <a:gd name="connsiteY8" fmla="*/ 23599 h 61519"/>
                  <a:gd name="connsiteX9" fmla="*/ 625 w 24759"/>
                  <a:gd name="connsiteY9" fmla="*/ 27098 h 615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4759" h="61519">
                    <a:moveTo>
                      <a:pt x="625" y="27098"/>
                    </a:moveTo>
                    <a:cubicBezTo>
                      <a:pt x="625" y="27098"/>
                      <a:pt x="17829" y="59642"/>
                      <a:pt x="17829" y="59642"/>
                    </a:cubicBezTo>
                    <a:cubicBezTo>
                      <a:pt x="18698" y="61288"/>
                      <a:pt x="20874" y="61983"/>
                      <a:pt x="22689" y="61194"/>
                    </a:cubicBezTo>
                    <a:cubicBezTo>
                      <a:pt x="24504" y="60405"/>
                      <a:pt x="25270" y="58431"/>
                      <a:pt x="24400" y="56784"/>
                    </a:cubicBezTo>
                    <a:cubicBezTo>
                      <a:pt x="24400" y="56784"/>
                      <a:pt x="7786" y="25353"/>
                      <a:pt x="7786" y="25353"/>
                    </a:cubicBezTo>
                    <a:cubicBezTo>
                      <a:pt x="7786" y="25353"/>
                      <a:pt x="20768" y="4958"/>
                      <a:pt x="20768" y="4958"/>
                    </a:cubicBezTo>
                    <a:cubicBezTo>
                      <a:pt x="21773" y="3378"/>
                      <a:pt x="21177" y="1357"/>
                      <a:pt x="19434" y="443"/>
                    </a:cubicBezTo>
                    <a:cubicBezTo>
                      <a:pt x="17692" y="-469"/>
                      <a:pt x="15463" y="73"/>
                      <a:pt x="14456" y="1653"/>
                    </a:cubicBezTo>
                    <a:cubicBezTo>
                      <a:pt x="14456" y="1653"/>
                      <a:pt x="488" y="23599"/>
                      <a:pt x="488" y="23599"/>
                    </a:cubicBezTo>
                    <a:cubicBezTo>
                      <a:pt x="-233" y="24729"/>
                      <a:pt x="-128" y="26084"/>
                      <a:pt x="625" y="27098"/>
                    </a:cubicBezTo>
                    <a:close/>
                  </a:path>
                </a:pathLst>
              </a:custGeom>
              <a:solidFill>
                <a:srgbClr val="3B434F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03" name="자유형: 도형 102">
                <a:extLst>
                  <a:ext uri="{FF2B5EF4-FFF2-40B4-BE49-F238E27FC236}">
                    <a16:creationId xmlns:a16="http://schemas.microsoft.com/office/drawing/2014/main" id="{397C4CB1-45C0-48EF-99B3-9998FD96D691}"/>
                  </a:ext>
                </a:extLst>
              </p:cNvPr>
              <p:cNvSpPr/>
              <p:nvPr/>
            </p:nvSpPr>
            <p:spPr>
              <a:xfrm>
                <a:off x="840011" y="8329747"/>
                <a:ext cx="6644" cy="133448"/>
              </a:xfrm>
              <a:custGeom>
                <a:avLst/>
                <a:gdLst>
                  <a:gd name="connsiteX0" fmla="*/ 0 w 6644"/>
                  <a:gd name="connsiteY0" fmla="*/ 0 h 133448"/>
                  <a:gd name="connsiteX1" fmla="*/ 6644 w 6644"/>
                  <a:gd name="connsiteY1" fmla="*/ 0 h 133448"/>
                  <a:gd name="connsiteX2" fmla="*/ 6644 w 6644"/>
                  <a:gd name="connsiteY2" fmla="*/ 133449 h 133448"/>
                  <a:gd name="connsiteX3" fmla="*/ 0 w 6644"/>
                  <a:gd name="connsiteY3" fmla="*/ 133449 h 133448"/>
                  <a:gd name="connsiteX4" fmla="*/ 0 w 6644"/>
                  <a:gd name="connsiteY4" fmla="*/ 0 h 1334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644" h="133448">
                    <a:moveTo>
                      <a:pt x="0" y="0"/>
                    </a:moveTo>
                    <a:cubicBezTo>
                      <a:pt x="0" y="0"/>
                      <a:pt x="6644" y="0"/>
                      <a:pt x="6644" y="0"/>
                    </a:cubicBezTo>
                    <a:cubicBezTo>
                      <a:pt x="6644" y="0"/>
                      <a:pt x="6644" y="133449"/>
                      <a:pt x="6644" y="133449"/>
                    </a:cubicBezTo>
                    <a:cubicBezTo>
                      <a:pt x="6644" y="133449"/>
                      <a:pt x="0" y="133449"/>
                      <a:pt x="0" y="133449"/>
                    </a:cubicBezTo>
                    <a:cubicBezTo>
                      <a:pt x="0" y="133449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3B434F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04" name="자유형: 도형 103">
                <a:extLst>
                  <a:ext uri="{FF2B5EF4-FFF2-40B4-BE49-F238E27FC236}">
                    <a16:creationId xmlns:a16="http://schemas.microsoft.com/office/drawing/2014/main" id="{AF5B76A6-EBF3-4F9B-B19C-1514EE622CC9}"/>
                  </a:ext>
                </a:extLst>
              </p:cNvPr>
              <p:cNvSpPr/>
              <p:nvPr/>
            </p:nvSpPr>
            <p:spPr>
              <a:xfrm>
                <a:off x="916729" y="8330845"/>
                <a:ext cx="6645" cy="133448"/>
              </a:xfrm>
              <a:custGeom>
                <a:avLst/>
                <a:gdLst>
                  <a:gd name="connsiteX0" fmla="*/ 0 w 6645"/>
                  <a:gd name="connsiteY0" fmla="*/ 0 h 133448"/>
                  <a:gd name="connsiteX1" fmla="*/ 6646 w 6645"/>
                  <a:gd name="connsiteY1" fmla="*/ 0 h 133448"/>
                  <a:gd name="connsiteX2" fmla="*/ 6646 w 6645"/>
                  <a:gd name="connsiteY2" fmla="*/ 133449 h 133448"/>
                  <a:gd name="connsiteX3" fmla="*/ 0 w 6645"/>
                  <a:gd name="connsiteY3" fmla="*/ 133449 h 133448"/>
                  <a:gd name="connsiteX4" fmla="*/ 0 w 6645"/>
                  <a:gd name="connsiteY4" fmla="*/ 0 h 1334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645" h="133448">
                    <a:moveTo>
                      <a:pt x="0" y="0"/>
                    </a:moveTo>
                    <a:cubicBezTo>
                      <a:pt x="0" y="0"/>
                      <a:pt x="6646" y="0"/>
                      <a:pt x="6646" y="0"/>
                    </a:cubicBezTo>
                    <a:cubicBezTo>
                      <a:pt x="6646" y="0"/>
                      <a:pt x="6646" y="133449"/>
                      <a:pt x="6646" y="133449"/>
                    </a:cubicBezTo>
                    <a:cubicBezTo>
                      <a:pt x="6646" y="133449"/>
                      <a:pt x="0" y="133449"/>
                      <a:pt x="0" y="133449"/>
                    </a:cubicBezTo>
                    <a:cubicBezTo>
                      <a:pt x="0" y="133449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3B434F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05" name="자유형: 도형 104">
                <a:extLst>
                  <a:ext uri="{FF2B5EF4-FFF2-40B4-BE49-F238E27FC236}">
                    <a16:creationId xmlns:a16="http://schemas.microsoft.com/office/drawing/2014/main" id="{8EA11A7C-8887-435C-AC53-F42613CE525A}"/>
                  </a:ext>
                </a:extLst>
              </p:cNvPr>
              <p:cNvSpPr/>
              <p:nvPr/>
            </p:nvSpPr>
            <p:spPr>
              <a:xfrm>
                <a:off x="855413" y="8401604"/>
                <a:ext cx="55208" cy="61444"/>
              </a:xfrm>
              <a:custGeom>
                <a:avLst/>
                <a:gdLst>
                  <a:gd name="connsiteX0" fmla="*/ 48300 w 55208"/>
                  <a:gd name="connsiteY0" fmla="*/ 61347 h 61444"/>
                  <a:gd name="connsiteX1" fmla="*/ 31177 w 55208"/>
                  <a:gd name="connsiteY1" fmla="*/ 3251 h 61444"/>
                  <a:gd name="connsiteX2" fmla="*/ 34737 w 55208"/>
                  <a:gd name="connsiteY2" fmla="*/ 2281 h 61444"/>
                  <a:gd name="connsiteX3" fmla="*/ 37098 w 55208"/>
                  <a:gd name="connsiteY3" fmla="*/ 0 h 61444"/>
                  <a:gd name="connsiteX4" fmla="*/ 55209 w 55208"/>
                  <a:gd name="connsiteY4" fmla="*/ 61444 h 61444"/>
                  <a:gd name="connsiteX5" fmla="*/ 48300 w 55208"/>
                  <a:gd name="connsiteY5" fmla="*/ 61347 h 61444"/>
                  <a:gd name="connsiteX6" fmla="*/ 0 w 55208"/>
                  <a:gd name="connsiteY6" fmla="*/ 60661 h 61444"/>
                  <a:gd name="connsiteX7" fmla="*/ 17876 w 55208"/>
                  <a:gd name="connsiteY7" fmla="*/ 283 h 61444"/>
                  <a:gd name="connsiteX8" fmla="*/ 19032 w 55208"/>
                  <a:gd name="connsiteY8" fmla="*/ 1183 h 61444"/>
                  <a:gd name="connsiteX9" fmla="*/ 22656 w 55208"/>
                  <a:gd name="connsiteY9" fmla="*/ 3379 h 61444"/>
                  <a:gd name="connsiteX10" fmla="*/ 23851 w 55208"/>
                  <a:gd name="connsiteY10" fmla="*/ 3488 h 61444"/>
                  <a:gd name="connsiteX11" fmla="*/ 6894 w 55208"/>
                  <a:gd name="connsiteY11" fmla="*/ 60758 h 61444"/>
                  <a:gd name="connsiteX12" fmla="*/ 0 w 55208"/>
                  <a:gd name="connsiteY12" fmla="*/ 60661 h 614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5208" h="61444">
                    <a:moveTo>
                      <a:pt x="48300" y="61347"/>
                    </a:moveTo>
                    <a:cubicBezTo>
                      <a:pt x="48300" y="61347"/>
                      <a:pt x="31177" y="3251"/>
                      <a:pt x="31177" y="3251"/>
                    </a:cubicBezTo>
                    <a:cubicBezTo>
                      <a:pt x="31177" y="3251"/>
                      <a:pt x="34737" y="2281"/>
                      <a:pt x="34737" y="2281"/>
                    </a:cubicBezTo>
                    <a:cubicBezTo>
                      <a:pt x="34737" y="2281"/>
                      <a:pt x="37098" y="0"/>
                      <a:pt x="37098" y="0"/>
                    </a:cubicBezTo>
                    <a:cubicBezTo>
                      <a:pt x="37098" y="0"/>
                      <a:pt x="55209" y="61444"/>
                      <a:pt x="55209" y="61444"/>
                    </a:cubicBezTo>
                    <a:cubicBezTo>
                      <a:pt x="55209" y="61444"/>
                      <a:pt x="48300" y="61347"/>
                      <a:pt x="48300" y="61347"/>
                    </a:cubicBezTo>
                    <a:close/>
                    <a:moveTo>
                      <a:pt x="0" y="60661"/>
                    </a:moveTo>
                    <a:cubicBezTo>
                      <a:pt x="0" y="60661"/>
                      <a:pt x="17876" y="283"/>
                      <a:pt x="17876" y="283"/>
                    </a:cubicBezTo>
                    <a:cubicBezTo>
                      <a:pt x="17876" y="283"/>
                      <a:pt x="19032" y="1183"/>
                      <a:pt x="19032" y="1183"/>
                    </a:cubicBezTo>
                    <a:cubicBezTo>
                      <a:pt x="19032" y="1183"/>
                      <a:pt x="22656" y="3379"/>
                      <a:pt x="22656" y="3379"/>
                    </a:cubicBezTo>
                    <a:cubicBezTo>
                      <a:pt x="22656" y="3379"/>
                      <a:pt x="23851" y="3488"/>
                      <a:pt x="23851" y="3488"/>
                    </a:cubicBezTo>
                    <a:cubicBezTo>
                      <a:pt x="23851" y="3488"/>
                      <a:pt x="6894" y="60758"/>
                      <a:pt x="6894" y="60758"/>
                    </a:cubicBezTo>
                    <a:cubicBezTo>
                      <a:pt x="6894" y="60758"/>
                      <a:pt x="0" y="60661"/>
                      <a:pt x="0" y="60661"/>
                    </a:cubicBezTo>
                    <a:close/>
                  </a:path>
                </a:pathLst>
              </a:custGeom>
              <a:solidFill>
                <a:srgbClr val="3B434F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06" name="자유형: 도형 105">
                <a:extLst>
                  <a:ext uri="{FF2B5EF4-FFF2-40B4-BE49-F238E27FC236}">
                    <a16:creationId xmlns:a16="http://schemas.microsoft.com/office/drawing/2014/main" id="{AC461521-7098-43F1-A9E1-9E7175B75458}"/>
                  </a:ext>
                </a:extLst>
              </p:cNvPr>
              <p:cNvSpPr/>
              <p:nvPr/>
            </p:nvSpPr>
            <p:spPr>
              <a:xfrm>
                <a:off x="841825" y="8375048"/>
                <a:ext cx="80926" cy="40917"/>
              </a:xfrm>
              <a:custGeom>
                <a:avLst/>
                <a:gdLst>
                  <a:gd name="connsiteX0" fmla="*/ 80926 w 80926"/>
                  <a:gd name="connsiteY0" fmla="*/ 36544 h 40917"/>
                  <a:gd name="connsiteX1" fmla="*/ 76227 w 80926"/>
                  <a:gd name="connsiteY1" fmla="*/ 40815 h 40917"/>
                  <a:gd name="connsiteX2" fmla="*/ 57944 w 80926"/>
                  <a:gd name="connsiteY2" fmla="*/ 24194 h 40917"/>
                  <a:gd name="connsiteX3" fmla="*/ 41076 w 80926"/>
                  <a:gd name="connsiteY3" fmla="*/ 32681 h 40917"/>
                  <a:gd name="connsiteX4" fmla="*/ 23796 w 80926"/>
                  <a:gd name="connsiteY4" fmla="*/ 23568 h 40917"/>
                  <a:gd name="connsiteX5" fmla="*/ 4710 w 80926"/>
                  <a:gd name="connsiteY5" fmla="*/ 40918 h 40917"/>
                  <a:gd name="connsiteX6" fmla="*/ 0 w 80926"/>
                  <a:gd name="connsiteY6" fmla="*/ 36635 h 40917"/>
                  <a:gd name="connsiteX7" fmla="*/ 37575 w 80926"/>
                  <a:gd name="connsiteY7" fmla="*/ 2476 h 40917"/>
                  <a:gd name="connsiteX8" fmla="*/ 40513 w 80926"/>
                  <a:gd name="connsiteY8" fmla="*/ 0 h 40917"/>
                  <a:gd name="connsiteX9" fmla="*/ 43452 w 80926"/>
                  <a:gd name="connsiteY9" fmla="*/ 2476 h 40917"/>
                  <a:gd name="connsiteX10" fmla="*/ 80926 w 80926"/>
                  <a:gd name="connsiteY10" fmla="*/ 36544 h 40917"/>
                  <a:gd name="connsiteX11" fmla="*/ 27493 w 80926"/>
                  <a:gd name="connsiteY11" fmla="*/ 20208 h 40917"/>
                  <a:gd name="connsiteX12" fmla="*/ 40774 w 80926"/>
                  <a:gd name="connsiteY12" fmla="*/ 27739 h 40917"/>
                  <a:gd name="connsiteX13" fmla="*/ 53884 w 80926"/>
                  <a:gd name="connsiteY13" fmla="*/ 20503 h 40917"/>
                  <a:gd name="connsiteX14" fmla="*/ 40525 w 80926"/>
                  <a:gd name="connsiteY14" fmla="*/ 8360 h 40917"/>
                  <a:gd name="connsiteX15" fmla="*/ 27493 w 80926"/>
                  <a:gd name="connsiteY15" fmla="*/ 20208 h 409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80926" h="40917">
                    <a:moveTo>
                      <a:pt x="80926" y="36544"/>
                    </a:moveTo>
                    <a:cubicBezTo>
                      <a:pt x="80926" y="36544"/>
                      <a:pt x="76227" y="40815"/>
                      <a:pt x="76227" y="40815"/>
                    </a:cubicBezTo>
                    <a:cubicBezTo>
                      <a:pt x="76227" y="40815"/>
                      <a:pt x="57944" y="24194"/>
                      <a:pt x="57944" y="24194"/>
                    </a:cubicBezTo>
                    <a:cubicBezTo>
                      <a:pt x="54416" y="29288"/>
                      <a:pt x="48186" y="32681"/>
                      <a:pt x="41076" y="32681"/>
                    </a:cubicBezTo>
                    <a:cubicBezTo>
                      <a:pt x="33678" y="32681"/>
                      <a:pt x="27235" y="29009"/>
                      <a:pt x="23796" y="23568"/>
                    </a:cubicBezTo>
                    <a:cubicBezTo>
                      <a:pt x="23796" y="23568"/>
                      <a:pt x="4710" y="40918"/>
                      <a:pt x="4710" y="40918"/>
                    </a:cubicBezTo>
                    <a:cubicBezTo>
                      <a:pt x="4710" y="40918"/>
                      <a:pt x="0" y="36635"/>
                      <a:pt x="0" y="36635"/>
                    </a:cubicBezTo>
                    <a:cubicBezTo>
                      <a:pt x="0" y="36635"/>
                      <a:pt x="37575" y="2476"/>
                      <a:pt x="37575" y="2476"/>
                    </a:cubicBezTo>
                    <a:cubicBezTo>
                      <a:pt x="37575" y="2476"/>
                      <a:pt x="40513" y="0"/>
                      <a:pt x="40513" y="0"/>
                    </a:cubicBezTo>
                    <a:cubicBezTo>
                      <a:pt x="40513" y="0"/>
                      <a:pt x="43452" y="2476"/>
                      <a:pt x="43452" y="2476"/>
                    </a:cubicBezTo>
                    <a:cubicBezTo>
                      <a:pt x="43452" y="2476"/>
                      <a:pt x="80926" y="36544"/>
                      <a:pt x="80926" y="36544"/>
                    </a:cubicBezTo>
                    <a:close/>
                    <a:moveTo>
                      <a:pt x="27493" y="20208"/>
                    </a:moveTo>
                    <a:cubicBezTo>
                      <a:pt x="29901" y="24668"/>
                      <a:pt x="34940" y="27739"/>
                      <a:pt x="40774" y="27739"/>
                    </a:cubicBezTo>
                    <a:cubicBezTo>
                      <a:pt x="46476" y="27739"/>
                      <a:pt x="51413" y="24799"/>
                      <a:pt x="53884" y="20503"/>
                    </a:cubicBezTo>
                    <a:cubicBezTo>
                      <a:pt x="53884" y="20503"/>
                      <a:pt x="40525" y="8360"/>
                      <a:pt x="40525" y="8360"/>
                    </a:cubicBezTo>
                    <a:cubicBezTo>
                      <a:pt x="40525" y="8360"/>
                      <a:pt x="27493" y="20208"/>
                      <a:pt x="27493" y="20208"/>
                    </a:cubicBezTo>
                    <a:close/>
                  </a:path>
                </a:pathLst>
              </a:custGeom>
              <a:solidFill>
                <a:srgbClr val="3B434F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07" name="자유형: 도형 106">
                <a:extLst>
                  <a:ext uri="{FF2B5EF4-FFF2-40B4-BE49-F238E27FC236}">
                    <a16:creationId xmlns:a16="http://schemas.microsoft.com/office/drawing/2014/main" id="{95E962F7-8542-4AB1-980E-D5372DC4DC6D}"/>
                  </a:ext>
                </a:extLst>
              </p:cNvPr>
              <p:cNvSpPr/>
              <p:nvPr/>
            </p:nvSpPr>
            <p:spPr>
              <a:xfrm>
                <a:off x="751217" y="7976081"/>
                <a:ext cx="263387" cy="342682"/>
              </a:xfrm>
              <a:custGeom>
                <a:avLst/>
                <a:gdLst>
                  <a:gd name="connsiteX0" fmla="*/ 131694 w 263387"/>
                  <a:gd name="connsiteY0" fmla="*/ 0 h 342682"/>
                  <a:gd name="connsiteX1" fmla="*/ 263268 w 263387"/>
                  <a:gd name="connsiteY1" fmla="*/ 130775 h 342682"/>
                  <a:gd name="connsiteX2" fmla="*/ 259044 w 263387"/>
                  <a:gd name="connsiteY2" fmla="*/ 225481 h 342682"/>
                  <a:gd name="connsiteX3" fmla="*/ 132228 w 263387"/>
                  <a:gd name="connsiteY3" fmla="*/ 342683 h 342682"/>
                  <a:gd name="connsiteX4" fmla="*/ 4344 w 263387"/>
                  <a:gd name="connsiteY4" fmla="*/ 225481 h 342682"/>
                  <a:gd name="connsiteX5" fmla="*/ 119 w 263387"/>
                  <a:gd name="connsiteY5" fmla="*/ 130775 h 342682"/>
                  <a:gd name="connsiteX6" fmla="*/ 131694 w 263387"/>
                  <a:gd name="connsiteY6" fmla="*/ 0 h 3426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63387" h="342682">
                    <a:moveTo>
                      <a:pt x="131694" y="0"/>
                    </a:moveTo>
                    <a:cubicBezTo>
                      <a:pt x="208190" y="0"/>
                      <a:pt x="266382" y="60988"/>
                      <a:pt x="263268" y="130775"/>
                    </a:cubicBezTo>
                    <a:cubicBezTo>
                      <a:pt x="263268" y="130775"/>
                      <a:pt x="259044" y="225481"/>
                      <a:pt x="259044" y="225481"/>
                    </a:cubicBezTo>
                    <a:cubicBezTo>
                      <a:pt x="247073" y="289779"/>
                      <a:pt x="198312" y="336199"/>
                      <a:pt x="132228" y="342683"/>
                    </a:cubicBezTo>
                    <a:cubicBezTo>
                      <a:pt x="67766" y="336524"/>
                      <a:pt x="18048" y="289763"/>
                      <a:pt x="4344" y="225481"/>
                    </a:cubicBezTo>
                    <a:cubicBezTo>
                      <a:pt x="4344" y="225481"/>
                      <a:pt x="119" y="130775"/>
                      <a:pt x="119" y="130775"/>
                    </a:cubicBezTo>
                    <a:cubicBezTo>
                      <a:pt x="-2995" y="60988"/>
                      <a:pt x="55198" y="0"/>
                      <a:pt x="13169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08" name="자유형: 도형 107">
                <a:extLst>
                  <a:ext uri="{FF2B5EF4-FFF2-40B4-BE49-F238E27FC236}">
                    <a16:creationId xmlns:a16="http://schemas.microsoft.com/office/drawing/2014/main" id="{79E1FC11-C64B-446C-8B1E-7600E2CD5ED6}"/>
                  </a:ext>
                </a:extLst>
              </p:cNvPr>
              <p:cNvSpPr/>
              <p:nvPr/>
            </p:nvSpPr>
            <p:spPr>
              <a:xfrm>
                <a:off x="742740" y="7966196"/>
                <a:ext cx="280323" cy="358058"/>
              </a:xfrm>
              <a:custGeom>
                <a:avLst/>
                <a:gdLst>
                  <a:gd name="connsiteX0" fmla="*/ 280197 w 280323"/>
                  <a:gd name="connsiteY0" fmla="*/ 136643 h 358058"/>
                  <a:gd name="connsiteX1" fmla="*/ 275699 w 280323"/>
                  <a:gd name="connsiteY1" fmla="*/ 235598 h 358058"/>
                  <a:gd name="connsiteX2" fmla="*/ 140730 w 280323"/>
                  <a:gd name="connsiteY2" fmla="*/ 358059 h 358058"/>
                  <a:gd name="connsiteX3" fmla="*/ 4624 w 280323"/>
                  <a:gd name="connsiteY3" fmla="*/ 235598 h 358058"/>
                  <a:gd name="connsiteX4" fmla="*/ 127 w 280323"/>
                  <a:gd name="connsiteY4" fmla="*/ 136643 h 358058"/>
                  <a:gd name="connsiteX5" fmla="*/ 140161 w 280323"/>
                  <a:gd name="connsiteY5" fmla="*/ 0 h 358058"/>
                  <a:gd name="connsiteX6" fmla="*/ 280197 w 280323"/>
                  <a:gd name="connsiteY6" fmla="*/ 136643 h 358058"/>
                  <a:gd name="connsiteX7" fmla="*/ 140171 w 280323"/>
                  <a:gd name="connsiteY7" fmla="*/ 7688 h 358058"/>
                  <a:gd name="connsiteX8" fmla="*/ 8597 w 280323"/>
                  <a:gd name="connsiteY8" fmla="*/ 138463 h 358058"/>
                  <a:gd name="connsiteX9" fmla="*/ 12821 w 280323"/>
                  <a:gd name="connsiteY9" fmla="*/ 233169 h 358058"/>
                  <a:gd name="connsiteX10" fmla="*/ 140705 w 280323"/>
                  <a:gd name="connsiteY10" fmla="*/ 350371 h 358058"/>
                  <a:gd name="connsiteX11" fmla="*/ 267521 w 280323"/>
                  <a:gd name="connsiteY11" fmla="*/ 233169 h 358058"/>
                  <a:gd name="connsiteX12" fmla="*/ 271746 w 280323"/>
                  <a:gd name="connsiteY12" fmla="*/ 138463 h 358058"/>
                  <a:gd name="connsiteX13" fmla="*/ 140171 w 280323"/>
                  <a:gd name="connsiteY13" fmla="*/ 7688 h 3580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80323" h="358058">
                    <a:moveTo>
                      <a:pt x="280197" y="136643"/>
                    </a:moveTo>
                    <a:cubicBezTo>
                      <a:pt x="280197" y="136643"/>
                      <a:pt x="275699" y="235598"/>
                      <a:pt x="275699" y="235598"/>
                    </a:cubicBezTo>
                    <a:cubicBezTo>
                      <a:pt x="262959" y="302782"/>
                      <a:pt x="211062" y="351286"/>
                      <a:pt x="140730" y="358059"/>
                    </a:cubicBezTo>
                    <a:cubicBezTo>
                      <a:pt x="72123" y="351624"/>
                      <a:pt x="19208" y="302765"/>
                      <a:pt x="4624" y="235598"/>
                    </a:cubicBezTo>
                    <a:cubicBezTo>
                      <a:pt x="4624" y="235598"/>
                      <a:pt x="127" y="136643"/>
                      <a:pt x="127" y="136643"/>
                    </a:cubicBezTo>
                    <a:cubicBezTo>
                      <a:pt x="-3187" y="63725"/>
                      <a:pt x="58747" y="0"/>
                      <a:pt x="140161" y="0"/>
                    </a:cubicBezTo>
                    <a:cubicBezTo>
                      <a:pt x="221577" y="0"/>
                      <a:pt x="283510" y="63725"/>
                      <a:pt x="280197" y="136643"/>
                    </a:cubicBezTo>
                    <a:close/>
                    <a:moveTo>
                      <a:pt x="140171" y="7688"/>
                    </a:moveTo>
                    <a:cubicBezTo>
                      <a:pt x="63675" y="7688"/>
                      <a:pt x="5482" y="68677"/>
                      <a:pt x="8597" y="138463"/>
                    </a:cubicBezTo>
                    <a:cubicBezTo>
                      <a:pt x="8597" y="138463"/>
                      <a:pt x="12821" y="233169"/>
                      <a:pt x="12821" y="233169"/>
                    </a:cubicBezTo>
                    <a:cubicBezTo>
                      <a:pt x="26525" y="297451"/>
                      <a:pt x="76243" y="344212"/>
                      <a:pt x="140705" y="350371"/>
                    </a:cubicBezTo>
                    <a:cubicBezTo>
                      <a:pt x="206789" y="343889"/>
                      <a:pt x="255550" y="297467"/>
                      <a:pt x="267521" y="233169"/>
                    </a:cubicBezTo>
                    <a:cubicBezTo>
                      <a:pt x="267521" y="233169"/>
                      <a:pt x="271746" y="138463"/>
                      <a:pt x="271746" y="138463"/>
                    </a:cubicBezTo>
                    <a:cubicBezTo>
                      <a:pt x="274859" y="68677"/>
                      <a:pt x="216667" y="7688"/>
                      <a:pt x="140171" y="7688"/>
                    </a:cubicBezTo>
                    <a:close/>
                  </a:path>
                </a:pathLst>
              </a:custGeom>
              <a:solidFill>
                <a:srgbClr val="3B434F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09" name="자유형: 도형 108">
                <a:extLst>
                  <a:ext uri="{FF2B5EF4-FFF2-40B4-BE49-F238E27FC236}">
                    <a16:creationId xmlns:a16="http://schemas.microsoft.com/office/drawing/2014/main" id="{70C39E05-11B3-4A46-9DA1-1F10337EA36B}"/>
                  </a:ext>
                </a:extLst>
              </p:cNvPr>
              <p:cNvSpPr/>
              <p:nvPr/>
            </p:nvSpPr>
            <p:spPr>
              <a:xfrm>
                <a:off x="818494" y="8230115"/>
                <a:ext cx="130189" cy="22747"/>
              </a:xfrm>
              <a:custGeom>
                <a:avLst/>
                <a:gdLst>
                  <a:gd name="connsiteX0" fmla="*/ 129649 w 130189"/>
                  <a:gd name="connsiteY0" fmla="*/ 5834 h 22747"/>
                  <a:gd name="connsiteX1" fmla="*/ 65012 w 130189"/>
                  <a:gd name="connsiteY1" fmla="*/ 22748 h 22747"/>
                  <a:gd name="connsiteX2" fmla="*/ 373 w 130189"/>
                  <a:gd name="connsiteY2" fmla="*/ 5834 h 22747"/>
                  <a:gd name="connsiteX3" fmla="*/ 899 w 130189"/>
                  <a:gd name="connsiteY3" fmla="*/ 1525 h 22747"/>
                  <a:gd name="connsiteX4" fmla="*/ 5207 w 130189"/>
                  <a:gd name="connsiteY4" fmla="*/ 331 h 22747"/>
                  <a:gd name="connsiteX5" fmla="*/ 65012 w 130189"/>
                  <a:gd name="connsiteY5" fmla="*/ 16158 h 22747"/>
                  <a:gd name="connsiteX6" fmla="*/ 124816 w 130189"/>
                  <a:gd name="connsiteY6" fmla="*/ 331 h 22747"/>
                  <a:gd name="connsiteX7" fmla="*/ 128802 w 130189"/>
                  <a:gd name="connsiteY7" fmla="*/ 609 h 22747"/>
                  <a:gd name="connsiteX8" fmla="*/ 129649 w 130189"/>
                  <a:gd name="connsiteY8" fmla="*/ 5834 h 227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30189" h="22747">
                    <a:moveTo>
                      <a:pt x="129649" y="5834"/>
                    </a:moveTo>
                    <a:cubicBezTo>
                      <a:pt x="118669" y="14501"/>
                      <a:pt x="93868" y="22748"/>
                      <a:pt x="65012" y="22748"/>
                    </a:cubicBezTo>
                    <a:cubicBezTo>
                      <a:pt x="36154" y="22748"/>
                      <a:pt x="11355" y="14501"/>
                      <a:pt x="373" y="5834"/>
                    </a:cubicBezTo>
                    <a:cubicBezTo>
                      <a:pt x="373" y="5834"/>
                      <a:pt x="-749" y="3024"/>
                      <a:pt x="899" y="1525"/>
                    </a:cubicBezTo>
                    <a:cubicBezTo>
                      <a:pt x="2578" y="-1"/>
                      <a:pt x="5207" y="331"/>
                      <a:pt x="5207" y="331"/>
                    </a:cubicBezTo>
                    <a:cubicBezTo>
                      <a:pt x="16176" y="9004"/>
                      <a:pt x="36144" y="16158"/>
                      <a:pt x="65012" y="16158"/>
                    </a:cubicBezTo>
                    <a:cubicBezTo>
                      <a:pt x="93879" y="16158"/>
                      <a:pt x="113848" y="9004"/>
                      <a:pt x="124816" y="331"/>
                    </a:cubicBezTo>
                    <a:cubicBezTo>
                      <a:pt x="124816" y="331"/>
                      <a:pt x="127499" y="-575"/>
                      <a:pt x="128802" y="609"/>
                    </a:cubicBezTo>
                    <a:cubicBezTo>
                      <a:pt x="131312" y="2892"/>
                      <a:pt x="129649" y="5834"/>
                      <a:pt x="129649" y="5834"/>
                    </a:cubicBezTo>
                    <a:close/>
                  </a:path>
                </a:pathLst>
              </a:custGeom>
              <a:solidFill>
                <a:srgbClr val="3B434F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10" name="자유형: 도형 109">
                <a:extLst>
                  <a:ext uri="{FF2B5EF4-FFF2-40B4-BE49-F238E27FC236}">
                    <a16:creationId xmlns:a16="http://schemas.microsoft.com/office/drawing/2014/main" id="{01F5A046-D6F1-4008-9BB0-6F78D175BEEA}"/>
                  </a:ext>
                </a:extLst>
              </p:cNvPr>
              <p:cNvSpPr/>
              <p:nvPr/>
            </p:nvSpPr>
            <p:spPr>
              <a:xfrm>
                <a:off x="863571" y="8266043"/>
                <a:ext cx="38660" cy="5490"/>
              </a:xfrm>
              <a:custGeom>
                <a:avLst/>
                <a:gdLst>
                  <a:gd name="connsiteX0" fmla="*/ 0 w 38660"/>
                  <a:gd name="connsiteY0" fmla="*/ 0 h 5490"/>
                  <a:gd name="connsiteX1" fmla="*/ 38661 w 38660"/>
                  <a:gd name="connsiteY1" fmla="*/ 0 h 5490"/>
                  <a:gd name="connsiteX2" fmla="*/ 38661 w 38660"/>
                  <a:gd name="connsiteY2" fmla="*/ 5491 h 5490"/>
                  <a:gd name="connsiteX3" fmla="*/ 0 w 38660"/>
                  <a:gd name="connsiteY3" fmla="*/ 5491 h 5490"/>
                  <a:gd name="connsiteX4" fmla="*/ 0 w 38660"/>
                  <a:gd name="connsiteY4" fmla="*/ 0 h 54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660" h="5490">
                    <a:moveTo>
                      <a:pt x="0" y="0"/>
                    </a:moveTo>
                    <a:cubicBezTo>
                      <a:pt x="0" y="0"/>
                      <a:pt x="38661" y="0"/>
                      <a:pt x="38661" y="0"/>
                    </a:cubicBezTo>
                    <a:cubicBezTo>
                      <a:pt x="38661" y="0"/>
                      <a:pt x="38661" y="5491"/>
                      <a:pt x="38661" y="5491"/>
                    </a:cubicBezTo>
                    <a:cubicBezTo>
                      <a:pt x="38661" y="5491"/>
                      <a:pt x="0" y="5491"/>
                      <a:pt x="0" y="5491"/>
                    </a:cubicBezTo>
                    <a:cubicBezTo>
                      <a:pt x="0" y="5491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3B434F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11" name="자유형: 도형 110">
                <a:extLst>
                  <a:ext uri="{FF2B5EF4-FFF2-40B4-BE49-F238E27FC236}">
                    <a16:creationId xmlns:a16="http://schemas.microsoft.com/office/drawing/2014/main" id="{7276F1A8-5015-4E4C-89CB-4C2B3E768C3A}"/>
                  </a:ext>
                </a:extLst>
              </p:cNvPr>
              <p:cNvSpPr/>
              <p:nvPr/>
            </p:nvSpPr>
            <p:spPr>
              <a:xfrm>
                <a:off x="713968" y="8112267"/>
                <a:ext cx="33824" cy="88978"/>
              </a:xfrm>
              <a:custGeom>
                <a:avLst/>
                <a:gdLst>
                  <a:gd name="connsiteX0" fmla="*/ 29908 w 33824"/>
                  <a:gd name="connsiteY0" fmla="*/ 2676 h 88978"/>
                  <a:gd name="connsiteX1" fmla="*/ 25656 w 33824"/>
                  <a:gd name="connsiteY1" fmla="*/ 820 h 88978"/>
                  <a:gd name="connsiteX2" fmla="*/ 20591 w 33824"/>
                  <a:gd name="connsiteY2" fmla="*/ 18 h 88978"/>
                  <a:gd name="connsiteX3" fmla="*/ 19081 w 33824"/>
                  <a:gd name="connsiteY3" fmla="*/ 8 h 88978"/>
                  <a:gd name="connsiteX4" fmla="*/ 17503 w 33824"/>
                  <a:gd name="connsiteY4" fmla="*/ 105 h 88978"/>
                  <a:gd name="connsiteX5" fmla="*/ 14208 w 33824"/>
                  <a:gd name="connsiteY5" fmla="*/ 686 h 88978"/>
                  <a:gd name="connsiteX6" fmla="*/ 2523 w 33824"/>
                  <a:gd name="connsiteY6" fmla="*/ 10535 h 88978"/>
                  <a:gd name="connsiteX7" fmla="*/ 62 w 33824"/>
                  <a:gd name="connsiteY7" fmla="*/ 21742 h 88978"/>
                  <a:gd name="connsiteX8" fmla="*/ 11 w 33824"/>
                  <a:gd name="connsiteY8" fmla="*/ 25371 h 88978"/>
                  <a:gd name="connsiteX9" fmla="*/ 222 w 33824"/>
                  <a:gd name="connsiteY9" fmla="*/ 29361 h 88978"/>
                  <a:gd name="connsiteX10" fmla="*/ 1494 w 33824"/>
                  <a:gd name="connsiteY10" fmla="*/ 38493 h 88978"/>
                  <a:gd name="connsiteX11" fmla="*/ 4847 w 33824"/>
                  <a:gd name="connsiteY11" fmla="*/ 59989 h 88978"/>
                  <a:gd name="connsiteX12" fmla="*/ 33824 w 33824"/>
                  <a:gd name="connsiteY12" fmla="*/ 88979 h 88978"/>
                  <a:gd name="connsiteX13" fmla="*/ 29908 w 33824"/>
                  <a:gd name="connsiteY13" fmla="*/ 2676 h 88978"/>
                  <a:gd name="connsiteX14" fmla="*/ 29908 w 33824"/>
                  <a:gd name="connsiteY14" fmla="*/ 2676 h 889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3824" h="88978">
                    <a:moveTo>
                      <a:pt x="29908" y="2676"/>
                    </a:moveTo>
                    <a:cubicBezTo>
                      <a:pt x="29891" y="2678"/>
                      <a:pt x="28426" y="1613"/>
                      <a:pt x="25656" y="820"/>
                    </a:cubicBezTo>
                    <a:cubicBezTo>
                      <a:pt x="24272" y="425"/>
                      <a:pt x="22551" y="99"/>
                      <a:pt x="20591" y="18"/>
                    </a:cubicBezTo>
                    <a:cubicBezTo>
                      <a:pt x="20101" y="-1"/>
                      <a:pt x="19597" y="-6"/>
                      <a:pt x="19081" y="8"/>
                    </a:cubicBezTo>
                    <a:cubicBezTo>
                      <a:pt x="18566" y="21"/>
                      <a:pt x="18038" y="52"/>
                      <a:pt x="17503" y="105"/>
                    </a:cubicBezTo>
                    <a:cubicBezTo>
                      <a:pt x="16429" y="209"/>
                      <a:pt x="15322" y="395"/>
                      <a:pt x="14208" y="686"/>
                    </a:cubicBezTo>
                    <a:cubicBezTo>
                      <a:pt x="9747" y="1853"/>
                      <a:pt x="5196" y="4687"/>
                      <a:pt x="2523" y="10535"/>
                    </a:cubicBezTo>
                    <a:cubicBezTo>
                      <a:pt x="1181" y="13460"/>
                      <a:pt x="296" y="17140"/>
                      <a:pt x="62" y="21742"/>
                    </a:cubicBezTo>
                    <a:cubicBezTo>
                      <a:pt x="3" y="22893"/>
                      <a:pt x="-14" y="24102"/>
                      <a:pt x="11" y="25371"/>
                    </a:cubicBezTo>
                    <a:cubicBezTo>
                      <a:pt x="37" y="26640"/>
                      <a:pt x="106" y="27968"/>
                      <a:pt x="222" y="29361"/>
                    </a:cubicBezTo>
                    <a:cubicBezTo>
                      <a:pt x="453" y="32146"/>
                      <a:pt x="871" y="35182"/>
                      <a:pt x="1494" y="38493"/>
                    </a:cubicBezTo>
                    <a:cubicBezTo>
                      <a:pt x="1480" y="38489"/>
                      <a:pt x="913" y="48494"/>
                      <a:pt x="4847" y="59989"/>
                    </a:cubicBezTo>
                    <a:cubicBezTo>
                      <a:pt x="8546" y="71228"/>
                      <a:pt x="17428" y="85034"/>
                      <a:pt x="33824" y="88979"/>
                    </a:cubicBezTo>
                    <a:cubicBezTo>
                      <a:pt x="31938" y="60432"/>
                      <a:pt x="31880" y="31349"/>
                      <a:pt x="29908" y="2676"/>
                    </a:cubicBezTo>
                    <a:cubicBezTo>
                      <a:pt x="29908" y="2676"/>
                      <a:pt x="29908" y="2676"/>
                      <a:pt x="29908" y="2676"/>
                    </a:cubicBezTo>
                    <a:close/>
                  </a:path>
                </a:pathLst>
              </a:custGeom>
              <a:solidFill>
                <a:srgbClr val="FFFFFF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12" name="자유형: 도형 111">
                <a:extLst>
                  <a:ext uri="{FF2B5EF4-FFF2-40B4-BE49-F238E27FC236}">
                    <a16:creationId xmlns:a16="http://schemas.microsoft.com/office/drawing/2014/main" id="{42C4DE80-E7ED-4A4B-8A68-2440DC9EF00B}"/>
                  </a:ext>
                </a:extLst>
              </p:cNvPr>
              <p:cNvSpPr/>
              <p:nvPr/>
            </p:nvSpPr>
            <p:spPr>
              <a:xfrm>
                <a:off x="710343" y="8106710"/>
                <a:ext cx="51718" cy="101120"/>
              </a:xfrm>
              <a:custGeom>
                <a:avLst/>
                <a:gdLst>
                  <a:gd name="connsiteX0" fmla="*/ 35404 w 51718"/>
                  <a:gd name="connsiteY0" fmla="*/ 9384 h 101120"/>
                  <a:gd name="connsiteX1" fmla="*/ 7843 w 51718"/>
                  <a:gd name="connsiteY1" fmla="*/ 28035 h 101120"/>
                  <a:gd name="connsiteX2" fmla="*/ 13942 w 51718"/>
                  <a:gd name="connsiteY2" fmla="*/ 70316 h 101120"/>
                  <a:gd name="connsiteX3" fmla="*/ 43676 w 51718"/>
                  <a:gd name="connsiteY3" fmla="*/ 93855 h 101120"/>
                  <a:gd name="connsiteX4" fmla="*/ 43676 w 51718"/>
                  <a:gd name="connsiteY4" fmla="*/ 93855 h 101120"/>
                  <a:gd name="connsiteX5" fmla="*/ 43901 w 51718"/>
                  <a:gd name="connsiteY5" fmla="*/ 101120 h 101120"/>
                  <a:gd name="connsiteX6" fmla="*/ 5074 w 51718"/>
                  <a:gd name="connsiteY6" fmla="*/ 63234 h 101120"/>
                  <a:gd name="connsiteX7" fmla="*/ 113 w 51718"/>
                  <a:gd name="connsiteY7" fmla="*/ 32263 h 101120"/>
                  <a:gd name="connsiteX8" fmla="*/ 33624 w 51718"/>
                  <a:gd name="connsiteY8" fmla="*/ 1697 h 101120"/>
                  <a:gd name="connsiteX9" fmla="*/ 33624 w 51718"/>
                  <a:gd name="connsiteY9" fmla="*/ 1697 h 101120"/>
                  <a:gd name="connsiteX10" fmla="*/ 35404 w 51718"/>
                  <a:gd name="connsiteY10" fmla="*/ 9384 h 1011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51718" h="101120">
                    <a:moveTo>
                      <a:pt x="35404" y="9384"/>
                    </a:moveTo>
                    <a:cubicBezTo>
                      <a:pt x="35404" y="9384"/>
                      <a:pt x="6836" y="1338"/>
                      <a:pt x="7843" y="28035"/>
                    </a:cubicBezTo>
                    <a:cubicBezTo>
                      <a:pt x="7843" y="28035"/>
                      <a:pt x="12095" y="66748"/>
                      <a:pt x="13942" y="70316"/>
                    </a:cubicBezTo>
                    <a:cubicBezTo>
                      <a:pt x="13942" y="70316"/>
                      <a:pt x="25161" y="92856"/>
                      <a:pt x="43676" y="93855"/>
                    </a:cubicBezTo>
                    <a:cubicBezTo>
                      <a:pt x="61772" y="94832"/>
                      <a:pt x="43676" y="93855"/>
                      <a:pt x="43676" y="93855"/>
                    </a:cubicBezTo>
                    <a:cubicBezTo>
                      <a:pt x="43676" y="93855"/>
                      <a:pt x="43901" y="101120"/>
                      <a:pt x="43901" y="101120"/>
                    </a:cubicBezTo>
                    <a:cubicBezTo>
                      <a:pt x="43901" y="101120"/>
                      <a:pt x="11359" y="97327"/>
                      <a:pt x="5074" y="63234"/>
                    </a:cubicBezTo>
                    <a:cubicBezTo>
                      <a:pt x="5074" y="63234"/>
                      <a:pt x="113" y="32263"/>
                      <a:pt x="113" y="32263"/>
                    </a:cubicBezTo>
                    <a:cubicBezTo>
                      <a:pt x="113" y="32263"/>
                      <a:pt x="-3740" y="-8725"/>
                      <a:pt x="33624" y="1697"/>
                    </a:cubicBezTo>
                    <a:cubicBezTo>
                      <a:pt x="70023" y="11850"/>
                      <a:pt x="33624" y="1697"/>
                      <a:pt x="33624" y="1697"/>
                    </a:cubicBezTo>
                    <a:cubicBezTo>
                      <a:pt x="33624" y="1697"/>
                      <a:pt x="35404" y="9384"/>
                      <a:pt x="35404" y="9384"/>
                    </a:cubicBezTo>
                  </a:path>
                </a:pathLst>
              </a:custGeom>
              <a:solidFill>
                <a:srgbClr val="3B434F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13" name="자유형: 도형 112">
                <a:extLst>
                  <a:ext uri="{FF2B5EF4-FFF2-40B4-BE49-F238E27FC236}">
                    <a16:creationId xmlns:a16="http://schemas.microsoft.com/office/drawing/2014/main" id="{5BA19932-192F-4E22-B865-28EDCF2343E2}"/>
                  </a:ext>
                </a:extLst>
              </p:cNvPr>
              <p:cNvSpPr/>
              <p:nvPr/>
            </p:nvSpPr>
            <p:spPr>
              <a:xfrm>
                <a:off x="727446" y="8134551"/>
                <a:ext cx="21735" cy="36427"/>
              </a:xfrm>
              <a:custGeom>
                <a:avLst/>
                <a:gdLst>
                  <a:gd name="connsiteX0" fmla="*/ 8872 w 21735"/>
                  <a:gd name="connsiteY0" fmla="*/ 35329 h 36427"/>
                  <a:gd name="connsiteX1" fmla="*/ 5900 w 21735"/>
                  <a:gd name="connsiteY1" fmla="*/ 36427 h 36427"/>
                  <a:gd name="connsiteX2" fmla="*/ 2948 w 21735"/>
                  <a:gd name="connsiteY2" fmla="*/ 35329 h 36427"/>
                  <a:gd name="connsiteX3" fmla="*/ 0 w 21735"/>
                  <a:gd name="connsiteY3" fmla="*/ 8322 h 36427"/>
                  <a:gd name="connsiteX4" fmla="*/ 21327 w 21735"/>
                  <a:gd name="connsiteY4" fmla="*/ 2050 h 36427"/>
                  <a:gd name="connsiteX5" fmla="*/ 21736 w 21735"/>
                  <a:gd name="connsiteY5" fmla="*/ 9772 h 36427"/>
                  <a:gd name="connsiteX6" fmla="*/ 6905 w 21735"/>
                  <a:gd name="connsiteY6" fmla="*/ 10969 h 36427"/>
                  <a:gd name="connsiteX7" fmla="*/ 8872 w 21735"/>
                  <a:gd name="connsiteY7" fmla="*/ 35329 h 364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1735" h="36427">
                    <a:moveTo>
                      <a:pt x="8872" y="35329"/>
                    </a:moveTo>
                    <a:cubicBezTo>
                      <a:pt x="8872" y="35329"/>
                      <a:pt x="7273" y="36427"/>
                      <a:pt x="5900" y="36427"/>
                    </a:cubicBezTo>
                    <a:cubicBezTo>
                      <a:pt x="4526" y="36427"/>
                      <a:pt x="2948" y="35329"/>
                      <a:pt x="2948" y="35329"/>
                    </a:cubicBezTo>
                    <a:cubicBezTo>
                      <a:pt x="2948" y="35329"/>
                      <a:pt x="0" y="8322"/>
                      <a:pt x="0" y="8322"/>
                    </a:cubicBezTo>
                    <a:cubicBezTo>
                      <a:pt x="0" y="8322"/>
                      <a:pt x="4066" y="-4978"/>
                      <a:pt x="21327" y="2050"/>
                    </a:cubicBezTo>
                    <a:cubicBezTo>
                      <a:pt x="21327" y="2050"/>
                      <a:pt x="21736" y="9772"/>
                      <a:pt x="21736" y="9772"/>
                    </a:cubicBezTo>
                    <a:cubicBezTo>
                      <a:pt x="21736" y="9772"/>
                      <a:pt x="6592" y="4890"/>
                      <a:pt x="6905" y="10969"/>
                    </a:cubicBezTo>
                    <a:cubicBezTo>
                      <a:pt x="7207" y="16822"/>
                      <a:pt x="8872" y="35329"/>
                      <a:pt x="8872" y="35329"/>
                    </a:cubicBezTo>
                    <a:close/>
                  </a:path>
                </a:pathLst>
              </a:custGeom>
              <a:solidFill>
                <a:srgbClr val="3B434F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14" name="자유형: 도형 113">
                <a:extLst>
                  <a:ext uri="{FF2B5EF4-FFF2-40B4-BE49-F238E27FC236}">
                    <a16:creationId xmlns:a16="http://schemas.microsoft.com/office/drawing/2014/main" id="{F36490B2-F1EF-4426-A243-A7E4FC3348C1}"/>
                  </a:ext>
                </a:extLst>
              </p:cNvPr>
              <p:cNvSpPr/>
              <p:nvPr/>
            </p:nvSpPr>
            <p:spPr>
              <a:xfrm>
                <a:off x="1017454" y="8112332"/>
                <a:ext cx="33973" cy="88919"/>
              </a:xfrm>
              <a:custGeom>
                <a:avLst/>
                <a:gdLst>
                  <a:gd name="connsiteX0" fmla="*/ 3933 w 33973"/>
                  <a:gd name="connsiteY0" fmla="*/ 2674 h 88919"/>
                  <a:gd name="connsiteX1" fmla="*/ 8205 w 33973"/>
                  <a:gd name="connsiteY1" fmla="*/ 820 h 88919"/>
                  <a:gd name="connsiteX2" fmla="*/ 13292 w 33973"/>
                  <a:gd name="connsiteY2" fmla="*/ 19 h 88919"/>
                  <a:gd name="connsiteX3" fmla="*/ 14808 w 33973"/>
                  <a:gd name="connsiteY3" fmla="*/ 7 h 88919"/>
                  <a:gd name="connsiteX4" fmla="*/ 16394 w 33973"/>
                  <a:gd name="connsiteY4" fmla="*/ 104 h 88919"/>
                  <a:gd name="connsiteX5" fmla="*/ 19703 w 33973"/>
                  <a:gd name="connsiteY5" fmla="*/ 686 h 88919"/>
                  <a:gd name="connsiteX6" fmla="*/ 31440 w 33973"/>
                  <a:gd name="connsiteY6" fmla="*/ 10528 h 88919"/>
                  <a:gd name="connsiteX7" fmla="*/ 33911 w 33973"/>
                  <a:gd name="connsiteY7" fmla="*/ 21728 h 88919"/>
                  <a:gd name="connsiteX8" fmla="*/ 33962 w 33973"/>
                  <a:gd name="connsiteY8" fmla="*/ 25353 h 88919"/>
                  <a:gd name="connsiteX9" fmla="*/ 33751 w 33973"/>
                  <a:gd name="connsiteY9" fmla="*/ 29341 h 88919"/>
                  <a:gd name="connsiteX10" fmla="*/ 32473 w 33973"/>
                  <a:gd name="connsiteY10" fmla="*/ 38467 h 88919"/>
                  <a:gd name="connsiteX11" fmla="*/ 29105 w 33973"/>
                  <a:gd name="connsiteY11" fmla="*/ 59949 h 88919"/>
                  <a:gd name="connsiteX12" fmla="*/ 0 w 33973"/>
                  <a:gd name="connsiteY12" fmla="*/ 88919 h 88919"/>
                  <a:gd name="connsiteX13" fmla="*/ 3933 w 33973"/>
                  <a:gd name="connsiteY13" fmla="*/ 2674 h 88919"/>
                  <a:gd name="connsiteX14" fmla="*/ 3933 w 33973"/>
                  <a:gd name="connsiteY14" fmla="*/ 2674 h 889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3973" h="88919">
                    <a:moveTo>
                      <a:pt x="3933" y="2674"/>
                    </a:moveTo>
                    <a:cubicBezTo>
                      <a:pt x="3950" y="2676"/>
                      <a:pt x="5424" y="1611"/>
                      <a:pt x="8205" y="820"/>
                    </a:cubicBezTo>
                    <a:cubicBezTo>
                      <a:pt x="9595" y="424"/>
                      <a:pt x="11322" y="99"/>
                      <a:pt x="13292" y="19"/>
                    </a:cubicBezTo>
                    <a:cubicBezTo>
                      <a:pt x="13785" y="-2"/>
                      <a:pt x="14290" y="-5"/>
                      <a:pt x="14808" y="7"/>
                    </a:cubicBezTo>
                    <a:cubicBezTo>
                      <a:pt x="15326" y="20"/>
                      <a:pt x="15856" y="52"/>
                      <a:pt x="16394" y="104"/>
                    </a:cubicBezTo>
                    <a:cubicBezTo>
                      <a:pt x="17471" y="208"/>
                      <a:pt x="18583" y="395"/>
                      <a:pt x="19703" y="686"/>
                    </a:cubicBezTo>
                    <a:cubicBezTo>
                      <a:pt x="24184" y="1851"/>
                      <a:pt x="28754" y="4684"/>
                      <a:pt x="31440" y="10528"/>
                    </a:cubicBezTo>
                    <a:cubicBezTo>
                      <a:pt x="32786" y="13451"/>
                      <a:pt x="33676" y="17127"/>
                      <a:pt x="33911" y="21728"/>
                    </a:cubicBezTo>
                    <a:cubicBezTo>
                      <a:pt x="33970" y="22877"/>
                      <a:pt x="33988" y="24086"/>
                      <a:pt x="33962" y="25353"/>
                    </a:cubicBezTo>
                    <a:cubicBezTo>
                      <a:pt x="33936" y="26621"/>
                      <a:pt x="33867" y="27949"/>
                      <a:pt x="33751" y="29341"/>
                    </a:cubicBezTo>
                    <a:cubicBezTo>
                      <a:pt x="33518" y="32124"/>
                      <a:pt x="33098" y="35159"/>
                      <a:pt x="32473" y="38467"/>
                    </a:cubicBezTo>
                    <a:cubicBezTo>
                      <a:pt x="32486" y="38463"/>
                      <a:pt x="33057" y="48461"/>
                      <a:pt x="29105" y="59949"/>
                    </a:cubicBezTo>
                    <a:cubicBezTo>
                      <a:pt x="25390" y="71180"/>
                      <a:pt x="16470" y="84977"/>
                      <a:pt x="0" y="88919"/>
                    </a:cubicBezTo>
                    <a:cubicBezTo>
                      <a:pt x="1894" y="60391"/>
                      <a:pt x="1954" y="31328"/>
                      <a:pt x="3933" y="2674"/>
                    </a:cubicBezTo>
                    <a:cubicBezTo>
                      <a:pt x="3933" y="2674"/>
                      <a:pt x="3933" y="2674"/>
                      <a:pt x="3933" y="2674"/>
                    </a:cubicBezTo>
                    <a:close/>
                  </a:path>
                </a:pathLst>
              </a:custGeom>
              <a:solidFill>
                <a:srgbClr val="FFFFFF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15" name="자유형: 도형 114">
                <a:extLst>
                  <a:ext uri="{FF2B5EF4-FFF2-40B4-BE49-F238E27FC236}">
                    <a16:creationId xmlns:a16="http://schemas.microsoft.com/office/drawing/2014/main" id="{01F32CDD-7A1E-42F1-9631-D7247270CA91}"/>
                  </a:ext>
                </a:extLst>
              </p:cNvPr>
              <p:cNvSpPr/>
              <p:nvPr/>
            </p:nvSpPr>
            <p:spPr>
              <a:xfrm>
                <a:off x="1003117" y="8106778"/>
                <a:ext cx="51945" cy="101052"/>
              </a:xfrm>
              <a:custGeom>
                <a:avLst/>
                <a:gdLst>
                  <a:gd name="connsiteX0" fmla="*/ 16387 w 51945"/>
                  <a:gd name="connsiteY0" fmla="*/ 9378 h 101052"/>
                  <a:gd name="connsiteX1" fmla="*/ 44068 w 51945"/>
                  <a:gd name="connsiteY1" fmla="*/ 28017 h 101052"/>
                  <a:gd name="connsiteX2" fmla="*/ 37942 w 51945"/>
                  <a:gd name="connsiteY2" fmla="*/ 70269 h 101052"/>
                  <a:gd name="connsiteX3" fmla="*/ 8078 w 51945"/>
                  <a:gd name="connsiteY3" fmla="*/ 93792 h 101052"/>
                  <a:gd name="connsiteX4" fmla="*/ 8078 w 51945"/>
                  <a:gd name="connsiteY4" fmla="*/ 93792 h 101052"/>
                  <a:gd name="connsiteX5" fmla="*/ 7853 w 51945"/>
                  <a:gd name="connsiteY5" fmla="*/ 101052 h 101052"/>
                  <a:gd name="connsiteX6" fmla="*/ 46850 w 51945"/>
                  <a:gd name="connsiteY6" fmla="*/ 63192 h 101052"/>
                  <a:gd name="connsiteX7" fmla="*/ 51833 w 51945"/>
                  <a:gd name="connsiteY7" fmla="*/ 32242 h 101052"/>
                  <a:gd name="connsiteX8" fmla="*/ 18174 w 51945"/>
                  <a:gd name="connsiteY8" fmla="*/ 1696 h 101052"/>
                  <a:gd name="connsiteX9" fmla="*/ 18174 w 51945"/>
                  <a:gd name="connsiteY9" fmla="*/ 1696 h 101052"/>
                  <a:gd name="connsiteX10" fmla="*/ 16387 w 51945"/>
                  <a:gd name="connsiteY10" fmla="*/ 9378 h 101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51945" h="101052">
                    <a:moveTo>
                      <a:pt x="16387" y="9378"/>
                    </a:moveTo>
                    <a:cubicBezTo>
                      <a:pt x="16387" y="9378"/>
                      <a:pt x="45078" y="1337"/>
                      <a:pt x="44068" y="28017"/>
                    </a:cubicBezTo>
                    <a:cubicBezTo>
                      <a:pt x="44068" y="28017"/>
                      <a:pt x="39797" y="66703"/>
                      <a:pt x="37942" y="70269"/>
                    </a:cubicBezTo>
                    <a:cubicBezTo>
                      <a:pt x="37942" y="70269"/>
                      <a:pt x="26673" y="92794"/>
                      <a:pt x="8078" y="93792"/>
                    </a:cubicBezTo>
                    <a:cubicBezTo>
                      <a:pt x="-10097" y="94767"/>
                      <a:pt x="8078" y="93792"/>
                      <a:pt x="8078" y="93792"/>
                    </a:cubicBezTo>
                    <a:cubicBezTo>
                      <a:pt x="8078" y="93792"/>
                      <a:pt x="7853" y="101052"/>
                      <a:pt x="7853" y="101052"/>
                    </a:cubicBezTo>
                    <a:cubicBezTo>
                      <a:pt x="7853" y="101052"/>
                      <a:pt x="40537" y="97262"/>
                      <a:pt x="46850" y="63192"/>
                    </a:cubicBezTo>
                    <a:cubicBezTo>
                      <a:pt x="46850" y="63192"/>
                      <a:pt x="51833" y="32242"/>
                      <a:pt x="51833" y="32242"/>
                    </a:cubicBezTo>
                    <a:cubicBezTo>
                      <a:pt x="51833" y="32242"/>
                      <a:pt x="55701" y="-8718"/>
                      <a:pt x="18174" y="1696"/>
                    </a:cubicBezTo>
                    <a:cubicBezTo>
                      <a:pt x="-18386" y="11842"/>
                      <a:pt x="18174" y="1696"/>
                      <a:pt x="18174" y="1696"/>
                    </a:cubicBezTo>
                    <a:cubicBezTo>
                      <a:pt x="18174" y="1696"/>
                      <a:pt x="16387" y="9378"/>
                      <a:pt x="16387" y="9378"/>
                    </a:cubicBezTo>
                  </a:path>
                </a:pathLst>
              </a:custGeom>
              <a:solidFill>
                <a:srgbClr val="3B434F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16" name="자유형: 도형 115">
                <a:extLst>
                  <a:ext uri="{FF2B5EF4-FFF2-40B4-BE49-F238E27FC236}">
                    <a16:creationId xmlns:a16="http://schemas.microsoft.com/office/drawing/2014/main" id="{3533AAC5-A92E-43FF-9C1B-A8D1EC58CD1F}"/>
                  </a:ext>
                </a:extLst>
              </p:cNvPr>
              <p:cNvSpPr/>
              <p:nvPr/>
            </p:nvSpPr>
            <p:spPr>
              <a:xfrm>
                <a:off x="1016054" y="8134600"/>
                <a:ext cx="21832" cy="36403"/>
              </a:xfrm>
              <a:custGeom>
                <a:avLst/>
                <a:gdLst>
                  <a:gd name="connsiteX0" fmla="*/ 12919 w 21832"/>
                  <a:gd name="connsiteY0" fmla="*/ 35305 h 36403"/>
                  <a:gd name="connsiteX1" fmla="*/ 15905 w 21832"/>
                  <a:gd name="connsiteY1" fmla="*/ 36403 h 36403"/>
                  <a:gd name="connsiteX2" fmla="*/ 18870 w 21832"/>
                  <a:gd name="connsiteY2" fmla="*/ 35305 h 36403"/>
                  <a:gd name="connsiteX3" fmla="*/ 21832 w 21832"/>
                  <a:gd name="connsiteY3" fmla="*/ 8316 h 36403"/>
                  <a:gd name="connsiteX4" fmla="*/ 411 w 21832"/>
                  <a:gd name="connsiteY4" fmla="*/ 2049 h 36403"/>
                  <a:gd name="connsiteX5" fmla="*/ 0 w 21832"/>
                  <a:gd name="connsiteY5" fmla="*/ 9766 h 36403"/>
                  <a:gd name="connsiteX6" fmla="*/ 14896 w 21832"/>
                  <a:gd name="connsiteY6" fmla="*/ 10962 h 36403"/>
                  <a:gd name="connsiteX7" fmla="*/ 12919 w 21832"/>
                  <a:gd name="connsiteY7" fmla="*/ 35305 h 36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1832" h="36403">
                    <a:moveTo>
                      <a:pt x="12919" y="35305"/>
                    </a:moveTo>
                    <a:cubicBezTo>
                      <a:pt x="12919" y="35305"/>
                      <a:pt x="14525" y="36403"/>
                      <a:pt x="15905" y="36403"/>
                    </a:cubicBezTo>
                    <a:cubicBezTo>
                      <a:pt x="17284" y="36403"/>
                      <a:pt x="18870" y="35305"/>
                      <a:pt x="18870" y="35305"/>
                    </a:cubicBezTo>
                    <a:cubicBezTo>
                      <a:pt x="18870" y="35305"/>
                      <a:pt x="21832" y="8316"/>
                      <a:pt x="21832" y="8316"/>
                    </a:cubicBezTo>
                    <a:cubicBezTo>
                      <a:pt x="21832" y="8316"/>
                      <a:pt x="17746" y="-4975"/>
                      <a:pt x="411" y="2049"/>
                    </a:cubicBezTo>
                    <a:cubicBezTo>
                      <a:pt x="411" y="2049"/>
                      <a:pt x="0" y="9766"/>
                      <a:pt x="0" y="9766"/>
                    </a:cubicBezTo>
                    <a:cubicBezTo>
                      <a:pt x="0" y="9766"/>
                      <a:pt x="15210" y="4887"/>
                      <a:pt x="14896" y="10962"/>
                    </a:cubicBezTo>
                    <a:cubicBezTo>
                      <a:pt x="14593" y="16811"/>
                      <a:pt x="12919" y="35305"/>
                      <a:pt x="12919" y="35305"/>
                    </a:cubicBezTo>
                    <a:close/>
                  </a:path>
                </a:pathLst>
              </a:custGeom>
              <a:solidFill>
                <a:srgbClr val="3B434F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17" name="자유형: 도형 116">
                <a:extLst>
                  <a:ext uri="{FF2B5EF4-FFF2-40B4-BE49-F238E27FC236}">
                    <a16:creationId xmlns:a16="http://schemas.microsoft.com/office/drawing/2014/main" id="{CC670864-FF73-4A0A-B701-1BEFDDB21419}"/>
                  </a:ext>
                </a:extLst>
              </p:cNvPr>
              <p:cNvSpPr/>
              <p:nvPr/>
            </p:nvSpPr>
            <p:spPr>
              <a:xfrm>
                <a:off x="879594" y="8167741"/>
                <a:ext cx="25357" cy="38991"/>
              </a:xfrm>
              <a:custGeom>
                <a:avLst/>
                <a:gdLst>
                  <a:gd name="connsiteX0" fmla="*/ 14483 w 25357"/>
                  <a:gd name="connsiteY0" fmla="*/ 0 h 38991"/>
                  <a:gd name="connsiteX1" fmla="*/ 16598 w 25357"/>
                  <a:gd name="connsiteY1" fmla="*/ 0 h 38991"/>
                  <a:gd name="connsiteX2" fmla="*/ 25054 w 25357"/>
                  <a:gd name="connsiteY2" fmla="*/ 20869 h 38991"/>
                  <a:gd name="connsiteX3" fmla="*/ 24450 w 25357"/>
                  <a:gd name="connsiteY3" fmla="*/ 28557 h 38991"/>
                  <a:gd name="connsiteX4" fmla="*/ 9046 w 25357"/>
                  <a:gd name="connsiteY4" fmla="*/ 36795 h 38991"/>
                  <a:gd name="connsiteX5" fmla="*/ 4214 w 25357"/>
                  <a:gd name="connsiteY5" fmla="*/ 38992 h 38991"/>
                  <a:gd name="connsiteX6" fmla="*/ 589 w 25357"/>
                  <a:gd name="connsiteY6" fmla="*/ 35971 h 38991"/>
                  <a:gd name="connsiteX7" fmla="*/ 2703 w 25357"/>
                  <a:gd name="connsiteY7" fmla="*/ 31852 h 38991"/>
                  <a:gd name="connsiteX8" fmla="*/ 15993 w 25357"/>
                  <a:gd name="connsiteY8" fmla="*/ 26360 h 38991"/>
                  <a:gd name="connsiteX9" fmla="*/ 15993 w 25357"/>
                  <a:gd name="connsiteY9" fmla="*/ 19222 h 38991"/>
                  <a:gd name="connsiteX10" fmla="*/ 12670 w 25357"/>
                  <a:gd name="connsiteY10" fmla="*/ 8787 h 38991"/>
                  <a:gd name="connsiteX11" fmla="*/ 10858 w 25357"/>
                  <a:gd name="connsiteY11" fmla="*/ 1373 h 38991"/>
                  <a:gd name="connsiteX12" fmla="*/ 14483 w 25357"/>
                  <a:gd name="connsiteY12" fmla="*/ 0 h 389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5357" h="38991">
                    <a:moveTo>
                      <a:pt x="14483" y="0"/>
                    </a:moveTo>
                    <a:cubicBezTo>
                      <a:pt x="15188" y="0"/>
                      <a:pt x="15893" y="0"/>
                      <a:pt x="16598" y="0"/>
                    </a:cubicBezTo>
                    <a:cubicBezTo>
                      <a:pt x="20968" y="5397"/>
                      <a:pt x="22747" y="13691"/>
                      <a:pt x="25054" y="20869"/>
                    </a:cubicBezTo>
                    <a:cubicBezTo>
                      <a:pt x="25769" y="23093"/>
                      <a:pt x="25076" y="26984"/>
                      <a:pt x="24450" y="28557"/>
                    </a:cubicBezTo>
                    <a:cubicBezTo>
                      <a:pt x="22161" y="34318"/>
                      <a:pt x="14968" y="34214"/>
                      <a:pt x="9046" y="36795"/>
                    </a:cubicBezTo>
                    <a:cubicBezTo>
                      <a:pt x="7456" y="37487"/>
                      <a:pt x="6274" y="38684"/>
                      <a:pt x="4214" y="38992"/>
                    </a:cubicBezTo>
                    <a:cubicBezTo>
                      <a:pt x="2871" y="37916"/>
                      <a:pt x="1250" y="37705"/>
                      <a:pt x="589" y="35971"/>
                    </a:cubicBezTo>
                    <a:cubicBezTo>
                      <a:pt x="-1042" y="33928"/>
                      <a:pt x="1060" y="32653"/>
                      <a:pt x="2703" y="31852"/>
                    </a:cubicBezTo>
                    <a:cubicBezTo>
                      <a:pt x="5686" y="30398"/>
                      <a:pt x="14890" y="28965"/>
                      <a:pt x="15993" y="26360"/>
                    </a:cubicBezTo>
                    <a:cubicBezTo>
                      <a:pt x="17357" y="24951"/>
                      <a:pt x="16450" y="20710"/>
                      <a:pt x="15993" y="19222"/>
                    </a:cubicBezTo>
                    <a:cubicBezTo>
                      <a:pt x="14822" y="15409"/>
                      <a:pt x="14262" y="12226"/>
                      <a:pt x="12670" y="8787"/>
                    </a:cubicBezTo>
                    <a:cubicBezTo>
                      <a:pt x="11614" y="6503"/>
                      <a:pt x="9759" y="4094"/>
                      <a:pt x="10858" y="1373"/>
                    </a:cubicBezTo>
                    <a:cubicBezTo>
                      <a:pt x="11770" y="1018"/>
                      <a:pt x="13738" y="614"/>
                      <a:pt x="14483" y="0"/>
                    </a:cubicBezTo>
                    <a:close/>
                  </a:path>
                </a:pathLst>
              </a:custGeom>
              <a:solidFill>
                <a:srgbClr val="3B434F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18" name="자유형: 도형 117">
                <a:extLst>
                  <a:ext uri="{FF2B5EF4-FFF2-40B4-BE49-F238E27FC236}">
                    <a16:creationId xmlns:a16="http://schemas.microsoft.com/office/drawing/2014/main" id="{57F339B5-76D2-4105-9390-69A81113AF1D}"/>
                  </a:ext>
                </a:extLst>
              </p:cNvPr>
              <p:cNvSpPr/>
              <p:nvPr/>
            </p:nvSpPr>
            <p:spPr>
              <a:xfrm>
                <a:off x="801954" y="8125455"/>
                <a:ext cx="25371" cy="15377"/>
              </a:xfrm>
              <a:custGeom>
                <a:avLst/>
                <a:gdLst>
                  <a:gd name="connsiteX0" fmla="*/ 8457 w 25371"/>
                  <a:gd name="connsiteY0" fmla="*/ 0 h 15377"/>
                  <a:gd name="connsiteX1" fmla="*/ 16914 w 25371"/>
                  <a:gd name="connsiteY1" fmla="*/ 0 h 15377"/>
                  <a:gd name="connsiteX2" fmla="*/ 25372 w 25371"/>
                  <a:gd name="connsiteY2" fmla="*/ 7688 h 15377"/>
                  <a:gd name="connsiteX3" fmla="*/ 16914 w 25371"/>
                  <a:gd name="connsiteY3" fmla="*/ 15377 h 15377"/>
                  <a:gd name="connsiteX4" fmla="*/ 8457 w 25371"/>
                  <a:gd name="connsiteY4" fmla="*/ 15377 h 15377"/>
                  <a:gd name="connsiteX5" fmla="*/ 0 w 25371"/>
                  <a:gd name="connsiteY5" fmla="*/ 7688 h 15377"/>
                  <a:gd name="connsiteX6" fmla="*/ 8457 w 25371"/>
                  <a:gd name="connsiteY6" fmla="*/ 0 h 153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371" h="15377">
                    <a:moveTo>
                      <a:pt x="8457" y="0"/>
                    </a:moveTo>
                    <a:cubicBezTo>
                      <a:pt x="8457" y="0"/>
                      <a:pt x="16914" y="0"/>
                      <a:pt x="16914" y="0"/>
                    </a:cubicBezTo>
                    <a:cubicBezTo>
                      <a:pt x="21584" y="0"/>
                      <a:pt x="25372" y="3442"/>
                      <a:pt x="25372" y="7688"/>
                    </a:cubicBezTo>
                    <a:cubicBezTo>
                      <a:pt x="25372" y="11934"/>
                      <a:pt x="21584" y="15377"/>
                      <a:pt x="16914" y="15377"/>
                    </a:cubicBezTo>
                    <a:cubicBezTo>
                      <a:pt x="16914" y="15377"/>
                      <a:pt x="8457" y="15377"/>
                      <a:pt x="8457" y="15377"/>
                    </a:cubicBezTo>
                    <a:cubicBezTo>
                      <a:pt x="3786" y="15377"/>
                      <a:pt x="0" y="11934"/>
                      <a:pt x="0" y="7688"/>
                    </a:cubicBezTo>
                    <a:cubicBezTo>
                      <a:pt x="0" y="3442"/>
                      <a:pt x="3786" y="0"/>
                      <a:pt x="8457" y="0"/>
                    </a:cubicBezTo>
                    <a:close/>
                  </a:path>
                </a:pathLst>
              </a:custGeom>
              <a:solidFill>
                <a:srgbClr val="3B434F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19" name="자유형: 도형 118">
                <a:extLst>
                  <a:ext uri="{FF2B5EF4-FFF2-40B4-BE49-F238E27FC236}">
                    <a16:creationId xmlns:a16="http://schemas.microsoft.com/office/drawing/2014/main" id="{5F0AF991-7816-467E-9EFC-215A8550DCFD}"/>
                  </a:ext>
                </a:extLst>
              </p:cNvPr>
              <p:cNvSpPr/>
              <p:nvPr/>
            </p:nvSpPr>
            <p:spPr>
              <a:xfrm>
                <a:off x="939686" y="8125455"/>
                <a:ext cx="25371" cy="15377"/>
              </a:xfrm>
              <a:custGeom>
                <a:avLst/>
                <a:gdLst>
                  <a:gd name="connsiteX0" fmla="*/ 8457 w 25371"/>
                  <a:gd name="connsiteY0" fmla="*/ 0 h 15377"/>
                  <a:gd name="connsiteX1" fmla="*/ 16914 w 25371"/>
                  <a:gd name="connsiteY1" fmla="*/ 0 h 15377"/>
                  <a:gd name="connsiteX2" fmla="*/ 25372 w 25371"/>
                  <a:gd name="connsiteY2" fmla="*/ 7688 h 15377"/>
                  <a:gd name="connsiteX3" fmla="*/ 16914 w 25371"/>
                  <a:gd name="connsiteY3" fmla="*/ 15377 h 15377"/>
                  <a:gd name="connsiteX4" fmla="*/ 8457 w 25371"/>
                  <a:gd name="connsiteY4" fmla="*/ 15377 h 15377"/>
                  <a:gd name="connsiteX5" fmla="*/ 0 w 25371"/>
                  <a:gd name="connsiteY5" fmla="*/ 7688 h 15377"/>
                  <a:gd name="connsiteX6" fmla="*/ 8457 w 25371"/>
                  <a:gd name="connsiteY6" fmla="*/ 0 h 153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371" h="15377">
                    <a:moveTo>
                      <a:pt x="8457" y="0"/>
                    </a:moveTo>
                    <a:cubicBezTo>
                      <a:pt x="8457" y="0"/>
                      <a:pt x="16914" y="0"/>
                      <a:pt x="16914" y="0"/>
                    </a:cubicBezTo>
                    <a:cubicBezTo>
                      <a:pt x="21584" y="0"/>
                      <a:pt x="25372" y="3442"/>
                      <a:pt x="25372" y="7688"/>
                    </a:cubicBezTo>
                    <a:cubicBezTo>
                      <a:pt x="25372" y="11934"/>
                      <a:pt x="21584" y="15377"/>
                      <a:pt x="16914" y="15377"/>
                    </a:cubicBezTo>
                    <a:cubicBezTo>
                      <a:pt x="16914" y="15377"/>
                      <a:pt x="8457" y="15377"/>
                      <a:pt x="8457" y="15377"/>
                    </a:cubicBezTo>
                    <a:cubicBezTo>
                      <a:pt x="3786" y="15377"/>
                      <a:pt x="0" y="11934"/>
                      <a:pt x="0" y="7688"/>
                    </a:cubicBezTo>
                    <a:cubicBezTo>
                      <a:pt x="0" y="3442"/>
                      <a:pt x="3786" y="0"/>
                      <a:pt x="8457" y="0"/>
                    </a:cubicBezTo>
                    <a:close/>
                  </a:path>
                </a:pathLst>
              </a:custGeom>
              <a:solidFill>
                <a:srgbClr val="3B434F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20" name="자유형: 도형 119">
                <a:extLst>
                  <a:ext uri="{FF2B5EF4-FFF2-40B4-BE49-F238E27FC236}">
                    <a16:creationId xmlns:a16="http://schemas.microsoft.com/office/drawing/2014/main" id="{031E2EEC-0C2C-4438-8394-6613F10D98A3}"/>
                  </a:ext>
                </a:extLst>
              </p:cNvPr>
              <p:cNvSpPr/>
              <p:nvPr/>
            </p:nvSpPr>
            <p:spPr>
              <a:xfrm>
                <a:off x="794705" y="8161700"/>
                <a:ext cx="42285" cy="25262"/>
              </a:xfrm>
              <a:custGeom>
                <a:avLst/>
                <a:gdLst>
                  <a:gd name="connsiteX0" fmla="*/ 21143 w 42285"/>
                  <a:gd name="connsiteY0" fmla="*/ 0 h 25262"/>
                  <a:gd name="connsiteX1" fmla="*/ 42285 w 42285"/>
                  <a:gd name="connsiteY1" fmla="*/ 12630 h 25262"/>
                  <a:gd name="connsiteX2" fmla="*/ 21143 w 42285"/>
                  <a:gd name="connsiteY2" fmla="*/ 25262 h 25262"/>
                  <a:gd name="connsiteX3" fmla="*/ 0 w 42285"/>
                  <a:gd name="connsiteY3" fmla="*/ 12630 h 25262"/>
                  <a:gd name="connsiteX4" fmla="*/ 21143 w 42285"/>
                  <a:gd name="connsiteY4" fmla="*/ 0 h 252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2285" h="25262">
                    <a:moveTo>
                      <a:pt x="21143" y="0"/>
                    </a:moveTo>
                    <a:cubicBezTo>
                      <a:pt x="32819" y="0"/>
                      <a:pt x="42285" y="609"/>
                      <a:pt x="42285" y="12630"/>
                    </a:cubicBezTo>
                    <a:cubicBezTo>
                      <a:pt x="42285" y="25031"/>
                      <a:pt x="32819" y="25262"/>
                      <a:pt x="21143" y="25262"/>
                    </a:cubicBezTo>
                    <a:cubicBezTo>
                      <a:pt x="9466" y="25262"/>
                      <a:pt x="0" y="23003"/>
                      <a:pt x="0" y="12630"/>
                    </a:cubicBezTo>
                    <a:cubicBezTo>
                      <a:pt x="0" y="515"/>
                      <a:pt x="9466" y="0"/>
                      <a:pt x="21143" y="0"/>
                    </a:cubicBezTo>
                    <a:close/>
                  </a:path>
                </a:pathLst>
              </a:custGeom>
              <a:solidFill>
                <a:srgbClr val="F5F3EF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21" name="자유형: 도형 120">
                <a:extLst>
                  <a:ext uri="{FF2B5EF4-FFF2-40B4-BE49-F238E27FC236}">
                    <a16:creationId xmlns:a16="http://schemas.microsoft.com/office/drawing/2014/main" id="{AF46A7B1-0263-4537-9386-644B657A8575}"/>
                  </a:ext>
                </a:extLst>
              </p:cNvPr>
              <p:cNvSpPr/>
              <p:nvPr/>
            </p:nvSpPr>
            <p:spPr>
              <a:xfrm>
                <a:off x="934852" y="8161700"/>
                <a:ext cx="42286" cy="25262"/>
              </a:xfrm>
              <a:custGeom>
                <a:avLst/>
                <a:gdLst>
                  <a:gd name="connsiteX0" fmla="*/ 21144 w 42286"/>
                  <a:gd name="connsiteY0" fmla="*/ 0 h 25262"/>
                  <a:gd name="connsiteX1" fmla="*/ 42287 w 42286"/>
                  <a:gd name="connsiteY1" fmla="*/ 12630 h 25262"/>
                  <a:gd name="connsiteX2" fmla="*/ 21144 w 42286"/>
                  <a:gd name="connsiteY2" fmla="*/ 25262 h 25262"/>
                  <a:gd name="connsiteX3" fmla="*/ 0 w 42286"/>
                  <a:gd name="connsiteY3" fmla="*/ 12630 h 25262"/>
                  <a:gd name="connsiteX4" fmla="*/ 21144 w 42286"/>
                  <a:gd name="connsiteY4" fmla="*/ 0 h 252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2286" h="25262">
                    <a:moveTo>
                      <a:pt x="21144" y="0"/>
                    </a:moveTo>
                    <a:cubicBezTo>
                      <a:pt x="32820" y="0"/>
                      <a:pt x="42287" y="609"/>
                      <a:pt x="42287" y="12630"/>
                    </a:cubicBezTo>
                    <a:cubicBezTo>
                      <a:pt x="42287" y="25031"/>
                      <a:pt x="32820" y="25262"/>
                      <a:pt x="21144" y="25262"/>
                    </a:cubicBezTo>
                    <a:cubicBezTo>
                      <a:pt x="9466" y="25262"/>
                      <a:pt x="0" y="23003"/>
                      <a:pt x="0" y="12630"/>
                    </a:cubicBezTo>
                    <a:cubicBezTo>
                      <a:pt x="0" y="515"/>
                      <a:pt x="9466" y="0"/>
                      <a:pt x="21144" y="0"/>
                    </a:cubicBezTo>
                    <a:close/>
                  </a:path>
                </a:pathLst>
              </a:custGeom>
              <a:solidFill>
                <a:srgbClr val="F5F3EF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22" name="자유형: 도형 121">
                <a:extLst>
                  <a:ext uri="{FF2B5EF4-FFF2-40B4-BE49-F238E27FC236}">
                    <a16:creationId xmlns:a16="http://schemas.microsoft.com/office/drawing/2014/main" id="{8346023C-76B0-411E-B71F-057EBD13A917}"/>
                  </a:ext>
                </a:extLst>
              </p:cNvPr>
              <p:cNvSpPr/>
              <p:nvPr/>
            </p:nvSpPr>
            <p:spPr>
              <a:xfrm>
                <a:off x="915107" y="8091099"/>
                <a:ext cx="79569" cy="18199"/>
              </a:xfrm>
              <a:custGeom>
                <a:avLst/>
                <a:gdLst>
                  <a:gd name="connsiteX0" fmla="*/ 6484 w 79569"/>
                  <a:gd name="connsiteY0" fmla="*/ 14999 h 18199"/>
                  <a:gd name="connsiteX1" fmla="*/ 68488 w 79569"/>
                  <a:gd name="connsiteY1" fmla="*/ 16912 h 18199"/>
                  <a:gd name="connsiteX2" fmla="*/ 75322 w 79569"/>
                  <a:gd name="connsiteY2" fmla="*/ 17875 h 18199"/>
                  <a:gd name="connsiteX3" fmla="*/ 2832 w 79569"/>
                  <a:gd name="connsiteY3" fmla="*/ 7747 h 18199"/>
                  <a:gd name="connsiteX4" fmla="*/ 4606 w 79569"/>
                  <a:gd name="connsiteY4" fmla="*/ 13145 h 18199"/>
                  <a:gd name="connsiteX5" fmla="*/ 6022 w 79569"/>
                  <a:gd name="connsiteY5" fmla="*/ 13145 h 18199"/>
                  <a:gd name="connsiteX6" fmla="*/ 67072 w 79569"/>
                  <a:gd name="connsiteY6" fmla="*/ 18199 h 18199"/>
                  <a:gd name="connsiteX7" fmla="*/ 79570 w 79569"/>
                  <a:gd name="connsiteY7" fmla="*/ 17875 h 18199"/>
                  <a:gd name="connsiteX8" fmla="*/ 0 w 79569"/>
                  <a:gd name="connsiteY8" fmla="*/ 6459 h 18199"/>
                  <a:gd name="connsiteX9" fmla="*/ 6022 w 79569"/>
                  <a:gd name="connsiteY9" fmla="*/ 14432 h 18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79569" h="18199">
                    <a:moveTo>
                      <a:pt x="6484" y="14999"/>
                    </a:moveTo>
                    <a:cubicBezTo>
                      <a:pt x="6484" y="14999"/>
                      <a:pt x="42652" y="-3799"/>
                      <a:pt x="68488" y="16912"/>
                    </a:cubicBezTo>
                    <a:cubicBezTo>
                      <a:pt x="68488" y="16912"/>
                      <a:pt x="75322" y="17875"/>
                      <a:pt x="75322" y="17875"/>
                    </a:cubicBezTo>
                    <a:cubicBezTo>
                      <a:pt x="75322" y="17875"/>
                      <a:pt x="66568" y="-11081"/>
                      <a:pt x="2832" y="7747"/>
                    </a:cubicBezTo>
                    <a:cubicBezTo>
                      <a:pt x="2832" y="7747"/>
                      <a:pt x="4606" y="13145"/>
                      <a:pt x="4606" y="13145"/>
                    </a:cubicBezTo>
                    <a:moveTo>
                      <a:pt x="6022" y="13145"/>
                    </a:moveTo>
                    <a:cubicBezTo>
                      <a:pt x="6022" y="13145"/>
                      <a:pt x="42815" y="-6067"/>
                      <a:pt x="67072" y="18199"/>
                    </a:cubicBezTo>
                    <a:cubicBezTo>
                      <a:pt x="67072" y="18199"/>
                      <a:pt x="79570" y="17875"/>
                      <a:pt x="79570" y="17875"/>
                    </a:cubicBezTo>
                    <a:cubicBezTo>
                      <a:pt x="79570" y="17875"/>
                      <a:pt x="63983" y="-13057"/>
                      <a:pt x="0" y="6459"/>
                    </a:cubicBezTo>
                    <a:cubicBezTo>
                      <a:pt x="0" y="6459"/>
                      <a:pt x="6022" y="14432"/>
                      <a:pt x="6022" y="14432"/>
                    </a:cubicBezTo>
                  </a:path>
                </a:pathLst>
              </a:custGeom>
              <a:solidFill>
                <a:srgbClr val="3B434F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23" name="자유형: 도형 122">
                <a:extLst>
                  <a:ext uri="{FF2B5EF4-FFF2-40B4-BE49-F238E27FC236}">
                    <a16:creationId xmlns:a16="http://schemas.microsoft.com/office/drawing/2014/main" id="{E054BC2E-5469-4EDD-A87A-C2527EF3375B}"/>
                  </a:ext>
                </a:extLst>
              </p:cNvPr>
              <p:cNvSpPr/>
              <p:nvPr/>
            </p:nvSpPr>
            <p:spPr>
              <a:xfrm>
                <a:off x="771038" y="8091341"/>
                <a:ext cx="79303" cy="18038"/>
              </a:xfrm>
              <a:custGeom>
                <a:avLst/>
                <a:gdLst>
                  <a:gd name="connsiteX0" fmla="*/ 72840 w 79303"/>
                  <a:gd name="connsiteY0" fmla="*/ 14867 h 18038"/>
                  <a:gd name="connsiteX1" fmla="*/ 11045 w 79303"/>
                  <a:gd name="connsiteY1" fmla="*/ 16761 h 18038"/>
                  <a:gd name="connsiteX2" fmla="*/ 4233 w 79303"/>
                  <a:gd name="connsiteY2" fmla="*/ 17716 h 18038"/>
                  <a:gd name="connsiteX3" fmla="*/ 76482 w 79303"/>
                  <a:gd name="connsiteY3" fmla="*/ 7678 h 18038"/>
                  <a:gd name="connsiteX4" fmla="*/ 74713 w 79303"/>
                  <a:gd name="connsiteY4" fmla="*/ 13027 h 18038"/>
                  <a:gd name="connsiteX5" fmla="*/ 73302 w 79303"/>
                  <a:gd name="connsiteY5" fmla="*/ 13027 h 18038"/>
                  <a:gd name="connsiteX6" fmla="*/ 12455 w 79303"/>
                  <a:gd name="connsiteY6" fmla="*/ 18038 h 18038"/>
                  <a:gd name="connsiteX7" fmla="*/ 0 w 79303"/>
                  <a:gd name="connsiteY7" fmla="*/ 17716 h 18038"/>
                  <a:gd name="connsiteX8" fmla="*/ 79303 w 79303"/>
                  <a:gd name="connsiteY8" fmla="*/ 6402 h 18038"/>
                  <a:gd name="connsiteX9" fmla="*/ 73302 w 79303"/>
                  <a:gd name="connsiteY9" fmla="*/ 14304 h 180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79303" h="18038">
                    <a:moveTo>
                      <a:pt x="72840" y="14867"/>
                    </a:moveTo>
                    <a:cubicBezTo>
                      <a:pt x="72840" y="14867"/>
                      <a:pt x="36795" y="-3766"/>
                      <a:pt x="11045" y="16761"/>
                    </a:cubicBezTo>
                    <a:cubicBezTo>
                      <a:pt x="11045" y="16761"/>
                      <a:pt x="4233" y="17716"/>
                      <a:pt x="4233" y="17716"/>
                    </a:cubicBezTo>
                    <a:cubicBezTo>
                      <a:pt x="4233" y="17716"/>
                      <a:pt x="12958" y="-10984"/>
                      <a:pt x="76482" y="7678"/>
                    </a:cubicBezTo>
                    <a:cubicBezTo>
                      <a:pt x="76482" y="7678"/>
                      <a:pt x="74713" y="13027"/>
                      <a:pt x="74713" y="13027"/>
                    </a:cubicBezTo>
                    <a:moveTo>
                      <a:pt x="73302" y="13027"/>
                    </a:moveTo>
                    <a:cubicBezTo>
                      <a:pt x="73302" y="13027"/>
                      <a:pt x="36632" y="-6014"/>
                      <a:pt x="12455" y="18038"/>
                    </a:cubicBezTo>
                    <a:cubicBezTo>
                      <a:pt x="12455" y="18038"/>
                      <a:pt x="0" y="17716"/>
                      <a:pt x="0" y="17716"/>
                    </a:cubicBezTo>
                    <a:cubicBezTo>
                      <a:pt x="0" y="17716"/>
                      <a:pt x="15534" y="-12942"/>
                      <a:pt x="79303" y="6402"/>
                    </a:cubicBezTo>
                    <a:cubicBezTo>
                      <a:pt x="79303" y="6402"/>
                      <a:pt x="73302" y="14304"/>
                      <a:pt x="73302" y="14304"/>
                    </a:cubicBezTo>
                  </a:path>
                </a:pathLst>
              </a:custGeom>
              <a:solidFill>
                <a:srgbClr val="3B434F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24" name="자유형: 도형 123">
                <a:extLst>
                  <a:ext uri="{FF2B5EF4-FFF2-40B4-BE49-F238E27FC236}">
                    <a16:creationId xmlns:a16="http://schemas.microsoft.com/office/drawing/2014/main" id="{8A9AEA8B-9156-47E4-947E-4C824D11CD3A}"/>
                  </a:ext>
                </a:extLst>
              </p:cNvPr>
              <p:cNvSpPr/>
              <p:nvPr/>
            </p:nvSpPr>
            <p:spPr>
              <a:xfrm>
                <a:off x="730288" y="7922235"/>
                <a:ext cx="309404" cy="196629"/>
              </a:xfrm>
              <a:custGeom>
                <a:avLst/>
                <a:gdLst>
                  <a:gd name="connsiteX0" fmla="*/ 24675 w 309404"/>
                  <a:gd name="connsiteY0" fmla="*/ 172437 h 196629"/>
                  <a:gd name="connsiteX1" fmla="*/ 60054 w 309404"/>
                  <a:gd name="connsiteY1" fmla="*/ 91063 h 196629"/>
                  <a:gd name="connsiteX2" fmla="*/ 277055 w 309404"/>
                  <a:gd name="connsiteY2" fmla="*/ 135122 h 196629"/>
                  <a:gd name="connsiteX3" fmla="*/ 284304 w 309404"/>
                  <a:gd name="connsiteY3" fmla="*/ 194433 h 196629"/>
                  <a:gd name="connsiteX4" fmla="*/ 213023 w 309404"/>
                  <a:gd name="connsiteY4" fmla="*/ 7715 h 196629"/>
                  <a:gd name="connsiteX5" fmla="*/ 53207 w 309404"/>
                  <a:gd name="connsiteY5" fmla="*/ 63571 h 196629"/>
                  <a:gd name="connsiteX6" fmla="*/ 709 w 309404"/>
                  <a:gd name="connsiteY6" fmla="*/ 99860 h 196629"/>
                  <a:gd name="connsiteX7" fmla="*/ 11257 w 309404"/>
                  <a:gd name="connsiteY7" fmla="*/ 187843 h 196629"/>
                  <a:gd name="connsiteX8" fmla="*/ 23338 w 309404"/>
                  <a:gd name="connsiteY8" fmla="*/ 196630 h 196629"/>
                  <a:gd name="connsiteX9" fmla="*/ 24675 w 309404"/>
                  <a:gd name="connsiteY9" fmla="*/ 172437 h 1966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09404" h="196629">
                    <a:moveTo>
                      <a:pt x="24675" y="172437"/>
                    </a:moveTo>
                    <a:cubicBezTo>
                      <a:pt x="24675" y="172437"/>
                      <a:pt x="64450" y="154105"/>
                      <a:pt x="60054" y="91063"/>
                    </a:cubicBezTo>
                    <a:cubicBezTo>
                      <a:pt x="60054" y="91063"/>
                      <a:pt x="123682" y="154442"/>
                      <a:pt x="277055" y="135122"/>
                    </a:cubicBezTo>
                    <a:cubicBezTo>
                      <a:pt x="277055" y="135122"/>
                      <a:pt x="284304" y="194433"/>
                      <a:pt x="284304" y="194433"/>
                    </a:cubicBezTo>
                    <a:cubicBezTo>
                      <a:pt x="284304" y="194433"/>
                      <a:pt x="374467" y="42553"/>
                      <a:pt x="213023" y="7715"/>
                    </a:cubicBezTo>
                    <a:cubicBezTo>
                      <a:pt x="55027" y="-26379"/>
                      <a:pt x="53207" y="63571"/>
                      <a:pt x="53207" y="63571"/>
                    </a:cubicBezTo>
                    <a:cubicBezTo>
                      <a:pt x="53207" y="63571"/>
                      <a:pt x="4754" y="56989"/>
                      <a:pt x="709" y="99860"/>
                    </a:cubicBezTo>
                    <a:cubicBezTo>
                      <a:pt x="-3337" y="142730"/>
                      <a:pt x="11257" y="187843"/>
                      <a:pt x="11257" y="187843"/>
                    </a:cubicBezTo>
                    <a:cubicBezTo>
                      <a:pt x="11257" y="187843"/>
                      <a:pt x="23338" y="196630"/>
                      <a:pt x="23338" y="196630"/>
                    </a:cubicBezTo>
                    <a:cubicBezTo>
                      <a:pt x="23338" y="196630"/>
                      <a:pt x="24675" y="172437"/>
                      <a:pt x="24675" y="172437"/>
                    </a:cubicBezTo>
                    <a:close/>
                  </a:path>
                </a:pathLst>
              </a:custGeom>
              <a:solidFill>
                <a:srgbClr val="3B434F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  <p:sp>
          <p:nvSpPr>
            <p:cNvPr id="96" name="자유형: 도형 246">
              <a:extLst>
                <a:ext uri="{FF2B5EF4-FFF2-40B4-BE49-F238E27FC236}">
                  <a16:creationId xmlns:a16="http://schemas.microsoft.com/office/drawing/2014/main" id="{E50C21E0-505F-4398-B9A1-28D7969152D0}"/>
                </a:ext>
              </a:extLst>
            </p:cNvPr>
            <p:cNvSpPr/>
            <p:nvPr/>
          </p:nvSpPr>
          <p:spPr>
            <a:xfrm>
              <a:off x="2959298" y="4376425"/>
              <a:ext cx="695029" cy="216645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wrap="none" lIns="36000" tIns="36000" rIns="36000" bIns="36000" rtlCol="0" anchor="ctr" anchorCtr="0">
              <a:spAutoFit/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/>
            <a:p>
              <a:pPr algn="ctr" defTabSz="1062394" eaLnBrk="0" latinLnBrk="1" hangingPunct="0">
                <a:spcAft>
                  <a:spcPts val="299"/>
                </a:spcAft>
                <a:buClr>
                  <a:prstClr val="black">
                    <a:lumMod val="65000"/>
                    <a:lumOff val="35000"/>
                  </a:prstClr>
                </a:buClr>
              </a:pPr>
              <a:r>
                <a:rPr kumimoji="1" lang="en-US" altLang="ko-KR" sz="800" b="1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G마켓 산스 Medium" panose="02000000000000000000" pitchFamily="50" charset="-127"/>
                  <a:ea typeface="G마켓 산스 Medium" panose="02000000000000000000" pitchFamily="50" charset="-127"/>
                </a:rPr>
                <a:t>20</a:t>
              </a:r>
              <a:r>
                <a:rPr kumimoji="1" lang="ko-KR" altLang="en-US" sz="800" b="1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G마켓 산스 Medium" panose="02000000000000000000" pitchFamily="50" charset="-127"/>
                  <a:ea typeface="G마켓 산스 Medium" panose="02000000000000000000" pitchFamily="50" charset="-127"/>
                </a:rPr>
                <a:t>년 </a:t>
              </a:r>
              <a:r>
                <a:rPr kumimoji="1" lang="en-US" altLang="ko-KR" sz="800" b="1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G마켓 산스 Medium" panose="02000000000000000000" pitchFamily="50" charset="-127"/>
                  <a:ea typeface="G마켓 산스 Medium" panose="02000000000000000000" pitchFamily="50" charset="-127"/>
                </a:rPr>
                <a:t>10</a:t>
              </a:r>
              <a:r>
                <a:rPr kumimoji="1" lang="ko-KR" altLang="en-US" sz="800" b="1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G마켓 산스 Medium" panose="02000000000000000000" pitchFamily="50" charset="-127"/>
                  <a:ea typeface="G마켓 산스 Medium" panose="02000000000000000000" pitchFamily="50" charset="-127"/>
                </a:rPr>
                <a:t>개월</a:t>
              </a: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7062D291-A7EC-477E-93BE-95F2E2B6AAA3}"/>
              </a:ext>
            </a:extLst>
          </p:cNvPr>
          <p:cNvGrpSpPr/>
          <p:nvPr/>
        </p:nvGrpSpPr>
        <p:grpSpPr>
          <a:xfrm>
            <a:off x="512844" y="5025008"/>
            <a:ext cx="1368000" cy="1126870"/>
            <a:chOff x="512844" y="5060980"/>
            <a:chExt cx="1368000" cy="1126870"/>
          </a:xfrm>
        </p:grpSpPr>
        <p:sp>
          <p:nvSpPr>
            <p:cNvPr id="128" name="직사각형 127">
              <a:extLst>
                <a:ext uri="{FF2B5EF4-FFF2-40B4-BE49-F238E27FC236}">
                  <a16:creationId xmlns:a16="http://schemas.microsoft.com/office/drawing/2014/main" id="{E4859495-102B-45AB-B812-D906F8068294}"/>
                </a:ext>
              </a:extLst>
            </p:cNvPr>
            <p:cNvSpPr/>
            <p:nvPr/>
          </p:nvSpPr>
          <p:spPr>
            <a:xfrm>
              <a:off x="512844" y="5349012"/>
              <a:ext cx="1368000" cy="432000"/>
            </a:xfrm>
            <a:prstGeom prst="rect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057" tIns="54000" rIns="91057" bIns="45528" rtlCol="0" anchor="t" anchorCtr="0"/>
            <a:lstStyle/>
            <a:p>
              <a:pPr marL="92075" marR="0" lvl="1" indent="-92075" algn="l" defTabSz="1076325" rtl="0" eaLnBrk="1" fontAlgn="ctr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262626">
                    <a:lumMod val="75000"/>
                    <a:lumOff val="25000"/>
                  </a:srgbClr>
                </a:buClr>
                <a:buSzPct val="100000"/>
                <a:buFont typeface="Arial" pitchFamily="34" charset="0"/>
                <a:buChar char="•"/>
                <a:tabLst/>
                <a:defRPr/>
              </a:pPr>
              <a:endParaRPr kumimoji="0" lang="ko-KR" altLang="en-US" sz="1000" b="0" i="0" u="none" strike="noStrike" kern="0" cap="none" spc="0" normalizeH="0" baseline="0" noProof="0" dirty="0">
                <a:ln>
                  <a:solidFill>
                    <a:srgbClr val="DEE3EA">
                      <a:alpha val="0"/>
                    </a:srgbClr>
                  </a:solidFill>
                </a:ln>
                <a:solidFill>
                  <a:srgbClr val="262626">
                    <a:lumMod val="75000"/>
                    <a:lumOff val="25000"/>
                  </a:srgbClr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sp>
          <p:nvSpPr>
            <p:cNvPr id="129" name="직사각형 128">
              <a:extLst>
                <a:ext uri="{FF2B5EF4-FFF2-40B4-BE49-F238E27FC236}">
                  <a16:creationId xmlns:a16="http://schemas.microsoft.com/office/drawing/2014/main" id="{B86A9D3D-BCD6-442F-8871-C9CF4EC7D644}"/>
                </a:ext>
              </a:extLst>
            </p:cNvPr>
            <p:cNvSpPr/>
            <p:nvPr/>
          </p:nvSpPr>
          <p:spPr>
            <a:xfrm>
              <a:off x="512844" y="5761130"/>
              <a:ext cx="1368000" cy="426720"/>
            </a:xfrm>
            <a:prstGeom prst="rect">
              <a:avLst/>
            </a:prstGeom>
            <a:solidFill>
              <a:srgbClr val="E6EAEE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057" tIns="54000" rIns="91057" bIns="45528" rtlCol="0" anchor="ctr" anchorCtr="0"/>
            <a:lstStyle/>
            <a:p>
              <a:pPr marL="92075" marR="0" lvl="1" indent="-92075" algn="l" defTabSz="1076325" rtl="0" eaLnBrk="1" fontAlgn="ctr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262626">
                    <a:lumMod val="75000"/>
                    <a:lumOff val="25000"/>
                  </a:srgbClr>
                </a:buClr>
                <a:buSzPct val="100000"/>
                <a:buFont typeface="Arial" pitchFamily="34" charset="0"/>
                <a:buChar char="•"/>
                <a:tabLst/>
                <a:defRPr/>
              </a:pPr>
              <a:r>
                <a:rPr kumimoji="0" lang="ko-KR" altLang="en-US" sz="900" b="0" i="0" u="none" strike="noStrike" kern="0" cap="none" spc="-50" normalizeH="0" baseline="0" noProof="0" dirty="0">
                  <a:ln>
                    <a:solidFill>
                      <a:srgbClr val="DEE3EA">
                        <a:alpha val="0"/>
                      </a:srgbClr>
                    </a:solidFill>
                  </a:ln>
                  <a:solidFill>
                    <a:srgbClr val="262626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+mn-ea"/>
                </a:rPr>
                <a:t>우수한 </a:t>
              </a:r>
              <a:r>
                <a:rPr kumimoji="0" lang="ko-KR" altLang="en-US" sz="900" b="0" i="0" u="none" strike="noStrike" kern="0" cap="none" spc="-50" normalizeH="0" baseline="0" noProof="0" dirty="0" err="1">
                  <a:ln>
                    <a:solidFill>
                      <a:srgbClr val="DEE3EA">
                        <a:alpha val="0"/>
                      </a:srgbClr>
                    </a:solidFill>
                  </a:ln>
                  <a:solidFill>
                    <a:srgbClr val="262626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+mn-ea"/>
                </a:rPr>
                <a:t>정보시</a:t>
              </a:r>
              <a:r>
                <a:rPr lang="ko-KR" altLang="en-US" sz="900" kern="0" spc="-50" dirty="0" err="1">
                  <a:ln>
                    <a:solidFill>
                      <a:srgbClr val="DEE3EA">
                        <a:alpha val="0"/>
                      </a:srgbClr>
                    </a:solidFill>
                  </a:ln>
                  <a:solidFill>
                    <a:srgbClr val="262626">
                      <a:lumMod val="75000"/>
                      <a:lumOff val="25000"/>
                    </a:srgbClr>
                  </a:solidFill>
                  <a:latin typeface="+mn-ea"/>
                </a:rPr>
                <a:t>스템</a:t>
              </a:r>
              <a:r>
                <a:rPr lang="ko-KR" altLang="en-US" sz="900" kern="0" spc="-50" dirty="0">
                  <a:ln>
                    <a:solidFill>
                      <a:srgbClr val="DEE3EA">
                        <a:alpha val="0"/>
                      </a:srgbClr>
                    </a:solidFill>
                  </a:ln>
                  <a:solidFill>
                    <a:srgbClr val="262626">
                      <a:lumMod val="75000"/>
                      <a:lumOff val="25000"/>
                    </a:srgbClr>
                  </a:solidFill>
                  <a:latin typeface="+mn-ea"/>
                </a:rPr>
                <a:t> 구축</a:t>
              </a:r>
              <a:endParaRPr lang="en-US" altLang="ko-KR" sz="900" kern="0" spc="-50" dirty="0">
                <a:ln>
                  <a:solidFill>
                    <a:srgbClr val="DEE3EA">
                      <a:alpha val="0"/>
                    </a:srgbClr>
                  </a:solidFill>
                </a:ln>
                <a:solidFill>
                  <a:srgbClr val="262626">
                    <a:lumMod val="75000"/>
                    <a:lumOff val="25000"/>
                  </a:srgbClr>
                </a:solidFill>
                <a:latin typeface="+mn-ea"/>
              </a:endParaRPr>
            </a:p>
            <a:p>
              <a:pPr marL="92075" marR="0" lvl="1" indent="-92075" algn="l" defTabSz="1076325" rtl="0" eaLnBrk="1" fontAlgn="ctr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262626">
                    <a:lumMod val="75000"/>
                    <a:lumOff val="25000"/>
                  </a:srgbClr>
                </a:buClr>
                <a:buSzPct val="100000"/>
                <a:buFont typeface="Arial" pitchFamily="34" charset="0"/>
                <a:buChar char="•"/>
                <a:tabLst/>
                <a:defRPr/>
              </a:pPr>
              <a:r>
                <a:rPr lang="ko-KR" altLang="en-US" sz="900" kern="0" spc="-50" dirty="0">
                  <a:ln>
                    <a:solidFill>
                      <a:srgbClr val="DEE3EA">
                        <a:alpha val="0"/>
                      </a:srgbClr>
                    </a:solidFill>
                  </a:ln>
                  <a:solidFill>
                    <a:srgbClr val="262626">
                      <a:lumMod val="75000"/>
                      <a:lumOff val="25000"/>
                    </a:srgbClr>
                  </a:solidFill>
                  <a:latin typeface="+mn-ea"/>
                </a:rPr>
                <a:t>관리 </a:t>
              </a:r>
              <a:r>
                <a:rPr kumimoji="0" lang="ko-KR" altLang="en-US" sz="900" b="0" i="0" u="none" strike="noStrike" kern="0" cap="none" spc="-50" normalizeH="0" baseline="0" noProof="0" dirty="0">
                  <a:ln>
                    <a:solidFill>
                      <a:srgbClr val="DEE3EA">
                        <a:alpha val="0"/>
                      </a:srgbClr>
                    </a:solidFill>
                  </a:ln>
                  <a:solidFill>
                    <a:srgbClr val="262626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+mn-ea"/>
                </a:rPr>
                <a:t>프로그램 개발 </a:t>
              </a:r>
              <a:r>
                <a:rPr kumimoji="0" lang="en-US" altLang="ko-KR" sz="900" b="0" i="0" u="none" strike="noStrike" kern="0" cap="none" spc="-50" normalizeH="0" baseline="0" noProof="0" dirty="0">
                  <a:ln>
                    <a:solidFill>
                      <a:srgbClr val="DEE3EA">
                        <a:alpha val="0"/>
                      </a:srgbClr>
                    </a:solidFill>
                  </a:ln>
                  <a:solidFill>
                    <a:srgbClr val="262626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+mn-ea"/>
                </a:rPr>
                <a:t>PL</a:t>
              </a:r>
              <a:endParaRPr kumimoji="0" lang="ko-KR" altLang="en-US" sz="900" b="0" i="0" u="none" strike="noStrike" kern="0" cap="none" spc="-50" normalizeH="0" baseline="0" noProof="0" dirty="0">
                <a:ln>
                  <a:solidFill>
                    <a:srgbClr val="DEE3EA">
                      <a:alpha val="0"/>
                    </a:srgbClr>
                  </a:solidFill>
                </a:ln>
                <a:solidFill>
                  <a:srgbClr val="262626">
                    <a:lumMod val="75000"/>
                    <a:lumOff val="25000"/>
                  </a:srgbClr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130" name="직사각형 129">
              <a:extLst>
                <a:ext uri="{FF2B5EF4-FFF2-40B4-BE49-F238E27FC236}">
                  <a16:creationId xmlns:a16="http://schemas.microsoft.com/office/drawing/2014/main" id="{72CEDCDE-DB93-4601-B67F-A7700C7EC3F0}"/>
                </a:ext>
              </a:extLst>
            </p:cNvPr>
            <p:cNvSpPr/>
            <p:nvPr/>
          </p:nvSpPr>
          <p:spPr>
            <a:xfrm>
              <a:off x="512844" y="5060980"/>
              <a:ext cx="1368000" cy="288000"/>
            </a:xfrm>
            <a:prstGeom prst="rect">
              <a:avLst/>
            </a:prstGeom>
            <a:solidFill>
              <a:srgbClr val="778AA5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36000" bIns="36000" rtlCol="0" anchor="ctr">
              <a:noAutofit/>
            </a:bodyPr>
            <a:lstStyle/>
            <a:p>
              <a:pPr algn="ctr" defTabSz="1015706" latinLnBrk="1"/>
              <a:r>
                <a:rPr kumimoji="1" lang="ko-KR" altLang="en-US" sz="1100" dirty="0">
                  <a:ln>
                    <a:solidFill>
                      <a:srgbClr val="DEE3EA">
                        <a:alpha val="0"/>
                      </a:srgbClr>
                    </a:solidFill>
                  </a:ln>
                  <a:solidFill>
                    <a:srgbClr val="FFFFFF"/>
                  </a:solidFill>
                  <a:latin typeface="+mn-ea"/>
                </a:rPr>
                <a:t>프로그램팀</a:t>
              </a:r>
            </a:p>
          </p:txBody>
        </p:sp>
        <p:sp>
          <p:nvSpPr>
            <p:cNvPr id="131" name="Text Box 259">
              <a:extLst>
                <a:ext uri="{FF2B5EF4-FFF2-40B4-BE49-F238E27FC236}">
                  <a16:creationId xmlns:a16="http://schemas.microsoft.com/office/drawing/2014/main" id="{7AFA3965-AAEA-4B09-8450-34C38F8A2A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7246" y="5475421"/>
              <a:ext cx="561051" cy="161583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>
              <a:defPPr>
                <a:defRPr lang="ko-KR"/>
              </a:defPPr>
              <a:lvl1pPr algn="ctr">
                <a:defRPr sz="1100">
                  <a:ln>
                    <a:solidFill>
                      <a:srgbClr val="7F7F7F">
                        <a:alpha val="0"/>
                      </a:srgbClr>
                    </a:solidFill>
                  </a:ln>
                  <a:solidFill>
                    <a:srgbClr val="434B53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defRPr>
              </a:lvl1pPr>
            </a:lstStyle>
            <a:p>
              <a:pPr marL="0" marR="0" lvl="0" indent="0" algn="ctr" defTabSz="100153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0" i="0" u="none" strike="noStrike" kern="1200" cap="none" spc="0" normalizeH="0" baseline="0" noProof="0" dirty="0">
                  <a:ln>
                    <a:solidFill>
                      <a:srgbClr val="DEE3EA">
                        <a:alpha val="0"/>
                      </a:srgbClr>
                    </a:solidFill>
                  </a:ln>
                  <a:solidFill>
                    <a:srgbClr val="3C485A"/>
                  </a:solidFill>
                  <a:effectLst/>
                  <a:uLnTx/>
                  <a:uFillTx/>
                  <a:latin typeface="+mj-ea"/>
                  <a:ea typeface="+mj-ea"/>
                </a:rPr>
                <a:t>과장 </a:t>
              </a:r>
              <a:r>
                <a:rPr kumimoji="0" lang="ko-KR" altLang="en-US" sz="1050" b="0" i="0" u="none" strike="noStrike" kern="1200" cap="none" spc="0" normalizeH="0" baseline="0" noProof="0" dirty="0" err="1">
                  <a:ln>
                    <a:solidFill>
                      <a:srgbClr val="DEE3EA">
                        <a:alpha val="0"/>
                      </a:srgbClr>
                    </a:solidFill>
                  </a:ln>
                  <a:solidFill>
                    <a:srgbClr val="262626"/>
                  </a:solidFill>
                  <a:effectLst/>
                  <a:uLnTx/>
                  <a:uFillTx/>
                  <a:latin typeface="+mj-ea"/>
                  <a:ea typeface="+mj-ea"/>
                </a:rPr>
                <a:t>김개발</a:t>
              </a:r>
              <a:endParaRPr kumimoji="0" lang="ko-KR" altLang="en-US" sz="1050" b="0" i="0" u="none" strike="noStrike" kern="1200" cap="none" spc="0" normalizeH="0" baseline="0" noProof="0" dirty="0">
                <a:ln>
                  <a:solidFill>
                    <a:srgbClr val="DEE3EA">
                      <a:alpha val="0"/>
                    </a:srgbClr>
                  </a:solidFill>
                </a:ln>
                <a:solidFill>
                  <a:srgbClr val="262626"/>
                </a:solidFill>
                <a:effectLst/>
                <a:uLnTx/>
                <a:uFillTx/>
                <a:latin typeface="+mj-ea"/>
                <a:ea typeface="+mj-ea"/>
              </a:endParaRPr>
            </a:p>
          </p:txBody>
        </p:sp>
        <p:sp>
          <p:nvSpPr>
            <p:cNvPr id="132" name="자유형: 도형 246">
              <a:extLst>
                <a:ext uri="{FF2B5EF4-FFF2-40B4-BE49-F238E27FC236}">
                  <a16:creationId xmlns:a16="http://schemas.microsoft.com/office/drawing/2014/main" id="{589838B1-E866-4771-A2D5-C4A0B93B4A1D}"/>
                </a:ext>
              </a:extLst>
            </p:cNvPr>
            <p:cNvSpPr/>
            <p:nvPr/>
          </p:nvSpPr>
          <p:spPr>
            <a:xfrm>
              <a:off x="577885" y="5456403"/>
              <a:ext cx="554821" cy="199619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wrap="none" lIns="36000" tIns="36000" rIns="36000" bIns="36000" rtlCol="0" anchor="ctr" anchorCtr="0">
              <a:spAutoFit/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/>
            <a:p>
              <a:pPr algn="ctr" defTabSz="1062394" eaLnBrk="0" latinLnBrk="1" hangingPunct="0">
                <a:spcAft>
                  <a:spcPts val="299"/>
                </a:spcAft>
                <a:buClr>
                  <a:prstClr val="black">
                    <a:lumMod val="65000"/>
                    <a:lumOff val="35000"/>
                  </a:prstClr>
                </a:buClr>
              </a:pPr>
              <a:r>
                <a:rPr kumimoji="1" lang="en-US" altLang="ko-KR" sz="700" b="1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15</a:t>
              </a:r>
              <a:r>
                <a:rPr kumimoji="1" lang="ko-KR" altLang="en-US" sz="700" b="1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년 </a:t>
              </a:r>
              <a:r>
                <a:rPr kumimoji="1" lang="en-US" altLang="ko-KR" sz="700" b="1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09</a:t>
              </a:r>
              <a:r>
                <a:rPr kumimoji="1" lang="ko-KR" altLang="en-US" sz="700" b="1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개월</a:t>
              </a:r>
            </a:p>
          </p:txBody>
        </p:sp>
      </p:grpSp>
      <p:cxnSp>
        <p:nvCxnSpPr>
          <p:cNvPr id="133" name="꺾인 연결선 58">
            <a:extLst>
              <a:ext uri="{FF2B5EF4-FFF2-40B4-BE49-F238E27FC236}">
                <a16:creationId xmlns:a16="http://schemas.microsoft.com/office/drawing/2014/main" id="{8E5E038E-F758-40B6-B1BD-B0911C01308D}"/>
              </a:ext>
            </a:extLst>
          </p:cNvPr>
          <p:cNvCxnSpPr>
            <a:stCxn id="125" idx="2"/>
            <a:endCxn id="175" idx="0"/>
          </p:cNvCxnSpPr>
          <p:nvPr/>
        </p:nvCxnSpPr>
        <p:spPr>
          <a:xfrm rot="16200000" flipH="1">
            <a:off x="3638999" y="4490945"/>
            <a:ext cx="324064" cy="744062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miter lim="800000"/>
          </a:ln>
          <a:effectLst/>
        </p:spPr>
      </p:cxnSp>
      <p:cxnSp>
        <p:nvCxnSpPr>
          <p:cNvPr id="134" name="꺾인 연결선 58">
            <a:extLst>
              <a:ext uri="{FF2B5EF4-FFF2-40B4-BE49-F238E27FC236}">
                <a16:creationId xmlns:a16="http://schemas.microsoft.com/office/drawing/2014/main" id="{30A3C66C-B4E9-41F0-92A9-60FBD86E58B4}"/>
              </a:ext>
            </a:extLst>
          </p:cNvPr>
          <p:cNvCxnSpPr>
            <a:stCxn id="125" idx="2"/>
            <a:endCxn id="140" idx="0"/>
          </p:cNvCxnSpPr>
          <p:nvPr/>
        </p:nvCxnSpPr>
        <p:spPr>
          <a:xfrm rot="5400000">
            <a:off x="2894945" y="4490953"/>
            <a:ext cx="324064" cy="744047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miter lim="800000"/>
          </a:ln>
          <a:effectLst/>
        </p:spPr>
      </p:cxnSp>
      <p:cxnSp>
        <p:nvCxnSpPr>
          <p:cNvPr id="135" name="꺾인 연결선 58">
            <a:extLst>
              <a:ext uri="{FF2B5EF4-FFF2-40B4-BE49-F238E27FC236}">
                <a16:creationId xmlns:a16="http://schemas.microsoft.com/office/drawing/2014/main" id="{39E1EA59-8D5C-45B7-BCD0-8ED9EF06AE3F}"/>
              </a:ext>
            </a:extLst>
          </p:cNvPr>
          <p:cNvCxnSpPr>
            <a:stCxn id="125" idx="2"/>
            <a:endCxn id="130" idx="0"/>
          </p:cNvCxnSpPr>
          <p:nvPr/>
        </p:nvCxnSpPr>
        <p:spPr>
          <a:xfrm rot="5400000">
            <a:off x="2150890" y="3746898"/>
            <a:ext cx="324064" cy="2232156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miter lim="800000"/>
          </a:ln>
          <a:effectLst/>
        </p:spPr>
      </p:cxnSp>
      <p:cxnSp>
        <p:nvCxnSpPr>
          <p:cNvPr id="136" name="직선 연결선 135">
            <a:extLst>
              <a:ext uri="{FF2B5EF4-FFF2-40B4-BE49-F238E27FC236}">
                <a16:creationId xmlns:a16="http://schemas.microsoft.com/office/drawing/2014/main" id="{B264BF22-7CC5-4DCF-97BC-E90EFA18545E}"/>
              </a:ext>
            </a:extLst>
          </p:cNvPr>
          <p:cNvCxnSpPr>
            <a:stCxn id="83" idx="2"/>
            <a:endCxn id="126" idx="0"/>
          </p:cNvCxnSpPr>
          <p:nvPr/>
        </p:nvCxnSpPr>
        <p:spPr>
          <a:xfrm>
            <a:off x="3429000" y="3548812"/>
            <a:ext cx="0" cy="165359"/>
          </a:xfrm>
          <a:prstGeom prst="line">
            <a:avLst/>
          </a:prstGeom>
          <a:noFill/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miter lim="800000"/>
          </a:ln>
          <a:effectLst/>
        </p:spPr>
      </p:cxnSp>
      <p:grpSp>
        <p:nvGrpSpPr>
          <p:cNvPr id="9" name="그룹 8">
            <a:extLst>
              <a:ext uri="{FF2B5EF4-FFF2-40B4-BE49-F238E27FC236}">
                <a16:creationId xmlns:a16="http://schemas.microsoft.com/office/drawing/2014/main" id="{AC531692-1A52-4059-B04F-CBB7A73983D8}"/>
              </a:ext>
            </a:extLst>
          </p:cNvPr>
          <p:cNvGrpSpPr/>
          <p:nvPr/>
        </p:nvGrpSpPr>
        <p:grpSpPr>
          <a:xfrm>
            <a:off x="2000953" y="5025008"/>
            <a:ext cx="1368000" cy="1126870"/>
            <a:chOff x="2000953" y="5060980"/>
            <a:chExt cx="1368000" cy="1126870"/>
          </a:xfrm>
        </p:grpSpPr>
        <p:sp>
          <p:nvSpPr>
            <p:cNvPr id="138" name="직사각형 137">
              <a:extLst>
                <a:ext uri="{FF2B5EF4-FFF2-40B4-BE49-F238E27FC236}">
                  <a16:creationId xmlns:a16="http://schemas.microsoft.com/office/drawing/2014/main" id="{733AA209-D2F7-4E29-A95E-726C3881C9E8}"/>
                </a:ext>
              </a:extLst>
            </p:cNvPr>
            <p:cNvSpPr/>
            <p:nvPr/>
          </p:nvSpPr>
          <p:spPr>
            <a:xfrm>
              <a:off x="2000953" y="5349012"/>
              <a:ext cx="1368000" cy="432000"/>
            </a:xfrm>
            <a:prstGeom prst="rect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057" tIns="54000" rIns="91057" bIns="45528" rtlCol="0" anchor="t" anchorCtr="0"/>
            <a:lstStyle/>
            <a:p>
              <a:pPr marL="92075" marR="0" lvl="1" indent="-92075" algn="l" defTabSz="1076325" rtl="0" eaLnBrk="1" fontAlgn="ctr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262626">
                    <a:lumMod val="75000"/>
                    <a:lumOff val="25000"/>
                  </a:srgbClr>
                </a:buClr>
                <a:buSzPct val="100000"/>
                <a:buFont typeface="Arial" pitchFamily="34" charset="0"/>
                <a:buChar char="•"/>
                <a:tabLst/>
                <a:defRPr/>
              </a:pPr>
              <a:endParaRPr kumimoji="0" lang="ko-KR" altLang="en-US" sz="1000" b="0" i="0" u="none" strike="noStrike" kern="0" cap="none" spc="0" normalizeH="0" baseline="0" noProof="0" dirty="0">
                <a:ln>
                  <a:solidFill>
                    <a:srgbClr val="DEE3EA">
                      <a:alpha val="0"/>
                    </a:srgbClr>
                  </a:solidFill>
                </a:ln>
                <a:solidFill>
                  <a:srgbClr val="262626">
                    <a:lumMod val="75000"/>
                    <a:lumOff val="25000"/>
                  </a:srgbClr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sp>
          <p:nvSpPr>
            <p:cNvPr id="139" name="직사각형 138">
              <a:extLst>
                <a:ext uri="{FF2B5EF4-FFF2-40B4-BE49-F238E27FC236}">
                  <a16:creationId xmlns:a16="http://schemas.microsoft.com/office/drawing/2014/main" id="{4E0BF38D-63E6-4FE8-B5E0-8776C56470FE}"/>
                </a:ext>
              </a:extLst>
            </p:cNvPr>
            <p:cNvSpPr/>
            <p:nvPr/>
          </p:nvSpPr>
          <p:spPr>
            <a:xfrm>
              <a:off x="2000953" y="5761130"/>
              <a:ext cx="1368000" cy="426720"/>
            </a:xfrm>
            <a:prstGeom prst="rect">
              <a:avLst/>
            </a:prstGeom>
            <a:solidFill>
              <a:srgbClr val="E6EAEE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057" tIns="54000" rIns="91057" bIns="45528" rtlCol="0" anchor="ctr" anchorCtr="0"/>
            <a:lstStyle/>
            <a:p>
              <a:pPr marL="92075" marR="0" lvl="1" indent="-92075" algn="l" defTabSz="1076325" rtl="0" eaLnBrk="1" fontAlgn="ctr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262626">
                    <a:lumMod val="75000"/>
                    <a:lumOff val="25000"/>
                  </a:srgbClr>
                </a:buClr>
                <a:buSzPct val="100000"/>
                <a:buFont typeface="Arial" pitchFamily="34" charset="0"/>
                <a:buChar char="•"/>
                <a:tabLst/>
                <a:defRPr/>
              </a:pPr>
              <a:r>
                <a:rPr kumimoji="0" lang="ko-KR" altLang="en-US" sz="900" b="0" i="0" u="none" strike="noStrike" kern="0" cap="none" spc="-50" normalizeH="0" baseline="0" noProof="0" dirty="0">
                  <a:ln>
                    <a:solidFill>
                      <a:srgbClr val="DEE3EA">
                        <a:alpha val="0"/>
                      </a:srgbClr>
                    </a:solidFill>
                  </a:ln>
                  <a:solidFill>
                    <a:srgbClr val="262626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+mn-ea"/>
                </a:rPr>
                <a:t>우수한 </a:t>
              </a:r>
              <a:r>
                <a:rPr kumimoji="0" lang="ko-KR" altLang="en-US" sz="900" b="0" i="0" u="none" strike="noStrike" kern="0" cap="none" spc="-50" normalizeH="0" baseline="0" noProof="0" dirty="0" err="1">
                  <a:ln>
                    <a:solidFill>
                      <a:srgbClr val="DEE3EA">
                        <a:alpha val="0"/>
                      </a:srgbClr>
                    </a:solidFill>
                  </a:ln>
                  <a:solidFill>
                    <a:srgbClr val="262626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+mn-ea"/>
                </a:rPr>
                <a:t>정보시</a:t>
              </a:r>
              <a:r>
                <a:rPr lang="ko-KR" altLang="en-US" sz="900" kern="0" spc="-50" dirty="0" err="1">
                  <a:ln>
                    <a:solidFill>
                      <a:srgbClr val="DEE3EA">
                        <a:alpha val="0"/>
                      </a:srgbClr>
                    </a:solidFill>
                  </a:ln>
                  <a:solidFill>
                    <a:srgbClr val="262626">
                      <a:lumMod val="75000"/>
                      <a:lumOff val="25000"/>
                    </a:srgbClr>
                  </a:solidFill>
                  <a:latin typeface="+mn-ea"/>
                </a:rPr>
                <a:t>스템</a:t>
              </a:r>
              <a:r>
                <a:rPr lang="ko-KR" altLang="en-US" sz="900" kern="0" spc="-50" dirty="0">
                  <a:ln>
                    <a:solidFill>
                      <a:srgbClr val="DEE3EA">
                        <a:alpha val="0"/>
                      </a:srgbClr>
                    </a:solidFill>
                  </a:ln>
                  <a:solidFill>
                    <a:srgbClr val="262626">
                      <a:lumMod val="75000"/>
                      <a:lumOff val="25000"/>
                    </a:srgbClr>
                  </a:solidFill>
                  <a:latin typeface="+mn-ea"/>
                </a:rPr>
                <a:t> 구축</a:t>
              </a:r>
              <a:endParaRPr lang="en-US" altLang="ko-KR" sz="900" kern="0" spc="-50" dirty="0">
                <a:ln>
                  <a:solidFill>
                    <a:srgbClr val="DEE3EA">
                      <a:alpha val="0"/>
                    </a:srgbClr>
                  </a:solidFill>
                </a:ln>
                <a:solidFill>
                  <a:srgbClr val="262626">
                    <a:lumMod val="75000"/>
                    <a:lumOff val="25000"/>
                  </a:srgbClr>
                </a:solidFill>
                <a:latin typeface="+mn-ea"/>
              </a:endParaRPr>
            </a:p>
            <a:p>
              <a:pPr marL="92075" marR="0" lvl="1" indent="-92075" algn="l" defTabSz="1076325" rtl="0" eaLnBrk="1" fontAlgn="ctr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262626">
                    <a:lumMod val="75000"/>
                    <a:lumOff val="25000"/>
                  </a:srgbClr>
                </a:buClr>
                <a:buSzPct val="100000"/>
                <a:buFont typeface="Arial" pitchFamily="34" charset="0"/>
                <a:buChar char="•"/>
                <a:tabLst/>
                <a:defRPr/>
              </a:pPr>
              <a:r>
                <a:rPr lang="ko-KR" altLang="en-US" sz="900" kern="0" spc="-50" dirty="0">
                  <a:ln>
                    <a:solidFill>
                      <a:srgbClr val="DEE3EA">
                        <a:alpha val="0"/>
                      </a:srgbClr>
                    </a:solidFill>
                  </a:ln>
                  <a:solidFill>
                    <a:srgbClr val="262626">
                      <a:lumMod val="75000"/>
                      <a:lumOff val="25000"/>
                    </a:srgbClr>
                  </a:solidFill>
                  <a:latin typeface="+mn-ea"/>
                </a:rPr>
                <a:t>관리 </a:t>
              </a:r>
              <a:r>
                <a:rPr kumimoji="0" lang="ko-KR" altLang="en-US" sz="900" b="0" i="0" u="none" strike="noStrike" kern="0" cap="none" spc="-50" normalizeH="0" baseline="0" noProof="0" dirty="0">
                  <a:ln>
                    <a:solidFill>
                      <a:srgbClr val="DEE3EA">
                        <a:alpha val="0"/>
                      </a:srgbClr>
                    </a:solidFill>
                  </a:ln>
                  <a:solidFill>
                    <a:srgbClr val="262626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+mn-ea"/>
                </a:rPr>
                <a:t>프로그램 개발 </a:t>
              </a:r>
              <a:r>
                <a:rPr kumimoji="0" lang="en-US" altLang="ko-KR" sz="900" b="0" i="0" u="none" strike="noStrike" kern="0" cap="none" spc="-50" normalizeH="0" baseline="0" noProof="0" dirty="0">
                  <a:ln>
                    <a:solidFill>
                      <a:srgbClr val="DEE3EA">
                        <a:alpha val="0"/>
                      </a:srgbClr>
                    </a:solidFill>
                  </a:ln>
                  <a:solidFill>
                    <a:srgbClr val="262626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+mn-ea"/>
                </a:rPr>
                <a:t>PL</a:t>
              </a:r>
              <a:endParaRPr kumimoji="0" lang="ko-KR" altLang="en-US" sz="900" b="0" i="0" u="none" strike="noStrike" kern="0" cap="none" spc="-50" normalizeH="0" baseline="0" noProof="0" dirty="0">
                <a:ln>
                  <a:solidFill>
                    <a:srgbClr val="DEE3EA">
                      <a:alpha val="0"/>
                    </a:srgbClr>
                  </a:solidFill>
                </a:ln>
                <a:solidFill>
                  <a:srgbClr val="262626">
                    <a:lumMod val="75000"/>
                    <a:lumOff val="25000"/>
                  </a:srgbClr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140" name="직사각형 139">
              <a:extLst>
                <a:ext uri="{FF2B5EF4-FFF2-40B4-BE49-F238E27FC236}">
                  <a16:creationId xmlns:a16="http://schemas.microsoft.com/office/drawing/2014/main" id="{B1133B7E-D7F7-4BFA-B8CE-23BF5B037BAA}"/>
                </a:ext>
              </a:extLst>
            </p:cNvPr>
            <p:cNvSpPr/>
            <p:nvPr/>
          </p:nvSpPr>
          <p:spPr>
            <a:xfrm>
              <a:off x="2000953" y="5060980"/>
              <a:ext cx="1368000" cy="288000"/>
            </a:xfrm>
            <a:prstGeom prst="rect">
              <a:avLst/>
            </a:prstGeom>
            <a:solidFill>
              <a:srgbClr val="778AA5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bIns="36000" rtlCol="0" anchor="ctr">
              <a:noAutofit/>
            </a:bodyPr>
            <a:lstStyle/>
            <a:p>
              <a:pPr lvl="0" algn="ctr" defTabSz="1015706" latinLnBrk="1">
                <a:defRPr/>
              </a:pPr>
              <a:r>
                <a:rPr kumimoji="1" lang="ko-KR" altLang="en-US" sz="1100" dirty="0">
                  <a:ln>
                    <a:solidFill>
                      <a:srgbClr val="DEE3EA">
                        <a:alpha val="0"/>
                      </a:srgbClr>
                    </a:solidFill>
                  </a:ln>
                  <a:solidFill>
                    <a:srgbClr val="FFFFFF"/>
                  </a:solidFill>
                  <a:latin typeface="+mn-ea"/>
                </a:rPr>
                <a:t>프로그램팀</a:t>
              </a:r>
            </a:p>
          </p:txBody>
        </p:sp>
        <p:sp>
          <p:nvSpPr>
            <p:cNvPr id="143" name="Text Box 259">
              <a:extLst>
                <a:ext uri="{FF2B5EF4-FFF2-40B4-BE49-F238E27FC236}">
                  <a16:creationId xmlns:a16="http://schemas.microsoft.com/office/drawing/2014/main" id="{E622148C-B3E6-4DBF-AF71-77E90641EE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35355" y="5475421"/>
              <a:ext cx="561051" cy="161583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>
              <a:defPPr>
                <a:defRPr lang="ko-KR"/>
              </a:defPPr>
              <a:lvl1pPr algn="ctr">
                <a:defRPr sz="1100">
                  <a:ln>
                    <a:solidFill>
                      <a:srgbClr val="7F7F7F">
                        <a:alpha val="0"/>
                      </a:srgbClr>
                    </a:solidFill>
                  </a:ln>
                  <a:solidFill>
                    <a:srgbClr val="434B53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defRPr>
              </a:lvl1pPr>
            </a:lstStyle>
            <a:p>
              <a:pPr marL="0" marR="0" lvl="0" indent="0" algn="ctr" defTabSz="100153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0" i="0" u="none" strike="noStrike" kern="1200" cap="none" spc="0" normalizeH="0" baseline="0" noProof="0" dirty="0">
                  <a:ln>
                    <a:solidFill>
                      <a:srgbClr val="DEE3EA">
                        <a:alpha val="0"/>
                      </a:srgbClr>
                    </a:solidFill>
                  </a:ln>
                  <a:solidFill>
                    <a:srgbClr val="3C485A"/>
                  </a:solidFill>
                  <a:effectLst/>
                  <a:uLnTx/>
                  <a:uFillTx/>
                  <a:latin typeface="+mj-ea"/>
                  <a:ea typeface="+mj-ea"/>
                </a:rPr>
                <a:t>과장 </a:t>
              </a:r>
              <a:r>
                <a:rPr kumimoji="0" lang="ko-KR" altLang="en-US" sz="1050" b="0" i="0" u="none" strike="noStrike" kern="1200" cap="none" spc="0" normalizeH="0" baseline="0" noProof="0" dirty="0" err="1">
                  <a:ln>
                    <a:solidFill>
                      <a:srgbClr val="DEE3EA">
                        <a:alpha val="0"/>
                      </a:srgbClr>
                    </a:solidFill>
                  </a:ln>
                  <a:solidFill>
                    <a:srgbClr val="262626"/>
                  </a:solidFill>
                  <a:effectLst/>
                  <a:uLnTx/>
                  <a:uFillTx/>
                  <a:latin typeface="+mj-ea"/>
                  <a:ea typeface="+mj-ea"/>
                </a:rPr>
                <a:t>김개발</a:t>
              </a:r>
              <a:endParaRPr kumimoji="0" lang="ko-KR" altLang="en-US" sz="1050" b="0" i="0" u="none" strike="noStrike" kern="1200" cap="none" spc="0" normalizeH="0" baseline="0" noProof="0" dirty="0">
                <a:ln>
                  <a:solidFill>
                    <a:srgbClr val="DEE3EA">
                      <a:alpha val="0"/>
                    </a:srgbClr>
                  </a:solidFill>
                </a:ln>
                <a:solidFill>
                  <a:srgbClr val="262626"/>
                </a:solidFill>
                <a:effectLst/>
                <a:uLnTx/>
                <a:uFillTx/>
                <a:latin typeface="+mj-ea"/>
                <a:ea typeface="+mj-ea"/>
              </a:endParaRPr>
            </a:p>
          </p:txBody>
        </p:sp>
        <p:sp>
          <p:nvSpPr>
            <p:cNvPr id="157" name="자유형: 도형 246">
              <a:extLst>
                <a:ext uri="{FF2B5EF4-FFF2-40B4-BE49-F238E27FC236}">
                  <a16:creationId xmlns:a16="http://schemas.microsoft.com/office/drawing/2014/main" id="{ABA2A437-DCF3-41DE-ABAE-46273EC80FB2}"/>
                </a:ext>
              </a:extLst>
            </p:cNvPr>
            <p:cNvSpPr/>
            <p:nvPr/>
          </p:nvSpPr>
          <p:spPr>
            <a:xfrm>
              <a:off x="2065994" y="5456403"/>
              <a:ext cx="554821" cy="199619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wrap="none" lIns="36000" tIns="36000" rIns="36000" bIns="36000" rtlCol="0" anchor="ctr" anchorCtr="0">
              <a:spAutoFit/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/>
            <a:p>
              <a:pPr algn="ctr" defTabSz="1062394" eaLnBrk="0" latinLnBrk="1" hangingPunct="0">
                <a:spcAft>
                  <a:spcPts val="299"/>
                </a:spcAft>
                <a:buClr>
                  <a:prstClr val="black">
                    <a:lumMod val="65000"/>
                    <a:lumOff val="35000"/>
                  </a:prstClr>
                </a:buClr>
              </a:pPr>
              <a:r>
                <a:rPr kumimoji="1" lang="en-US" altLang="ko-KR" sz="700" b="1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15</a:t>
              </a:r>
              <a:r>
                <a:rPr kumimoji="1" lang="ko-KR" altLang="en-US" sz="700" b="1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년 </a:t>
              </a:r>
              <a:r>
                <a:rPr kumimoji="1" lang="en-US" altLang="ko-KR" sz="700" b="1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09</a:t>
              </a:r>
              <a:r>
                <a:rPr kumimoji="1" lang="ko-KR" altLang="en-US" sz="700" b="1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개월</a:t>
              </a:r>
            </a:p>
          </p:txBody>
        </p: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323899EA-0751-4F9F-9B03-4C8E4C25EE9F}"/>
              </a:ext>
            </a:extLst>
          </p:cNvPr>
          <p:cNvGrpSpPr/>
          <p:nvPr/>
        </p:nvGrpSpPr>
        <p:grpSpPr>
          <a:xfrm>
            <a:off x="3489062" y="5025008"/>
            <a:ext cx="1368000" cy="1126870"/>
            <a:chOff x="3489062" y="5060980"/>
            <a:chExt cx="1368000" cy="1126870"/>
          </a:xfrm>
        </p:grpSpPr>
        <p:sp>
          <p:nvSpPr>
            <p:cNvPr id="172" name="직사각형 171">
              <a:extLst>
                <a:ext uri="{FF2B5EF4-FFF2-40B4-BE49-F238E27FC236}">
                  <a16:creationId xmlns:a16="http://schemas.microsoft.com/office/drawing/2014/main" id="{47CB89D9-6976-4A3F-8D05-6BFE3C4773B6}"/>
                </a:ext>
              </a:extLst>
            </p:cNvPr>
            <p:cNvSpPr/>
            <p:nvPr/>
          </p:nvSpPr>
          <p:spPr>
            <a:xfrm>
              <a:off x="3489062" y="5349012"/>
              <a:ext cx="1368000" cy="432000"/>
            </a:xfrm>
            <a:prstGeom prst="rect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057" tIns="54000" rIns="91057" bIns="45528" rtlCol="0" anchor="t" anchorCtr="0"/>
            <a:lstStyle/>
            <a:p>
              <a:pPr marL="92075" marR="0" lvl="1" indent="-92075" algn="l" defTabSz="1076325" rtl="0" eaLnBrk="1" fontAlgn="ctr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262626">
                    <a:lumMod val="75000"/>
                    <a:lumOff val="25000"/>
                  </a:srgbClr>
                </a:buClr>
                <a:buSzPct val="100000"/>
                <a:buFont typeface="Arial" pitchFamily="34" charset="0"/>
                <a:buChar char="•"/>
                <a:tabLst/>
                <a:defRPr/>
              </a:pPr>
              <a:endParaRPr kumimoji="0" lang="ko-KR" altLang="en-US" sz="1000" b="0" i="0" u="none" strike="noStrike" kern="0" cap="none" spc="0" normalizeH="0" baseline="0" noProof="0" dirty="0">
                <a:ln>
                  <a:solidFill>
                    <a:srgbClr val="DEE3EA">
                      <a:alpha val="0"/>
                    </a:srgbClr>
                  </a:solidFill>
                </a:ln>
                <a:solidFill>
                  <a:srgbClr val="262626">
                    <a:lumMod val="75000"/>
                    <a:lumOff val="25000"/>
                  </a:srgbClr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sp>
          <p:nvSpPr>
            <p:cNvPr id="173" name="직사각형 172">
              <a:extLst>
                <a:ext uri="{FF2B5EF4-FFF2-40B4-BE49-F238E27FC236}">
                  <a16:creationId xmlns:a16="http://schemas.microsoft.com/office/drawing/2014/main" id="{F4F897B1-9CB9-4E5E-A08D-F379E9149986}"/>
                </a:ext>
              </a:extLst>
            </p:cNvPr>
            <p:cNvSpPr/>
            <p:nvPr/>
          </p:nvSpPr>
          <p:spPr>
            <a:xfrm>
              <a:off x="3489062" y="5761130"/>
              <a:ext cx="1368000" cy="426720"/>
            </a:xfrm>
            <a:prstGeom prst="rect">
              <a:avLst/>
            </a:prstGeom>
            <a:solidFill>
              <a:srgbClr val="E6EAEE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057" tIns="54000" rIns="91057" bIns="45528" rtlCol="0" anchor="ctr" anchorCtr="0"/>
            <a:lstStyle/>
            <a:p>
              <a:pPr marL="92075" marR="0" lvl="1" indent="-92075" algn="l" defTabSz="1076325" rtl="0" eaLnBrk="1" fontAlgn="ctr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262626">
                    <a:lumMod val="75000"/>
                    <a:lumOff val="25000"/>
                  </a:srgbClr>
                </a:buClr>
                <a:buSzPct val="100000"/>
                <a:buFont typeface="Arial" pitchFamily="34" charset="0"/>
                <a:buChar char="•"/>
                <a:tabLst/>
                <a:defRPr/>
              </a:pPr>
              <a:r>
                <a:rPr kumimoji="0" lang="ko-KR" altLang="en-US" sz="900" b="0" i="0" u="none" strike="noStrike" kern="0" cap="none" spc="-50" normalizeH="0" baseline="0" noProof="0" dirty="0">
                  <a:ln>
                    <a:solidFill>
                      <a:srgbClr val="DEE3EA">
                        <a:alpha val="0"/>
                      </a:srgbClr>
                    </a:solidFill>
                  </a:ln>
                  <a:solidFill>
                    <a:srgbClr val="262626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+mn-ea"/>
                </a:rPr>
                <a:t>우수한 </a:t>
              </a:r>
              <a:r>
                <a:rPr kumimoji="0" lang="ko-KR" altLang="en-US" sz="900" b="0" i="0" u="none" strike="noStrike" kern="0" cap="none" spc="-50" normalizeH="0" baseline="0" noProof="0" dirty="0" err="1">
                  <a:ln>
                    <a:solidFill>
                      <a:srgbClr val="DEE3EA">
                        <a:alpha val="0"/>
                      </a:srgbClr>
                    </a:solidFill>
                  </a:ln>
                  <a:solidFill>
                    <a:srgbClr val="262626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+mn-ea"/>
                </a:rPr>
                <a:t>정보시</a:t>
              </a:r>
              <a:r>
                <a:rPr lang="ko-KR" altLang="en-US" sz="900" kern="0" spc="-50" dirty="0" err="1">
                  <a:ln>
                    <a:solidFill>
                      <a:srgbClr val="DEE3EA">
                        <a:alpha val="0"/>
                      </a:srgbClr>
                    </a:solidFill>
                  </a:ln>
                  <a:solidFill>
                    <a:srgbClr val="262626">
                      <a:lumMod val="75000"/>
                      <a:lumOff val="25000"/>
                    </a:srgbClr>
                  </a:solidFill>
                  <a:latin typeface="+mn-ea"/>
                </a:rPr>
                <a:t>스템</a:t>
              </a:r>
              <a:r>
                <a:rPr lang="ko-KR" altLang="en-US" sz="900" kern="0" spc="-50" dirty="0">
                  <a:ln>
                    <a:solidFill>
                      <a:srgbClr val="DEE3EA">
                        <a:alpha val="0"/>
                      </a:srgbClr>
                    </a:solidFill>
                  </a:ln>
                  <a:solidFill>
                    <a:srgbClr val="262626">
                      <a:lumMod val="75000"/>
                      <a:lumOff val="25000"/>
                    </a:srgbClr>
                  </a:solidFill>
                  <a:latin typeface="+mn-ea"/>
                </a:rPr>
                <a:t> 구축</a:t>
              </a:r>
              <a:endParaRPr lang="en-US" altLang="ko-KR" sz="900" kern="0" spc="-50" dirty="0">
                <a:ln>
                  <a:solidFill>
                    <a:srgbClr val="DEE3EA">
                      <a:alpha val="0"/>
                    </a:srgbClr>
                  </a:solidFill>
                </a:ln>
                <a:solidFill>
                  <a:srgbClr val="262626">
                    <a:lumMod val="75000"/>
                    <a:lumOff val="25000"/>
                  </a:srgbClr>
                </a:solidFill>
                <a:latin typeface="+mn-ea"/>
              </a:endParaRPr>
            </a:p>
            <a:p>
              <a:pPr marL="92075" marR="0" lvl="1" indent="-92075" algn="l" defTabSz="1076325" rtl="0" eaLnBrk="1" fontAlgn="ctr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262626">
                    <a:lumMod val="75000"/>
                    <a:lumOff val="25000"/>
                  </a:srgbClr>
                </a:buClr>
                <a:buSzPct val="100000"/>
                <a:buFont typeface="Arial" pitchFamily="34" charset="0"/>
                <a:buChar char="•"/>
                <a:tabLst/>
                <a:defRPr/>
              </a:pPr>
              <a:r>
                <a:rPr lang="ko-KR" altLang="en-US" sz="900" kern="0" spc="-50" dirty="0">
                  <a:ln>
                    <a:solidFill>
                      <a:srgbClr val="DEE3EA">
                        <a:alpha val="0"/>
                      </a:srgbClr>
                    </a:solidFill>
                  </a:ln>
                  <a:solidFill>
                    <a:srgbClr val="262626">
                      <a:lumMod val="75000"/>
                      <a:lumOff val="25000"/>
                    </a:srgbClr>
                  </a:solidFill>
                  <a:latin typeface="+mn-ea"/>
                </a:rPr>
                <a:t>관리 </a:t>
              </a:r>
              <a:r>
                <a:rPr kumimoji="0" lang="ko-KR" altLang="en-US" sz="900" b="0" i="0" u="none" strike="noStrike" kern="0" cap="none" spc="-50" normalizeH="0" baseline="0" noProof="0" dirty="0">
                  <a:ln>
                    <a:solidFill>
                      <a:srgbClr val="DEE3EA">
                        <a:alpha val="0"/>
                      </a:srgbClr>
                    </a:solidFill>
                  </a:ln>
                  <a:solidFill>
                    <a:srgbClr val="262626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+mn-ea"/>
                </a:rPr>
                <a:t>프로그램 개발 </a:t>
              </a:r>
              <a:r>
                <a:rPr kumimoji="0" lang="en-US" altLang="ko-KR" sz="900" b="0" i="0" u="none" strike="noStrike" kern="0" cap="none" spc="-50" normalizeH="0" baseline="0" noProof="0" dirty="0">
                  <a:ln>
                    <a:solidFill>
                      <a:srgbClr val="DEE3EA">
                        <a:alpha val="0"/>
                      </a:srgbClr>
                    </a:solidFill>
                  </a:ln>
                  <a:solidFill>
                    <a:srgbClr val="262626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+mn-ea"/>
                </a:rPr>
                <a:t>PL</a:t>
              </a:r>
              <a:endParaRPr kumimoji="0" lang="ko-KR" altLang="en-US" sz="900" b="0" i="0" u="none" strike="noStrike" kern="0" cap="none" spc="-50" normalizeH="0" baseline="0" noProof="0" dirty="0">
                <a:ln>
                  <a:solidFill>
                    <a:srgbClr val="DEE3EA">
                      <a:alpha val="0"/>
                    </a:srgbClr>
                  </a:solidFill>
                </a:ln>
                <a:solidFill>
                  <a:srgbClr val="262626">
                    <a:lumMod val="75000"/>
                    <a:lumOff val="25000"/>
                  </a:srgbClr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175" name="직사각형 174">
              <a:extLst>
                <a:ext uri="{FF2B5EF4-FFF2-40B4-BE49-F238E27FC236}">
                  <a16:creationId xmlns:a16="http://schemas.microsoft.com/office/drawing/2014/main" id="{B69A8EC6-8F8E-4A6D-9F03-D3F0D1D3CAC8}"/>
                </a:ext>
              </a:extLst>
            </p:cNvPr>
            <p:cNvSpPr/>
            <p:nvPr/>
          </p:nvSpPr>
          <p:spPr>
            <a:xfrm>
              <a:off x="3489062" y="5060980"/>
              <a:ext cx="1368000" cy="288000"/>
            </a:xfrm>
            <a:prstGeom prst="rect">
              <a:avLst/>
            </a:prstGeom>
            <a:solidFill>
              <a:srgbClr val="778AA5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36000" bIns="36000" rtlCol="0" anchor="ctr">
              <a:noAutofit/>
            </a:bodyPr>
            <a:lstStyle/>
            <a:p>
              <a:pPr algn="ctr" defTabSz="1015706" latinLnBrk="1"/>
              <a:r>
                <a:rPr kumimoji="1" lang="ko-KR" altLang="en-US" sz="1100" dirty="0">
                  <a:ln>
                    <a:solidFill>
                      <a:srgbClr val="DEE3EA">
                        <a:alpha val="0"/>
                      </a:srgbClr>
                    </a:solidFill>
                  </a:ln>
                  <a:solidFill>
                    <a:srgbClr val="FFFFFF"/>
                  </a:solidFill>
                  <a:latin typeface="+mn-ea"/>
                </a:rPr>
                <a:t>프로그램팀</a:t>
              </a:r>
            </a:p>
          </p:txBody>
        </p:sp>
        <p:sp>
          <p:nvSpPr>
            <p:cNvPr id="179" name="Text Box 259">
              <a:extLst>
                <a:ext uri="{FF2B5EF4-FFF2-40B4-BE49-F238E27FC236}">
                  <a16:creationId xmlns:a16="http://schemas.microsoft.com/office/drawing/2014/main" id="{26495366-23F4-439A-99B3-2D642426FF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3464" y="5475421"/>
              <a:ext cx="561051" cy="161583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>
              <a:defPPr>
                <a:defRPr lang="ko-KR"/>
              </a:defPPr>
              <a:lvl1pPr algn="ctr">
                <a:defRPr sz="1100">
                  <a:ln>
                    <a:solidFill>
                      <a:srgbClr val="7F7F7F">
                        <a:alpha val="0"/>
                      </a:srgbClr>
                    </a:solidFill>
                  </a:ln>
                  <a:solidFill>
                    <a:srgbClr val="434B53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defRPr>
              </a:lvl1pPr>
            </a:lstStyle>
            <a:p>
              <a:pPr marL="0" marR="0" lvl="0" indent="0" algn="ctr" defTabSz="100153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0" i="0" u="none" strike="noStrike" kern="1200" cap="none" spc="0" normalizeH="0" baseline="0" noProof="0" dirty="0">
                  <a:ln>
                    <a:solidFill>
                      <a:srgbClr val="DEE3EA">
                        <a:alpha val="0"/>
                      </a:srgbClr>
                    </a:solidFill>
                  </a:ln>
                  <a:solidFill>
                    <a:srgbClr val="3C485A"/>
                  </a:solidFill>
                  <a:effectLst/>
                  <a:uLnTx/>
                  <a:uFillTx/>
                  <a:latin typeface="+mj-ea"/>
                  <a:ea typeface="+mj-ea"/>
                </a:rPr>
                <a:t>과장 </a:t>
              </a:r>
              <a:r>
                <a:rPr kumimoji="0" lang="ko-KR" altLang="en-US" sz="1050" b="0" i="0" u="none" strike="noStrike" kern="1200" cap="none" spc="0" normalizeH="0" baseline="0" noProof="0" dirty="0" err="1">
                  <a:ln>
                    <a:solidFill>
                      <a:srgbClr val="DEE3EA">
                        <a:alpha val="0"/>
                      </a:srgbClr>
                    </a:solidFill>
                  </a:ln>
                  <a:solidFill>
                    <a:srgbClr val="262626"/>
                  </a:solidFill>
                  <a:effectLst/>
                  <a:uLnTx/>
                  <a:uFillTx/>
                  <a:latin typeface="+mj-ea"/>
                  <a:ea typeface="+mj-ea"/>
                </a:rPr>
                <a:t>김개발</a:t>
              </a:r>
              <a:endParaRPr kumimoji="0" lang="ko-KR" altLang="en-US" sz="1050" b="0" i="0" u="none" strike="noStrike" kern="1200" cap="none" spc="0" normalizeH="0" baseline="0" noProof="0" dirty="0">
                <a:ln>
                  <a:solidFill>
                    <a:srgbClr val="DEE3EA">
                      <a:alpha val="0"/>
                    </a:srgbClr>
                  </a:solidFill>
                </a:ln>
                <a:solidFill>
                  <a:srgbClr val="262626"/>
                </a:solidFill>
                <a:effectLst/>
                <a:uLnTx/>
                <a:uFillTx/>
                <a:latin typeface="+mj-ea"/>
                <a:ea typeface="+mj-ea"/>
              </a:endParaRPr>
            </a:p>
          </p:txBody>
        </p:sp>
        <p:sp>
          <p:nvSpPr>
            <p:cNvPr id="180" name="자유형: 도형 246">
              <a:extLst>
                <a:ext uri="{FF2B5EF4-FFF2-40B4-BE49-F238E27FC236}">
                  <a16:creationId xmlns:a16="http://schemas.microsoft.com/office/drawing/2014/main" id="{F3FAC43E-BB6E-4AE7-9095-2CBE7A65E1C1}"/>
                </a:ext>
              </a:extLst>
            </p:cNvPr>
            <p:cNvSpPr/>
            <p:nvPr/>
          </p:nvSpPr>
          <p:spPr>
            <a:xfrm>
              <a:off x="3554103" y="5456403"/>
              <a:ext cx="554821" cy="199619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wrap="none" lIns="36000" tIns="36000" rIns="36000" bIns="36000" rtlCol="0" anchor="ctr" anchorCtr="0">
              <a:spAutoFit/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/>
            <a:p>
              <a:pPr algn="ctr" defTabSz="1062394" eaLnBrk="0" latinLnBrk="1" hangingPunct="0">
                <a:spcAft>
                  <a:spcPts val="299"/>
                </a:spcAft>
                <a:buClr>
                  <a:prstClr val="black">
                    <a:lumMod val="65000"/>
                    <a:lumOff val="35000"/>
                  </a:prstClr>
                </a:buClr>
              </a:pPr>
              <a:r>
                <a:rPr kumimoji="1" lang="en-US" altLang="ko-KR" sz="700" b="1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15</a:t>
              </a:r>
              <a:r>
                <a:rPr kumimoji="1" lang="ko-KR" altLang="en-US" sz="700" b="1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년 </a:t>
              </a:r>
              <a:r>
                <a:rPr kumimoji="1" lang="en-US" altLang="ko-KR" sz="700" b="1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09</a:t>
              </a:r>
              <a:r>
                <a:rPr kumimoji="1" lang="ko-KR" altLang="en-US" sz="700" b="1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개월</a:t>
              </a:r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67CBB9F2-0F5A-426C-B7BD-D0693F130ABC}"/>
              </a:ext>
            </a:extLst>
          </p:cNvPr>
          <p:cNvGrpSpPr/>
          <p:nvPr/>
        </p:nvGrpSpPr>
        <p:grpSpPr>
          <a:xfrm>
            <a:off x="4977172" y="5025008"/>
            <a:ext cx="1368000" cy="1126870"/>
            <a:chOff x="4977172" y="5060980"/>
            <a:chExt cx="1368000" cy="1126870"/>
          </a:xfrm>
        </p:grpSpPr>
        <p:sp>
          <p:nvSpPr>
            <p:cNvPr id="182" name="직사각형 181">
              <a:extLst>
                <a:ext uri="{FF2B5EF4-FFF2-40B4-BE49-F238E27FC236}">
                  <a16:creationId xmlns:a16="http://schemas.microsoft.com/office/drawing/2014/main" id="{9082A8EC-318B-4698-B163-EA103389BA3A}"/>
                </a:ext>
              </a:extLst>
            </p:cNvPr>
            <p:cNvSpPr/>
            <p:nvPr/>
          </p:nvSpPr>
          <p:spPr>
            <a:xfrm>
              <a:off x="4977172" y="5349012"/>
              <a:ext cx="1368000" cy="432000"/>
            </a:xfrm>
            <a:prstGeom prst="rect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057" tIns="54000" rIns="91057" bIns="45528" rtlCol="0" anchor="t" anchorCtr="0"/>
            <a:lstStyle/>
            <a:p>
              <a:pPr marL="92075" marR="0" lvl="1" indent="-92075" algn="l" defTabSz="1076325" rtl="0" eaLnBrk="1" fontAlgn="ctr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262626">
                    <a:lumMod val="75000"/>
                    <a:lumOff val="25000"/>
                  </a:srgbClr>
                </a:buClr>
                <a:buSzPct val="100000"/>
                <a:buFont typeface="Arial" pitchFamily="34" charset="0"/>
                <a:buChar char="•"/>
                <a:tabLst/>
                <a:defRPr/>
              </a:pPr>
              <a:endParaRPr kumimoji="0" lang="ko-KR" altLang="en-US" sz="1000" b="0" i="0" u="none" strike="noStrike" kern="0" cap="none" spc="0" normalizeH="0" baseline="0" noProof="0" dirty="0">
                <a:ln>
                  <a:solidFill>
                    <a:srgbClr val="DEE3EA">
                      <a:alpha val="0"/>
                    </a:srgbClr>
                  </a:solidFill>
                </a:ln>
                <a:solidFill>
                  <a:srgbClr val="262626">
                    <a:lumMod val="75000"/>
                    <a:lumOff val="25000"/>
                  </a:srgbClr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sp>
          <p:nvSpPr>
            <p:cNvPr id="183" name="직사각형 182">
              <a:extLst>
                <a:ext uri="{FF2B5EF4-FFF2-40B4-BE49-F238E27FC236}">
                  <a16:creationId xmlns:a16="http://schemas.microsoft.com/office/drawing/2014/main" id="{3CEDFCBD-A5EC-4ACC-9569-83715582D759}"/>
                </a:ext>
              </a:extLst>
            </p:cNvPr>
            <p:cNvSpPr/>
            <p:nvPr/>
          </p:nvSpPr>
          <p:spPr>
            <a:xfrm>
              <a:off x="4977172" y="5761130"/>
              <a:ext cx="1368000" cy="426720"/>
            </a:xfrm>
            <a:prstGeom prst="rect">
              <a:avLst/>
            </a:prstGeom>
            <a:solidFill>
              <a:srgbClr val="E6EAEE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057" tIns="54000" rIns="91057" bIns="45528" rtlCol="0" anchor="ctr" anchorCtr="0"/>
            <a:lstStyle/>
            <a:p>
              <a:pPr marL="92075" marR="0" lvl="1" indent="-92075" algn="l" defTabSz="1076325" rtl="0" eaLnBrk="1" fontAlgn="ctr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262626">
                    <a:lumMod val="75000"/>
                    <a:lumOff val="25000"/>
                  </a:srgbClr>
                </a:buClr>
                <a:buSzPct val="100000"/>
                <a:buFont typeface="Arial" pitchFamily="34" charset="0"/>
                <a:buChar char="•"/>
                <a:tabLst/>
                <a:defRPr/>
              </a:pPr>
              <a:r>
                <a:rPr kumimoji="0" lang="ko-KR" altLang="en-US" sz="900" b="0" i="0" u="none" strike="noStrike" kern="0" cap="none" spc="-50" normalizeH="0" baseline="0" noProof="0" dirty="0">
                  <a:ln>
                    <a:solidFill>
                      <a:srgbClr val="DEE3EA">
                        <a:alpha val="0"/>
                      </a:srgbClr>
                    </a:solidFill>
                  </a:ln>
                  <a:solidFill>
                    <a:srgbClr val="262626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+mn-ea"/>
                </a:rPr>
                <a:t>우수한 </a:t>
              </a:r>
              <a:r>
                <a:rPr kumimoji="0" lang="ko-KR" altLang="en-US" sz="900" b="0" i="0" u="none" strike="noStrike" kern="0" cap="none" spc="-50" normalizeH="0" baseline="0" noProof="0" dirty="0" err="1">
                  <a:ln>
                    <a:solidFill>
                      <a:srgbClr val="DEE3EA">
                        <a:alpha val="0"/>
                      </a:srgbClr>
                    </a:solidFill>
                  </a:ln>
                  <a:solidFill>
                    <a:srgbClr val="262626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+mn-ea"/>
                </a:rPr>
                <a:t>정보시</a:t>
              </a:r>
              <a:r>
                <a:rPr lang="ko-KR" altLang="en-US" sz="900" kern="0" spc="-50" dirty="0" err="1">
                  <a:ln>
                    <a:solidFill>
                      <a:srgbClr val="DEE3EA">
                        <a:alpha val="0"/>
                      </a:srgbClr>
                    </a:solidFill>
                  </a:ln>
                  <a:solidFill>
                    <a:srgbClr val="262626">
                      <a:lumMod val="75000"/>
                      <a:lumOff val="25000"/>
                    </a:srgbClr>
                  </a:solidFill>
                  <a:latin typeface="+mn-ea"/>
                </a:rPr>
                <a:t>스템</a:t>
              </a:r>
              <a:r>
                <a:rPr lang="ko-KR" altLang="en-US" sz="900" kern="0" spc="-50" dirty="0">
                  <a:ln>
                    <a:solidFill>
                      <a:srgbClr val="DEE3EA">
                        <a:alpha val="0"/>
                      </a:srgbClr>
                    </a:solidFill>
                  </a:ln>
                  <a:solidFill>
                    <a:srgbClr val="262626">
                      <a:lumMod val="75000"/>
                      <a:lumOff val="25000"/>
                    </a:srgbClr>
                  </a:solidFill>
                  <a:latin typeface="+mn-ea"/>
                </a:rPr>
                <a:t> 구축</a:t>
              </a:r>
              <a:endParaRPr lang="en-US" altLang="ko-KR" sz="900" kern="0" spc="-50" dirty="0">
                <a:ln>
                  <a:solidFill>
                    <a:srgbClr val="DEE3EA">
                      <a:alpha val="0"/>
                    </a:srgbClr>
                  </a:solidFill>
                </a:ln>
                <a:solidFill>
                  <a:srgbClr val="262626">
                    <a:lumMod val="75000"/>
                    <a:lumOff val="25000"/>
                  </a:srgbClr>
                </a:solidFill>
                <a:latin typeface="+mn-ea"/>
              </a:endParaRPr>
            </a:p>
            <a:p>
              <a:pPr marL="92075" marR="0" lvl="1" indent="-92075" algn="l" defTabSz="1076325" rtl="0" eaLnBrk="1" fontAlgn="ctr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262626">
                    <a:lumMod val="75000"/>
                    <a:lumOff val="25000"/>
                  </a:srgbClr>
                </a:buClr>
                <a:buSzPct val="100000"/>
                <a:buFont typeface="Arial" pitchFamily="34" charset="0"/>
                <a:buChar char="•"/>
                <a:tabLst/>
                <a:defRPr/>
              </a:pPr>
              <a:r>
                <a:rPr lang="ko-KR" altLang="en-US" sz="900" kern="0" spc="-50" dirty="0">
                  <a:ln>
                    <a:solidFill>
                      <a:srgbClr val="DEE3EA">
                        <a:alpha val="0"/>
                      </a:srgbClr>
                    </a:solidFill>
                  </a:ln>
                  <a:solidFill>
                    <a:srgbClr val="262626">
                      <a:lumMod val="75000"/>
                      <a:lumOff val="25000"/>
                    </a:srgbClr>
                  </a:solidFill>
                  <a:latin typeface="+mn-ea"/>
                </a:rPr>
                <a:t>관리 </a:t>
              </a:r>
              <a:r>
                <a:rPr kumimoji="0" lang="ko-KR" altLang="en-US" sz="900" b="0" i="0" u="none" strike="noStrike" kern="0" cap="none" spc="-50" normalizeH="0" baseline="0" noProof="0" dirty="0">
                  <a:ln>
                    <a:solidFill>
                      <a:srgbClr val="DEE3EA">
                        <a:alpha val="0"/>
                      </a:srgbClr>
                    </a:solidFill>
                  </a:ln>
                  <a:solidFill>
                    <a:srgbClr val="262626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+mn-ea"/>
                </a:rPr>
                <a:t>프로그램 개발 </a:t>
              </a:r>
              <a:r>
                <a:rPr kumimoji="0" lang="en-US" altLang="ko-KR" sz="900" b="0" i="0" u="none" strike="noStrike" kern="0" cap="none" spc="-50" normalizeH="0" baseline="0" noProof="0" dirty="0">
                  <a:ln>
                    <a:solidFill>
                      <a:srgbClr val="DEE3EA">
                        <a:alpha val="0"/>
                      </a:srgbClr>
                    </a:solidFill>
                  </a:ln>
                  <a:solidFill>
                    <a:srgbClr val="262626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+mn-ea"/>
                </a:rPr>
                <a:t>PL</a:t>
              </a:r>
              <a:endParaRPr kumimoji="0" lang="ko-KR" altLang="en-US" sz="900" b="0" i="0" u="none" strike="noStrike" kern="0" cap="none" spc="-50" normalizeH="0" baseline="0" noProof="0" dirty="0">
                <a:ln>
                  <a:solidFill>
                    <a:srgbClr val="DEE3EA">
                      <a:alpha val="0"/>
                    </a:srgbClr>
                  </a:solidFill>
                </a:ln>
                <a:solidFill>
                  <a:srgbClr val="262626">
                    <a:lumMod val="75000"/>
                    <a:lumOff val="25000"/>
                  </a:srgbClr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184" name="직사각형 183">
              <a:extLst>
                <a:ext uri="{FF2B5EF4-FFF2-40B4-BE49-F238E27FC236}">
                  <a16:creationId xmlns:a16="http://schemas.microsoft.com/office/drawing/2014/main" id="{F9BF96ED-F710-4E28-A6EE-5B35F21997D1}"/>
                </a:ext>
              </a:extLst>
            </p:cNvPr>
            <p:cNvSpPr/>
            <p:nvPr/>
          </p:nvSpPr>
          <p:spPr>
            <a:xfrm>
              <a:off x="4977172" y="5060980"/>
              <a:ext cx="1368000" cy="288000"/>
            </a:xfrm>
            <a:prstGeom prst="rect">
              <a:avLst/>
            </a:prstGeom>
            <a:solidFill>
              <a:srgbClr val="778AA5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36000" bIns="36000" rtlCol="0" anchor="ctr">
              <a:noAutofit/>
            </a:bodyPr>
            <a:lstStyle/>
            <a:p>
              <a:pPr lvl="0" algn="ctr" defTabSz="1015706" latinLnBrk="1">
                <a:defRPr/>
              </a:pPr>
              <a:r>
                <a:rPr kumimoji="1" lang="ko-KR" altLang="en-US" sz="1100" dirty="0">
                  <a:ln>
                    <a:solidFill>
                      <a:srgbClr val="DEE3EA">
                        <a:alpha val="0"/>
                      </a:srgbClr>
                    </a:solidFill>
                  </a:ln>
                  <a:solidFill>
                    <a:srgbClr val="FFFFFF"/>
                  </a:solidFill>
                  <a:latin typeface="+mn-ea"/>
                </a:rPr>
                <a:t>프로그램팀</a:t>
              </a:r>
            </a:p>
          </p:txBody>
        </p:sp>
        <p:sp>
          <p:nvSpPr>
            <p:cNvPr id="185" name="Text Box 259">
              <a:extLst>
                <a:ext uri="{FF2B5EF4-FFF2-40B4-BE49-F238E27FC236}">
                  <a16:creationId xmlns:a16="http://schemas.microsoft.com/office/drawing/2014/main" id="{F222D7ED-0C94-466F-920C-AEA4215F19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11574" y="5475421"/>
              <a:ext cx="561051" cy="161583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>
              <a:defPPr>
                <a:defRPr lang="ko-KR"/>
              </a:defPPr>
              <a:lvl1pPr algn="ctr">
                <a:defRPr sz="1100">
                  <a:ln>
                    <a:solidFill>
                      <a:srgbClr val="7F7F7F">
                        <a:alpha val="0"/>
                      </a:srgbClr>
                    </a:solidFill>
                  </a:ln>
                  <a:solidFill>
                    <a:srgbClr val="434B53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defRPr>
              </a:lvl1pPr>
            </a:lstStyle>
            <a:p>
              <a:pPr marL="0" marR="0" lvl="0" indent="0" algn="ctr" defTabSz="100153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0" i="0" u="none" strike="noStrike" kern="1200" cap="none" spc="0" normalizeH="0" baseline="0" noProof="0" dirty="0">
                  <a:ln>
                    <a:solidFill>
                      <a:srgbClr val="DEE3EA">
                        <a:alpha val="0"/>
                      </a:srgbClr>
                    </a:solidFill>
                  </a:ln>
                  <a:solidFill>
                    <a:srgbClr val="3C485A"/>
                  </a:solidFill>
                  <a:effectLst/>
                  <a:uLnTx/>
                  <a:uFillTx/>
                  <a:latin typeface="+mj-ea"/>
                  <a:ea typeface="+mj-ea"/>
                </a:rPr>
                <a:t>과장 </a:t>
              </a:r>
              <a:r>
                <a:rPr kumimoji="0" lang="ko-KR" altLang="en-US" sz="1050" b="0" i="0" u="none" strike="noStrike" kern="1200" cap="none" spc="0" normalizeH="0" baseline="0" noProof="0" dirty="0" err="1">
                  <a:ln>
                    <a:solidFill>
                      <a:srgbClr val="DEE3EA">
                        <a:alpha val="0"/>
                      </a:srgbClr>
                    </a:solidFill>
                  </a:ln>
                  <a:solidFill>
                    <a:srgbClr val="262626"/>
                  </a:solidFill>
                  <a:effectLst/>
                  <a:uLnTx/>
                  <a:uFillTx/>
                  <a:latin typeface="+mj-ea"/>
                  <a:ea typeface="+mj-ea"/>
                </a:rPr>
                <a:t>김개발</a:t>
              </a:r>
              <a:endParaRPr kumimoji="0" lang="ko-KR" altLang="en-US" sz="1050" b="0" i="0" u="none" strike="noStrike" kern="1200" cap="none" spc="0" normalizeH="0" baseline="0" noProof="0" dirty="0">
                <a:ln>
                  <a:solidFill>
                    <a:srgbClr val="DEE3EA">
                      <a:alpha val="0"/>
                    </a:srgbClr>
                  </a:solidFill>
                </a:ln>
                <a:solidFill>
                  <a:srgbClr val="262626"/>
                </a:solidFill>
                <a:effectLst/>
                <a:uLnTx/>
                <a:uFillTx/>
                <a:latin typeface="+mj-ea"/>
                <a:ea typeface="+mj-ea"/>
              </a:endParaRPr>
            </a:p>
          </p:txBody>
        </p:sp>
        <p:sp>
          <p:nvSpPr>
            <p:cNvPr id="186" name="자유형: 도형 246">
              <a:extLst>
                <a:ext uri="{FF2B5EF4-FFF2-40B4-BE49-F238E27FC236}">
                  <a16:creationId xmlns:a16="http://schemas.microsoft.com/office/drawing/2014/main" id="{C8B7AE8A-F3E9-4C4C-B6CB-FA2C7F87CA75}"/>
                </a:ext>
              </a:extLst>
            </p:cNvPr>
            <p:cNvSpPr/>
            <p:nvPr/>
          </p:nvSpPr>
          <p:spPr>
            <a:xfrm>
              <a:off x="5042213" y="5456403"/>
              <a:ext cx="554821" cy="199619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wrap="none" lIns="36000" tIns="36000" rIns="36000" bIns="36000" rtlCol="0" anchor="ctr" anchorCtr="0">
              <a:spAutoFit/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/>
            <a:p>
              <a:pPr algn="ctr" defTabSz="1062394" eaLnBrk="0" latinLnBrk="1" hangingPunct="0">
                <a:spcAft>
                  <a:spcPts val="299"/>
                </a:spcAft>
                <a:buClr>
                  <a:prstClr val="black">
                    <a:lumMod val="65000"/>
                    <a:lumOff val="35000"/>
                  </a:prstClr>
                </a:buClr>
              </a:pPr>
              <a:r>
                <a:rPr kumimoji="1" lang="en-US" altLang="ko-KR" sz="700" b="1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15</a:t>
              </a:r>
              <a:r>
                <a:rPr kumimoji="1" lang="ko-KR" altLang="en-US" sz="700" b="1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년 </a:t>
              </a:r>
              <a:r>
                <a:rPr kumimoji="1" lang="en-US" altLang="ko-KR" sz="700" b="1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09</a:t>
              </a:r>
              <a:r>
                <a:rPr kumimoji="1" lang="ko-KR" altLang="en-US" sz="700" b="1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개월</a:t>
              </a:r>
            </a:p>
          </p:txBody>
        </p:sp>
      </p:grpSp>
      <p:cxnSp>
        <p:nvCxnSpPr>
          <p:cNvPr id="187" name="꺾인 연결선 58">
            <a:extLst>
              <a:ext uri="{FF2B5EF4-FFF2-40B4-BE49-F238E27FC236}">
                <a16:creationId xmlns:a16="http://schemas.microsoft.com/office/drawing/2014/main" id="{3A9F4EA0-6CA2-46A0-9B45-84E5FED85B19}"/>
              </a:ext>
            </a:extLst>
          </p:cNvPr>
          <p:cNvCxnSpPr>
            <a:stCxn id="125" idx="2"/>
            <a:endCxn id="184" idx="0"/>
          </p:cNvCxnSpPr>
          <p:nvPr/>
        </p:nvCxnSpPr>
        <p:spPr>
          <a:xfrm rot="16200000" flipH="1">
            <a:off x="4383054" y="3746890"/>
            <a:ext cx="324064" cy="2232172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miter lim="800000"/>
          </a:ln>
          <a:effectLst/>
        </p:spPr>
      </p:cxnSp>
      <p:cxnSp>
        <p:nvCxnSpPr>
          <p:cNvPr id="188" name="직선 연결선 187">
            <a:extLst>
              <a:ext uri="{FF2B5EF4-FFF2-40B4-BE49-F238E27FC236}">
                <a16:creationId xmlns:a16="http://schemas.microsoft.com/office/drawing/2014/main" id="{0FDDD71A-7A0B-4C74-9ECE-1913CCCD4803}"/>
              </a:ext>
            </a:extLst>
          </p:cNvPr>
          <p:cNvCxnSpPr>
            <a:stCxn id="126" idx="3"/>
          </p:cNvCxnSpPr>
          <p:nvPr/>
        </p:nvCxnSpPr>
        <p:spPr>
          <a:xfrm>
            <a:off x="4257000" y="3867134"/>
            <a:ext cx="315533" cy="0"/>
          </a:xfrm>
          <a:prstGeom prst="line">
            <a:avLst/>
          </a:prstGeom>
          <a:noFill/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miter lim="800000"/>
          </a:ln>
          <a:effectLst/>
        </p:spPr>
      </p:cxnSp>
      <p:sp>
        <p:nvSpPr>
          <p:cNvPr id="14" name="제목 13">
            <a:extLst>
              <a:ext uri="{FF2B5EF4-FFF2-40B4-BE49-F238E27FC236}">
                <a16:creationId xmlns:a16="http://schemas.microsoft.com/office/drawing/2014/main" id="{68BFE652-8803-4B96-9294-CD4238FD3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676" y="1064568"/>
            <a:ext cx="2298757" cy="199285"/>
          </a:xfrm>
        </p:spPr>
        <p:txBody>
          <a:bodyPr/>
          <a:lstStyle/>
          <a:p>
            <a:r>
              <a:rPr lang="en-US" altLang="ko-KR" dirty="0"/>
              <a:t>3.1 </a:t>
            </a:r>
            <a:r>
              <a:rPr lang="ko-KR" altLang="en-US" dirty="0"/>
              <a:t>사업수행 조직 및 업무분장</a:t>
            </a:r>
          </a:p>
        </p:txBody>
      </p:sp>
      <p:grpSp>
        <p:nvGrpSpPr>
          <p:cNvPr id="137" name="그룹 136">
            <a:extLst>
              <a:ext uri="{FF2B5EF4-FFF2-40B4-BE49-F238E27FC236}">
                <a16:creationId xmlns:a16="http://schemas.microsoft.com/office/drawing/2014/main" id="{A080644A-B712-40DE-BAA9-DBE072959166}"/>
              </a:ext>
            </a:extLst>
          </p:cNvPr>
          <p:cNvGrpSpPr/>
          <p:nvPr/>
        </p:nvGrpSpPr>
        <p:grpSpPr>
          <a:xfrm>
            <a:off x="463110" y="2892828"/>
            <a:ext cx="844783" cy="823529"/>
            <a:chOff x="5001161" y="7710468"/>
            <a:chExt cx="844783" cy="823529"/>
          </a:xfrm>
        </p:grpSpPr>
        <p:sp>
          <p:nvSpPr>
            <p:cNvPr id="141" name="任意形状 1136">
              <a:extLst>
                <a:ext uri="{FF2B5EF4-FFF2-40B4-BE49-F238E27FC236}">
                  <a16:creationId xmlns:a16="http://schemas.microsoft.com/office/drawing/2014/main" id="{71878DB2-B767-4D47-A789-1694D292BAB5}"/>
                </a:ext>
              </a:extLst>
            </p:cNvPr>
            <p:cNvSpPr/>
            <p:nvPr/>
          </p:nvSpPr>
          <p:spPr>
            <a:xfrm>
              <a:off x="5140595" y="7710468"/>
              <a:ext cx="531218" cy="53121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1880" y="9720"/>
                  </a:moveTo>
                  <a:lnTo>
                    <a:pt x="11880" y="4320"/>
                  </a:lnTo>
                  <a:lnTo>
                    <a:pt x="6480" y="11880"/>
                  </a:lnTo>
                  <a:lnTo>
                    <a:pt x="9720" y="11880"/>
                  </a:lnTo>
                  <a:lnTo>
                    <a:pt x="9720" y="17280"/>
                  </a:lnTo>
                  <a:lnTo>
                    <a:pt x="15120" y="9720"/>
                  </a:lnTo>
                  <a:lnTo>
                    <a:pt x="11880" y="9720"/>
                  </a:lnTo>
                  <a:close/>
                  <a:moveTo>
                    <a:pt x="10800" y="21600"/>
                  </a:moveTo>
                  <a:cubicBezTo>
                    <a:pt x="4835" y="21600"/>
                    <a:pt x="0" y="16765"/>
                    <a:pt x="0" y="10800"/>
                  </a:cubicBez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dirty="0"/>
            </a:p>
          </p:txBody>
        </p:sp>
        <p:sp>
          <p:nvSpPr>
            <p:cNvPr id="142" name="Text Box 53">
              <a:extLst>
                <a:ext uri="{FF2B5EF4-FFF2-40B4-BE49-F238E27FC236}">
                  <a16:creationId xmlns:a16="http://schemas.microsoft.com/office/drawing/2014/main" id="{B4EB50C2-3989-41AE-A0E3-31A26C917114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5001161" y="8330480"/>
              <a:ext cx="844783" cy="2035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CC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bg1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 marL="177800" indent="-177800" defTabSz="793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1028700" indent="-457200" defTabSz="793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668463" indent="-454025" defTabSz="793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2317750" indent="-458788" defTabSz="793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965450" indent="-457200" defTabSz="793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34226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38798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43370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47942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indent="0" algn="ctr" defTabSz="914400">
                <a:lnSpc>
                  <a:spcPct val="120000"/>
                </a:lnSpc>
                <a:spcAft>
                  <a:spcPts val="600"/>
                </a:spcAft>
              </a:pPr>
              <a:r>
                <a:rPr lang="en-US" altLang="ko-KR" sz="1200" b="1" dirty="0">
                  <a:solidFill>
                    <a:schemeClr val="bg1">
                      <a:lumMod val="75000"/>
                    </a:schemeClr>
                  </a:solidFill>
                  <a:latin typeface="Pretendard" panose="02000503000000020004" pitchFamily="50" charset="-127"/>
                  <a:ea typeface="10X10 Bold" panose="020D0604000000000000" pitchFamily="50" charset="-127"/>
                  <a:cs typeface="Pretendard" panose="02000503000000020004" pitchFamily="50" charset="-127"/>
                </a:rPr>
                <a:t>YOUR</a:t>
              </a:r>
              <a:r>
                <a:rPr lang="en-US" altLang="ko-KR" sz="1200" dirty="0">
                  <a:solidFill>
                    <a:schemeClr val="bg1">
                      <a:lumMod val="75000"/>
                    </a:schemeClr>
                  </a:solidFill>
                  <a:latin typeface="Pretendard" panose="02000503000000020004" pitchFamily="50" charset="-127"/>
                  <a:ea typeface="나눔명조" panose="02020603020101020101" pitchFamily="18" charset="-127"/>
                  <a:cs typeface="Pretendard" panose="02000503000000020004" pitchFamily="50" charset="-127"/>
                </a:rPr>
                <a:t>LOGO</a:t>
              </a:r>
            </a:p>
          </p:txBody>
        </p:sp>
      </p:grpSp>
      <p:grpSp>
        <p:nvGrpSpPr>
          <p:cNvPr id="144" name="그룹 143">
            <a:extLst>
              <a:ext uri="{FF2B5EF4-FFF2-40B4-BE49-F238E27FC236}">
                <a16:creationId xmlns:a16="http://schemas.microsoft.com/office/drawing/2014/main" id="{1EDF1CEA-32F3-4E9E-B881-140199CB8A43}"/>
              </a:ext>
            </a:extLst>
          </p:cNvPr>
          <p:cNvGrpSpPr/>
          <p:nvPr/>
        </p:nvGrpSpPr>
        <p:grpSpPr>
          <a:xfrm>
            <a:off x="440668" y="1064568"/>
            <a:ext cx="66431" cy="180000"/>
            <a:chOff x="447632" y="1870808"/>
            <a:chExt cx="66431" cy="247087"/>
          </a:xfrm>
        </p:grpSpPr>
        <p:sp>
          <p:nvSpPr>
            <p:cNvPr id="145" name="직사각형 144">
              <a:extLst>
                <a:ext uri="{FF2B5EF4-FFF2-40B4-BE49-F238E27FC236}">
                  <a16:creationId xmlns:a16="http://schemas.microsoft.com/office/drawing/2014/main" id="{3D7661EE-FEB9-4AA1-893D-8E337C04BA6E}"/>
                </a:ext>
              </a:extLst>
            </p:cNvPr>
            <p:cNvSpPr/>
            <p:nvPr/>
          </p:nvSpPr>
          <p:spPr>
            <a:xfrm>
              <a:off x="447632" y="1990162"/>
              <a:ext cx="66431" cy="12773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/>
            </a:bodyPr>
            <a:lstStyle/>
            <a:p>
              <a:pPr algn="ctr"/>
              <a:endParaRPr lang="ko-KR" altLang="en-US">
                <a:ln>
                  <a:solidFill>
                    <a:srgbClr val="02A1B2">
                      <a:alpha val="0"/>
                    </a:srgbClr>
                  </a:solidFill>
                </a:ln>
              </a:endParaRPr>
            </a:p>
          </p:txBody>
        </p:sp>
        <p:sp>
          <p:nvSpPr>
            <p:cNvPr id="146" name="직사각형 145">
              <a:extLst>
                <a:ext uri="{FF2B5EF4-FFF2-40B4-BE49-F238E27FC236}">
                  <a16:creationId xmlns:a16="http://schemas.microsoft.com/office/drawing/2014/main" id="{89EA735C-42E0-4FB2-A202-4D8E12283581}"/>
                </a:ext>
              </a:extLst>
            </p:cNvPr>
            <p:cNvSpPr/>
            <p:nvPr/>
          </p:nvSpPr>
          <p:spPr>
            <a:xfrm>
              <a:off x="447632" y="1870808"/>
              <a:ext cx="66431" cy="127733"/>
            </a:xfrm>
            <a:prstGeom prst="rect">
              <a:avLst/>
            </a:prstGeom>
            <a:solidFill>
              <a:srgbClr val="B71B6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/>
            </a:bodyPr>
            <a:lstStyle/>
            <a:p>
              <a:pPr algn="ctr"/>
              <a:endParaRPr lang="ko-KR" altLang="en-US">
                <a:ln>
                  <a:solidFill>
                    <a:srgbClr val="02A1B2">
                      <a:alpha val="0"/>
                    </a:srgbClr>
                  </a:solidFill>
                </a:ln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4894AC8E-CA52-0023-8142-C9599C4601E2}"/>
              </a:ext>
            </a:extLst>
          </p:cNvPr>
          <p:cNvSpPr txBox="1"/>
          <p:nvPr/>
        </p:nvSpPr>
        <p:spPr>
          <a:xfrm>
            <a:off x="1667082" y="503378"/>
            <a:ext cx="1662956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defTabSz="987095"/>
            <a:r>
              <a:rPr lang="en-US" altLang="ko-KR" sz="800" spc="-54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0  </a:t>
            </a:r>
            <a:r>
              <a:rPr lang="ko-KR" altLang="en-US" sz="800" spc="-54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제안업체 일반  </a:t>
            </a:r>
            <a:r>
              <a:rPr lang="en-US" altLang="ko-KR" sz="800" spc="-54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&gt;  3. </a:t>
            </a:r>
            <a:r>
              <a:rPr lang="ko-KR" altLang="en-US" sz="800" spc="-54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수행조직 및 업무 분장</a:t>
            </a:r>
          </a:p>
        </p:txBody>
      </p:sp>
    </p:spTree>
    <p:extLst>
      <p:ext uri="{BB962C8B-B14F-4D97-AF65-F5344CB8AC3E}">
        <p14:creationId xmlns:p14="http://schemas.microsoft.com/office/powerpoint/2010/main" val="39380889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Group 712">
            <a:extLst>
              <a:ext uri="{FF2B5EF4-FFF2-40B4-BE49-F238E27FC236}">
                <a16:creationId xmlns:a16="http://schemas.microsoft.com/office/drawing/2014/main" id="{2C173C74-803C-49CF-BE6C-65143531A5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3567691"/>
              </p:ext>
            </p:extLst>
          </p:nvPr>
        </p:nvGraphicFramePr>
        <p:xfrm>
          <a:off x="441333" y="2900772"/>
          <a:ext cx="5975999" cy="1209600"/>
        </p:xfrm>
        <a:graphic>
          <a:graphicData uri="http://schemas.openxmlformats.org/drawingml/2006/table">
            <a:tbl>
              <a:tblPr/>
              <a:tblGrid>
                <a:gridCol w="7134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68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82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26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5096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3323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350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024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성명</a:t>
                      </a:r>
                    </a:p>
                  </a:txBody>
                  <a:tcPr marL="72000" marR="72000" marT="36000" marB="3600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  <a:sym typeface="Monotype Sorts" pitchFamily="2" charset="2"/>
                        </a:rPr>
                        <a:t>홍길동</a:t>
                      </a:r>
                      <a:endParaRPr kumimoji="1" lang="ko-KR" alt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rgbClr val="00B0F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소속</a:t>
                      </a:r>
                    </a:p>
                  </a:txBody>
                  <a:tcPr marL="72000" marR="72000" marT="36000" marB="3600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  <a:sym typeface="Monotype Sorts" pitchFamily="2" charset="2"/>
                        </a:rPr>
                        <a:t>서희 </a:t>
                      </a:r>
                      <a:r>
                        <a:rPr kumimoji="1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  <a:sym typeface="Monotype Sorts" pitchFamily="2" charset="2"/>
                        </a:rPr>
                        <a:t>Design</a:t>
                      </a:r>
                      <a:endParaRPr kumimoji="1" lang="ko-KR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F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직책</a:t>
                      </a:r>
                    </a:p>
                  </a:txBody>
                  <a:tcPr marL="72000" marR="72000" marT="36000" marB="3600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  <a:sym typeface="Monotype Sorts" pitchFamily="2" charset="2"/>
                        </a:rPr>
                        <a:t>부장</a:t>
                      </a:r>
                      <a:endParaRPr kumimoji="1" lang="ko-KR" altLang="en-US" sz="1000" b="0" i="0" u="none" strike="noStrike" kern="0" cap="none" spc="0" normalizeH="0" baseline="0">
                        <a:ln>
                          <a:noFill/>
                        </a:ln>
                        <a:solidFill>
                          <a:srgbClr val="00B0F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연령</a:t>
                      </a:r>
                    </a:p>
                  </a:txBody>
                  <a:tcPr marL="72000" marR="72000" marT="36000" marB="3600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40</a:t>
                      </a: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세</a:t>
                      </a:r>
                    </a:p>
                  </a:txBody>
                  <a:tcPr marL="72000" marR="72000" marT="36000" marB="3600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2400"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학력</a:t>
                      </a:r>
                    </a:p>
                  </a:txBody>
                  <a:tcPr marL="72000" marR="72000" marT="36000" marB="3600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  <a:sym typeface="Monotype Sorts" pitchFamily="2" charset="2"/>
                        </a:rPr>
                        <a:t>한국</a:t>
                      </a:r>
                      <a:r>
                        <a:rPr kumimoji="1" lang="ko-KR" alt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  <a:sym typeface="Monotype Sorts" pitchFamily="2" charset="2"/>
                        </a:rPr>
                        <a:t> </a:t>
                      </a:r>
                      <a:r>
                        <a:rPr kumimoji="1" lang="ko-KR" altLang="en-US" sz="1000" b="0" i="0" u="none" strike="noStrike" kern="0" cap="none" spc="0" normalizeH="0" baseline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대학교 </a:t>
                      </a:r>
                      <a:r>
                        <a:rPr kumimoji="1" lang="ko-KR" alt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  <a:sym typeface="Monotype Sorts" pitchFamily="2" charset="2"/>
                        </a:rPr>
                        <a:t>전산학</a:t>
                      </a:r>
                      <a:r>
                        <a:rPr kumimoji="1" lang="ko-KR" altLang="en-US" sz="1000" b="0" i="0" u="none" strike="noStrike" kern="0" cap="none" spc="0" normalizeH="0" baseline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전공</a:t>
                      </a:r>
                    </a:p>
                  </a:txBody>
                  <a:tcPr marL="72000" marR="72000" marT="36000" marB="3600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해당분야근무경력</a:t>
                      </a:r>
                    </a:p>
                  </a:txBody>
                  <a:tcPr marL="72000" marR="72000" marT="36000" marB="3600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90000" marR="90000" marT="46800" marB="46800" anchor="ctr" horzOverflow="overflow">
                    <a:lnL w="635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BACC6">
                        <a:lumMod val="40000"/>
                        <a:lumOff val="60000"/>
                      </a:srgbClr>
                    </a:solidFill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15</a:t>
                      </a: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년 </a:t>
                      </a:r>
                      <a:r>
                        <a:rPr kumimoji="1" lang="en-US" altLang="ko-KR" sz="1000" b="0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10</a:t>
                      </a: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개월</a:t>
                      </a:r>
                    </a:p>
                  </a:txBody>
                  <a:tcPr marL="72000" marR="72000" marT="36000" marB="3600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24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36000" marB="3600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자격증</a:t>
                      </a:r>
                    </a:p>
                  </a:txBody>
                  <a:tcPr marL="72000" marR="72000" marT="36000" marB="3600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  <a:sym typeface="Monotype Sorts" pitchFamily="2" charset="2"/>
                        </a:rPr>
                        <a:t>정보처리기사</a:t>
                      </a:r>
                      <a:r>
                        <a:rPr kumimoji="1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  <a:sym typeface="Monotype Sorts" pitchFamily="2" charset="2"/>
                        </a:rPr>
                        <a:t>, </a:t>
                      </a:r>
                      <a:r>
                        <a:rPr kumimoji="1" lang="ko-KR" alt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  <a:sym typeface="Monotype Sorts" pitchFamily="2" charset="2"/>
                        </a:rPr>
                        <a:t>정보보안전문가</a:t>
                      </a:r>
                      <a:endParaRPr kumimoji="1" lang="ko-KR" alt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rgbClr val="00B0F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635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2400"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본 사업 참여 임무</a:t>
                      </a:r>
                      <a:endParaRPr kumimoji="1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36000" marB="3600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635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  <a:sym typeface="Monotype Sorts" pitchFamily="2" charset="2"/>
                        </a:rPr>
                        <a:t>사업관리</a:t>
                      </a:r>
                      <a:r>
                        <a:rPr kumimoji="1" lang="en-US" altLang="ko-KR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  <a:sym typeface="Monotype Sorts" pitchFamily="2" charset="2"/>
                        </a:rPr>
                        <a:t>, </a:t>
                      </a:r>
                      <a:r>
                        <a:rPr kumimoji="1" lang="ko-KR" alt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  <a:sym typeface="Monotype Sorts" pitchFamily="2" charset="2"/>
                        </a:rPr>
                        <a:t>고객소통</a:t>
                      </a:r>
                      <a:endParaRPr kumimoji="1" lang="ko-KR" altLang="en-US" sz="1000" b="0" i="0" u="none" strike="noStrike" kern="0" cap="none" spc="0" normalizeH="0" baseline="0">
                        <a:ln>
                          <a:noFill/>
                        </a:ln>
                        <a:solidFill>
                          <a:srgbClr val="00B0F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635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기술등급</a:t>
                      </a: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36000" marB="3600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  <a:sym typeface="Monotype Sorts" pitchFamily="2" charset="2"/>
                        </a:rPr>
                        <a:t>고급</a:t>
                      </a:r>
                      <a:endParaRPr kumimoji="1" lang="en-US" altLang="ko-KR" sz="1000" b="0" i="0" u="none" strike="noStrike" kern="0" cap="none" spc="0" normalizeH="0" baseline="0">
                        <a:ln>
                          <a:noFill/>
                        </a:ln>
                        <a:solidFill>
                          <a:srgbClr val="00B0F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참여</a:t>
                      </a: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(M/M)</a:t>
                      </a:r>
                    </a:p>
                  </a:txBody>
                  <a:tcPr marL="72000" marR="72000" marT="36000" marB="3600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72000" marR="72000" marT="36000" marB="3600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1" name="Group 7">
            <a:extLst>
              <a:ext uri="{FF2B5EF4-FFF2-40B4-BE49-F238E27FC236}">
                <a16:creationId xmlns:a16="http://schemas.microsoft.com/office/drawing/2014/main" id="{ACB8ADB5-00FD-4CC6-BC22-C163178039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2203844"/>
              </p:ext>
            </p:extLst>
          </p:nvPr>
        </p:nvGraphicFramePr>
        <p:xfrm>
          <a:off x="440668" y="4543092"/>
          <a:ext cx="5976000" cy="4838400"/>
        </p:xfrm>
        <a:graphic>
          <a:graphicData uri="http://schemas.openxmlformats.org/drawingml/2006/table">
            <a:tbl>
              <a:tblPr/>
              <a:tblGrid>
                <a:gridCol w="21962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54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24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사업명</a:t>
                      </a:r>
                    </a:p>
                  </a:txBody>
                  <a:tcPr marL="36000" marR="36000" marT="0" marB="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cap="none" spc="-50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참여기간</a:t>
                      </a:r>
                      <a:r>
                        <a:rPr kumimoji="0" lang="en-US" altLang="ko-KR" sz="800" b="0" i="0" u="none" strike="noStrike" cap="none" spc="-50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(</a:t>
                      </a:r>
                      <a:r>
                        <a:rPr kumimoji="0" lang="ko-KR" altLang="en-US" sz="800" b="0" i="0" u="none" strike="noStrike" cap="none" spc="-50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연월 </a:t>
                      </a:r>
                      <a:r>
                        <a:rPr kumimoji="0" lang="en-US" altLang="ko-KR" sz="800" b="0" i="0" u="none" strike="noStrike" cap="none" spc="-50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~ </a:t>
                      </a:r>
                      <a:r>
                        <a:rPr kumimoji="0" lang="ko-KR" altLang="en-US" sz="800" b="0" i="0" u="none" strike="noStrike" cap="none" spc="-50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연월</a:t>
                      </a:r>
                      <a:r>
                        <a:rPr kumimoji="0" lang="en-US" altLang="ko-KR" sz="800" b="0" i="0" u="none" strike="noStrike" cap="none" spc="-50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)</a:t>
                      </a:r>
                    </a:p>
                  </a:txBody>
                  <a:tcPr marL="36000" marR="3600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담당 업무</a:t>
                      </a:r>
                    </a:p>
                  </a:txBody>
                  <a:tcPr marL="36000" marR="3600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발주처</a:t>
                      </a:r>
                    </a:p>
                  </a:txBody>
                  <a:tcPr marL="36000" marR="3600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비고</a:t>
                      </a:r>
                    </a:p>
                  </a:txBody>
                  <a:tcPr marL="36000" marR="3600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3408732"/>
                  </a:ext>
                </a:extLst>
              </a:tr>
              <a:tr h="30240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공공기관 내부관리 시스템 구축</a:t>
                      </a:r>
                    </a:p>
                  </a:txBody>
                  <a:tcPr marL="36000" marR="36000" marT="0" marB="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spc="-50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2023.03 ~ 2023.12</a:t>
                      </a:r>
                    </a:p>
                  </a:txBody>
                  <a:tcPr marL="36000" marR="3600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PM</a:t>
                      </a:r>
                      <a:endParaRPr kumimoji="1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Pretendard ExtraLight" panose="02000303000000020004" pitchFamily="50" charset="-127"/>
                        <a:ea typeface="Pretendard ExtraLight" panose="02000303000000020004" pitchFamily="50" charset="-127"/>
                        <a:cs typeface="Pretendard ExtraLight" panose="02000303000000020004" pitchFamily="50" charset="-127"/>
                      </a:endParaRPr>
                    </a:p>
                  </a:txBody>
                  <a:tcPr marL="36000" marR="3600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발주기관명</a:t>
                      </a:r>
                    </a:p>
                  </a:txBody>
                  <a:tcPr marL="36000" marR="3600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9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Pretendard ExtraLight" panose="02000303000000020004" pitchFamily="50" charset="-127"/>
                        <a:ea typeface="Pretendard ExtraLight" panose="02000303000000020004" pitchFamily="50" charset="-127"/>
                        <a:cs typeface="Pretendard ExtraLight" panose="02000303000000020004" pitchFamily="50" charset="-127"/>
                      </a:endParaRPr>
                    </a:p>
                  </a:txBody>
                  <a:tcPr marL="36000" marR="3600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5811644"/>
                  </a:ext>
                </a:extLst>
              </a:tr>
              <a:tr h="30240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사업명 입력</a:t>
                      </a:r>
                    </a:p>
                  </a:txBody>
                  <a:tcPr marL="36000" marR="36000" marT="0" marB="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2023.03 ~ 2023.12</a:t>
                      </a:r>
                    </a:p>
                  </a:txBody>
                  <a:tcPr marL="36000" marR="3600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PM</a:t>
                      </a:r>
                      <a:endParaRPr kumimoji="1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Pretendard ExtraLight" panose="02000303000000020004" pitchFamily="50" charset="-127"/>
                        <a:ea typeface="Pretendard ExtraLight" panose="02000303000000020004" pitchFamily="50" charset="-127"/>
                        <a:cs typeface="Pretendard ExtraLight" panose="02000303000000020004" pitchFamily="50" charset="-127"/>
                      </a:endParaRPr>
                    </a:p>
                  </a:txBody>
                  <a:tcPr marL="36000" marR="3600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발주기관명</a:t>
                      </a:r>
                    </a:p>
                  </a:txBody>
                  <a:tcPr marL="36000" marR="3600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9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Pretendard ExtraLight" panose="02000303000000020004" pitchFamily="50" charset="-127"/>
                        <a:ea typeface="Pretendard ExtraLight" panose="02000303000000020004" pitchFamily="50" charset="-127"/>
                        <a:cs typeface="Pretendard ExtraLight" panose="02000303000000020004" pitchFamily="50" charset="-127"/>
                      </a:endParaRPr>
                    </a:p>
                  </a:txBody>
                  <a:tcPr marL="36000" marR="3600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4101965"/>
                  </a:ext>
                </a:extLst>
              </a:tr>
              <a:tr h="30240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사업명 입력</a:t>
                      </a:r>
                    </a:p>
                  </a:txBody>
                  <a:tcPr marL="36000" marR="36000" marT="0" marB="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2023.03 ~ 2023.12</a:t>
                      </a:r>
                    </a:p>
                  </a:txBody>
                  <a:tcPr marL="36000" marR="3600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기획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/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디자인</a:t>
                      </a:r>
                    </a:p>
                  </a:txBody>
                  <a:tcPr marL="36000" marR="3600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발주기관명</a:t>
                      </a:r>
                    </a:p>
                  </a:txBody>
                  <a:tcPr marL="36000" marR="3600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9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Pretendard ExtraLight" panose="02000303000000020004" pitchFamily="50" charset="-127"/>
                        <a:ea typeface="Pretendard ExtraLight" panose="02000303000000020004" pitchFamily="50" charset="-127"/>
                        <a:cs typeface="Pretendard ExtraLight" panose="02000303000000020004" pitchFamily="50" charset="-127"/>
                      </a:endParaRPr>
                    </a:p>
                  </a:txBody>
                  <a:tcPr marL="36000" marR="3600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823201"/>
                  </a:ext>
                </a:extLst>
              </a:tr>
              <a:tr h="30240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사업명 입력</a:t>
                      </a:r>
                    </a:p>
                  </a:txBody>
                  <a:tcPr marL="36000" marR="36000" marT="0" marB="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2023.03 ~ 2023.12</a:t>
                      </a:r>
                    </a:p>
                  </a:txBody>
                  <a:tcPr marL="36000" marR="3600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감리</a:t>
                      </a:r>
                    </a:p>
                  </a:txBody>
                  <a:tcPr marL="36000" marR="3600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발주기관명</a:t>
                      </a:r>
                    </a:p>
                  </a:txBody>
                  <a:tcPr marL="36000" marR="3600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9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Pretendard ExtraLight" panose="02000303000000020004" pitchFamily="50" charset="-127"/>
                        <a:ea typeface="Pretendard ExtraLight" panose="02000303000000020004" pitchFamily="50" charset="-127"/>
                        <a:cs typeface="Pretendard ExtraLight" panose="02000303000000020004" pitchFamily="50" charset="-127"/>
                      </a:endParaRPr>
                    </a:p>
                  </a:txBody>
                  <a:tcPr marL="36000" marR="3600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4506404"/>
                  </a:ext>
                </a:extLst>
              </a:tr>
              <a:tr h="30240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사업명 입력</a:t>
                      </a:r>
                    </a:p>
                  </a:txBody>
                  <a:tcPr marL="36000" marR="36000" marT="0" marB="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2023.03 ~ 2023.12</a:t>
                      </a:r>
                    </a:p>
                  </a:txBody>
                  <a:tcPr marL="36000" marR="3600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감리</a:t>
                      </a:r>
                    </a:p>
                  </a:txBody>
                  <a:tcPr marL="36000" marR="3600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발주기관명</a:t>
                      </a:r>
                    </a:p>
                  </a:txBody>
                  <a:tcPr marL="36000" marR="3600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9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Pretendard ExtraLight" panose="02000303000000020004" pitchFamily="50" charset="-127"/>
                        <a:ea typeface="Pretendard ExtraLight" panose="02000303000000020004" pitchFamily="50" charset="-127"/>
                        <a:cs typeface="Pretendard ExtraLight" panose="02000303000000020004" pitchFamily="50" charset="-127"/>
                      </a:endParaRPr>
                    </a:p>
                  </a:txBody>
                  <a:tcPr marL="36000" marR="3600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3924961"/>
                  </a:ext>
                </a:extLst>
              </a:tr>
              <a:tr h="30240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사업명 입력</a:t>
                      </a:r>
                    </a:p>
                  </a:txBody>
                  <a:tcPr marL="36000" marR="36000" marT="0" marB="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2023.03 ~ 2023.12</a:t>
                      </a:r>
                    </a:p>
                  </a:txBody>
                  <a:tcPr marL="36000" marR="3600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감리</a:t>
                      </a:r>
                    </a:p>
                  </a:txBody>
                  <a:tcPr marL="36000" marR="3600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발주기관명</a:t>
                      </a:r>
                    </a:p>
                  </a:txBody>
                  <a:tcPr marL="36000" marR="3600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9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Pretendard ExtraLight" panose="02000303000000020004" pitchFamily="50" charset="-127"/>
                        <a:ea typeface="Pretendard ExtraLight" panose="02000303000000020004" pitchFamily="50" charset="-127"/>
                        <a:cs typeface="Pretendard ExtraLight" panose="02000303000000020004" pitchFamily="50" charset="-127"/>
                      </a:endParaRPr>
                    </a:p>
                  </a:txBody>
                  <a:tcPr marL="36000" marR="3600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8548645"/>
                  </a:ext>
                </a:extLst>
              </a:tr>
              <a:tr h="30240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사업명 입력</a:t>
                      </a:r>
                    </a:p>
                  </a:txBody>
                  <a:tcPr marL="36000" marR="36000" marT="0" marB="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2023.03 ~ 2023.12</a:t>
                      </a:r>
                    </a:p>
                  </a:txBody>
                  <a:tcPr marL="36000" marR="3600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기획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/UI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팀 총괄</a:t>
                      </a:r>
                    </a:p>
                  </a:txBody>
                  <a:tcPr marL="36000" marR="3600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발주기관명</a:t>
                      </a:r>
                    </a:p>
                  </a:txBody>
                  <a:tcPr marL="36000" marR="3600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900" b="0" i="0" u="none" strike="noStrike" kern="1200" cap="none" spc="-150" normalizeH="0" baseline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Pretendard ExtraLight" panose="02000303000000020004" pitchFamily="50" charset="-127"/>
                        <a:ea typeface="Pretendard ExtraLight" panose="02000303000000020004" pitchFamily="50" charset="-127"/>
                        <a:cs typeface="Pretendard ExtraLight" panose="02000303000000020004" pitchFamily="50" charset="-127"/>
                      </a:endParaRPr>
                    </a:p>
                  </a:txBody>
                  <a:tcPr marL="36000" marR="3600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9282694"/>
                  </a:ext>
                </a:extLst>
              </a:tr>
              <a:tr h="30240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사업명 입력</a:t>
                      </a:r>
                    </a:p>
                  </a:txBody>
                  <a:tcPr marL="36000" marR="36000" marT="0" marB="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2023.03 ~ 2023.12</a:t>
                      </a:r>
                    </a:p>
                  </a:txBody>
                  <a:tcPr marL="36000" marR="3600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감리</a:t>
                      </a:r>
                    </a:p>
                  </a:txBody>
                  <a:tcPr marL="36000" marR="3600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발주기관명</a:t>
                      </a:r>
                    </a:p>
                  </a:txBody>
                  <a:tcPr marL="36000" marR="3600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9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Pretendard ExtraLight" panose="02000303000000020004" pitchFamily="50" charset="-127"/>
                        <a:ea typeface="Pretendard ExtraLight" panose="02000303000000020004" pitchFamily="50" charset="-127"/>
                        <a:cs typeface="Pretendard ExtraLight" panose="02000303000000020004" pitchFamily="50" charset="-127"/>
                      </a:endParaRPr>
                    </a:p>
                  </a:txBody>
                  <a:tcPr marL="36000" marR="3600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171547"/>
                  </a:ext>
                </a:extLst>
              </a:tr>
              <a:tr h="30240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사업명 입력</a:t>
                      </a:r>
                    </a:p>
                  </a:txBody>
                  <a:tcPr marL="36000" marR="36000" marT="0" marB="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2023.03 ~ 2023.12</a:t>
                      </a:r>
                    </a:p>
                  </a:txBody>
                  <a:tcPr marL="36000" marR="3600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감리</a:t>
                      </a:r>
                    </a:p>
                  </a:txBody>
                  <a:tcPr marL="36000" marR="3600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발주기관명</a:t>
                      </a:r>
                    </a:p>
                  </a:txBody>
                  <a:tcPr marL="36000" marR="3600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9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Pretendard ExtraLight" panose="02000303000000020004" pitchFamily="50" charset="-127"/>
                        <a:ea typeface="Pretendard ExtraLight" panose="02000303000000020004" pitchFamily="50" charset="-127"/>
                        <a:cs typeface="Pretendard ExtraLight" panose="02000303000000020004" pitchFamily="50" charset="-127"/>
                      </a:endParaRPr>
                    </a:p>
                  </a:txBody>
                  <a:tcPr marL="36000" marR="3600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8488537"/>
                  </a:ext>
                </a:extLst>
              </a:tr>
              <a:tr h="30240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사업명 입력</a:t>
                      </a:r>
                    </a:p>
                  </a:txBody>
                  <a:tcPr marL="36000" marR="36000" marT="0" marB="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2023.03 ~ 2023.12</a:t>
                      </a:r>
                    </a:p>
                  </a:txBody>
                  <a:tcPr marL="36000" marR="3600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감리</a:t>
                      </a:r>
                    </a:p>
                  </a:txBody>
                  <a:tcPr marL="36000" marR="3600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발주기관명</a:t>
                      </a:r>
                    </a:p>
                  </a:txBody>
                  <a:tcPr marL="36000" marR="3600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9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Pretendard ExtraLight" panose="02000303000000020004" pitchFamily="50" charset="-127"/>
                        <a:ea typeface="Pretendard ExtraLight" panose="02000303000000020004" pitchFamily="50" charset="-127"/>
                        <a:cs typeface="Pretendard ExtraLight" panose="02000303000000020004" pitchFamily="50" charset="-127"/>
                      </a:endParaRPr>
                    </a:p>
                  </a:txBody>
                  <a:tcPr marL="36000" marR="3600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2583435"/>
                  </a:ext>
                </a:extLst>
              </a:tr>
              <a:tr h="30240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사업명 입력</a:t>
                      </a:r>
                    </a:p>
                  </a:txBody>
                  <a:tcPr marL="36000" marR="36000" marT="0" marB="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2023.03 ~ 2023.12</a:t>
                      </a:r>
                    </a:p>
                  </a:txBody>
                  <a:tcPr marL="36000" marR="3600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기획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/UI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 컨설팅</a:t>
                      </a:r>
                    </a:p>
                  </a:txBody>
                  <a:tcPr marL="36000" marR="3600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발주기관명</a:t>
                      </a:r>
                    </a:p>
                  </a:txBody>
                  <a:tcPr marL="36000" marR="3600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9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Pretendard ExtraLight" panose="02000303000000020004" pitchFamily="50" charset="-127"/>
                        <a:ea typeface="Pretendard ExtraLight" panose="02000303000000020004" pitchFamily="50" charset="-127"/>
                        <a:cs typeface="Pretendard ExtraLight" panose="02000303000000020004" pitchFamily="50" charset="-127"/>
                      </a:endParaRPr>
                    </a:p>
                  </a:txBody>
                  <a:tcPr marL="36000" marR="3600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2968438"/>
                  </a:ext>
                </a:extLst>
              </a:tr>
              <a:tr h="30240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사업명 입력</a:t>
                      </a:r>
                    </a:p>
                  </a:txBody>
                  <a:tcPr marL="36000" marR="36000" marT="0" marB="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2023.03 ~ 2023.12</a:t>
                      </a:r>
                    </a:p>
                  </a:txBody>
                  <a:tcPr marL="36000" marR="3600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대민서비스 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PM</a:t>
                      </a: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Pretendard ExtraLight" panose="02000303000000020004" pitchFamily="50" charset="-127"/>
                        <a:ea typeface="Pretendard ExtraLight" panose="02000303000000020004" pitchFamily="50" charset="-127"/>
                        <a:cs typeface="Pretendard ExtraLight" panose="02000303000000020004" pitchFamily="50" charset="-127"/>
                      </a:endParaRPr>
                    </a:p>
                  </a:txBody>
                  <a:tcPr marL="36000" marR="3600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발주기관명</a:t>
                      </a:r>
                    </a:p>
                  </a:txBody>
                  <a:tcPr marL="36000" marR="3600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900" b="0" i="0" u="none" strike="noStrike" kern="1200" cap="none" spc="-150" normalizeH="0" baseline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Pretendard ExtraLight" panose="02000303000000020004" pitchFamily="50" charset="-127"/>
                        <a:ea typeface="Pretendard ExtraLight" panose="02000303000000020004" pitchFamily="50" charset="-127"/>
                        <a:cs typeface="Pretendard ExtraLight" panose="02000303000000020004" pitchFamily="50" charset="-127"/>
                      </a:endParaRPr>
                    </a:p>
                  </a:txBody>
                  <a:tcPr marL="36000" marR="3600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240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사업명 입력</a:t>
                      </a:r>
                    </a:p>
                  </a:txBody>
                  <a:tcPr marL="36000" marR="36000" marT="0" marB="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2023.03 ~ 2023.12</a:t>
                      </a:r>
                    </a:p>
                  </a:txBody>
                  <a:tcPr marL="36000" marR="3600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감리</a:t>
                      </a:r>
                    </a:p>
                  </a:txBody>
                  <a:tcPr marL="36000" marR="3600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발주기관명</a:t>
                      </a:r>
                    </a:p>
                  </a:txBody>
                  <a:tcPr marL="36000" marR="3600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9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Pretendard ExtraLight" panose="02000303000000020004" pitchFamily="50" charset="-127"/>
                        <a:ea typeface="Pretendard ExtraLight" panose="02000303000000020004" pitchFamily="50" charset="-127"/>
                        <a:cs typeface="Pretendard ExtraLight" panose="02000303000000020004" pitchFamily="50" charset="-127"/>
                      </a:endParaRPr>
                    </a:p>
                  </a:txBody>
                  <a:tcPr marL="36000" marR="3600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240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사업명 입력</a:t>
                      </a:r>
                    </a:p>
                  </a:txBody>
                  <a:tcPr marL="36000" marR="36000" marT="0" marB="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2023.03 ~ 2023.12</a:t>
                      </a:r>
                    </a:p>
                  </a:txBody>
                  <a:tcPr marL="36000" marR="3600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PM</a:t>
                      </a: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Pretendard ExtraLight" panose="02000303000000020004" pitchFamily="50" charset="-127"/>
                        <a:ea typeface="Pretendard ExtraLight" panose="02000303000000020004" pitchFamily="50" charset="-127"/>
                        <a:cs typeface="Pretendard ExtraLight" panose="02000303000000020004" pitchFamily="50" charset="-127"/>
                      </a:endParaRPr>
                    </a:p>
                  </a:txBody>
                  <a:tcPr marL="36000" marR="3600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발주기관명</a:t>
                      </a:r>
                    </a:p>
                  </a:txBody>
                  <a:tcPr marL="36000" marR="3600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900" b="0" i="0" u="none" strike="noStrike" kern="1200" cap="none" spc="-150" normalizeH="0" baseline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Pretendard ExtraLight" panose="02000303000000020004" pitchFamily="50" charset="-127"/>
                        <a:ea typeface="Pretendard ExtraLight" panose="02000303000000020004" pitchFamily="50" charset="-127"/>
                        <a:cs typeface="Pretendard ExtraLight" panose="02000303000000020004" pitchFamily="50" charset="-127"/>
                      </a:endParaRPr>
                    </a:p>
                  </a:txBody>
                  <a:tcPr marL="36000" marR="3600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240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사업명 입력</a:t>
                      </a:r>
                    </a:p>
                  </a:txBody>
                  <a:tcPr marL="36000" marR="36000" marT="0" marB="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2023.03 ~ 2023.12</a:t>
                      </a:r>
                    </a:p>
                  </a:txBody>
                  <a:tcPr marL="36000" marR="3600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감리</a:t>
                      </a:r>
                    </a:p>
                  </a:txBody>
                  <a:tcPr marL="36000" marR="3600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발주기관명</a:t>
                      </a:r>
                    </a:p>
                  </a:txBody>
                  <a:tcPr marL="36000" marR="3600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9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Pretendard ExtraLight" panose="02000303000000020004" pitchFamily="50" charset="-127"/>
                        <a:ea typeface="Pretendard ExtraLight" panose="02000303000000020004" pitchFamily="50" charset="-127"/>
                        <a:cs typeface="Pretendard ExtraLight" panose="02000303000000020004" pitchFamily="50" charset="-127"/>
                      </a:endParaRPr>
                    </a:p>
                  </a:txBody>
                  <a:tcPr marL="36000" marR="3600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568771"/>
                  </a:ext>
                </a:extLst>
              </a:tr>
            </a:tbl>
          </a:graphicData>
        </a:graphic>
      </p:graphicFrame>
      <p:grpSp>
        <p:nvGrpSpPr>
          <p:cNvPr id="18" name="그룹 17">
            <a:extLst>
              <a:ext uri="{FF2B5EF4-FFF2-40B4-BE49-F238E27FC236}">
                <a16:creationId xmlns:a16="http://schemas.microsoft.com/office/drawing/2014/main" id="{CF96F3C7-9C8C-406C-978F-4E2A4CEECAB8}"/>
              </a:ext>
            </a:extLst>
          </p:cNvPr>
          <p:cNvGrpSpPr/>
          <p:nvPr/>
        </p:nvGrpSpPr>
        <p:grpSpPr>
          <a:xfrm>
            <a:off x="440668" y="1064568"/>
            <a:ext cx="66431" cy="180000"/>
            <a:chOff x="447632" y="1870808"/>
            <a:chExt cx="66431" cy="247087"/>
          </a:xfrm>
        </p:grpSpPr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CE964BB6-AA14-467B-BC21-CAD4A96CCB04}"/>
                </a:ext>
              </a:extLst>
            </p:cNvPr>
            <p:cNvSpPr/>
            <p:nvPr/>
          </p:nvSpPr>
          <p:spPr>
            <a:xfrm>
              <a:off x="447632" y="1990162"/>
              <a:ext cx="66431" cy="12773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/>
            </a:bodyPr>
            <a:lstStyle/>
            <a:p>
              <a:pPr algn="ctr"/>
              <a:endParaRPr lang="ko-KR" altLang="en-US">
                <a:ln>
                  <a:solidFill>
                    <a:srgbClr val="02A1B2">
                      <a:alpha val="0"/>
                    </a:srgbClr>
                  </a:solidFill>
                </a:ln>
              </a:endParaRP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EE1BAD1B-A1D7-4CFE-870A-92C3743D8B1C}"/>
                </a:ext>
              </a:extLst>
            </p:cNvPr>
            <p:cNvSpPr/>
            <p:nvPr/>
          </p:nvSpPr>
          <p:spPr>
            <a:xfrm>
              <a:off x="447632" y="1870808"/>
              <a:ext cx="66431" cy="127733"/>
            </a:xfrm>
            <a:prstGeom prst="rect">
              <a:avLst/>
            </a:prstGeom>
            <a:solidFill>
              <a:srgbClr val="B71B6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/>
            </a:bodyPr>
            <a:lstStyle/>
            <a:p>
              <a:pPr algn="ctr"/>
              <a:endParaRPr lang="ko-KR" altLang="en-US">
                <a:ln>
                  <a:solidFill>
                    <a:srgbClr val="02A1B2">
                      <a:alpha val="0"/>
                    </a:srgbClr>
                  </a:solidFill>
                </a:ln>
              </a:endParaRPr>
            </a:p>
          </p:txBody>
        </p:sp>
      </p:grp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C71F8357-046F-41FA-81E9-BCC9C358E345}"/>
              </a:ext>
            </a:extLst>
          </p:cNvPr>
          <p:cNvSpPr/>
          <p:nvPr/>
        </p:nvSpPr>
        <p:spPr>
          <a:xfrm>
            <a:off x="5206867" y="1065770"/>
            <a:ext cx="1209800" cy="17763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36000" rIns="72000" bIns="18000" rtlCol="0" anchor="ctr">
            <a:spAutoFit/>
          </a:bodyPr>
          <a:lstStyle/>
          <a:p>
            <a:pPr algn="r"/>
            <a:r>
              <a: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요구사항 번호</a:t>
            </a:r>
            <a:r>
              <a:rPr lang="en-US" altLang="ko-KR" sz="8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: </a:t>
            </a:r>
            <a:r>
              <a:rPr lang="en-US" altLang="ko-KR" sz="800">
                <a:solidFill>
                  <a:srgbClr val="0070C0"/>
                </a:solidFill>
                <a:latin typeface="+mj-ea"/>
                <a:ea typeface="+mj-ea"/>
              </a:rPr>
              <a:t>ABC-001</a:t>
            </a:r>
            <a:endParaRPr lang="ko-KR" altLang="en-US" sz="800" dirty="0">
              <a:solidFill>
                <a:srgbClr val="0070C0"/>
              </a:solidFill>
              <a:latin typeface="+mj-ea"/>
              <a:ea typeface="+mj-ea"/>
            </a:endParaRP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0F2AE763-EFC7-4933-99B7-DB17F7CA4C04}"/>
              </a:ext>
            </a:extLst>
          </p:cNvPr>
          <p:cNvGrpSpPr/>
          <p:nvPr/>
        </p:nvGrpSpPr>
        <p:grpSpPr>
          <a:xfrm>
            <a:off x="440668" y="2504728"/>
            <a:ext cx="5976000" cy="184666"/>
            <a:chOff x="4503039" y="5804479"/>
            <a:chExt cx="5976000" cy="184666"/>
          </a:xfrm>
        </p:grpSpPr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E37A3106-3FAF-4DED-B790-BE3ED2DC15F4}"/>
                </a:ext>
              </a:extLst>
            </p:cNvPr>
            <p:cNvCxnSpPr>
              <a:cxnSpLocks/>
            </p:cNvCxnSpPr>
            <p:nvPr/>
          </p:nvCxnSpPr>
          <p:spPr>
            <a:xfrm>
              <a:off x="4503039" y="5948495"/>
              <a:ext cx="5976000" cy="0"/>
            </a:xfrm>
            <a:prstGeom prst="line">
              <a:avLst/>
            </a:prstGeom>
            <a:ln w="12700" cap="flat">
              <a:solidFill>
                <a:srgbClr val="BAC0CE"/>
              </a:solidFill>
              <a:miter lim="800000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503786B-87C2-4097-823E-420F25C26648}"/>
                </a:ext>
              </a:extLst>
            </p:cNvPr>
            <p:cNvSpPr txBox="1"/>
            <p:nvPr/>
          </p:nvSpPr>
          <p:spPr>
            <a:xfrm flipH="1">
              <a:off x="4503039" y="5804479"/>
              <a:ext cx="961852" cy="18466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</p:spPr>
          <p:txBody>
            <a:bodyPr wrap="none" lIns="0" tIns="0" rIns="108000" bIns="0" rtlCol="0" anchor="b">
              <a:spAutoFit/>
            </a:bodyPr>
            <a:lstStyle/>
            <a:p>
              <a:pPr lvl="0" defTabSz="478031">
                <a:defRPr/>
              </a:pPr>
              <a:r>
                <a:rPr lang="ko-KR" altLang="en-US" sz="120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핵심 참여인력</a:t>
              </a:r>
            </a:p>
          </p:txBody>
        </p: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18F6C90F-4557-4A17-9775-D19741F578C7}"/>
              </a:ext>
            </a:extLst>
          </p:cNvPr>
          <p:cNvGrpSpPr/>
          <p:nvPr/>
        </p:nvGrpSpPr>
        <p:grpSpPr>
          <a:xfrm>
            <a:off x="440668" y="4298913"/>
            <a:ext cx="620956" cy="169277"/>
            <a:chOff x="440667" y="2866470"/>
            <a:chExt cx="620956" cy="169277"/>
          </a:xfrm>
        </p:grpSpPr>
        <p:sp>
          <p:nvSpPr>
            <p:cNvPr id="29" name="Text Box 247">
              <a:extLst>
                <a:ext uri="{FF2B5EF4-FFF2-40B4-BE49-F238E27FC236}">
                  <a16:creationId xmlns:a16="http://schemas.microsoft.com/office/drawing/2014/main" id="{526875AB-9683-4997-96DC-B5819CD1844A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440668" y="2866470"/>
              <a:ext cx="620955" cy="169277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lIns="126000" tIns="0" rIns="0" bIns="0" anchor="ctr">
              <a:spAutoFit/>
            </a:bodyPr>
            <a:lstStyle>
              <a:defPPr>
                <a:defRPr lang="en-US"/>
              </a:defPPr>
              <a:lvl1pPr marR="0" lvl="0" indent="0" defTabSz="914400" fontAlgn="base" latinLnBrk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 kumimoji="1" sz="1100" b="0" i="0" u="none" strike="noStrike" kern="0" cap="none" spc="0" normalizeH="0" baseline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ea"/>
                  <a:ea typeface="+mj-ea"/>
                </a:defRPr>
              </a:lvl1pPr>
            </a:lstStyle>
            <a:p>
              <a:pPr lvl="0">
                <a:defRPr/>
              </a:pPr>
              <a:r>
                <a:rPr lang="ko-KR" altLang="en-US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경력사항</a:t>
              </a:r>
            </a:p>
          </p:txBody>
        </p:sp>
        <p:sp>
          <p:nvSpPr>
            <p:cNvPr id="32" name="사각형: 둥근 모서리 31">
              <a:extLst>
                <a:ext uri="{FF2B5EF4-FFF2-40B4-BE49-F238E27FC236}">
                  <a16:creationId xmlns:a16="http://schemas.microsoft.com/office/drawing/2014/main" id="{5BF8B5F1-C966-41B9-8DDC-63B090F9EA51}"/>
                </a:ext>
              </a:extLst>
            </p:cNvPr>
            <p:cNvSpPr/>
            <p:nvPr/>
          </p:nvSpPr>
          <p:spPr>
            <a:xfrm>
              <a:off x="440667" y="2874971"/>
              <a:ext cx="54000" cy="129600"/>
            </a:xfrm>
            <a:prstGeom prst="roundRect">
              <a:avLst/>
            </a:prstGeom>
            <a:solidFill>
              <a:srgbClr val="0070C0"/>
            </a:solidFill>
          </p:spPr>
          <p:txBody>
            <a:bodyPr wrap="none" lIns="36000" tIns="18000" rIns="36000" bIns="18000">
              <a:noAutofit/>
            </a:bodyPr>
            <a:lstStyle/>
            <a:p>
              <a:pPr defTabSz="914400" fontAlgn="base">
                <a:spcBef>
                  <a:spcPct val="0"/>
                </a:spcBef>
                <a:spcAft>
                  <a:spcPts val="2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</a:pPr>
              <a:endParaRPr lang="ko-KR" altLang="en-US" sz="1100">
                <a:solidFill>
                  <a:schemeClr val="bg1"/>
                </a:solidFill>
                <a:latin typeface="+mn-ea"/>
              </a:endParaRPr>
            </a:p>
          </p:txBody>
        </p:sp>
      </p:grpSp>
      <p:sp>
        <p:nvSpPr>
          <p:cNvPr id="33" name="AutoShape 165">
            <a:extLst>
              <a:ext uri="{FF2B5EF4-FFF2-40B4-BE49-F238E27FC236}">
                <a16:creationId xmlns:a16="http://schemas.microsoft.com/office/drawing/2014/main" id="{675D0B77-4B0D-4922-BA1D-10F9344D55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668" y="1568624"/>
            <a:ext cx="5976000" cy="647237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3175" algn="ctr">
            <a:solidFill>
              <a:schemeClr val="bg1">
                <a:lumMod val="95000"/>
              </a:schemeClr>
            </a:solidFill>
            <a:round/>
            <a:headEnd/>
            <a:tailEnd/>
          </a:ln>
          <a:effectLst/>
        </p:spPr>
        <p:txBody>
          <a:bodyPr wrap="square" lIns="144000" tIns="36000" rIns="72000" bIns="36000" anchor="ctr"/>
          <a:lstStyle/>
          <a:p>
            <a:pPr marL="85725" lvl="0" indent="-85725" defTabSz="914400" fontAlgn="ctr">
              <a:lnSpc>
                <a:spcPct val="110000"/>
              </a:lnSpc>
              <a:spcAft>
                <a:spcPts val="300"/>
              </a:spcAft>
              <a:buFont typeface="Arial" pitchFamily="34" charset="0"/>
              <a:buChar char="•"/>
              <a:defRPr/>
            </a:pPr>
            <a:r>
              <a:rPr kumimoji="1" lang="ko-KR" altLang="en-US" sz="10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성공적 사업 수행을 위해 기술과 경험이 풍부한 </a:t>
            </a:r>
            <a:r>
              <a:rPr kumimoji="1" lang="ko-KR" altLang="en-US" sz="10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적정한 자격 및 전문성을 보유한 인력</a:t>
            </a:r>
          </a:p>
          <a:p>
            <a:pPr marL="85725" lvl="0" indent="-85725" defTabSz="914400" fontAlgn="ctr">
              <a:lnSpc>
                <a:spcPct val="110000"/>
              </a:lnSpc>
              <a:spcAft>
                <a:spcPts val="300"/>
              </a:spcAft>
              <a:buFont typeface="Arial" pitchFamily="34" charset="0"/>
              <a:buChar char="•"/>
              <a:defRPr/>
            </a:pPr>
            <a:r>
              <a:rPr kumimoji="1" lang="ko-KR" altLang="en-US" sz="10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인력 요구 수준의 준수를 위한 </a:t>
            </a:r>
            <a:r>
              <a:rPr kumimoji="1" lang="ko-KR" altLang="en-US" sz="10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요구 수준 이상의 인력 참여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AACE9FA-A115-4EAC-810B-48A4C37B3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676" y="1064568"/>
            <a:ext cx="1984568" cy="199285"/>
          </a:xfrm>
        </p:spPr>
        <p:txBody>
          <a:bodyPr/>
          <a:lstStyle/>
          <a:p>
            <a:r>
              <a:rPr lang="en-US" altLang="ko-KR" dirty="0"/>
              <a:t>3.2 </a:t>
            </a:r>
            <a:r>
              <a:rPr lang="ko-KR" altLang="en-US" dirty="0"/>
              <a:t>투입인력 이력 및 자격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8BE845-8EE0-8CD3-8E95-BED4413B7727}"/>
              </a:ext>
            </a:extLst>
          </p:cNvPr>
          <p:cNvSpPr txBox="1"/>
          <p:nvPr/>
        </p:nvSpPr>
        <p:spPr>
          <a:xfrm>
            <a:off x="1667082" y="503378"/>
            <a:ext cx="1662956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defTabSz="987095"/>
            <a:r>
              <a:rPr lang="en-US" altLang="ko-KR" sz="800" spc="-54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0  </a:t>
            </a:r>
            <a:r>
              <a:rPr lang="ko-KR" altLang="en-US" sz="800" spc="-54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제안업체 일반  </a:t>
            </a:r>
            <a:r>
              <a:rPr lang="en-US" altLang="ko-KR" sz="800" spc="-54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&gt;  3. </a:t>
            </a:r>
            <a:r>
              <a:rPr lang="ko-KR" altLang="en-US" sz="800" spc="-54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수행조직 및 업무 분장</a:t>
            </a:r>
          </a:p>
        </p:txBody>
      </p:sp>
    </p:spTree>
    <p:extLst>
      <p:ext uri="{BB962C8B-B14F-4D97-AF65-F5344CB8AC3E}">
        <p14:creationId xmlns:p14="http://schemas.microsoft.com/office/powerpoint/2010/main" val="328546518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그룹 17">
            <a:extLst>
              <a:ext uri="{FF2B5EF4-FFF2-40B4-BE49-F238E27FC236}">
                <a16:creationId xmlns:a16="http://schemas.microsoft.com/office/drawing/2014/main" id="{CF96F3C7-9C8C-406C-978F-4E2A4CEECAB8}"/>
              </a:ext>
            </a:extLst>
          </p:cNvPr>
          <p:cNvGrpSpPr/>
          <p:nvPr/>
        </p:nvGrpSpPr>
        <p:grpSpPr>
          <a:xfrm>
            <a:off x="440668" y="1064568"/>
            <a:ext cx="66431" cy="180000"/>
            <a:chOff x="447632" y="1870808"/>
            <a:chExt cx="66431" cy="247087"/>
          </a:xfrm>
        </p:grpSpPr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CE964BB6-AA14-467B-BC21-CAD4A96CCB04}"/>
                </a:ext>
              </a:extLst>
            </p:cNvPr>
            <p:cNvSpPr/>
            <p:nvPr/>
          </p:nvSpPr>
          <p:spPr>
            <a:xfrm>
              <a:off x="447632" y="1990162"/>
              <a:ext cx="66431" cy="12773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/>
            </a:bodyPr>
            <a:lstStyle/>
            <a:p>
              <a:pPr algn="ctr"/>
              <a:endParaRPr lang="ko-KR" altLang="en-US">
                <a:ln>
                  <a:solidFill>
                    <a:srgbClr val="02A1B2">
                      <a:alpha val="0"/>
                    </a:srgbClr>
                  </a:solidFill>
                </a:ln>
              </a:endParaRP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EE1BAD1B-A1D7-4CFE-870A-92C3743D8B1C}"/>
                </a:ext>
              </a:extLst>
            </p:cNvPr>
            <p:cNvSpPr/>
            <p:nvPr/>
          </p:nvSpPr>
          <p:spPr>
            <a:xfrm>
              <a:off x="447632" y="1870808"/>
              <a:ext cx="66431" cy="127733"/>
            </a:xfrm>
            <a:prstGeom prst="rect">
              <a:avLst/>
            </a:prstGeom>
            <a:solidFill>
              <a:srgbClr val="B71B6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/>
            </a:bodyPr>
            <a:lstStyle/>
            <a:p>
              <a:pPr algn="ctr"/>
              <a:endParaRPr lang="ko-KR" altLang="en-US">
                <a:ln>
                  <a:solidFill>
                    <a:srgbClr val="02A1B2">
                      <a:alpha val="0"/>
                    </a:srgbClr>
                  </a:solidFill>
                </a:ln>
              </a:endParaRPr>
            </a:p>
          </p:txBody>
        </p:sp>
      </p:grp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C71F8357-046F-41FA-81E9-BCC9C358E345}"/>
              </a:ext>
            </a:extLst>
          </p:cNvPr>
          <p:cNvSpPr/>
          <p:nvPr/>
        </p:nvSpPr>
        <p:spPr>
          <a:xfrm>
            <a:off x="5206867" y="1065770"/>
            <a:ext cx="1209800" cy="17763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36000" rIns="72000" bIns="18000" rtlCol="0" anchor="ctr">
            <a:spAutoFit/>
          </a:bodyPr>
          <a:lstStyle/>
          <a:p>
            <a:pPr algn="r"/>
            <a:r>
              <a: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요구사항 번호</a:t>
            </a:r>
            <a:r>
              <a:rPr lang="en-US" altLang="ko-KR" sz="8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: </a:t>
            </a:r>
            <a:r>
              <a:rPr lang="en-US" altLang="ko-KR" sz="800">
                <a:solidFill>
                  <a:srgbClr val="0070C0"/>
                </a:solidFill>
                <a:latin typeface="+mj-ea"/>
                <a:ea typeface="+mj-ea"/>
              </a:rPr>
              <a:t>ABC-001</a:t>
            </a:r>
            <a:endParaRPr lang="ko-KR" altLang="en-US" sz="800" dirty="0">
              <a:solidFill>
                <a:srgbClr val="0070C0"/>
              </a:solidFill>
              <a:latin typeface="+mj-ea"/>
              <a:ea typeface="+mj-ea"/>
            </a:endParaRP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0F2AE763-EFC7-4933-99B7-DB17F7CA4C04}"/>
              </a:ext>
            </a:extLst>
          </p:cNvPr>
          <p:cNvGrpSpPr/>
          <p:nvPr/>
        </p:nvGrpSpPr>
        <p:grpSpPr>
          <a:xfrm>
            <a:off x="440668" y="1568624"/>
            <a:ext cx="5976000" cy="184666"/>
            <a:chOff x="4503039" y="5804479"/>
            <a:chExt cx="5976000" cy="184666"/>
          </a:xfrm>
        </p:grpSpPr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E37A3106-3FAF-4DED-B790-BE3ED2DC15F4}"/>
                </a:ext>
              </a:extLst>
            </p:cNvPr>
            <p:cNvCxnSpPr>
              <a:cxnSpLocks/>
            </p:cNvCxnSpPr>
            <p:nvPr/>
          </p:nvCxnSpPr>
          <p:spPr>
            <a:xfrm>
              <a:off x="4503039" y="5948495"/>
              <a:ext cx="5976000" cy="0"/>
            </a:xfrm>
            <a:prstGeom prst="line">
              <a:avLst/>
            </a:prstGeom>
            <a:ln w="12700" cap="flat">
              <a:solidFill>
                <a:srgbClr val="BAC0CE"/>
              </a:solidFill>
              <a:miter lim="800000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503786B-87C2-4097-823E-420F25C26648}"/>
                </a:ext>
              </a:extLst>
            </p:cNvPr>
            <p:cNvSpPr txBox="1"/>
            <p:nvPr/>
          </p:nvSpPr>
          <p:spPr>
            <a:xfrm flipH="1">
              <a:off x="4503039" y="5804479"/>
              <a:ext cx="1590229" cy="18466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</p:spPr>
          <p:txBody>
            <a:bodyPr wrap="none" lIns="0" tIns="0" rIns="108000" bIns="0" rtlCol="0" anchor="b">
              <a:spAutoFit/>
            </a:bodyPr>
            <a:lstStyle/>
            <a:p>
              <a:pPr lvl="0" defTabSz="478031">
                <a:defRPr/>
              </a:pPr>
              <a:r>
                <a:rPr lang="ko-KR" altLang="en-US" sz="120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핵심 참여인력 관련 증빙</a:t>
              </a:r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3F6C98B8-2363-4D0A-8876-D13EDB823049}"/>
              </a:ext>
            </a:extLst>
          </p:cNvPr>
          <p:cNvGrpSpPr/>
          <p:nvPr/>
        </p:nvGrpSpPr>
        <p:grpSpPr>
          <a:xfrm>
            <a:off x="444464" y="1964668"/>
            <a:ext cx="5976000" cy="7417348"/>
            <a:chOff x="444464" y="1964668"/>
            <a:chExt cx="5976000" cy="7417348"/>
          </a:xfrm>
        </p:grpSpPr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252E16D7-C8DF-4A51-8867-BB7E52CDA8F8}"/>
                </a:ext>
              </a:extLst>
            </p:cNvPr>
            <p:cNvSpPr/>
            <p:nvPr/>
          </p:nvSpPr>
          <p:spPr>
            <a:xfrm>
              <a:off x="444464" y="1964668"/>
              <a:ext cx="5976000" cy="741734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lt1"/>
                </a:solidFill>
              </a:endParaRPr>
            </a:p>
          </p:txBody>
        </p: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8ABB97C9-C0C3-462C-9C9F-160F79A6E542}"/>
                </a:ext>
              </a:extLst>
            </p:cNvPr>
            <p:cNvSpPr/>
            <p:nvPr/>
          </p:nvSpPr>
          <p:spPr>
            <a:xfrm>
              <a:off x="513000" y="2036676"/>
              <a:ext cx="5832000" cy="7272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wrap="none" rtlCol="0" anchor="ctr">
              <a:noAutofit/>
            </a:bodyPr>
            <a:lstStyle/>
            <a:p>
              <a:pPr algn="ctr"/>
              <a:r>
                <a:rPr lang="ko-KR" altLang="en-US" sz="20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관련 증빙 이미지 파일</a:t>
              </a:r>
            </a:p>
          </p:txBody>
        </p:sp>
      </p:grpSp>
      <p:sp>
        <p:nvSpPr>
          <p:cNvPr id="5" name="제목 4">
            <a:extLst>
              <a:ext uri="{FF2B5EF4-FFF2-40B4-BE49-F238E27FC236}">
                <a16:creationId xmlns:a16="http://schemas.microsoft.com/office/drawing/2014/main" id="{AFD2303B-7F07-413D-ADBB-0852B5B1A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676" y="1064568"/>
            <a:ext cx="1984568" cy="199285"/>
          </a:xfrm>
        </p:spPr>
        <p:txBody>
          <a:bodyPr/>
          <a:lstStyle/>
          <a:p>
            <a:r>
              <a:rPr lang="en-US" altLang="ko-KR" dirty="0"/>
              <a:t>3.2 </a:t>
            </a:r>
            <a:r>
              <a:rPr lang="ko-KR" altLang="en-US" dirty="0"/>
              <a:t>투입인력 이력 및 자격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9E74A9-E4E6-3A3B-6AEF-42D29E5457DE}"/>
              </a:ext>
            </a:extLst>
          </p:cNvPr>
          <p:cNvSpPr txBox="1"/>
          <p:nvPr/>
        </p:nvSpPr>
        <p:spPr>
          <a:xfrm>
            <a:off x="1667082" y="503378"/>
            <a:ext cx="1662956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defTabSz="987095"/>
            <a:r>
              <a:rPr lang="en-US" altLang="ko-KR" sz="800" spc="-54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0  </a:t>
            </a:r>
            <a:r>
              <a:rPr lang="ko-KR" altLang="en-US" sz="800" spc="-54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제안업체 일반  </a:t>
            </a:r>
            <a:r>
              <a:rPr lang="en-US" altLang="ko-KR" sz="800" spc="-54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&gt;  3. </a:t>
            </a:r>
            <a:r>
              <a:rPr lang="ko-KR" altLang="en-US" sz="800" spc="-54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수행조직 및 업무 분장</a:t>
            </a:r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B0372085-E300-4FFF-A01E-D0494E5CBC3F}"/>
              </a:ext>
            </a:extLst>
          </p:cNvPr>
          <p:cNvGrpSpPr/>
          <p:nvPr/>
        </p:nvGrpSpPr>
        <p:grpSpPr>
          <a:xfrm>
            <a:off x="1120961" y="2399953"/>
            <a:ext cx="4790984" cy="6545455"/>
            <a:chOff x="881412" y="2072680"/>
            <a:chExt cx="5270082" cy="7200000"/>
          </a:xfrm>
        </p:grpSpPr>
        <p:pic>
          <p:nvPicPr>
            <p:cNvPr id="26" name="그림 25">
              <a:extLst>
                <a:ext uri="{FF2B5EF4-FFF2-40B4-BE49-F238E27FC236}">
                  <a16:creationId xmlns:a16="http://schemas.microsoft.com/office/drawing/2014/main" id="{A11C8202-C7E0-494D-8684-B3EC7ADB18B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81412" y="2072680"/>
              <a:ext cx="5095176" cy="7200000"/>
            </a:xfrm>
            <a:prstGeom prst="rect">
              <a:avLst/>
            </a:prstGeom>
          </p:spPr>
        </p:pic>
        <p:grpSp>
          <p:nvGrpSpPr>
            <p:cNvPr id="27" name="그룹 26">
              <a:extLst>
                <a:ext uri="{FF2B5EF4-FFF2-40B4-BE49-F238E27FC236}">
                  <a16:creationId xmlns:a16="http://schemas.microsoft.com/office/drawing/2014/main" id="{88B60ED0-8E55-4A4D-94AF-D077D6286122}"/>
                </a:ext>
              </a:extLst>
            </p:cNvPr>
            <p:cNvGrpSpPr/>
            <p:nvPr/>
          </p:nvGrpSpPr>
          <p:grpSpPr>
            <a:xfrm>
              <a:off x="3609020" y="6609184"/>
              <a:ext cx="2542474" cy="666523"/>
              <a:chOff x="556783" y="3176720"/>
              <a:chExt cx="2542474" cy="666523"/>
            </a:xfrm>
          </p:grpSpPr>
          <p:grpSp>
            <p:nvGrpSpPr>
              <p:cNvPr id="34" name="그룹 33">
                <a:extLst>
                  <a:ext uri="{FF2B5EF4-FFF2-40B4-BE49-F238E27FC236}">
                    <a16:creationId xmlns:a16="http://schemas.microsoft.com/office/drawing/2014/main" id="{1D97ABBC-01E7-46DD-BD9E-5C6A5E3E4728}"/>
                  </a:ext>
                </a:extLst>
              </p:cNvPr>
              <p:cNvGrpSpPr/>
              <p:nvPr/>
            </p:nvGrpSpPr>
            <p:grpSpPr>
              <a:xfrm>
                <a:off x="556783" y="3239951"/>
                <a:ext cx="2464800" cy="540060"/>
                <a:chOff x="-2456180" y="5745088"/>
                <a:chExt cx="2464800" cy="540060"/>
              </a:xfrm>
            </p:grpSpPr>
            <p:sp>
              <p:nvSpPr>
                <p:cNvPr id="36" name="직사각형 35">
                  <a:extLst>
                    <a:ext uri="{FF2B5EF4-FFF2-40B4-BE49-F238E27FC236}">
                      <a16:creationId xmlns:a16="http://schemas.microsoft.com/office/drawing/2014/main" id="{340C4ADA-D803-47B0-84E8-C9FE51E3C630}"/>
                    </a:ext>
                  </a:extLst>
                </p:cNvPr>
                <p:cNvSpPr/>
                <p:nvPr/>
              </p:nvSpPr>
              <p:spPr>
                <a:xfrm>
                  <a:off x="-2456180" y="5745088"/>
                  <a:ext cx="2464800" cy="540060"/>
                </a:xfrm>
                <a:prstGeom prst="rect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</a:ln>
                <a:effectLst/>
              </p:spPr>
              <p:txBody>
                <a:bodyPr lIns="36000" tIns="36000" rIns="36000" bIns="36000" rtlCol="0" anchor="ctr"/>
                <a:lstStyle/>
                <a:p>
                  <a:pPr defTabSz="914400" fontAlgn="base">
                    <a:spcBef>
                      <a:spcPct val="0"/>
                    </a:spcBef>
                    <a:buClr>
                      <a:prstClr val="black">
                        <a:lumMod val="75000"/>
                        <a:lumOff val="25000"/>
                      </a:prstClr>
                    </a:buClr>
                    <a:buSzPct val="90000"/>
                  </a:pPr>
                  <a:r>
                    <a:rPr kumimoji="1" lang="ko-KR" altLang="en-US" sz="1600" spc="300" dirty="0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latin typeface="나눔명조" panose="02020603020101020101" pitchFamily="18" charset="-127"/>
                      <a:ea typeface="나눔명조" panose="02020603020101020101" pitchFamily="18" charset="-127"/>
                    </a:rPr>
                    <a:t> </a:t>
                  </a:r>
                  <a:r>
                    <a:rPr kumimoji="1" lang="ko-KR" altLang="en-US" sz="2400" spc="300" dirty="0" err="1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latin typeface="나눔명조" panose="02020603020101020101" pitchFamily="18" charset="-127"/>
                      <a:ea typeface="나눔명조" panose="02020603020101020101" pitchFamily="18" charset="-127"/>
                    </a:rPr>
                    <a:t>원본대조필</a:t>
                  </a:r>
                  <a:endParaRPr kumimoji="1" lang="ko-KR" altLang="en-US" sz="2400" spc="300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나눔명조" panose="02020603020101020101" pitchFamily="18" charset="-127"/>
                    <a:ea typeface="나눔명조" panose="02020603020101020101" pitchFamily="18" charset="-127"/>
                  </a:endParaRPr>
                </a:p>
              </p:txBody>
            </p:sp>
            <p:cxnSp>
              <p:nvCxnSpPr>
                <p:cNvPr id="37" name="직선 연결선 36">
                  <a:extLst>
                    <a:ext uri="{FF2B5EF4-FFF2-40B4-BE49-F238E27FC236}">
                      <a16:creationId xmlns:a16="http://schemas.microsoft.com/office/drawing/2014/main" id="{80169FDF-0BFF-413F-B2ED-E4F72C4E16E7}"/>
                    </a:ext>
                  </a:extLst>
                </p:cNvPr>
                <p:cNvCxnSpPr/>
                <p:nvPr/>
              </p:nvCxnSpPr>
              <p:spPr>
                <a:xfrm>
                  <a:off x="-569984" y="5745088"/>
                  <a:ext cx="0" cy="540060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chemeClr val="tx1"/>
                  </a:solidFill>
                  <a:prstDash val="solid"/>
                </a:ln>
                <a:effectLst/>
              </p:spPr>
            </p:cxnSp>
          </p:grpSp>
          <p:pic>
            <p:nvPicPr>
              <p:cNvPr id="35" name="그림 34">
                <a:extLst>
                  <a:ext uri="{FF2B5EF4-FFF2-40B4-BE49-F238E27FC236}">
                    <a16:creationId xmlns:a16="http://schemas.microsoft.com/office/drawing/2014/main" id="{9B303EFB-DA3F-4223-BD58-05C08068050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432734" y="3176720"/>
                <a:ext cx="666523" cy="666523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81681182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그룹 64">
            <a:extLst>
              <a:ext uri="{FF2B5EF4-FFF2-40B4-BE49-F238E27FC236}">
                <a16:creationId xmlns:a16="http://schemas.microsoft.com/office/drawing/2014/main" id="{4AB10213-02F0-4419-B65A-576A13079968}"/>
              </a:ext>
            </a:extLst>
          </p:cNvPr>
          <p:cNvGrpSpPr/>
          <p:nvPr/>
        </p:nvGrpSpPr>
        <p:grpSpPr>
          <a:xfrm>
            <a:off x="440668" y="1064568"/>
            <a:ext cx="66431" cy="180000"/>
            <a:chOff x="447632" y="1870808"/>
            <a:chExt cx="66431" cy="247087"/>
          </a:xfrm>
        </p:grpSpPr>
        <p:sp>
          <p:nvSpPr>
            <p:cNvPr id="66" name="직사각형 65">
              <a:extLst>
                <a:ext uri="{FF2B5EF4-FFF2-40B4-BE49-F238E27FC236}">
                  <a16:creationId xmlns:a16="http://schemas.microsoft.com/office/drawing/2014/main" id="{402CA395-F252-4899-AAAF-4653D3402BA9}"/>
                </a:ext>
              </a:extLst>
            </p:cNvPr>
            <p:cNvSpPr/>
            <p:nvPr/>
          </p:nvSpPr>
          <p:spPr>
            <a:xfrm>
              <a:off x="447632" y="1990162"/>
              <a:ext cx="66431" cy="12773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/>
            </a:bodyPr>
            <a:lstStyle/>
            <a:p>
              <a:pPr algn="ctr"/>
              <a:endParaRPr lang="ko-KR" altLang="en-US">
                <a:ln>
                  <a:solidFill>
                    <a:srgbClr val="02A1B2">
                      <a:alpha val="0"/>
                    </a:srgbClr>
                  </a:solidFill>
                </a:ln>
              </a:endParaRPr>
            </a:p>
          </p:txBody>
        </p:sp>
        <p:sp>
          <p:nvSpPr>
            <p:cNvPr id="67" name="직사각형 66">
              <a:extLst>
                <a:ext uri="{FF2B5EF4-FFF2-40B4-BE49-F238E27FC236}">
                  <a16:creationId xmlns:a16="http://schemas.microsoft.com/office/drawing/2014/main" id="{F6ED193C-A838-43BB-81EE-868CED3EC3C4}"/>
                </a:ext>
              </a:extLst>
            </p:cNvPr>
            <p:cNvSpPr/>
            <p:nvPr/>
          </p:nvSpPr>
          <p:spPr>
            <a:xfrm>
              <a:off x="447632" y="1870808"/>
              <a:ext cx="66431" cy="127733"/>
            </a:xfrm>
            <a:prstGeom prst="rect">
              <a:avLst/>
            </a:prstGeom>
            <a:solidFill>
              <a:srgbClr val="B71B6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/>
            </a:bodyPr>
            <a:lstStyle/>
            <a:p>
              <a:pPr algn="ctr"/>
              <a:endParaRPr lang="ko-KR" altLang="en-US">
                <a:ln>
                  <a:solidFill>
                    <a:srgbClr val="02A1B2">
                      <a:alpha val="0"/>
                    </a:srgbClr>
                  </a:solidFill>
                </a:ln>
              </a:endParaRPr>
            </a:p>
          </p:txBody>
        </p:sp>
      </p:grp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9F607F57-5694-45B8-81BA-6980ED104821}"/>
              </a:ext>
            </a:extLst>
          </p:cNvPr>
          <p:cNvSpPr/>
          <p:nvPr/>
        </p:nvSpPr>
        <p:spPr>
          <a:xfrm>
            <a:off x="5206867" y="1065770"/>
            <a:ext cx="1209800" cy="17763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36000" rIns="72000" bIns="18000" rtlCol="0" anchor="ctr">
            <a:spAutoFit/>
          </a:bodyPr>
          <a:lstStyle/>
          <a:p>
            <a:pPr algn="r"/>
            <a:r>
              <a: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요구사항 번호</a:t>
            </a:r>
            <a:r>
              <a:rPr lang="en-US" altLang="ko-KR" sz="8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: </a:t>
            </a:r>
            <a:r>
              <a:rPr lang="en-US" altLang="ko-KR" sz="800">
                <a:solidFill>
                  <a:srgbClr val="0070C0"/>
                </a:solidFill>
                <a:latin typeface="+mj-ea"/>
                <a:ea typeface="+mj-ea"/>
              </a:rPr>
              <a:t>ABC-001</a:t>
            </a:r>
            <a:endParaRPr lang="ko-KR" altLang="en-US" sz="800" dirty="0">
              <a:solidFill>
                <a:srgbClr val="0070C0"/>
              </a:solidFill>
              <a:latin typeface="+mj-ea"/>
              <a:ea typeface="+mj-ea"/>
            </a:endParaRPr>
          </a:p>
        </p:txBody>
      </p:sp>
      <p:sp>
        <p:nvSpPr>
          <p:cNvPr id="78" name="AutoShape 165">
            <a:extLst>
              <a:ext uri="{FF2B5EF4-FFF2-40B4-BE49-F238E27FC236}">
                <a16:creationId xmlns:a16="http://schemas.microsoft.com/office/drawing/2014/main" id="{E0E9FF56-08F0-49F1-AF3D-8CBAAB2383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668" y="1568624"/>
            <a:ext cx="5976000" cy="647237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3175" algn="ctr">
            <a:solidFill>
              <a:schemeClr val="bg1">
                <a:lumMod val="95000"/>
              </a:schemeClr>
            </a:solidFill>
            <a:round/>
            <a:headEnd/>
            <a:tailEnd/>
          </a:ln>
          <a:effectLst/>
        </p:spPr>
        <p:txBody>
          <a:bodyPr wrap="square" lIns="144000" tIns="36000" rIns="72000" bIns="36000" anchor="ctr"/>
          <a:lstStyle/>
          <a:p>
            <a:pPr marL="85725" lvl="0" indent="-85725" defTabSz="914400" fontAlgn="ctr">
              <a:lnSpc>
                <a:spcPct val="110000"/>
              </a:lnSpc>
              <a:spcAft>
                <a:spcPts val="300"/>
              </a:spcAft>
              <a:buFont typeface="Arial" pitchFamily="34" charset="0"/>
              <a:buChar char="•"/>
              <a:defRPr/>
            </a:pPr>
            <a:r>
              <a:rPr kumimoji="1" lang="ko-KR" altLang="en-US" sz="1000" ker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효율적 관리업무</a:t>
            </a:r>
            <a:r>
              <a:rPr kumimoji="1" lang="en-US" altLang="ko-KR" sz="1000" ker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, </a:t>
            </a:r>
            <a:r>
              <a:rPr kumimoji="1" lang="ko-KR" altLang="en-US" sz="1000" ker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편리한 홈페이지 활용 및 안정적 서비스 제공을 통한 </a:t>
            </a:r>
            <a:r>
              <a:rPr kumimoji="1" lang="ko-KR" altLang="en-US" sz="1000" ker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사용자에게는 편의성</a:t>
            </a:r>
            <a:r>
              <a:rPr kumimoji="1" lang="ko-KR" altLang="en-US" sz="1000" ker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을 제공하고</a:t>
            </a:r>
            <a:r>
              <a:rPr kumimoji="1" lang="en-US" altLang="ko-KR" sz="1000" ker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, </a:t>
            </a:r>
            <a:r>
              <a:rPr kumimoji="1" lang="ko-KR" altLang="en-US" sz="1000" ker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운영자에게는 효율성</a:t>
            </a:r>
            <a:r>
              <a:rPr kumimoji="1" lang="ko-KR" altLang="en-US" sz="1000" ker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을 제공</a:t>
            </a:r>
          </a:p>
        </p:txBody>
      </p:sp>
      <p:sp>
        <p:nvSpPr>
          <p:cNvPr id="11" name="제목 10">
            <a:extLst>
              <a:ext uri="{FF2B5EF4-FFF2-40B4-BE49-F238E27FC236}">
                <a16:creationId xmlns:a16="http://schemas.microsoft.com/office/drawing/2014/main" id="{334653A6-D86F-4FAB-BB32-420ECDBB93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676" y="1064568"/>
            <a:ext cx="1203906" cy="199285"/>
          </a:xfrm>
        </p:spPr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목적 및 배경</a:t>
            </a:r>
          </a:p>
        </p:txBody>
      </p:sp>
      <p:grpSp>
        <p:nvGrpSpPr>
          <p:cNvPr id="87" name="그룹 86">
            <a:extLst>
              <a:ext uri="{FF2B5EF4-FFF2-40B4-BE49-F238E27FC236}">
                <a16:creationId xmlns:a16="http://schemas.microsoft.com/office/drawing/2014/main" id="{A8B4627E-0711-41A4-A1A1-057786F44EC0}"/>
              </a:ext>
            </a:extLst>
          </p:cNvPr>
          <p:cNvGrpSpPr/>
          <p:nvPr/>
        </p:nvGrpSpPr>
        <p:grpSpPr>
          <a:xfrm>
            <a:off x="440668" y="2504728"/>
            <a:ext cx="5976000" cy="184666"/>
            <a:chOff x="4503039" y="5804479"/>
            <a:chExt cx="5976000" cy="184666"/>
          </a:xfrm>
        </p:grpSpPr>
        <p:cxnSp>
          <p:nvCxnSpPr>
            <p:cNvPr id="88" name="직선 연결선 87">
              <a:extLst>
                <a:ext uri="{FF2B5EF4-FFF2-40B4-BE49-F238E27FC236}">
                  <a16:creationId xmlns:a16="http://schemas.microsoft.com/office/drawing/2014/main" id="{5C1EFE23-5C1E-496D-95C2-FEFDFF8CED15}"/>
                </a:ext>
              </a:extLst>
            </p:cNvPr>
            <p:cNvCxnSpPr>
              <a:cxnSpLocks/>
            </p:cNvCxnSpPr>
            <p:nvPr/>
          </p:nvCxnSpPr>
          <p:spPr>
            <a:xfrm>
              <a:off x="4503039" y="5948495"/>
              <a:ext cx="5976000" cy="0"/>
            </a:xfrm>
            <a:prstGeom prst="line">
              <a:avLst/>
            </a:prstGeom>
            <a:ln w="12700" cap="flat">
              <a:solidFill>
                <a:srgbClr val="BAC0CE"/>
              </a:solidFill>
              <a:miter lim="800000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A9280D92-26DF-4B77-8ED2-FDBFC7590B44}"/>
                </a:ext>
              </a:extLst>
            </p:cNvPr>
            <p:cNvSpPr txBox="1"/>
            <p:nvPr/>
          </p:nvSpPr>
          <p:spPr>
            <a:xfrm flipH="1">
              <a:off x="4503039" y="5804479"/>
              <a:ext cx="1320925" cy="18466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</p:spPr>
          <p:txBody>
            <a:bodyPr wrap="none" lIns="0" tIns="0" rIns="108000" bIns="0" rtlCol="0" anchor="b">
              <a:spAutoFit/>
            </a:bodyPr>
            <a:lstStyle/>
            <a:p>
              <a:pPr lvl="0" defTabSz="478031">
                <a:defRPr/>
              </a:pPr>
              <a:r>
                <a:rPr lang="ko-KR" altLang="en-US" sz="120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제안의 목적 및 배경</a:t>
              </a:r>
            </a:p>
          </p:txBody>
        </p: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CFDE2F6C-F2BE-4246-9E94-FCD089468C49}"/>
              </a:ext>
            </a:extLst>
          </p:cNvPr>
          <p:cNvGrpSpPr/>
          <p:nvPr/>
        </p:nvGrpSpPr>
        <p:grpSpPr>
          <a:xfrm>
            <a:off x="729000" y="3969034"/>
            <a:ext cx="5400000" cy="551922"/>
            <a:chOff x="729000" y="3969034"/>
            <a:chExt cx="5400000" cy="551922"/>
          </a:xfrm>
        </p:grpSpPr>
        <p:sp>
          <p:nvSpPr>
            <p:cNvPr id="109" name="직사각형 108">
              <a:extLst>
                <a:ext uri="{FF2B5EF4-FFF2-40B4-BE49-F238E27FC236}">
                  <a16:creationId xmlns:a16="http://schemas.microsoft.com/office/drawing/2014/main" id="{4C55C73C-2057-4D79-928E-BB1FA7A25136}"/>
                </a:ext>
              </a:extLst>
            </p:cNvPr>
            <p:cNvSpPr/>
            <p:nvPr/>
          </p:nvSpPr>
          <p:spPr>
            <a:xfrm>
              <a:off x="729000" y="4160956"/>
              <a:ext cx="5400000" cy="360000"/>
            </a:xfrm>
            <a:prstGeom prst="rect">
              <a:avLst/>
            </a:prstGeom>
            <a:solidFill>
              <a:srgbClr val="0E419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lt1"/>
                </a:solidFill>
              </a:endParaRPr>
            </a:p>
          </p:txBody>
        </p:sp>
        <p:sp>
          <p:nvSpPr>
            <p:cNvPr id="110" name="직사각형 109">
              <a:extLst>
                <a:ext uri="{FF2B5EF4-FFF2-40B4-BE49-F238E27FC236}">
                  <a16:creationId xmlns:a16="http://schemas.microsoft.com/office/drawing/2014/main" id="{EC0A40D0-4AD2-4523-AD5B-54034CA84493}"/>
                </a:ext>
              </a:extLst>
            </p:cNvPr>
            <p:cNvSpPr/>
            <p:nvPr/>
          </p:nvSpPr>
          <p:spPr>
            <a:xfrm>
              <a:off x="764704" y="4196916"/>
              <a:ext cx="5328000" cy="324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wrap="none" rtlCol="0" anchor="ctr">
              <a:noAutofit/>
            </a:bodyPr>
            <a:lstStyle/>
            <a:p>
              <a:pPr algn="ctr"/>
              <a:endParaRPr lang="ko-KR" alt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grpSp>
          <p:nvGrpSpPr>
            <p:cNvPr id="64" name="그룹 63">
              <a:extLst>
                <a:ext uri="{FF2B5EF4-FFF2-40B4-BE49-F238E27FC236}">
                  <a16:creationId xmlns:a16="http://schemas.microsoft.com/office/drawing/2014/main" id="{8858E5BA-C324-46C1-BB9B-7BF636689282}"/>
                </a:ext>
              </a:extLst>
            </p:cNvPr>
            <p:cNvGrpSpPr/>
            <p:nvPr/>
          </p:nvGrpSpPr>
          <p:grpSpPr>
            <a:xfrm>
              <a:off x="1253781" y="3969034"/>
              <a:ext cx="4338799" cy="371898"/>
              <a:chOff x="907074" y="6687513"/>
              <a:chExt cx="9052362" cy="397782"/>
            </a:xfrm>
          </p:grpSpPr>
          <p:sp>
            <p:nvSpPr>
              <p:cNvPr id="69" name="사각형: 둥근 모서리 681">
                <a:extLst>
                  <a:ext uri="{FF2B5EF4-FFF2-40B4-BE49-F238E27FC236}">
                    <a16:creationId xmlns:a16="http://schemas.microsoft.com/office/drawing/2014/main" id="{F33FF711-866F-49FD-B2AF-BEA021BADE80}"/>
                  </a:ext>
                </a:extLst>
              </p:cNvPr>
              <p:cNvSpPr/>
              <p:nvPr/>
            </p:nvSpPr>
            <p:spPr>
              <a:xfrm>
                <a:off x="907074" y="6687513"/>
                <a:ext cx="9052362" cy="397782"/>
              </a:xfrm>
              <a:prstGeom prst="roundRect">
                <a:avLst>
                  <a:gd name="adj" fmla="val 50000"/>
                </a:avLst>
              </a:prstGeom>
              <a:solidFill>
                <a:srgbClr val="0E4194">
                  <a:alpha val="20000"/>
                </a:srgbClr>
              </a:solidFill>
              <a:ln w="222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800">
                  <a:latin typeface="+mj-ea"/>
                  <a:ea typeface="+mj-ea"/>
                </a:endParaRPr>
              </a:p>
            </p:txBody>
          </p:sp>
          <p:sp>
            <p:nvSpPr>
              <p:cNvPr id="70" name="사각형: 둥근 모서리 682">
                <a:extLst>
                  <a:ext uri="{FF2B5EF4-FFF2-40B4-BE49-F238E27FC236}">
                    <a16:creationId xmlns:a16="http://schemas.microsoft.com/office/drawing/2014/main" id="{744A061D-9FAC-4F0A-B1ED-40B6FE44CF42}"/>
                  </a:ext>
                </a:extLst>
              </p:cNvPr>
              <p:cNvSpPr/>
              <p:nvPr/>
            </p:nvSpPr>
            <p:spPr>
              <a:xfrm>
                <a:off x="1066195" y="6687513"/>
                <a:ext cx="8735563" cy="397782"/>
              </a:xfrm>
              <a:prstGeom prst="roundRect">
                <a:avLst>
                  <a:gd name="adj" fmla="val 50000"/>
                </a:avLst>
              </a:prstGeom>
              <a:solidFill>
                <a:srgbClr val="0E4194">
                  <a:alpha val="50000"/>
                </a:srgbClr>
              </a:solidFill>
              <a:ln w="222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800">
                  <a:latin typeface="+mj-ea"/>
                  <a:ea typeface="+mj-ea"/>
                </a:endParaRPr>
              </a:p>
            </p:txBody>
          </p:sp>
          <p:grpSp>
            <p:nvGrpSpPr>
              <p:cNvPr id="71" name="그룹 70">
                <a:extLst>
                  <a:ext uri="{FF2B5EF4-FFF2-40B4-BE49-F238E27FC236}">
                    <a16:creationId xmlns:a16="http://schemas.microsoft.com/office/drawing/2014/main" id="{EF7B673D-BDF4-4A03-B95F-9CA53393A815}"/>
                  </a:ext>
                </a:extLst>
              </p:cNvPr>
              <p:cNvGrpSpPr/>
              <p:nvPr/>
            </p:nvGrpSpPr>
            <p:grpSpPr>
              <a:xfrm>
                <a:off x="1202179" y="6687513"/>
                <a:ext cx="8464826" cy="397782"/>
                <a:chOff x="6850229" y="4294948"/>
                <a:chExt cx="3865891" cy="293985"/>
              </a:xfrm>
            </p:grpSpPr>
            <p:sp>
              <p:nvSpPr>
                <p:cNvPr id="72" name="사각형: 둥근 모서리 693">
                  <a:extLst>
                    <a:ext uri="{FF2B5EF4-FFF2-40B4-BE49-F238E27FC236}">
                      <a16:creationId xmlns:a16="http://schemas.microsoft.com/office/drawing/2014/main" id="{1469289D-ED98-4B1B-BD65-E0A17C3B4CF2}"/>
                    </a:ext>
                  </a:extLst>
                </p:cNvPr>
                <p:cNvSpPr/>
                <p:nvPr/>
              </p:nvSpPr>
              <p:spPr>
                <a:xfrm>
                  <a:off x="6850229" y="4294948"/>
                  <a:ext cx="3865891" cy="293985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1D3D7D"/>
                </a:solidFill>
                <a:ln w="2222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vert270" rtlCol="0" anchor="ctr"/>
                <a:lstStyle/>
                <a:p>
                  <a:pPr algn="ctr"/>
                  <a:endParaRPr lang="ko-KR" altLang="en-US" sz="2800">
                    <a:latin typeface="+mj-ea"/>
                    <a:ea typeface="+mj-ea"/>
                  </a:endParaRPr>
                </a:p>
              </p:txBody>
            </p:sp>
            <p:sp>
              <p:nvSpPr>
                <p:cNvPr id="73" name="직사각형 72">
                  <a:extLst>
                    <a:ext uri="{FF2B5EF4-FFF2-40B4-BE49-F238E27FC236}">
                      <a16:creationId xmlns:a16="http://schemas.microsoft.com/office/drawing/2014/main" id="{D42923D1-3E57-46CF-BD6B-ECF9B7542949}"/>
                    </a:ext>
                  </a:extLst>
                </p:cNvPr>
                <p:cNvSpPr/>
                <p:nvPr/>
              </p:nvSpPr>
              <p:spPr>
                <a:xfrm>
                  <a:off x="7480683" y="4374824"/>
                  <a:ext cx="2622579" cy="158143"/>
                </a:xfrm>
                <a:prstGeom prst="rect">
                  <a:avLst/>
                </a:prstGeom>
              </p:spPr>
              <p:txBody>
                <a:bodyPr wrap="none" lIns="0" tIns="0" rIns="0" bIns="0" anchor="ctr" anchorCtr="0">
                  <a:spAutoFit/>
                  <a:scene3d>
                    <a:camera prst="orthographicFront"/>
                    <a:lightRig rig="threePt" dir="t"/>
                  </a:scene3d>
                  <a:sp3d/>
                </a:bodyPr>
                <a:lstStyle/>
                <a:p>
                  <a:pPr algn="ctr" defTabSz="1043250"/>
                  <a:r>
                    <a:rPr lang="ko-KR" altLang="en-US" sz="1300" spc="-80">
                      <a:ln>
                        <a:solidFill>
                          <a:srgbClr val="4472C4">
                            <a:alpha val="0"/>
                          </a:srgbClr>
                        </a:solidFill>
                      </a:ln>
                      <a:solidFill>
                        <a:srgbClr val="FFFFFF"/>
                      </a:solidFill>
                      <a:latin typeface="+mn-ea"/>
                    </a:rPr>
                    <a:t>제안의 핵심 목표에 해당되는</a:t>
                  </a:r>
                  <a:r>
                    <a:rPr lang="ko-KR" altLang="en-US" sz="1300" spc="-80">
                      <a:ln>
                        <a:solidFill>
                          <a:srgbClr val="4472C4">
                            <a:alpha val="0"/>
                          </a:srgbClr>
                        </a:solidFill>
                      </a:ln>
                      <a:solidFill>
                        <a:srgbClr val="FDEB7F"/>
                      </a:solidFill>
                      <a:latin typeface="+mj-ea"/>
                      <a:ea typeface="+mj-ea"/>
                    </a:rPr>
                    <a:t> </a:t>
                  </a:r>
                  <a:r>
                    <a:rPr lang="en-US" altLang="ko-KR" sz="1300" spc="-80">
                      <a:ln>
                        <a:solidFill>
                          <a:srgbClr val="4472C4">
                            <a:alpha val="0"/>
                          </a:srgbClr>
                        </a:solidFill>
                      </a:ln>
                      <a:solidFill>
                        <a:srgbClr val="FDEB7F"/>
                      </a:solidFill>
                      <a:latin typeface="+mj-ea"/>
                      <a:ea typeface="+mj-ea"/>
                    </a:rPr>
                    <a:t>3</a:t>
                  </a:r>
                  <a:r>
                    <a:rPr lang="ko-KR" altLang="en-US" sz="1300" spc="-80">
                      <a:ln>
                        <a:solidFill>
                          <a:srgbClr val="4472C4">
                            <a:alpha val="0"/>
                          </a:srgbClr>
                        </a:solidFill>
                      </a:ln>
                      <a:solidFill>
                        <a:srgbClr val="FDEB7F"/>
                      </a:solidFill>
                      <a:latin typeface="+mj-ea"/>
                      <a:ea typeface="+mj-ea"/>
                    </a:rPr>
                    <a:t>가지 주요 과업</a:t>
                  </a:r>
                  <a:endParaRPr lang="ko-KR" altLang="en-US" sz="1300" spc="-80" dirty="0">
                    <a:ln>
                      <a:solidFill>
                        <a:srgbClr val="4472C4">
                          <a:alpha val="0"/>
                        </a:srgbClr>
                      </a:solidFill>
                    </a:ln>
                    <a:solidFill>
                      <a:srgbClr val="FDEB7F"/>
                    </a:solidFill>
                    <a:latin typeface="+mj-ea"/>
                    <a:ea typeface="+mj-ea"/>
                  </a:endParaRPr>
                </a:p>
              </p:txBody>
            </p:sp>
          </p:grpSp>
        </p:grp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FB4DA787-C154-4B4F-A89E-64CB84890225}"/>
              </a:ext>
            </a:extLst>
          </p:cNvPr>
          <p:cNvGrpSpPr/>
          <p:nvPr/>
        </p:nvGrpSpPr>
        <p:grpSpPr>
          <a:xfrm>
            <a:off x="438810" y="4538926"/>
            <a:ext cx="5978416" cy="2718330"/>
            <a:chOff x="438810" y="4538926"/>
            <a:chExt cx="5978416" cy="2718330"/>
          </a:xfrm>
        </p:grpSpPr>
        <p:sp>
          <p:nvSpPr>
            <p:cNvPr id="168" name="양쪽 모서리가 둥근 사각형 167"/>
            <p:cNvSpPr/>
            <p:nvPr/>
          </p:nvSpPr>
          <p:spPr bwMode="auto">
            <a:xfrm flipH="1">
              <a:off x="438810" y="4538926"/>
              <a:ext cx="1908000" cy="2700000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rgbClr val="F7F7F7"/>
            </a:solidFill>
            <a:ln w="6350" cap="flat" cmpd="sng" algn="ctr">
              <a:noFill/>
              <a:prstDash val="solid"/>
            </a:ln>
            <a:effectLst/>
          </p:spPr>
          <p:txBody>
            <a:bodyPr lIns="72000" tIns="1224000" rIns="72000" bIns="0"/>
            <a:lstStyle/>
            <a:p>
              <a:pPr marL="108000" indent="-10800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endPara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endParaRPr>
            </a:p>
          </p:txBody>
        </p:sp>
        <p:sp>
          <p:nvSpPr>
            <p:cNvPr id="169" name="양쪽 모서리가 둥근 사각형 168"/>
            <p:cNvSpPr/>
            <p:nvPr/>
          </p:nvSpPr>
          <p:spPr bwMode="auto">
            <a:xfrm flipH="1">
              <a:off x="525538" y="5314814"/>
              <a:ext cx="1734545" cy="288000"/>
            </a:xfrm>
            <a:prstGeom prst="rect">
              <a:avLst/>
            </a:prstGeom>
            <a:solidFill>
              <a:srgbClr val="2D7CBD"/>
            </a:solidFill>
            <a:ln w="6350" algn="ctr">
              <a:noFill/>
              <a:miter lim="800000"/>
              <a:headEnd/>
              <a:tailEnd/>
            </a:ln>
          </p:spPr>
          <p:txBody>
            <a:bodyPr wrap="square" lIns="36000" tIns="36000" rIns="36000" bIns="36000" anchor="ctr" anchorCtr="0">
              <a:noAutofit/>
            </a:bodyPr>
            <a:lstStyle/>
            <a:p>
              <a:pPr marL="0" lvl="1" algn="ctr">
                <a:spcBef>
                  <a:spcPts val="600"/>
                </a:spcBef>
              </a:pPr>
              <a:r>
                <a:rPr lang="ko-KR" altLang="en-US" sz="1200">
                  <a:solidFill>
                    <a:schemeClr val="bg1"/>
                  </a:solidFill>
                  <a:latin typeface="+mj-ea"/>
                  <a:ea typeface="+mj-ea"/>
                </a:rPr>
                <a:t>홈페이지 통폐합</a:t>
              </a:r>
            </a:p>
          </p:txBody>
        </p:sp>
        <p:sp>
          <p:nvSpPr>
            <p:cNvPr id="171" name="양쪽 모서리가 둥근 사각형 170"/>
            <p:cNvSpPr/>
            <p:nvPr/>
          </p:nvSpPr>
          <p:spPr bwMode="auto">
            <a:xfrm flipH="1">
              <a:off x="4509226" y="4538926"/>
              <a:ext cx="1908000" cy="2700000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rgbClr val="F7F7F7"/>
            </a:solidFill>
            <a:ln w="6350" cap="flat" cmpd="sng" algn="ctr">
              <a:noFill/>
              <a:prstDash val="solid"/>
            </a:ln>
            <a:effectLst/>
          </p:spPr>
          <p:txBody>
            <a:bodyPr lIns="72000" tIns="1224000" rIns="72000" bIns="0"/>
            <a:lstStyle/>
            <a:p>
              <a:pPr marL="108000" indent="-10800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endPara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endParaRPr>
            </a:p>
          </p:txBody>
        </p:sp>
        <p:sp>
          <p:nvSpPr>
            <p:cNvPr id="174" name="양쪽 모서리가 둥근 사각형 173"/>
            <p:cNvSpPr/>
            <p:nvPr/>
          </p:nvSpPr>
          <p:spPr bwMode="auto">
            <a:xfrm flipH="1">
              <a:off x="4595954" y="5314814"/>
              <a:ext cx="1734545" cy="288000"/>
            </a:xfrm>
            <a:prstGeom prst="rect">
              <a:avLst/>
            </a:prstGeom>
            <a:solidFill>
              <a:srgbClr val="2F5597"/>
            </a:solidFill>
            <a:ln w="6350" algn="ctr">
              <a:noFill/>
              <a:miter lim="800000"/>
              <a:headEnd/>
              <a:tailEnd/>
            </a:ln>
          </p:spPr>
          <p:txBody>
            <a:bodyPr wrap="square" lIns="36000" tIns="36000" rIns="36000" bIns="36000" anchor="ctr" anchorCtr="0">
              <a:noAutofit/>
            </a:bodyPr>
            <a:lstStyle/>
            <a:p>
              <a:pPr marL="0" lvl="1" algn="ctr">
                <a:spcBef>
                  <a:spcPts val="600"/>
                </a:spcBef>
              </a:pPr>
              <a:r>
                <a:rPr lang="ko-KR" altLang="en-US" sz="1200">
                  <a:solidFill>
                    <a:schemeClr val="bg1"/>
                  </a:solidFill>
                  <a:latin typeface="+mj-ea"/>
                  <a:ea typeface="+mj-ea"/>
                </a:rPr>
                <a:t>내부 시스템 고도화</a:t>
              </a:r>
            </a:p>
          </p:txBody>
        </p:sp>
        <p:sp>
          <p:nvSpPr>
            <p:cNvPr id="170" name="양쪽 모서리가 둥근 사각형 169"/>
            <p:cNvSpPr/>
            <p:nvPr/>
          </p:nvSpPr>
          <p:spPr bwMode="auto">
            <a:xfrm flipH="1">
              <a:off x="2475000" y="4538926"/>
              <a:ext cx="1908000" cy="2700000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rgbClr val="F7F7F7"/>
            </a:solidFill>
            <a:ln w="6350" cap="flat" cmpd="sng" algn="ctr">
              <a:noFill/>
              <a:prstDash val="solid"/>
            </a:ln>
            <a:effectLst/>
          </p:spPr>
          <p:txBody>
            <a:bodyPr lIns="72000" tIns="1224000" rIns="72000" bIns="0"/>
            <a:lstStyle/>
            <a:p>
              <a:pPr marL="108000" indent="-10800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endPara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endParaRPr>
            </a:p>
          </p:txBody>
        </p:sp>
        <p:sp>
          <p:nvSpPr>
            <p:cNvPr id="173" name="양쪽 모서리가 둥근 사각형 172"/>
            <p:cNvSpPr/>
            <p:nvPr/>
          </p:nvSpPr>
          <p:spPr bwMode="auto">
            <a:xfrm flipH="1">
              <a:off x="2561728" y="5314814"/>
              <a:ext cx="1734545" cy="288000"/>
            </a:xfrm>
            <a:prstGeom prst="rect">
              <a:avLst/>
            </a:prstGeom>
            <a:solidFill>
              <a:srgbClr val="0B57A2"/>
            </a:solidFill>
            <a:ln w="6350" algn="ctr">
              <a:noFill/>
              <a:miter lim="800000"/>
              <a:headEnd/>
              <a:tailEnd/>
            </a:ln>
          </p:spPr>
          <p:txBody>
            <a:bodyPr wrap="square" lIns="36000" tIns="36000" rIns="36000" bIns="36000" anchor="ctr" anchorCtr="0">
              <a:noAutofit/>
            </a:bodyPr>
            <a:lstStyle/>
            <a:p>
              <a:pPr marL="0" lvl="1" algn="ctr">
                <a:spcBef>
                  <a:spcPts val="600"/>
                </a:spcBef>
              </a:pPr>
              <a:r>
                <a:rPr lang="ko-KR" altLang="en-US" sz="1200">
                  <a:solidFill>
                    <a:schemeClr val="bg1"/>
                  </a:solidFill>
                  <a:latin typeface="+mj-ea"/>
                  <a:ea typeface="+mj-ea"/>
                </a:rPr>
                <a:t>소통 및 편의기능 구축</a:t>
              </a:r>
            </a:p>
          </p:txBody>
        </p:sp>
        <p:sp>
          <p:nvSpPr>
            <p:cNvPr id="114" name="Freeform 179">
              <a:extLst>
                <a:ext uri="{FF2B5EF4-FFF2-40B4-BE49-F238E27FC236}">
                  <a16:creationId xmlns:a16="http://schemas.microsoft.com/office/drawing/2014/main" id="{EADB94F2-3B12-4787-AFA1-587A9EEE013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18887" y="4702655"/>
              <a:ext cx="547847" cy="392560"/>
            </a:xfrm>
            <a:custGeom>
              <a:avLst/>
              <a:gdLst>
                <a:gd name="T0" fmla="*/ 115 w 197"/>
                <a:gd name="T1" fmla="*/ 132 h 147"/>
                <a:gd name="T2" fmla="*/ 115 w 197"/>
                <a:gd name="T3" fmla="*/ 138 h 147"/>
                <a:gd name="T4" fmla="*/ 82 w 197"/>
                <a:gd name="T5" fmla="*/ 138 h 147"/>
                <a:gd name="T6" fmla="*/ 82 w 197"/>
                <a:gd name="T7" fmla="*/ 132 h 147"/>
                <a:gd name="T8" fmla="*/ 0 w 197"/>
                <a:gd name="T9" fmla="*/ 132 h 147"/>
                <a:gd name="T10" fmla="*/ 0 w 197"/>
                <a:gd name="T11" fmla="*/ 143 h 147"/>
                <a:gd name="T12" fmla="*/ 4 w 197"/>
                <a:gd name="T13" fmla="*/ 147 h 147"/>
                <a:gd name="T14" fmla="*/ 193 w 197"/>
                <a:gd name="T15" fmla="*/ 147 h 147"/>
                <a:gd name="T16" fmla="*/ 197 w 197"/>
                <a:gd name="T17" fmla="*/ 143 h 147"/>
                <a:gd name="T18" fmla="*/ 197 w 197"/>
                <a:gd name="T19" fmla="*/ 132 h 147"/>
                <a:gd name="T20" fmla="*/ 115 w 197"/>
                <a:gd name="T21" fmla="*/ 132 h 147"/>
                <a:gd name="T22" fmla="*/ 28 w 197"/>
                <a:gd name="T23" fmla="*/ 121 h 147"/>
                <a:gd name="T24" fmla="*/ 169 w 197"/>
                <a:gd name="T25" fmla="*/ 121 h 147"/>
                <a:gd name="T26" fmla="*/ 182 w 197"/>
                <a:gd name="T27" fmla="*/ 108 h 147"/>
                <a:gd name="T28" fmla="*/ 182 w 197"/>
                <a:gd name="T29" fmla="*/ 13 h 147"/>
                <a:gd name="T30" fmla="*/ 169 w 197"/>
                <a:gd name="T31" fmla="*/ 0 h 147"/>
                <a:gd name="T32" fmla="*/ 28 w 197"/>
                <a:gd name="T33" fmla="*/ 0 h 147"/>
                <a:gd name="T34" fmla="*/ 14 w 197"/>
                <a:gd name="T35" fmla="*/ 13 h 147"/>
                <a:gd name="T36" fmla="*/ 14 w 197"/>
                <a:gd name="T37" fmla="*/ 108 h 147"/>
                <a:gd name="T38" fmla="*/ 28 w 197"/>
                <a:gd name="T39" fmla="*/ 121 h 147"/>
                <a:gd name="T40" fmla="*/ 25 w 197"/>
                <a:gd name="T41" fmla="*/ 13 h 147"/>
                <a:gd name="T42" fmla="*/ 28 w 197"/>
                <a:gd name="T43" fmla="*/ 10 h 147"/>
                <a:gd name="T44" fmla="*/ 169 w 197"/>
                <a:gd name="T45" fmla="*/ 10 h 147"/>
                <a:gd name="T46" fmla="*/ 172 w 197"/>
                <a:gd name="T47" fmla="*/ 13 h 147"/>
                <a:gd name="T48" fmla="*/ 172 w 197"/>
                <a:gd name="T49" fmla="*/ 108 h 147"/>
                <a:gd name="T50" fmla="*/ 169 w 197"/>
                <a:gd name="T51" fmla="*/ 111 h 147"/>
                <a:gd name="T52" fmla="*/ 28 w 197"/>
                <a:gd name="T53" fmla="*/ 111 h 147"/>
                <a:gd name="T54" fmla="*/ 25 w 197"/>
                <a:gd name="T55" fmla="*/ 108 h 147"/>
                <a:gd name="T56" fmla="*/ 25 w 197"/>
                <a:gd name="T57" fmla="*/ 1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97" h="147">
                  <a:moveTo>
                    <a:pt x="115" y="132"/>
                  </a:moveTo>
                  <a:cubicBezTo>
                    <a:pt x="115" y="138"/>
                    <a:pt x="115" y="138"/>
                    <a:pt x="115" y="138"/>
                  </a:cubicBezTo>
                  <a:cubicBezTo>
                    <a:pt x="82" y="138"/>
                    <a:pt x="82" y="138"/>
                    <a:pt x="82" y="138"/>
                  </a:cubicBezTo>
                  <a:cubicBezTo>
                    <a:pt x="82" y="132"/>
                    <a:pt x="82" y="132"/>
                    <a:pt x="82" y="132"/>
                  </a:cubicBezTo>
                  <a:cubicBezTo>
                    <a:pt x="0" y="132"/>
                    <a:pt x="0" y="132"/>
                    <a:pt x="0" y="132"/>
                  </a:cubicBezTo>
                  <a:cubicBezTo>
                    <a:pt x="0" y="143"/>
                    <a:pt x="0" y="143"/>
                    <a:pt x="0" y="143"/>
                  </a:cubicBezTo>
                  <a:cubicBezTo>
                    <a:pt x="0" y="145"/>
                    <a:pt x="2" y="147"/>
                    <a:pt x="4" y="147"/>
                  </a:cubicBezTo>
                  <a:cubicBezTo>
                    <a:pt x="193" y="147"/>
                    <a:pt x="193" y="147"/>
                    <a:pt x="193" y="147"/>
                  </a:cubicBezTo>
                  <a:cubicBezTo>
                    <a:pt x="195" y="147"/>
                    <a:pt x="197" y="145"/>
                    <a:pt x="197" y="143"/>
                  </a:cubicBezTo>
                  <a:cubicBezTo>
                    <a:pt x="197" y="132"/>
                    <a:pt x="197" y="132"/>
                    <a:pt x="197" y="132"/>
                  </a:cubicBezTo>
                  <a:lnTo>
                    <a:pt x="115" y="132"/>
                  </a:lnTo>
                  <a:close/>
                  <a:moveTo>
                    <a:pt x="28" y="121"/>
                  </a:moveTo>
                  <a:cubicBezTo>
                    <a:pt x="169" y="121"/>
                    <a:pt x="169" y="121"/>
                    <a:pt x="169" y="121"/>
                  </a:cubicBezTo>
                  <a:cubicBezTo>
                    <a:pt x="176" y="121"/>
                    <a:pt x="182" y="115"/>
                    <a:pt x="182" y="108"/>
                  </a:cubicBezTo>
                  <a:cubicBezTo>
                    <a:pt x="182" y="13"/>
                    <a:pt x="182" y="13"/>
                    <a:pt x="182" y="13"/>
                  </a:cubicBezTo>
                  <a:cubicBezTo>
                    <a:pt x="182" y="6"/>
                    <a:pt x="176" y="0"/>
                    <a:pt x="169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0" y="0"/>
                    <a:pt x="14" y="6"/>
                    <a:pt x="14" y="13"/>
                  </a:cubicBezTo>
                  <a:cubicBezTo>
                    <a:pt x="14" y="108"/>
                    <a:pt x="14" y="108"/>
                    <a:pt x="14" y="108"/>
                  </a:cubicBezTo>
                  <a:cubicBezTo>
                    <a:pt x="14" y="115"/>
                    <a:pt x="20" y="121"/>
                    <a:pt x="28" y="121"/>
                  </a:cubicBezTo>
                  <a:close/>
                  <a:moveTo>
                    <a:pt x="25" y="13"/>
                  </a:moveTo>
                  <a:cubicBezTo>
                    <a:pt x="25" y="11"/>
                    <a:pt x="26" y="10"/>
                    <a:pt x="28" y="10"/>
                  </a:cubicBezTo>
                  <a:cubicBezTo>
                    <a:pt x="169" y="10"/>
                    <a:pt x="169" y="10"/>
                    <a:pt x="169" y="10"/>
                  </a:cubicBezTo>
                  <a:cubicBezTo>
                    <a:pt x="171" y="10"/>
                    <a:pt x="172" y="11"/>
                    <a:pt x="172" y="13"/>
                  </a:cubicBezTo>
                  <a:cubicBezTo>
                    <a:pt x="172" y="108"/>
                    <a:pt x="172" y="108"/>
                    <a:pt x="172" y="108"/>
                  </a:cubicBezTo>
                  <a:cubicBezTo>
                    <a:pt x="172" y="109"/>
                    <a:pt x="171" y="111"/>
                    <a:pt x="169" y="111"/>
                  </a:cubicBezTo>
                  <a:cubicBezTo>
                    <a:pt x="28" y="111"/>
                    <a:pt x="28" y="111"/>
                    <a:pt x="28" y="111"/>
                  </a:cubicBezTo>
                  <a:cubicBezTo>
                    <a:pt x="26" y="111"/>
                    <a:pt x="25" y="109"/>
                    <a:pt x="25" y="108"/>
                  </a:cubicBezTo>
                  <a:lnTo>
                    <a:pt x="25" y="13"/>
                  </a:lnTo>
                  <a:close/>
                </a:path>
              </a:pathLst>
            </a:custGeom>
            <a:solidFill>
              <a:srgbClr val="44546A"/>
            </a:solidFill>
            <a:ln w="6350" algn="ctr">
              <a:noFill/>
              <a:miter lim="800000"/>
              <a:headEnd/>
              <a:tailEnd/>
            </a:ln>
          </p:spPr>
          <p:txBody>
            <a:bodyPr wrap="square" lIns="36000" tIns="36000" rIns="36000" bIns="36000" anchor="ctr" anchorCtr="0">
              <a:noAutofit/>
            </a:bodyPr>
            <a:lstStyle/>
            <a:p>
              <a:endParaRPr lang="ko-KR" altLang="en-US"/>
            </a:p>
          </p:txBody>
        </p:sp>
        <p:grpSp>
          <p:nvGrpSpPr>
            <p:cNvPr id="118" name="그룹 117">
              <a:extLst>
                <a:ext uri="{FF2B5EF4-FFF2-40B4-BE49-F238E27FC236}">
                  <a16:creationId xmlns:a16="http://schemas.microsoft.com/office/drawing/2014/main" id="{F3CB9A70-019C-4450-B5A5-71BE7EA80EA9}"/>
                </a:ext>
              </a:extLst>
            </p:cNvPr>
            <p:cNvGrpSpPr/>
            <p:nvPr/>
          </p:nvGrpSpPr>
          <p:grpSpPr>
            <a:xfrm>
              <a:off x="5223646" y="4659355"/>
              <a:ext cx="479160" cy="479160"/>
              <a:chOff x="2614477" y="5982435"/>
              <a:chExt cx="366395" cy="366395"/>
            </a:xfrm>
          </p:grpSpPr>
          <p:sp>
            <p:nvSpPr>
              <p:cNvPr id="119" name="Freeform 161">
                <a:extLst>
                  <a:ext uri="{FF2B5EF4-FFF2-40B4-BE49-F238E27FC236}">
                    <a16:creationId xmlns:a16="http://schemas.microsoft.com/office/drawing/2014/main" id="{11D4175C-7A1B-4D0A-95CE-F912AD4A153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614477" y="5982435"/>
                <a:ext cx="366395" cy="366395"/>
              </a:xfrm>
              <a:custGeom>
                <a:avLst/>
                <a:gdLst>
                  <a:gd name="T0" fmla="*/ 204 w 469"/>
                  <a:gd name="T1" fmla="*/ 469 h 469"/>
                  <a:gd name="T2" fmla="*/ 190 w 469"/>
                  <a:gd name="T3" fmla="*/ 457 h 469"/>
                  <a:gd name="T4" fmla="*/ 148 w 469"/>
                  <a:gd name="T5" fmla="*/ 394 h 469"/>
                  <a:gd name="T6" fmla="*/ 90 w 469"/>
                  <a:gd name="T7" fmla="*/ 422 h 469"/>
                  <a:gd name="T8" fmla="*/ 46 w 469"/>
                  <a:gd name="T9" fmla="*/ 360 h 469"/>
                  <a:gd name="T10" fmla="*/ 60 w 469"/>
                  <a:gd name="T11" fmla="*/ 286 h 469"/>
                  <a:gd name="T12" fmla="*/ 11 w 469"/>
                  <a:gd name="T13" fmla="*/ 278 h 469"/>
                  <a:gd name="T14" fmla="*/ 0 w 469"/>
                  <a:gd name="T15" fmla="*/ 204 h 469"/>
                  <a:gd name="T16" fmla="*/ 12 w 469"/>
                  <a:gd name="T17" fmla="*/ 190 h 469"/>
                  <a:gd name="T18" fmla="*/ 74 w 469"/>
                  <a:gd name="T19" fmla="*/ 148 h 469"/>
                  <a:gd name="T20" fmla="*/ 47 w 469"/>
                  <a:gd name="T21" fmla="*/ 90 h 469"/>
                  <a:gd name="T22" fmla="*/ 108 w 469"/>
                  <a:gd name="T23" fmla="*/ 46 h 469"/>
                  <a:gd name="T24" fmla="*/ 182 w 469"/>
                  <a:gd name="T25" fmla="*/ 60 h 469"/>
                  <a:gd name="T26" fmla="*/ 190 w 469"/>
                  <a:gd name="T27" fmla="*/ 11 h 469"/>
                  <a:gd name="T28" fmla="*/ 265 w 469"/>
                  <a:gd name="T29" fmla="*/ 0 h 469"/>
                  <a:gd name="T30" fmla="*/ 278 w 469"/>
                  <a:gd name="T31" fmla="*/ 12 h 469"/>
                  <a:gd name="T32" fmla="*/ 321 w 469"/>
                  <a:gd name="T33" fmla="*/ 74 h 469"/>
                  <a:gd name="T34" fmla="*/ 379 w 469"/>
                  <a:gd name="T35" fmla="*/ 47 h 469"/>
                  <a:gd name="T36" fmla="*/ 423 w 469"/>
                  <a:gd name="T37" fmla="*/ 108 h 469"/>
                  <a:gd name="T38" fmla="*/ 409 w 469"/>
                  <a:gd name="T39" fmla="*/ 182 h 469"/>
                  <a:gd name="T40" fmla="*/ 457 w 469"/>
                  <a:gd name="T41" fmla="*/ 190 h 469"/>
                  <a:gd name="T42" fmla="*/ 469 w 469"/>
                  <a:gd name="T43" fmla="*/ 265 h 469"/>
                  <a:gd name="T44" fmla="*/ 457 w 469"/>
                  <a:gd name="T45" fmla="*/ 279 h 469"/>
                  <a:gd name="T46" fmla="*/ 394 w 469"/>
                  <a:gd name="T47" fmla="*/ 321 h 469"/>
                  <a:gd name="T48" fmla="*/ 421 w 469"/>
                  <a:gd name="T49" fmla="*/ 379 h 469"/>
                  <a:gd name="T50" fmla="*/ 369 w 469"/>
                  <a:gd name="T51" fmla="*/ 426 h 469"/>
                  <a:gd name="T52" fmla="*/ 360 w 469"/>
                  <a:gd name="T53" fmla="*/ 423 h 469"/>
                  <a:gd name="T54" fmla="*/ 286 w 469"/>
                  <a:gd name="T55" fmla="*/ 409 h 469"/>
                  <a:gd name="T56" fmla="*/ 278 w 469"/>
                  <a:gd name="T57" fmla="*/ 458 h 469"/>
                  <a:gd name="T58" fmla="*/ 216 w 469"/>
                  <a:gd name="T59" fmla="*/ 441 h 469"/>
                  <a:gd name="T60" fmla="*/ 260 w 469"/>
                  <a:gd name="T61" fmla="*/ 396 h 469"/>
                  <a:gd name="T62" fmla="*/ 269 w 469"/>
                  <a:gd name="T63" fmla="*/ 386 h 469"/>
                  <a:gd name="T64" fmla="*/ 331 w 469"/>
                  <a:gd name="T65" fmla="*/ 367 h 469"/>
                  <a:gd name="T66" fmla="*/ 393 w 469"/>
                  <a:gd name="T67" fmla="*/ 367 h 469"/>
                  <a:gd name="T68" fmla="*/ 366 w 469"/>
                  <a:gd name="T69" fmla="*/ 317 h 469"/>
                  <a:gd name="T70" fmla="*/ 396 w 469"/>
                  <a:gd name="T71" fmla="*/ 260 h 469"/>
                  <a:gd name="T72" fmla="*/ 441 w 469"/>
                  <a:gd name="T73" fmla="*/ 253 h 469"/>
                  <a:gd name="T74" fmla="*/ 396 w 469"/>
                  <a:gd name="T75" fmla="*/ 209 h 469"/>
                  <a:gd name="T76" fmla="*/ 386 w 469"/>
                  <a:gd name="T77" fmla="*/ 200 h 469"/>
                  <a:gd name="T78" fmla="*/ 367 w 469"/>
                  <a:gd name="T79" fmla="*/ 138 h 469"/>
                  <a:gd name="T80" fmla="*/ 367 w 469"/>
                  <a:gd name="T81" fmla="*/ 75 h 469"/>
                  <a:gd name="T82" fmla="*/ 317 w 469"/>
                  <a:gd name="T83" fmla="*/ 103 h 469"/>
                  <a:gd name="T84" fmla="*/ 260 w 469"/>
                  <a:gd name="T85" fmla="*/ 73 h 469"/>
                  <a:gd name="T86" fmla="*/ 253 w 469"/>
                  <a:gd name="T87" fmla="*/ 28 h 469"/>
                  <a:gd name="T88" fmla="*/ 209 w 469"/>
                  <a:gd name="T89" fmla="*/ 72 h 469"/>
                  <a:gd name="T90" fmla="*/ 200 w 469"/>
                  <a:gd name="T91" fmla="*/ 83 h 469"/>
                  <a:gd name="T92" fmla="*/ 138 w 469"/>
                  <a:gd name="T93" fmla="*/ 101 h 469"/>
                  <a:gd name="T94" fmla="*/ 75 w 469"/>
                  <a:gd name="T95" fmla="*/ 101 h 469"/>
                  <a:gd name="T96" fmla="*/ 103 w 469"/>
                  <a:gd name="T97" fmla="*/ 152 h 469"/>
                  <a:gd name="T98" fmla="*/ 73 w 469"/>
                  <a:gd name="T99" fmla="*/ 209 h 469"/>
                  <a:gd name="T100" fmla="*/ 28 w 469"/>
                  <a:gd name="T101" fmla="*/ 216 h 469"/>
                  <a:gd name="T102" fmla="*/ 72 w 469"/>
                  <a:gd name="T103" fmla="*/ 260 h 469"/>
                  <a:gd name="T104" fmla="*/ 83 w 469"/>
                  <a:gd name="T105" fmla="*/ 269 h 469"/>
                  <a:gd name="T106" fmla="*/ 103 w 469"/>
                  <a:gd name="T107" fmla="*/ 317 h 469"/>
                  <a:gd name="T108" fmla="*/ 101 w 469"/>
                  <a:gd name="T109" fmla="*/ 331 h 469"/>
                  <a:gd name="T110" fmla="*/ 101 w 469"/>
                  <a:gd name="T111" fmla="*/ 393 h 469"/>
                  <a:gd name="T112" fmla="*/ 152 w 469"/>
                  <a:gd name="T113" fmla="*/ 366 h 469"/>
                  <a:gd name="T114" fmla="*/ 200 w 469"/>
                  <a:gd name="T115" fmla="*/ 386 h 469"/>
                  <a:gd name="T116" fmla="*/ 209 w 469"/>
                  <a:gd name="T117" fmla="*/ 396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469" h="469">
                    <a:moveTo>
                      <a:pt x="265" y="469"/>
                    </a:moveTo>
                    <a:cubicBezTo>
                      <a:pt x="204" y="469"/>
                      <a:pt x="204" y="469"/>
                      <a:pt x="204" y="469"/>
                    </a:cubicBezTo>
                    <a:cubicBezTo>
                      <a:pt x="197" y="469"/>
                      <a:pt x="192" y="464"/>
                      <a:pt x="190" y="458"/>
                    </a:cubicBezTo>
                    <a:cubicBezTo>
                      <a:pt x="190" y="457"/>
                      <a:pt x="190" y="457"/>
                      <a:pt x="190" y="457"/>
                    </a:cubicBezTo>
                    <a:cubicBezTo>
                      <a:pt x="182" y="409"/>
                      <a:pt x="182" y="409"/>
                      <a:pt x="182" y="409"/>
                    </a:cubicBezTo>
                    <a:cubicBezTo>
                      <a:pt x="148" y="394"/>
                      <a:pt x="148" y="394"/>
                      <a:pt x="148" y="394"/>
                    </a:cubicBezTo>
                    <a:cubicBezTo>
                      <a:pt x="108" y="423"/>
                      <a:pt x="108" y="423"/>
                      <a:pt x="108" y="423"/>
                    </a:cubicBezTo>
                    <a:cubicBezTo>
                      <a:pt x="103" y="427"/>
                      <a:pt x="95" y="426"/>
                      <a:pt x="90" y="422"/>
                    </a:cubicBezTo>
                    <a:cubicBezTo>
                      <a:pt x="47" y="379"/>
                      <a:pt x="47" y="379"/>
                      <a:pt x="47" y="379"/>
                    </a:cubicBezTo>
                    <a:cubicBezTo>
                      <a:pt x="42" y="374"/>
                      <a:pt x="42" y="366"/>
                      <a:pt x="46" y="360"/>
                    </a:cubicBezTo>
                    <a:cubicBezTo>
                      <a:pt x="74" y="321"/>
                      <a:pt x="74" y="321"/>
                      <a:pt x="74" y="321"/>
                    </a:cubicBezTo>
                    <a:cubicBezTo>
                      <a:pt x="60" y="286"/>
                      <a:pt x="60" y="286"/>
                      <a:pt x="60" y="286"/>
                    </a:cubicBezTo>
                    <a:cubicBezTo>
                      <a:pt x="12" y="279"/>
                      <a:pt x="12" y="279"/>
                      <a:pt x="12" y="279"/>
                    </a:cubicBezTo>
                    <a:cubicBezTo>
                      <a:pt x="12" y="279"/>
                      <a:pt x="11" y="278"/>
                      <a:pt x="11" y="278"/>
                    </a:cubicBezTo>
                    <a:cubicBezTo>
                      <a:pt x="5" y="277"/>
                      <a:pt x="0" y="271"/>
                      <a:pt x="0" y="265"/>
                    </a:cubicBezTo>
                    <a:cubicBezTo>
                      <a:pt x="0" y="204"/>
                      <a:pt x="0" y="204"/>
                      <a:pt x="0" y="204"/>
                    </a:cubicBezTo>
                    <a:cubicBezTo>
                      <a:pt x="0" y="197"/>
                      <a:pt x="5" y="192"/>
                      <a:pt x="11" y="190"/>
                    </a:cubicBezTo>
                    <a:cubicBezTo>
                      <a:pt x="11" y="190"/>
                      <a:pt x="12" y="190"/>
                      <a:pt x="12" y="190"/>
                    </a:cubicBezTo>
                    <a:cubicBezTo>
                      <a:pt x="60" y="182"/>
                      <a:pt x="60" y="182"/>
                      <a:pt x="60" y="182"/>
                    </a:cubicBezTo>
                    <a:cubicBezTo>
                      <a:pt x="74" y="148"/>
                      <a:pt x="74" y="148"/>
                      <a:pt x="74" y="148"/>
                    </a:cubicBezTo>
                    <a:cubicBezTo>
                      <a:pt x="46" y="108"/>
                      <a:pt x="46" y="108"/>
                      <a:pt x="46" y="108"/>
                    </a:cubicBezTo>
                    <a:cubicBezTo>
                      <a:pt x="42" y="103"/>
                      <a:pt x="42" y="95"/>
                      <a:pt x="47" y="90"/>
                    </a:cubicBezTo>
                    <a:cubicBezTo>
                      <a:pt x="90" y="47"/>
                      <a:pt x="90" y="47"/>
                      <a:pt x="90" y="47"/>
                    </a:cubicBezTo>
                    <a:cubicBezTo>
                      <a:pt x="95" y="42"/>
                      <a:pt x="103" y="42"/>
                      <a:pt x="108" y="46"/>
                    </a:cubicBezTo>
                    <a:cubicBezTo>
                      <a:pt x="148" y="74"/>
                      <a:pt x="148" y="74"/>
                      <a:pt x="148" y="74"/>
                    </a:cubicBezTo>
                    <a:cubicBezTo>
                      <a:pt x="182" y="60"/>
                      <a:pt x="182" y="60"/>
                      <a:pt x="182" y="60"/>
                    </a:cubicBezTo>
                    <a:cubicBezTo>
                      <a:pt x="190" y="12"/>
                      <a:pt x="190" y="12"/>
                      <a:pt x="190" y="12"/>
                    </a:cubicBezTo>
                    <a:cubicBezTo>
                      <a:pt x="190" y="12"/>
                      <a:pt x="190" y="11"/>
                      <a:pt x="190" y="11"/>
                    </a:cubicBezTo>
                    <a:cubicBezTo>
                      <a:pt x="192" y="5"/>
                      <a:pt x="197" y="0"/>
                      <a:pt x="204" y="0"/>
                    </a:cubicBezTo>
                    <a:cubicBezTo>
                      <a:pt x="265" y="0"/>
                      <a:pt x="265" y="0"/>
                      <a:pt x="265" y="0"/>
                    </a:cubicBezTo>
                    <a:cubicBezTo>
                      <a:pt x="271" y="0"/>
                      <a:pt x="277" y="5"/>
                      <a:pt x="278" y="11"/>
                    </a:cubicBezTo>
                    <a:cubicBezTo>
                      <a:pt x="278" y="11"/>
                      <a:pt x="278" y="12"/>
                      <a:pt x="278" y="12"/>
                    </a:cubicBezTo>
                    <a:cubicBezTo>
                      <a:pt x="286" y="60"/>
                      <a:pt x="286" y="60"/>
                      <a:pt x="286" y="60"/>
                    </a:cubicBezTo>
                    <a:cubicBezTo>
                      <a:pt x="321" y="74"/>
                      <a:pt x="321" y="74"/>
                      <a:pt x="321" y="74"/>
                    </a:cubicBezTo>
                    <a:cubicBezTo>
                      <a:pt x="361" y="46"/>
                      <a:pt x="361" y="46"/>
                      <a:pt x="361" y="46"/>
                    </a:cubicBezTo>
                    <a:cubicBezTo>
                      <a:pt x="366" y="42"/>
                      <a:pt x="374" y="43"/>
                      <a:pt x="379" y="47"/>
                    </a:cubicBezTo>
                    <a:cubicBezTo>
                      <a:pt x="422" y="90"/>
                      <a:pt x="422" y="90"/>
                      <a:pt x="422" y="90"/>
                    </a:cubicBezTo>
                    <a:cubicBezTo>
                      <a:pt x="426" y="95"/>
                      <a:pt x="427" y="103"/>
                      <a:pt x="423" y="108"/>
                    </a:cubicBezTo>
                    <a:cubicBezTo>
                      <a:pt x="394" y="148"/>
                      <a:pt x="394" y="148"/>
                      <a:pt x="394" y="148"/>
                    </a:cubicBezTo>
                    <a:cubicBezTo>
                      <a:pt x="409" y="182"/>
                      <a:pt x="409" y="182"/>
                      <a:pt x="409" y="182"/>
                    </a:cubicBezTo>
                    <a:cubicBezTo>
                      <a:pt x="457" y="190"/>
                      <a:pt x="457" y="190"/>
                      <a:pt x="457" y="190"/>
                    </a:cubicBezTo>
                    <a:cubicBezTo>
                      <a:pt x="457" y="190"/>
                      <a:pt x="457" y="190"/>
                      <a:pt x="457" y="190"/>
                    </a:cubicBezTo>
                    <a:cubicBezTo>
                      <a:pt x="464" y="192"/>
                      <a:pt x="469" y="197"/>
                      <a:pt x="469" y="204"/>
                    </a:cubicBezTo>
                    <a:cubicBezTo>
                      <a:pt x="469" y="265"/>
                      <a:pt x="469" y="265"/>
                      <a:pt x="469" y="265"/>
                    </a:cubicBezTo>
                    <a:cubicBezTo>
                      <a:pt x="469" y="271"/>
                      <a:pt x="464" y="277"/>
                      <a:pt x="457" y="278"/>
                    </a:cubicBezTo>
                    <a:cubicBezTo>
                      <a:pt x="457" y="278"/>
                      <a:pt x="457" y="279"/>
                      <a:pt x="457" y="279"/>
                    </a:cubicBezTo>
                    <a:cubicBezTo>
                      <a:pt x="409" y="286"/>
                      <a:pt x="409" y="286"/>
                      <a:pt x="409" y="286"/>
                    </a:cubicBezTo>
                    <a:cubicBezTo>
                      <a:pt x="394" y="321"/>
                      <a:pt x="394" y="321"/>
                      <a:pt x="394" y="321"/>
                    </a:cubicBezTo>
                    <a:cubicBezTo>
                      <a:pt x="423" y="361"/>
                      <a:pt x="423" y="361"/>
                      <a:pt x="423" y="361"/>
                    </a:cubicBezTo>
                    <a:cubicBezTo>
                      <a:pt x="427" y="366"/>
                      <a:pt x="426" y="374"/>
                      <a:pt x="421" y="379"/>
                    </a:cubicBezTo>
                    <a:cubicBezTo>
                      <a:pt x="379" y="422"/>
                      <a:pt x="379" y="422"/>
                      <a:pt x="379" y="422"/>
                    </a:cubicBezTo>
                    <a:cubicBezTo>
                      <a:pt x="376" y="424"/>
                      <a:pt x="372" y="426"/>
                      <a:pt x="369" y="426"/>
                    </a:cubicBezTo>
                    <a:cubicBezTo>
                      <a:pt x="369" y="426"/>
                      <a:pt x="369" y="426"/>
                      <a:pt x="369" y="426"/>
                    </a:cubicBezTo>
                    <a:cubicBezTo>
                      <a:pt x="366" y="426"/>
                      <a:pt x="363" y="425"/>
                      <a:pt x="360" y="423"/>
                    </a:cubicBezTo>
                    <a:cubicBezTo>
                      <a:pt x="321" y="394"/>
                      <a:pt x="321" y="394"/>
                      <a:pt x="321" y="394"/>
                    </a:cubicBezTo>
                    <a:cubicBezTo>
                      <a:pt x="286" y="409"/>
                      <a:pt x="286" y="409"/>
                      <a:pt x="286" y="409"/>
                    </a:cubicBezTo>
                    <a:cubicBezTo>
                      <a:pt x="278" y="457"/>
                      <a:pt x="278" y="457"/>
                      <a:pt x="278" y="457"/>
                    </a:cubicBezTo>
                    <a:cubicBezTo>
                      <a:pt x="278" y="457"/>
                      <a:pt x="278" y="457"/>
                      <a:pt x="278" y="458"/>
                    </a:cubicBezTo>
                    <a:cubicBezTo>
                      <a:pt x="277" y="464"/>
                      <a:pt x="271" y="469"/>
                      <a:pt x="265" y="469"/>
                    </a:cubicBezTo>
                    <a:close/>
                    <a:moveTo>
                      <a:pt x="216" y="441"/>
                    </a:moveTo>
                    <a:cubicBezTo>
                      <a:pt x="253" y="441"/>
                      <a:pt x="253" y="441"/>
                      <a:pt x="253" y="441"/>
                    </a:cubicBezTo>
                    <a:cubicBezTo>
                      <a:pt x="260" y="396"/>
                      <a:pt x="260" y="396"/>
                      <a:pt x="260" y="396"/>
                    </a:cubicBezTo>
                    <a:cubicBezTo>
                      <a:pt x="260" y="396"/>
                      <a:pt x="260" y="396"/>
                      <a:pt x="260" y="396"/>
                    </a:cubicBezTo>
                    <a:cubicBezTo>
                      <a:pt x="261" y="391"/>
                      <a:pt x="264" y="387"/>
                      <a:pt x="269" y="386"/>
                    </a:cubicBezTo>
                    <a:cubicBezTo>
                      <a:pt x="317" y="366"/>
                      <a:pt x="317" y="366"/>
                      <a:pt x="317" y="366"/>
                    </a:cubicBezTo>
                    <a:cubicBezTo>
                      <a:pt x="322" y="364"/>
                      <a:pt x="327" y="364"/>
                      <a:pt x="331" y="367"/>
                    </a:cubicBezTo>
                    <a:cubicBezTo>
                      <a:pt x="367" y="393"/>
                      <a:pt x="367" y="393"/>
                      <a:pt x="367" y="393"/>
                    </a:cubicBezTo>
                    <a:cubicBezTo>
                      <a:pt x="393" y="367"/>
                      <a:pt x="393" y="367"/>
                      <a:pt x="393" y="367"/>
                    </a:cubicBezTo>
                    <a:cubicBezTo>
                      <a:pt x="367" y="331"/>
                      <a:pt x="367" y="331"/>
                      <a:pt x="367" y="331"/>
                    </a:cubicBezTo>
                    <a:cubicBezTo>
                      <a:pt x="364" y="327"/>
                      <a:pt x="364" y="322"/>
                      <a:pt x="366" y="317"/>
                    </a:cubicBezTo>
                    <a:cubicBezTo>
                      <a:pt x="386" y="269"/>
                      <a:pt x="386" y="269"/>
                      <a:pt x="386" y="269"/>
                    </a:cubicBezTo>
                    <a:cubicBezTo>
                      <a:pt x="387" y="264"/>
                      <a:pt x="391" y="261"/>
                      <a:pt x="396" y="260"/>
                    </a:cubicBezTo>
                    <a:cubicBezTo>
                      <a:pt x="396" y="260"/>
                      <a:pt x="396" y="260"/>
                      <a:pt x="396" y="260"/>
                    </a:cubicBezTo>
                    <a:cubicBezTo>
                      <a:pt x="441" y="253"/>
                      <a:pt x="441" y="253"/>
                      <a:pt x="441" y="253"/>
                    </a:cubicBezTo>
                    <a:cubicBezTo>
                      <a:pt x="441" y="216"/>
                      <a:pt x="441" y="216"/>
                      <a:pt x="441" y="216"/>
                    </a:cubicBezTo>
                    <a:cubicBezTo>
                      <a:pt x="396" y="209"/>
                      <a:pt x="396" y="209"/>
                      <a:pt x="396" y="209"/>
                    </a:cubicBezTo>
                    <a:cubicBezTo>
                      <a:pt x="396" y="209"/>
                      <a:pt x="396" y="209"/>
                      <a:pt x="396" y="209"/>
                    </a:cubicBezTo>
                    <a:cubicBezTo>
                      <a:pt x="391" y="208"/>
                      <a:pt x="387" y="205"/>
                      <a:pt x="386" y="200"/>
                    </a:cubicBezTo>
                    <a:cubicBezTo>
                      <a:pt x="366" y="152"/>
                      <a:pt x="366" y="152"/>
                      <a:pt x="366" y="152"/>
                    </a:cubicBezTo>
                    <a:cubicBezTo>
                      <a:pt x="364" y="147"/>
                      <a:pt x="364" y="142"/>
                      <a:pt x="367" y="138"/>
                    </a:cubicBezTo>
                    <a:cubicBezTo>
                      <a:pt x="393" y="101"/>
                      <a:pt x="393" y="101"/>
                      <a:pt x="393" y="101"/>
                    </a:cubicBezTo>
                    <a:cubicBezTo>
                      <a:pt x="367" y="75"/>
                      <a:pt x="367" y="75"/>
                      <a:pt x="367" y="75"/>
                    </a:cubicBezTo>
                    <a:cubicBezTo>
                      <a:pt x="331" y="102"/>
                      <a:pt x="331" y="102"/>
                      <a:pt x="331" y="102"/>
                    </a:cubicBezTo>
                    <a:cubicBezTo>
                      <a:pt x="327" y="104"/>
                      <a:pt x="322" y="105"/>
                      <a:pt x="317" y="103"/>
                    </a:cubicBezTo>
                    <a:cubicBezTo>
                      <a:pt x="269" y="83"/>
                      <a:pt x="269" y="83"/>
                      <a:pt x="269" y="83"/>
                    </a:cubicBezTo>
                    <a:cubicBezTo>
                      <a:pt x="264" y="81"/>
                      <a:pt x="261" y="77"/>
                      <a:pt x="260" y="73"/>
                    </a:cubicBezTo>
                    <a:cubicBezTo>
                      <a:pt x="260" y="73"/>
                      <a:pt x="260" y="73"/>
                      <a:pt x="260" y="72"/>
                    </a:cubicBezTo>
                    <a:cubicBezTo>
                      <a:pt x="253" y="28"/>
                      <a:pt x="253" y="28"/>
                      <a:pt x="253" y="28"/>
                    </a:cubicBezTo>
                    <a:cubicBezTo>
                      <a:pt x="216" y="28"/>
                      <a:pt x="216" y="28"/>
                      <a:pt x="216" y="28"/>
                    </a:cubicBezTo>
                    <a:cubicBezTo>
                      <a:pt x="209" y="72"/>
                      <a:pt x="209" y="72"/>
                      <a:pt x="209" y="72"/>
                    </a:cubicBezTo>
                    <a:cubicBezTo>
                      <a:pt x="209" y="73"/>
                      <a:pt x="209" y="73"/>
                      <a:pt x="209" y="73"/>
                    </a:cubicBezTo>
                    <a:cubicBezTo>
                      <a:pt x="208" y="77"/>
                      <a:pt x="204" y="81"/>
                      <a:pt x="200" y="83"/>
                    </a:cubicBezTo>
                    <a:cubicBezTo>
                      <a:pt x="152" y="103"/>
                      <a:pt x="152" y="103"/>
                      <a:pt x="152" y="103"/>
                    </a:cubicBezTo>
                    <a:cubicBezTo>
                      <a:pt x="147" y="105"/>
                      <a:pt x="142" y="104"/>
                      <a:pt x="138" y="101"/>
                    </a:cubicBezTo>
                    <a:cubicBezTo>
                      <a:pt x="101" y="75"/>
                      <a:pt x="101" y="75"/>
                      <a:pt x="101" y="75"/>
                    </a:cubicBezTo>
                    <a:cubicBezTo>
                      <a:pt x="75" y="101"/>
                      <a:pt x="75" y="101"/>
                      <a:pt x="75" y="101"/>
                    </a:cubicBezTo>
                    <a:cubicBezTo>
                      <a:pt x="102" y="138"/>
                      <a:pt x="102" y="138"/>
                      <a:pt x="102" y="138"/>
                    </a:cubicBezTo>
                    <a:cubicBezTo>
                      <a:pt x="104" y="142"/>
                      <a:pt x="105" y="147"/>
                      <a:pt x="103" y="152"/>
                    </a:cubicBezTo>
                    <a:cubicBezTo>
                      <a:pt x="83" y="200"/>
                      <a:pt x="83" y="200"/>
                      <a:pt x="83" y="200"/>
                    </a:cubicBezTo>
                    <a:cubicBezTo>
                      <a:pt x="81" y="205"/>
                      <a:pt x="77" y="208"/>
                      <a:pt x="73" y="209"/>
                    </a:cubicBezTo>
                    <a:cubicBezTo>
                      <a:pt x="73" y="209"/>
                      <a:pt x="72" y="209"/>
                      <a:pt x="72" y="209"/>
                    </a:cubicBezTo>
                    <a:cubicBezTo>
                      <a:pt x="28" y="216"/>
                      <a:pt x="28" y="216"/>
                      <a:pt x="28" y="216"/>
                    </a:cubicBezTo>
                    <a:cubicBezTo>
                      <a:pt x="28" y="253"/>
                      <a:pt x="28" y="253"/>
                      <a:pt x="28" y="253"/>
                    </a:cubicBezTo>
                    <a:cubicBezTo>
                      <a:pt x="72" y="260"/>
                      <a:pt x="72" y="260"/>
                      <a:pt x="72" y="260"/>
                    </a:cubicBezTo>
                    <a:cubicBezTo>
                      <a:pt x="72" y="260"/>
                      <a:pt x="73" y="260"/>
                      <a:pt x="73" y="260"/>
                    </a:cubicBezTo>
                    <a:cubicBezTo>
                      <a:pt x="77" y="261"/>
                      <a:pt x="81" y="264"/>
                      <a:pt x="83" y="269"/>
                    </a:cubicBezTo>
                    <a:cubicBezTo>
                      <a:pt x="83" y="269"/>
                      <a:pt x="83" y="269"/>
                      <a:pt x="83" y="269"/>
                    </a:cubicBezTo>
                    <a:cubicBezTo>
                      <a:pt x="103" y="317"/>
                      <a:pt x="103" y="317"/>
                      <a:pt x="103" y="317"/>
                    </a:cubicBezTo>
                    <a:cubicBezTo>
                      <a:pt x="103" y="317"/>
                      <a:pt x="103" y="317"/>
                      <a:pt x="103" y="317"/>
                    </a:cubicBezTo>
                    <a:cubicBezTo>
                      <a:pt x="105" y="322"/>
                      <a:pt x="104" y="327"/>
                      <a:pt x="101" y="331"/>
                    </a:cubicBezTo>
                    <a:cubicBezTo>
                      <a:pt x="75" y="367"/>
                      <a:pt x="75" y="367"/>
                      <a:pt x="75" y="367"/>
                    </a:cubicBezTo>
                    <a:cubicBezTo>
                      <a:pt x="101" y="393"/>
                      <a:pt x="101" y="393"/>
                      <a:pt x="101" y="393"/>
                    </a:cubicBezTo>
                    <a:cubicBezTo>
                      <a:pt x="138" y="367"/>
                      <a:pt x="138" y="367"/>
                      <a:pt x="138" y="367"/>
                    </a:cubicBezTo>
                    <a:cubicBezTo>
                      <a:pt x="142" y="364"/>
                      <a:pt x="147" y="364"/>
                      <a:pt x="152" y="366"/>
                    </a:cubicBezTo>
                    <a:cubicBezTo>
                      <a:pt x="152" y="366"/>
                      <a:pt x="152" y="366"/>
                      <a:pt x="152" y="366"/>
                    </a:cubicBezTo>
                    <a:cubicBezTo>
                      <a:pt x="200" y="386"/>
                      <a:pt x="200" y="386"/>
                      <a:pt x="200" y="386"/>
                    </a:cubicBezTo>
                    <a:cubicBezTo>
                      <a:pt x="204" y="387"/>
                      <a:pt x="208" y="391"/>
                      <a:pt x="209" y="396"/>
                    </a:cubicBezTo>
                    <a:cubicBezTo>
                      <a:pt x="209" y="396"/>
                      <a:pt x="209" y="396"/>
                      <a:pt x="209" y="396"/>
                    </a:cubicBezTo>
                    <a:lnTo>
                      <a:pt x="216" y="441"/>
                    </a:lnTo>
                    <a:close/>
                  </a:path>
                </a:pathLst>
              </a:custGeom>
              <a:solidFill>
                <a:srgbClr val="44546A"/>
              </a:solidFill>
              <a:ln w="6350" algn="ctr">
                <a:noFill/>
                <a:miter lim="800000"/>
                <a:headEnd/>
                <a:tailEnd/>
              </a:ln>
            </p:spPr>
            <p:txBody>
              <a:bodyPr wrap="square" lIns="36000" tIns="36000" rIns="36000" bIns="36000" anchor="ctr" anchorCtr="0">
                <a:noAutofit/>
              </a:bodyPr>
              <a:lstStyle/>
              <a:p>
                <a:endParaRPr lang="ko-KR" altLang="en-US" dirty="0"/>
              </a:p>
            </p:txBody>
          </p:sp>
          <p:sp>
            <p:nvSpPr>
              <p:cNvPr id="120" name="Freeform 162">
                <a:extLst>
                  <a:ext uri="{FF2B5EF4-FFF2-40B4-BE49-F238E27FC236}">
                    <a16:creationId xmlns:a16="http://schemas.microsoft.com/office/drawing/2014/main" id="{403B0CEA-A7BC-4B90-8D8A-1463905C4C3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706576" y="6074534"/>
                <a:ext cx="182196" cy="182196"/>
              </a:xfrm>
              <a:custGeom>
                <a:avLst/>
                <a:gdLst>
                  <a:gd name="T0" fmla="*/ 116 w 233"/>
                  <a:gd name="T1" fmla="*/ 233 h 233"/>
                  <a:gd name="T2" fmla="*/ 0 w 233"/>
                  <a:gd name="T3" fmla="*/ 116 h 233"/>
                  <a:gd name="T4" fmla="*/ 116 w 233"/>
                  <a:gd name="T5" fmla="*/ 0 h 233"/>
                  <a:gd name="T6" fmla="*/ 233 w 233"/>
                  <a:gd name="T7" fmla="*/ 116 h 233"/>
                  <a:gd name="T8" fmla="*/ 116 w 233"/>
                  <a:gd name="T9" fmla="*/ 233 h 233"/>
                  <a:gd name="T10" fmla="*/ 116 w 233"/>
                  <a:gd name="T11" fmla="*/ 28 h 233"/>
                  <a:gd name="T12" fmla="*/ 28 w 233"/>
                  <a:gd name="T13" fmla="*/ 116 h 233"/>
                  <a:gd name="T14" fmla="*/ 116 w 233"/>
                  <a:gd name="T15" fmla="*/ 205 h 233"/>
                  <a:gd name="T16" fmla="*/ 205 w 233"/>
                  <a:gd name="T17" fmla="*/ 116 h 233"/>
                  <a:gd name="T18" fmla="*/ 116 w 233"/>
                  <a:gd name="T19" fmla="*/ 28 h 2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33" h="233">
                    <a:moveTo>
                      <a:pt x="116" y="233"/>
                    </a:moveTo>
                    <a:cubicBezTo>
                      <a:pt x="52" y="233"/>
                      <a:pt x="0" y="180"/>
                      <a:pt x="0" y="116"/>
                    </a:cubicBezTo>
                    <a:cubicBezTo>
                      <a:pt x="0" y="52"/>
                      <a:pt x="52" y="0"/>
                      <a:pt x="116" y="0"/>
                    </a:cubicBezTo>
                    <a:cubicBezTo>
                      <a:pt x="180" y="0"/>
                      <a:pt x="233" y="52"/>
                      <a:pt x="233" y="116"/>
                    </a:cubicBezTo>
                    <a:cubicBezTo>
                      <a:pt x="233" y="180"/>
                      <a:pt x="180" y="233"/>
                      <a:pt x="116" y="233"/>
                    </a:cubicBezTo>
                    <a:close/>
                    <a:moveTo>
                      <a:pt x="116" y="28"/>
                    </a:moveTo>
                    <a:cubicBezTo>
                      <a:pt x="68" y="28"/>
                      <a:pt x="28" y="68"/>
                      <a:pt x="28" y="116"/>
                    </a:cubicBezTo>
                    <a:cubicBezTo>
                      <a:pt x="28" y="165"/>
                      <a:pt x="68" y="205"/>
                      <a:pt x="116" y="205"/>
                    </a:cubicBezTo>
                    <a:cubicBezTo>
                      <a:pt x="165" y="205"/>
                      <a:pt x="205" y="165"/>
                      <a:pt x="205" y="116"/>
                    </a:cubicBezTo>
                    <a:cubicBezTo>
                      <a:pt x="205" y="68"/>
                      <a:pt x="165" y="28"/>
                      <a:pt x="116" y="28"/>
                    </a:cubicBezTo>
                    <a:close/>
                  </a:path>
                </a:pathLst>
              </a:custGeom>
              <a:solidFill>
                <a:srgbClr val="44546A"/>
              </a:solidFill>
              <a:ln w="6350" algn="ctr">
                <a:noFill/>
                <a:miter lim="800000"/>
                <a:headEnd/>
                <a:tailEnd/>
              </a:ln>
            </p:spPr>
            <p:txBody>
              <a:bodyPr wrap="square" lIns="36000" tIns="36000" rIns="36000" bIns="36000" anchor="ctr" anchorCtr="0">
                <a:noAutofit/>
              </a:bodyPr>
              <a:lstStyle/>
              <a:p>
                <a:endParaRPr lang="ko-KR" altLang="en-US" dirty="0"/>
              </a:p>
            </p:txBody>
          </p:sp>
          <p:sp>
            <p:nvSpPr>
              <p:cNvPr id="121" name="타원 120">
                <a:extLst>
                  <a:ext uri="{FF2B5EF4-FFF2-40B4-BE49-F238E27FC236}">
                    <a16:creationId xmlns:a16="http://schemas.microsoft.com/office/drawing/2014/main" id="{D18F3029-8CE4-428A-877C-22484C38BDE7}"/>
                  </a:ext>
                </a:extLst>
              </p:cNvPr>
              <p:cNvSpPr/>
              <p:nvPr/>
            </p:nvSpPr>
            <p:spPr>
              <a:xfrm>
                <a:off x="2760792" y="6128750"/>
                <a:ext cx="73765" cy="73765"/>
              </a:xfrm>
              <a:prstGeom prst="ellipse">
                <a:avLst/>
              </a:prstGeom>
              <a:solidFill>
                <a:srgbClr val="44546A"/>
              </a:solidFill>
              <a:ln w="6350" algn="ctr">
                <a:noFill/>
                <a:miter lim="800000"/>
                <a:headEnd/>
                <a:tailEnd/>
              </a:ln>
            </p:spPr>
            <p:txBody>
              <a:bodyPr wrap="square" lIns="36000" tIns="36000" rIns="36000" bIns="36000" anchor="ctr" anchorCtr="0">
                <a:noAutofit/>
              </a:bodyPr>
              <a:lstStyle/>
              <a:p>
                <a:endParaRPr lang="ko-KR" altLang="en-US"/>
              </a:p>
            </p:txBody>
          </p:sp>
        </p:grpSp>
        <p:sp>
          <p:nvSpPr>
            <p:cNvPr id="122" name="LcShp 28" descr="어두운 상향 대각선">
              <a:extLst>
                <a:ext uri="{FF2B5EF4-FFF2-40B4-BE49-F238E27FC236}">
                  <a16:creationId xmlns:a16="http://schemas.microsoft.com/office/drawing/2014/main" id="{273E9FF5-9106-4EA1-901C-B4D468BB24A1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3214610" y="4707788"/>
              <a:ext cx="428781" cy="382295"/>
            </a:xfrm>
            <a:prstGeom prst="flowChartMagneticTape">
              <a:avLst/>
            </a:prstGeom>
            <a:noFill/>
            <a:ln w="28575">
              <a:solidFill>
                <a:srgbClr val="44546A"/>
              </a:solidFill>
            </a:ln>
          </p:spPr>
          <p:txBody>
            <a:bodyPr wrap="none" anchor="ctr"/>
            <a:lstStyle/>
            <a:p>
              <a:pPr marL="0" marR="0" lvl="5" indent="-180964" algn="ct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3271AA"/>
                </a:buClr>
                <a:buSzPct val="140000"/>
                <a:buFontTx/>
                <a:buNone/>
                <a:tabLst>
                  <a:tab pos="5648325" algn="l"/>
                </a:tabLst>
                <a:defRPr/>
              </a:pPr>
              <a:endParaRPr kumimoji="0" lang="ko-KR" altLang="en-US" sz="1200" b="0" i="0" u="none" strike="noStrike" kern="1200" cap="none" spc="-50" normalizeH="0" baseline="0" noProof="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+mn-cs"/>
              </a:endParaRPr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31B89FA2-D36C-4298-93EB-E6EEFC9322D9}"/>
                </a:ext>
              </a:extLst>
            </p:cNvPr>
            <p:cNvSpPr txBox="1"/>
            <p:nvPr/>
          </p:nvSpPr>
          <p:spPr>
            <a:xfrm>
              <a:off x="525538" y="5601072"/>
              <a:ext cx="1734545" cy="1656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72000" tIns="108000" rIns="72000" bIns="0">
              <a:noAutofit/>
            </a:bodyPr>
            <a:lstStyle/>
            <a:p>
              <a:pPr marL="108000" indent="-10800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사용자 중심의 서비스 및 디자인 재설계</a:t>
              </a:r>
            </a:p>
            <a:p>
              <a:pPr marL="108000" indent="-10800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웹 접근성</a:t>
              </a:r>
              <a:r>
                <a: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, </a:t>
              </a: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호환성</a:t>
              </a:r>
              <a:r>
                <a: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, </a:t>
              </a: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개방성 등의 시스템 품질 확보</a:t>
              </a:r>
            </a:p>
            <a:p>
              <a:pPr marL="108000" indent="-10800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다양한 기기에서 호환성이 확보된 서비스 제공 필요</a:t>
              </a:r>
            </a:p>
            <a:p>
              <a:pPr marL="108000" indent="-10800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통합관리를 활용한 자원 및 시간 절약</a:t>
              </a:r>
            </a:p>
          </p:txBody>
        </p: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698EE8F8-8C8D-439F-BAE7-3D0BA88C2349}"/>
                </a:ext>
              </a:extLst>
            </p:cNvPr>
            <p:cNvSpPr txBox="1"/>
            <p:nvPr/>
          </p:nvSpPr>
          <p:spPr>
            <a:xfrm>
              <a:off x="2561400" y="5601072"/>
              <a:ext cx="1735200" cy="1656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72000" tIns="108000" rIns="72000" bIns="0">
              <a:noAutofit/>
            </a:bodyPr>
            <a:lstStyle>
              <a:defPPr>
                <a:defRPr lang="en-US"/>
              </a:defPPr>
              <a:lvl1pPr marL="108000" indent="-108000">
                <a:spcAft>
                  <a:spcPts val="600"/>
                </a:spcAft>
                <a:buFont typeface="Arial" panose="020B0604020202020204" pitchFamily="34" charset="0"/>
                <a:buChar char="•"/>
                <a:defRPr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World돋움체 Light" panose="00000300000000000000" pitchFamily="2" charset="-127"/>
                  <a:ea typeface="KoPubWorld돋움체 Light" panose="00000300000000000000" pitchFamily="2" charset="-127"/>
                  <a:cs typeface="KoPubWorld돋움체 Light" panose="00000300000000000000" pitchFamily="2" charset="-127"/>
                </a:defRPr>
              </a:lvl1pPr>
            </a:lstStyle>
            <a:p>
              <a:r>
                <a:rPr lang="ko-KR" altLang="en-US" dirty="0"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소통 웹사이트 구축을 통한 대국민 소통강화</a:t>
              </a:r>
            </a:p>
            <a:p>
              <a:r>
                <a:rPr lang="ko-KR" altLang="en-US" dirty="0"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온라인 신청</a:t>
              </a:r>
              <a:r>
                <a:rPr lang="en-US" altLang="ko-KR" dirty="0"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, </a:t>
              </a:r>
              <a:r>
                <a:rPr lang="ko-KR" altLang="en-US" dirty="0"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검색 기능</a:t>
              </a:r>
              <a:r>
                <a:rPr lang="en-US" altLang="ko-KR" dirty="0"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, </a:t>
              </a:r>
              <a:r>
                <a:rPr lang="ko-KR" altLang="en-US" dirty="0"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파일 미리보기</a:t>
              </a:r>
              <a:r>
                <a:rPr lang="en-US" altLang="ko-KR" dirty="0"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, </a:t>
              </a:r>
              <a:r>
                <a:rPr lang="ko-KR" altLang="en-US" dirty="0"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인증체계 다양화 등 사용자 편의성 증진</a:t>
              </a:r>
              <a:endParaRPr lang="en-US" altLang="ko-KR" dirty="0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endParaRPr>
            </a:p>
            <a:p>
              <a:r>
                <a:rPr lang="ko-KR" altLang="en-US" dirty="0"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관련된 </a:t>
              </a:r>
              <a:r>
                <a:rPr lang="en-US" altLang="ko-KR" dirty="0"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SNS</a:t>
              </a:r>
              <a:r>
                <a:rPr lang="ko-KR" altLang="en-US" dirty="0"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를 일괄적으로 보고 소통할 수 있는 통합 </a:t>
              </a:r>
              <a:r>
                <a:rPr lang="en-US" altLang="ko-KR" dirty="0"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SNS</a:t>
              </a:r>
              <a:r>
                <a:rPr lang="ko-KR" altLang="en-US" dirty="0"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소통 창구 마련</a:t>
              </a:r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CDB5DE95-91EA-4594-B569-B7847E2EF8F4}"/>
                </a:ext>
              </a:extLst>
            </p:cNvPr>
            <p:cNvSpPr txBox="1"/>
            <p:nvPr/>
          </p:nvSpPr>
          <p:spPr>
            <a:xfrm>
              <a:off x="4595626" y="5601072"/>
              <a:ext cx="1735200" cy="1656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72000" tIns="108000" rIns="72000" bIns="0">
              <a:noAutofit/>
            </a:bodyPr>
            <a:lstStyle>
              <a:defPPr>
                <a:defRPr lang="en-US"/>
              </a:defPPr>
              <a:lvl1pPr marL="108000" indent="-108000">
                <a:spcAft>
                  <a:spcPts val="600"/>
                </a:spcAft>
                <a:buFont typeface="Arial" panose="020B0604020202020204" pitchFamily="34" charset="0"/>
                <a:buChar char="•"/>
                <a:defRPr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World돋움체 Light" panose="00000300000000000000" pitchFamily="2" charset="-127"/>
                  <a:ea typeface="KoPubWorld돋움체 Light" panose="00000300000000000000" pitchFamily="2" charset="-127"/>
                  <a:cs typeface="KoPubWorld돋움체 Light" panose="00000300000000000000" pitchFamily="2" charset="-127"/>
                </a:defRPr>
              </a:lvl1pPr>
            </a:lstStyle>
            <a:p>
              <a:r>
                <a:rPr lang="ko-KR" altLang="en-US" dirty="0"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관리 시스템 구축</a:t>
              </a:r>
              <a:r>
                <a:rPr lang="en-US" altLang="ko-KR" dirty="0"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/</a:t>
              </a:r>
              <a:r>
                <a:rPr lang="ko-KR" altLang="en-US" dirty="0"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업무기능 강화로 관리 효율성 확보</a:t>
              </a:r>
            </a:p>
            <a:p>
              <a:r>
                <a:rPr lang="ko-KR" altLang="en-US" dirty="0"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타 시스템 연계기능 개선 및 수정을 통한 안정성 확보</a:t>
              </a:r>
            </a:p>
            <a:p>
              <a:r>
                <a:rPr lang="ko-KR" altLang="en-US" dirty="0"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공공데이터 제공 </a:t>
              </a:r>
              <a:r>
                <a:rPr lang="en-US" altLang="ko-KR" dirty="0"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API </a:t>
              </a:r>
              <a:r>
                <a:rPr lang="ko-KR" altLang="en-US" dirty="0"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개발</a:t>
              </a:r>
            </a:p>
            <a:p>
              <a:r>
                <a:rPr lang="ko-KR" altLang="en-US" dirty="0"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솔루션 도입 및 적용으로 관리업무환경 개선</a:t>
              </a:r>
            </a:p>
          </p:txBody>
        </p:sp>
        <p:sp>
          <p:nvSpPr>
            <p:cNvPr id="115" name="양쪽 모서리가 둥근 사각형 168">
              <a:extLst>
                <a:ext uri="{FF2B5EF4-FFF2-40B4-BE49-F238E27FC236}">
                  <a16:creationId xmlns:a16="http://schemas.microsoft.com/office/drawing/2014/main" id="{99BBA1A1-0E04-4AF7-8B08-05CD503DC04F}"/>
                </a:ext>
              </a:extLst>
            </p:cNvPr>
            <p:cNvSpPr/>
            <p:nvPr/>
          </p:nvSpPr>
          <p:spPr bwMode="auto">
            <a:xfrm flipH="1">
              <a:off x="438810" y="7239256"/>
              <a:ext cx="1908000" cy="18000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rgbClr val="52B2C8"/>
            </a:solidFill>
            <a:ln w="6350" algn="ctr">
              <a:noFill/>
              <a:miter lim="800000"/>
              <a:headEnd/>
              <a:tailEnd/>
            </a:ln>
          </p:spPr>
          <p:txBody>
            <a:bodyPr wrap="square" lIns="36000" tIns="36000" rIns="36000" bIns="36000" anchor="ctr" anchorCtr="0">
              <a:noAutofit/>
            </a:bodyPr>
            <a:lstStyle/>
            <a:p>
              <a:pPr marL="0" lvl="1" algn="ctr">
                <a:spcBef>
                  <a:spcPts val="600"/>
                </a:spcBef>
              </a:pPr>
              <a:endParaRPr lang="ko-KR" altLang="en-US" sz="110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116" name="양쪽 모서리가 둥근 사각형 172">
              <a:extLst>
                <a:ext uri="{FF2B5EF4-FFF2-40B4-BE49-F238E27FC236}">
                  <a16:creationId xmlns:a16="http://schemas.microsoft.com/office/drawing/2014/main" id="{8A75422C-5FDF-4161-AD8F-E3138A049F21}"/>
                </a:ext>
              </a:extLst>
            </p:cNvPr>
            <p:cNvSpPr/>
            <p:nvPr/>
          </p:nvSpPr>
          <p:spPr bwMode="auto">
            <a:xfrm flipH="1">
              <a:off x="2475000" y="7239256"/>
              <a:ext cx="1908000" cy="18000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rgbClr val="4472C4"/>
            </a:solidFill>
            <a:ln w="6350" algn="ctr">
              <a:noFill/>
              <a:miter lim="800000"/>
              <a:headEnd/>
              <a:tailEnd/>
            </a:ln>
          </p:spPr>
          <p:txBody>
            <a:bodyPr wrap="square" lIns="36000" tIns="36000" rIns="36000" bIns="36000" anchor="ctr" anchorCtr="0">
              <a:noAutofit/>
            </a:bodyPr>
            <a:lstStyle/>
            <a:p>
              <a:pPr marL="0" lvl="1" algn="ctr">
                <a:spcBef>
                  <a:spcPts val="600"/>
                </a:spcBef>
              </a:pPr>
              <a:endParaRPr lang="ko-KR" altLang="en-US" sz="110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117" name="양쪽 모서리가 둥근 사각형 173">
              <a:extLst>
                <a:ext uri="{FF2B5EF4-FFF2-40B4-BE49-F238E27FC236}">
                  <a16:creationId xmlns:a16="http://schemas.microsoft.com/office/drawing/2014/main" id="{9CDA7C96-0F07-47AB-9F5D-7AA312328040}"/>
                </a:ext>
              </a:extLst>
            </p:cNvPr>
            <p:cNvSpPr/>
            <p:nvPr/>
          </p:nvSpPr>
          <p:spPr bwMode="auto">
            <a:xfrm flipH="1">
              <a:off x="4509226" y="7239256"/>
              <a:ext cx="1908000" cy="18000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rgbClr val="4472C4"/>
            </a:solidFill>
            <a:ln w="6350" algn="ctr">
              <a:noFill/>
              <a:miter lim="800000"/>
              <a:headEnd/>
              <a:tailEnd/>
            </a:ln>
          </p:spPr>
          <p:txBody>
            <a:bodyPr wrap="square" lIns="36000" tIns="36000" rIns="36000" bIns="36000" anchor="ctr" anchorCtr="0">
              <a:noAutofit/>
            </a:bodyPr>
            <a:lstStyle/>
            <a:p>
              <a:pPr marL="0" lvl="1" algn="ctr">
                <a:spcBef>
                  <a:spcPts val="600"/>
                </a:spcBef>
              </a:pPr>
              <a:endParaRPr lang="ko-KR" altLang="en-US" sz="110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F779F599-34F2-47F3-9365-C1B1C1942520}"/>
              </a:ext>
            </a:extLst>
          </p:cNvPr>
          <p:cNvGrpSpPr/>
          <p:nvPr/>
        </p:nvGrpSpPr>
        <p:grpSpPr>
          <a:xfrm>
            <a:off x="440668" y="7437308"/>
            <a:ext cx="5976664" cy="1944129"/>
            <a:chOff x="440668" y="7437308"/>
            <a:chExt cx="5976664" cy="1944129"/>
          </a:xfrm>
        </p:grpSpPr>
        <p:sp>
          <p:nvSpPr>
            <p:cNvPr id="183" name="직사각형 182"/>
            <p:cNvSpPr/>
            <p:nvPr/>
          </p:nvSpPr>
          <p:spPr>
            <a:xfrm>
              <a:off x="442004" y="7725437"/>
              <a:ext cx="2916000" cy="165600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72000" bIns="72000" rtlCol="0" anchor="t"/>
            <a:lstStyle/>
            <a:p>
              <a:pPr marL="108000" lvl="2" indent="-108000" fontAlgn="base">
                <a:lnSpc>
                  <a:spcPct val="110000"/>
                </a:lnSpc>
                <a:spcBef>
                  <a:spcPct val="0"/>
                </a:spcBef>
                <a:spcAft>
                  <a:spcPts val="6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  <a:buFont typeface="Arial" panose="020B0604020202020204" pitchFamily="34" charset="0"/>
                <a:buChar char="•"/>
                <a:tabLst>
                  <a:tab pos="542925" algn="l"/>
                </a:tabLst>
                <a:defRPr/>
              </a:pPr>
              <a:r>
                <a: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2022</a:t>
              </a: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년부터 대민 정책홍보</a:t>
              </a:r>
              <a:r>
                <a: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·</a:t>
              </a: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소통을 위한 온라인 창구 등의 서비스를 제공하는 홈페이지는 인터넷 이용환경이 다양화된 현재 국민들의 서비스 품질 기대 수준에 미치지 못하는 상황</a:t>
              </a:r>
            </a:p>
            <a:p>
              <a:pPr marL="108000" lvl="2" indent="-108000" fontAlgn="base">
                <a:lnSpc>
                  <a:spcPct val="110000"/>
                </a:lnSpc>
                <a:spcBef>
                  <a:spcPct val="0"/>
                </a:spcBef>
                <a:spcAft>
                  <a:spcPts val="6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  <a:buFont typeface="Arial" panose="020B0604020202020204" pitchFamily="34" charset="0"/>
                <a:buChar char="•"/>
                <a:tabLst>
                  <a:tab pos="542925" algn="l"/>
                </a:tabLst>
                <a:defRPr/>
              </a:pP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홈페이지는 </a:t>
              </a:r>
              <a:r>
                <a: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2016</a:t>
              </a: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년 전면 개편 후 현재까지 계속 서비스되고 있어 웹 접근성</a:t>
              </a:r>
              <a:r>
                <a: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, </a:t>
              </a: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호환성</a:t>
              </a:r>
              <a:r>
                <a: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, </a:t>
              </a: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웹 품질 수준이 미흡 등으로 성능 저하</a:t>
              </a:r>
              <a:endPara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endParaRPr>
            </a:p>
            <a:p>
              <a:pPr marL="108000" lvl="2" indent="-108000" fontAlgn="base">
                <a:lnSpc>
                  <a:spcPct val="110000"/>
                </a:lnSpc>
                <a:spcBef>
                  <a:spcPct val="0"/>
                </a:spcBef>
                <a:spcAft>
                  <a:spcPts val="6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  <a:buFont typeface="Arial" panose="020B0604020202020204" pitchFamily="34" charset="0"/>
                <a:buChar char="•"/>
                <a:tabLst>
                  <a:tab pos="542925" algn="l"/>
                </a:tabLst>
                <a:defRPr/>
              </a:pP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본사업은 이러한 과업의 배경이 존재함</a:t>
              </a:r>
            </a:p>
          </p:txBody>
        </p:sp>
        <p:sp>
          <p:nvSpPr>
            <p:cNvPr id="184" name="직사각형 183"/>
            <p:cNvSpPr/>
            <p:nvPr/>
          </p:nvSpPr>
          <p:spPr>
            <a:xfrm>
              <a:off x="3501332" y="7725437"/>
              <a:ext cx="2916000" cy="1656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72000" bIns="72000" rtlCol="0" anchor="t"/>
            <a:lstStyle/>
            <a:p>
              <a:pPr marL="108000" lvl="2" indent="-108000" fontAlgn="base">
                <a:lnSpc>
                  <a:spcPct val="110000"/>
                </a:lnSpc>
                <a:spcBef>
                  <a:spcPct val="0"/>
                </a:spcBef>
                <a:spcAft>
                  <a:spcPts val="6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  <a:buFont typeface="Arial" panose="020B0604020202020204" pitchFamily="34" charset="0"/>
                <a:buChar char="•"/>
                <a:tabLst>
                  <a:tab pos="542925" algn="l"/>
                </a:tabLst>
                <a:defRPr/>
              </a:pP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사용자 중심의 정보서비스 홈페이지로 개편</a:t>
              </a:r>
              <a:endPara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endParaRPr>
            </a:p>
            <a:p>
              <a:pPr marL="108000" lvl="2" indent="-108000" fontAlgn="base">
                <a:lnSpc>
                  <a:spcPct val="110000"/>
                </a:lnSpc>
                <a:spcBef>
                  <a:spcPct val="0"/>
                </a:spcBef>
                <a:spcAft>
                  <a:spcPts val="6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  <a:buFont typeface="Arial" panose="020B0604020202020204" pitchFamily="34" charset="0"/>
                <a:buChar char="•"/>
                <a:tabLst>
                  <a:tab pos="542925" algn="l"/>
                </a:tabLst>
                <a:defRPr/>
              </a:pP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대국민 소통 및 만족도 증대</a:t>
              </a:r>
            </a:p>
            <a:p>
              <a:pPr marL="108000" lvl="2" indent="-108000" fontAlgn="base">
                <a:lnSpc>
                  <a:spcPct val="110000"/>
                </a:lnSpc>
                <a:spcBef>
                  <a:spcPct val="0"/>
                </a:spcBef>
                <a:spcAft>
                  <a:spcPts val="6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  <a:buFont typeface="Arial" panose="020B0604020202020204" pitchFamily="34" charset="0"/>
                <a:buChar char="•"/>
                <a:tabLst>
                  <a:tab pos="542925" algn="l"/>
                </a:tabLst>
                <a:defRPr/>
              </a:pP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체계적이고 효율적인 관리시스템 구축</a:t>
              </a:r>
              <a:endPara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endParaRPr>
            </a:p>
            <a:p>
              <a:pPr marL="108000" lvl="2" indent="-108000" fontAlgn="base">
                <a:lnSpc>
                  <a:spcPct val="110000"/>
                </a:lnSpc>
                <a:spcBef>
                  <a:spcPct val="0"/>
                </a:spcBef>
                <a:spcAft>
                  <a:spcPts val="6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  <a:buFont typeface="Arial" panose="020B0604020202020204" pitchFamily="34" charset="0"/>
                <a:buChar char="•"/>
                <a:tabLst>
                  <a:tab pos="542925" algn="l"/>
                </a:tabLst>
                <a:defRPr/>
              </a:pP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효율적 관리업무</a:t>
              </a:r>
              <a:r>
                <a: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, </a:t>
              </a: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편리한 홈페이지 활용 및 안정적 서비스 제공</a:t>
              </a:r>
              <a:endPara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endParaRPr>
            </a:p>
            <a:p>
              <a:pPr marL="108000" lvl="2" indent="-108000" fontAlgn="base">
                <a:lnSpc>
                  <a:spcPct val="110000"/>
                </a:lnSpc>
                <a:spcBef>
                  <a:spcPct val="0"/>
                </a:spcBef>
                <a:spcAft>
                  <a:spcPts val="6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  <a:buFont typeface="Arial" panose="020B0604020202020204" pitchFamily="34" charset="0"/>
                <a:buChar char="•"/>
                <a:tabLst>
                  <a:tab pos="542925" algn="l"/>
                </a:tabLst>
                <a:defRPr/>
              </a:pP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사용자에게는 편의성을 제공하고</a:t>
              </a:r>
              <a:r>
                <a: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, </a:t>
              </a: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운영자에게는 효율성을</a:t>
              </a:r>
              <a:r>
                <a: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 </a:t>
              </a: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제공</a:t>
              </a:r>
            </a:p>
          </p:txBody>
        </p:sp>
        <p:sp>
          <p:nvSpPr>
            <p:cNvPr id="56" name="양쪽 모서리가 둥근 사각형 147">
              <a:extLst>
                <a:ext uri="{FF2B5EF4-FFF2-40B4-BE49-F238E27FC236}">
                  <a16:creationId xmlns:a16="http://schemas.microsoft.com/office/drawing/2014/main" id="{DAFF8BC0-7D52-4EF7-BE15-14D80D0DC6D7}"/>
                </a:ext>
              </a:extLst>
            </p:cNvPr>
            <p:cNvSpPr/>
            <p:nvPr/>
          </p:nvSpPr>
          <p:spPr>
            <a:xfrm>
              <a:off x="440668" y="7437308"/>
              <a:ext cx="2916000" cy="288000"/>
            </a:xfrm>
            <a:prstGeom prst="rect">
              <a:avLst/>
            </a:prstGeom>
            <a:solidFill>
              <a:srgbClr val="4E6485"/>
            </a:solidFill>
            <a:ln w="6350" algn="ctr">
              <a:noFill/>
              <a:miter lim="800000"/>
              <a:headEnd/>
              <a:tailEnd/>
            </a:ln>
          </p:spPr>
          <p:txBody>
            <a:bodyPr wrap="square" lIns="36000" tIns="36000" rIns="36000" bIns="36000" anchor="ctr" anchorCtr="0">
              <a:noAutofit/>
            </a:bodyPr>
            <a:lstStyle/>
            <a:p>
              <a:pPr marL="0" lvl="1" algn="ctr" fontAlgn="base">
                <a:spcBef>
                  <a:spcPct val="0"/>
                </a:spcBef>
                <a:buClr>
                  <a:prstClr val="black">
                    <a:lumMod val="75000"/>
                    <a:lumOff val="25000"/>
                  </a:prstClr>
                </a:buClr>
                <a:buSzPct val="80000"/>
                <a:tabLst>
                  <a:tab pos="4980827" algn="l"/>
                </a:tabLst>
                <a:defRPr/>
              </a:pPr>
              <a:r>
                <a:rPr kumimoji="1" lang="ko-KR" altLang="en-US" sz="120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</a:rPr>
                <a:t>과업의 배경</a:t>
              </a:r>
            </a:p>
          </p:txBody>
        </p:sp>
        <p:sp>
          <p:nvSpPr>
            <p:cNvPr id="126" name="양쪽 모서리가 둥근 사각형 147">
              <a:extLst>
                <a:ext uri="{FF2B5EF4-FFF2-40B4-BE49-F238E27FC236}">
                  <a16:creationId xmlns:a16="http://schemas.microsoft.com/office/drawing/2014/main" id="{34DD6D02-B738-4AED-BF9D-D0AD06E6755D}"/>
                </a:ext>
              </a:extLst>
            </p:cNvPr>
            <p:cNvSpPr/>
            <p:nvPr/>
          </p:nvSpPr>
          <p:spPr>
            <a:xfrm>
              <a:off x="3501332" y="7437308"/>
              <a:ext cx="2916000" cy="288000"/>
            </a:xfrm>
            <a:prstGeom prst="rect">
              <a:avLst/>
            </a:prstGeom>
            <a:solidFill>
              <a:srgbClr val="4E6485"/>
            </a:solidFill>
            <a:ln w="6350" algn="ctr">
              <a:noFill/>
              <a:miter lim="800000"/>
              <a:headEnd/>
              <a:tailEnd/>
            </a:ln>
          </p:spPr>
          <p:txBody>
            <a:bodyPr wrap="square" lIns="36000" tIns="36000" rIns="36000" bIns="36000" anchor="ctr" anchorCtr="0">
              <a:noAutofit/>
            </a:bodyPr>
            <a:lstStyle/>
            <a:p>
              <a:pPr marL="0" lvl="1" algn="ctr" fontAlgn="base">
                <a:spcBef>
                  <a:spcPct val="0"/>
                </a:spcBef>
                <a:buClr>
                  <a:prstClr val="black">
                    <a:lumMod val="75000"/>
                    <a:lumOff val="25000"/>
                  </a:prstClr>
                </a:buClr>
                <a:buSzPct val="80000"/>
                <a:tabLst>
                  <a:tab pos="4980827" algn="l"/>
                </a:tabLst>
                <a:defRPr/>
              </a:pPr>
              <a:r>
                <a:rPr kumimoji="1" lang="ko-KR" altLang="en-US" sz="120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</a:rPr>
                <a:t>과업 수행의 목적</a:t>
              </a: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5FE7FA86-A004-4F9E-A28A-03F36B7B2DCC}"/>
              </a:ext>
            </a:extLst>
          </p:cNvPr>
          <p:cNvGrpSpPr/>
          <p:nvPr/>
        </p:nvGrpSpPr>
        <p:grpSpPr>
          <a:xfrm>
            <a:off x="1376792" y="2936776"/>
            <a:ext cx="4104416" cy="774080"/>
            <a:chOff x="1376792" y="2936776"/>
            <a:chExt cx="4104416" cy="774080"/>
          </a:xfrm>
        </p:grpSpPr>
        <p:grpSp>
          <p:nvGrpSpPr>
            <p:cNvPr id="105" name="그룹 104">
              <a:extLst>
                <a:ext uri="{FF2B5EF4-FFF2-40B4-BE49-F238E27FC236}">
                  <a16:creationId xmlns:a16="http://schemas.microsoft.com/office/drawing/2014/main" id="{8FE59078-DC7F-4720-8CD3-E29488803EC0}"/>
                </a:ext>
              </a:extLst>
            </p:cNvPr>
            <p:cNvGrpSpPr/>
            <p:nvPr/>
          </p:nvGrpSpPr>
          <p:grpSpPr>
            <a:xfrm>
              <a:off x="1376792" y="2936776"/>
              <a:ext cx="4104416" cy="630942"/>
              <a:chOff x="1376792" y="2936776"/>
              <a:chExt cx="4104416" cy="630942"/>
            </a:xfrm>
          </p:grpSpPr>
          <p:sp>
            <p:nvSpPr>
              <p:cNvPr id="111" name="Rectangle 423">
                <a:extLst>
                  <a:ext uri="{FF2B5EF4-FFF2-40B4-BE49-F238E27FC236}">
                    <a16:creationId xmlns:a16="http://schemas.microsoft.com/office/drawing/2014/main" id="{0D3EE13F-724B-46FA-86BE-2209AF9B69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11757" y="2936776"/>
                <a:ext cx="3034485" cy="63094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>
                <a:spAutoFit/>
              </a:bodyPr>
              <a:lstStyle>
                <a:lvl1pPr algn="ctr">
                  <a:buSzPct val="80000"/>
                  <a:defRPr kumimoji="1" sz="1000">
                    <a:solidFill>
                      <a:schemeClr val="bg1"/>
                    </a:solidFill>
                    <a:latin typeface="산돌고딕 L" pitchFamily="18" charset="-127"/>
                    <a:ea typeface="산돌고딕 L" pitchFamily="18" charset="-127"/>
                  </a:defRPr>
                </a:lvl1pPr>
                <a:lvl2pPr marL="742950" indent="-285750" algn="ctr">
                  <a:buSzPct val="80000"/>
                  <a:defRPr kumimoji="1" sz="1000">
                    <a:solidFill>
                      <a:schemeClr val="bg1"/>
                    </a:solidFill>
                    <a:latin typeface="산돌고딕 L" pitchFamily="18" charset="-127"/>
                    <a:ea typeface="산돌고딕 L" pitchFamily="18" charset="-127"/>
                  </a:defRPr>
                </a:lvl2pPr>
                <a:lvl3pPr marL="1143000" indent="-228600" algn="ctr">
                  <a:buSzPct val="80000"/>
                  <a:defRPr kumimoji="1" sz="1000">
                    <a:solidFill>
                      <a:schemeClr val="bg1"/>
                    </a:solidFill>
                    <a:latin typeface="산돌고딕 L" pitchFamily="18" charset="-127"/>
                    <a:ea typeface="산돌고딕 L" pitchFamily="18" charset="-127"/>
                  </a:defRPr>
                </a:lvl3pPr>
                <a:lvl4pPr marL="1600200" indent="-228600" algn="ctr">
                  <a:buSzPct val="80000"/>
                  <a:defRPr kumimoji="1" sz="1000">
                    <a:solidFill>
                      <a:schemeClr val="bg1"/>
                    </a:solidFill>
                    <a:latin typeface="산돌고딕 L" pitchFamily="18" charset="-127"/>
                    <a:ea typeface="산돌고딕 L" pitchFamily="18" charset="-127"/>
                  </a:defRPr>
                </a:lvl4pPr>
                <a:lvl5pPr marL="2057400" indent="-228600" algn="ctr">
                  <a:buSzPct val="80000"/>
                  <a:defRPr kumimoji="1" sz="1000">
                    <a:solidFill>
                      <a:schemeClr val="bg1"/>
                    </a:solidFill>
                    <a:latin typeface="산돌고딕 L" pitchFamily="18" charset="-127"/>
                    <a:ea typeface="산돌고딕 L" pitchFamily="18" charset="-127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SzPct val="80000"/>
                  <a:defRPr kumimoji="1" sz="1000">
                    <a:solidFill>
                      <a:schemeClr val="bg1"/>
                    </a:solidFill>
                    <a:latin typeface="산돌고딕 L" pitchFamily="18" charset="-127"/>
                    <a:ea typeface="산돌고딕 L" pitchFamily="18" charset="-127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SzPct val="80000"/>
                  <a:defRPr kumimoji="1" sz="1000">
                    <a:solidFill>
                      <a:schemeClr val="bg1"/>
                    </a:solidFill>
                    <a:latin typeface="산돌고딕 L" pitchFamily="18" charset="-127"/>
                    <a:ea typeface="산돌고딕 L" pitchFamily="18" charset="-127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SzPct val="80000"/>
                  <a:defRPr kumimoji="1" sz="1000">
                    <a:solidFill>
                      <a:schemeClr val="bg1"/>
                    </a:solidFill>
                    <a:latin typeface="산돌고딕 L" pitchFamily="18" charset="-127"/>
                    <a:ea typeface="산돌고딕 L" pitchFamily="18" charset="-127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SzPct val="80000"/>
                  <a:defRPr kumimoji="1" sz="1000">
                    <a:solidFill>
                      <a:schemeClr val="bg1"/>
                    </a:solidFill>
                    <a:latin typeface="산돌고딕 L" pitchFamily="18" charset="-127"/>
                    <a:ea typeface="산돌고딕 L" pitchFamily="18" charset="-127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ts val="600"/>
                  </a:spcAft>
                  <a:buSzTx/>
                  <a:defRPr/>
                </a:pPr>
                <a:r>
                  <a:rPr lang="ko-KR" altLang="en-US" sz="1600" spc="-50" dirty="0">
                    <a:ln>
                      <a:solidFill>
                        <a:srgbClr val="4F81BD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최적의 정보시스템 구축 및 운영을 통한</a:t>
                </a:r>
              </a:p>
              <a:p>
                <a:pPr fontAlgn="base">
                  <a:spcBef>
                    <a:spcPct val="0"/>
                  </a:spcBef>
                  <a:spcAft>
                    <a:spcPts val="600"/>
                  </a:spcAft>
                  <a:buSzTx/>
                  <a:defRPr/>
                </a:pPr>
                <a:r>
                  <a:rPr lang="ko-KR" altLang="en-US" sz="2000" spc="-50" dirty="0">
                    <a:ln>
                      <a:solidFill>
                        <a:srgbClr val="4F81BD">
                          <a:alpha val="0"/>
                        </a:srgbClr>
                      </a:solidFill>
                    </a:ln>
                    <a:solidFill>
                      <a:srgbClr val="FB6225"/>
                    </a:solidFill>
                    <a:latin typeface="+mj-ea"/>
                    <a:ea typeface="+mj-ea"/>
                  </a:rPr>
                  <a:t>사용자 편의성</a:t>
                </a:r>
                <a:r>
                  <a:rPr lang="en-US" altLang="ko-KR" sz="2000" spc="-50" dirty="0">
                    <a:ln>
                      <a:solidFill>
                        <a:srgbClr val="4F81BD">
                          <a:alpha val="0"/>
                        </a:srgbClr>
                      </a:solidFill>
                    </a:ln>
                    <a:solidFill>
                      <a:srgbClr val="FB6225"/>
                    </a:solidFill>
                    <a:latin typeface="+mj-ea"/>
                    <a:ea typeface="+mj-ea"/>
                  </a:rPr>
                  <a:t>! </a:t>
                </a:r>
                <a:r>
                  <a:rPr lang="ko-KR" altLang="en-US" sz="2000" spc="-50" dirty="0">
                    <a:ln>
                      <a:solidFill>
                        <a:srgbClr val="4F81BD">
                          <a:alpha val="0"/>
                        </a:srgbClr>
                      </a:solidFill>
                    </a:ln>
                    <a:solidFill>
                      <a:srgbClr val="FB6225"/>
                    </a:solidFill>
                    <a:latin typeface="+mj-ea"/>
                    <a:ea typeface="+mj-ea"/>
                  </a:rPr>
                  <a:t>운영자 효율성</a:t>
                </a:r>
                <a:r>
                  <a:rPr lang="en-US" altLang="ko-KR" sz="2000" spc="-50" dirty="0">
                    <a:ln>
                      <a:solidFill>
                        <a:srgbClr val="4F81BD">
                          <a:alpha val="0"/>
                        </a:srgbClr>
                      </a:solidFill>
                    </a:ln>
                    <a:solidFill>
                      <a:srgbClr val="FB6225"/>
                    </a:solidFill>
                    <a:latin typeface="+mj-ea"/>
                    <a:ea typeface="+mj-ea"/>
                  </a:rPr>
                  <a:t>!</a:t>
                </a:r>
              </a:p>
            </p:txBody>
          </p:sp>
          <p:sp>
            <p:nvSpPr>
              <p:cNvPr id="112" name="Freeform 34">
                <a:extLst>
                  <a:ext uri="{FF2B5EF4-FFF2-40B4-BE49-F238E27FC236}">
                    <a16:creationId xmlns:a16="http://schemas.microsoft.com/office/drawing/2014/main" id="{F5692C16-A765-46B4-97DA-D53DBDFDF20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376792" y="2937603"/>
                <a:ext cx="180000" cy="144000"/>
              </a:xfrm>
              <a:custGeom>
                <a:avLst/>
                <a:gdLst>
                  <a:gd name="T0" fmla="*/ 43 w 141"/>
                  <a:gd name="T1" fmla="*/ 0 h 124"/>
                  <a:gd name="T2" fmla="*/ 11 w 141"/>
                  <a:gd name="T3" fmla="*/ 26 h 124"/>
                  <a:gd name="T4" fmla="*/ 0 w 141"/>
                  <a:gd name="T5" fmla="*/ 81 h 124"/>
                  <a:gd name="T6" fmla="*/ 0 w 141"/>
                  <a:gd name="T7" fmla="*/ 124 h 124"/>
                  <a:gd name="T8" fmla="*/ 59 w 141"/>
                  <a:gd name="T9" fmla="*/ 124 h 124"/>
                  <a:gd name="T10" fmla="*/ 59 w 141"/>
                  <a:gd name="T11" fmla="*/ 66 h 124"/>
                  <a:gd name="T12" fmla="*/ 28 w 141"/>
                  <a:gd name="T13" fmla="*/ 66 h 124"/>
                  <a:gd name="T14" fmla="*/ 36 w 141"/>
                  <a:gd name="T15" fmla="*/ 35 h 124"/>
                  <a:gd name="T16" fmla="*/ 59 w 141"/>
                  <a:gd name="T17" fmla="*/ 20 h 124"/>
                  <a:gd name="T18" fmla="*/ 43 w 141"/>
                  <a:gd name="T19" fmla="*/ 0 h 124"/>
                  <a:gd name="T20" fmla="*/ 125 w 141"/>
                  <a:gd name="T21" fmla="*/ 0 h 124"/>
                  <a:gd name="T22" fmla="*/ 94 w 141"/>
                  <a:gd name="T23" fmla="*/ 26 h 124"/>
                  <a:gd name="T24" fmla="*/ 83 w 141"/>
                  <a:gd name="T25" fmla="*/ 81 h 124"/>
                  <a:gd name="T26" fmla="*/ 83 w 141"/>
                  <a:gd name="T27" fmla="*/ 124 h 124"/>
                  <a:gd name="T28" fmla="*/ 141 w 141"/>
                  <a:gd name="T29" fmla="*/ 124 h 124"/>
                  <a:gd name="T30" fmla="*/ 141 w 141"/>
                  <a:gd name="T31" fmla="*/ 66 h 124"/>
                  <a:gd name="T32" fmla="*/ 111 w 141"/>
                  <a:gd name="T33" fmla="*/ 66 h 124"/>
                  <a:gd name="T34" fmla="*/ 119 w 141"/>
                  <a:gd name="T35" fmla="*/ 36 h 124"/>
                  <a:gd name="T36" fmla="*/ 141 w 141"/>
                  <a:gd name="T37" fmla="*/ 20 h 124"/>
                  <a:gd name="T38" fmla="*/ 125 w 141"/>
                  <a:gd name="T39" fmla="*/ 0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41" h="124">
                    <a:moveTo>
                      <a:pt x="43" y="0"/>
                    </a:moveTo>
                    <a:cubicBezTo>
                      <a:pt x="33" y="3"/>
                      <a:pt x="20" y="12"/>
                      <a:pt x="11" y="26"/>
                    </a:cubicBezTo>
                    <a:cubicBezTo>
                      <a:pt x="2" y="40"/>
                      <a:pt x="0" y="58"/>
                      <a:pt x="0" y="81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59" y="124"/>
                      <a:pt x="59" y="124"/>
                      <a:pt x="59" y="124"/>
                    </a:cubicBezTo>
                    <a:cubicBezTo>
                      <a:pt x="59" y="66"/>
                      <a:pt x="59" y="66"/>
                      <a:pt x="59" y="66"/>
                    </a:cubicBezTo>
                    <a:cubicBezTo>
                      <a:pt x="28" y="66"/>
                      <a:pt x="28" y="66"/>
                      <a:pt x="28" y="66"/>
                    </a:cubicBezTo>
                    <a:cubicBezTo>
                      <a:pt x="28" y="58"/>
                      <a:pt x="28" y="44"/>
                      <a:pt x="36" y="35"/>
                    </a:cubicBezTo>
                    <a:cubicBezTo>
                      <a:pt x="43" y="28"/>
                      <a:pt x="52" y="22"/>
                      <a:pt x="59" y="20"/>
                    </a:cubicBezTo>
                    <a:cubicBezTo>
                      <a:pt x="43" y="0"/>
                      <a:pt x="43" y="0"/>
                      <a:pt x="43" y="0"/>
                    </a:cubicBezTo>
                    <a:moveTo>
                      <a:pt x="125" y="0"/>
                    </a:moveTo>
                    <a:cubicBezTo>
                      <a:pt x="116" y="3"/>
                      <a:pt x="103" y="12"/>
                      <a:pt x="94" y="26"/>
                    </a:cubicBezTo>
                    <a:cubicBezTo>
                      <a:pt x="84" y="40"/>
                      <a:pt x="83" y="58"/>
                      <a:pt x="83" y="81"/>
                    </a:cubicBezTo>
                    <a:cubicBezTo>
                      <a:pt x="83" y="124"/>
                      <a:pt x="83" y="124"/>
                      <a:pt x="83" y="124"/>
                    </a:cubicBezTo>
                    <a:cubicBezTo>
                      <a:pt x="141" y="124"/>
                      <a:pt x="141" y="124"/>
                      <a:pt x="141" y="124"/>
                    </a:cubicBezTo>
                    <a:cubicBezTo>
                      <a:pt x="141" y="66"/>
                      <a:pt x="141" y="66"/>
                      <a:pt x="141" y="66"/>
                    </a:cubicBezTo>
                    <a:cubicBezTo>
                      <a:pt x="111" y="66"/>
                      <a:pt x="111" y="66"/>
                      <a:pt x="111" y="66"/>
                    </a:cubicBezTo>
                    <a:cubicBezTo>
                      <a:pt x="111" y="58"/>
                      <a:pt x="111" y="45"/>
                      <a:pt x="119" y="36"/>
                    </a:cubicBezTo>
                    <a:cubicBezTo>
                      <a:pt x="126" y="28"/>
                      <a:pt x="134" y="22"/>
                      <a:pt x="141" y="20"/>
                    </a:cubicBezTo>
                    <a:cubicBezTo>
                      <a:pt x="125" y="0"/>
                      <a:pt x="125" y="0"/>
                      <a:pt x="125" y="0"/>
                    </a:cubicBezTo>
                  </a:path>
                </a:pathLst>
              </a:custGeom>
              <a:solidFill>
                <a:schemeClr val="bg1"/>
              </a:solidFill>
              <a:ln w="635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rgbClr val="1F497D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</a:endParaRPr>
              </a:p>
            </p:txBody>
          </p:sp>
          <p:sp>
            <p:nvSpPr>
              <p:cNvPr id="113" name="Freeform 34">
                <a:extLst>
                  <a:ext uri="{FF2B5EF4-FFF2-40B4-BE49-F238E27FC236}">
                    <a16:creationId xmlns:a16="http://schemas.microsoft.com/office/drawing/2014/main" id="{6D12E7C0-896E-4B80-A76E-8198A441C88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 rot="10800000">
                <a:off x="5301208" y="2937603"/>
                <a:ext cx="180000" cy="144000"/>
              </a:xfrm>
              <a:custGeom>
                <a:avLst/>
                <a:gdLst>
                  <a:gd name="T0" fmla="*/ 43 w 141"/>
                  <a:gd name="T1" fmla="*/ 0 h 124"/>
                  <a:gd name="T2" fmla="*/ 11 w 141"/>
                  <a:gd name="T3" fmla="*/ 26 h 124"/>
                  <a:gd name="T4" fmla="*/ 0 w 141"/>
                  <a:gd name="T5" fmla="*/ 81 h 124"/>
                  <a:gd name="T6" fmla="*/ 0 w 141"/>
                  <a:gd name="T7" fmla="*/ 124 h 124"/>
                  <a:gd name="T8" fmla="*/ 59 w 141"/>
                  <a:gd name="T9" fmla="*/ 124 h 124"/>
                  <a:gd name="T10" fmla="*/ 59 w 141"/>
                  <a:gd name="T11" fmla="*/ 66 h 124"/>
                  <a:gd name="T12" fmla="*/ 28 w 141"/>
                  <a:gd name="T13" fmla="*/ 66 h 124"/>
                  <a:gd name="T14" fmla="*/ 36 w 141"/>
                  <a:gd name="T15" fmla="*/ 35 h 124"/>
                  <a:gd name="T16" fmla="*/ 59 w 141"/>
                  <a:gd name="T17" fmla="*/ 20 h 124"/>
                  <a:gd name="T18" fmla="*/ 43 w 141"/>
                  <a:gd name="T19" fmla="*/ 0 h 124"/>
                  <a:gd name="T20" fmla="*/ 125 w 141"/>
                  <a:gd name="T21" fmla="*/ 0 h 124"/>
                  <a:gd name="T22" fmla="*/ 94 w 141"/>
                  <a:gd name="T23" fmla="*/ 26 h 124"/>
                  <a:gd name="T24" fmla="*/ 83 w 141"/>
                  <a:gd name="T25" fmla="*/ 81 h 124"/>
                  <a:gd name="T26" fmla="*/ 83 w 141"/>
                  <a:gd name="T27" fmla="*/ 124 h 124"/>
                  <a:gd name="T28" fmla="*/ 141 w 141"/>
                  <a:gd name="T29" fmla="*/ 124 h 124"/>
                  <a:gd name="T30" fmla="*/ 141 w 141"/>
                  <a:gd name="T31" fmla="*/ 66 h 124"/>
                  <a:gd name="T32" fmla="*/ 111 w 141"/>
                  <a:gd name="T33" fmla="*/ 66 h 124"/>
                  <a:gd name="T34" fmla="*/ 119 w 141"/>
                  <a:gd name="T35" fmla="*/ 36 h 124"/>
                  <a:gd name="T36" fmla="*/ 141 w 141"/>
                  <a:gd name="T37" fmla="*/ 20 h 124"/>
                  <a:gd name="T38" fmla="*/ 125 w 141"/>
                  <a:gd name="T39" fmla="*/ 0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41" h="124">
                    <a:moveTo>
                      <a:pt x="43" y="0"/>
                    </a:moveTo>
                    <a:cubicBezTo>
                      <a:pt x="33" y="3"/>
                      <a:pt x="20" y="12"/>
                      <a:pt x="11" y="26"/>
                    </a:cubicBezTo>
                    <a:cubicBezTo>
                      <a:pt x="2" y="40"/>
                      <a:pt x="0" y="58"/>
                      <a:pt x="0" y="81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59" y="124"/>
                      <a:pt x="59" y="124"/>
                      <a:pt x="59" y="124"/>
                    </a:cubicBezTo>
                    <a:cubicBezTo>
                      <a:pt x="59" y="66"/>
                      <a:pt x="59" y="66"/>
                      <a:pt x="59" y="66"/>
                    </a:cubicBezTo>
                    <a:cubicBezTo>
                      <a:pt x="28" y="66"/>
                      <a:pt x="28" y="66"/>
                      <a:pt x="28" y="66"/>
                    </a:cubicBezTo>
                    <a:cubicBezTo>
                      <a:pt x="28" y="58"/>
                      <a:pt x="28" y="44"/>
                      <a:pt x="36" y="35"/>
                    </a:cubicBezTo>
                    <a:cubicBezTo>
                      <a:pt x="43" y="28"/>
                      <a:pt x="52" y="22"/>
                      <a:pt x="59" y="20"/>
                    </a:cubicBezTo>
                    <a:cubicBezTo>
                      <a:pt x="43" y="0"/>
                      <a:pt x="43" y="0"/>
                      <a:pt x="43" y="0"/>
                    </a:cubicBezTo>
                    <a:moveTo>
                      <a:pt x="125" y="0"/>
                    </a:moveTo>
                    <a:cubicBezTo>
                      <a:pt x="116" y="3"/>
                      <a:pt x="103" y="12"/>
                      <a:pt x="94" y="26"/>
                    </a:cubicBezTo>
                    <a:cubicBezTo>
                      <a:pt x="84" y="40"/>
                      <a:pt x="83" y="58"/>
                      <a:pt x="83" y="81"/>
                    </a:cubicBezTo>
                    <a:cubicBezTo>
                      <a:pt x="83" y="124"/>
                      <a:pt x="83" y="124"/>
                      <a:pt x="83" y="124"/>
                    </a:cubicBezTo>
                    <a:cubicBezTo>
                      <a:pt x="141" y="124"/>
                      <a:pt x="141" y="124"/>
                      <a:pt x="141" y="124"/>
                    </a:cubicBezTo>
                    <a:cubicBezTo>
                      <a:pt x="141" y="66"/>
                      <a:pt x="141" y="66"/>
                      <a:pt x="141" y="66"/>
                    </a:cubicBezTo>
                    <a:cubicBezTo>
                      <a:pt x="111" y="66"/>
                      <a:pt x="111" y="66"/>
                      <a:pt x="111" y="66"/>
                    </a:cubicBezTo>
                    <a:cubicBezTo>
                      <a:pt x="111" y="58"/>
                      <a:pt x="111" y="45"/>
                      <a:pt x="119" y="36"/>
                    </a:cubicBezTo>
                    <a:cubicBezTo>
                      <a:pt x="126" y="28"/>
                      <a:pt x="134" y="22"/>
                      <a:pt x="141" y="20"/>
                    </a:cubicBezTo>
                    <a:cubicBezTo>
                      <a:pt x="125" y="0"/>
                      <a:pt x="125" y="0"/>
                      <a:pt x="125" y="0"/>
                    </a:cubicBezTo>
                  </a:path>
                </a:pathLst>
              </a:custGeom>
              <a:solidFill>
                <a:schemeClr val="bg1"/>
              </a:solidFill>
              <a:ln w="635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20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rgbClr val="1F497D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</a:endParaRPr>
              </a:p>
            </p:txBody>
          </p:sp>
        </p:grpSp>
        <p:sp>
          <p:nvSpPr>
            <p:cNvPr id="58" name="사각형: 둥근 모서리 57">
              <a:extLst>
                <a:ext uri="{FF2B5EF4-FFF2-40B4-BE49-F238E27FC236}">
                  <a16:creationId xmlns:a16="http://schemas.microsoft.com/office/drawing/2014/main" id="{A311461B-9802-414D-85A0-C73479C0DC5B}"/>
                </a:ext>
              </a:extLst>
            </p:cNvPr>
            <p:cNvSpPr/>
            <p:nvPr/>
          </p:nvSpPr>
          <p:spPr>
            <a:xfrm>
              <a:off x="1941397" y="3656856"/>
              <a:ext cx="2975206" cy="54000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3175">
              <a:noFill/>
            </a:ln>
            <a:effectLst>
              <a:outerShdw blurRad="101600" dist="38100" dir="5400000" algn="t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Pretendard" panose="02000503000000020004" pitchFamily="50" charset="-127"/>
                <a:ea typeface="Pretendard" panose="02000503000000020004" pitchFamily="50" charset="-127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B31D3973-C794-E09C-26B6-AE4EC59C00A4}"/>
              </a:ext>
            </a:extLst>
          </p:cNvPr>
          <p:cNvSpPr txBox="1"/>
          <p:nvPr/>
        </p:nvSpPr>
        <p:spPr>
          <a:xfrm>
            <a:off x="1667082" y="503378"/>
            <a:ext cx="1313436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defTabSz="987095"/>
            <a:r>
              <a:rPr lang="en-US" altLang="ko-KR" sz="800" spc="-54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Ⅰ  </a:t>
            </a:r>
            <a:r>
              <a:rPr lang="ko-KR" altLang="en-US" sz="800" spc="-54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제안 개요  </a:t>
            </a:r>
            <a:r>
              <a:rPr lang="en-US" altLang="ko-KR" sz="800" spc="-54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&gt;  1. </a:t>
            </a:r>
            <a:r>
              <a:rPr lang="ko-KR" altLang="en-US" sz="800" spc="-54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제안의 목적 및 배경</a:t>
            </a:r>
          </a:p>
        </p:txBody>
      </p:sp>
    </p:spTree>
    <p:extLst>
      <p:ext uri="{BB962C8B-B14F-4D97-AF65-F5344CB8AC3E}">
        <p14:creationId xmlns:p14="http://schemas.microsoft.com/office/powerpoint/2010/main" val="397456367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2" name="그룹 201">
            <a:extLst>
              <a:ext uri="{FF2B5EF4-FFF2-40B4-BE49-F238E27FC236}">
                <a16:creationId xmlns:a16="http://schemas.microsoft.com/office/drawing/2014/main" id="{9798EB9F-663D-485E-98F2-78741E3F9E19}"/>
              </a:ext>
            </a:extLst>
          </p:cNvPr>
          <p:cNvGrpSpPr/>
          <p:nvPr/>
        </p:nvGrpSpPr>
        <p:grpSpPr>
          <a:xfrm>
            <a:off x="440668" y="1064568"/>
            <a:ext cx="66431" cy="180000"/>
            <a:chOff x="447632" y="1870808"/>
            <a:chExt cx="66431" cy="247087"/>
          </a:xfrm>
        </p:grpSpPr>
        <p:sp>
          <p:nvSpPr>
            <p:cNvPr id="204" name="직사각형 203">
              <a:extLst>
                <a:ext uri="{FF2B5EF4-FFF2-40B4-BE49-F238E27FC236}">
                  <a16:creationId xmlns:a16="http://schemas.microsoft.com/office/drawing/2014/main" id="{BEBCA452-4351-4D00-B1C3-0666306F18FD}"/>
                </a:ext>
              </a:extLst>
            </p:cNvPr>
            <p:cNvSpPr/>
            <p:nvPr/>
          </p:nvSpPr>
          <p:spPr>
            <a:xfrm>
              <a:off x="447632" y="1990162"/>
              <a:ext cx="66431" cy="12773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/>
            </a:bodyPr>
            <a:lstStyle/>
            <a:p>
              <a:pPr algn="ctr"/>
              <a:endParaRPr lang="ko-KR" altLang="en-US">
                <a:ln>
                  <a:solidFill>
                    <a:srgbClr val="02A1B2">
                      <a:alpha val="0"/>
                    </a:srgbClr>
                  </a:solidFill>
                </a:ln>
              </a:endParaRPr>
            </a:p>
          </p:txBody>
        </p:sp>
        <p:sp>
          <p:nvSpPr>
            <p:cNvPr id="205" name="직사각형 204">
              <a:extLst>
                <a:ext uri="{FF2B5EF4-FFF2-40B4-BE49-F238E27FC236}">
                  <a16:creationId xmlns:a16="http://schemas.microsoft.com/office/drawing/2014/main" id="{E57978A0-A6A7-4D64-A3DC-372361E56A08}"/>
                </a:ext>
              </a:extLst>
            </p:cNvPr>
            <p:cNvSpPr/>
            <p:nvPr/>
          </p:nvSpPr>
          <p:spPr>
            <a:xfrm>
              <a:off x="447632" y="1870808"/>
              <a:ext cx="66431" cy="127733"/>
            </a:xfrm>
            <a:prstGeom prst="rect">
              <a:avLst/>
            </a:prstGeom>
            <a:solidFill>
              <a:srgbClr val="B71B6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/>
            </a:bodyPr>
            <a:lstStyle/>
            <a:p>
              <a:pPr algn="ctr"/>
              <a:endParaRPr lang="ko-KR" altLang="en-US">
                <a:ln>
                  <a:solidFill>
                    <a:srgbClr val="02A1B2">
                      <a:alpha val="0"/>
                    </a:srgbClr>
                  </a:solidFill>
                </a:ln>
              </a:endParaRPr>
            </a:p>
          </p:txBody>
        </p:sp>
      </p:grpSp>
      <p:sp>
        <p:nvSpPr>
          <p:cNvPr id="206" name="직사각형 205">
            <a:extLst>
              <a:ext uri="{FF2B5EF4-FFF2-40B4-BE49-F238E27FC236}">
                <a16:creationId xmlns:a16="http://schemas.microsoft.com/office/drawing/2014/main" id="{535DD6C6-C9C5-472E-863B-6CDDDE370D23}"/>
              </a:ext>
            </a:extLst>
          </p:cNvPr>
          <p:cNvSpPr/>
          <p:nvPr/>
        </p:nvSpPr>
        <p:spPr>
          <a:xfrm>
            <a:off x="5206867" y="1065770"/>
            <a:ext cx="1209800" cy="17763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36000" rIns="72000" bIns="18000" rtlCol="0" anchor="ctr">
            <a:spAutoFit/>
          </a:bodyPr>
          <a:lstStyle/>
          <a:p>
            <a:pPr algn="r"/>
            <a:r>
              <a: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요구사항 번호</a:t>
            </a:r>
            <a:r>
              <a:rPr lang="en-US" altLang="ko-KR" sz="8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: </a:t>
            </a:r>
            <a:r>
              <a:rPr lang="en-US" altLang="ko-KR" sz="800">
                <a:solidFill>
                  <a:srgbClr val="0070C0"/>
                </a:solidFill>
                <a:latin typeface="+mj-ea"/>
                <a:ea typeface="+mj-ea"/>
              </a:rPr>
              <a:t>ABC-001</a:t>
            </a:r>
            <a:endParaRPr lang="ko-KR" altLang="en-US" sz="800" dirty="0">
              <a:solidFill>
                <a:srgbClr val="0070C0"/>
              </a:solidFill>
              <a:latin typeface="+mj-ea"/>
              <a:ea typeface="+mj-ea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D182EB7-935F-4BEE-9C44-E070D95F22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676" y="1064568"/>
            <a:ext cx="995516" cy="199285"/>
          </a:xfrm>
        </p:spPr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사업 범위</a:t>
            </a:r>
          </a:p>
        </p:txBody>
      </p:sp>
      <p:grpSp>
        <p:nvGrpSpPr>
          <p:cNvPr id="253" name="그룹 252">
            <a:extLst>
              <a:ext uri="{FF2B5EF4-FFF2-40B4-BE49-F238E27FC236}">
                <a16:creationId xmlns:a16="http://schemas.microsoft.com/office/drawing/2014/main" id="{32AEDF6C-0EA8-43B7-AF34-E8BAB3A160F5}"/>
              </a:ext>
            </a:extLst>
          </p:cNvPr>
          <p:cNvGrpSpPr/>
          <p:nvPr/>
        </p:nvGrpSpPr>
        <p:grpSpPr>
          <a:xfrm>
            <a:off x="440668" y="2504728"/>
            <a:ext cx="5976000" cy="184666"/>
            <a:chOff x="4503039" y="5804479"/>
            <a:chExt cx="5976000" cy="184666"/>
          </a:xfrm>
        </p:grpSpPr>
        <p:cxnSp>
          <p:nvCxnSpPr>
            <p:cNvPr id="254" name="직선 연결선 253">
              <a:extLst>
                <a:ext uri="{FF2B5EF4-FFF2-40B4-BE49-F238E27FC236}">
                  <a16:creationId xmlns:a16="http://schemas.microsoft.com/office/drawing/2014/main" id="{86CF94C3-DF28-4A27-920C-BB57F7DE2ED0}"/>
                </a:ext>
              </a:extLst>
            </p:cNvPr>
            <p:cNvCxnSpPr>
              <a:cxnSpLocks/>
            </p:cNvCxnSpPr>
            <p:nvPr/>
          </p:nvCxnSpPr>
          <p:spPr>
            <a:xfrm>
              <a:off x="4503039" y="5948495"/>
              <a:ext cx="5976000" cy="0"/>
            </a:xfrm>
            <a:prstGeom prst="line">
              <a:avLst/>
            </a:prstGeom>
            <a:ln w="12700" cap="flat">
              <a:solidFill>
                <a:srgbClr val="BAC0CE"/>
              </a:solidFill>
              <a:miter lim="800000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5" name="TextBox 254">
              <a:extLst>
                <a:ext uri="{FF2B5EF4-FFF2-40B4-BE49-F238E27FC236}">
                  <a16:creationId xmlns:a16="http://schemas.microsoft.com/office/drawing/2014/main" id="{FEAC089A-BA3F-412C-9E18-CFF4749CF60E}"/>
                </a:ext>
              </a:extLst>
            </p:cNvPr>
            <p:cNvSpPr txBox="1"/>
            <p:nvPr/>
          </p:nvSpPr>
          <p:spPr>
            <a:xfrm flipH="1">
              <a:off x="4503039" y="5804479"/>
              <a:ext cx="1006736" cy="18466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</p:spPr>
          <p:txBody>
            <a:bodyPr wrap="none" lIns="0" tIns="0" rIns="108000" bIns="0" rtlCol="0" anchor="b">
              <a:spAutoFit/>
            </a:bodyPr>
            <a:lstStyle/>
            <a:p>
              <a:pPr lvl="0" defTabSz="478031">
                <a:defRPr/>
              </a:pPr>
              <a:r>
                <a:rPr lang="ko-KR" altLang="en-US" sz="120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사업 수행 범위</a:t>
              </a:r>
            </a:p>
          </p:txBody>
        </p:sp>
      </p:grpSp>
      <p:sp>
        <p:nvSpPr>
          <p:cNvPr id="256" name="AutoShape 165">
            <a:extLst>
              <a:ext uri="{FF2B5EF4-FFF2-40B4-BE49-F238E27FC236}">
                <a16:creationId xmlns:a16="http://schemas.microsoft.com/office/drawing/2014/main" id="{C6DB4F69-D4FD-4686-A1C7-FFD4F0CBD6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668" y="1568624"/>
            <a:ext cx="5976000" cy="647237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3175" algn="ctr">
            <a:solidFill>
              <a:schemeClr val="bg1">
                <a:lumMod val="95000"/>
              </a:schemeClr>
            </a:solidFill>
            <a:round/>
            <a:headEnd/>
            <a:tailEnd/>
          </a:ln>
          <a:effectLst/>
        </p:spPr>
        <p:txBody>
          <a:bodyPr wrap="square" lIns="144000" tIns="36000" rIns="72000" bIns="36000" anchor="ctr"/>
          <a:lstStyle/>
          <a:p>
            <a:pPr marL="85725" lvl="0" indent="-85725" defTabSz="914400" fontAlgn="ctr">
              <a:lnSpc>
                <a:spcPct val="110000"/>
              </a:lnSpc>
              <a:spcAft>
                <a:spcPts val="300"/>
              </a:spcAft>
              <a:buFont typeface="Arial" pitchFamily="34" charset="0"/>
              <a:buChar char="•"/>
              <a:defRPr/>
            </a:pPr>
            <a:r>
              <a:rPr kumimoji="1" lang="ko-KR" altLang="en-US" sz="1000" ker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과업지시서를 분석하여 요구사항을 파악하고 사업범위를 산정</a:t>
            </a:r>
            <a:endParaRPr kumimoji="1" lang="ko-KR" altLang="en-US" sz="1000" kern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  <a:p>
            <a:pPr marL="85725" lvl="0" indent="-85725" defTabSz="914400" fontAlgn="ctr">
              <a:lnSpc>
                <a:spcPct val="110000"/>
              </a:lnSpc>
              <a:spcAft>
                <a:spcPts val="300"/>
              </a:spcAft>
              <a:buFont typeface="Arial" pitchFamily="34" charset="0"/>
              <a:buChar char="•"/>
              <a:defRPr/>
            </a:pPr>
            <a:r>
              <a:rPr kumimoji="1" lang="ko-KR" altLang="en-US" sz="1000" ker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주관기관과의 추가 인터뷰를 통한 요구사항 및 특이사항을 사업범위에 반영</a:t>
            </a: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412DDDA5-1523-4BDC-A39B-4F3BCF983E79}"/>
              </a:ext>
            </a:extLst>
          </p:cNvPr>
          <p:cNvGrpSpPr/>
          <p:nvPr/>
        </p:nvGrpSpPr>
        <p:grpSpPr>
          <a:xfrm>
            <a:off x="440668" y="7113240"/>
            <a:ext cx="5976120" cy="1210639"/>
            <a:chOff x="440668" y="7170212"/>
            <a:chExt cx="5976120" cy="1210639"/>
          </a:xfrm>
        </p:grpSpPr>
        <p:sp>
          <p:nvSpPr>
            <p:cNvPr id="65" name="직사각형 64">
              <a:extLst>
                <a:ext uri="{FF2B5EF4-FFF2-40B4-BE49-F238E27FC236}">
                  <a16:creationId xmlns:a16="http://schemas.microsoft.com/office/drawing/2014/main" id="{0633F37A-AAAB-4F40-995B-CDE594F15E97}"/>
                </a:ext>
              </a:extLst>
            </p:cNvPr>
            <p:cNvSpPr/>
            <p:nvPr/>
          </p:nvSpPr>
          <p:spPr>
            <a:xfrm>
              <a:off x="1520788" y="7415596"/>
              <a:ext cx="4896000" cy="965255"/>
            </a:xfrm>
            <a:prstGeom prst="rect">
              <a:avLst/>
            </a:prstGeom>
            <a:solidFill>
              <a:srgbClr val="F8F8F8"/>
            </a:solidFill>
            <a:ln w="25400" cap="flat" cmpd="sng" algn="ctr">
              <a:noFill/>
              <a:prstDash val="solid"/>
            </a:ln>
            <a:effectLst/>
          </p:spPr>
          <p:txBody>
            <a:bodyPr wrap="square" lIns="108000" tIns="36000" rIns="0" bIns="36000" rtlCol="0" anchor="t">
              <a:spAutoFit/>
            </a:bodyPr>
            <a:lstStyle/>
            <a:p>
              <a:pPr marL="90000" indent="-90000" eaLnBrk="0" fontAlgn="base" hangingPunct="0">
                <a:lnSpc>
                  <a:spcPct val="120000"/>
                </a:lnSpc>
                <a:spcAft>
                  <a:spcPts val="4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  <a:buFont typeface="Arial" pitchFamily="34" charset="0"/>
                <a:buChar char="•"/>
              </a:pP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회의시스템</a:t>
              </a:r>
              <a:r>
                <a: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:</a:t>
              </a: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 내부업무시스템에 자동 등록</a:t>
              </a:r>
            </a:p>
            <a:p>
              <a:pPr marL="90000" indent="-90000" eaLnBrk="0" fontAlgn="base" hangingPunct="0">
                <a:lnSpc>
                  <a:spcPct val="120000"/>
                </a:lnSpc>
                <a:spcAft>
                  <a:spcPts val="4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  <a:buFont typeface="Arial" pitchFamily="34" charset="0"/>
                <a:buChar char="•"/>
              </a:pP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부서관리자</a:t>
              </a:r>
              <a:r>
                <a: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(</a:t>
              </a: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부서장</a:t>
              </a:r>
              <a:r>
                <a: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)</a:t>
              </a: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 조회 기능 확대</a:t>
              </a:r>
            </a:p>
            <a:p>
              <a:pPr marL="90000" indent="-90000" eaLnBrk="0" fontAlgn="base" hangingPunct="0">
                <a:lnSpc>
                  <a:spcPct val="120000"/>
                </a:lnSpc>
                <a:spcAft>
                  <a:spcPts val="4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  <a:buFont typeface="Arial" pitchFamily="34" charset="0"/>
                <a:buChar char="•"/>
              </a:pP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타시스템과 연계 기능 개선 및 오류 수정</a:t>
              </a:r>
              <a:r>
                <a: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: </a:t>
              </a: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연계 시스템</a:t>
              </a:r>
              <a:r>
                <a: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, </a:t>
              </a: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연계</a:t>
              </a:r>
              <a:r>
                <a: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2 </a:t>
              </a: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시스템</a:t>
              </a:r>
              <a:r>
                <a: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, </a:t>
              </a: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연계</a:t>
              </a:r>
              <a:r>
                <a: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3 </a:t>
              </a: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시스템</a:t>
              </a:r>
            </a:p>
            <a:p>
              <a:pPr marL="90000" indent="-90000" eaLnBrk="0" fontAlgn="base" hangingPunct="0">
                <a:lnSpc>
                  <a:spcPct val="120000"/>
                </a:lnSpc>
                <a:spcAft>
                  <a:spcPts val="4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  <a:buFont typeface="Arial" pitchFamily="34" charset="0"/>
                <a:buChar char="•"/>
              </a:pP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공공데이터 제공을 위한 </a:t>
              </a:r>
              <a:r>
                <a: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API </a:t>
              </a: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개발</a:t>
              </a:r>
            </a:p>
          </p:txBody>
        </p:sp>
        <p:sp>
          <p:nvSpPr>
            <p:cNvPr id="66" name="직사각형 65">
              <a:extLst>
                <a:ext uri="{FF2B5EF4-FFF2-40B4-BE49-F238E27FC236}">
                  <a16:creationId xmlns:a16="http://schemas.microsoft.com/office/drawing/2014/main" id="{678A4F8B-C7A9-4F92-A975-9682AE6790F1}"/>
                </a:ext>
              </a:extLst>
            </p:cNvPr>
            <p:cNvSpPr/>
            <p:nvPr/>
          </p:nvSpPr>
          <p:spPr>
            <a:xfrm>
              <a:off x="1520787" y="7170212"/>
              <a:ext cx="4896000" cy="252000"/>
            </a:xfrm>
            <a:prstGeom prst="rect">
              <a:avLst/>
            </a:prstGeom>
            <a:solidFill>
              <a:srgbClr val="BDD7EE"/>
            </a:solidFill>
            <a:ln w="12700" algn="ctr">
              <a:noFill/>
              <a:miter lim="800000"/>
              <a:headEnd/>
              <a:tailEnd/>
            </a:ln>
            <a:effectLst>
              <a:innerShdw blurRad="25400">
                <a:prstClr val="black">
                  <a:alpha val="20000"/>
                </a:prstClr>
              </a:innerShdw>
            </a:effectLst>
          </p:spPr>
          <p:txBody>
            <a:bodyPr lIns="108000" rIns="54000" anchor="ctr"/>
            <a:lstStyle/>
            <a:p>
              <a:pPr marL="166189" indent="-180964" defTabSz="914400" fontAlgn="base" latinLnBrk="1">
                <a:spcBef>
                  <a:spcPct val="0"/>
                </a:spcBef>
                <a:spcAft>
                  <a:spcPct val="0"/>
                </a:spcAft>
              </a:pPr>
              <a:r>
                <a:rPr lang="ko-KR" altLang="en-US" sz="1100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내부업무처리 기능 개선</a:t>
              </a:r>
            </a:p>
          </p:txBody>
        </p:sp>
        <p:sp>
          <p:nvSpPr>
            <p:cNvPr id="100" name="직사각형 99">
              <a:extLst>
                <a:ext uri="{FF2B5EF4-FFF2-40B4-BE49-F238E27FC236}">
                  <a16:creationId xmlns:a16="http://schemas.microsoft.com/office/drawing/2014/main" id="{21227B27-8720-454C-9750-681FFA18C3D8}"/>
                </a:ext>
              </a:extLst>
            </p:cNvPr>
            <p:cNvSpPr/>
            <p:nvPr/>
          </p:nvSpPr>
          <p:spPr>
            <a:xfrm>
              <a:off x="440668" y="7170212"/>
              <a:ext cx="1080000" cy="252000"/>
            </a:xfrm>
            <a:prstGeom prst="rect">
              <a:avLst/>
            </a:prstGeom>
            <a:solidFill>
              <a:srgbClr val="001C4E"/>
            </a:solidFill>
            <a:ln w="28575" cap="flat" cmpd="sng" algn="ctr">
              <a:noFill/>
              <a:prstDash val="solid"/>
            </a:ln>
            <a:effectLst>
              <a:outerShdw blurRad="38100" dist="38100" dir="2700000" algn="tl" rotWithShape="0">
                <a:schemeClr val="bg1">
                  <a:alpha val="30000"/>
                </a:schemeClr>
              </a:outerShdw>
            </a:effectLst>
          </p:spPr>
          <p:txBody>
            <a:bodyPr lIns="36000" tIns="36000" rIns="36000" bIns="36000" rtlCol="0" anchor="ctr"/>
            <a:lstStyle/>
            <a:p>
              <a:pPr marL="166189" indent="-180964" algn="ctr" defTabSz="914400" latinLnBrk="1"/>
              <a:r>
                <a:rPr lang="en-US" altLang="ko-KR" sz="1100" kern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ea"/>
                  <a:ea typeface="+mj-ea"/>
                </a:rPr>
                <a:t>04 </a:t>
              </a:r>
              <a:r>
                <a:rPr lang="ko-KR" altLang="en-US" sz="1100" kern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ea"/>
                  <a:ea typeface="+mj-ea"/>
                </a:rPr>
                <a:t>내부 시스템</a:t>
              </a:r>
            </a:p>
          </p:txBody>
        </p:sp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C1000300-5F6F-4A7B-BC4B-A7FD8BDB7AA4}"/>
                </a:ext>
              </a:extLst>
            </p:cNvPr>
            <p:cNvGrpSpPr/>
            <p:nvPr/>
          </p:nvGrpSpPr>
          <p:grpSpPr>
            <a:xfrm>
              <a:off x="661024" y="7631620"/>
              <a:ext cx="639288" cy="505226"/>
              <a:chOff x="593899" y="7578571"/>
              <a:chExt cx="773539" cy="611324"/>
            </a:xfrm>
          </p:grpSpPr>
          <p:sp>
            <p:nvSpPr>
              <p:cNvPr id="277" name="Graphic 202">
                <a:extLst>
                  <a:ext uri="{FF2B5EF4-FFF2-40B4-BE49-F238E27FC236}">
                    <a16:creationId xmlns:a16="http://schemas.microsoft.com/office/drawing/2014/main" id="{08B828DA-BCA0-459D-8C6E-5855012C7AC2}"/>
                  </a:ext>
                </a:extLst>
              </p:cNvPr>
              <p:cNvSpPr/>
              <p:nvPr/>
            </p:nvSpPr>
            <p:spPr>
              <a:xfrm>
                <a:off x="865927" y="7664320"/>
                <a:ext cx="229483" cy="32311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0304" y="8100"/>
                    </a:moveTo>
                    <a:lnTo>
                      <a:pt x="18144" y="8100"/>
                    </a:lnTo>
                    <a:lnTo>
                      <a:pt x="18144" y="5738"/>
                    </a:lnTo>
                    <a:cubicBezTo>
                      <a:pt x="18144" y="2569"/>
                      <a:pt x="14856" y="0"/>
                      <a:pt x="10800" y="0"/>
                    </a:cubicBezTo>
                    <a:cubicBezTo>
                      <a:pt x="6744" y="0"/>
                      <a:pt x="3456" y="2569"/>
                      <a:pt x="3456" y="5738"/>
                    </a:cubicBezTo>
                    <a:lnTo>
                      <a:pt x="3456" y="8100"/>
                    </a:lnTo>
                    <a:lnTo>
                      <a:pt x="1296" y="8100"/>
                    </a:lnTo>
                    <a:cubicBezTo>
                      <a:pt x="580" y="8100"/>
                      <a:pt x="0" y="8553"/>
                      <a:pt x="0" y="9113"/>
                    </a:cubicBezTo>
                    <a:lnTo>
                      <a:pt x="0" y="20588"/>
                    </a:lnTo>
                    <a:cubicBezTo>
                      <a:pt x="0" y="21147"/>
                      <a:pt x="580" y="21600"/>
                      <a:pt x="1296" y="21600"/>
                    </a:cubicBezTo>
                    <a:lnTo>
                      <a:pt x="20304" y="21600"/>
                    </a:lnTo>
                    <a:cubicBezTo>
                      <a:pt x="21020" y="21600"/>
                      <a:pt x="21600" y="21147"/>
                      <a:pt x="21600" y="20588"/>
                    </a:cubicBezTo>
                    <a:lnTo>
                      <a:pt x="21600" y="9113"/>
                    </a:lnTo>
                    <a:cubicBezTo>
                      <a:pt x="21600" y="8553"/>
                      <a:pt x="21020" y="8100"/>
                      <a:pt x="20304" y="8100"/>
                    </a:cubicBezTo>
                    <a:close/>
                    <a:moveTo>
                      <a:pt x="6048" y="5738"/>
                    </a:moveTo>
                    <a:cubicBezTo>
                      <a:pt x="6048" y="3687"/>
                      <a:pt x="8176" y="2025"/>
                      <a:pt x="10800" y="2025"/>
                    </a:cubicBezTo>
                    <a:cubicBezTo>
                      <a:pt x="13424" y="2025"/>
                      <a:pt x="15552" y="3687"/>
                      <a:pt x="15552" y="5738"/>
                    </a:cubicBezTo>
                    <a:lnTo>
                      <a:pt x="15552" y="8100"/>
                    </a:lnTo>
                    <a:lnTo>
                      <a:pt x="6048" y="8100"/>
                    </a:lnTo>
                    <a:close/>
                    <a:moveTo>
                      <a:pt x="19008" y="19575"/>
                    </a:moveTo>
                    <a:lnTo>
                      <a:pt x="2592" y="19575"/>
                    </a:lnTo>
                    <a:lnTo>
                      <a:pt x="2592" y="10125"/>
                    </a:lnTo>
                    <a:lnTo>
                      <a:pt x="19008" y="10125"/>
                    </a:lnTo>
                    <a:close/>
                    <a:moveTo>
                      <a:pt x="8640" y="13838"/>
                    </a:moveTo>
                    <a:cubicBezTo>
                      <a:pt x="8635" y="12906"/>
                      <a:pt x="9598" y="12147"/>
                      <a:pt x="10791" y="12143"/>
                    </a:cubicBezTo>
                    <a:cubicBezTo>
                      <a:pt x="11983" y="12139"/>
                      <a:pt x="12955" y="12891"/>
                      <a:pt x="12960" y="13823"/>
                    </a:cubicBezTo>
                    <a:cubicBezTo>
                      <a:pt x="12963" y="14356"/>
                      <a:pt x="12643" y="14860"/>
                      <a:pt x="12096" y="15180"/>
                    </a:cubicBezTo>
                    <a:lnTo>
                      <a:pt x="12096" y="16538"/>
                    </a:lnTo>
                    <a:cubicBezTo>
                      <a:pt x="12096" y="17097"/>
                      <a:pt x="11516" y="17550"/>
                      <a:pt x="10800" y="17550"/>
                    </a:cubicBezTo>
                    <a:cubicBezTo>
                      <a:pt x="10084" y="17550"/>
                      <a:pt x="9504" y="17097"/>
                      <a:pt x="9504" y="16538"/>
                    </a:cubicBezTo>
                    <a:lnTo>
                      <a:pt x="9504" y="15180"/>
                    </a:lnTo>
                    <a:cubicBezTo>
                      <a:pt x="8962" y="14864"/>
                      <a:pt x="8641" y="14366"/>
                      <a:pt x="8640" y="13838"/>
                    </a:cubicBezTo>
                    <a:close/>
                  </a:path>
                </a:pathLst>
              </a:custGeom>
              <a:solidFill>
                <a:srgbClr val="44546A"/>
              </a:solidFill>
              <a:ln w="6350" algn="ctr">
                <a:noFill/>
                <a:miter lim="800000"/>
                <a:headEnd/>
                <a:tailEnd/>
              </a:ln>
            </p:spPr>
            <p:txBody>
              <a:bodyPr wrap="square" lIns="36000" tIns="36000" rIns="36000" bIns="36000" anchor="ctr" anchorCtr="0">
                <a:noAutofit/>
              </a:bodyPr>
              <a:lstStyle/>
              <a:p>
                <a:endParaRPr dirty="0">
                  <a:sym typeface="Helvetica Neue Medium"/>
                </a:endParaRPr>
              </a:p>
            </p:txBody>
          </p:sp>
          <p:sp>
            <p:nvSpPr>
              <p:cNvPr id="292" name="Shape">
                <a:extLst>
                  <a:ext uri="{FF2B5EF4-FFF2-40B4-BE49-F238E27FC236}">
                    <a16:creationId xmlns:a16="http://schemas.microsoft.com/office/drawing/2014/main" id="{CFEBAEA5-31BD-4CDE-8EAF-58C4DD4F8EA9}"/>
                  </a:ext>
                </a:extLst>
              </p:cNvPr>
              <p:cNvSpPr/>
              <p:nvPr/>
            </p:nvSpPr>
            <p:spPr>
              <a:xfrm>
                <a:off x="593899" y="7578571"/>
                <a:ext cx="773539" cy="61132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lnTo>
                      <a:pt x="0" y="17699"/>
                    </a:lnTo>
                    <a:lnTo>
                      <a:pt x="10375" y="17699"/>
                    </a:lnTo>
                    <a:lnTo>
                      <a:pt x="10375" y="20523"/>
                    </a:lnTo>
                    <a:lnTo>
                      <a:pt x="4086" y="20523"/>
                    </a:lnTo>
                    <a:lnTo>
                      <a:pt x="4086" y="21600"/>
                    </a:lnTo>
                    <a:lnTo>
                      <a:pt x="17514" y="21600"/>
                    </a:lnTo>
                    <a:lnTo>
                      <a:pt x="17514" y="20523"/>
                    </a:lnTo>
                    <a:lnTo>
                      <a:pt x="11225" y="20523"/>
                    </a:lnTo>
                    <a:lnTo>
                      <a:pt x="11225" y="17699"/>
                    </a:lnTo>
                    <a:lnTo>
                      <a:pt x="21600" y="17699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  <a:moveTo>
                      <a:pt x="887" y="1136"/>
                    </a:moveTo>
                    <a:lnTo>
                      <a:pt x="20713" y="1136"/>
                    </a:lnTo>
                    <a:lnTo>
                      <a:pt x="20713" y="16563"/>
                    </a:lnTo>
                    <a:lnTo>
                      <a:pt x="887" y="16563"/>
                    </a:lnTo>
                    <a:lnTo>
                      <a:pt x="887" y="1136"/>
                    </a:lnTo>
                    <a:close/>
                  </a:path>
                </a:pathLst>
              </a:custGeom>
              <a:solidFill>
                <a:schemeClr val="tx2">
                  <a:lumMod val="20000"/>
                  <a:lumOff val="80000"/>
                </a:schemeClr>
              </a:solidFill>
              <a:ln w="6350" algn="ctr">
                <a:noFill/>
                <a:miter lim="800000"/>
                <a:headEnd/>
                <a:tailEnd/>
              </a:ln>
            </p:spPr>
            <p:txBody>
              <a:bodyPr wrap="square" lIns="36000" tIns="36000" rIns="36000" bIns="36000" anchor="ctr" anchorCtr="0">
                <a:noAutofit/>
              </a:bodyPr>
              <a:lstStyle/>
              <a:p>
                <a:endParaRPr>
                  <a:sym typeface="Helvetica Neue Medium"/>
                </a:endParaRPr>
              </a:p>
            </p:txBody>
          </p:sp>
        </p:grp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D8985010-2AA4-4C89-8078-0B4C8AD7171A}"/>
              </a:ext>
            </a:extLst>
          </p:cNvPr>
          <p:cNvGrpSpPr/>
          <p:nvPr/>
        </p:nvGrpSpPr>
        <p:grpSpPr>
          <a:xfrm>
            <a:off x="440668" y="4304928"/>
            <a:ext cx="5976120" cy="1453245"/>
            <a:chOff x="440668" y="4340932"/>
            <a:chExt cx="5976120" cy="1453245"/>
          </a:xfrm>
        </p:grpSpPr>
        <p:sp>
          <p:nvSpPr>
            <p:cNvPr id="131" name="직사각형 130">
              <a:extLst>
                <a:ext uri="{FF2B5EF4-FFF2-40B4-BE49-F238E27FC236}">
                  <a16:creationId xmlns:a16="http://schemas.microsoft.com/office/drawing/2014/main" id="{0925036A-92AA-498B-BBDC-D493D352DECC}"/>
                </a:ext>
              </a:extLst>
            </p:cNvPr>
            <p:cNvSpPr/>
            <p:nvPr/>
          </p:nvSpPr>
          <p:spPr>
            <a:xfrm>
              <a:off x="1520788" y="4592960"/>
              <a:ext cx="4896000" cy="1201217"/>
            </a:xfrm>
            <a:prstGeom prst="rect">
              <a:avLst/>
            </a:prstGeom>
            <a:solidFill>
              <a:srgbClr val="F8F8F8"/>
            </a:solidFill>
            <a:ln w="25400" cap="flat" cmpd="sng" algn="ctr">
              <a:noFill/>
              <a:prstDash val="solid"/>
            </a:ln>
            <a:effectLst/>
          </p:spPr>
          <p:txBody>
            <a:bodyPr wrap="square" lIns="108000" tIns="36000" rIns="0" bIns="36000" rtlCol="0" anchor="t">
              <a:spAutoFit/>
            </a:bodyPr>
            <a:lstStyle/>
            <a:p>
              <a:pPr marL="90000" indent="-90000" eaLnBrk="0" fontAlgn="base" hangingPunct="0">
                <a:lnSpc>
                  <a:spcPct val="120000"/>
                </a:lnSpc>
                <a:spcAft>
                  <a:spcPts val="4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  <a:buFont typeface="Arial" pitchFamily="34" charset="0"/>
                <a:buChar char="•"/>
              </a:pPr>
              <a:r>
                <a:rPr lang="ko-KR" altLang="en-US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반응형 웹 구축</a:t>
              </a:r>
              <a:r>
                <a:rPr lang="en-US" altLang="ko-KR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: </a:t>
              </a:r>
              <a:r>
                <a:rPr lang="ko-KR" altLang="en-US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모든 인터넷 이용환경에서 활용 </a:t>
              </a:r>
            </a:p>
            <a:p>
              <a:pPr marL="90000" indent="-90000" eaLnBrk="0" fontAlgn="base" hangingPunct="0">
                <a:lnSpc>
                  <a:spcPct val="120000"/>
                </a:lnSpc>
                <a:spcAft>
                  <a:spcPts val="4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  <a:buFont typeface="Arial" pitchFamily="34" charset="0"/>
                <a:buChar char="•"/>
              </a:pPr>
              <a:r>
                <a:rPr lang="ko-KR" altLang="en-US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디자인 및 메뉴 재설계</a:t>
              </a:r>
              <a:r>
                <a:rPr lang="en-US" altLang="ko-KR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: </a:t>
              </a:r>
              <a:r>
                <a:rPr lang="ko-KR" altLang="en-US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사용자에게 가독성 향상</a:t>
              </a:r>
            </a:p>
            <a:p>
              <a:pPr marL="90000" indent="-90000" eaLnBrk="0" fontAlgn="base" hangingPunct="0">
                <a:lnSpc>
                  <a:spcPct val="120000"/>
                </a:lnSpc>
                <a:spcAft>
                  <a:spcPts val="4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  <a:buFont typeface="Arial" pitchFamily="34" charset="0"/>
                <a:buChar char="•"/>
              </a:pPr>
              <a:r>
                <a:rPr lang="ko-KR" altLang="en-US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응답속도 향상</a:t>
              </a:r>
              <a:r>
                <a:rPr lang="en-US" altLang="ko-KR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: </a:t>
              </a:r>
              <a:r>
                <a:rPr lang="ko-KR" altLang="en-US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서비스 이용 최적화</a:t>
              </a:r>
            </a:p>
            <a:p>
              <a:pPr marL="90000" indent="-90000" eaLnBrk="0" fontAlgn="base" hangingPunct="0">
                <a:lnSpc>
                  <a:spcPct val="120000"/>
                </a:lnSpc>
                <a:spcAft>
                  <a:spcPts val="4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  <a:buFont typeface="Arial" pitchFamily="34" charset="0"/>
                <a:buChar char="•"/>
              </a:pPr>
              <a:r>
                <a:rPr lang="ko-KR" altLang="en-US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자동화 기능 구현</a:t>
              </a:r>
              <a:r>
                <a:rPr lang="en-US" altLang="ko-KR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: </a:t>
              </a:r>
              <a:r>
                <a:rPr lang="ko-KR" altLang="en-US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업무처리 절차 자동화 </a:t>
              </a:r>
              <a:r>
                <a:rPr lang="en-US" altLang="ko-KR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/ </a:t>
              </a:r>
              <a:r>
                <a:rPr lang="ko-KR" altLang="en-US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검색기능 강화</a:t>
              </a:r>
              <a:r>
                <a:rPr lang="en-US" altLang="ko-KR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: </a:t>
              </a:r>
              <a:r>
                <a:rPr lang="ko-KR" altLang="en-US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통합검색기능 개선</a:t>
              </a:r>
            </a:p>
            <a:p>
              <a:pPr marL="90000" indent="-90000" eaLnBrk="0" fontAlgn="base" hangingPunct="0">
                <a:lnSpc>
                  <a:spcPct val="120000"/>
                </a:lnSpc>
                <a:spcAft>
                  <a:spcPts val="4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  <a:buFont typeface="Arial" pitchFamily="34" charset="0"/>
                <a:buChar char="•"/>
              </a:pPr>
              <a:r>
                <a:rPr lang="ko-KR" altLang="en-US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본인인증 체계 다양화</a:t>
              </a:r>
              <a:r>
                <a:rPr lang="en-US" altLang="ko-KR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: </a:t>
              </a:r>
              <a:r>
                <a:rPr lang="ko-KR" altLang="en-US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인증의 편의성 확보</a:t>
              </a:r>
            </a:p>
          </p:txBody>
        </p:sp>
        <p:sp>
          <p:nvSpPr>
            <p:cNvPr id="132" name="직사각형 131">
              <a:extLst>
                <a:ext uri="{FF2B5EF4-FFF2-40B4-BE49-F238E27FC236}">
                  <a16:creationId xmlns:a16="http://schemas.microsoft.com/office/drawing/2014/main" id="{CFDF41F3-708E-4DC5-9E5C-9706589EB3CB}"/>
                </a:ext>
              </a:extLst>
            </p:cNvPr>
            <p:cNvSpPr/>
            <p:nvPr/>
          </p:nvSpPr>
          <p:spPr>
            <a:xfrm>
              <a:off x="1520788" y="4340932"/>
              <a:ext cx="4896000" cy="252000"/>
            </a:xfrm>
            <a:prstGeom prst="rect">
              <a:avLst/>
            </a:prstGeom>
            <a:solidFill>
              <a:srgbClr val="BDD7EE"/>
            </a:solidFill>
            <a:ln w="12700" algn="ctr">
              <a:noFill/>
              <a:miter lim="800000"/>
              <a:headEnd/>
              <a:tailEnd/>
            </a:ln>
            <a:effectLst>
              <a:innerShdw blurRad="25400">
                <a:prstClr val="black">
                  <a:alpha val="20000"/>
                </a:prstClr>
              </a:innerShdw>
            </a:effectLst>
          </p:spPr>
          <p:txBody>
            <a:bodyPr lIns="108000" rIns="54000" anchor="ctr"/>
            <a:lstStyle/>
            <a:p>
              <a:pPr marL="166189" indent="-180964" defTabSz="914400" fontAlgn="base" latinLnBrk="1">
                <a:spcBef>
                  <a:spcPct val="0"/>
                </a:spcBef>
                <a:spcAft>
                  <a:spcPct val="0"/>
                </a:spcAft>
              </a:pPr>
              <a:r>
                <a:rPr lang="ko-KR" altLang="en-US" sz="1100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사용자 편의성 향상</a:t>
              </a:r>
            </a:p>
          </p:txBody>
        </p:sp>
        <p:sp>
          <p:nvSpPr>
            <p:cNvPr id="133" name="직사각형 132">
              <a:extLst>
                <a:ext uri="{FF2B5EF4-FFF2-40B4-BE49-F238E27FC236}">
                  <a16:creationId xmlns:a16="http://schemas.microsoft.com/office/drawing/2014/main" id="{2CE01A12-ACB1-4F3B-B3CD-77B6733AB7B6}"/>
                </a:ext>
              </a:extLst>
            </p:cNvPr>
            <p:cNvSpPr/>
            <p:nvPr/>
          </p:nvSpPr>
          <p:spPr>
            <a:xfrm>
              <a:off x="440668" y="4340932"/>
              <a:ext cx="1080000" cy="252000"/>
            </a:xfrm>
            <a:prstGeom prst="rect">
              <a:avLst/>
            </a:prstGeom>
            <a:solidFill>
              <a:srgbClr val="001C4E"/>
            </a:solidFill>
            <a:ln w="28575" cap="flat" cmpd="sng" algn="ctr">
              <a:noFill/>
              <a:prstDash val="solid"/>
            </a:ln>
            <a:effectLst>
              <a:outerShdw blurRad="38100" dist="38100" dir="2700000" algn="tl" rotWithShape="0">
                <a:schemeClr val="bg1">
                  <a:alpha val="30000"/>
                </a:schemeClr>
              </a:outerShdw>
            </a:effectLst>
          </p:spPr>
          <p:txBody>
            <a:bodyPr lIns="36000" tIns="36000" rIns="36000" bIns="36000" rtlCol="0" anchor="ctr"/>
            <a:lstStyle/>
            <a:p>
              <a:pPr marL="166189" indent="-180964" algn="ctr" defTabSz="914400" latinLnBrk="1"/>
              <a:r>
                <a:rPr lang="en-US" altLang="ko-KR" sz="1100" kern="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ea"/>
                  <a:ea typeface="+mj-ea"/>
                </a:rPr>
                <a:t>02 </a:t>
              </a:r>
              <a:r>
                <a:rPr lang="ko-KR" altLang="en-US" sz="1100" kern="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ea"/>
                  <a:ea typeface="+mj-ea"/>
                </a:rPr>
                <a:t>시스템 활용</a:t>
              </a:r>
            </a:p>
          </p:txBody>
        </p:sp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3D8C44B0-2D43-44A6-915A-9322D4643853}"/>
                </a:ext>
              </a:extLst>
            </p:cNvPr>
            <p:cNvGrpSpPr/>
            <p:nvPr/>
          </p:nvGrpSpPr>
          <p:grpSpPr>
            <a:xfrm>
              <a:off x="629749" y="4830389"/>
              <a:ext cx="701838" cy="554659"/>
              <a:chOff x="556056" y="4772149"/>
              <a:chExt cx="849224" cy="671138"/>
            </a:xfrm>
          </p:grpSpPr>
          <p:sp>
            <p:nvSpPr>
              <p:cNvPr id="276" name="Shape">
                <a:extLst>
                  <a:ext uri="{FF2B5EF4-FFF2-40B4-BE49-F238E27FC236}">
                    <a16:creationId xmlns:a16="http://schemas.microsoft.com/office/drawing/2014/main" id="{F1612093-FECE-4677-A554-B3EDD74A1575}"/>
                  </a:ext>
                </a:extLst>
              </p:cNvPr>
              <p:cNvSpPr/>
              <p:nvPr/>
            </p:nvSpPr>
            <p:spPr>
              <a:xfrm>
                <a:off x="556056" y="4772149"/>
                <a:ext cx="849224" cy="67113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lnTo>
                      <a:pt x="0" y="17699"/>
                    </a:lnTo>
                    <a:lnTo>
                      <a:pt x="10375" y="17699"/>
                    </a:lnTo>
                    <a:lnTo>
                      <a:pt x="10375" y="20523"/>
                    </a:lnTo>
                    <a:lnTo>
                      <a:pt x="4086" y="20523"/>
                    </a:lnTo>
                    <a:lnTo>
                      <a:pt x="4086" y="21600"/>
                    </a:lnTo>
                    <a:lnTo>
                      <a:pt x="17514" y="21600"/>
                    </a:lnTo>
                    <a:lnTo>
                      <a:pt x="17514" y="20523"/>
                    </a:lnTo>
                    <a:lnTo>
                      <a:pt x="11225" y="20523"/>
                    </a:lnTo>
                    <a:lnTo>
                      <a:pt x="11225" y="17699"/>
                    </a:lnTo>
                    <a:lnTo>
                      <a:pt x="21600" y="17699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  <a:moveTo>
                      <a:pt x="887" y="1136"/>
                    </a:moveTo>
                    <a:lnTo>
                      <a:pt x="20713" y="1136"/>
                    </a:lnTo>
                    <a:lnTo>
                      <a:pt x="20713" y="16563"/>
                    </a:lnTo>
                    <a:lnTo>
                      <a:pt x="887" y="16563"/>
                    </a:lnTo>
                    <a:lnTo>
                      <a:pt x="887" y="1136"/>
                    </a:lnTo>
                    <a:close/>
                  </a:path>
                </a:pathLst>
              </a:custGeom>
              <a:solidFill>
                <a:schemeClr val="tx2">
                  <a:lumMod val="20000"/>
                  <a:lumOff val="80000"/>
                </a:schemeClr>
              </a:solidFill>
              <a:ln w="6350" algn="ctr">
                <a:noFill/>
                <a:miter lim="800000"/>
                <a:headEnd/>
                <a:tailEnd/>
              </a:ln>
            </p:spPr>
            <p:txBody>
              <a:bodyPr wrap="square" lIns="36000" tIns="36000" rIns="36000" bIns="36000" anchor="ctr" anchorCtr="0">
                <a:noAutofit/>
              </a:bodyPr>
              <a:lstStyle/>
              <a:p>
                <a:endParaRPr>
                  <a:sym typeface="Helvetica Neue Medium"/>
                </a:endParaRPr>
              </a:p>
            </p:txBody>
          </p:sp>
          <p:sp>
            <p:nvSpPr>
              <p:cNvPr id="293" name="Freeform 214">
                <a:extLst>
                  <a:ext uri="{FF2B5EF4-FFF2-40B4-BE49-F238E27FC236}">
                    <a16:creationId xmlns:a16="http://schemas.microsoft.com/office/drawing/2014/main" id="{99F8CD91-FEC4-4300-8FB8-77F3C53227F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5216" y="4899857"/>
                <a:ext cx="390905" cy="292993"/>
              </a:xfrm>
              <a:custGeom>
                <a:avLst/>
                <a:gdLst>
                  <a:gd name="T0" fmla="*/ 315 w 3727"/>
                  <a:gd name="T1" fmla="*/ 70 h 2798"/>
                  <a:gd name="T2" fmla="*/ 234 w 3727"/>
                  <a:gd name="T3" fmla="*/ 150 h 2798"/>
                  <a:gd name="T4" fmla="*/ 141 w 3727"/>
                  <a:gd name="T5" fmla="*/ 139 h 2798"/>
                  <a:gd name="T6" fmla="*/ 172 w 3727"/>
                  <a:gd name="T7" fmla="*/ 169 h 2798"/>
                  <a:gd name="T8" fmla="*/ 227 w 3727"/>
                  <a:gd name="T9" fmla="*/ 203 h 2798"/>
                  <a:gd name="T10" fmla="*/ 345 w 3727"/>
                  <a:gd name="T11" fmla="*/ 100 h 2798"/>
                  <a:gd name="T12" fmla="*/ 383 w 3727"/>
                  <a:gd name="T13" fmla="*/ 31 h 2798"/>
                  <a:gd name="T14" fmla="*/ 251 w 3727"/>
                  <a:gd name="T15" fmla="*/ 0 h 2798"/>
                  <a:gd name="T16" fmla="*/ 396 w 3727"/>
                  <a:gd name="T17" fmla="*/ 0 h 2798"/>
                  <a:gd name="T18" fmla="*/ 398 w 3727"/>
                  <a:gd name="T19" fmla="*/ 0 h 2798"/>
                  <a:gd name="T20" fmla="*/ 405 w 3727"/>
                  <a:gd name="T21" fmla="*/ 2 h 2798"/>
                  <a:gd name="T22" fmla="*/ 412 w 3727"/>
                  <a:gd name="T23" fmla="*/ 9 h 2798"/>
                  <a:gd name="T24" fmla="*/ 414 w 3727"/>
                  <a:gd name="T25" fmla="*/ 18 h 2798"/>
                  <a:gd name="T26" fmla="*/ 414 w 3727"/>
                  <a:gd name="T27" fmla="*/ 23 h 2798"/>
                  <a:gd name="T28" fmla="*/ 414 w 3727"/>
                  <a:gd name="T29" fmla="*/ 35 h 2798"/>
                  <a:gd name="T30" fmla="*/ 414 w 3727"/>
                  <a:gd name="T31" fmla="*/ 54 h 2798"/>
                  <a:gd name="T32" fmla="*/ 414 w 3727"/>
                  <a:gd name="T33" fmla="*/ 76 h 2798"/>
                  <a:gd name="T34" fmla="*/ 414 w 3727"/>
                  <a:gd name="T35" fmla="*/ 99 h 2798"/>
                  <a:gd name="T36" fmla="*/ 414 w 3727"/>
                  <a:gd name="T37" fmla="*/ 121 h 2798"/>
                  <a:gd name="T38" fmla="*/ 414 w 3727"/>
                  <a:gd name="T39" fmla="*/ 149 h 2798"/>
                  <a:gd name="T40" fmla="*/ 414 w 3727"/>
                  <a:gd name="T41" fmla="*/ 163 h 2798"/>
                  <a:gd name="T42" fmla="*/ 414 w 3727"/>
                  <a:gd name="T43" fmla="*/ 171 h 2798"/>
                  <a:gd name="T44" fmla="*/ 413 w 3727"/>
                  <a:gd name="T45" fmla="*/ 178 h 2798"/>
                  <a:gd name="T46" fmla="*/ 409 w 3727"/>
                  <a:gd name="T47" fmla="*/ 184 h 2798"/>
                  <a:gd name="T48" fmla="*/ 407 w 3727"/>
                  <a:gd name="T49" fmla="*/ 185 h 2798"/>
                  <a:gd name="T50" fmla="*/ 404 w 3727"/>
                  <a:gd name="T51" fmla="*/ 187 h 2798"/>
                  <a:gd name="T52" fmla="*/ 396 w 3727"/>
                  <a:gd name="T53" fmla="*/ 188 h 2798"/>
                  <a:gd name="T54" fmla="*/ 387 w 3727"/>
                  <a:gd name="T55" fmla="*/ 185 h 2798"/>
                  <a:gd name="T56" fmla="*/ 245 w 3727"/>
                  <a:gd name="T57" fmla="*/ 243 h 2798"/>
                  <a:gd name="T58" fmla="*/ 240 w 3727"/>
                  <a:gd name="T59" fmla="*/ 247 h 2798"/>
                  <a:gd name="T60" fmla="*/ 234 w 3727"/>
                  <a:gd name="T61" fmla="*/ 250 h 2798"/>
                  <a:gd name="T62" fmla="*/ 228 w 3727"/>
                  <a:gd name="T63" fmla="*/ 247 h 2798"/>
                  <a:gd name="T64" fmla="*/ 223 w 3727"/>
                  <a:gd name="T65" fmla="*/ 243 h 2798"/>
                  <a:gd name="T66" fmla="*/ 182 w 3727"/>
                  <a:gd name="T67" fmla="*/ 202 h 2798"/>
                  <a:gd name="T68" fmla="*/ 75 w 3727"/>
                  <a:gd name="T69" fmla="*/ 308 h 2798"/>
                  <a:gd name="T70" fmla="*/ 63 w 3727"/>
                  <a:gd name="T71" fmla="*/ 310 h 2798"/>
                  <a:gd name="T72" fmla="*/ 52 w 3727"/>
                  <a:gd name="T73" fmla="*/ 308 h 2798"/>
                  <a:gd name="T74" fmla="*/ 8 w 3727"/>
                  <a:gd name="T75" fmla="*/ 265 h 2798"/>
                  <a:gd name="T76" fmla="*/ 1 w 3727"/>
                  <a:gd name="T77" fmla="*/ 255 h 2798"/>
                  <a:gd name="T78" fmla="*/ 0 w 3727"/>
                  <a:gd name="T79" fmla="*/ 243 h 2798"/>
                  <a:gd name="T80" fmla="*/ 5 w 3727"/>
                  <a:gd name="T81" fmla="*/ 233 h 2798"/>
                  <a:gd name="T82" fmla="*/ 164 w 3727"/>
                  <a:gd name="T83" fmla="*/ 73 h 2798"/>
                  <a:gd name="T84" fmla="*/ 175 w 3727"/>
                  <a:gd name="T85" fmla="*/ 62 h 2798"/>
                  <a:gd name="T86" fmla="*/ 180 w 3727"/>
                  <a:gd name="T87" fmla="*/ 59 h 2798"/>
                  <a:gd name="T88" fmla="*/ 186 w 3727"/>
                  <a:gd name="T89" fmla="*/ 59 h 2798"/>
                  <a:gd name="T90" fmla="*/ 189 w 3727"/>
                  <a:gd name="T91" fmla="*/ 61 h 2798"/>
                  <a:gd name="T92" fmla="*/ 192 w 3727"/>
                  <a:gd name="T93" fmla="*/ 64 h 2798"/>
                  <a:gd name="T94" fmla="*/ 193 w 3727"/>
                  <a:gd name="T95" fmla="*/ 65 h 2798"/>
                  <a:gd name="T96" fmla="*/ 231 w 3727"/>
                  <a:gd name="T97" fmla="*/ 30 h 2798"/>
                  <a:gd name="T98" fmla="*/ 226 w 3727"/>
                  <a:gd name="T99" fmla="*/ 21 h 2798"/>
                  <a:gd name="T100" fmla="*/ 227 w 3727"/>
                  <a:gd name="T101" fmla="*/ 12 h 2798"/>
                  <a:gd name="T102" fmla="*/ 230 w 3727"/>
                  <a:gd name="T103" fmla="*/ 7 h 2798"/>
                  <a:gd name="T104" fmla="*/ 237 w 3727"/>
                  <a:gd name="T105" fmla="*/ 2 h 2798"/>
                  <a:gd name="T106" fmla="*/ 245 w 3727"/>
                  <a:gd name="T107" fmla="*/ 0 h 2798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w 3727"/>
                  <a:gd name="T163" fmla="*/ 0 h 2798"/>
                  <a:gd name="T164" fmla="*/ 3727 w 3727"/>
                  <a:gd name="T165" fmla="*/ 2798 h 2798"/>
                </a:gdLst>
                <a:ahLst/>
                <a:cxnLst>
                  <a:cxn ang="T108">
                    <a:pos x="T0" y="T1"/>
                  </a:cxn>
                  <a:cxn ang="T109">
                    <a:pos x="T2" y="T3"/>
                  </a:cxn>
                  <a:cxn ang="T110">
                    <a:pos x="T4" y="T5"/>
                  </a:cxn>
                  <a:cxn ang="T111">
                    <a:pos x="T6" y="T7"/>
                  </a:cxn>
                  <a:cxn ang="T112">
                    <a:pos x="T8" y="T9"/>
                  </a:cxn>
                  <a:cxn ang="T113">
                    <a:pos x="T10" y="T11"/>
                  </a:cxn>
                  <a:cxn ang="T114">
                    <a:pos x="T12" y="T13"/>
                  </a:cxn>
                  <a:cxn ang="T115">
                    <a:pos x="T14" y="T15"/>
                  </a:cxn>
                  <a:cxn ang="T116">
                    <a:pos x="T16" y="T17"/>
                  </a:cxn>
                  <a:cxn ang="T117">
                    <a:pos x="T18" y="T19"/>
                  </a:cxn>
                  <a:cxn ang="T118">
                    <a:pos x="T20" y="T21"/>
                  </a:cxn>
                  <a:cxn ang="T119">
                    <a:pos x="T22" y="T23"/>
                  </a:cxn>
                  <a:cxn ang="T120">
                    <a:pos x="T24" y="T25"/>
                  </a:cxn>
                  <a:cxn ang="T121">
                    <a:pos x="T26" y="T27"/>
                  </a:cxn>
                  <a:cxn ang="T122">
                    <a:pos x="T28" y="T29"/>
                  </a:cxn>
                  <a:cxn ang="T123">
                    <a:pos x="T30" y="T31"/>
                  </a:cxn>
                  <a:cxn ang="T124">
                    <a:pos x="T32" y="T33"/>
                  </a:cxn>
                  <a:cxn ang="T125">
                    <a:pos x="T34" y="T35"/>
                  </a:cxn>
                  <a:cxn ang="T126">
                    <a:pos x="T36" y="T37"/>
                  </a:cxn>
                  <a:cxn ang="T127">
                    <a:pos x="T38" y="T39"/>
                  </a:cxn>
                  <a:cxn ang="T128">
                    <a:pos x="T40" y="T41"/>
                  </a:cxn>
                  <a:cxn ang="T129">
                    <a:pos x="T42" y="T43"/>
                  </a:cxn>
                  <a:cxn ang="T130">
                    <a:pos x="T44" y="T45"/>
                  </a:cxn>
                  <a:cxn ang="T131">
                    <a:pos x="T46" y="T47"/>
                  </a:cxn>
                  <a:cxn ang="T132">
                    <a:pos x="T48" y="T49"/>
                  </a:cxn>
                  <a:cxn ang="T133">
                    <a:pos x="T50" y="T51"/>
                  </a:cxn>
                  <a:cxn ang="T134">
                    <a:pos x="T52" y="T53"/>
                  </a:cxn>
                  <a:cxn ang="T135">
                    <a:pos x="T54" y="T55"/>
                  </a:cxn>
                  <a:cxn ang="T136">
                    <a:pos x="T56" y="T57"/>
                  </a:cxn>
                  <a:cxn ang="T137">
                    <a:pos x="T58" y="T59"/>
                  </a:cxn>
                  <a:cxn ang="T138">
                    <a:pos x="T60" y="T61"/>
                  </a:cxn>
                  <a:cxn ang="T139">
                    <a:pos x="T62" y="T63"/>
                  </a:cxn>
                  <a:cxn ang="T140">
                    <a:pos x="T64" y="T65"/>
                  </a:cxn>
                  <a:cxn ang="T141">
                    <a:pos x="T66" y="T67"/>
                  </a:cxn>
                  <a:cxn ang="T142">
                    <a:pos x="T68" y="T69"/>
                  </a:cxn>
                  <a:cxn ang="T143">
                    <a:pos x="T70" y="T71"/>
                  </a:cxn>
                  <a:cxn ang="T144">
                    <a:pos x="T72" y="T73"/>
                  </a:cxn>
                  <a:cxn ang="T145">
                    <a:pos x="T74" y="T75"/>
                  </a:cxn>
                  <a:cxn ang="T146">
                    <a:pos x="T76" y="T77"/>
                  </a:cxn>
                  <a:cxn ang="T147">
                    <a:pos x="T78" y="T79"/>
                  </a:cxn>
                  <a:cxn ang="T148">
                    <a:pos x="T80" y="T81"/>
                  </a:cxn>
                  <a:cxn ang="T149">
                    <a:pos x="T82" y="T83"/>
                  </a:cxn>
                  <a:cxn ang="T150">
                    <a:pos x="T84" y="T85"/>
                  </a:cxn>
                  <a:cxn ang="T151">
                    <a:pos x="T86" y="T87"/>
                  </a:cxn>
                  <a:cxn ang="T152">
                    <a:pos x="T88" y="T89"/>
                  </a:cxn>
                  <a:cxn ang="T153">
                    <a:pos x="T90" y="T91"/>
                  </a:cxn>
                  <a:cxn ang="T154">
                    <a:pos x="T92" y="T93"/>
                  </a:cxn>
                  <a:cxn ang="T155">
                    <a:pos x="T94" y="T95"/>
                  </a:cxn>
                  <a:cxn ang="T156">
                    <a:pos x="T96" y="T97"/>
                  </a:cxn>
                  <a:cxn ang="T157">
                    <a:pos x="T98" y="T99"/>
                  </a:cxn>
                  <a:cxn ang="T158">
                    <a:pos x="T100" y="T101"/>
                  </a:cxn>
                  <a:cxn ang="T159">
                    <a:pos x="T102" y="T103"/>
                  </a:cxn>
                  <a:cxn ang="T160">
                    <a:pos x="T104" y="T105"/>
                  </a:cxn>
                  <a:cxn ang="T161">
                    <a:pos x="T106" y="T107"/>
                  </a:cxn>
                </a:cxnLst>
                <a:rect l="T162" t="T163" r="T164" b="T165"/>
                <a:pathLst>
                  <a:path w="3727" h="2798">
                    <a:moveTo>
                      <a:pt x="2485" y="282"/>
                    </a:moveTo>
                    <a:lnTo>
                      <a:pt x="2733" y="530"/>
                    </a:lnTo>
                    <a:lnTo>
                      <a:pt x="2832" y="629"/>
                    </a:lnTo>
                    <a:lnTo>
                      <a:pt x="2733" y="727"/>
                    </a:lnTo>
                    <a:lnTo>
                      <a:pt x="2208" y="1252"/>
                    </a:lnTo>
                    <a:lnTo>
                      <a:pt x="2110" y="1350"/>
                    </a:lnTo>
                    <a:lnTo>
                      <a:pt x="2012" y="1252"/>
                    </a:lnTo>
                    <a:lnTo>
                      <a:pt x="1642" y="884"/>
                    </a:lnTo>
                    <a:lnTo>
                      <a:pt x="1273" y="1253"/>
                    </a:lnTo>
                    <a:lnTo>
                      <a:pt x="296" y="2230"/>
                    </a:lnTo>
                    <a:lnTo>
                      <a:pt x="569" y="2501"/>
                    </a:lnTo>
                    <a:lnTo>
                      <a:pt x="1545" y="1525"/>
                    </a:lnTo>
                    <a:lnTo>
                      <a:pt x="1642" y="1427"/>
                    </a:lnTo>
                    <a:lnTo>
                      <a:pt x="1741" y="1525"/>
                    </a:lnTo>
                    <a:lnTo>
                      <a:pt x="2040" y="1824"/>
                    </a:lnTo>
                    <a:lnTo>
                      <a:pt x="2110" y="1893"/>
                    </a:lnTo>
                    <a:lnTo>
                      <a:pt x="3004" y="998"/>
                    </a:lnTo>
                    <a:lnTo>
                      <a:pt x="3103" y="901"/>
                    </a:lnTo>
                    <a:lnTo>
                      <a:pt x="3201" y="998"/>
                    </a:lnTo>
                    <a:lnTo>
                      <a:pt x="3449" y="1246"/>
                    </a:lnTo>
                    <a:lnTo>
                      <a:pt x="3449" y="282"/>
                    </a:lnTo>
                    <a:lnTo>
                      <a:pt x="2485" y="282"/>
                    </a:lnTo>
                    <a:close/>
                    <a:moveTo>
                      <a:pt x="2235" y="0"/>
                    </a:moveTo>
                    <a:lnTo>
                      <a:pt x="2264" y="2"/>
                    </a:lnTo>
                    <a:lnTo>
                      <a:pt x="2296" y="3"/>
                    </a:lnTo>
                    <a:lnTo>
                      <a:pt x="2330" y="4"/>
                    </a:lnTo>
                    <a:lnTo>
                      <a:pt x="3568" y="4"/>
                    </a:lnTo>
                    <a:lnTo>
                      <a:pt x="3571" y="4"/>
                    </a:lnTo>
                    <a:lnTo>
                      <a:pt x="3579" y="4"/>
                    </a:lnTo>
                    <a:lnTo>
                      <a:pt x="3587" y="4"/>
                    </a:lnTo>
                    <a:lnTo>
                      <a:pt x="3596" y="7"/>
                    </a:lnTo>
                    <a:lnTo>
                      <a:pt x="3613" y="11"/>
                    </a:lnTo>
                    <a:lnTo>
                      <a:pt x="3644" y="22"/>
                    </a:lnTo>
                    <a:lnTo>
                      <a:pt x="3670" y="37"/>
                    </a:lnTo>
                    <a:lnTo>
                      <a:pt x="3691" y="55"/>
                    </a:lnTo>
                    <a:lnTo>
                      <a:pt x="3706" y="77"/>
                    </a:lnTo>
                    <a:lnTo>
                      <a:pt x="3718" y="102"/>
                    </a:lnTo>
                    <a:lnTo>
                      <a:pt x="3725" y="132"/>
                    </a:lnTo>
                    <a:lnTo>
                      <a:pt x="3727" y="163"/>
                    </a:lnTo>
                    <a:lnTo>
                      <a:pt x="3727" y="168"/>
                    </a:lnTo>
                    <a:lnTo>
                      <a:pt x="3727" y="184"/>
                    </a:lnTo>
                    <a:lnTo>
                      <a:pt x="3727" y="207"/>
                    </a:lnTo>
                    <a:lnTo>
                      <a:pt x="3727" y="237"/>
                    </a:lnTo>
                    <a:lnTo>
                      <a:pt x="3727" y="275"/>
                    </a:lnTo>
                    <a:lnTo>
                      <a:pt x="3727" y="319"/>
                    </a:lnTo>
                    <a:lnTo>
                      <a:pt x="3727" y="369"/>
                    </a:lnTo>
                    <a:lnTo>
                      <a:pt x="3727" y="423"/>
                    </a:lnTo>
                    <a:lnTo>
                      <a:pt x="3727" y="483"/>
                    </a:lnTo>
                    <a:lnTo>
                      <a:pt x="3727" y="546"/>
                    </a:lnTo>
                    <a:lnTo>
                      <a:pt x="3727" y="612"/>
                    </a:lnTo>
                    <a:lnTo>
                      <a:pt x="3727" y="680"/>
                    </a:lnTo>
                    <a:lnTo>
                      <a:pt x="3727" y="749"/>
                    </a:lnTo>
                    <a:lnTo>
                      <a:pt x="3727" y="819"/>
                    </a:lnTo>
                    <a:lnTo>
                      <a:pt x="3727" y="891"/>
                    </a:lnTo>
                    <a:lnTo>
                      <a:pt x="3727" y="961"/>
                    </a:lnTo>
                    <a:lnTo>
                      <a:pt x="3727" y="1031"/>
                    </a:lnTo>
                    <a:lnTo>
                      <a:pt x="3727" y="1091"/>
                    </a:lnTo>
                    <a:lnTo>
                      <a:pt x="3727" y="1263"/>
                    </a:lnTo>
                    <a:lnTo>
                      <a:pt x="3727" y="1286"/>
                    </a:lnTo>
                    <a:lnTo>
                      <a:pt x="3727" y="1340"/>
                    </a:lnTo>
                    <a:lnTo>
                      <a:pt x="3727" y="1390"/>
                    </a:lnTo>
                    <a:lnTo>
                      <a:pt x="3727" y="1434"/>
                    </a:lnTo>
                    <a:lnTo>
                      <a:pt x="3727" y="1472"/>
                    </a:lnTo>
                    <a:lnTo>
                      <a:pt x="3727" y="1502"/>
                    </a:lnTo>
                    <a:lnTo>
                      <a:pt x="3727" y="1525"/>
                    </a:lnTo>
                    <a:lnTo>
                      <a:pt x="3727" y="1540"/>
                    </a:lnTo>
                    <a:lnTo>
                      <a:pt x="3727" y="1545"/>
                    </a:lnTo>
                    <a:lnTo>
                      <a:pt x="3723" y="1575"/>
                    </a:lnTo>
                    <a:lnTo>
                      <a:pt x="3715" y="1603"/>
                    </a:lnTo>
                    <a:lnTo>
                      <a:pt x="3700" y="1628"/>
                    </a:lnTo>
                    <a:lnTo>
                      <a:pt x="3681" y="1650"/>
                    </a:lnTo>
                    <a:lnTo>
                      <a:pt x="3680" y="1653"/>
                    </a:lnTo>
                    <a:lnTo>
                      <a:pt x="3676" y="1656"/>
                    </a:lnTo>
                    <a:lnTo>
                      <a:pt x="3671" y="1661"/>
                    </a:lnTo>
                    <a:lnTo>
                      <a:pt x="3666" y="1666"/>
                    </a:lnTo>
                    <a:lnTo>
                      <a:pt x="3661" y="1669"/>
                    </a:lnTo>
                    <a:lnTo>
                      <a:pt x="3644" y="1678"/>
                    </a:lnTo>
                    <a:lnTo>
                      <a:pt x="3636" y="1683"/>
                    </a:lnTo>
                    <a:lnTo>
                      <a:pt x="3626" y="1687"/>
                    </a:lnTo>
                    <a:lnTo>
                      <a:pt x="3597" y="1694"/>
                    </a:lnTo>
                    <a:lnTo>
                      <a:pt x="3568" y="1696"/>
                    </a:lnTo>
                    <a:lnTo>
                      <a:pt x="3539" y="1693"/>
                    </a:lnTo>
                    <a:lnTo>
                      <a:pt x="3510" y="1684"/>
                    </a:lnTo>
                    <a:lnTo>
                      <a:pt x="3484" y="1670"/>
                    </a:lnTo>
                    <a:lnTo>
                      <a:pt x="3460" y="1650"/>
                    </a:lnTo>
                    <a:lnTo>
                      <a:pt x="3103" y="1293"/>
                    </a:lnTo>
                    <a:lnTo>
                      <a:pt x="2208" y="2188"/>
                    </a:lnTo>
                    <a:lnTo>
                      <a:pt x="2195" y="2201"/>
                    </a:lnTo>
                    <a:lnTo>
                      <a:pt x="2179" y="2215"/>
                    </a:lnTo>
                    <a:lnTo>
                      <a:pt x="2164" y="2229"/>
                    </a:lnTo>
                    <a:lnTo>
                      <a:pt x="2145" y="2241"/>
                    </a:lnTo>
                    <a:lnTo>
                      <a:pt x="2128" y="2249"/>
                    </a:lnTo>
                    <a:lnTo>
                      <a:pt x="2111" y="2253"/>
                    </a:lnTo>
                    <a:lnTo>
                      <a:pt x="2093" y="2250"/>
                    </a:lnTo>
                    <a:lnTo>
                      <a:pt x="2075" y="2242"/>
                    </a:lnTo>
                    <a:lnTo>
                      <a:pt x="2057" y="2230"/>
                    </a:lnTo>
                    <a:lnTo>
                      <a:pt x="2040" y="2215"/>
                    </a:lnTo>
                    <a:lnTo>
                      <a:pt x="2024" y="2202"/>
                    </a:lnTo>
                    <a:lnTo>
                      <a:pt x="2012" y="2188"/>
                    </a:lnTo>
                    <a:lnTo>
                      <a:pt x="1985" y="2163"/>
                    </a:lnTo>
                    <a:lnTo>
                      <a:pt x="1915" y="2091"/>
                    </a:lnTo>
                    <a:lnTo>
                      <a:pt x="1642" y="1820"/>
                    </a:lnTo>
                    <a:lnTo>
                      <a:pt x="733" y="2730"/>
                    </a:lnTo>
                    <a:lnTo>
                      <a:pt x="703" y="2755"/>
                    </a:lnTo>
                    <a:lnTo>
                      <a:pt x="672" y="2774"/>
                    </a:lnTo>
                    <a:lnTo>
                      <a:pt x="639" y="2787"/>
                    </a:lnTo>
                    <a:lnTo>
                      <a:pt x="604" y="2796"/>
                    </a:lnTo>
                    <a:lnTo>
                      <a:pt x="569" y="2798"/>
                    </a:lnTo>
                    <a:lnTo>
                      <a:pt x="533" y="2796"/>
                    </a:lnTo>
                    <a:lnTo>
                      <a:pt x="498" y="2787"/>
                    </a:lnTo>
                    <a:lnTo>
                      <a:pt x="464" y="2774"/>
                    </a:lnTo>
                    <a:lnTo>
                      <a:pt x="434" y="2755"/>
                    </a:lnTo>
                    <a:lnTo>
                      <a:pt x="405" y="2730"/>
                    </a:lnTo>
                    <a:lnTo>
                      <a:pt x="68" y="2394"/>
                    </a:lnTo>
                    <a:lnTo>
                      <a:pt x="43" y="2365"/>
                    </a:lnTo>
                    <a:lnTo>
                      <a:pt x="24" y="2333"/>
                    </a:lnTo>
                    <a:lnTo>
                      <a:pt x="11" y="2300"/>
                    </a:lnTo>
                    <a:lnTo>
                      <a:pt x="2" y="2265"/>
                    </a:lnTo>
                    <a:lnTo>
                      <a:pt x="0" y="2230"/>
                    </a:lnTo>
                    <a:lnTo>
                      <a:pt x="2" y="2195"/>
                    </a:lnTo>
                    <a:lnTo>
                      <a:pt x="11" y="2159"/>
                    </a:lnTo>
                    <a:lnTo>
                      <a:pt x="24" y="2127"/>
                    </a:lnTo>
                    <a:lnTo>
                      <a:pt x="43" y="2095"/>
                    </a:lnTo>
                    <a:lnTo>
                      <a:pt x="68" y="2066"/>
                    </a:lnTo>
                    <a:lnTo>
                      <a:pt x="1076" y="1057"/>
                    </a:lnTo>
                    <a:lnTo>
                      <a:pt x="1480" y="654"/>
                    </a:lnTo>
                    <a:lnTo>
                      <a:pt x="1545" y="588"/>
                    </a:lnTo>
                    <a:lnTo>
                      <a:pt x="1559" y="575"/>
                    </a:lnTo>
                    <a:lnTo>
                      <a:pt x="1573" y="562"/>
                    </a:lnTo>
                    <a:lnTo>
                      <a:pt x="1588" y="548"/>
                    </a:lnTo>
                    <a:lnTo>
                      <a:pt x="1605" y="536"/>
                    </a:lnTo>
                    <a:lnTo>
                      <a:pt x="1622" y="528"/>
                    </a:lnTo>
                    <a:lnTo>
                      <a:pt x="1639" y="523"/>
                    </a:lnTo>
                    <a:lnTo>
                      <a:pt x="1657" y="522"/>
                    </a:lnTo>
                    <a:lnTo>
                      <a:pt x="1675" y="528"/>
                    </a:lnTo>
                    <a:lnTo>
                      <a:pt x="1693" y="541"/>
                    </a:lnTo>
                    <a:lnTo>
                      <a:pt x="1696" y="543"/>
                    </a:lnTo>
                    <a:lnTo>
                      <a:pt x="1701" y="548"/>
                    </a:lnTo>
                    <a:lnTo>
                      <a:pt x="1709" y="556"/>
                    </a:lnTo>
                    <a:lnTo>
                      <a:pt x="1718" y="565"/>
                    </a:lnTo>
                    <a:lnTo>
                      <a:pt x="1726" y="574"/>
                    </a:lnTo>
                    <a:lnTo>
                      <a:pt x="1734" y="581"/>
                    </a:lnTo>
                    <a:lnTo>
                      <a:pt x="1740" y="586"/>
                    </a:lnTo>
                    <a:lnTo>
                      <a:pt x="1741" y="588"/>
                    </a:lnTo>
                    <a:lnTo>
                      <a:pt x="2110" y="957"/>
                    </a:lnTo>
                    <a:lnTo>
                      <a:pt x="2438" y="629"/>
                    </a:lnTo>
                    <a:lnTo>
                      <a:pt x="2081" y="271"/>
                    </a:lnTo>
                    <a:lnTo>
                      <a:pt x="2060" y="246"/>
                    </a:lnTo>
                    <a:lnTo>
                      <a:pt x="2046" y="219"/>
                    </a:lnTo>
                    <a:lnTo>
                      <a:pt x="2037" y="190"/>
                    </a:lnTo>
                    <a:lnTo>
                      <a:pt x="2034" y="161"/>
                    </a:lnTo>
                    <a:lnTo>
                      <a:pt x="2036" y="133"/>
                    </a:lnTo>
                    <a:lnTo>
                      <a:pt x="2045" y="106"/>
                    </a:lnTo>
                    <a:lnTo>
                      <a:pt x="2052" y="89"/>
                    </a:lnTo>
                    <a:lnTo>
                      <a:pt x="2060" y="73"/>
                    </a:lnTo>
                    <a:lnTo>
                      <a:pt x="2070" y="61"/>
                    </a:lnTo>
                    <a:lnTo>
                      <a:pt x="2077" y="53"/>
                    </a:lnTo>
                    <a:lnTo>
                      <a:pt x="2105" y="32"/>
                    </a:lnTo>
                    <a:lnTo>
                      <a:pt x="2131" y="17"/>
                    </a:lnTo>
                    <a:lnTo>
                      <a:pt x="2156" y="8"/>
                    </a:lnTo>
                    <a:lnTo>
                      <a:pt x="2182" y="3"/>
                    </a:lnTo>
                    <a:lnTo>
                      <a:pt x="2207" y="0"/>
                    </a:lnTo>
                    <a:lnTo>
                      <a:pt x="2235" y="0"/>
                    </a:lnTo>
                    <a:close/>
                  </a:path>
                </a:pathLst>
              </a:custGeom>
              <a:solidFill>
                <a:srgbClr val="44546A"/>
              </a:solidFill>
              <a:ln w="9525" cap="flat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anchor="ctr"/>
              <a:lstStyle/>
              <a:p>
                <a:pPr algn="ctr" latinLnBrk="0"/>
                <a:endParaRPr kumimoji="0" lang="ko-KR" altLang="en-US">
                  <a:solidFill>
                    <a:srgbClr val="000000"/>
                  </a:solidFill>
                  <a:latin typeface="+mn-ea"/>
                </a:endParaRPr>
              </a:p>
            </p:txBody>
          </p:sp>
        </p:grp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CAB18E3F-8201-409A-8BB8-962D7546F78B}"/>
              </a:ext>
            </a:extLst>
          </p:cNvPr>
          <p:cNvGrpSpPr/>
          <p:nvPr/>
        </p:nvGrpSpPr>
        <p:grpSpPr>
          <a:xfrm>
            <a:off x="440668" y="2900800"/>
            <a:ext cx="5976120" cy="1299329"/>
            <a:chOff x="440668" y="2900800"/>
            <a:chExt cx="5976120" cy="1299329"/>
          </a:xfrm>
        </p:grpSpPr>
        <p:sp>
          <p:nvSpPr>
            <p:cNvPr id="149" name="직사각형 148">
              <a:extLst>
                <a:ext uri="{FF2B5EF4-FFF2-40B4-BE49-F238E27FC236}">
                  <a16:creationId xmlns:a16="http://schemas.microsoft.com/office/drawing/2014/main" id="{58BCCF25-AD44-4D37-8B06-5FDD8A2D084F}"/>
                </a:ext>
              </a:extLst>
            </p:cNvPr>
            <p:cNvSpPr/>
            <p:nvPr/>
          </p:nvSpPr>
          <p:spPr>
            <a:xfrm>
              <a:off x="1520788" y="3152800"/>
              <a:ext cx="4896000" cy="1047329"/>
            </a:xfrm>
            <a:prstGeom prst="rect">
              <a:avLst/>
            </a:prstGeom>
            <a:solidFill>
              <a:srgbClr val="F8F8F8"/>
            </a:solidFill>
            <a:ln w="25400" cap="flat" cmpd="sng" algn="ctr">
              <a:noFill/>
              <a:prstDash val="solid"/>
            </a:ln>
            <a:effectLst/>
          </p:spPr>
          <p:txBody>
            <a:bodyPr wrap="square" lIns="108000" tIns="36000" rIns="0" bIns="36000" rtlCol="0" anchor="t">
              <a:spAutoFit/>
            </a:bodyPr>
            <a:lstStyle/>
            <a:p>
              <a:pPr marL="90000" indent="-90000" eaLnBrk="0" fontAlgn="base" hangingPunct="0">
                <a:lnSpc>
                  <a:spcPct val="120000"/>
                </a:lnSpc>
                <a:spcAft>
                  <a:spcPts val="4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  <a:buFont typeface="Arial" pitchFamily="34" charset="0"/>
                <a:buChar char="•"/>
              </a:pPr>
              <a:r>
                <a:rPr lang="ko-KR" altLang="en-US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웹 품질 수준 향상</a:t>
              </a:r>
              <a:r>
                <a:rPr lang="en-US" altLang="ko-KR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: </a:t>
              </a:r>
              <a:r>
                <a:rPr lang="ko-KR" altLang="en-US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웹 접근성</a:t>
              </a:r>
              <a:r>
                <a:rPr lang="en-US" altLang="ko-KR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, </a:t>
              </a:r>
              <a:r>
                <a:rPr lang="ko-KR" altLang="en-US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웹 호환성</a:t>
              </a:r>
              <a:r>
                <a:rPr lang="en-US" altLang="ko-KR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, </a:t>
              </a:r>
              <a:r>
                <a:rPr lang="ko-KR" altLang="en-US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웹 개방성</a:t>
              </a:r>
              <a:br>
                <a:rPr lang="en-US" altLang="ko-KR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</a:br>
              <a:r>
                <a:rPr lang="en-US" altLang="ko-KR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- </a:t>
              </a:r>
              <a:r>
                <a:rPr lang="ko-KR" altLang="en-US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행정안전부 지침에 따른 홈페이지 웹사이트 품질 관련 지표 점수 확보</a:t>
              </a:r>
            </a:p>
            <a:p>
              <a:pPr marL="90000" indent="-90000" eaLnBrk="0" fontAlgn="base" hangingPunct="0">
                <a:lnSpc>
                  <a:spcPct val="120000"/>
                </a:lnSpc>
                <a:spcAft>
                  <a:spcPts val="4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  <a:buFont typeface="Arial" pitchFamily="34" charset="0"/>
                <a:buChar char="•"/>
              </a:pPr>
              <a:r>
                <a:rPr lang="ko-KR" altLang="en-US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웹 보안 강화</a:t>
              </a:r>
              <a:r>
                <a:rPr lang="en-US" altLang="ko-KR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:</a:t>
              </a:r>
              <a:r>
                <a:rPr lang="ko-KR" altLang="en-US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 </a:t>
              </a:r>
              <a:r>
                <a:rPr lang="en-US" altLang="ko-KR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 </a:t>
              </a:r>
              <a:r>
                <a:rPr lang="ko-KR" altLang="en-US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웹 취약점 제거</a:t>
              </a:r>
              <a:r>
                <a:rPr lang="en-US" altLang="ko-KR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, </a:t>
              </a:r>
              <a:r>
                <a:rPr lang="ko-KR" altLang="en-US" sz="100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시큐어</a:t>
              </a:r>
              <a:r>
                <a:rPr lang="ko-KR" altLang="en-US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 코딩 등 적용</a:t>
              </a:r>
              <a:br>
                <a:rPr lang="en-US" altLang="ko-KR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</a:br>
              <a:r>
                <a:rPr lang="en-US" altLang="ko-KR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- </a:t>
              </a:r>
              <a:r>
                <a:rPr lang="ko-KR" altLang="en-US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웹 취약점 점검 기준 및 지침 준수</a:t>
              </a:r>
              <a:br>
                <a:rPr lang="en-US" altLang="ko-KR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</a:br>
              <a:r>
                <a:rPr lang="en-US" altLang="ko-KR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- </a:t>
              </a:r>
              <a:r>
                <a:rPr lang="ko-KR" altLang="en-US" sz="100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시큐어</a:t>
              </a:r>
              <a:r>
                <a:rPr lang="ko-KR" altLang="en-US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 코딩</a:t>
              </a:r>
              <a:r>
                <a:rPr lang="en-US" altLang="ko-KR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, </a:t>
              </a:r>
              <a:r>
                <a:rPr lang="ko-KR" altLang="en-US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암호화 기법 등으로 보안 취약점 예방</a:t>
              </a:r>
              <a:endParaRPr kumimoji="1" lang="ko-KR" altLang="en-US" sz="80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  <a:ea typeface="+mn-ea"/>
              </a:endParaRPr>
            </a:p>
          </p:txBody>
        </p:sp>
        <p:sp>
          <p:nvSpPr>
            <p:cNvPr id="150" name="직사각형 149">
              <a:extLst>
                <a:ext uri="{FF2B5EF4-FFF2-40B4-BE49-F238E27FC236}">
                  <a16:creationId xmlns:a16="http://schemas.microsoft.com/office/drawing/2014/main" id="{2682B1F1-A185-4695-B846-07E566B553B9}"/>
                </a:ext>
              </a:extLst>
            </p:cNvPr>
            <p:cNvSpPr/>
            <p:nvPr/>
          </p:nvSpPr>
          <p:spPr>
            <a:xfrm>
              <a:off x="1520787" y="2900800"/>
              <a:ext cx="4896000" cy="252000"/>
            </a:xfrm>
            <a:prstGeom prst="rect">
              <a:avLst/>
            </a:prstGeom>
            <a:solidFill>
              <a:srgbClr val="BDD7EE"/>
            </a:solidFill>
            <a:ln w="12700" algn="ctr">
              <a:noFill/>
              <a:miter lim="800000"/>
              <a:headEnd/>
              <a:tailEnd/>
            </a:ln>
            <a:effectLst>
              <a:innerShdw blurRad="25400">
                <a:prstClr val="black">
                  <a:alpha val="20000"/>
                </a:prstClr>
              </a:innerShdw>
            </a:effectLst>
          </p:spPr>
          <p:txBody>
            <a:bodyPr lIns="108000" rIns="54000" anchor="ctr"/>
            <a:lstStyle/>
            <a:p>
              <a:pPr marL="166189" indent="-180964" defTabSz="914400" fontAlgn="base" latinLnBrk="1">
                <a:spcBef>
                  <a:spcPct val="0"/>
                </a:spcBef>
                <a:spcAft>
                  <a:spcPct val="0"/>
                </a:spcAft>
              </a:pPr>
              <a:r>
                <a:rPr lang="ko-KR" altLang="en-US" sz="1100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사이트 품질 및 보안 수준 향상</a:t>
              </a:r>
            </a:p>
          </p:txBody>
        </p:sp>
        <p:sp>
          <p:nvSpPr>
            <p:cNvPr id="151" name="직사각형 150">
              <a:extLst>
                <a:ext uri="{FF2B5EF4-FFF2-40B4-BE49-F238E27FC236}">
                  <a16:creationId xmlns:a16="http://schemas.microsoft.com/office/drawing/2014/main" id="{5D2EEB66-2B41-4509-A7EF-7955917BA089}"/>
                </a:ext>
              </a:extLst>
            </p:cNvPr>
            <p:cNvSpPr/>
            <p:nvPr/>
          </p:nvSpPr>
          <p:spPr>
            <a:xfrm>
              <a:off x="440668" y="2900800"/>
              <a:ext cx="1080000" cy="252000"/>
            </a:xfrm>
            <a:prstGeom prst="rect">
              <a:avLst/>
            </a:prstGeom>
            <a:solidFill>
              <a:srgbClr val="002060"/>
            </a:solidFill>
            <a:ln w="28575" cap="flat" cmpd="sng" algn="ctr">
              <a:noFill/>
              <a:prstDash val="solid"/>
            </a:ln>
            <a:effectLst>
              <a:outerShdw blurRad="38100" dist="38100" dir="2700000" algn="tl" rotWithShape="0">
                <a:schemeClr val="bg1">
                  <a:alpha val="30000"/>
                </a:schemeClr>
              </a:outerShdw>
            </a:effectLst>
          </p:spPr>
          <p:txBody>
            <a:bodyPr lIns="36000" tIns="36000" rIns="36000" bIns="36000" rtlCol="0" anchor="ctr"/>
            <a:lstStyle/>
            <a:p>
              <a:pPr marL="166189" indent="-180964" algn="ctr" defTabSz="914400" latinLnBrk="1"/>
              <a:r>
                <a:rPr lang="en-US" altLang="ko-KR" sz="1100" kern="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ea"/>
                  <a:ea typeface="+mj-ea"/>
                </a:rPr>
                <a:t>01 </a:t>
              </a:r>
              <a:r>
                <a:rPr lang="ko-KR" altLang="en-US" sz="1100" kern="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ea"/>
                  <a:ea typeface="+mj-ea"/>
                </a:rPr>
                <a:t>시스템 품질</a:t>
              </a:r>
            </a:p>
          </p:txBody>
        </p:sp>
        <p:grpSp>
          <p:nvGrpSpPr>
            <p:cNvPr id="3" name="그룹 2">
              <a:extLst>
                <a:ext uri="{FF2B5EF4-FFF2-40B4-BE49-F238E27FC236}">
                  <a16:creationId xmlns:a16="http://schemas.microsoft.com/office/drawing/2014/main" id="{D6AEE958-7F01-4CFE-B9DA-D1757967FB8D}"/>
                </a:ext>
              </a:extLst>
            </p:cNvPr>
            <p:cNvGrpSpPr/>
            <p:nvPr/>
          </p:nvGrpSpPr>
          <p:grpSpPr>
            <a:xfrm>
              <a:off x="629749" y="3404828"/>
              <a:ext cx="701838" cy="554659"/>
              <a:chOff x="556056" y="3346588"/>
              <a:chExt cx="849224" cy="671138"/>
            </a:xfrm>
          </p:grpSpPr>
          <p:sp>
            <p:nvSpPr>
              <p:cNvPr id="291" name="Shape">
                <a:extLst>
                  <a:ext uri="{FF2B5EF4-FFF2-40B4-BE49-F238E27FC236}">
                    <a16:creationId xmlns:a16="http://schemas.microsoft.com/office/drawing/2014/main" id="{E71772AB-260D-4509-9D60-89B550BBDC4B}"/>
                  </a:ext>
                </a:extLst>
              </p:cNvPr>
              <p:cNvSpPr/>
              <p:nvPr/>
            </p:nvSpPr>
            <p:spPr>
              <a:xfrm>
                <a:off x="556056" y="3346588"/>
                <a:ext cx="849224" cy="67113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lnTo>
                      <a:pt x="0" y="17699"/>
                    </a:lnTo>
                    <a:lnTo>
                      <a:pt x="10375" y="17699"/>
                    </a:lnTo>
                    <a:lnTo>
                      <a:pt x="10375" y="20523"/>
                    </a:lnTo>
                    <a:lnTo>
                      <a:pt x="4086" y="20523"/>
                    </a:lnTo>
                    <a:lnTo>
                      <a:pt x="4086" y="21600"/>
                    </a:lnTo>
                    <a:lnTo>
                      <a:pt x="17514" y="21600"/>
                    </a:lnTo>
                    <a:lnTo>
                      <a:pt x="17514" y="20523"/>
                    </a:lnTo>
                    <a:lnTo>
                      <a:pt x="11225" y="20523"/>
                    </a:lnTo>
                    <a:lnTo>
                      <a:pt x="11225" y="17699"/>
                    </a:lnTo>
                    <a:lnTo>
                      <a:pt x="21600" y="17699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  <a:moveTo>
                      <a:pt x="887" y="1136"/>
                    </a:moveTo>
                    <a:lnTo>
                      <a:pt x="20713" y="1136"/>
                    </a:lnTo>
                    <a:lnTo>
                      <a:pt x="20713" y="16563"/>
                    </a:lnTo>
                    <a:lnTo>
                      <a:pt x="887" y="16563"/>
                    </a:lnTo>
                    <a:lnTo>
                      <a:pt x="887" y="1136"/>
                    </a:lnTo>
                    <a:close/>
                  </a:path>
                </a:pathLst>
              </a:custGeom>
              <a:solidFill>
                <a:schemeClr val="tx2">
                  <a:lumMod val="20000"/>
                  <a:lumOff val="80000"/>
                </a:schemeClr>
              </a:solidFill>
              <a:ln w="6350" algn="ctr">
                <a:noFill/>
                <a:miter lim="800000"/>
                <a:headEnd/>
                <a:tailEnd/>
              </a:ln>
            </p:spPr>
            <p:txBody>
              <a:bodyPr wrap="square" lIns="36000" tIns="36000" rIns="36000" bIns="36000" anchor="ctr" anchorCtr="0">
                <a:noAutofit/>
              </a:bodyPr>
              <a:lstStyle/>
              <a:p>
                <a:endParaRPr>
                  <a:sym typeface="Helvetica Neue Medium"/>
                </a:endParaRPr>
              </a:p>
            </p:txBody>
          </p:sp>
          <p:grpSp>
            <p:nvGrpSpPr>
              <p:cNvPr id="298" name="그룹 297">
                <a:extLst>
                  <a:ext uri="{FF2B5EF4-FFF2-40B4-BE49-F238E27FC236}">
                    <a16:creationId xmlns:a16="http://schemas.microsoft.com/office/drawing/2014/main" id="{BEFC8FD8-40AD-4F2E-9536-685EF2C45AE6}"/>
                  </a:ext>
                </a:extLst>
              </p:cNvPr>
              <p:cNvGrpSpPr/>
              <p:nvPr/>
            </p:nvGrpSpPr>
            <p:grpSpPr>
              <a:xfrm>
                <a:off x="812447" y="3444701"/>
                <a:ext cx="336442" cy="361633"/>
                <a:chOff x="5229248" y="3476836"/>
                <a:chExt cx="541842" cy="582414"/>
              </a:xfrm>
            </p:grpSpPr>
            <p:sp>
              <p:nvSpPr>
                <p:cNvPr id="300" name="Freeform 131">
                  <a:extLst>
                    <a:ext uri="{FF2B5EF4-FFF2-40B4-BE49-F238E27FC236}">
                      <a16:creationId xmlns:a16="http://schemas.microsoft.com/office/drawing/2014/main" id="{4358B8FB-FB2D-4F62-8281-9993F584834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90404" y="3866892"/>
                  <a:ext cx="37988" cy="39508"/>
                </a:xfrm>
                <a:custGeom>
                  <a:avLst/>
                  <a:gdLst>
                    <a:gd name="T0" fmla="*/ 50 w 50"/>
                    <a:gd name="T1" fmla="*/ 31 h 52"/>
                    <a:gd name="T2" fmla="*/ 26 w 50"/>
                    <a:gd name="T3" fmla="*/ 52 h 52"/>
                    <a:gd name="T4" fmla="*/ 0 w 50"/>
                    <a:gd name="T5" fmla="*/ 22 h 52"/>
                    <a:gd name="T6" fmla="*/ 22 w 50"/>
                    <a:gd name="T7" fmla="*/ 0 h 52"/>
                    <a:gd name="T8" fmla="*/ 50 w 50"/>
                    <a:gd name="T9" fmla="*/ 31 h 5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0" h="52">
                      <a:moveTo>
                        <a:pt x="50" y="31"/>
                      </a:moveTo>
                      <a:lnTo>
                        <a:pt x="26" y="52"/>
                      </a:lnTo>
                      <a:lnTo>
                        <a:pt x="0" y="22"/>
                      </a:lnTo>
                      <a:lnTo>
                        <a:pt x="22" y="0"/>
                      </a:lnTo>
                      <a:lnTo>
                        <a:pt x="50" y="31"/>
                      </a:lnTo>
                      <a:close/>
                    </a:path>
                  </a:pathLst>
                </a:custGeom>
                <a:solidFill>
                  <a:srgbClr val="44546A"/>
                </a:solidFill>
                <a:ln w="6350" algn="ctr">
                  <a:noFill/>
                  <a:miter lim="800000"/>
                  <a:headEnd/>
                  <a:tailEnd/>
                </a:ln>
              </p:spPr>
              <p:txBody>
                <a:bodyPr wrap="square" lIns="36000" tIns="36000" rIns="36000" bIns="36000" anchor="ctr" anchorCtr="0"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01" name="Freeform 132">
                  <a:extLst>
                    <a:ext uri="{FF2B5EF4-FFF2-40B4-BE49-F238E27FC236}">
                      <a16:creationId xmlns:a16="http://schemas.microsoft.com/office/drawing/2014/main" id="{F4A230ED-CB6D-4183-B889-CC9D9B28326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84187" y="3861711"/>
                  <a:ext cx="186903" cy="197539"/>
                </a:xfrm>
                <a:custGeom>
                  <a:avLst/>
                  <a:gdLst>
                    <a:gd name="T0" fmla="*/ 99 w 104"/>
                    <a:gd name="T1" fmla="*/ 73 h 110"/>
                    <a:gd name="T2" fmla="*/ 97 w 104"/>
                    <a:gd name="T3" fmla="*/ 98 h 110"/>
                    <a:gd name="T4" fmla="*/ 89 w 104"/>
                    <a:gd name="T5" fmla="*/ 105 h 110"/>
                    <a:gd name="T6" fmla="*/ 65 w 104"/>
                    <a:gd name="T7" fmla="*/ 103 h 110"/>
                    <a:gd name="T8" fmla="*/ 5 w 104"/>
                    <a:gd name="T9" fmla="*/ 36 h 110"/>
                    <a:gd name="T10" fmla="*/ 7 w 104"/>
                    <a:gd name="T11" fmla="*/ 11 h 110"/>
                    <a:gd name="T12" fmla="*/ 15 w 104"/>
                    <a:gd name="T13" fmla="*/ 5 h 110"/>
                    <a:gd name="T14" fmla="*/ 39 w 104"/>
                    <a:gd name="T15" fmla="*/ 6 h 110"/>
                    <a:gd name="T16" fmla="*/ 99 w 104"/>
                    <a:gd name="T17" fmla="*/ 73 h 1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04" h="110">
                      <a:moveTo>
                        <a:pt x="99" y="73"/>
                      </a:moveTo>
                      <a:cubicBezTo>
                        <a:pt x="104" y="82"/>
                        <a:pt x="103" y="93"/>
                        <a:pt x="97" y="98"/>
                      </a:cubicBezTo>
                      <a:cubicBezTo>
                        <a:pt x="95" y="100"/>
                        <a:pt x="92" y="102"/>
                        <a:pt x="89" y="105"/>
                      </a:cubicBezTo>
                      <a:cubicBezTo>
                        <a:pt x="84" y="110"/>
                        <a:pt x="72" y="109"/>
                        <a:pt x="65" y="103"/>
                      </a:cubicBezTo>
                      <a:cubicBezTo>
                        <a:pt x="42" y="84"/>
                        <a:pt x="22" y="61"/>
                        <a:pt x="5" y="36"/>
                      </a:cubicBezTo>
                      <a:cubicBezTo>
                        <a:pt x="0" y="28"/>
                        <a:pt x="1" y="16"/>
                        <a:pt x="7" y="11"/>
                      </a:cubicBezTo>
                      <a:cubicBezTo>
                        <a:pt x="10" y="9"/>
                        <a:pt x="12" y="7"/>
                        <a:pt x="15" y="5"/>
                      </a:cubicBezTo>
                      <a:cubicBezTo>
                        <a:pt x="21" y="0"/>
                        <a:pt x="32" y="0"/>
                        <a:pt x="39" y="6"/>
                      </a:cubicBezTo>
                      <a:cubicBezTo>
                        <a:pt x="62" y="25"/>
                        <a:pt x="82" y="48"/>
                        <a:pt x="99" y="73"/>
                      </a:cubicBezTo>
                      <a:close/>
                    </a:path>
                  </a:pathLst>
                </a:custGeom>
                <a:solidFill>
                  <a:srgbClr val="44546A"/>
                </a:solidFill>
                <a:ln w="6350" algn="ctr">
                  <a:noFill/>
                  <a:miter lim="800000"/>
                  <a:headEnd/>
                  <a:tailEnd/>
                </a:ln>
              </p:spPr>
              <p:txBody>
                <a:bodyPr wrap="square" lIns="36000" tIns="36000" rIns="36000" bIns="36000" anchor="ctr" anchorCtr="0"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02" name="원형: 비어 있음 301">
                  <a:extLst>
                    <a:ext uri="{FF2B5EF4-FFF2-40B4-BE49-F238E27FC236}">
                      <a16:creationId xmlns:a16="http://schemas.microsoft.com/office/drawing/2014/main" id="{A82D7B4D-0B9E-4645-B801-8A2C4709FFCC}"/>
                    </a:ext>
                  </a:extLst>
                </p:cNvPr>
                <p:cNvSpPr/>
                <p:nvPr/>
              </p:nvSpPr>
              <p:spPr>
                <a:xfrm>
                  <a:off x="5229248" y="3476836"/>
                  <a:ext cx="432000" cy="432000"/>
                </a:xfrm>
                <a:prstGeom prst="donut">
                  <a:avLst>
                    <a:gd name="adj" fmla="val 9432"/>
                  </a:avLst>
                </a:prstGeom>
                <a:solidFill>
                  <a:srgbClr val="44546A"/>
                </a:solidFill>
                <a:ln w="6350" algn="ctr">
                  <a:noFill/>
                  <a:miter lim="800000"/>
                  <a:headEnd/>
                  <a:tailEnd/>
                </a:ln>
              </p:spPr>
              <p:txBody>
                <a:bodyPr wrap="square" lIns="36000" tIns="36000" rIns="36000" bIns="36000" anchor="ctr" anchorCtr="0">
                  <a:noAutofit/>
                </a:bodyPr>
                <a:lstStyle/>
                <a:p>
                  <a:endParaRPr lang="ko-KR" altLang="en-US"/>
                </a:p>
              </p:txBody>
            </p:sp>
          </p:grpSp>
        </p:grpSp>
      </p:grpSp>
      <p:sp>
        <p:nvSpPr>
          <p:cNvPr id="308" name="Freeform 682">
            <a:extLst>
              <a:ext uri="{FF2B5EF4-FFF2-40B4-BE49-F238E27FC236}">
                <a16:creationId xmlns:a16="http://schemas.microsoft.com/office/drawing/2014/main" id="{9608A659-DAFD-40F8-8229-B8C5A1401FB4}"/>
              </a:ext>
            </a:extLst>
          </p:cNvPr>
          <p:cNvSpPr>
            <a:spLocks noEditPoints="1"/>
          </p:cNvSpPr>
          <p:nvPr/>
        </p:nvSpPr>
        <p:spPr bwMode="auto">
          <a:xfrm>
            <a:off x="-27001678" y="2953095"/>
            <a:ext cx="0" cy="48593"/>
          </a:xfrm>
          <a:custGeom>
            <a:avLst/>
            <a:gdLst>
              <a:gd name="T0" fmla="*/ 2 h 2"/>
              <a:gd name="T1" fmla="*/ 2 h 2"/>
              <a:gd name="T2" fmla="*/ 2 h 2"/>
              <a:gd name="T3" fmla="*/ 1 h 2"/>
              <a:gd name="T4" fmla="*/ 1 h 2"/>
              <a:gd name="T5" fmla="*/ 1 h 2"/>
              <a:gd name="T6" fmla="*/ 1 h 2"/>
              <a:gd name="T7" fmla="*/ 1 h 2"/>
              <a:gd name="T8" fmla="*/ 1 h 2"/>
              <a:gd name="T9" fmla="*/ 1 h 2"/>
              <a:gd name="T10" fmla="*/ 1 h 2"/>
              <a:gd name="T11" fmla="*/ 1 h 2"/>
              <a:gd name="T12" fmla="*/ 0 h 2"/>
              <a:gd name="T13" fmla="*/ 0 h 2"/>
              <a:gd name="T14" fmla="*/ 0 h 2"/>
              <a:gd name="T15" fmla="*/ 0 h 2"/>
              <a:gd name="T16" fmla="*/ 0 h 2"/>
              <a:gd name="T17" fmla="*/ 0 h 2"/>
            </a:gdLst>
            <a:ahLst/>
            <a:cxnLst>
              <a:cxn ang="0">
                <a:pos x="0" y="T0"/>
              </a:cxn>
              <a:cxn ang="0">
                <a:pos x="0" y="T1"/>
              </a:cxn>
              <a:cxn ang="0">
                <a:pos x="0" y="T2"/>
              </a:cxn>
              <a:cxn ang="0">
                <a:pos x="0" y="T3"/>
              </a:cxn>
              <a:cxn ang="0">
                <a:pos x="0" y="T4"/>
              </a:cxn>
              <a:cxn ang="0">
                <a:pos x="0" y="T5"/>
              </a:cxn>
              <a:cxn ang="0">
                <a:pos x="0" y="T6"/>
              </a:cxn>
              <a:cxn ang="0">
                <a:pos x="0" y="T7"/>
              </a:cxn>
              <a:cxn ang="0">
                <a:pos x="0" y="T8"/>
              </a:cxn>
              <a:cxn ang="0">
                <a:pos x="0" y="T9"/>
              </a:cxn>
              <a:cxn ang="0">
                <a:pos x="0" y="T10"/>
              </a:cxn>
              <a:cxn ang="0">
                <a:pos x="0" y="T11"/>
              </a:cxn>
              <a:cxn ang="0">
                <a:pos x="0" y="T12"/>
              </a:cxn>
              <a:cxn ang="0">
                <a:pos x="0" y="T13"/>
              </a:cxn>
              <a:cxn ang="0">
                <a:pos x="0" y="T14"/>
              </a:cxn>
              <a:cxn ang="0">
                <a:pos x="0" y="T15"/>
              </a:cxn>
              <a:cxn ang="0">
                <a:pos x="0" y="T16"/>
              </a:cxn>
              <a:cxn ang="0">
                <a:pos x="0" y="T17"/>
              </a:cxn>
            </a:cxnLst>
            <a:rect l="0" t="0" r="r" b="b"/>
            <a:pathLst>
              <a:path h="2">
                <a:moveTo>
                  <a:pt x="0" y="2"/>
                </a:moveTo>
                <a:cubicBezTo>
                  <a:pt x="0" y="2"/>
                  <a:pt x="0" y="2"/>
                  <a:pt x="0" y="2"/>
                </a:cubicBezTo>
                <a:cubicBezTo>
                  <a:pt x="0" y="2"/>
                  <a:pt x="0" y="2"/>
                  <a:pt x="0" y="2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28364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F08656BF-B3ED-46D5-A6DC-AC974E3B204E}"/>
              </a:ext>
            </a:extLst>
          </p:cNvPr>
          <p:cNvGrpSpPr/>
          <p:nvPr/>
        </p:nvGrpSpPr>
        <p:grpSpPr>
          <a:xfrm>
            <a:off x="440668" y="5853100"/>
            <a:ext cx="5976120" cy="1165987"/>
            <a:chOff x="440668" y="5889104"/>
            <a:chExt cx="5976120" cy="1165987"/>
          </a:xfrm>
        </p:grpSpPr>
        <p:sp>
          <p:nvSpPr>
            <p:cNvPr id="140" name="직사각형 139">
              <a:extLst>
                <a:ext uri="{FF2B5EF4-FFF2-40B4-BE49-F238E27FC236}">
                  <a16:creationId xmlns:a16="http://schemas.microsoft.com/office/drawing/2014/main" id="{245B97F0-CBFE-41B3-970A-7CA978C624D2}"/>
                </a:ext>
              </a:extLst>
            </p:cNvPr>
            <p:cNvSpPr/>
            <p:nvPr/>
          </p:nvSpPr>
          <p:spPr>
            <a:xfrm>
              <a:off x="1520788" y="6141132"/>
              <a:ext cx="4896000" cy="913959"/>
            </a:xfrm>
            <a:prstGeom prst="rect">
              <a:avLst/>
            </a:prstGeom>
            <a:solidFill>
              <a:srgbClr val="F8F8F8"/>
            </a:solidFill>
            <a:ln w="25400" cap="flat" cmpd="sng" algn="ctr">
              <a:noFill/>
              <a:prstDash val="solid"/>
            </a:ln>
            <a:effectLst/>
          </p:spPr>
          <p:txBody>
            <a:bodyPr wrap="square" lIns="108000" tIns="36000" rIns="0" bIns="36000" rtlCol="0" anchor="t">
              <a:spAutoFit/>
            </a:bodyPr>
            <a:lstStyle/>
            <a:p>
              <a:pPr marL="90000" indent="-90000" eaLnBrk="0" fontAlgn="base" hangingPunct="0">
                <a:lnSpc>
                  <a:spcPct val="120000"/>
                </a:lnSpc>
                <a:spcAft>
                  <a:spcPts val="4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  <a:buFont typeface="Arial" pitchFamily="34" charset="0"/>
                <a:buChar char="•"/>
              </a:pPr>
              <a:r>
                <a:rPr lang="ko-KR" altLang="en-US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프로그램 개선</a:t>
              </a:r>
              <a:r>
                <a:rPr lang="en-US" altLang="ko-KR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: </a:t>
              </a:r>
              <a:r>
                <a:rPr lang="ko-KR" altLang="en-US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소스코드 통</a:t>
              </a:r>
              <a:r>
                <a:rPr lang="en-US" altLang="ko-KR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·</a:t>
              </a:r>
              <a:r>
                <a:rPr lang="ko-KR" altLang="en-US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폐합</a:t>
              </a:r>
              <a:r>
                <a:rPr lang="en-US" altLang="ko-KR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,</a:t>
              </a:r>
              <a:r>
                <a:rPr lang="ko-KR" altLang="en-US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 전자정부 </a:t>
              </a:r>
              <a:r>
                <a:rPr lang="ko-KR" altLang="en-US" sz="100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표준프레임워크</a:t>
              </a:r>
              <a:r>
                <a:rPr lang="ko-KR" altLang="en-US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 업그레이드</a:t>
              </a:r>
              <a:endParaRPr lang="en-US" altLang="ko-KR" sz="10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  <a:p>
              <a:pPr marL="90000" indent="-90000" eaLnBrk="0" fontAlgn="base" hangingPunct="0">
                <a:lnSpc>
                  <a:spcPct val="120000"/>
                </a:lnSpc>
                <a:spcAft>
                  <a:spcPts val="4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  <a:buFont typeface="Arial" pitchFamily="34" charset="0"/>
                <a:buChar char="•"/>
              </a:pPr>
              <a:r>
                <a:rPr lang="ko-KR" altLang="en-US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소프트웨어 업그레이드</a:t>
              </a:r>
              <a:r>
                <a:rPr lang="en-US" altLang="ko-KR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: </a:t>
              </a:r>
              <a:r>
                <a:rPr lang="ko-KR" altLang="en-US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홈페이지 운영에 필요한 제반 소프트웨어를 확인 및 협의하여 최신 버전으로 업그레이드</a:t>
              </a:r>
            </a:p>
            <a:p>
              <a:pPr marL="90000" indent="-90000" eaLnBrk="0" fontAlgn="base" hangingPunct="0">
                <a:lnSpc>
                  <a:spcPct val="120000"/>
                </a:lnSpc>
                <a:spcAft>
                  <a:spcPts val="4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  <a:buFont typeface="Arial" pitchFamily="34" charset="0"/>
                <a:buChar char="•"/>
              </a:pPr>
              <a:r>
                <a:rPr lang="ko-KR" altLang="en-US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관리시스템 구축</a:t>
              </a:r>
              <a:r>
                <a:rPr lang="en-US" altLang="ko-KR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: </a:t>
              </a:r>
              <a:r>
                <a:rPr lang="ko-KR" altLang="en-US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별도의 홈페이지 관리 시스템 구축</a:t>
              </a:r>
              <a:r>
                <a:rPr lang="en-US" altLang="ko-KR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/</a:t>
              </a:r>
              <a:r>
                <a:rPr lang="ko-KR" altLang="en-US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운영</a:t>
              </a:r>
            </a:p>
          </p:txBody>
        </p:sp>
        <p:sp>
          <p:nvSpPr>
            <p:cNvPr id="141" name="직사각형 140">
              <a:extLst>
                <a:ext uri="{FF2B5EF4-FFF2-40B4-BE49-F238E27FC236}">
                  <a16:creationId xmlns:a16="http://schemas.microsoft.com/office/drawing/2014/main" id="{17A48AD3-8022-415A-A825-C6001F6E6C00}"/>
                </a:ext>
              </a:extLst>
            </p:cNvPr>
            <p:cNvSpPr/>
            <p:nvPr/>
          </p:nvSpPr>
          <p:spPr>
            <a:xfrm>
              <a:off x="1520787" y="5889104"/>
              <a:ext cx="4896000" cy="252000"/>
            </a:xfrm>
            <a:prstGeom prst="rect">
              <a:avLst/>
            </a:prstGeom>
            <a:solidFill>
              <a:srgbClr val="BDD7EE"/>
            </a:solidFill>
            <a:ln w="12700" algn="ctr">
              <a:noFill/>
              <a:miter lim="800000"/>
              <a:headEnd/>
              <a:tailEnd/>
            </a:ln>
            <a:effectLst>
              <a:innerShdw blurRad="25400">
                <a:prstClr val="black">
                  <a:alpha val="20000"/>
                </a:prstClr>
              </a:innerShdw>
            </a:effectLst>
          </p:spPr>
          <p:txBody>
            <a:bodyPr lIns="108000" rIns="54000" anchor="ctr"/>
            <a:lstStyle/>
            <a:p>
              <a:pPr marL="166189" indent="-180964" defTabSz="914400" fontAlgn="base" latinLnBrk="1">
                <a:spcBef>
                  <a:spcPct val="0"/>
                </a:spcBef>
                <a:spcAft>
                  <a:spcPct val="0"/>
                </a:spcAft>
              </a:pPr>
              <a:r>
                <a:rPr lang="ko-KR" altLang="en-US" sz="1100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운영</a:t>
              </a:r>
              <a:r>
                <a:rPr lang="en-US" altLang="ko-KR" sz="1100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·</a:t>
              </a:r>
              <a:r>
                <a:rPr lang="ko-KR" altLang="en-US" sz="1100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유지관리 편의성 향상</a:t>
              </a:r>
            </a:p>
          </p:txBody>
        </p:sp>
        <p:sp>
          <p:nvSpPr>
            <p:cNvPr id="142" name="직사각형 141">
              <a:extLst>
                <a:ext uri="{FF2B5EF4-FFF2-40B4-BE49-F238E27FC236}">
                  <a16:creationId xmlns:a16="http://schemas.microsoft.com/office/drawing/2014/main" id="{C9ED6042-E097-4ABC-A0F5-F5DB897A0893}"/>
                </a:ext>
              </a:extLst>
            </p:cNvPr>
            <p:cNvSpPr/>
            <p:nvPr/>
          </p:nvSpPr>
          <p:spPr>
            <a:xfrm>
              <a:off x="440668" y="5889104"/>
              <a:ext cx="1080000" cy="252000"/>
            </a:xfrm>
            <a:prstGeom prst="rect">
              <a:avLst/>
            </a:prstGeom>
            <a:solidFill>
              <a:srgbClr val="001C4E"/>
            </a:solidFill>
            <a:ln w="28575" cap="flat" cmpd="sng" algn="ctr">
              <a:noFill/>
              <a:prstDash val="solid"/>
            </a:ln>
            <a:effectLst>
              <a:outerShdw blurRad="38100" dist="38100" dir="2700000" algn="tl" rotWithShape="0">
                <a:schemeClr val="bg1">
                  <a:alpha val="30000"/>
                </a:schemeClr>
              </a:outerShdw>
            </a:effectLst>
          </p:spPr>
          <p:txBody>
            <a:bodyPr lIns="36000" tIns="36000" rIns="36000" bIns="36000" rtlCol="0" anchor="ctr"/>
            <a:lstStyle/>
            <a:p>
              <a:pPr marL="166189" indent="-180964" algn="ctr" defTabSz="914400" latinLnBrk="1"/>
              <a:r>
                <a:rPr lang="en-US" altLang="ko-KR" sz="1100" kern="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ea"/>
                  <a:ea typeface="+mj-ea"/>
                </a:rPr>
                <a:t>03 </a:t>
              </a:r>
              <a:r>
                <a:rPr lang="ko-KR" altLang="en-US" sz="1100" kern="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ea"/>
                  <a:ea typeface="+mj-ea"/>
                </a:rPr>
                <a:t>시스템 운영</a:t>
              </a:r>
            </a:p>
          </p:txBody>
        </p:sp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3095DCA8-F3B2-493A-8E91-4E7E83038C29}"/>
                </a:ext>
              </a:extLst>
            </p:cNvPr>
            <p:cNvGrpSpPr/>
            <p:nvPr/>
          </p:nvGrpSpPr>
          <p:grpSpPr>
            <a:xfrm>
              <a:off x="661024" y="6355986"/>
              <a:ext cx="639288" cy="505226"/>
              <a:chOff x="593899" y="6302937"/>
              <a:chExt cx="773539" cy="611324"/>
            </a:xfrm>
          </p:grpSpPr>
          <p:sp>
            <p:nvSpPr>
              <p:cNvPr id="289" name="Shape">
                <a:extLst>
                  <a:ext uri="{FF2B5EF4-FFF2-40B4-BE49-F238E27FC236}">
                    <a16:creationId xmlns:a16="http://schemas.microsoft.com/office/drawing/2014/main" id="{43051EDA-EC19-44FA-B04C-8004686BFD0E}"/>
                  </a:ext>
                </a:extLst>
              </p:cNvPr>
              <p:cNvSpPr/>
              <p:nvPr/>
            </p:nvSpPr>
            <p:spPr>
              <a:xfrm>
                <a:off x="593899" y="6302937"/>
                <a:ext cx="773539" cy="61132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lnTo>
                      <a:pt x="0" y="17699"/>
                    </a:lnTo>
                    <a:lnTo>
                      <a:pt x="10375" y="17699"/>
                    </a:lnTo>
                    <a:lnTo>
                      <a:pt x="10375" y="20523"/>
                    </a:lnTo>
                    <a:lnTo>
                      <a:pt x="4086" y="20523"/>
                    </a:lnTo>
                    <a:lnTo>
                      <a:pt x="4086" y="21600"/>
                    </a:lnTo>
                    <a:lnTo>
                      <a:pt x="17514" y="21600"/>
                    </a:lnTo>
                    <a:lnTo>
                      <a:pt x="17514" y="20523"/>
                    </a:lnTo>
                    <a:lnTo>
                      <a:pt x="11225" y="20523"/>
                    </a:lnTo>
                    <a:lnTo>
                      <a:pt x="11225" y="17699"/>
                    </a:lnTo>
                    <a:lnTo>
                      <a:pt x="21600" y="17699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  <a:moveTo>
                      <a:pt x="887" y="1136"/>
                    </a:moveTo>
                    <a:lnTo>
                      <a:pt x="20713" y="1136"/>
                    </a:lnTo>
                    <a:lnTo>
                      <a:pt x="20713" y="16563"/>
                    </a:lnTo>
                    <a:lnTo>
                      <a:pt x="887" y="16563"/>
                    </a:lnTo>
                    <a:lnTo>
                      <a:pt x="887" y="1136"/>
                    </a:lnTo>
                    <a:close/>
                  </a:path>
                </a:pathLst>
              </a:custGeom>
              <a:solidFill>
                <a:schemeClr val="tx2">
                  <a:lumMod val="20000"/>
                  <a:lumOff val="80000"/>
                </a:schemeClr>
              </a:solidFill>
              <a:ln w="6350" algn="ctr">
                <a:noFill/>
                <a:miter lim="800000"/>
                <a:headEnd/>
                <a:tailEnd/>
              </a:ln>
            </p:spPr>
            <p:txBody>
              <a:bodyPr wrap="square" lIns="36000" tIns="36000" rIns="36000" bIns="36000" anchor="ctr" anchorCtr="0">
                <a:noAutofit/>
              </a:bodyPr>
              <a:lstStyle/>
              <a:p>
                <a:endParaRPr>
                  <a:sym typeface="Helvetica Neue Medium"/>
                </a:endParaRPr>
              </a:p>
            </p:txBody>
          </p:sp>
          <p:sp>
            <p:nvSpPr>
              <p:cNvPr id="311" name="Shape">
                <a:extLst>
                  <a:ext uri="{FF2B5EF4-FFF2-40B4-BE49-F238E27FC236}">
                    <a16:creationId xmlns:a16="http://schemas.microsoft.com/office/drawing/2014/main" id="{1A2206CD-B335-4ECF-A8FE-35B1BBD2E01A}"/>
                  </a:ext>
                </a:extLst>
              </p:cNvPr>
              <p:cNvSpPr/>
              <p:nvPr/>
            </p:nvSpPr>
            <p:spPr>
              <a:xfrm>
                <a:off x="827333" y="6386616"/>
                <a:ext cx="324105" cy="324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381" h="21474" extrusionOk="0">
                    <a:moveTo>
                      <a:pt x="10605" y="0"/>
                    </a:moveTo>
                    <a:cubicBezTo>
                      <a:pt x="10515" y="1"/>
                      <a:pt x="10425" y="7"/>
                      <a:pt x="10335" y="18"/>
                    </a:cubicBezTo>
                    <a:cubicBezTo>
                      <a:pt x="9138" y="156"/>
                      <a:pt x="8193" y="1103"/>
                      <a:pt x="8053" y="2305"/>
                    </a:cubicBezTo>
                    <a:lnTo>
                      <a:pt x="8033" y="2724"/>
                    </a:lnTo>
                    <a:cubicBezTo>
                      <a:pt x="8040" y="3009"/>
                      <a:pt x="7868" y="3267"/>
                      <a:pt x="7603" y="3370"/>
                    </a:cubicBezTo>
                    <a:cubicBezTo>
                      <a:pt x="7376" y="3457"/>
                      <a:pt x="7121" y="3413"/>
                      <a:pt x="6936" y="3254"/>
                    </a:cubicBezTo>
                    <a:lnTo>
                      <a:pt x="6570" y="2949"/>
                    </a:lnTo>
                    <a:cubicBezTo>
                      <a:pt x="5572" y="2204"/>
                      <a:pt x="4194" y="2250"/>
                      <a:pt x="3249" y="3061"/>
                    </a:cubicBezTo>
                    <a:cubicBezTo>
                      <a:pt x="2771" y="3471"/>
                      <a:pt x="2468" y="4022"/>
                      <a:pt x="2370" y="4610"/>
                    </a:cubicBezTo>
                    <a:cubicBezTo>
                      <a:pt x="2272" y="5205"/>
                      <a:pt x="2384" y="5833"/>
                      <a:pt x="2721" y="6373"/>
                    </a:cubicBezTo>
                    <a:lnTo>
                      <a:pt x="3187" y="7021"/>
                    </a:lnTo>
                    <a:cubicBezTo>
                      <a:pt x="3316" y="7184"/>
                      <a:pt x="3364" y="7397"/>
                      <a:pt x="3316" y="7600"/>
                    </a:cubicBezTo>
                    <a:cubicBezTo>
                      <a:pt x="3244" y="7902"/>
                      <a:pt x="2982" y="8121"/>
                      <a:pt x="2672" y="8137"/>
                    </a:cubicBezTo>
                    <a:lnTo>
                      <a:pt x="2323" y="8164"/>
                    </a:lnTo>
                    <a:cubicBezTo>
                      <a:pt x="1142" y="8279"/>
                      <a:pt x="193" y="9192"/>
                      <a:pt x="26" y="10372"/>
                    </a:cubicBezTo>
                    <a:cubicBezTo>
                      <a:pt x="-186" y="11879"/>
                      <a:pt x="892" y="13260"/>
                      <a:pt x="2399" y="13411"/>
                    </a:cubicBezTo>
                    <a:lnTo>
                      <a:pt x="2830" y="13438"/>
                    </a:lnTo>
                    <a:cubicBezTo>
                      <a:pt x="3068" y="13464"/>
                      <a:pt x="3270" y="13622"/>
                      <a:pt x="3354" y="13847"/>
                    </a:cubicBezTo>
                    <a:cubicBezTo>
                      <a:pt x="3441" y="14080"/>
                      <a:pt x="3385" y="14342"/>
                      <a:pt x="3212" y="14518"/>
                    </a:cubicBezTo>
                    <a:lnTo>
                      <a:pt x="2915" y="14874"/>
                    </a:lnTo>
                    <a:cubicBezTo>
                      <a:pt x="2127" y="15934"/>
                      <a:pt x="2238" y="17414"/>
                      <a:pt x="3174" y="18344"/>
                    </a:cubicBezTo>
                    <a:cubicBezTo>
                      <a:pt x="4135" y="19299"/>
                      <a:pt x="5659" y="19373"/>
                      <a:pt x="6707" y="18516"/>
                    </a:cubicBezTo>
                    <a:lnTo>
                      <a:pt x="6961" y="18273"/>
                    </a:lnTo>
                    <a:cubicBezTo>
                      <a:pt x="7143" y="18123"/>
                      <a:pt x="7389" y="18076"/>
                      <a:pt x="7612" y="18150"/>
                    </a:cubicBezTo>
                    <a:cubicBezTo>
                      <a:pt x="7904" y="18246"/>
                      <a:pt x="8100" y="18521"/>
                      <a:pt x="8096" y="18830"/>
                    </a:cubicBezTo>
                    <a:lnTo>
                      <a:pt x="8101" y="19033"/>
                    </a:lnTo>
                    <a:cubicBezTo>
                      <a:pt x="8202" y="20330"/>
                      <a:pt x="9226" y="21361"/>
                      <a:pt x="10516" y="21465"/>
                    </a:cubicBezTo>
                    <a:cubicBezTo>
                      <a:pt x="11963" y="21581"/>
                      <a:pt x="13239" y="20518"/>
                      <a:pt x="13393" y="19069"/>
                    </a:cubicBezTo>
                    <a:lnTo>
                      <a:pt x="13418" y="18667"/>
                    </a:lnTo>
                    <a:cubicBezTo>
                      <a:pt x="13423" y="18456"/>
                      <a:pt x="13534" y="18261"/>
                      <a:pt x="13712" y="18150"/>
                    </a:cubicBezTo>
                    <a:cubicBezTo>
                      <a:pt x="13948" y="18002"/>
                      <a:pt x="14251" y="18024"/>
                      <a:pt x="14464" y="18204"/>
                    </a:cubicBezTo>
                    <a:lnTo>
                      <a:pt x="14716" y="18429"/>
                    </a:lnTo>
                    <a:cubicBezTo>
                      <a:pt x="15904" y="19399"/>
                      <a:pt x="17659" y="19170"/>
                      <a:pt x="18560" y="17926"/>
                    </a:cubicBezTo>
                    <a:cubicBezTo>
                      <a:pt x="19268" y="16950"/>
                      <a:pt x="19210" y="15612"/>
                      <a:pt x="18422" y="14701"/>
                    </a:cubicBezTo>
                    <a:lnTo>
                      <a:pt x="18160" y="14400"/>
                    </a:lnTo>
                    <a:cubicBezTo>
                      <a:pt x="18031" y="14223"/>
                      <a:pt x="18001" y="13992"/>
                      <a:pt x="18079" y="13787"/>
                    </a:cubicBezTo>
                    <a:cubicBezTo>
                      <a:pt x="18174" y="13542"/>
                      <a:pt x="18407" y="13377"/>
                      <a:pt x="18669" y="13369"/>
                    </a:cubicBezTo>
                    <a:lnTo>
                      <a:pt x="18907" y="13367"/>
                    </a:lnTo>
                    <a:cubicBezTo>
                      <a:pt x="20273" y="13279"/>
                      <a:pt x="21346" y="12158"/>
                      <a:pt x="21380" y="10783"/>
                    </a:cubicBezTo>
                    <a:cubicBezTo>
                      <a:pt x="21414" y="9411"/>
                      <a:pt x="20469" y="8198"/>
                      <a:pt x="19045" y="8080"/>
                    </a:cubicBezTo>
                    <a:lnTo>
                      <a:pt x="18612" y="8058"/>
                    </a:lnTo>
                    <a:cubicBezTo>
                      <a:pt x="18378" y="8051"/>
                      <a:pt x="18166" y="7915"/>
                      <a:pt x="18063" y="7704"/>
                    </a:cubicBezTo>
                    <a:cubicBezTo>
                      <a:pt x="18000" y="7574"/>
                      <a:pt x="17983" y="7430"/>
                      <a:pt x="18002" y="7294"/>
                    </a:cubicBezTo>
                    <a:cubicBezTo>
                      <a:pt x="18022" y="7148"/>
                      <a:pt x="18081" y="7008"/>
                      <a:pt x="18179" y="6889"/>
                    </a:cubicBezTo>
                    <a:lnTo>
                      <a:pt x="18535" y="6449"/>
                    </a:lnTo>
                    <a:cubicBezTo>
                      <a:pt x="19192" y="5452"/>
                      <a:pt x="19099" y="4135"/>
                      <a:pt x="18308" y="3242"/>
                    </a:cubicBezTo>
                    <a:cubicBezTo>
                      <a:pt x="17487" y="2315"/>
                      <a:pt x="16119" y="2006"/>
                      <a:pt x="15057" y="2689"/>
                    </a:cubicBezTo>
                    <a:lnTo>
                      <a:pt x="14419" y="3130"/>
                    </a:lnTo>
                    <a:cubicBezTo>
                      <a:pt x="14327" y="3202"/>
                      <a:pt x="14221" y="3252"/>
                      <a:pt x="14110" y="3277"/>
                    </a:cubicBezTo>
                    <a:cubicBezTo>
                      <a:pt x="13999" y="3303"/>
                      <a:pt x="13882" y="3304"/>
                      <a:pt x="13768" y="3272"/>
                    </a:cubicBezTo>
                    <a:cubicBezTo>
                      <a:pt x="13480" y="3191"/>
                      <a:pt x="13285" y="2920"/>
                      <a:pt x="13298" y="2620"/>
                    </a:cubicBezTo>
                    <a:lnTo>
                      <a:pt x="13288" y="2345"/>
                    </a:lnTo>
                    <a:cubicBezTo>
                      <a:pt x="13168" y="981"/>
                      <a:pt x="11953" y="-19"/>
                      <a:pt x="10605" y="0"/>
                    </a:cubicBezTo>
                    <a:close/>
                    <a:moveTo>
                      <a:pt x="10682" y="1730"/>
                    </a:moveTo>
                    <a:cubicBezTo>
                      <a:pt x="11147" y="1733"/>
                      <a:pt x="11538" y="2083"/>
                      <a:pt x="11594" y="2547"/>
                    </a:cubicBezTo>
                    <a:lnTo>
                      <a:pt x="11625" y="2889"/>
                    </a:lnTo>
                    <a:cubicBezTo>
                      <a:pt x="11699" y="3667"/>
                      <a:pt x="12152" y="4359"/>
                      <a:pt x="12834" y="4736"/>
                    </a:cubicBezTo>
                    <a:cubicBezTo>
                      <a:pt x="13669" y="5197"/>
                      <a:pt x="14697" y="5117"/>
                      <a:pt x="15451" y="4532"/>
                    </a:cubicBezTo>
                    <a:lnTo>
                      <a:pt x="15726" y="4307"/>
                    </a:lnTo>
                    <a:cubicBezTo>
                      <a:pt x="16053" y="4022"/>
                      <a:pt x="16537" y="4016"/>
                      <a:pt x="16870" y="4293"/>
                    </a:cubicBezTo>
                    <a:cubicBezTo>
                      <a:pt x="17261" y="4618"/>
                      <a:pt x="17311" y="5202"/>
                      <a:pt x="16979" y="5588"/>
                    </a:cubicBezTo>
                    <a:lnTo>
                      <a:pt x="16841" y="5737"/>
                    </a:lnTo>
                    <a:cubicBezTo>
                      <a:pt x="16258" y="6384"/>
                      <a:pt x="16067" y="7296"/>
                      <a:pt x="16340" y="8124"/>
                    </a:cubicBezTo>
                    <a:cubicBezTo>
                      <a:pt x="16654" y="9073"/>
                      <a:pt x="17509" y="9736"/>
                      <a:pt x="18503" y="9799"/>
                    </a:cubicBezTo>
                    <a:lnTo>
                      <a:pt x="18754" y="9804"/>
                    </a:lnTo>
                    <a:cubicBezTo>
                      <a:pt x="19264" y="9822"/>
                      <a:pt x="19662" y="10253"/>
                      <a:pt x="19643" y="10765"/>
                    </a:cubicBezTo>
                    <a:cubicBezTo>
                      <a:pt x="19625" y="11244"/>
                      <a:pt x="19242" y="11629"/>
                      <a:pt x="18765" y="11647"/>
                    </a:cubicBezTo>
                    <a:lnTo>
                      <a:pt x="18476" y="11670"/>
                    </a:lnTo>
                    <a:cubicBezTo>
                      <a:pt x="17637" y="11701"/>
                      <a:pt x="16883" y="12191"/>
                      <a:pt x="16510" y="12946"/>
                    </a:cubicBezTo>
                    <a:cubicBezTo>
                      <a:pt x="16099" y="13778"/>
                      <a:pt x="16221" y="14775"/>
                      <a:pt x="16820" y="15483"/>
                    </a:cubicBezTo>
                    <a:lnTo>
                      <a:pt x="17039" y="15707"/>
                    </a:lnTo>
                    <a:cubicBezTo>
                      <a:pt x="17374" y="16056"/>
                      <a:pt x="17388" y="16605"/>
                      <a:pt x="17071" y="16970"/>
                    </a:cubicBezTo>
                    <a:cubicBezTo>
                      <a:pt x="16726" y="17369"/>
                      <a:pt x="16123" y="17407"/>
                      <a:pt x="15731" y="17054"/>
                    </a:cubicBezTo>
                    <a:lnTo>
                      <a:pt x="15470" y="16822"/>
                    </a:lnTo>
                    <a:cubicBezTo>
                      <a:pt x="14753" y="16254"/>
                      <a:pt x="13773" y="16154"/>
                      <a:pt x="12956" y="16566"/>
                    </a:cubicBezTo>
                    <a:cubicBezTo>
                      <a:pt x="12226" y="16934"/>
                      <a:pt x="11704" y="17648"/>
                      <a:pt x="11679" y="18480"/>
                    </a:cubicBezTo>
                    <a:lnTo>
                      <a:pt x="11679" y="18769"/>
                    </a:lnTo>
                    <a:cubicBezTo>
                      <a:pt x="11692" y="19253"/>
                      <a:pt x="11333" y="19666"/>
                      <a:pt x="10854" y="19717"/>
                    </a:cubicBezTo>
                    <a:cubicBezTo>
                      <a:pt x="10313" y="19775"/>
                      <a:pt x="9837" y="19364"/>
                      <a:pt x="9813" y="18818"/>
                    </a:cubicBezTo>
                    <a:lnTo>
                      <a:pt x="9814" y="18523"/>
                    </a:lnTo>
                    <a:cubicBezTo>
                      <a:pt x="9803" y="17694"/>
                      <a:pt x="9227" y="17000"/>
                      <a:pt x="8507" y="16617"/>
                    </a:cubicBezTo>
                    <a:cubicBezTo>
                      <a:pt x="8097" y="16398"/>
                      <a:pt x="7642" y="16302"/>
                      <a:pt x="7196" y="16344"/>
                    </a:cubicBezTo>
                    <a:cubicBezTo>
                      <a:pt x="6751" y="16385"/>
                      <a:pt x="6322" y="16564"/>
                      <a:pt x="5972" y="16869"/>
                    </a:cubicBezTo>
                    <a:lnTo>
                      <a:pt x="5670" y="17145"/>
                    </a:lnTo>
                    <a:cubicBezTo>
                      <a:pt x="5328" y="17443"/>
                      <a:pt x="4820" y="17447"/>
                      <a:pt x="4473" y="17154"/>
                    </a:cubicBezTo>
                    <a:cubicBezTo>
                      <a:pt x="4083" y="16826"/>
                      <a:pt x="4025" y="16246"/>
                      <a:pt x="4342" y="15846"/>
                    </a:cubicBezTo>
                    <a:lnTo>
                      <a:pt x="4655" y="15485"/>
                    </a:lnTo>
                    <a:cubicBezTo>
                      <a:pt x="5151" y="14807"/>
                      <a:pt x="5249" y="13915"/>
                      <a:pt x="4912" y="13145"/>
                    </a:cubicBezTo>
                    <a:cubicBezTo>
                      <a:pt x="4572" y="12368"/>
                      <a:pt x="3843" y="11835"/>
                      <a:pt x="3002" y="11750"/>
                    </a:cubicBezTo>
                    <a:lnTo>
                      <a:pt x="2585" y="11721"/>
                    </a:lnTo>
                    <a:cubicBezTo>
                      <a:pt x="2081" y="11674"/>
                      <a:pt x="1704" y="11236"/>
                      <a:pt x="1730" y="10728"/>
                    </a:cubicBezTo>
                    <a:cubicBezTo>
                      <a:pt x="1753" y="10277"/>
                      <a:pt x="2094" y="9908"/>
                      <a:pt x="2539" y="9851"/>
                    </a:cubicBezTo>
                    <a:lnTo>
                      <a:pt x="3000" y="9818"/>
                    </a:lnTo>
                    <a:cubicBezTo>
                      <a:pt x="3838" y="9696"/>
                      <a:pt x="4550" y="9137"/>
                      <a:pt x="4868" y="8348"/>
                    </a:cubicBezTo>
                    <a:cubicBezTo>
                      <a:pt x="5203" y="7516"/>
                      <a:pt x="5050" y="6567"/>
                      <a:pt x="4471" y="5884"/>
                    </a:cubicBezTo>
                    <a:lnTo>
                      <a:pt x="4235" y="5594"/>
                    </a:lnTo>
                    <a:cubicBezTo>
                      <a:pt x="3950" y="5216"/>
                      <a:pt x="3998" y="4682"/>
                      <a:pt x="4347" y="4363"/>
                    </a:cubicBezTo>
                    <a:cubicBezTo>
                      <a:pt x="4664" y="4074"/>
                      <a:pt x="5139" y="4047"/>
                      <a:pt x="5484" y="4301"/>
                    </a:cubicBezTo>
                    <a:lnTo>
                      <a:pt x="5912" y="4625"/>
                    </a:lnTo>
                    <a:cubicBezTo>
                      <a:pt x="6581" y="5174"/>
                      <a:pt x="7496" y="5308"/>
                      <a:pt x="8293" y="4973"/>
                    </a:cubicBezTo>
                    <a:cubicBezTo>
                      <a:pt x="9106" y="4632"/>
                      <a:pt x="9660" y="3862"/>
                      <a:pt x="9727" y="2979"/>
                    </a:cubicBezTo>
                    <a:lnTo>
                      <a:pt x="9750" y="2581"/>
                    </a:lnTo>
                    <a:cubicBezTo>
                      <a:pt x="9793" y="2097"/>
                      <a:pt x="10198" y="1727"/>
                      <a:pt x="10682" y="1730"/>
                    </a:cubicBezTo>
                    <a:close/>
                    <a:moveTo>
                      <a:pt x="10691" y="7167"/>
                    </a:moveTo>
                    <a:cubicBezTo>
                      <a:pt x="9781" y="7167"/>
                      <a:pt x="8871" y="7516"/>
                      <a:pt x="8178" y="8213"/>
                    </a:cubicBezTo>
                    <a:cubicBezTo>
                      <a:pt x="6790" y="9607"/>
                      <a:pt x="6790" y="11867"/>
                      <a:pt x="8178" y="13261"/>
                    </a:cubicBezTo>
                    <a:cubicBezTo>
                      <a:pt x="9565" y="14655"/>
                      <a:pt x="11815" y="14655"/>
                      <a:pt x="13203" y="13261"/>
                    </a:cubicBezTo>
                    <a:cubicBezTo>
                      <a:pt x="14591" y="11867"/>
                      <a:pt x="14591" y="9607"/>
                      <a:pt x="13203" y="8213"/>
                    </a:cubicBezTo>
                    <a:cubicBezTo>
                      <a:pt x="12509" y="7516"/>
                      <a:pt x="11600" y="7167"/>
                      <a:pt x="10691" y="7167"/>
                    </a:cubicBezTo>
                    <a:close/>
                    <a:moveTo>
                      <a:pt x="10679" y="8911"/>
                    </a:moveTo>
                    <a:cubicBezTo>
                      <a:pt x="11140" y="8911"/>
                      <a:pt x="11600" y="9088"/>
                      <a:pt x="11952" y="9442"/>
                    </a:cubicBezTo>
                    <a:cubicBezTo>
                      <a:pt x="12656" y="10148"/>
                      <a:pt x="12656" y="11294"/>
                      <a:pt x="11952" y="12000"/>
                    </a:cubicBezTo>
                    <a:cubicBezTo>
                      <a:pt x="11249" y="12707"/>
                      <a:pt x="10108" y="12707"/>
                      <a:pt x="9405" y="12000"/>
                    </a:cubicBezTo>
                    <a:cubicBezTo>
                      <a:pt x="8701" y="11294"/>
                      <a:pt x="8701" y="10148"/>
                      <a:pt x="9405" y="9442"/>
                    </a:cubicBezTo>
                    <a:cubicBezTo>
                      <a:pt x="9756" y="9088"/>
                      <a:pt x="10218" y="8911"/>
                      <a:pt x="10679" y="8911"/>
                    </a:cubicBezTo>
                    <a:close/>
                  </a:path>
                </a:pathLst>
              </a:custGeom>
              <a:solidFill>
                <a:srgbClr val="44546A"/>
              </a:solidFill>
              <a:ln w="6350" algn="ctr">
                <a:noFill/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defTabSz="8255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sz="3200">
                  <a:solidFill>
                    <a:srgbClr val="FFFFFF"/>
                  </a:solidFill>
                </a:endParaRPr>
              </a:p>
            </p:txBody>
          </p:sp>
        </p:grp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AFE6AC58-444D-41C7-AE66-C51B1F107E2D}"/>
              </a:ext>
            </a:extLst>
          </p:cNvPr>
          <p:cNvGrpSpPr/>
          <p:nvPr/>
        </p:nvGrpSpPr>
        <p:grpSpPr>
          <a:xfrm>
            <a:off x="439841" y="8495001"/>
            <a:ext cx="5977491" cy="886491"/>
            <a:chOff x="439841" y="8495001"/>
            <a:chExt cx="5977491" cy="886491"/>
          </a:xfrm>
        </p:grpSpPr>
        <p:grpSp>
          <p:nvGrpSpPr>
            <p:cNvPr id="339" name="그룹 338">
              <a:extLst>
                <a:ext uri="{FF2B5EF4-FFF2-40B4-BE49-F238E27FC236}">
                  <a16:creationId xmlns:a16="http://schemas.microsoft.com/office/drawing/2014/main" id="{532D66D0-8D44-454E-88D9-8826582C117F}"/>
                </a:ext>
              </a:extLst>
            </p:cNvPr>
            <p:cNvGrpSpPr/>
            <p:nvPr/>
          </p:nvGrpSpPr>
          <p:grpSpPr>
            <a:xfrm>
              <a:off x="439841" y="8495001"/>
              <a:ext cx="5977491" cy="886491"/>
              <a:chOff x="5062837" y="2040631"/>
              <a:chExt cx="13160835" cy="5028197"/>
            </a:xfrm>
          </p:grpSpPr>
          <p:sp>
            <p:nvSpPr>
              <p:cNvPr id="340" name="직사각형 339">
                <a:extLst>
                  <a:ext uri="{FF2B5EF4-FFF2-40B4-BE49-F238E27FC236}">
                    <a16:creationId xmlns:a16="http://schemas.microsoft.com/office/drawing/2014/main" id="{23FC7944-68B7-4946-9D11-FC63E70688C5}"/>
                  </a:ext>
                </a:extLst>
              </p:cNvPr>
              <p:cNvSpPr/>
              <p:nvPr/>
            </p:nvSpPr>
            <p:spPr>
              <a:xfrm flipH="1">
                <a:off x="5062837" y="2040631"/>
                <a:ext cx="2392781" cy="5028027"/>
              </a:xfrm>
              <a:prstGeom prst="rect">
                <a:avLst/>
              </a:prstGeom>
              <a:solidFill>
                <a:srgbClr val="02ACCE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ko-KR" altLang="en-US" sz="1400">
                    <a:solidFill>
                      <a:schemeClr val="bg1"/>
                    </a:solidFill>
                    <a:latin typeface="+mj-ea"/>
                    <a:ea typeface="+mj-ea"/>
                  </a:rPr>
                  <a:t>업무 분류</a:t>
                </a:r>
                <a:endParaRPr lang="ko-KR" altLang="en-US" sz="1400" dirty="0" err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342" name="직사각형 341">
                <a:extLst>
                  <a:ext uri="{FF2B5EF4-FFF2-40B4-BE49-F238E27FC236}">
                    <a16:creationId xmlns:a16="http://schemas.microsoft.com/office/drawing/2014/main" id="{0D719897-2CCA-40D3-A25D-FD63C963571D}"/>
                  </a:ext>
                </a:extLst>
              </p:cNvPr>
              <p:cNvSpPr/>
              <p:nvPr/>
            </p:nvSpPr>
            <p:spPr>
              <a:xfrm flipH="1">
                <a:off x="7443991" y="2040801"/>
                <a:ext cx="10779681" cy="502802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1400" dirty="0" err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</p:grpSp>
        <p:sp>
          <p:nvSpPr>
            <p:cNvPr id="317" name="TextBox 316">
              <a:extLst>
                <a:ext uri="{FF2B5EF4-FFF2-40B4-BE49-F238E27FC236}">
                  <a16:creationId xmlns:a16="http://schemas.microsoft.com/office/drawing/2014/main" id="{F79DA0C6-EA18-42EC-AC32-E849C853784E}"/>
                </a:ext>
              </a:extLst>
            </p:cNvPr>
            <p:cNvSpPr txBox="1"/>
            <p:nvPr/>
          </p:nvSpPr>
          <p:spPr>
            <a:xfrm rot="10800000" flipV="1">
              <a:off x="5949281" y="8625408"/>
              <a:ext cx="395941" cy="123111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algn="r"/>
              <a:r>
                <a:rPr lang="en-US" altLang="ko-KR" sz="800" dirty="0">
                  <a:ln>
                    <a:solidFill>
                      <a:srgbClr val="7F7F7F">
                        <a:alpha val="0"/>
                      </a:srgbClr>
                    </a:solidFill>
                  </a:ln>
                  <a:solidFill>
                    <a:srgbClr val="3C485A"/>
                  </a:solidFill>
                  <a:latin typeface="+mn-ea"/>
                </a:rPr>
                <a:t>(</a:t>
              </a:r>
              <a:r>
                <a:rPr lang="ko-KR" altLang="en-US" sz="800" dirty="0">
                  <a:ln>
                    <a:solidFill>
                      <a:srgbClr val="7F7F7F">
                        <a:alpha val="0"/>
                      </a:srgbClr>
                    </a:solidFill>
                  </a:ln>
                  <a:solidFill>
                    <a:srgbClr val="3C485A"/>
                  </a:solidFill>
                  <a:latin typeface="+mn-ea"/>
                </a:rPr>
                <a:t>단위</a:t>
              </a:r>
              <a:r>
                <a:rPr lang="en-US" altLang="ko-KR" sz="800" dirty="0">
                  <a:ln>
                    <a:solidFill>
                      <a:srgbClr val="7F7F7F">
                        <a:alpha val="0"/>
                      </a:srgbClr>
                    </a:solidFill>
                  </a:ln>
                  <a:solidFill>
                    <a:srgbClr val="3C485A"/>
                  </a:solidFill>
                  <a:latin typeface="+mn-ea"/>
                </a:rPr>
                <a:t>: %)</a:t>
              </a:r>
              <a:endParaRPr lang="ko-KR" altLang="en-US" sz="800" dirty="0">
                <a:ln>
                  <a:solidFill>
                    <a:srgbClr val="7F7F7F">
                      <a:alpha val="0"/>
                    </a:srgbClr>
                  </a:solidFill>
                </a:ln>
                <a:solidFill>
                  <a:srgbClr val="3C485A"/>
                </a:solidFill>
                <a:latin typeface="+mn-ea"/>
              </a:endParaRPr>
            </a:p>
          </p:txBody>
        </p:sp>
        <p:sp>
          <p:nvSpPr>
            <p:cNvPr id="318" name="TextBox 317">
              <a:extLst>
                <a:ext uri="{FF2B5EF4-FFF2-40B4-BE49-F238E27FC236}">
                  <a16:creationId xmlns:a16="http://schemas.microsoft.com/office/drawing/2014/main" id="{1FD5A614-D674-46EE-8273-FDE9C3180B05}"/>
                </a:ext>
              </a:extLst>
            </p:cNvPr>
            <p:cNvSpPr txBox="1"/>
            <p:nvPr/>
          </p:nvSpPr>
          <p:spPr>
            <a:xfrm rot="10800000" flipV="1">
              <a:off x="1628812" y="8626469"/>
              <a:ext cx="504000" cy="153888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algn="r"/>
              <a:r>
                <a:rPr lang="ko-KR" altLang="en-US" sz="1000" dirty="0">
                  <a:ln>
                    <a:solidFill>
                      <a:srgbClr val="7F7F7F">
                        <a:alpha val="0"/>
                      </a:srgbClr>
                    </a:solidFill>
                  </a:ln>
                  <a:solidFill>
                    <a:srgbClr val="0070C0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</a:rPr>
                <a:t>기능구현</a:t>
              </a:r>
            </a:p>
          </p:txBody>
        </p:sp>
        <p:sp>
          <p:nvSpPr>
            <p:cNvPr id="319" name="TextBox 318">
              <a:extLst>
                <a:ext uri="{FF2B5EF4-FFF2-40B4-BE49-F238E27FC236}">
                  <a16:creationId xmlns:a16="http://schemas.microsoft.com/office/drawing/2014/main" id="{D1049929-5864-413D-9199-3DB80D9D93F8}"/>
                </a:ext>
              </a:extLst>
            </p:cNvPr>
            <p:cNvSpPr txBox="1"/>
            <p:nvPr/>
          </p:nvSpPr>
          <p:spPr>
            <a:xfrm rot="10800000" flipV="1">
              <a:off x="1628800" y="8873168"/>
              <a:ext cx="504000" cy="153888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algn="r"/>
              <a:r>
                <a:rPr lang="ko-KR" altLang="en-US" sz="1000" dirty="0">
                  <a:ln>
                    <a:solidFill>
                      <a:srgbClr val="7F7F7F">
                        <a:alpha val="0"/>
                      </a:srgbClr>
                    </a:solidFill>
                  </a:ln>
                  <a:solidFill>
                    <a:srgbClr val="3C485A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</a:rPr>
                <a:t>운영지원</a:t>
              </a:r>
            </a:p>
          </p:txBody>
        </p:sp>
        <p:sp>
          <p:nvSpPr>
            <p:cNvPr id="320" name="TextBox 319">
              <a:extLst>
                <a:ext uri="{FF2B5EF4-FFF2-40B4-BE49-F238E27FC236}">
                  <a16:creationId xmlns:a16="http://schemas.microsoft.com/office/drawing/2014/main" id="{98C6A5CC-B256-45A8-85C6-E8EE0A33030A}"/>
                </a:ext>
              </a:extLst>
            </p:cNvPr>
            <p:cNvSpPr txBox="1"/>
            <p:nvPr/>
          </p:nvSpPr>
          <p:spPr>
            <a:xfrm rot="10800000" flipV="1">
              <a:off x="1635455" y="9119864"/>
              <a:ext cx="504000" cy="153888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algn="r"/>
              <a:r>
                <a:rPr lang="ko-KR" altLang="en-US" sz="1000" dirty="0">
                  <a:ln>
                    <a:solidFill>
                      <a:srgbClr val="7F7F7F">
                        <a:alpha val="0"/>
                      </a:srgbClr>
                    </a:solidFill>
                  </a:ln>
                  <a:solidFill>
                    <a:srgbClr val="3C485A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</a:rPr>
                <a:t>사업관리</a:t>
              </a:r>
            </a:p>
          </p:txBody>
        </p:sp>
        <p:grpSp>
          <p:nvGrpSpPr>
            <p:cNvPr id="321" name="그룹 320">
              <a:extLst>
                <a:ext uri="{FF2B5EF4-FFF2-40B4-BE49-F238E27FC236}">
                  <a16:creationId xmlns:a16="http://schemas.microsoft.com/office/drawing/2014/main" id="{462C9E59-E7E3-4606-9722-03E67233CB82}"/>
                </a:ext>
              </a:extLst>
            </p:cNvPr>
            <p:cNvGrpSpPr/>
            <p:nvPr/>
          </p:nvGrpSpPr>
          <p:grpSpPr>
            <a:xfrm>
              <a:off x="2262300" y="8863180"/>
              <a:ext cx="3600000" cy="173859"/>
              <a:chOff x="6715350" y="4392344"/>
              <a:chExt cx="3218314" cy="111959"/>
            </a:xfrm>
          </p:grpSpPr>
          <p:sp>
            <p:nvSpPr>
              <p:cNvPr id="334" name="직사각형 333">
                <a:extLst>
                  <a:ext uri="{FF2B5EF4-FFF2-40B4-BE49-F238E27FC236}">
                    <a16:creationId xmlns:a16="http://schemas.microsoft.com/office/drawing/2014/main" id="{FF20435E-046E-4E08-B84D-8C76E25B4943}"/>
                  </a:ext>
                </a:extLst>
              </p:cNvPr>
              <p:cNvSpPr/>
              <p:nvPr/>
            </p:nvSpPr>
            <p:spPr>
              <a:xfrm>
                <a:off x="6715350" y="4392348"/>
                <a:ext cx="3218314" cy="111955"/>
              </a:xfrm>
              <a:prstGeom prst="rect">
                <a:avLst/>
              </a:prstGeom>
              <a:solidFill>
                <a:srgbClr val="E5E9EF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000" tIns="18000" rIns="18000" bIns="18000" rtlCol="0" anchor="ctr"/>
              <a:lstStyle/>
              <a:p>
                <a:pPr algn="ctr" defTabSz="621991" latinLnBrk="0">
                  <a:buSzPct val="80000"/>
                </a:pPr>
                <a:endParaRPr lang="ko-KR" altLang="en-US" sz="1200" b="1" kern="0" dirty="0" err="1">
                  <a:ln>
                    <a:solidFill>
                      <a:srgbClr val="7F7F7F">
                        <a:alpha val="0"/>
                      </a:srgbClr>
                    </a:solidFill>
                  </a:ln>
                  <a:gradFill>
                    <a:gsLst>
                      <a:gs pos="0">
                        <a:srgbClr val="2C2C2C"/>
                      </a:gs>
                      <a:gs pos="51000">
                        <a:srgbClr val="2C2C2C"/>
                      </a:gs>
                    </a:gsLst>
                    <a:lin ang="5400000" scaled="1"/>
                  </a:gradFill>
                  <a:latin typeface="+mn-ea"/>
                </a:endParaRPr>
              </a:p>
            </p:txBody>
          </p:sp>
          <p:sp>
            <p:nvSpPr>
              <p:cNvPr id="335" name="TextBox 334">
                <a:extLst>
                  <a:ext uri="{FF2B5EF4-FFF2-40B4-BE49-F238E27FC236}">
                    <a16:creationId xmlns:a16="http://schemas.microsoft.com/office/drawing/2014/main" id="{C610904A-A3E1-4BE0-B056-D76601D73F34}"/>
                  </a:ext>
                </a:extLst>
              </p:cNvPr>
              <p:cNvSpPr txBox="1"/>
              <p:nvPr/>
            </p:nvSpPr>
            <p:spPr>
              <a:xfrm rot="10800000" flipV="1">
                <a:off x="7301119" y="4408686"/>
                <a:ext cx="103179" cy="7927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pPr algn="r"/>
                <a:r>
                  <a:rPr lang="en-US" altLang="ko-KR" sz="800" dirty="0">
                    <a:ln>
                      <a:solidFill>
                        <a:srgbClr val="7F7F7F">
                          <a:alpha val="0"/>
                        </a:srgbClr>
                      </a:solidFill>
                    </a:ln>
                    <a:solidFill>
                      <a:srgbClr val="3C485A"/>
                    </a:solidFill>
                    <a:latin typeface="+mj-ea"/>
                    <a:ea typeface="+mj-ea"/>
                  </a:rPr>
                  <a:t>16</a:t>
                </a:r>
                <a:endParaRPr lang="ko-KR" altLang="en-US" sz="800" dirty="0">
                  <a:ln>
                    <a:solidFill>
                      <a:srgbClr val="7F7F7F">
                        <a:alpha val="0"/>
                      </a:srgbClr>
                    </a:solidFill>
                  </a:ln>
                  <a:solidFill>
                    <a:srgbClr val="3C485A"/>
                  </a:solidFill>
                  <a:latin typeface="+mj-ea"/>
                  <a:ea typeface="+mj-ea"/>
                </a:endParaRPr>
              </a:p>
            </p:txBody>
          </p:sp>
          <p:grpSp>
            <p:nvGrpSpPr>
              <p:cNvPr id="336" name="그룹 335">
                <a:extLst>
                  <a:ext uri="{FF2B5EF4-FFF2-40B4-BE49-F238E27FC236}">
                    <a16:creationId xmlns:a16="http://schemas.microsoft.com/office/drawing/2014/main" id="{BAB1EAB6-CCCD-485D-8C4F-34C4A892873D}"/>
                  </a:ext>
                </a:extLst>
              </p:cNvPr>
              <p:cNvGrpSpPr/>
              <p:nvPr/>
            </p:nvGrpSpPr>
            <p:grpSpPr>
              <a:xfrm flipV="1">
                <a:off x="6715361" y="4392344"/>
                <a:ext cx="514931" cy="111956"/>
                <a:chOff x="6583342" y="4392344"/>
                <a:chExt cx="408969" cy="111956"/>
              </a:xfrm>
            </p:grpSpPr>
            <p:sp>
              <p:nvSpPr>
                <p:cNvPr id="337" name="직사각형 336">
                  <a:extLst>
                    <a:ext uri="{FF2B5EF4-FFF2-40B4-BE49-F238E27FC236}">
                      <a16:creationId xmlns:a16="http://schemas.microsoft.com/office/drawing/2014/main" id="{3D5B8691-EB7C-4A91-B842-1515DD1CA26C}"/>
                    </a:ext>
                  </a:extLst>
                </p:cNvPr>
                <p:cNvSpPr/>
                <p:nvPr/>
              </p:nvSpPr>
              <p:spPr>
                <a:xfrm>
                  <a:off x="6583342" y="4392344"/>
                  <a:ext cx="408969" cy="111955"/>
                </a:xfrm>
                <a:prstGeom prst="rect">
                  <a:avLst/>
                </a:prstGeom>
                <a:solidFill>
                  <a:srgbClr val="44546A"/>
                </a:solidFill>
                <a:ln w="63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" tIns="18000" rIns="18000" bIns="18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 defTabSz="621991" latinLnBrk="0">
                    <a:buSzPct val="80000"/>
                  </a:pPr>
                  <a:endParaRPr lang="ko-KR" altLang="en-US" sz="1200" b="1" kern="0" dirty="0" err="1">
                    <a:ln>
                      <a:solidFill>
                        <a:srgbClr val="7F7F7F">
                          <a:alpha val="0"/>
                        </a:srgbClr>
                      </a:solidFill>
                    </a:ln>
                    <a:gradFill>
                      <a:gsLst>
                        <a:gs pos="0">
                          <a:srgbClr val="2C2C2C"/>
                        </a:gs>
                        <a:gs pos="51000">
                          <a:srgbClr val="2C2C2C"/>
                        </a:gs>
                      </a:gsLst>
                      <a:lin ang="5400000" scaled="1"/>
                    </a:gradFill>
                    <a:latin typeface="+mn-ea"/>
                  </a:endParaRPr>
                </a:p>
              </p:txBody>
            </p:sp>
            <p:sp>
              <p:nvSpPr>
                <p:cNvPr id="338" name="직사각형 337">
                  <a:extLst>
                    <a:ext uri="{FF2B5EF4-FFF2-40B4-BE49-F238E27FC236}">
                      <a16:creationId xmlns:a16="http://schemas.microsoft.com/office/drawing/2014/main" id="{05D52471-19DA-4A8F-A4BD-AD877E90184C}"/>
                    </a:ext>
                  </a:extLst>
                </p:cNvPr>
                <p:cNvSpPr/>
                <p:nvPr/>
              </p:nvSpPr>
              <p:spPr>
                <a:xfrm>
                  <a:off x="6583342" y="4448322"/>
                  <a:ext cx="408969" cy="55978"/>
                </a:xfrm>
                <a:prstGeom prst="rect">
                  <a:avLst/>
                </a:prstGeom>
                <a:solidFill>
                  <a:srgbClr val="4E6485"/>
                </a:solidFill>
                <a:ln w="63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000" tIns="18000" rIns="18000" bIns="18000" rtlCol="0" anchor="ctr"/>
                <a:lstStyle/>
                <a:p>
                  <a:pPr algn="ctr" defTabSz="621991" latinLnBrk="0">
                    <a:buSzPct val="80000"/>
                  </a:pPr>
                  <a:endParaRPr lang="ko-KR" altLang="en-US" sz="1200" b="1" kern="0" dirty="0" err="1">
                    <a:ln>
                      <a:solidFill>
                        <a:srgbClr val="7F7F7F">
                          <a:alpha val="0"/>
                        </a:srgbClr>
                      </a:solidFill>
                    </a:ln>
                    <a:gradFill>
                      <a:gsLst>
                        <a:gs pos="0">
                          <a:srgbClr val="2C2C2C"/>
                        </a:gs>
                        <a:gs pos="51000">
                          <a:srgbClr val="2C2C2C"/>
                        </a:gs>
                      </a:gsLst>
                      <a:lin ang="5400000" scaled="1"/>
                    </a:gradFill>
                    <a:latin typeface="+mn-ea"/>
                  </a:endParaRPr>
                </a:p>
              </p:txBody>
            </p:sp>
          </p:grpSp>
        </p:grpSp>
        <p:grpSp>
          <p:nvGrpSpPr>
            <p:cNvPr id="322" name="그룹 321">
              <a:extLst>
                <a:ext uri="{FF2B5EF4-FFF2-40B4-BE49-F238E27FC236}">
                  <a16:creationId xmlns:a16="http://schemas.microsoft.com/office/drawing/2014/main" id="{B83DBDB4-4C36-4C25-81F5-084D108A38DB}"/>
                </a:ext>
              </a:extLst>
            </p:cNvPr>
            <p:cNvGrpSpPr/>
            <p:nvPr/>
          </p:nvGrpSpPr>
          <p:grpSpPr>
            <a:xfrm>
              <a:off x="2262300" y="9109878"/>
              <a:ext cx="3600000" cy="173859"/>
              <a:chOff x="6715350" y="4597380"/>
              <a:chExt cx="3218314" cy="111959"/>
            </a:xfrm>
          </p:grpSpPr>
          <p:sp>
            <p:nvSpPr>
              <p:cNvPr id="329" name="직사각형 328">
                <a:extLst>
                  <a:ext uri="{FF2B5EF4-FFF2-40B4-BE49-F238E27FC236}">
                    <a16:creationId xmlns:a16="http://schemas.microsoft.com/office/drawing/2014/main" id="{9B28D309-8529-47F3-AC63-92624906C119}"/>
                  </a:ext>
                </a:extLst>
              </p:cNvPr>
              <p:cNvSpPr/>
              <p:nvPr/>
            </p:nvSpPr>
            <p:spPr>
              <a:xfrm>
                <a:off x="6715350" y="4597384"/>
                <a:ext cx="3218314" cy="111955"/>
              </a:xfrm>
              <a:prstGeom prst="rect">
                <a:avLst/>
              </a:prstGeom>
              <a:solidFill>
                <a:srgbClr val="E5E9EF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000" tIns="18000" rIns="18000" bIns="18000" rtlCol="0" anchor="ctr"/>
              <a:lstStyle/>
              <a:p>
                <a:pPr algn="ctr" defTabSz="621991" latinLnBrk="0">
                  <a:buSzPct val="80000"/>
                </a:pPr>
                <a:endParaRPr lang="ko-KR" altLang="en-US" sz="1200" b="1" kern="0" dirty="0" err="1">
                  <a:ln>
                    <a:solidFill>
                      <a:srgbClr val="7F7F7F">
                        <a:alpha val="0"/>
                      </a:srgbClr>
                    </a:solidFill>
                  </a:ln>
                  <a:gradFill>
                    <a:gsLst>
                      <a:gs pos="0">
                        <a:srgbClr val="2C2C2C"/>
                      </a:gs>
                      <a:gs pos="51000">
                        <a:srgbClr val="2C2C2C"/>
                      </a:gs>
                    </a:gsLst>
                    <a:lin ang="5400000" scaled="1"/>
                  </a:gradFill>
                  <a:latin typeface="+mn-ea"/>
                </a:endParaRPr>
              </a:p>
            </p:txBody>
          </p:sp>
          <p:sp>
            <p:nvSpPr>
              <p:cNvPr id="330" name="TextBox 329">
                <a:extLst>
                  <a:ext uri="{FF2B5EF4-FFF2-40B4-BE49-F238E27FC236}">
                    <a16:creationId xmlns:a16="http://schemas.microsoft.com/office/drawing/2014/main" id="{45898B64-2413-4E2D-B37F-D6C709D9AF20}"/>
                  </a:ext>
                </a:extLst>
              </p:cNvPr>
              <p:cNvSpPr txBox="1"/>
              <p:nvPr/>
            </p:nvSpPr>
            <p:spPr>
              <a:xfrm rot="10800000" flipV="1">
                <a:off x="7146804" y="4610770"/>
                <a:ext cx="103179" cy="7927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pPr algn="r"/>
                <a:r>
                  <a:rPr lang="en-US" altLang="ko-KR" sz="800" dirty="0">
                    <a:ln>
                      <a:solidFill>
                        <a:srgbClr val="7F7F7F">
                          <a:alpha val="0"/>
                        </a:srgbClr>
                      </a:solidFill>
                    </a:ln>
                    <a:solidFill>
                      <a:srgbClr val="3C485A"/>
                    </a:solidFill>
                    <a:latin typeface="+mj-ea"/>
                    <a:ea typeface="+mj-ea"/>
                  </a:rPr>
                  <a:t>12</a:t>
                </a:r>
                <a:endParaRPr lang="ko-KR" altLang="en-US" sz="800" dirty="0">
                  <a:ln>
                    <a:solidFill>
                      <a:srgbClr val="7F7F7F">
                        <a:alpha val="0"/>
                      </a:srgbClr>
                    </a:solidFill>
                  </a:ln>
                  <a:solidFill>
                    <a:srgbClr val="3C485A"/>
                  </a:solidFill>
                  <a:latin typeface="+mj-ea"/>
                  <a:ea typeface="+mj-ea"/>
                </a:endParaRPr>
              </a:p>
            </p:txBody>
          </p:sp>
          <p:grpSp>
            <p:nvGrpSpPr>
              <p:cNvPr id="331" name="그룹 330">
                <a:extLst>
                  <a:ext uri="{FF2B5EF4-FFF2-40B4-BE49-F238E27FC236}">
                    <a16:creationId xmlns:a16="http://schemas.microsoft.com/office/drawing/2014/main" id="{B885B469-DD2F-4588-BFE4-D9813EE6E755}"/>
                  </a:ext>
                </a:extLst>
              </p:cNvPr>
              <p:cNvGrpSpPr/>
              <p:nvPr/>
            </p:nvGrpSpPr>
            <p:grpSpPr>
              <a:xfrm flipV="1">
                <a:off x="6715353" y="4597380"/>
                <a:ext cx="386198" cy="111956"/>
                <a:chOff x="6583343" y="4597380"/>
                <a:chExt cx="306727" cy="111956"/>
              </a:xfrm>
            </p:grpSpPr>
            <p:sp>
              <p:nvSpPr>
                <p:cNvPr id="332" name="직사각형 331">
                  <a:extLst>
                    <a:ext uri="{FF2B5EF4-FFF2-40B4-BE49-F238E27FC236}">
                      <a16:creationId xmlns:a16="http://schemas.microsoft.com/office/drawing/2014/main" id="{0DDCD89B-4EA7-4864-A56D-4B587B2F2DB6}"/>
                    </a:ext>
                  </a:extLst>
                </p:cNvPr>
                <p:cNvSpPr/>
                <p:nvPr/>
              </p:nvSpPr>
              <p:spPr>
                <a:xfrm>
                  <a:off x="6583343" y="4597380"/>
                  <a:ext cx="306727" cy="111955"/>
                </a:xfrm>
                <a:prstGeom prst="rect">
                  <a:avLst/>
                </a:prstGeom>
                <a:solidFill>
                  <a:srgbClr val="44546A"/>
                </a:solidFill>
                <a:ln w="63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" tIns="18000" rIns="18000" bIns="18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 defTabSz="621991">
                    <a:buSzPct val="80000"/>
                  </a:pPr>
                  <a:endParaRPr lang="ko-KR" altLang="en-US" sz="1200" b="1" kern="0" dirty="0" err="1">
                    <a:ln>
                      <a:solidFill>
                        <a:srgbClr val="7F7F7F">
                          <a:alpha val="0"/>
                        </a:srgbClr>
                      </a:solidFill>
                    </a:ln>
                    <a:gradFill>
                      <a:gsLst>
                        <a:gs pos="0">
                          <a:srgbClr val="2C2C2C"/>
                        </a:gs>
                        <a:gs pos="51000">
                          <a:srgbClr val="2C2C2C"/>
                        </a:gs>
                      </a:gsLst>
                      <a:lin ang="5400000" scaled="1"/>
                    </a:gradFill>
                    <a:latin typeface="+mn-ea"/>
                  </a:endParaRPr>
                </a:p>
              </p:txBody>
            </p:sp>
            <p:sp>
              <p:nvSpPr>
                <p:cNvPr id="333" name="직사각형 332">
                  <a:extLst>
                    <a:ext uri="{FF2B5EF4-FFF2-40B4-BE49-F238E27FC236}">
                      <a16:creationId xmlns:a16="http://schemas.microsoft.com/office/drawing/2014/main" id="{AF6CEE15-3465-45B7-B6E5-80E56EE93270}"/>
                    </a:ext>
                  </a:extLst>
                </p:cNvPr>
                <p:cNvSpPr/>
                <p:nvPr/>
              </p:nvSpPr>
              <p:spPr>
                <a:xfrm>
                  <a:off x="6583343" y="4653358"/>
                  <a:ext cx="306727" cy="55978"/>
                </a:xfrm>
                <a:prstGeom prst="rect">
                  <a:avLst/>
                </a:prstGeom>
                <a:solidFill>
                  <a:srgbClr val="4E6485"/>
                </a:solidFill>
                <a:ln w="63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000" tIns="18000" rIns="18000" bIns="18000" rtlCol="0" anchor="ctr"/>
                <a:lstStyle/>
                <a:p>
                  <a:pPr algn="ctr" defTabSz="621991">
                    <a:buSzPct val="80000"/>
                  </a:pPr>
                  <a:endParaRPr lang="ko-KR" altLang="en-US" sz="1200" b="1" kern="0" dirty="0" err="1">
                    <a:ln>
                      <a:solidFill>
                        <a:srgbClr val="7F7F7F">
                          <a:alpha val="0"/>
                        </a:srgbClr>
                      </a:solidFill>
                    </a:ln>
                    <a:gradFill>
                      <a:gsLst>
                        <a:gs pos="0">
                          <a:srgbClr val="2C2C2C"/>
                        </a:gs>
                        <a:gs pos="51000">
                          <a:srgbClr val="2C2C2C"/>
                        </a:gs>
                      </a:gsLst>
                      <a:lin ang="5400000" scaled="1"/>
                    </a:gradFill>
                    <a:latin typeface="+mn-ea"/>
                  </a:endParaRPr>
                </a:p>
              </p:txBody>
            </p:sp>
          </p:grpSp>
        </p:grpSp>
        <p:grpSp>
          <p:nvGrpSpPr>
            <p:cNvPr id="323" name="그룹 322">
              <a:extLst>
                <a:ext uri="{FF2B5EF4-FFF2-40B4-BE49-F238E27FC236}">
                  <a16:creationId xmlns:a16="http://schemas.microsoft.com/office/drawing/2014/main" id="{A4F8276D-F296-43DD-A783-5F1273AB89BA}"/>
                </a:ext>
              </a:extLst>
            </p:cNvPr>
            <p:cNvGrpSpPr/>
            <p:nvPr/>
          </p:nvGrpSpPr>
          <p:grpSpPr>
            <a:xfrm>
              <a:off x="2262300" y="8608412"/>
              <a:ext cx="3600000" cy="173859"/>
              <a:chOff x="6715350" y="4180600"/>
              <a:chExt cx="3218313" cy="111959"/>
            </a:xfrm>
          </p:grpSpPr>
          <p:sp>
            <p:nvSpPr>
              <p:cNvPr id="325" name="직사각형 324">
                <a:extLst>
                  <a:ext uri="{FF2B5EF4-FFF2-40B4-BE49-F238E27FC236}">
                    <a16:creationId xmlns:a16="http://schemas.microsoft.com/office/drawing/2014/main" id="{3698BB00-9A9E-404E-AB98-774274E42393}"/>
                  </a:ext>
                </a:extLst>
              </p:cNvPr>
              <p:cNvSpPr/>
              <p:nvPr/>
            </p:nvSpPr>
            <p:spPr>
              <a:xfrm>
                <a:off x="6715350" y="4180604"/>
                <a:ext cx="3218313" cy="111955"/>
              </a:xfrm>
              <a:prstGeom prst="rect">
                <a:avLst/>
              </a:prstGeom>
              <a:solidFill>
                <a:srgbClr val="E5E9EF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000" tIns="18000" rIns="18000" bIns="18000" rtlCol="0" anchor="ctr"/>
              <a:lstStyle/>
              <a:p>
                <a:pPr algn="ctr" defTabSz="621991" latinLnBrk="0">
                  <a:buSzPct val="80000"/>
                </a:pPr>
                <a:endParaRPr lang="ko-KR" altLang="en-US" sz="1200" b="1" kern="0" dirty="0" err="1">
                  <a:ln>
                    <a:solidFill>
                      <a:srgbClr val="7F7F7F">
                        <a:alpha val="0"/>
                      </a:srgbClr>
                    </a:solidFill>
                  </a:ln>
                  <a:gradFill>
                    <a:gsLst>
                      <a:gs pos="0">
                        <a:srgbClr val="2C2C2C"/>
                      </a:gs>
                      <a:gs pos="51000">
                        <a:srgbClr val="2C2C2C"/>
                      </a:gs>
                    </a:gsLst>
                    <a:lin ang="5400000" scaled="1"/>
                  </a:gradFill>
                  <a:latin typeface="+mn-ea"/>
                </a:endParaRPr>
              </a:p>
            </p:txBody>
          </p:sp>
          <p:sp>
            <p:nvSpPr>
              <p:cNvPr id="326" name="TextBox 325">
                <a:extLst>
                  <a:ext uri="{FF2B5EF4-FFF2-40B4-BE49-F238E27FC236}">
                    <a16:creationId xmlns:a16="http://schemas.microsoft.com/office/drawing/2014/main" id="{BC1DF19B-974D-4145-9E8A-CCB35362E2B0}"/>
                  </a:ext>
                </a:extLst>
              </p:cNvPr>
              <p:cNvSpPr txBox="1"/>
              <p:nvPr/>
            </p:nvSpPr>
            <p:spPr>
              <a:xfrm rot="10800000" flipV="1">
                <a:off x="9078007" y="4193990"/>
                <a:ext cx="103179" cy="7927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pPr algn="r"/>
                <a:r>
                  <a:rPr lang="en-US" altLang="ko-KR" sz="800" dirty="0">
                    <a:ln>
                      <a:solidFill>
                        <a:srgbClr val="7F7F7F">
                          <a:alpha val="0"/>
                        </a:srgbClr>
                      </a:solidFill>
                    </a:ln>
                    <a:solidFill>
                      <a:srgbClr val="0070C0"/>
                    </a:solidFill>
                    <a:latin typeface="+mj-ea"/>
                    <a:ea typeface="+mj-ea"/>
                  </a:rPr>
                  <a:t>72</a:t>
                </a:r>
                <a:endParaRPr lang="ko-KR" altLang="en-US" sz="800" dirty="0">
                  <a:ln>
                    <a:solidFill>
                      <a:srgbClr val="7F7F7F">
                        <a:alpha val="0"/>
                      </a:srgbClr>
                    </a:solidFill>
                  </a:ln>
                  <a:solidFill>
                    <a:srgbClr val="0070C0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327" name="직사각형 326">
                <a:extLst>
                  <a:ext uri="{FF2B5EF4-FFF2-40B4-BE49-F238E27FC236}">
                    <a16:creationId xmlns:a16="http://schemas.microsoft.com/office/drawing/2014/main" id="{F90DBBD5-38DE-4AA1-A8C4-1D3288E11AC3}"/>
                  </a:ext>
                </a:extLst>
              </p:cNvPr>
              <p:cNvSpPr/>
              <p:nvPr/>
            </p:nvSpPr>
            <p:spPr>
              <a:xfrm flipV="1">
                <a:off x="6715358" y="4180601"/>
                <a:ext cx="2316633" cy="111955"/>
              </a:xfrm>
              <a:prstGeom prst="rect">
                <a:avLst/>
              </a:prstGeom>
              <a:solidFill>
                <a:srgbClr val="0B57A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000" tIns="18000" rIns="18000" bIns="18000" rtlCol="0" anchor="ctr"/>
              <a:lstStyle/>
              <a:p>
                <a:pPr algn="ctr" defTabSz="621991" latinLnBrk="0">
                  <a:buSzPct val="80000"/>
                </a:pPr>
                <a:endParaRPr lang="ko-KR" altLang="en-US" sz="1200" b="1" kern="0" dirty="0" err="1">
                  <a:ln>
                    <a:solidFill>
                      <a:srgbClr val="7F7F7F">
                        <a:alpha val="0"/>
                      </a:srgbClr>
                    </a:solidFill>
                  </a:ln>
                  <a:gradFill>
                    <a:gsLst>
                      <a:gs pos="0">
                        <a:srgbClr val="2C2C2C"/>
                      </a:gs>
                      <a:gs pos="51000">
                        <a:srgbClr val="2C2C2C"/>
                      </a:gs>
                    </a:gsLst>
                    <a:lin ang="5400000" scaled="1"/>
                  </a:gradFill>
                  <a:latin typeface="+mn-ea"/>
                </a:endParaRPr>
              </a:p>
            </p:txBody>
          </p:sp>
          <p:sp>
            <p:nvSpPr>
              <p:cNvPr id="328" name="직사각형 327">
                <a:extLst>
                  <a:ext uri="{FF2B5EF4-FFF2-40B4-BE49-F238E27FC236}">
                    <a16:creationId xmlns:a16="http://schemas.microsoft.com/office/drawing/2014/main" id="{2DA69C44-23C5-4B52-8052-15ED4BD67EF1}"/>
                  </a:ext>
                </a:extLst>
              </p:cNvPr>
              <p:cNvSpPr/>
              <p:nvPr/>
            </p:nvSpPr>
            <p:spPr>
              <a:xfrm flipV="1">
                <a:off x="6715358" y="4180600"/>
                <a:ext cx="2316633" cy="55978"/>
              </a:xfrm>
              <a:prstGeom prst="rect">
                <a:avLst/>
              </a:prstGeom>
              <a:solidFill>
                <a:srgbClr val="2D7CBD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000" tIns="18000" rIns="18000" bIns="18000" rtlCol="0" anchor="ctr"/>
              <a:lstStyle/>
              <a:p>
                <a:pPr algn="ctr" defTabSz="621991" latinLnBrk="0">
                  <a:buSzPct val="80000"/>
                </a:pPr>
                <a:endParaRPr lang="ko-KR" altLang="en-US" sz="1200" b="1" kern="0" dirty="0" err="1">
                  <a:ln>
                    <a:solidFill>
                      <a:srgbClr val="7F7F7F">
                        <a:alpha val="0"/>
                      </a:srgbClr>
                    </a:solidFill>
                  </a:ln>
                  <a:gradFill>
                    <a:gsLst>
                      <a:gs pos="0">
                        <a:srgbClr val="2C2C2C"/>
                      </a:gs>
                      <a:gs pos="51000">
                        <a:srgbClr val="2C2C2C"/>
                      </a:gs>
                    </a:gsLst>
                    <a:lin ang="5400000" scaled="1"/>
                  </a:gradFill>
                  <a:latin typeface="+mn-ea"/>
                </a:endParaRPr>
              </a:p>
            </p:txBody>
          </p:sp>
        </p:grpSp>
        <p:cxnSp>
          <p:nvCxnSpPr>
            <p:cNvPr id="324" name="직선 연결선 323">
              <a:extLst>
                <a:ext uri="{FF2B5EF4-FFF2-40B4-BE49-F238E27FC236}">
                  <a16:creationId xmlns:a16="http://schemas.microsoft.com/office/drawing/2014/main" id="{C9DDCEAE-AA44-4E38-B81A-A8EE5F30DDD0}"/>
                </a:ext>
              </a:extLst>
            </p:cNvPr>
            <p:cNvCxnSpPr>
              <a:cxnSpLocks/>
            </p:cNvCxnSpPr>
            <p:nvPr/>
          </p:nvCxnSpPr>
          <p:spPr>
            <a:xfrm>
              <a:off x="2262300" y="8553400"/>
              <a:ext cx="0" cy="770686"/>
            </a:xfrm>
            <a:prstGeom prst="line">
              <a:avLst/>
            </a:prstGeom>
            <a:ln w="9525">
              <a:solidFill>
                <a:srgbClr val="596B85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604E0C4E-3DC6-F0BA-95E7-EB4EC62E17AF}"/>
              </a:ext>
            </a:extLst>
          </p:cNvPr>
          <p:cNvSpPr txBox="1"/>
          <p:nvPr/>
        </p:nvSpPr>
        <p:spPr>
          <a:xfrm>
            <a:off x="1667082" y="503378"/>
            <a:ext cx="1313436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defTabSz="987095"/>
            <a:r>
              <a:rPr lang="en-US" altLang="ko-KR" sz="800" spc="-54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Ⅰ  </a:t>
            </a:r>
            <a:r>
              <a:rPr lang="ko-KR" altLang="en-US" sz="800" spc="-54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제안 개요  </a:t>
            </a:r>
            <a:r>
              <a:rPr lang="en-US" altLang="ko-KR" sz="800" spc="-54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&gt;  1. </a:t>
            </a:r>
            <a:r>
              <a:rPr lang="ko-KR" altLang="en-US" sz="800" spc="-54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제안의 목적 및 배경</a:t>
            </a:r>
          </a:p>
        </p:txBody>
      </p:sp>
    </p:spTree>
    <p:extLst>
      <p:ext uri="{BB962C8B-B14F-4D97-AF65-F5344CB8AC3E}">
        <p14:creationId xmlns:p14="http://schemas.microsoft.com/office/powerpoint/2010/main" val="321091532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직사각형 48">
            <a:extLst>
              <a:ext uri="{FF2B5EF4-FFF2-40B4-BE49-F238E27FC236}">
                <a16:creationId xmlns:a16="http://schemas.microsoft.com/office/drawing/2014/main" id="{2A3B5A81-B002-4F41-BDCF-C0D2F6CACB7F}"/>
              </a:ext>
            </a:extLst>
          </p:cNvPr>
          <p:cNvSpPr/>
          <p:nvPr/>
        </p:nvSpPr>
        <p:spPr>
          <a:xfrm>
            <a:off x="5206867" y="1065770"/>
            <a:ext cx="1209800" cy="17763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36000" rIns="72000" bIns="18000" rtlCol="0" anchor="ctr">
            <a:spAutoFit/>
          </a:bodyPr>
          <a:lstStyle/>
          <a:p>
            <a:pPr algn="r"/>
            <a:r>
              <a: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요구사항 번호</a:t>
            </a:r>
            <a:r>
              <a:rPr lang="en-US" altLang="ko-KR" sz="8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: </a:t>
            </a:r>
            <a:r>
              <a:rPr lang="en-US" altLang="ko-KR" sz="800">
                <a:solidFill>
                  <a:srgbClr val="0070C0"/>
                </a:solidFill>
                <a:latin typeface="+mj-ea"/>
                <a:ea typeface="+mj-ea"/>
              </a:rPr>
              <a:t>ABC-001</a:t>
            </a:r>
            <a:endParaRPr lang="ko-KR" altLang="en-US" sz="800" dirty="0">
              <a:solidFill>
                <a:srgbClr val="0070C0"/>
              </a:solidFill>
              <a:latin typeface="+mj-ea"/>
              <a:ea typeface="+mj-ea"/>
            </a:endParaRPr>
          </a:p>
        </p:txBody>
      </p:sp>
      <p:sp>
        <p:nvSpPr>
          <p:cNvPr id="83" name="AutoShape 165">
            <a:extLst>
              <a:ext uri="{FF2B5EF4-FFF2-40B4-BE49-F238E27FC236}">
                <a16:creationId xmlns:a16="http://schemas.microsoft.com/office/drawing/2014/main" id="{E055D3DF-7341-4F8D-A44E-97629F0283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668" y="1568624"/>
            <a:ext cx="5976000" cy="647237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3175" algn="ctr">
            <a:solidFill>
              <a:schemeClr val="bg1">
                <a:lumMod val="95000"/>
              </a:schemeClr>
            </a:solidFill>
            <a:round/>
            <a:headEnd/>
            <a:tailEnd/>
          </a:ln>
          <a:effectLst/>
        </p:spPr>
        <p:txBody>
          <a:bodyPr wrap="square" lIns="144000" tIns="36000" rIns="72000" bIns="36000" anchor="ctr"/>
          <a:lstStyle/>
          <a:p>
            <a:pPr marL="85725" lvl="0" indent="-85725" defTabSz="914400" fontAlgn="ctr">
              <a:lnSpc>
                <a:spcPct val="110000"/>
              </a:lnSpc>
              <a:spcAft>
                <a:spcPts val="300"/>
              </a:spcAft>
              <a:buFont typeface="Arial" pitchFamily="34" charset="0"/>
              <a:buChar char="•"/>
              <a:defRPr/>
            </a:pPr>
            <a:r>
              <a:rPr kumimoji="1" lang="ko-KR" altLang="en-US" sz="1000" ker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시스템 구축</a:t>
            </a:r>
            <a:r>
              <a:rPr kumimoji="1" lang="en-US" altLang="ko-KR" sz="1000" ker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/</a:t>
            </a:r>
            <a:r>
              <a:rPr kumimoji="1" lang="ko-KR" altLang="en-US" sz="1000" ker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디자인 </a:t>
            </a:r>
            <a:r>
              <a:rPr kumimoji="1" lang="en-US" altLang="ko-KR" sz="1000" ker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UI/</a:t>
            </a:r>
            <a:r>
              <a:rPr kumimoji="1" lang="ko-KR" altLang="en-US" sz="1000" ker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사업관리 및 지원</a:t>
            </a:r>
            <a:r>
              <a:rPr kumimoji="1" lang="en-US" altLang="ko-KR" sz="1000" ker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/</a:t>
            </a:r>
            <a:r>
              <a:rPr kumimoji="1" lang="ko-KR" altLang="en-US" sz="1000" ker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주관기관의 위상 등 </a:t>
            </a:r>
            <a:r>
              <a:rPr kumimoji="1" lang="en-US" altLang="ko-KR" sz="1000" ker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4</a:t>
            </a:r>
            <a:r>
              <a:rPr kumimoji="1" lang="ko-KR" altLang="en-US" sz="1000" ker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가지 측면의 특장점을 보유한 제안</a:t>
            </a:r>
          </a:p>
          <a:p>
            <a:pPr marL="85725" lvl="0" indent="-85725" defTabSz="914400" fontAlgn="ctr">
              <a:lnSpc>
                <a:spcPct val="110000"/>
              </a:lnSpc>
              <a:spcAft>
                <a:spcPts val="300"/>
              </a:spcAft>
              <a:buFont typeface="Arial" pitchFamily="34" charset="0"/>
              <a:buChar char="•"/>
              <a:defRPr/>
            </a:pPr>
            <a:r>
              <a:rPr kumimoji="1" lang="ko-KR" altLang="en-US" sz="1000" ker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효율적 관리업무</a:t>
            </a:r>
            <a:r>
              <a:rPr kumimoji="1" lang="en-US" altLang="ko-KR" sz="1000" ker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, </a:t>
            </a:r>
            <a:r>
              <a:rPr kumimoji="1" lang="ko-KR" altLang="en-US" sz="1000" ker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편리한 홈페이지 활용 및 안정적 서비스 제공을 통한 </a:t>
            </a:r>
            <a:r>
              <a:rPr kumimoji="1" lang="ko-KR" altLang="en-US" sz="1000" ker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성공적인 사업수행 실현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B0461549-1A62-4163-91EC-9587B83C5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676" y="1064568"/>
            <a:ext cx="1203906" cy="199285"/>
          </a:xfrm>
        </p:spPr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특징 및 장점</a:t>
            </a:r>
          </a:p>
        </p:txBody>
      </p:sp>
      <p:grpSp>
        <p:nvGrpSpPr>
          <p:cNvPr id="85" name="그룹 84">
            <a:extLst>
              <a:ext uri="{FF2B5EF4-FFF2-40B4-BE49-F238E27FC236}">
                <a16:creationId xmlns:a16="http://schemas.microsoft.com/office/drawing/2014/main" id="{A8086534-3405-4B6D-923E-BE4E10B7D5E4}"/>
              </a:ext>
            </a:extLst>
          </p:cNvPr>
          <p:cNvGrpSpPr/>
          <p:nvPr/>
        </p:nvGrpSpPr>
        <p:grpSpPr>
          <a:xfrm>
            <a:off x="440668" y="2504728"/>
            <a:ext cx="5976000" cy="184666"/>
            <a:chOff x="4503039" y="5804479"/>
            <a:chExt cx="5976000" cy="184666"/>
          </a:xfrm>
        </p:grpSpPr>
        <p:cxnSp>
          <p:nvCxnSpPr>
            <p:cNvPr id="86" name="직선 연결선 85">
              <a:extLst>
                <a:ext uri="{FF2B5EF4-FFF2-40B4-BE49-F238E27FC236}">
                  <a16:creationId xmlns:a16="http://schemas.microsoft.com/office/drawing/2014/main" id="{C1E46140-8C05-40A6-952B-315BA3B8647F}"/>
                </a:ext>
              </a:extLst>
            </p:cNvPr>
            <p:cNvCxnSpPr>
              <a:cxnSpLocks/>
            </p:cNvCxnSpPr>
            <p:nvPr/>
          </p:nvCxnSpPr>
          <p:spPr>
            <a:xfrm>
              <a:off x="4503039" y="5948495"/>
              <a:ext cx="5976000" cy="0"/>
            </a:xfrm>
            <a:prstGeom prst="line">
              <a:avLst/>
            </a:prstGeom>
            <a:ln w="12700" cap="flat">
              <a:solidFill>
                <a:srgbClr val="BAC0CE"/>
              </a:solidFill>
              <a:miter lim="800000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64ACD66F-FD42-4E8F-9F4F-7CB6B0DD7ECC}"/>
                </a:ext>
              </a:extLst>
            </p:cNvPr>
            <p:cNvSpPr txBox="1"/>
            <p:nvPr/>
          </p:nvSpPr>
          <p:spPr>
            <a:xfrm flipH="1">
              <a:off x="4503039" y="5804479"/>
              <a:ext cx="872084" cy="18466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</p:spPr>
          <p:txBody>
            <a:bodyPr wrap="none" lIns="0" tIns="0" rIns="108000" bIns="0" rtlCol="0" anchor="b">
              <a:spAutoFit/>
            </a:bodyPr>
            <a:lstStyle/>
            <a:p>
              <a:pPr lvl="0" defTabSz="478031">
                <a:defRPr/>
              </a:pPr>
              <a:r>
                <a:rPr lang="ko-KR" altLang="en-US" sz="120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특징 및 장점</a:t>
              </a:r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CEFB0A9E-4D07-4372-B77C-90B2E117F81E}"/>
              </a:ext>
            </a:extLst>
          </p:cNvPr>
          <p:cNvGrpSpPr/>
          <p:nvPr/>
        </p:nvGrpSpPr>
        <p:grpSpPr>
          <a:xfrm>
            <a:off x="440668" y="3944920"/>
            <a:ext cx="2916000" cy="2664264"/>
            <a:chOff x="440668" y="3944920"/>
            <a:chExt cx="2916000" cy="2664264"/>
          </a:xfrm>
        </p:grpSpPr>
        <p:sp>
          <p:nvSpPr>
            <p:cNvPr id="50" name="Rectangle 3">
              <a:extLst>
                <a:ext uri="{FF2B5EF4-FFF2-40B4-BE49-F238E27FC236}">
                  <a16:creationId xmlns:a16="http://schemas.microsoft.com/office/drawing/2014/main" id="{98A32A28-BC4A-4A33-BE67-958B5F3FDC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668" y="4269184"/>
              <a:ext cx="2916000" cy="2340000"/>
            </a:xfrm>
            <a:prstGeom prst="rect">
              <a:avLst/>
            </a:prstGeom>
            <a:solidFill>
              <a:srgbClr val="F0F0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587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tIns="144000" anchor="t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eaLnBrk="1" hangingPunct="1"/>
              <a:endParaRPr lang="ko-KR" altLang="en-US" sz="14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51" name="양쪽 모서리가 둥근 사각형 5">
              <a:extLst>
                <a:ext uri="{FF2B5EF4-FFF2-40B4-BE49-F238E27FC236}">
                  <a16:creationId xmlns:a16="http://schemas.microsoft.com/office/drawing/2014/main" id="{EE94F84A-9C4F-4C68-80D6-36F27D9D02B6}"/>
                </a:ext>
              </a:extLst>
            </p:cNvPr>
            <p:cNvSpPr/>
            <p:nvPr/>
          </p:nvSpPr>
          <p:spPr>
            <a:xfrm>
              <a:off x="440668" y="3944920"/>
              <a:ext cx="2916000" cy="324000"/>
            </a:xfrm>
            <a:prstGeom prst="rect">
              <a:avLst/>
            </a:prstGeom>
            <a:solidFill>
              <a:srgbClr val="5A9BD5"/>
            </a:solidFill>
            <a:ln w="3175" algn="ctr">
              <a:noFill/>
              <a:miter lim="800000"/>
              <a:headEnd/>
              <a:tailEnd/>
            </a:ln>
            <a:effectLst/>
          </p:spPr>
          <p:txBody>
            <a:bodyPr wrap="none" lIns="180000" tIns="0" rIns="72000" bIns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buSzPct val="110000"/>
              </a:pPr>
              <a:r>
                <a:rPr lang="ko-KR" altLang="en-US" sz="1300" spc="-5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prstClr val="white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</a:rPr>
                <a:t>시스템 구축 측면</a:t>
              </a:r>
            </a:p>
          </p:txBody>
        </p:sp>
        <p:sp>
          <p:nvSpPr>
            <p:cNvPr id="52" name="Rectangle 22">
              <a:extLst>
                <a:ext uri="{FF2B5EF4-FFF2-40B4-BE49-F238E27FC236}">
                  <a16:creationId xmlns:a16="http://schemas.microsoft.com/office/drawing/2014/main" id="{EC83470F-C485-4A65-B6F1-C2C5857957E5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584668" y="5147241"/>
              <a:ext cx="2592000" cy="1395177"/>
            </a:xfrm>
            <a:prstGeom prst="rect">
              <a:avLst/>
            </a:prstGeom>
            <a:noFill/>
            <a:effectLst/>
          </p:spPr>
          <p:txBody>
            <a:bodyPr wrap="square" lIns="0" tIns="0" rIns="0" bIns="0" rtlCol="0">
              <a:spAutoFit/>
            </a:bodyPr>
            <a:lstStyle/>
            <a:p>
              <a:pPr marL="108000" lvl="0" indent="-108000" eaLnBrk="1" fontAlgn="ctr" hangingPunct="1">
                <a:spcBef>
                  <a:spcPts val="0"/>
                </a:spcBef>
                <a:spcAft>
                  <a:spcPts val="400"/>
                </a:spcAft>
                <a:buFont typeface="Arial" panose="020B0604020202020204" pitchFamily="34" charset="0"/>
                <a:buChar char="•"/>
              </a:pPr>
              <a:r>
                <a:rPr kumimoji="1" lang="ko-KR" altLang="en-US" sz="1000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+mn-ea"/>
                </a:rPr>
                <a:t>최적 </a:t>
              </a:r>
              <a:r>
                <a:rPr kumimoji="1" lang="ko-KR" altLang="en-US" sz="1000" kern="0" dirty="0" err="1">
                  <a:solidFill>
                    <a:srgbClr val="0070C0"/>
                  </a:solidFill>
                  <a:latin typeface="+mn-ea"/>
                </a:rPr>
                <a:t>전자정부표준레임워크</a:t>
              </a:r>
              <a:r>
                <a:rPr kumimoji="1" lang="ko-KR" altLang="en-US" sz="1000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+mn-ea"/>
                </a:rPr>
                <a:t> 적용으로 생산성 및 유연성 보장</a:t>
              </a:r>
            </a:p>
            <a:p>
              <a:pPr marL="108000" lvl="0" indent="-108000" eaLnBrk="1" fontAlgn="ctr" hangingPunct="1">
                <a:spcBef>
                  <a:spcPts val="0"/>
                </a:spcBef>
                <a:spcAft>
                  <a:spcPts val="400"/>
                </a:spcAft>
                <a:buFont typeface="Arial" panose="020B0604020202020204" pitchFamily="34" charset="0"/>
                <a:buChar char="•"/>
              </a:pPr>
              <a:r>
                <a:rPr kumimoji="1" lang="ko-KR" altLang="en-US" sz="1000" kern="0" dirty="0">
                  <a:solidFill>
                    <a:srgbClr val="0070C0"/>
                  </a:solidFill>
                  <a:latin typeface="+mn-ea"/>
                </a:rPr>
                <a:t>보안 및 성능이 강화</a:t>
              </a:r>
              <a:r>
                <a:rPr kumimoji="1" lang="ko-KR" altLang="en-US" sz="1000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+mn-ea"/>
                </a:rPr>
                <a:t>된 안정성과 신뢰성 기반의 시스템 구축</a:t>
              </a:r>
            </a:p>
            <a:p>
              <a:pPr marL="108000" lvl="0" indent="-108000" eaLnBrk="1" fontAlgn="ctr" hangingPunct="1">
                <a:spcBef>
                  <a:spcPts val="0"/>
                </a:spcBef>
                <a:spcAft>
                  <a:spcPts val="400"/>
                </a:spcAft>
                <a:buFont typeface="Arial" panose="020B0604020202020204" pitchFamily="34" charset="0"/>
                <a:buChar char="•"/>
              </a:pPr>
              <a:r>
                <a:rPr kumimoji="1" lang="ko-KR" altLang="en-US" sz="1000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+mn-ea"/>
                </a:rPr>
                <a:t>홈페이지 전체의 </a:t>
              </a:r>
              <a:r>
                <a:rPr kumimoji="1" lang="ko-KR" altLang="en-US" sz="1000" kern="0" dirty="0">
                  <a:solidFill>
                    <a:srgbClr val="0070C0"/>
                  </a:solidFill>
                  <a:latin typeface="+mn-ea"/>
                </a:rPr>
                <a:t>정보를 통합 관리</a:t>
              </a:r>
              <a:r>
                <a:rPr kumimoji="1" lang="ko-KR" altLang="en-US" sz="1000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+mn-ea"/>
                </a:rPr>
                <a:t>할 수 있는 통합 </a:t>
              </a:r>
              <a:r>
                <a:rPr kumimoji="1" lang="en-US" altLang="ko-KR" sz="1000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+mn-ea"/>
                </a:rPr>
                <a:t>CMS</a:t>
              </a:r>
              <a:r>
                <a:rPr kumimoji="1" lang="ko-KR" altLang="en-US" sz="1000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+mn-ea"/>
                </a:rPr>
                <a:t> 구축</a:t>
              </a:r>
            </a:p>
            <a:p>
              <a:pPr marL="108000" lvl="0" indent="-108000" eaLnBrk="1" fontAlgn="ctr" hangingPunct="1">
                <a:spcBef>
                  <a:spcPts val="0"/>
                </a:spcBef>
                <a:spcAft>
                  <a:spcPts val="400"/>
                </a:spcAft>
                <a:buFont typeface="Arial" panose="020B0604020202020204" pitchFamily="34" charset="0"/>
                <a:buChar char="•"/>
              </a:pPr>
              <a:r>
                <a:rPr kumimoji="1" lang="ko-KR" altLang="en-US" sz="1000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+mn-ea"/>
                </a:rPr>
                <a:t>웹 환경에 최적화된 웹 접근성</a:t>
              </a:r>
              <a:r>
                <a:rPr kumimoji="1" lang="en-US" altLang="ko-KR" sz="1000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+mn-ea"/>
                </a:rPr>
                <a:t>, </a:t>
              </a:r>
              <a:r>
                <a:rPr kumimoji="1" lang="ko-KR" altLang="en-US" sz="1000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+mn-ea"/>
                </a:rPr>
                <a:t>웹 표준</a:t>
              </a:r>
              <a:r>
                <a:rPr kumimoji="1" lang="en-US" altLang="ko-KR" sz="1000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+mn-ea"/>
                </a:rPr>
                <a:t>, </a:t>
              </a:r>
              <a:r>
                <a:rPr kumimoji="1" lang="ko-KR" altLang="en-US" sz="1000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+mn-ea"/>
                </a:rPr>
                <a:t>호환성 및 편의성 강화</a:t>
              </a:r>
            </a:p>
          </p:txBody>
        </p:sp>
        <p:sp>
          <p:nvSpPr>
            <p:cNvPr id="53" name="Rectangle 23">
              <a:extLst>
                <a:ext uri="{FF2B5EF4-FFF2-40B4-BE49-F238E27FC236}">
                  <a16:creationId xmlns:a16="http://schemas.microsoft.com/office/drawing/2014/main" id="{7E13EB0E-D768-4685-9134-9CBC9E1FF5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4828" y="4701000"/>
              <a:ext cx="1296000" cy="288000"/>
            </a:xfrm>
            <a:prstGeom prst="roundRect">
              <a:avLst>
                <a:gd name="adj" fmla="val 50000"/>
              </a:avLst>
            </a:prstGeom>
            <a:solidFill>
              <a:srgbClr val="778AA5"/>
            </a:solidFill>
            <a:ln w="19050" algn="ctr">
              <a:noFill/>
              <a:round/>
              <a:headEnd/>
              <a:tailEnd/>
            </a:ln>
            <a:effectLst/>
          </p:spPr>
          <p:txBody>
            <a:bodyPr lIns="0" tIns="0" rIns="0" bIns="0" anchor="ctr" anchorCtr="0"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algn="ctr"/>
              <a:r>
                <a:rPr lang="ko-KR" altLang="en-US" sz="1000" spc="-100" dirty="0">
                  <a:solidFill>
                    <a:schemeClr val="bg1"/>
                  </a:solidFill>
                  <a:latin typeface="+mn-ea"/>
                  <a:cs typeface="Pretendard ExtraLight" panose="02000303000000020004" pitchFamily="50" charset="-127"/>
                </a:rPr>
                <a:t>안정적인 프레임워크</a:t>
              </a:r>
              <a:endParaRPr lang="en-US" altLang="ko-KR" sz="1000" spc="-100" dirty="0">
                <a:solidFill>
                  <a:schemeClr val="bg1"/>
                </a:solidFill>
                <a:latin typeface="+mn-ea"/>
                <a:cs typeface="Pretendard ExtraLight" panose="02000303000000020004" pitchFamily="50" charset="-127"/>
              </a:endParaRPr>
            </a:p>
          </p:txBody>
        </p:sp>
        <p:sp>
          <p:nvSpPr>
            <p:cNvPr id="54" name="Rectangle 23">
              <a:extLst>
                <a:ext uri="{FF2B5EF4-FFF2-40B4-BE49-F238E27FC236}">
                  <a16:creationId xmlns:a16="http://schemas.microsoft.com/office/drawing/2014/main" id="{FFE667FB-53CE-4FB4-89A4-AB462F4B4B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52980" y="4701000"/>
              <a:ext cx="1296000" cy="288000"/>
            </a:xfrm>
            <a:prstGeom prst="roundRect">
              <a:avLst>
                <a:gd name="adj" fmla="val 50000"/>
              </a:avLst>
            </a:prstGeom>
            <a:solidFill>
              <a:srgbClr val="778AA5"/>
            </a:solidFill>
            <a:ln w="19050" algn="ctr">
              <a:noFill/>
              <a:round/>
              <a:headEnd/>
              <a:tailEnd/>
            </a:ln>
            <a:effectLst/>
          </p:spPr>
          <p:txBody>
            <a:bodyPr lIns="0" tIns="0" rIns="0" bIns="0" anchor="ctr" anchorCtr="0"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algn="ctr"/>
              <a:r>
                <a:rPr lang="en-US" altLang="ko-KR" sz="1000" spc="-100" dirty="0">
                  <a:solidFill>
                    <a:schemeClr val="bg1"/>
                  </a:solidFill>
                  <a:latin typeface="+mn-ea"/>
                  <a:cs typeface="Pretendard ExtraLight" panose="02000303000000020004" pitchFamily="50" charset="-127"/>
                </a:rPr>
                <a:t>CMS </a:t>
              </a:r>
              <a:r>
                <a:rPr lang="ko-KR" altLang="en-US" sz="1000" spc="-100" dirty="0">
                  <a:solidFill>
                    <a:schemeClr val="bg1"/>
                  </a:solidFill>
                  <a:latin typeface="+mn-ea"/>
                  <a:cs typeface="Pretendard ExtraLight" panose="02000303000000020004" pitchFamily="50" charset="-127"/>
                </a:rPr>
                <a:t>도입</a:t>
              </a:r>
              <a:r>
                <a:rPr lang="en-US" altLang="ko-KR" sz="1000" spc="-100" dirty="0">
                  <a:solidFill>
                    <a:schemeClr val="bg1"/>
                  </a:solidFill>
                  <a:latin typeface="+mn-ea"/>
                  <a:cs typeface="Pretendard ExtraLight" panose="02000303000000020004" pitchFamily="50" charset="-127"/>
                </a:rPr>
                <a:t>/</a:t>
              </a:r>
              <a:r>
                <a:rPr lang="ko-KR" altLang="en-US" sz="1000" spc="-100" dirty="0">
                  <a:solidFill>
                    <a:schemeClr val="bg1"/>
                  </a:solidFill>
                  <a:latin typeface="+mn-ea"/>
                  <a:cs typeface="Pretendard ExtraLight" panose="02000303000000020004" pitchFamily="50" charset="-127"/>
                </a:rPr>
                <a:t>적용</a:t>
              </a:r>
              <a:endParaRPr lang="en-US" altLang="ko-KR" sz="1000" spc="-100" dirty="0">
                <a:solidFill>
                  <a:schemeClr val="bg1"/>
                </a:solidFill>
                <a:latin typeface="+mn-ea"/>
                <a:cs typeface="Pretendard ExtraLight" panose="02000303000000020004" pitchFamily="50" charset="-127"/>
              </a:endParaRPr>
            </a:p>
          </p:txBody>
        </p:sp>
        <p:sp>
          <p:nvSpPr>
            <p:cNvPr id="207" name="TextBox 206">
              <a:extLst>
                <a:ext uri="{FF2B5EF4-FFF2-40B4-BE49-F238E27FC236}">
                  <a16:creationId xmlns:a16="http://schemas.microsoft.com/office/drawing/2014/main" id="{1B51625C-D932-4905-A750-C7CBD29841F0}"/>
                </a:ext>
              </a:extLst>
            </p:cNvPr>
            <p:cNvSpPr txBox="1"/>
            <p:nvPr/>
          </p:nvSpPr>
          <p:spPr>
            <a:xfrm>
              <a:off x="878802" y="4340928"/>
              <a:ext cx="2003731" cy="276999"/>
            </a:xfrm>
            <a:prstGeom prst="rect">
              <a:avLst/>
            </a:prstGeom>
            <a:noFill/>
          </p:spPr>
          <p:txBody>
            <a:bodyPr wrap="none" lIns="180000">
              <a:spAutoFit/>
            </a:bodyPr>
            <a:lstStyle/>
            <a:p>
              <a:pPr algn="ctr"/>
              <a:r>
                <a:rPr kumimoji="1" lang="ko-KR" altLang="en-US" sz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홈페이지</a:t>
              </a:r>
              <a:r>
                <a:rPr kumimoji="1" lang="en-US" altLang="ko-KR" sz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/</a:t>
              </a:r>
              <a:r>
                <a:rPr kumimoji="1" lang="ko-KR" altLang="en-US" sz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업무시스템 고도화</a:t>
              </a:r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640859B7-1EDC-4C04-8B6C-AC0B62CFF6DF}"/>
              </a:ext>
            </a:extLst>
          </p:cNvPr>
          <p:cNvGrpSpPr/>
          <p:nvPr/>
        </p:nvGrpSpPr>
        <p:grpSpPr>
          <a:xfrm>
            <a:off x="3501008" y="3944920"/>
            <a:ext cx="2916000" cy="2664264"/>
            <a:chOff x="3501008" y="3944920"/>
            <a:chExt cx="2916000" cy="2664264"/>
          </a:xfrm>
        </p:grpSpPr>
        <p:sp>
          <p:nvSpPr>
            <p:cNvPr id="70" name="Rectangle 3">
              <a:extLst>
                <a:ext uri="{FF2B5EF4-FFF2-40B4-BE49-F238E27FC236}">
                  <a16:creationId xmlns:a16="http://schemas.microsoft.com/office/drawing/2014/main" id="{1317141C-93ED-4991-999A-1DB62D664C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1008" y="4269184"/>
              <a:ext cx="2916000" cy="2340000"/>
            </a:xfrm>
            <a:prstGeom prst="rect">
              <a:avLst/>
            </a:prstGeom>
            <a:solidFill>
              <a:srgbClr val="F0F0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587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tIns="144000" anchor="t"/>
            <a:lstStyle/>
            <a:p>
              <a:pPr algn="ctr"/>
              <a:endParaRPr kumimoji="1" lang="en-US" altLang="ko-KR" sz="14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71" name="양쪽 모서리가 둥근 사각형 17">
              <a:extLst>
                <a:ext uri="{FF2B5EF4-FFF2-40B4-BE49-F238E27FC236}">
                  <a16:creationId xmlns:a16="http://schemas.microsoft.com/office/drawing/2014/main" id="{EDD2533E-144D-46E6-8ED3-96AC4D4FBDDC}"/>
                </a:ext>
              </a:extLst>
            </p:cNvPr>
            <p:cNvSpPr/>
            <p:nvPr/>
          </p:nvSpPr>
          <p:spPr>
            <a:xfrm>
              <a:off x="3501008" y="3944920"/>
              <a:ext cx="2916000" cy="324000"/>
            </a:xfrm>
            <a:prstGeom prst="rect">
              <a:avLst/>
            </a:prstGeom>
            <a:solidFill>
              <a:srgbClr val="2D7CBD"/>
            </a:solidFill>
            <a:ln>
              <a:noFill/>
            </a:ln>
          </p:spPr>
          <p:txBody>
            <a:bodyPr wrap="none" lIns="72000" tIns="0" rIns="180000" bIns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buSzPct val="110000"/>
              </a:pPr>
              <a:r>
                <a:rPr lang="ko-KR" altLang="en-US" sz="1300" spc="-5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prstClr val="white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</a:rPr>
                <a:t>디자인 </a:t>
              </a:r>
              <a:r>
                <a:rPr lang="en-US" altLang="ko-KR" sz="1300" spc="-5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prstClr val="white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</a:rPr>
                <a:t>UI </a:t>
              </a:r>
              <a:r>
                <a:rPr lang="ko-KR" altLang="en-US" sz="1300" spc="-5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prstClr val="white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</a:rPr>
                <a:t>측면</a:t>
              </a:r>
            </a:p>
          </p:txBody>
        </p:sp>
        <p:sp>
          <p:nvSpPr>
            <p:cNvPr id="72" name="Rectangle 22">
              <a:extLst>
                <a:ext uri="{FF2B5EF4-FFF2-40B4-BE49-F238E27FC236}">
                  <a16:creationId xmlns:a16="http://schemas.microsoft.com/office/drawing/2014/main" id="{F7A89B61-B349-452A-93C6-6E6B3C1BACC9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3645008" y="5147241"/>
              <a:ext cx="2592000" cy="1461939"/>
            </a:xfrm>
            <a:prstGeom prst="rect">
              <a:avLst/>
            </a:prstGeom>
            <a:noFill/>
            <a:effectLst/>
          </p:spPr>
          <p:txBody>
            <a:bodyPr wrap="square" lIns="0" tIns="0" rIns="0" bIns="0" rtlCol="0">
              <a:spAutoFit/>
            </a:bodyPr>
            <a:lstStyle/>
            <a:p>
              <a:pPr marL="108000" indent="-108000" eaLnBrk="1" fontAlgn="ctr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kumimoji="1" lang="ko-KR" altLang="en-US" sz="1000" kern="0" dirty="0">
                  <a:solidFill>
                    <a:srgbClr val="0070C0"/>
                  </a:solidFill>
                  <a:latin typeface="+mn-ea"/>
                </a:rPr>
                <a:t>주관기관의 특성</a:t>
              </a:r>
              <a:r>
                <a:rPr kumimoji="1" lang="en-US" altLang="ko-KR" sz="1000" kern="0" dirty="0">
                  <a:solidFill>
                    <a:srgbClr val="0070C0"/>
                  </a:solidFill>
                  <a:latin typeface="+mn-ea"/>
                </a:rPr>
                <a:t>(</a:t>
              </a:r>
              <a:r>
                <a:rPr kumimoji="1" lang="ko-KR" altLang="en-US" sz="1000" kern="0" dirty="0">
                  <a:solidFill>
                    <a:srgbClr val="0070C0"/>
                  </a:solidFill>
                  <a:latin typeface="+mn-ea"/>
                </a:rPr>
                <a:t>컨셉</a:t>
              </a:r>
              <a:r>
                <a:rPr kumimoji="1" lang="en-US" altLang="ko-KR" sz="1000" kern="0" dirty="0">
                  <a:solidFill>
                    <a:srgbClr val="0070C0"/>
                  </a:solidFill>
                  <a:latin typeface="+mn-ea"/>
                </a:rPr>
                <a:t>)</a:t>
              </a:r>
              <a:r>
                <a:rPr kumimoji="1" lang="ko-KR" altLang="en-US" sz="1000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+mn-ea"/>
                </a:rPr>
                <a:t>을 반영한 홈페이지 시스템 구축</a:t>
              </a:r>
              <a:endParaRPr kumimoji="1" lang="en-US" altLang="ko-KR" sz="1000" kern="0" spc="-50" dirty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</a:endParaRPr>
            </a:p>
            <a:p>
              <a:pPr marL="108000" lvl="0" indent="-108000" eaLnBrk="1" fontAlgn="ctr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kumimoji="1" lang="ko-KR" altLang="en-US" sz="1000" kern="0" spc="-5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+mn-ea"/>
                </a:rPr>
                <a:t>홈페이지의 컨셉을 도출하고</a:t>
              </a:r>
              <a:r>
                <a:rPr kumimoji="1" lang="en-US" altLang="ko-KR" sz="1000" kern="0" spc="-5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+mn-ea"/>
                </a:rPr>
                <a:t>, </a:t>
              </a:r>
              <a:r>
                <a:rPr kumimoji="1" lang="ko-KR" altLang="en-US" sz="1000" kern="0" spc="-5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+mn-ea"/>
                </a:rPr>
                <a:t>전체 및 신규 사이트에 </a:t>
              </a:r>
              <a:r>
                <a:rPr kumimoji="1" lang="ko-KR" altLang="en-US" sz="1000" kern="0" spc="-50" dirty="0">
                  <a:solidFill>
                    <a:srgbClr val="0070C0"/>
                  </a:solidFill>
                  <a:latin typeface="+mn-ea"/>
                </a:rPr>
                <a:t>통일성 있게 반영</a:t>
              </a:r>
              <a:endParaRPr kumimoji="1" lang="en-US" altLang="ko-KR" sz="1000" kern="0" spc="-50" dirty="0">
                <a:solidFill>
                  <a:srgbClr val="0070C0"/>
                </a:solidFill>
                <a:latin typeface="+mn-ea"/>
              </a:endParaRPr>
            </a:p>
            <a:p>
              <a:pPr marL="108000" indent="-108000" eaLnBrk="1" fontAlgn="ctr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kumimoji="1" lang="ko-KR" altLang="en-US" sz="1000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+mn-ea"/>
                </a:rPr>
                <a:t>수요자 중심의 </a:t>
              </a:r>
              <a:r>
                <a:rPr kumimoji="1" lang="ko-KR" altLang="en-US" sz="1000" kern="0" dirty="0">
                  <a:solidFill>
                    <a:srgbClr val="0070C0"/>
                  </a:solidFill>
                  <a:latin typeface="+mn-ea"/>
                </a:rPr>
                <a:t>서비스 구성 개편</a:t>
              </a:r>
              <a:r>
                <a:rPr kumimoji="1" lang="ko-KR" altLang="en-US" sz="1000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+mn-ea"/>
                </a:rPr>
                <a:t> 배치 및 기능보강</a:t>
              </a:r>
              <a:endParaRPr kumimoji="1" lang="en-US" altLang="ko-KR" sz="1000" kern="0" spc="-50" dirty="0">
                <a:solidFill>
                  <a:srgbClr val="0070C0"/>
                </a:solidFill>
                <a:latin typeface="+mn-ea"/>
              </a:endParaRPr>
            </a:p>
            <a:p>
              <a:pPr marL="108000" lvl="0" indent="-108000" eaLnBrk="1" fontAlgn="ctr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kumimoji="1" lang="ko-KR" altLang="en-US" sz="1000" kern="0" dirty="0">
                  <a:solidFill>
                    <a:srgbClr val="0070C0"/>
                  </a:solidFill>
                  <a:latin typeface="+mn-ea"/>
                </a:rPr>
                <a:t>다양한 기기에 대한 최적화</a:t>
              </a:r>
              <a:r>
                <a:rPr kumimoji="1" lang="ko-KR" altLang="en-US" sz="1000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+mn-ea"/>
                </a:rPr>
                <a:t>로 사용자 접근성 및 업무 효율성 확보</a:t>
              </a:r>
            </a:p>
          </p:txBody>
        </p:sp>
        <p:sp>
          <p:nvSpPr>
            <p:cNvPr id="73" name="Rectangle 23">
              <a:extLst>
                <a:ext uri="{FF2B5EF4-FFF2-40B4-BE49-F238E27FC236}">
                  <a16:creationId xmlns:a16="http://schemas.microsoft.com/office/drawing/2014/main" id="{974194C2-CF5C-4C6B-BF0B-F568822EA3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5168" y="4701000"/>
              <a:ext cx="1296000" cy="288000"/>
            </a:xfrm>
            <a:prstGeom prst="roundRect">
              <a:avLst>
                <a:gd name="adj" fmla="val 50000"/>
              </a:avLst>
            </a:prstGeom>
            <a:solidFill>
              <a:srgbClr val="778AA5"/>
            </a:solidFill>
            <a:ln w="19050" algn="ctr">
              <a:noFill/>
              <a:round/>
              <a:headEnd/>
              <a:tailEnd/>
            </a:ln>
            <a:effectLst/>
          </p:spPr>
          <p:txBody>
            <a:bodyPr lIns="0" tIns="0" rIns="0" bIns="0" anchor="ctr" anchorCtr="0"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algn="ctr"/>
              <a:r>
                <a:rPr lang="ko-KR" altLang="en-US" sz="1000" spc="-100" dirty="0">
                  <a:solidFill>
                    <a:schemeClr val="bg1"/>
                  </a:solidFill>
                  <a:latin typeface="+mn-ea"/>
                  <a:cs typeface="Pretendard ExtraLight" panose="02000303000000020004" pitchFamily="50" charset="-127"/>
                </a:rPr>
                <a:t>최적화 반응형 서비스</a:t>
              </a:r>
              <a:endParaRPr lang="en-US" altLang="ko-KR" sz="1000" spc="-100" dirty="0">
                <a:solidFill>
                  <a:schemeClr val="bg1"/>
                </a:solidFill>
                <a:latin typeface="+mn-ea"/>
                <a:cs typeface="Pretendard ExtraLight" panose="02000303000000020004" pitchFamily="50" charset="-127"/>
              </a:endParaRPr>
            </a:p>
          </p:txBody>
        </p:sp>
        <p:sp>
          <p:nvSpPr>
            <p:cNvPr id="75" name="Rectangle 23">
              <a:extLst>
                <a:ext uri="{FF2B5EF4-FFF2-40B4-BE49-F238E27FC236}">
                  <a16:creationId xmlns:a16="http://schemas.microsoft.com/office/drawing/2014/main" id="{B52490AC-D05E-46CD-85C5-A64D96EA65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13320" y="4701000"/>
              <a:ext cx="1296000" cy="288000"/>
            </a:xfrm>
            <a:prstGeom prst="roundRect">
              <a:avLst>
                <a:gd name="adj" fmla="val 50000"/>
              </a:avLst>
            </a:prstGeom>
            <a:solidFill>
              <a:srgbClr val="778AA5"/>
            </a:solidFill>
            <a:ln w="19050" algn="ctr">
              <a:noFill/>
              <a:round/>
              <a:headEnd/>
              <a:tailEnd/>
            </a:ln>
            <a:effectLst/>
          </p:spPr>
          <p:txBody>
            <a:bodyPr lIns="0" tIns="0" rIns="0" bIns="0" anchor="ctr" anchorCtr="0"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algn="ctr"/>
              <a:r>
                <a:rPr lang="ko-KR" altLang="en-US" sz="1000" spc="-100" dirty="0">
                  <a:solidFill>
                    <a:schemeClr val="bg1"/>
                  </a:solidFill>
                  <a:latin typeface="+mn-ea"/>
                  <a:cs typeface="Pretendard ExtraLight" panose="02000303000000020004" pitchFamily="50" charset="-127"/>
                </a:rPr>
                <a:t>사용자 중심 서비스</a:t>
              </a:r>
              <a:endParaRPr lang="en-US" altLang="ko-KR" sz="1000" spc="-100" dirty="0">
                <a:solidFill>
                  <a:schemeClr val="bg1"/>
                </a:solidFill>
                <a:latin typeface="+mn-ea"/>
                <a:cs typeface="Pretendard ExtraLight" panose="02000303000000020004" pitchFamily="50" charset="-127"/>
              </a:endParaRPr>
            </a:p>
          </p:txBody>
        </p:sp>
        <p:sp>
          <p:nvSpPr>
            <p:cNvPr id="209" name="TextBox 208">
              <a:extLst>
                <a:ext uri="{FF2B5EF4-FFF2-40B4-BE49-F238E27FC236}">
                  <a16:creationId xmlns:a16="http://schemas.microsoft.com/office/drawing/2014/main" id="{423236D9-519D-44A4-BE17-E11876746291}"/>
                </a:ext>
              </a:extLst>
            </p:cNvPr>
            <p:cNvSpPr txBox="1"/>
            <p:nvPr/>
          </p:nvSpPr>
          <p:spPr>
            <a:xfrm>
              <a:off x="4098641" y="4340928"/>
              <a:ext cx="1684733" cy="276999"/>
            </a:xfrm>
            <a:prstGeom prst="rect">
              <a:avLst/>
            </a:prstGeom>
            <a:noFill/>
          </p:spPr>
          <p:txBody>
            <a:bodyPr wrap="none" rIns="180000">
              <a:spAutoFit/>
            </a:bodyPr>
            <a:lstStyle>
              <a:defPPr>
                <a:defRPr lang="en-US"/>
              </a:defPPr>
              <a:lvl1pPr algn="r">
                <a:defRPr kumimoji="1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defRPr>
              </a:lvl1pPr>
            </a:lstStyle>
            <a:p>
              <a:pPr algn="ctr"/>
              <a:r>
                <a:rPr lang="ko-KR" altLang="en-US" sz="1200"/>
                <a:t>디자인 및 </a:t>
              </a:r>
              <a:r>
                <a:rPr lang="en-US" altLang="ko-KR" sz="1200"/>
                <a:t>UI </a:t>
              </a:r>
              <a:r>
                <a:rPr lang="ko-KR" altLang="en-US" sz="1200"/>
                <a:t>전면 개편</a:t>
              </a:r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D6B5FC26-DF47-4E40-80D4-D641204F4853}"/>
              </a:ext>
            </a:extLst>
          </p:cNvPr>
          <p:cNvGrpSpPr/>
          <p:nvPr/>
        </p:nvGrpSpPr>
        <p:grpSpPr>
          <a:xfrm>
            <a:off x="3501008" y="6717492"/>
            <a:ext cx="2916000" cy="2662700"/>
            <a:chOff x="3501008" y="6717492"/>
            <a:chExt cx="2916000" cy="2662700"/>
          </a:xfrm>
        </p:grpSpPr>
        <p:sp>
          <p:nvSpPr>
            <p:cNvPr id="63" name="Rectangle 3">
              <a:extLst>
                <a:ext uri="{FF2B5EF4-FFF2-40B4-BE49-F238E27FC236}">
                  <a16:creationId xmlns:a16="http://schemas.microsoft.com/office/drawing/2014/main" id="{CB88417E-7E06-4AEC-934E-D1C57B3997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1008" y="7040192"/>
              <a:ext cx="2916000" cy="2340000"/>
            </a:xfrm>
            <a:prstGeom prst="rect">
              <a:avLst/>
            </a:prstGeom>
            <a:solidFill>
              <a:srgbClr val="F0F0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587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tIns="144000" anchor="t"/>
            <a:lstStyle/>
            <a:p>
              <a:pPr algn="ctr"/>
              <a:endParaRPr kumimoji="1" lang="en-US" altLang="ko-KR" sz="14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64" name="양쪽 모서리가 둥근 사각형 35">
              <a:extLst>
                <a:ext uri="{FF2B5EF4-FFF2-40B4-BE49-F238E27FC236}">
                  <a16:creationId xmlns:a16="http://schemas.microsoft.com/office/drawing/2014/main" id="{DD8DD9F5-1874-4214-9BA9-103392A4B51A}"/>
                </a:ext>
              </a:extLst>
            </p:cNvPr>
            <p:cNvSpPr/>
            <p:nvPr/>
          </p:nvSpPr>
          <p:spPr>
            <a:xfrm>
              <a:off x="3501008" y="6717492"/>
              <a:ext cx="2916000" cy="324000"/>
            </a:xfrm>
            <a:prstGeom prst="rect">
              <a:avLst/>
            </a:prstGeom>
            <a:solidFill>
              <a:srgbClr val="2F5597"/>
            </a:solidFill>
            <a:ln>
              <a:noFill/>
            </a:ln>
          </p:spPr>
          <p:txBody>
            <a:bodyPr wrap="none" lIns="72000" tIns="0" rIns="180000" bIns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buSzPct val="110000"/>
              </a:pPr>
              <a:r>
                <a:rPr lang="ko-KR" altLang="en-US" sz="1300" spc="-5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prstClr val="white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</a:rPr>
                <a:t>주관기관 위상제고 측면</a:t>
              </a:r>
              <a:endParaRPr lang="en-US" altLang="ko-KR" sz="1300" spc="-5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whit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</a:endParaRPr>
            </a:p>
          </p:txBody>
        </p:sp>
        <p:sp>
          <p:nvSpPr>
            <p:cNvPr id="65" name="Rectangle 22">
              <a:extLst>
                <a:ext uri="{FF2B5EF4-FFF2-40B4-BE49-F238E27FC236}">
                  <a16:creationId xmlns:a16="http://schemas.microsoft.com/office/drawing/2014/main" id="{464966BB-3035-49E9-AFA0-7E7BF48E7A31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3645008" y="7905324"/>
              <a:ext cx="2592000" cy="1308050"/>
            </a:xfrm>
            <a:prstGeom prst="rect">
              <a:avLst/>
            </a:prstGeom>
            <a:noFill/>
            <a:effectLst/>
          </p:spPr>
          <p:txBody>
            <a:bodyPr wrap="square" lIns="0" tIns="0" rIns="0" bIns="0" rtlCol="0">
              <a:spAutoFit/>
            </a:bodyPr>
            <a:lstStyle/>
            <a:p>
              <a:pPr marL="108000" lvl="0" indent="-108000" eaLnBrk="1" fontAlgn="ctr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ko-KR" altLang="en-US" sz="1000" dirty="0">
                  <a:solidFill>
                    <a:prstClr val="black"/>
                  </a:solidFill>
                  <a:latin typeface="+mn-ea"/>
                </a:rPr>
                <a:t>사용자 중심의 서비스 제공으로 </a:t>
              </a:r>
              <a:r>
                <a:rPr kumimoji="1" lang="ko-KR" altLang="en-US" sz="1000" kern="0" dirty="0">
                  <a:solidFill>
                    <a:srgbClr val="0070C0"/>
                  </a:solidFill>
                  <a:latin typeface="+mn-ea"/>
                </a:rPr>
                <a:t>정보 접근성 및 이용 만족도 향상</a:t>
              </a:r>
            </a:p>
            <a:p>
              <a:pPr marL="108000" lvl="0" indent="-108000" eaLnBrk="1" fontAlgn="ctr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ko-KR" altLang="en-US" sz="1000" dirty="0">
                  <a:solidFill>
                    <a:prstClr val="black"/>
                  </a:solidFill>
                  <a:latin typeface="+mn-ea"/>
                </a:rPr>
                <a:t>안정적이고 쾌적한 서비스 제공으로 </a:t>
              </a:r>
              <a:r>
                <a:rPr kumimoji="1" lang="ko-KR" altLang="en-US" sz="1000" kern="0" dirty="0">
                  <a:solidFill>
                    <a:srgbClr val="0070C0"/>
                  </a:solidFill>
                  <a:latin typeface="+mn-ea"/>
                </a:rPr>
                <a:t>홈페이지 신뢰도 확보</a:t>
              </a:r>
              <a:endParaRPr kumimoji="1" lang="en-US" altLang="ko-KR" sz="1000" kern="0" dirty="0">
                <a:solidFill>
                  <a:srgbClr val="0070C0"/>
                </a:solidFill>
                <a:latin typeface="+mn-ea"/>
              </a:endParaRPr>
            </a:p>
            <a:p>
              <a:pPr marL="108000" lvl="0" indent="-108000" eaLnBrk="1" fontAlgn="ctr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ko-KR" altLang="en-US" sz="1000">
                  <a:solidFill>
                    <a:prstClr val="black"/>
                  </a:solidFill>
                  <a:latin typeface="+mn-ea"/>
                </a:rPr>
                <a:t>사용자 측면</a:t>
              </a:r>
              <a:r>
                <a:rPr kumimoji="1" lang="en-US" altLang="ko-KR" sz="1000" kern="0">
                  <a:solidFill>
                    <a:prstClr val="black">
                      <a:lumMod val="75000"/>
                      <a:lumOff val="25000"/>
                    </a:prstClr>
                  </a:solidFill>
                  <a:latin typeface="+mn-ea"/>
                </a:rPr>
                <a:t>: </a:t>
              </a:r>
              <a:r>
                <a:rPr kumimoji="1" lang="ko-KR" altLang="en-US" sz="1000" kern="0" spc="-50">
                  <a:solidFill>
                    <a:prstClr val="black">
                      <a:lumMod val="75000"/>
                      <a:lumOff val="25000"/>
                    </a:prstClr>
                  </a:solidFill>
                  <a:latin typeface="+mn-ea"/>
                </a:rPr>
                <a:t>사용자 편의성 증대</a:t>
              </a:r>
              <a:r>
                <a:rPr kumimoji="1" lang="en-US" altLang="ko-KR" sz="1000" kern="0" spc="-50">
                  <a:solidFill>
                    <a:prstClr val="black">
                      <a:lumMod val="75000"/>
                      <a:lumOff val="25000"/>
                    </a:prstClr>
                  </a:solidFill>
                  <a:latin typeface="+mn-ea"/>
                </a:rPr>
                <a:t>, </a:t>
              </a:r>
              <a:r>
                <a:rPr kumimoji="1" lang="ko-KR" altLang="en-US" sz="1000" kern="0" spc="-50">
                  <a:solidFill>
                    <a:prstClr val="black">
                      <a:lumMod val="75000"/>
                      <a:lumOff val="25000"/>
                    </a:prstClr>
                  </a:solidFill>
                  <a:latin typeface="+mn-ea"/>
                </a:rPr>
                <a:t>정보 가독성 향상</a:t>
              </a:r>
              <a:endParaRPr kumimoji="1" lang="en-US" altLang="ko-KR" sz="1000" kern="0" spc="-50" dirty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</a:endParaRPr>
            </a:p>
            <a:p>
              <a:pPr marL="108000" lvl="0" indent="-108000" eaLnBrk="1" fontAlgn="ctr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ko-KR" altLang="en-US" sz="1000">
                  <a:solidFill>
                    <a:prstClr val="black"/>
                  </a:solidFill>
                  <a:latin typeface="+mn-ea"/>
                </a:rPr>
                <a:t>관리자 측면</a:t>
              </a:r>
              <a:r>
                <a:rPr kumimoji="1" lang="en-US" altLang="ko-KR" sz="1000" kern="0">
                  <a:solidFill>
                    <a:prstClr val="black">
                      <a:lumMod val="75000"/>
                      <a:lumOff val="25000"/>
                    </a:prstClr>
                  </a:solidFill>
                  <a:latin typeface="+mn-ea"/>
                </a:rPr>
                <a:t>: </a:t>
              </a:r>
              <a:r>
                <a:rPr kumimoji="1" lang="ko-KR" altLang="en-US" sz="1000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+mn-ea"/>
                </a:rPr>
                <a:t>업무 신뢰성 증대</a:t>
              </a:r>
              <a:r>
                <a:rPr kumimoji="1" lang="en-US" altLang="ko-KR" sz="1000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+mn-ea"/>
                </a:rPr>
                <a:t>, </a:t>
              </a:r>
              <a:r>
                <a:rPr kumimoji="1" lang="ko-KR" altLang="en-US" sz="1000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+mn-ea"/>
                </a:rPr>
                <a:t>의사결정 시간단축</a:t>
              </a:r>
              <a:r>
                <a:rPr kumimoji="1" lang="en-US" altLang="ko-KR" sz="1000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+mn-ea"/>
                </a:rPr>
                <a:t>, </a:t>
              </a:r>
              <a:r>
                <a:rPr kumimoji="1" lang="ko-KR" altLang="en-US" sz="1000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+mn-ea"/>
                </a:rPr>
                <a:t>운영비용 절감</a:t>
              </a:r>
            </a:p>
          </p:txBody>
        </p:sp>
        <p:sp>
          <p:nvSpPr>
            <p:cNvPr id="66" name="Rectangle 23">
              <a:extLst>
                <a:ext uri="{FF2B5EF4-FFF2-40B4-BE49-F238E27FC236}">
                  <a16:creationId xmlns:a16="http://schemas.microsoft.com/office/drawing/2014/main" id="{A50E7377-29B0-4395-8697-86F648995F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5168" y="7437304"/>
              <a:ext cx="1296000" cy="288000"/>
            </a:xfrm>
            <a:prstGeom prst="roundRect">
              <a:avLst>
                <a:gd name="adj" fmla="val 50000"/>
              </a:avLst>
            </a:prstGeom>
            <a:solidFill>
              <a:srgbClr val="778AA5"/>
            </a:solidFill>
            <a:ln w="19050" algn="ctr">
              <a:noFill/>
              <a:round/>
              <a:headEnd/>
              <a:tailEnd/>
            </a:ln>
            <a:effectLst/>
          </p:spPr>
          <p:txBody>
            <a:bodyPr lIns="0" tIns="0" rIns="0" bIns="0" anchor="ctr" anchorCtr="0"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algn="ctr"/>
              <a:r>
                <a:rPr lang="ko-KR" altLang="en-US" sz="1000" spc="-100" dirty="0">
                  <a:solidFill>
                    <a:schemeClr val="bg1"/>
                  </a:solidFill>
                  <a:latin typeface="+mn-ea"/>
                  <a:cs typeface="Pretendard ExtraLight" panose="02000303000000020004" pitchFamily="50" charset="-127"/>
                </a:rPr>
                <a:t>사용자 만족도 향상</a:t>
              </a:r>
              <a:endParaRPr lang="en-US" altLang="ko-KR" sz="1000" spc="-100" dirty="0">
                <a:solidFill>
                  <a:schemeClr val="bg1"/>
                </a:solidFill>
                <a:latin typeface="+mn-ea"/>
                <a:cs typeface="Pretendard ExtraLight" panose="02000303000000020004" pitchFamily="50" charset="-127"/>
              </a:endParaRPr>
            </a:p>
          </p:txBody>
        </p:sp>
        <p:sp>
          <p:nvSpPr>
            <p:cNvPr id="68" name="Rectangle 23">
              <a:extLst>
                <a:ext uri="{FF2B5EF4-FFF2-40B4-BE49-F238E27FC236}">
                  <a16:creationId xmlns:a16="http://schemas.microsoft.com/office/drawing/2014/main" id="{779241DD-B25B-4146-95E4-2111D88C2F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13320" y="7437304"/>
              <a:ext cx="1296000" cy="288000"/>
            </a:xfrm>
            <a:prstGeom prst="roundRect">
              <a:avLst>
                <a:gd name="adj" fmla="val 50000"/>
              </a:avLst>
            </a:prstGeom>
            <a:solidFill>
              <a:srgbClr val="778AA5"/>
            </a:solidFill>
            <a:ln w="19050" algn="ctr">
              <a:noFill/>
              <a:round/>
              <a:headEnd/>
              <a:tailEnd/>
            </a:ln>
            <a:effectLst/>
          </p:spPr>
          <p:txBody>
            <a:bodyPr lIns="0" tIns="0" rIns="0" bIns="0" anchor="ctr" anchorCtr="0"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algn="ctr"/>
              <a:r>
                <a:rPr lang="ko-KR" altLang="en-US" sz="1000" spc="-100" dirty="0">
                  <a:solidFill>
                    <a:schemeClr val="bg1"/>
                  </a:solidFill>
                  <a:latin typeface="+mn-ea"/>
                  <a:cs typeface="Pretendard ExtraLight" panose="02000303000000020004" pitchFamily="50" charset="-127"/>
                </a:rPr>
                <a:t>관리 효율성 증대</a:t>
              </a:r>
              <a:endParaRPr lang="en-US" altLang="ko-KR" sz="1000" spc="-100" dirty="0">
                <a:solidFill>
                  <a:schemeClr val="bg1"/>
                </a:solidFill>
                <a:latin typeface="+mn-ea"/>
                <a:cs typeface="Pretendard ExtraLight" panose="02000303000000020004" pitchFamily="50" charset="-127"/>
              </a:endParaRP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9A2DC536-55D2-49DC-A422-56792C4675D3}"/>
                </a:ext>
              </a:extLst>
            </p:cNvPr>
            <p:cNvSpPr txBox="1"/>
            <p:nvPr/>
          </p:nvSpPr>
          <p:spPr>
            <a:xfrm>
              <a:off x="4310237" y="7113236"/>
              <a:ext cx="1261541" cy="276999"/>
            </a:xfrm>
            <a:prstGeom prst="rect">
              <a:avLst/>
            </a:prstGeom>
            <a:noFill/>
          </p:spPr>
          <p:txBody>
            <a:bodyPr wrap="none" rIns="180000">
              <a:spAutoFit/>
            </a:bodyPr>
            <a:lstStyle>
              <a:defPPr>
                <a:defRPr lang="en-US"/>
              </a:defPPr>
              <a:lvl1pPr algn="r">
                <a:defRPr kumimoji="1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defRPr>
              </a:lvl1pPr>
            </a:lstStyle>
            <a:p>
              <a:pPr algn="ctr"/>
              <a:r>
                <a:rPr lang="ko-KR" altLang="en-US" sz="1200"/>
                <a:t>기대효과와 발전</a:t>
              </a:r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8C36F8DD-2BF5-40F2-A33F-49848C4E2833}"/>
              </a:ext>
            </a:extLst>
          </p:cNvPr>
          <p:cNvGrpSpPr/>
          <p:nvPr/>
        </p:nvGrpSpPr>
        <p:grpSpPr>
          <a:xfrm>
            <a:off x="441000" y="2900772"/>
            <a:ext cx="5976000" cy="1036505"/>
            <a:chOff x="441000" y="2900772"/>
            <a:chExt cx="5976000" cy="1036505"/>
          </a:xfrm>
        </p:grpSpPr>
        <p:sp>
          <p:nvSpPr>
            <p:cNvPr id="173" name="모서리가 둥근 직사각형 427">
              <a:extLst>
                <a:ext uri="{FF2B5EF4-FFF2-40B4-BE49-F238E27FC236}">
                  <a16:creationId xmlns:a16="http://schemas.microsoft.com/office/drawing/2014/main" id="{811758BB-21C3-4360-AFF2-56A63556377A}"/>
                </a:ext>
              </a:extLst>
            </p:cNvPr>
            <p:cNvSpPr/>
            <p:nvPr/>
          </p:nvSpPr>
          <p:spPr bwMode="auto">
            <a:xfrm>
              <a:off x="1083497" y="2988279"/>
              <a:ext cx="4691007" cy="867291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pPr defTabSz="914400" fontAlgn="base">
                <a:lnSpc>
                  <a:spcPct val="115000"/>
                </a:lnSpc>
                <a:spcBef>
                  <a:spcPct val="10000"/>
                </a:spcBef>
                <a:spcAft>
                  <a:spcPct val="10000"/>
                </a:spcAft>
                <a:buClr>
                  <a:srgbClr val="91C95E"/>
                </a:buClr>
                <a:buFont typeface="Wingdings" panose="05000000000000000000" pitchFamily="2" charset="2"/>
                <a:buNone/>
              </a:pPr>
              <a:endParaRPr kumimoji="1" lang="ko-KR" altLang="en-US" sz="1100" kern="0" dirty="0">
                <a:solidFill>
                  <a:srgbClr val="000000"/>
                </a:solidFill>
                <a:ea typeface="Pretendard SemiBold" panose="02000703000000020004" pitchFamily="50" charset="-127"/>
              </a:endParaRPr>
            </a:p>
          </p:txBody>
        </p:sp>
        <p:sp>
          <p:nvSpPr>
            <p:cNvPr id="174" name="화살표: 오른쪽 71">
              <a:extLst>
                <a:ext uri="{FF2B5EF4-FFF2-40B4-BE49-F238E27FC236}">
                  <a16:creationId xmlns:a16="http://schemas.microsoft.com/office/drawing/2014/main" id="{A6BAC82C-58EE-4DFA-A674-ADEAB4A58557}"/>
                </a:ext>
              </a:extLst>
            </p:cNvPr>
            <p:cNvSpPr/>
            <p:nvPr/>
          </p:nvSpPr>
          <p:spPr>
            <a:xfrm>
              <a:off x="441000" y="3328081"/>
              <a:ext cx="5976000" cy="187686"/>
            </a:xfrm>
            <a:prstGeom prst="leftRightArrow">
              <a:avLst>
                <a:gd name="adj1" fmla="val 59331"/>
                <a:gd name="adj2" fmla="val 115345"/>
              </a:avLst>
            </a:prstGeom>
            <a:solidFill>
              <a:srgbClr val="1D3D7D"/>
            </a:solidFill>
            <a:ln>
              <a:noFill/>
            </a:ln>
            <a:effectLst/>
          </p:spPr>
          <p:txBody>
            <a:bodyPr rot="10800000" vert="eaVert" wrap="none" bIns="0" anchor="ctr"/>
            <a:lstStyle/>
            <a:p>
              <a:pPr defTabSz="2057400"/>
              <a:endParaRPr lang="ko-KR" altLang="en-US" sz="1200" dirty="0">
                <a:solidFill>
                  <a:srgbClr val="000000"/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</a:endParaRPr>
            </a:p>
          </p:txBody>
        </p:sp>
        <p:grpSp>
          <p:nvGrpSpPr>
            <p:cNvPr id="175" name="그룹 174">
              <a:extLst>
                <a:ext uri="{FF2B5EF4-FFF2-40B4-BE49-F238E27FC236}">
                  <a16:creationId xmlns:a16="http://schemas.microsoft.com/office/drawing/2014/main" id="{48C63C9A-77ED-486B-9041-C165A5560DB9}"/>
                </a:ext>
              </a:extLst>
            </p:cNvPr>
            <p:cNvGrpSpPr/>
            <p:nvPr/>
          </p:nvGrpSpPr>
          <p:grpSpPr>
            <a:xfrm>
              <a:off x="2853221" y="2900772"/>
              <a:ext cx="1151559" cy="1036505"/>
              <a:chOff x="11641126" y="5113359"/>
              <a:chExt cx="1506289" cy="1355795"/>
            </a:xfrm>
          </p:grpSpPr>
          <p:grpSp>
            <p:nvGrpSpPr>
              <p:cNvPr id="176" name="그룹 175">
                <a:extLst>
                  <a:ext uri="{FF2B5EF4-FFF2-40B4-BE49-F238E27FC236}">
                    <a16:creationId xmlns:a16="http://schemas.microsoft.com/office/drawing/2014/main" id="{CAE95190-173E-419A-893B-43C39DE5E0F8}"/>
                  </a:ext>
                </a:extLst>
              </p:cNvPr>
              <p:cNvGrpSpPr/>
              <p:nvPr/>
            </p:nvGrpSpPr>
            <p:grpSpPr>
              <a:xfrm>
                <a:off x="11641126" y="5113359"/>
                <a:ext cx="1506289" cy="1355795"/>
                <a:chOff x="11713441" y="5176851"/>
                <a:chExt cx="1362331" cy="1226221"/>
              </a:xfrm>
            </p:grpSpPr>
            <p:sp>
              <p:nvSpPr>
                <p:cNvPr id="178" name="Freeform 10">
                  <a:extLst>
                    <a:ext uri="{FF2B5EF4-FFF2-40B4-BE49-F238E27FC236}">
                      <a16:creationId xmlns:a16="http://schemas.microsoft.com/office/drawing/2014/main" id="{DA108B60-CBC1-4320-AF41-D6EABA69042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19800000">
                  <a:off x="11713441" y="5176851"/>
                  <a:ext cx="1362331" cy="1226221"/>
                </a:xfrm>
                <a:custGeom>
                  <a:avLst/>
                  <a:gdLst>
                    <a:gd name="T0" fmla="*/ 131 w 406"/>
                    <a:gd name="T1" fmla="*/ 365 h 365"/>
                    <a:gd name="T2" fmla="*/ 80 w 406"/>
                    <a:gd name="T3" fmla="*/ 336 h 365"/>
                    <a:gd name="T4" fmla="*/ 9 w 406"/>
                    <a:gd name="T5" fmla="*/ 212 h 365"/>
                    <a:gd name="T6" fmla="*/ 9 w 406"/>
                    <a:gd name="T7" fmla="*/ 153 h 365"/>
                    <a:gd name="T8" fmla="*/ 80 w 406"/>
                    <a:gd name="T9" fmla="*/ 29 h 365"/>
                    <a:gd name="T10" fmla="*/ 131 w 406"/>
                    <a:gd name="T11" fmla="*/ 0 h 365"/>
                    <a:gd name="T12" fmla="*/ 274 w 406"/>
                    <a:gd name="T13" fmla="*/ 0 h 365"/>
                    <a:gd name="T14" fmla="*/ 325 w 406"/>
                    <a:gd name="T15" fmla="*/ 29 h 365"/>
                    <a:gd name="T16" fmla="*/ 396 w 406"/>
                    <a:gd name="T17" fmla="*/ 153 h 365"/>
                    <a:gd name="T18" fmla="*/ 396 w 406"/>
                    <a:gd name="T19" fmla="*/ 212 h 365"/>
                    <a:gd name="T20" fmla="*/ 325 w 406"/>
                    <a:gd name="T21" fmla="*/ 336 h 365"/>
                    <a:gd name="T22" fmla="*/ 274 w 406"/>
                    <a:gd name="T23" fmla="*/ 365 h 365"/>
                    <a:gd name="T24" fmla="*/ 131 w 406"/>
                    <a:gd name="T25" fmla="*/ 365 h 36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406" h="365">
                      <a:moveTo>
                        <a:pt x="131" y="365"/>
                      </a:moveTo>
                      <a:cubicBezTo>
                        <a:pt x="112" y="365"/>
                        <a:pt x="90" y="352"/>
                        <a:pt x="80" y="336"/>
                      </a:cubicBezTo>
                      <a:cubicBezTo>
                        <a:pt x="9" y="212"/>
                        <a:pt x="9" y="212"/>
                        <a:pt x="9" y="212"/>
                      </a:cubicBezTo>
                      <a:cubicBezTo>
                        <a:pt x="0" y="196"/>
                        <a:pt x="0" y="169"/>
                        <a:pt x="9" y="153"/>
                      </a:cubicBezTo>
                      <a:cubicBezTo>
                        <a:pt x="80" y="29"/>
                        <a:pt x="80" y="29"/>
                        <a:pt x="80" y="29"/>
                      </a:cubicBezTo>
                      <a:cubicBezTo>
                        <a:pt x="90" y="13"/>
                        <a:pt x="112" y="0"/>
                        <a:pt x="131" y="0"/>
                      </a:cubicBezTo>
                      <a:cubicBezTo>
                        <a:pt x="274" y="0"/>
                        <a:pt x="274" y="0"/>
                        <a:pt x="274" y="0"/>
                      </a:cubicBezTo>
                      <a:cubicBezTo>
                        <a:pt x="293" y="0"/>
                        <a:pt x="316" y="13"/>
                        <a:pt x="325" y="29"/>
                      </a:cubicBezTo>
                      <a:cubicBezTo>
                        <a:pt x="396" y="153"/>
                        <a:pt x="396" y="153"/>
                        <a:pt x="396" y="153"/>
                      </a:cubicBezTo>
                      <a:cubicBezTo>
                        <a:pt x="406" y="169"/>
                        <a:pt x="406" y="196"/>
                        <a:pt x="396" y="212"/>
                      </a:cubicBezTo>
                      <a:cubicBezTo>
                        <a:pt x="325" y="336"/>
                        <a:pt x="325" y="336"/>
                        <a:pt x="325" y="336"/>
                      </a:cubicBezTo>
                      <a:cubicBezTo>
                        <a:pt x="316" y="352"/>
                        <a:pt x="293" y="365"/>
                        <a:pt x="274" y="365"/>
                      </a:cubicBezTo>
                      <a:lnTo>
                        <a:pt x="131" y="365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002060"/>
                    </a:gs>
                    <a:gs pos="100000">
                      <a:srgbClr val="0070C0"/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 spc="-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179" name="Freeform 10">
                  <a:extLst>
                    <a:ext uri="{FF2B5EF4-FFF2-40B4-BE49-F238E27FC236}">
                      <a16:creationId xmlns:a16="http://schemas.microsoft.com/office/drawing/2014/main" id="{A60A3212-2D6F-4D69-932B-F848AB661A5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19800000">
                  <a:off x="11777036" y="5238145"/>
                  <a:ext cx="1223352" cy="1101129"/>
                </a:xfrm>
                <a:custGeom>
                  <a:avLst/>
                  <a:gdLst>
                    <a:gd name="T0" fmla="*/ 131 w 406"/>
                    <a:gd name="T1" fmla="*/ 365 h 365"/>
                    <a:gd name="T2" fmla="*/ 80 w 406"/>
                    <a:gd name="T3" fmla="*/ 336 h 365"/>
                    <a:gd name="T4" fmla="*/ 9 w 406"/>
                    <a:gd name="T5" fmla="*/ 212 h 365"/>
                    <a:gd name="T6" fmla="*/ 9 w 406"/>
                    <a:gd name="T7" fmla="*/ 153 h 365"/>
                    <a:gd name="T8" fmla="*/ 80 w 406"/>
                    <a:gd name="T9" fmla="*/ 29 h 365"/>
                    <a:gd name="T10" fmla="*/ 131 w 406"/>
                    <a:gd name="T11" fmla="*/ 0 h 365"/>
                    <a:gd name="T12" fmla="*/ 274 w 406"/>
                    <a:gd name="T13" fmla="*/ 0 h 365"/>
                    <a:gd name="T14" fmla="*/ 325 w 406"/>
                    <a:gd name="T15" fmla="*/ 29 h 365"/>
                    <a:gd name="T16" fmla="*/ 396 w 406"/>
                    <a:gd name="T17" fmla="*/ 153 h 365"/>
                    <a:gd name="T18" fmla="*/ 396 w 406"/>
                    <a:gd name="T19" fmla="*/ 212 h 365"/>
                    <a:gd name="T20" fmla="*/ 325 w 406"/>
                    <a:gd name="T21" fmla="*/ 336 h 365"/>
                    <a:gd name="T22" fmla="*/ 274 w 406"/>
                    <a:gd name="T23" fmla="*/ 365 h 365"/>
                    <a:gd name="T24" fmla="*/ 131 w 406"/>
                    <a:gd name="T25" fmla="*/ 365 h 36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406" h="365">
                      <a:moveTo>
                        <a:pt x="131" y="365"/>
                      </a:moveTo>
                      <a:cubicBezTo>
                        <a:pt x="112" y="365"/>
                        <a:pt x="90" y="352"/>
                        <a:pt x="80" y="336"/>
                      </a:cubicBezTo>
                      <a:cubicBezTo>
                        <a:pt x="9" y="212"/>
                        <a:pt x="9" y="212"/>
                        <a:pt x="9" y="212"/>
                      </a:cubicBezTo>
                      <a:cubicBezTo>
                        <a:pt x="0" y="196"/>
                        <a:pt x="0" y="169"/>
                        <a:pt x="9" y="153"/>
                      </a:cubicBezTo>
                      <a:cubicBezTo>
                        <a:pt x="80" y="29"/>
                        <a:pt x="80" y="29"/>
                        <a:pt x="80" y="29"/>
                      </a:cubicBezTo>
                      <a:cubicBezTo>
                        <a:pt x="90" y="13"/>
                        <a:pt x="112" y="0"/>
                        <a:pt x="131" y="0"/>
                      </a:cubicBezTo>
                      <a:cubicBezTo>
                        <a:pt x="274" y="0"/>
                        <a:pt x="274" y="0"/>
                        <a:pt x="274" y="0"/>
                      </a:cubicBezTo>
                      <a:cubicBezTo>
                        <a:pt x="293" y="0"/>
                        <a:pt x="316" y="13"/>
                        <a:pt x="325" y="29"/>
                      </a:cubicBezTo>
                      <a:cubicBezTo>
                        <a:pt x="396" y="153"/>
                        <a:pt x="396" y="153"/>
                        <a:pt x="396" y="153"/>
                      </a:cubicBezTo>
                      <a:cubicBezTo>
                        <a:pt x="406" y="169"/>
                        <a:pt x="406" y="196"/>
                        <a:pt x="396" y="212"/>
                      </a:cubicBezTo>
                      <a:cubicBezTo>
                        <a:pt x="325" y="336"/>
                        <a:pt x="325" y="336"/>
                        <a:pt x="325" y="336"/>
                      </a:cubicBezTo>
                      <a:cubicBezTo>
                        <a:pt x="316" y="352"/>
                        <a:pt x="293" y="365"/>
                        <a:pt x="274" y="365"/>
                      </a:cubicBezTo>
                      <a:lnTo>
                        <a:pt x="131" y="365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 spc="-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180" name="Freeform 10">
                  <a:extLst>
                    <a:ext uri="{FF2B5EF4-FFF2-40B4-BE49-F238E27FC236}">
                      <a16:creationId xmlns:a16="http://schemas.microsoft.com/office/drawing/2014/main" id="{0CB6A03E-3964-4DFB-9FEF-29DA9939020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19800000">
                  <a:off x="11821956" y="5281443"/>
                  <a:ext cx="1125177" cy="1012762"/>
                </a:xfrm>
                <a:custGeom>
                  <a:avLst/>
                  <a:gdLst>
                    <a:gd name="T0" fmla="*/ 131 w 406"/>
                    <a:gd name="T1" fmla="*/ 365 h 365"/>
                    <a:gd name="T2" fmla="*/ 80 w 406"/>
                    <a:gd name="T3" fmla="*/ 336 h 365"/>
                    <a:gd name="T4" fmla="*/ 9 w 406"/>
                    <a:gd name="T5" fmla="*/ 212 h 365"/>
                    <a:gd name="T6" fmla="*/ 9 w 406"/>
                    <a:gd name="T7" fmla="*/ 153 h 365"/>
                    <a:gd name="T8" fmla="*/ 80 w 406"/>
                    <a:gd name="T9" fmla="*/ 29 h 365"/>
                    <a:gd name="T10" fmla="*/ 131 w 406"/>
                    <a:gd name="T11" fmla="*/ 0 h 365"/>
                    <a:gd name="T12" fmla="*/ 274 w 406"/>
                    <a:gd name="T13" fmla="*/ 0 h 365"/>
                    <a:gd name="T14" fmla="*/ 325 w 406"/>
                    <a:gd name="T15" fmla="*/ 29 h 365"/>
                    <a:gd name="T16" fmla="*/ 396 w 406"/>
                    <a:gd name="T17" fmla="*/ 153 h 365"/>
                    <a:gd name="T18" fmla="*/ 396 w 406"/>
                    <a:gd name="T19" fmla="*/ 212 h 365"/>
                    <a:gd name="T20" fmla="*/ 325 w 406"/>
                    <a:gd name="T21" fmla="*/ 336 h 365"/>
                    <a:gd name="T22" fmla="*/ 274 w 406"/>
                    <a:gd name="T23" fmla="*/ 365 h 365"/>
                    <a:gd name="T24" fmla="*/ 131 w 406"/>
                    <a:gd name="T25" fmla="*/ 365 h 36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406" h="365">
                      <a:moveTo>
                        <a:pt x="131" y="365"/>
                      </a:moveTo>
                      <a:cubicBezTo>
                        <a:pt x="112" y="365"/>
                        <a:pt x="90" y="352"/>
                        <a:pt x="80" y="336"/>
                      </a:cubicBezTo>
                      <a:cubicBezTo>
                        <a:pt x="9" y="212"/>
                        <a:pt x="9" y="212"/>
                        <a:pt x="9" y="212"/>
                      </a:cubicBezTo>
                      <a:cubicBezTo>
                        <a:pt x="0" y="196"/>
                        <a:pt x="0" y="169"/>
                        <a:pt x="9" y="153"/>
                      </a:cubicBezTo>
                      <a:cubicBezTo>
                        <a:pt x="80" y="29"/>
                        <a:pt x="80" y="29"/>
                        <a:pt x="80" y="29"/>
                      </a:cubicBezTo>
                      <a:cubicBezTo>
                        <a:pt x="90" y="13"/>
                        <a:pt x="112" y="0"/>
                        <a:pt x="131" y="0"/>
                      </a:cubicBezTo>
                      <a:cubicBezTo>
                        <a:pt x="274" y="0"/>
                        <a:pt x="274" y="0"/>
                        <a:pt x="274" y="0"/>
                      </a:cubicBezTo>
                      <a:cubicBezTo>
                        <a:pt x="293" y="0"/>
                        <a:pt x="316" y="13"/>
                        <a:pt x="325" y="29"/>
                      </a:cubicBezTo>
                      <a:cubicBezTo>
                        <a:pt x="396" y="153"/>
                        <a:pt x="396" y="153"/>
                        <a:pt x="396" y="153"/>
                      </a:cubicBezTo>
                      <a:cubicBezTo>
                        <a:pt x="406" y="169"/>
                        <a:pt x="406" y="196"/>
                        <a:pt x="396" y="212"/>
                      </a:cubicBezTo>
                      <a:cubicBezTo>
                        <a:pt x="325" y="336"/>
                        <a:pt x="325" y="336"/>
                        <a:pt x="325" y="336"/>
                      </a:cubicBezTo>
                      <a:cubicBezTo>
                        <a:pt x="316" y="352"/>
                        <a:pt x="293" y="365"/>
                        <a:pt x="274" y="365"/>
                      </a:cubicBezTo>
                      <a:lnTo>
                        <a:pt x="131" y="365"/>
                      </a:lnTo>
                      <a:close/>
                    </a:path>
                  </a:pathLst>
                </a:custGeom>
                <a:noFill/>
                <a:ln>
                  <a:solidFill>
                    <a:srgbClr val="0070C0"/>
                  </a:solidFill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 spc="-50">
                    <a:solidFill>
                      <a:prstClr val="black"/>
                    </a:solidFill>
                  </a:endParaRPr>
                </a:p>
              </p:txBody>
            </p:sp>
          </p:grpSp>
          <p:sp>
            <p:nvSpPr>
              <p:cNvPr id="177" name="모서리가 둥근 직사각형 59">
                <a:extLst>
                  <a:ext uri="{FF2B5EF4-FFF2-40B4-BE49-F238E27FC236}">
                    <a16:creationId xmlns:a16="http://schemas.microsoft.com/office/drawing/2014/main" id="{5D32123A-C4AE-4B87-95B2-48E2A59E7598}"/>
                  </a:ext>
                </a:extLst>
              </p:cNvPr>
              <p:cNvSpPr/>
              <p:nvPr/>
            </p:nvSpPr>
            <p:spPr bwMode="auto">
              <a:xfrm>
                <a:off x="12086631" y="5488924"/>
                <a:ext cx="591297" cy="563620"/>
              </a:xfrm>
              <a:prstGeom prst="roundRect">
                <a:avLst>
                  <a:gd name="adj" fmla="val 0"/>
                </a:avLst>
              </a:prstGeom>
              <a:noFill/>
              <a:ln w="12700">
                <a:noFill/>
                <a:round/>
                <a:headEnd/>
                <a:tailEnd/>
              </a:ln>
            </p:spPr>
            <p:txBody>
              <a:bodyPr wrap="none" lIns="0" tIns="0" rIns="0" bIns="0" anchor="ctr">
                <a:spAutoFit/>
              </a:bodyPr>
              <a:lstStyle/>
              <a:p>
                <a:pPr marL="0" lvl="1" algn="ctr" eaLnBrk="0" hangingPunct="0">
                  <a:spcAft>
                    <a:spcPts val="500"/>
                  </a:spcAft>
                </a:pPr>
                <a:r>
                  <a:rPr lang="ko-KR" altLang="en-US" sz="1400" spc="-50" dirty="0">
                    <a:ln>
                      <a:solidFill>
                        <a:srgbClr val="4472C4">
                          <a:alpha val="0"/>
                        </a:srgbClr>
                      </a:solidFill>
                    </a:ln>
                    <a:solidFill>
                      <a:srgbClr val="F7431F"/>
                    </a:solidFill>
                    <a:latin typeface="Pretendard SemiBold" panose="02000703000000020004" pitchFamily="50" charset="-127"/>
                    <a:ea typeface="Pretendard SemiBold" panose="02000703000000020004" pitchFamily="50" charset="-127"/>
                    <a:sym typeface="Monotype Sorts" pitchFamily="2" charset="2"/>
                  </a:rPr>
                  <a:t>제안의</a:t>
                </a:r>
                <a:br>
                  <a:rPr lang="en-US" altLang="ko-KR" sz="1400" spc="-50" dirty="0">
                    <a:ln>
                      <a:solidFill>
                        <a:srgbClr val="4472C4">
                          <a:alpha val="0"/>
                        </a:srgbClr>
                      </a:solidFill>
                    </a:ln>
                    <a:solidFill>
                      <a:srgbClr val="F7431F"/>
                    </a:solidFill>
                    <a:latin typeface="Pretendard SemiBold" panose="02000703000000020004" pitchFamily="50" charset="-127"/>
                    <a:ea typeface="Pretendard SemiBold" panose="02000703000000020004" pitchFamily="50" charset="-127"/>
                    <a:sym typeface="Monotype Sorts" pitchFamily="2" charset="2"/>
                  </a:rPr>
                </a:br>
                <a:r>
                  <a:rPr lang="ko-KR" altLang="en-US" sz="1400" spc="-50" dirty="0">
                    <a:ln>
                      <a:solidFill>
                        <a:srgbClr val="4472C4">
                          <a:alpha val="0"/>
                        </a:srgbClr>
                      </a:solidFill>
                    </a:ln>
                    <a:solidFill>
                      <a:srgbClr val="F7431F"/>
                    </a:solidFill>
                    <a:latin typeface="Pretendard SemiBold" panose="02000703000000020004" pitchFamily="50" charset="-127"/>
                    <a:ea typeface="Pretendard SemiBold" panose="02000703000000020004" pitchFamily="50" charset="-127"/>
                    <a:sym typeface="Monotype Sorts" pitchFamily="2" charset="2"/>
                  </a:rPr>
                  <a:t>특장점</a:t>
                </a:r>
                <a:endParaRPr lang="ko-KR" altLang="en-US" sz="1400" spc="-6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rgbClr val="F7431F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sym typeface="Monotype Sorts" pitchFamily="2" charset="2"/>
                </a:endParaRPr>
              </a:p>
            </p:txBody>
          </p:sp>
        </p:grpSp>
        <p:sp>
          <p:nvSpPr>
            <p:cNvPr id="161" name="직사각형 160">
              <a:extLst>
                <a:ext uri="{FF2B5EF4-FFF2-40B4-BE49-F238E27FC236}">
                  <a16:creationId xmlns:a16="http://schemas.microsoft.com/office/drawing/2014/main" id="{631610EA-4D77-4ECB-97A0-487B915A5990}"/>
                </a:ext>
              </a:extLst>
            </p:cNvPr>
            <p:cNvSpPr/>
            <p:nvPr/>
          </p:nvSpPr>
          <p:spPr>
            <a:xfrm flipH="1">
              <a:off x="4227622" y="3114252"/>
              <a:ext cx="1186863" cy="169277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miter lim="800000"/>
            </a:ln>
            <a:effectLst/>
          </p:spPr>
          <p:txBody>
            <a:bodyPr wrap="none" lIns="0" tIns="0" rIns="0" bIns="0" rtlCol="0" anchor="ctr">
              <a:spAutoFit/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/>
            <a:p>
              <a:pPr algn="ctr">
                <a:defRPr/>
              </a:pPr>
              <a:r>
                <a:rPr kumimoji="1" lang="ko-KR" altLang="en-US" sz="1100" spc="-4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</a:rPr>
                <a:t>편리한 디자인 </a:t>
              </a:r>
              <a:r>
                <a:rPr kumimoji="1" lang="en-US" altLang="ko-KR" sz="1100" spc="-4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</a:rPr>
                <a:t>UI </a:t>
              </a:r>
              <a:r>
                <a:rPr kumimoji="1" lang="ko-KR" altLang="en-US" sz="1100" spc="-4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</a:rPr>
                <a:t>개편</a:t>
              </a:r>
            </a:p>
          </p:txBody>
        </p:sp>
        <p:sp>
          <p:nvSpPr>
            <p:cNvPr id="162" name="직사각형 161">
              <a:extLst>
                <a:ext uri="{FF2B5EF4-FFF2-40B4-BE49-F238E27FC236}">
                  <a16:creationId xmlns:a16="http://schemas.microsoft.com/office/drawing/2014/main" id="{203A5A1E-0E92-4D1A-9592-2D1A62B07825}"/>
                </a:ext>
              </a:extLst>
            </p:cNvPr>
            <p:cNvSpPr/>
            <p:nvPr/>
          </p:nvSpPr>
          <p:spPr>
            <a:xfrm flipH="1">
              <a:off x="4270420" y="3577420"/>
              <a:ext cx="1101264" cy="169277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miter lim="800000"/>
            </a:ln>
            <a:effectLst/>
          </p:spPr>
          <p:txBody>
            <a:bodyPr wrap="none" lIns="0" tIns="0" rIns="0" bIns="0" rtlCol="0" anchor="ctr">
              <a:spAutoFit/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/>
            <a:p>
              <a:pPr algn="ctr">
                <a:defRPr/>
              </a:pPr>
              <a:r>
                <a:rPr kumimoji="1" lang="ko-KR" altLang="en-US" sz="1100" spc="-4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</a:rPr>
                <a:t>주관기관의 위상제고</a:t>
              </a:r>
            </a:p>
          </p:txBody>
        </p:sp>
        <p:sp>
          <p:nvSpPr>
            <p:cNvPr id="163" name="직사각형 162">
              <a:extLst>
                <a:ext uri="{FF2B5EF4-FFF2-40B4-BE49-F238E27FC236}">
                  <a16:creationId xmlns:a16="http://schemas.microsoft.com/office/drawing/2014/main" id="{8E84BA9B-928B-4A33-B609-EDF6EB2D9288}"/>
                </a:ext>
              </a:extLst>
            </p:cNvPr>
            <p:cNvSpPr/>
            <p:nvPr/>
          </p:nvSpPr>
          <p:spPr>
            <a:xfrm flipH="1">
              <a:off x="1478911" y="3114252"/>
              <a:ext cx="1019510" cy="169277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miter lim="800000"/>
            </a:ln>
            <a:effectLst/>
          </p:spPr>
          <p:txBody>
            <a:bodyPr wrap="none" lIns="0" tIns="0" rIns="0" bIns="0" rtlCol="0" anchor="ctr">
              <a:spAutoFit/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/>
            <a:p>
              <a:pPr algn="ctr">
                <a:defRPr/>
              </a:pPr>
              <a:r>
                <a:rPr kumimoji="1" lang="ko-KR" altLang="en-US" sz="1100" spc="-4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</a:rPr>
                <a:t>고품질 시스템 구축</a:t>
              </a:r>
            </a:p>
          </p:txBody>
        </p:sp>
        <p:sp>
          <p:nvSpPr>
            <p:cNvPr id="164" name="직사각형 163">
              <a:extLst>
                <a:ext uri="{FF2B5EF4-FFF2-40B4-BE49-F238E27FC236}">
                  <a16:creationId xmlns:a16="http://schemas.microsoft.com/office/drawing/2014/main" id="{EFC67292-1E27-4310-AB36-CB7F24B9EC12}"/>
                </a:ext>
              </a:extLst>
            </p:cNvPr>
            <p:cNvSpPr/>
            <p:nvPr/>
          </p:nvSpPr>
          <p:spPr>
            <a:xfrm flipH="1">
              <a:off x="1497185" y="3577420"/>
              <a:ext cx="982962" cy="169277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miter lim="800000"/>
            </a:ln>
            <a:effectLst/>
          </p:spPr>
          <p:txBody>
            <a:bodyPr wrap="none" lIns="0" tIns="0" rIns="0" bIns="0" rtlCol="0" anchor="ctr">
              <a:spAutoFit/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/>
            <a:p>
              <a:pPr algn="ctr">
                <a:defRPr/>
              </a:pPr>
              <a:r>
                <a:rPr kumimoji="1" lang="ko-KR" altLang="en-US" sz="1100" spc="-4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</a:rPr>
                <a:t>안정적인 사업관리</a:t>
              </a:r>
            </a:p>
          </p:txBody>
        </p:sp>
        <p:grpSp>
          <p:nvGrpSpPr>
            <p:cNvPr id="165" name="그룹 164">
              <a:extLst>
                <a:ext uri="{FF2B5EF4-FFF2-40B4-BE49-F238E27FC236}">
                  <a16:creationId xmlns:a16="http://schemas.microsoft.com/office/drawing/2014/main" id="{88AC27CD-3FE7-468B-BAEE-829528CF8B7D}"/>
                </a:ext>
              </a:extLst>
            </p:cNvPr>
            <p:cNvGrpSpPr/>
            <p:nvPr/>
          </p:nvGrpSpPr>
          <p:grpSpPr>
            <a:xfrm>
              <a:off x="4726533" y="3387714"/>
              <a:ext cx="286643" cy="69325"/>
              <a:chOff x="12246851" y="6634973"/>
              <a:chExt cx="433223" cy="104775"/>
            </a:xfrm>
            <a:solidFill>
              <a:schemeClr val="bg1"/>
            </a:solidFill>
          </p:grpSpPr>
          <p:sp>
            <p:nvSpPr>
              <p:cNvPr id="170" name="이등변 삼각형 169">
                <a:extLst>
                  <a:ext uri="{FF2B5EF4-FFF2-40B4-BE49-F238E27FC236}">
                    <a16:creationId xmlns:a16="http://schemas.microsoft.com/office/drawing/2014/main" id="{5834F3D4-C810-4CD9-A6F7-63DD1651DF46}"/>
                  </a:ext>
                </a:extLst>
              </p:cNvPr>
              <p:cNvSpPr/>
              <p:nvPr/>
            </p:nvSpPr>
            <p:spPr>
              <a:xfrm rot="5400000">
                <a:off x="12239625" y="6642199"/>
                <a:ext cx="104775" cy="90323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71" name="이등변 삼각형 170">
                <a:extLst>
                  <a:ext uri="{FF2B5EF4-FFF2-40B4-BE49-F238E27FC236}">
                    <a16:creationId xmlns:a16="http://schemas.microsoft.com/office/drawing/2014/main" id="{BCD21D0C-74F8-4A97-BF09-F7E9FB589C58}"/>
                  </a:ext>
                </a:extLst>
              </p:cNvPr>
              <p:cNvSpPr/>
              <p:nvPr/>
            </p:nvSpPr>
            <p:spPr>
              <a:xfrm rot="5400000">
                <a:off x="12411075" y="6642199"/>
                <a:ext cx="104775" cy="90323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72" name="이등변 삼각형 171">
                <a:extLst>
                  <a:ext uri="{FF2B5EF4-FFF2-40B4-BE49-F238E27FC236}">
                    <a16:creationId xmlns:a16="http://schemas.microsoft.com/office/drawing/2014/main" id="{C4FA19B2-2AB2-4453-A86C-3E60ACD349C5}"/>
                  </a:ext>
                </a:extLst>
              </p:cNvPr>
              <p:cNvSpPr/>
              <p:nvPr/>
            </p:nvSpPr>
            <p:spPr>
              <a:xfrm rot="5400000">
                <a:off x="12582525" y="6642199"/>
                <a:ext cx="104775" cy="90323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166" name="그룹 165">
              <a:extLst>
                <a:ext uri="{FF2B5EF4-FFF2-40B4-BE49-F238E27FC236}">
                  <a16:creationId xmlns:a16="http://schemas.microsoft.com/office/drawing/2014/main" id="{A7883A4C-AFA2-4A6A-8698-5DAA648990E9}"/>
                </a:ext>
              </a:extLst>
            </p:cNvPr>
            <p:cNvGrpSpPr/>
            <p:nvPr/>
          </p:nvGrpSpPr>
          <p:grpSpPr>
            <a:xfrm flipH="1">
              <a:off x="1810209" y="3387714"/>
              <a:ext cx="286643" cy="69325"/>
              <a:chOff x="12246851" y="6634973"/>
              <a:chExt cx="433223" cy="104775"/>
            </a:xfrm>
            <a:solidFill>
              <a:schemeClr val="bg1"/>
            </a:solidFill>
          </p:grpSpPr>
          <p:sp>
            <p:nvSpPr>
              <p:cNvPr id="167" name="이등변 삼각형 166">
                <a:extLst>
                  <a:ext uri="{FF2B5EF4-FFF2-40B4-BE49-F238E27FC236}">
                    <a16:creationId xmlns:a16="http://schemas.microsoft.com/office/drawing/2014/main" id="{927B351F-8F99-4B0B-82BF-C30B9291BE3E}"/>
                  </a:ext>
                </a:extLst>
              </p:cNvPr>
              <p:cNvSpPr/>
              <p:nvPr/>
            </p:nvSpPr>
            <p:spPr>
              <a:xfrm rot="5400000">
                <a:off x="12239625" y="6642199"/>
                <a:ext cx="104775" cy="90323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68" name="이등변 삼각형 167">
                <a:extLst>
                  <a:ext uri="{FF2B5EF4-FFF2-40B4-BE49-F238E27FC236}">
                    <a16:creationId xmlns:a16="http://schemas.microsoft.com/office/drawing/2014/main" id="{78F8C682-BC1A-4EAE-AE4B-E9F9EC7E8E9E}"/>
                  </a:ext>
                </a:extLst>
              </p:cNvPr>
              <p:cNvSpPr/>
              <p:nvPr/>
            </p:nvSpPr>
            <p:spPr>
              <a:xfrm rot="5400000">
                <a:off x="12411075" y="6642199"/>
                <a:ext cx="104775" cy="90323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69" name="이등변 삼각형 168">
                <a:extLst>
                  <a:ext uri="{FF2B5EF4-FFF2-40B4-BE49-F238E27FC236}">
                    <a16:creationId xmlns:a16="http://schemas.microsoft.com/office/drawing/2014/main" id="{753F4114-B42E-4B18-A2FF-DE4DA473F4D7}"/>
                  </a:ext>
                </a:extLst>
              </p:cNvPr>
              <p:cNvSpPr/>
              <p:nvPr/>
            </p:nvSpPr>
            <p:spPr>
              <a:xfrm rot="5400000">
                <a:off x="12582525" y="6642199"/>
                <a:ext cx="104775" cy="90323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prstClr val="white"/>
                  </a:solidFill>
                </a:endParaRPr>
              </a:p>
            </p:txBody>
          </p:sp>
        </p:grp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1DD3A284-2C2F-4346-85D4-C3873F323E18}"/>
              </a:ext>
            </a:extLst>
          </p:cNvPr>
          <p:cNvGrpSpPr/>
          <p:nvPr/>
        </p:nvGrpSpPr>
        <p:grpSpPr>
          <a:xfrm>
            <a:off x="440668" y="6718790"/>
            <a:ext cx="2916000" cy="2662702"/>
            <a:chOff x="440668" y="6718790"/>
            <a:chExt cx="2916000" cy="2662702"/>
          </a:xfrm>
        </p:grpSpPr>
        <p:sp>
          <p:nvSpPr>
            <p:cNvPr id="57" name="Rectangle 3">
              <a:extLst>
                <a:ext uri="{FF2B5EF4-FFF2-40B4-BE49-F238E27FC236}">
                  <a16:creationId xmlns:a16="http://schemas.microsoft.com/office/drawing/2014/main" id="{57CBE7DD-5A09-44E5-95E3-AB16EAF1AB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668" y="7041492"/>
              <a:ext cx="2916000" cy="2340000"/>
            </a:xfrm>
            <a:prstGeom prst="rect">
              <a:avLst/>
            </a:prstGeom>
            <a:solidFill>
              <a:srgbClr val="F0F0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587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tIns="144000" anchor="t"/>
            <a:lstStyle/>
            <a:p>
              <a:pPr algn="ctr"/>
              <a:endParaRPr kumimoji="1" lang="ko-KR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58" name="양쪽 모서리가 둥근 사각형 27">
              <a:extLst>
                <a:ext uri="{FF2B5EF4-FFF2-40B4-BE49-F238E27FC236}">
                  <a16:creationId xmlns:a16="http://schemas.microsoft.com/office/drawing/2014/main" id="{F509CD65-579F-4DE5-A8F8-725547FC267C}"/>
                </a:ext>
              </a:extLst>
            </p:cNvPr>
            <p:cNvSpPr/>
            <p:nvPr/>
          </p:nvSpPr>
          <p:spPr>
            <a:xfrm>
              <a:off x="440668" y="6718790"/>
              <a:ext cx="2916000" cy="324000"/>
            </a:xfrm>
            <a:prstGeom prst="rect">
              <a:avLst/>
            </a:prstGeom>
            <a:solidFill>
              <a:srgbClr val="0B57A2"/>
            </a:solidFill>
            <a:ln>
              <a:noFill/>
            </a:ln>
          </p:spPr>
          <p:txBody>
            <a:bodyPr wrap="none" lIns="180000" tIns="0" rIns="72000" bIns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buSzPct val="110000"/>
              </a:pPr>
              <a:r>
                <a:rPr lang="ko-KR" altLang="en-US" sz="1300" spc="-5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prstClr val="white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</a:rPr>
                <a:t>사업관리 및 지원 측면</a:t>
              </a:r>
            </a:p>
          </p:txBody>
        </p:sp>
        <p:sp>
          <p:nvSpPr>
            <p:cNvPr id="62" name="Rectangle 22">
              <a:extLst>
                <a:ext uri="{FF2B5EF4-FFF2-40B4-BE49-F238E27FC236}">
                  <a16:creationId xmlns:a16="http://schemas.microsoft.com/office/drawing/2014/main" id="{29A375AA-3EDC-4B87-8DBB-60078CAA914A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584668" y="7901305"/>
              <a:ext cx="2592000" cy="1372171"/>
            </a:xfrm>
            <a:prstGeom prst="rect">
              <a:avLst/>
            </a:prstGeom>
            <a:noFill/>
            <a:effectLst/>
          </p:spPr>
          <p:txBody>
            <a:bodyPr wrap="square" lIns="0" tIns="0" rIns="0" bIns="0" rtlCol="0">
              <a:spAutoFit/>
            </a:bodyPr>
            <a:lstStyle/>
            <a:p>
              <a:pPr marL="114300" indent="-114300" latinLnBrk="0">
                <a:spcBef>
                  <a:spcPts val="600"/>
                </a:spcBef>
                <a:spcAft>
                  <a:spcPts val="800"/>
                </a:spcAft>
                <a:buClr>
                  <a:schemeClr val="tx1">
                    <a:lumMod val="65000"/>
                    <a:lumOff val="35000"/>
                  </a:schemeClr>
                </a:buClr>
                <a:buSzPct val="90000"/>
                <a:buFont typeface="Arial" pitchFamily="34" charset="0"/>
                <a:buChar char="•"/>
              </a:pPr>
              <a:r>
                <a:rPr lang="ko-KR" altLang="en-US" sz="1000" spc="-50">
                  <a:gradFill>
                    <a:gsLst>
                      <a:gs pos="0">
                        <a:schemeClr val="tx1">
                          <a:lumMod val="75000"/>
                          <a:lumOff val="25000"/>
                        </a:schemeClr>
                      </a:gs>
                      <a:gs pos="100000">
                        <a:schemeClr val="tx1">
                          <a:lumMod val="75000"/>
                          <a:lumOff val="25000"/>
                        </a:schemeClr>
                      </a:gs>
                    </a:gsLst>
                    <a:lin ang="5400000" scaled="0"/>
                  </a:gradFill>
                </a:rPr>
                <a:t>사업의 성공을 위한 핵심인력 </a:t>
              </a:r>
              <a:r>
                <a:rPr lang="en-US" altLang="ko-KR" sz="1000" spc="-50">
                  <a:gradFill>
                    <a:gsLst>
                      <a:gs pos="0">
                        <a:schemeClr val="tx1">
                          <a:lumMod val="75000"/>
                          <a:lumOff val="25000"/>
                        </a:schemeClr>
                      </a:gs>
                      <a:gs pos="100000">
                        <a:schemeClr val="tx1">
                          <a:lumMod val="75000"/>
                          <a:lumOff val="25000"/>
                        </a:schemeClr>
                      </a:gs>
                    </a:gsLst>
                    <a:lin ang="5400000" scaled="0"/>
                  </a:gradFill>
                </a:rPr>
                <a:t>100% </a:t>
              </a:r>
              <a:r>
                <a:rPr lang="ko-KR" altLang="en-US" sz="1000" spc="-50">
                  <a:gradFill>
                    <a:gsLst>
                      <a:gs pos="0">
                        <a:schemeClr val="tx1">
                          <a:lumMod val="75000"/>
                          <a:lumOff val="25000"/>
                        </a:schemeClr>
                      </a:gs>
                      <a:gs pos="100000">
                        <a:schemeClr val="tx1">
                          <a:lumMod val="75000"/>
                          <a:lumOff val="25000"/>
                        </a:schemeClr>
                      </a:gs>
                    </a:gsLst>
                    <a:lin ang="5400000" scaled="0"/>
                  </a:gradFill>
                </a:rPr>
                <a:t>활용</a:t>
              </a:r>
              <a:endParaRPr lang="en-US" altLang="ko-KR" sz="1000" spc="-5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0"/>
                </a:gradFill>
              </a:endParaRPr>
            </a:p>
            <a:p>
              <a:pPr marL="216000" lvl="1" indent="-108000" eaLnBrk="1" hangingPunct="1">
                <a:spcBef>
                  <a:spcPts val="0"/>
                </a:spcBef>
                <a:spcAft>
                  <a:spcPts val="500"/>
                </a:spcAft>
                <a:buClr>
                  <a:srgbClr val="969696"/>
                </a:buClr>
                <a:buSzPts val="700"/>
                <a:buFont typeface="Wingdings" panose="05000000000000000000" pitchFamily="2" charset="2"/>
                <a:buChar char="Ø"/>
              </a:pPr>
              <a:r>
                <a:rPr lang="ko-KR" altLang="en-US" sz="1000" spc="-50">
                  <a:gradFill>
                    <a:gsLst>
                      <a:gs pos="0">
                        <a:schemeClr val="tx1">
                          <a:lumMod val="75000"/>
                          <a:lumOff val="25000"/>
                        </a:schemeClr>
                      </a:gs>
                      <a:gs pos="100000">
                        <a:schemeClr val="tx1">
                          <a:lumMod val="75000"/>
                          <a:lumOff val="25000"/>
                        </a:schemeClr>
                      </a:gs>
                    </a:gsLst>
                    <a:lin ang="5400000" scaled="0"/>
                  </a:gradFill>
                </a:rPr>
                <a:t>각 분야별 전문인력을 활용하여 최고 품질 달성</a:t>
              </a:r>
              <a:endParaRPr lang="en-US" altLang="ko-KR" sz="1000" spc="-5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0"/>
                </a:gradFill>
              </a:endParaRPr>
            </a:p>
            <a:p>
              <a:pPr marL="216000" lvl="1" indent="-108000" eaLnBrk="1" hangingPunct="1">
                <a:spcBef>
                  <a:spcPts val="0"/>
                </a:spcBef>
                <a:spcAft>
                  <a:spcPts val="500"/>
                </a:spcAft>
                <a:buClr>
                  <a:srgbClr val="969696"/>
                </a:buClr>
                <a:buSzPts val="700"/>
                <a:buFont typeface="Wingdings" panose="05000000000000000000" pitchFamily="2" charset="2"/>
                <a:buChar char="Ø"/>
              </a:pPr>
              <a:r>
                <a:rPr lang="ko-KR" altLang="en-US" sz="1000" spc="-50">
                  <a:gradFill>
                    <a:gsLst>
                      <a:gs pos="0">
                        <a:schemeClr val="tx1">
                          <a:lumMod val="75000"/>
                          <a:lumOff val="25000"/>
                        </a:schemeClr>
                      </a:gs>
                      <a:gs pos="100000">
                        <a:schemeClr val="tx1">
                          <a:lumMod val="75000"/>
                          <a:lumOff val="25000"/>
                        </a:schemeClr>
                      </a:gs>
                    </a:gsLst>
                    <a:lin ang="5400000" scaled="0"/>
                  </a:gradFill>
                </a:rPr>
                <a:t>핵심인력과 팀워크가 검증된 인력 투입 예정</a:t>
              </a:r>
              <a:endParaRPr lang="en-US" altLang="ko-KR" sz="1000" spc="-5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0"/>
                </a:gradFill>
              </a:endParaRPr>
            </a:p>
            <a:p>
              <a:pPr marL="216000" lvl="1" indent="-108000" eaLnBrk="1" hangingPunct="1">
                <a:spcBef>
                  <a:spcPts val="0"/>
                </a:spcBef>
                <a:spcAft>
                  <a:spcPts val="500"/>
                </a:spcAft>
                <a:buClr>
                  <a:srgbClr val="969696"/>
                </a:buClr>
                <a:buSzPts val="700"/>
                <a:buFont typeface="Wingdings" panose="05000000000000000000" pitchFamily="2" charset="2"/>
                <a:buChar char="Ø"/>
              </a:pPr>
              <a:r>
                <a:rPr lang="ko-KR" altLang="en-US" sz="1000" spc="-50">
                  <a:gradFill>
                    <a:gsLst>
                      <a:gs pos="0">
                        <a:schemeClr val="tx1">
                          <a:lumMod val="75000"/>
                          <a:lumOff val="25000"/>
                        </a:schemeClr>
                      </a:gs>
                      <a:gs pos="100000">
                        <a:schemeClr val="tx1">
                          <a:lumMod val="75000"/>
                          <a:lumOff val="25000"/>
                        </a:schemeClr>
                      </a:gs>
                    </a:gsLst>
                    <a:lin ang="5400000" scaled="0"/>
                  </a:gradFill>
                </a:rPr>
                <a:t>공공 유사사업 경험을 통한 업무 체계에 맞는 방안 수립</a:t>
              </a:r>
              <a:endParaRPr lang="en-US" altLang="ko-KR" sz="1000" spc="-5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0"/>
                </a:gradFill>
              </a:endParaRPr>
            </a:p>
            <a:p>
              <a:pPr marL="216000" lvl="1" indent="-108000" eaLnBrk="1" hangingPunct="1">
                <a:spcBef>
                  <a:spcPts val="0"/>
                </a:spcBef>
                <a:spcAft>
                  <a:spcPts val="500"/>
                </a:spcAft>
                <a:buClr>
                  <a:srgbClr val="969696"/>
                </a:buClr>
                <a:buSzPts val="700"/>
                <a:buFont typeface="Wingdings" panose="05000000000000000000" pitchFamily="2" charset="2"/>
                <a:buChar char="Ø"/>
              </a:pPr>
              <a:r>
                <a:rPr lang="ko-KR" altLang="en-US" sz="1000" spc="-50">
                  <a:solidFill>
                    <a:srgbClr val="C00000"/>
                  </a:solidFill>
                  <a:latin typeface="+mn-ea"/>
                </a:rPr>
                <a:t>홈페이지 및 업무 시스템 모든 분야의 이해도가 있는 </a:t>
              </a:r>
              <a:r>
                <a:rPr lang="en-US" altLang="ko-KR" sz="1000" spc="-50">
                  <a:solidFill>
                    <a:srgbClr val="C00000"/>
                  </a:solidFill>
                  <a:latin typeface="+mn-ea"/>
                </a:rPr>
                <a:t>PM</a:t>
              </a:r>
              <a:r>
                <a:rPr lang="ko-KR" altLang="en-US" sz="1000" spc="-50">
                  <a:solidFill>
                    <a:srgbClr val="C00000"/>
                  </a:solidFill>
                  <a:latin typeface="+mn-ea"/>
                </a:rPr>
                <a:t>인력 참여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A71D219C-8E14-4652-871A-B1CA78A6DF5F}"/>
                </a:ext>
              </a:extLst>
            </p:cNvPr>
            <p:cNvSpPr txBox="1"/>
            <p:nvPr/>
          </p:nvSpPr>
          <p:spPr>
            <a:xfrm>
              <a:off x="1023874" y="7106295"/>
              <a:ext cx="1713587" cy="276999"/>
            </a:xfrm>
            <a:prstGeom prst="rect">
              <a:avLst/>
            </a:prstGeom>
            <a:noFill/>
          </p:spPr>
          <p:txBody>
            <a:bodyPr wrap="none" lIns="180000">
              <a:spAutoFit/>
            </a:bodyPr>
            <a:lstStyle>
              <a:defPPr>
                <a:defRPr lang="en-US"/>
              </a:defPPr>
              <a:lvl1pPr>
                <a:defRPr kumimoji="1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defRPr>
              </a:lvl1pPr>
            </a:lstStyle>
            <a:p>
              <a:pPr algn="ctr"/>
              <a:r>
                <a:rPr lang="en-US" altLang="ko-KR" sz="1200"/>
                <a:t>PM</a:t>
              </a:r>
              <a:r>
                <a:rPr lang="ko-KR" altLang="en-US" sz="1200"/>
                <a:t>의 축적된 역량 활용</a:t>
              </a:r>
            </a:p>
          </p:txBody>
        </p:sp>
        <p:sp>
          <p:nvSpPr>
            <p:cNvPr id="181" name="Rectangle 23">
              <a:extLst>
                <a:ext uri="{FF2B5EF4-FFF2-40B4-BE49-F238E27FC236}">
                  <a16:creationId xmlns:a16="http://schemas.microsoft.com/office/drawing/2014/main" id="{AF132FC7-CF01-42BD-9B43-1F7F2098DB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4828" y="7437304"/>
              <a:ext cx="1296000" cy="288000"/>
            </a:xfrm>
            <a:prstGeom prst="roundRect">
              <a:avLst>
                <a:gd name="adj" fmla="val 50000"/>
              </a:avLst>
            </a:prstGeom>
            <a:solidFill>
              <a:srgbClr val="778AA5"/>
            </a:solidFill>
            <a:ln w="19050" algn="ctr">
              <a:noFill/>
              <a:round/>
              <a:headEnd/>
              <a:tailEnd/>
            </a:ln>
            <a:effectLst/>
          </p:spPr>
          <p:txBody>
            <a:bodyPr lIns="0" tIns="0" rIns="0" bIns="0" anchor="ctr" anchorCtr="0"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algn="ctr"/>
              <a:r>
                <a:rPr lang="ko-KR" altLang="en-US" sz="1000" spc="-100" dirty="0">
                  <a:solidFill>
                    <a:schemeClr val="bg1"/>
                  </a:solidFill>
                  <a:latin typeface="+mn-ea"/>
                  <a:cs typeface="Pretendard ExtraLight" panose="02000303000000020004" pitchFamily="50" charset="-127"/>
                </a:rPr>
                <a:t>사업성공 역량 보유</a:t>
              </a:r>
              <a:endParaRPr lang="en-US" altLang="ko-KR" sz="1000" spc="-100" dirty="0">
                <a:solidFill>
                  <a:schemeClr val="bg1"/>
                </a:solidFill>
                <a:latin typeface="+mn-ea"/>
                <a:cs typeface="Pretendard ExtraLight" panose="02000303000000020004" pitchFamily="50" charset="-127"/>
              </a:endParaRPr>
            </a:p>
          </p:txBody>
        </p:sp>
        <p:sp>
          <p:nvSpPr>
            <p:cNvPr id="182" name="Rectangle 23">
              <a:extLst>
                <a:ext uri="{FF2B5EF4-FFF2-40B4-BE49-F238E27FC236}">
                  <a16:creationId xmlns:a16="http://schemas.microsoft.com/office/drawing/2014/main" id="{356008A0-21E0-4F7A-BD04-BA8DD6B742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52980" y="7437304"/>
              <a:ext cx="1296000" cy="288000"/>
            </a:xfrm>
            <a:prstGeom prst="roundRect">
              <a:avLst>
                <a:gd name="adj" fmla="val 50000"/>
              </a:avLst>
            </a:prstGeom>
            <a:solidFill>
              <a:srgbClr val="778AA5"/>
            </a:solidFill>
            <a:ln w="19050" algn="ctr">
              <a:noFill/>
              <a:round/>
              <a:headEnd/>
              <a:tailEnd/>
            </a:ln>
            <a:effectLst/>
          </p:spPr>
          <p:txBody>
            <a:bodyPr lIns="0" tIns="0" rIns="0" bIns="0" anchor="ctr" anchorCtr="0"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algn="ctr"/>
              <a:r>
                <a:rPr lang="ko-KR" altLang="en-US" sz="1000" spc="-100" dirty="0">
                  <a:solidFill>
                    <a:schemeClr val="bg1"/>
                  </a:solidFill>
                  <a:latin typeface="+mn-ea"/>
                  <a:cs typeface="Pretendard ExtraLight" panose="02000303000000020004" pitchFamily="50" charset="-127"/>
                </a:rPr>
                <a:t>사업에 대한 이해도</a:t>
              </a:r>
              <a:endParaRPr lang="en-US" altLang="ko-KR" sz="1000" spc="-100" dirty="0">
                <a:solidFill>
                  <a:schemeClr val="bg1"/>
                </a:solidFill>
                <a:latin typeface="+mn-ea"/>
                <a:cs typeface="Pretendard ExtraLight" panose="02000303000000020004" pitchFamily="50" charset="-127"/>
              </a:endParaRPr>
            </a:p>
          </p:txBody>
        </p:sp>
      </p:grpSp>
      <p:sp>
        <p:nvSpPr>
          <p:cNvPr id="204" name="타원 203">
            <a:extLst>
              <a:ext uri="{FF2B5EF4-FFF2-40B4-BE49-F238E27FC236}">
                <a16:creationId xmlns:a16="http://schemas.microsoft.com/office/drawing/2014/main" id="{C45952B0-9263-46CC-B7CF-A353B5FA350B}"/>
              </a:ext>
            </a:extLst>
          </p:cNvPr>
          <p:cNvSpPr/>
          <p:nvPr/>
        </p:nvSpPr>
        <p:spPr>
          <a:xfrm>
            <a:off x="3047926" y="6285148"/>
            <a:ext cx="761483" cy="761483"/>
          </a:xfrm>
          <a:prstGeom prst="ellipse">
            <a:avLst/>
          </a:prstGeom>
          <a:solidFill>
            <a:schemeClr val="tx2">
              <a:lumMod val="60000"/>
              <a:lumOff val="4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b="1" spc="-50" dirty="0">
              <a:solidFill>
                <a:srgbClr val="0065D7"/>
              </a:solidFill>
              <a:latin typeface="Pretendard SemiBold" panose="02000703000000020004" pitchFamily="50" charset="-127"/>
              <a:ea typeface="Pretendard SemiBold" panose="02000703000000020004" pitchFamily="50" charset="-127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E3808982-D5B2-4601-A442-360246D5469A}"/>
              </a:ext>
            </a:extLst>
          </p:cNvPr>
          <p:cNvGrpSpPr/>
          <p:nvPr/>
        </p:nvGrpSpPr>
        <p:grpSpPr>
          <a:xfrm>
            <a:off x="3105362" y="6342584"/>
            <a:ext cx="646611" cy="646611"/>
            <a:chOff x="3105362" y="6342584"/>
            <a:chExt cx="646611" cy="646611"/>
          </a:xfrm>
        </p:grpSpPr>
        <p:sp>
          <p:nvSpPr>
            <p:cNvPr id="205" name="타원 204">
              <a:extLst>
                <a:ext uri="{FF2B5EF4-FFF2-40B4-BE49-F238E27FC236}">
                  <a16:creationId xmlns:a16="http://schemas.microsoft.com/office/drawing/2014/main" id="{56DD9B98-03B4-452E-AE68-6180F8AE77C7}"/>
                </a:ext>
              </a:extLst>
            </p:cNvPr>
            <p:cNvSpPr/>
            <p:nvPr/>
          </p:nvSpPr>
          <p:spPr>
            <a:xfrm>
              <a:off x="3105362" y="6342584"/>
              <a:ext cx="646611" cy="646611"/>
            </a:xfrm>
            <a:prstGeom prst="ellipse">
              <a:avLst/>
            </a:prstGeom>
            <a:solidFill>
              <a:schemeClr val="bg1"/>
            </a:solidFill>
            <a:ln w="15875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0" rtlCol="0" anchor="ctr"/>
            <a:lstStyle/>
            <a:p>
              <a:pPr algn="ctr" defTabSz="914400" latinLnBrk="1"/>
              <a:endParaRPr lang="ko-KR" altLang="en-US" spc="-80" dirty="0">
                <a:ln>
                  <a:solidFill>
                    <a:schemeClr val="bg1">
                      <a:lumMod val="9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endParaRPr>
            </a:p>
          </p:txBody>
        </p:sp>
        <p:sp>
          <p:nvSpPr>
            <p:cNvPr id="183" name="자유형: 도형 84">
              <a:extLst>
                <a:ext uri="{FF2B5EF4-FFF2-40B4-BE49-F238E27FC236}">
                  <a16:creationId xmlns:a16="http://schemas.microsoft.com/office/drawing/2014/main" id="{C0474D85-6590-4596-812B-42D08E4BFB9E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1502" y="6474279"/>
              <a:ext cx="434330" cy="383220"/>
            </a:xfrm>
            <a:custGeom>
              <a:avLst/>
              <a:gdLst>
                <a:gd name="connsiteX0" fmla="*/ 82558 w 759271"/>
                <a:gd name="connsiteY0" fmla="*/ 267413 h 669926"/>
                <a:gd name="connsiteX1" fmla="*/ 89836 w 759271"/>
                <a:gd name="connsiteY1" fmla="*/ 271804 h 669926"/>
                <a:gd name="connsiteX2" fmla="*/ 173018 w 759271"/>
                <a:gd name="connsiteY2" fmla="*/ 382208 h 669926"/>
                <a:gd name="connsiteX3" fmla="*/ 168027 w 759271"/>
                <a:gd name="connsiteY3" fmla="*/ 390572 h 669926"/>
                <a:gd name="connsiteX4" fmla="*/ 116454 w 759271"/>
                <a:gd name="connsiteY4" fmla="*/ 393917 h 669926"/>
                <a:gd name="connsiteX5" fmla="*/ 380973 w 759271"/>
                <a:gd name="connsiteY5" fmla="*/ 608033 h 669926"/>
                <a:gd name="connsiteX6" fmla="*/ 628856 w 759271"/>
                <a:gd name="connsiteY6" fmla="*/ 449119 h 669926"/>
                <a:gd name="connsiteX7" fmla="*/ 668783 w 759271"/>
                <a:gd name="connsiteY7" fmla="*/ 434064 h 669926"/>
                <a:gd name="connsiteX8" fmla="*/ 683756 w 759271"/>
                <a:gd name="connsiteY8" fmla="*/ 474211 h 669926"/>
                <a:gd name="connsiteX9" fmla="*/ 380973 w 759271"/>
                <a:gd name="connsiteY9" fmla="*/ 669926 h 669926"/>
                <a:gd name="connsiteX10" fmla="*/ 53236 w 759271"/>
                <a:gd name="connsiteY10" fmla="*/ 395590 h 669926"/>
                <a:gd name="connsiteX11" fmla="*/ 6654 w 759271"/>
                <a:gd name="connsiteY11" fmla="*/ 398936 h 669926"/>
                <a:gd name="connsiteX12" fmla="*/ 1663 w 759271"/>
                <a:gd name="connsiteY12" fmla="*/ 388899 h 669926"/>
                <a:gd name="connsiteX13" fmla="*/ 76527 w 759271"/>
                <a:gd name="connsiteY13" fmla="*/ 271804 h 669926"/>
                <a:gd name="connsiteX14" fmla="*/ 82558 w 759271"/>
                <a:gd name="connsiteY14" fmla="*/ 267413 h 669926"/>
                <a:gd name="connsiteX15" fmla="*/ 344533 w 759271"/>
                <a:gd name="connsiteY15" fmla="*/ 182563 h 669926"/>
                <a:gd name="connsiteX16" fmla="*/ 415796 w 759271"/>
                <a:gd name="connsiteY16" fmla="*/ 182563 h 669926"/>
                <a:gd name="connsiteX17" fmla="*/ 427397 w 759271"/>
                <a:gd name="connsiteY17" fmla="*/ 195891 h 669926"/>
                <a:gd name="connsiteX18" fmla="*/ 427397 w 759271"/>
                <a:gd name="connsiteY18" fmla="*/ 285856 h 669926"/>
                <a:gd name="connsiteX19" fmla="*/ 518547 w 759271"/>
                <a:gd name="connsiteY19" fmla="*/ 285856 h 669926"/>
                <a:gd name="connsiteX20" fmla="*/ 530148 w 759271"/>
                <a:gd name="connsiteY20" fmla="*/ 299184 h 669926"/>
                <a:gd name="connsiteX21" fmla="*/ 530148 w 759271"/>
                <a:gd name="connsiteY21" fmla="*/ 370822 h 669926"/>
                <a:gd name="connsiteX22" fmla="*/ 518547 w 759271"/>
                <a:gd name="connsiteY22" fmla="*/ 384150 h 669926"/>
                <a:gd name="connsiteX23" fmla="*/ 427397 w 759271"/>
                <a:gd name="connsiteY23" fmla="*/ 384150 h 669926"/>
                <a:gd name="connsiteX24" fmla="*/ 427397 w 759271"/>
                <a:gd name="connsiteY24" fmla="*/ 474114 h 669926"/>
                <a:gd name="connsiteX25" fmla="*/ 415796 w 759271"/>
                <a:gd name="connsiteY25" fmla="*/ 485776 h 669926"/>
                <a:gd name="connsiteX26" fmla="*/ 344533 w 759271"/>
                <a:gd name="connsiteY26" fmla="*/ 485776 h 669926"/>
                <a:gd name="connsiteX27" fmla="*/ 331274 w 759271"/>
                <a:gd name="connsiteY27" fmla="*/ 474114 h 669926"/>
                <a:gd name="connsiteX28" fmla="*/ 331274 w 759271"/>
                <a:gd name="connsiteY28" fmla="*/ 384150 h 669926"/>
                <a:gd name="connsiteX29" fmla="*/ 241781 w 759271"/>
                <a:gd name="connsiteY29" fmla="*/ 384150 h 669926"/>
                <a:gd name="connsiteX30" fmla="*/ 228523 w 759271"/>
                <a:gd name="connsiteY30" fmla="*/ 370822 h 669926"/>
                <a:gd name="connsiteX31" fmla="*/ 228523 w 759271"/>
                <a:gd name="connsiteY31" fmla="*/ 299184 h 669926"/>
                <a:gd name="connsiteX32" fmla="*/ 241781 w 759271"/>
                <a:gd name="connsiteY32" fmla="*/ 285856 h 669926"/>
                <a:gd name="connsiteX33" fmla="*/ 331274 w 759271"/>
                <a:gd name="connsiteY33" fmla="*/ 285856 h 669926"/>
                <a:gd name="connsiteX34" fmla="*/ 331274 w 759271"/>
                <a:gd name="connsiteY34" fmla="*/ 195891 h 669926"/>
                <a:gd name="connsiteX35" fmla="*/ 344533 w 759271"/>
                <a:gd name="connsiteY35" fmla="*/ 182563 h 669926"/>
                <a:gd name="connsiteX36" fmla="*/ 380643 w 759271"/>
                <a:gd name="connsiteY36" fmla="*/ 0 h 669926"/>
                <a:gd name="connsiteX37" fmla="*/ 705381 w 759271"/>
                <a:gd name="connsiteY37" fmla="*/ 257067 h 669926"/>
                <a:gd name="connsiteX38" fmla="*/ 752009 w 759271"/>
                <a:gd name="connsiteY38" fmla="*/ 250390 h 669926"/>
                <a:gd name="connsiteX39" fmla="*/ 758671 w 759271"/>
                <a:gd name="connsiteY39" fmla="*/ 258736 h 669926"/>
                <a:gd name="connsiteX40" fmla="*/ 712042 w 759271"/>
                <a:gd name="connsiteY40" fmla="*/ 345537 h 669926"/>
                <a:gd name="connsiteX41" fmla="*/ 710376 w 759271"/>
                <a:gd name="connsiteY41" fmla="*/ 352214 h 669926"/>
                <a:gd name="connsiteX42" fmla="*/ 693723 w 759271"/>
                <a:gd name="connsiteY42" fmla="*/ 382261 h 669926"/>
                <a:gd name="connsiteX43" fmla="*/ 680401 w 759271"/>
                <a:gd name="connsiteY43" fmla="*/ 383930 h 669926"/>
                <a:gd name="connsiteX44" fmla="*/ 587143 w 759271"/>
                <a:gd name="connsiteY44" fmla="*/ 282105 h 669926"/>
                <a:gd name="connsiteX45" fmla="*/ 590473 w 759271"/>
                <a:gd name="connsiteY45" fmla="*/ 272090 h 669926"/>
                <a:gd name="connsiteX46" fmla="*/ 643764 w 759271"/>
                <a:gd name="connsiteY46" fmla="*/ 263744 h 669926"/>
                <a:gd name="connsiteX47" fmla="*/ 380643 w 759271"/>
                <a:gd name="connsiteY47" fmla="*/ 61762 h 669926"/>
                <a:gd name="connsiteX48" fmla="*/ 144168 w 759271"/>
                <a:gd name="connsiteY48" fmla="*/ 200312 h 669926"/>
                <a:gd name="connsiteX49" fmla="*/ 102535 w 759271"/>
                <a:gd name="connsiteY49" fmla="*/ 211996 h 669926"/>
                <a:gd name="connsiteX50" fmla="*/ 89213 w 759271"/>
                <a:gd name="connsiteY50" fmla="*/ 170264 h 669926"/>
                <a:gd name="connsiteX51" fmla="*/ 380643 w 759271"/>
                <a:gd name="connsiteY51" fmla="*/ 0 h 669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759271" h="669926">
                  <a:moveTo>
                    <a:pt x="82558" y="267413"/>
                  </a:moveTo>
                  <a:cubicBezTo>
                    <a:pt x="84845" y="267204"/>
                    <a:pt x="87341" y="268459"/>
                    <a:pt x="89836" y="271804"/>
                  </a:cubicBezTo>
                  <a:cubicBezTo>
                    <a:pt x="89836" y="271804"/>
                    <a:pt x="89836" y="271804"/>
                    <a:pt x="173018" y="382208"/>
                  </a:cubicBezTo>
                  <a:cubicBezTo>
                    <a:pt x="178009" y="387226"/>
                    <a:pt x="174682" y="390572"/>
                    <a:pt x="168027" y="390572"/>
                  </a:cubicBezTo>
                  <a:cubicBezTo>
                    <a:pt x="168027" y="390572"/>
                    <a:pt x="168027" y="390572"/>
                    <a:pt x="116454" y="393917"/>
                  </a:cubicBezTo>
                  <a:cubicBezTo>
                    <a:pt x="143073" y="516030"/>
                    <a:pt x="251209" y="608033"/>
                    <a:pt x="380973" y="608033"/>
                  </a:cubicBezTo>
                  <a:cubicBezTo>
                    <a:pt x="487446" y="608033"/>
                    <a:pt x="583937" y="544468"/>
                    <a:pt x="628856" y="449119"/>
                  </a:cubicBezTo>
                  <a:cubicBezTo>
                    <a:pt x="635510" y="432391"/>
                    <a:pt x="653810" y="425700"/>
                    <a:pt x="668783" y="434064"/>
                  </a:cubicBezTo>
                  <a:cubicBezTo>
                    <a:pt x="685419" y="440755"/>
                    <a:pt x="692074" y="459156"/>
                    <a:pt x="683756" y="474211"/>
                  </a:cubicBezTo>
                  <a:cubicBezTo>
                    <a:pt x="630519" y="592978"/>
                    <a:pt x="510737" y="669926"/>
                    <a:pt x="380973" y="669926"/>
                  </a:cubicBezTo>
                  <a:cubicBezTo>
                    <a:pt x="217937" y="669926"/>
                    <a:pt x="83182" y="551159"/>
                    <a:pt x="53236" y="395590"/>
                  </a:cubicBezTo>
                  <a:cubicBezTo>
                    <a:pt x="53236" y="395590"/>
                    <a:pt x="53236" y="395590"/>
                    <a:pt x="6654" y="398936"/>
                  </a:cubicBezTo>
                  <a:cubicBezTo>
                    <a:pt x="0" y="398936"/>
                    <a:pt x="-1664" y="393917"/>
                    <a:pt x="1663" y="388899"/>
                  </a:cubicBezTo>
                  <a:cubicBezTo>
                    <a:pt x="1663" y="388899"/>
                    <a:pt x="1663" y="388899"/>
                    <a:pt x="76527" y="271804"/>
                  </a:cubicBezTo>
                  <a:cubicBezTo>
                    <a:pt x="78191" y="269295"/>
                    <a:pt x="80270" y="267623"/>
                    <a:pt x="82558" y="267413"/>
                  </a:cubicBezTo>
                  <a:close/>
                  <a:moveTo>
                    <a:pt x="344533" y="182563"/>
                  </a:moveTo>
                  <a:cubicBezTo>
                    <a:pt x="344533" y="182563"/>
                    <a:pt x="344533" y="182563"/>
                    <a:pt x="415796" y="182563"/>
                  </a:cubicBezTo>
                  <a:cubicBezTo>
                    <a:pt x="422425" y="182563"/>
                    <a:pt x="427397" y="189227"/>
                    <a:pt x="427397" y="195891"/>
                  </a:cubicBezTo>
                  <a:cubicBezTo>
                    <a:pt x="427397" y="195891"/>
                    <a:pt x="427397" y="195891"/>
                    <a:pt x="427397" y="285856"/>
                  </a:cubicBezTo>
                  <a:cubicBezTo>
                    <a:pt x="427397" y="285856"/>
                    <a:pt x="427397" y="285856"/>
                    <a:pt x="518547" y="285856"/>
                  </a:cubicBezTo>
                  <a:cubicBezTo>
                    <a:pt x="525176" y="285856"/>
                    <a:pt x="530148" y="292520"/>
                    <a:pt x="530148" y="299184"/>
                  </a:cubicBezTo>
                  <a:cubicBezTo>
                    <a:pt x="530148" y="299184"/>
                    <a:pt x="530148" y="299184"/>
                    <a:pt x="530148" y="370822"/>
                  </a:cubicBezTo>
                  <a:cubicBezTo>
                    <a:pt x="530148" y="377486"/>
                    <a:pt x="525176" y="384150"/>
                    <a:pt x="518547" y="384150"/>
                  </a:cubicBezTo>
                  <a:cubicBezTo>
                    <a:pt x="518547" y="384150"/>
                    <a:pt x="518547" y="384150"/>
                    <a:pt x="427397" y="384150"/>
                  </a:cubicBezTo>
                  <a:cubicBezTo>
                    <a:pt x="427397" y="384150"/>
                    <a:pt x="427397" y="384150"/>
                    <a:pt x="427397" y="474114"/>
                  </a:cubicBezTo>
                  <a:cubicBezTo>
                    <a:pt x="427397" y="480778"/>
                    <a:pt x="422425" y="485776"/>
                    <a:pt x="415796" y="485776"/>
                  </a:cubicBezTo>
                  <a:cubicBezTo>
                    <a:pt x="415796" y="485776"/>
                    <a:pt x="415796" y="485776"/>
                    <a:pt x="344533" y="485776"/>
                  </a:cubicBezTo>
                  <a:cubicBezTo>
                    <a:pt x="337903" y="485776"/>
                    <a:pt x="331274" y="480778"/>
                    <a:pt x="331274" y="474114"/>
                  </a:cubicBezTo>
                  <a:cubicBezTo>
                    <a:pt x="331274" y="474114"/>
                    <a:pt x="331274" y="474114"/>
                    <a:pt x="331274" y="384150"/>
                  </a:cubicBezTo>
                  <a:cubicBezTo>
                    <a:pt x="331274" y="384150"/>
                    <a:pt x="331274" y="384150"/>
                    <a:pt x="241781" y="384150"/>
                  </a:cubicBezTo>
                  <a:cubicBezTo>
                    <a:pt x="235152" y="384150"/>
                    <a:pt x="228523" y="377486"/>
                    <a:pt x="228523" y="370822"/>
                  </a:cubicBezTo>
                  <a:cubicBezTo>
                    <a:pt x="228523" y="370822"/>
                    <a:pt x="228523" y="370822"/>
                    <a:pt x="228523" y="299184"/>
                  </a:cubicBezTo>
                  <a:cubicBezTo>
                    <a:pt x="228523" y="292520"/>
                    <a:pt x="235152" y="285856"/>
                    <a:pt x="241781" y="285856"/>
                  </a:cubicBezTo>
                  <a:cubicBezTo>
                    <a:pt x="241781" y="285856"/>
                    <a:pt x="241781" y="285856"/>
                    <a:pt x="331274" y="285856"/>
                  </a:cubicBezTo>
                  <a:cubicBezTo>
                    <a:pt x="331274" y="285856"/>
                    <a:pt x="331274" y="285856"/>
                    <a:pt x="331274" y="195891"/>
                  </a:cubicBezTo>
                  <a:cubicBezTo>
                    <a:pt x="331274" y="189227"/>
                    <a:pt x="337903" y="182563"/>
                    <a:pt x="344533" y="182563"/>
                  </a:cubicBezTo>
                  <a:close/>
                  <a:moveTo>
                    <a:pt x="380643" y="0"/>
                  </a:moveTo>
                  <a:cubicBezTo>
                    <a:pt x="538849" y="0"/>
                    <a:pt x="670409" y="110171"/>
                    <a:pt x="705381" y="257067"/>
                  </a:cubicBezTo>
                  <a:cubicBezTo>
                    <a:pt x="705381" y="257067"/>
                    <a:pt x="705381" y="257067"/>
                    <a:pt x="752009" y="250390"/>
                  </a:cubicBezTo>
                  <a:cubicBezTo>
                    <a:pt x="758671" y="248720"/>
                    <a:pt x="760336" y="253728"/>
                    <a:pt x="758671" y="258736"/>
                  </a:cubicBezTo>
                  <a:lnTo>
                    <a:pt x="712042" y="345537"/>
                  </a:lnTo>
                  <a:cubicBezTo>
                    <a:pt x="712042" y="348876"/>
                    <a:pt x="710376" y="350545"/>
                    <a:pt x="710376" y="352214"/>
                  </a:cubicBezTo>
                  <a:cubicBezTo>
                    <a:pt x="710376" y="352214"/>
                    <a:pt x="710376" y="352214"/>
                    <a:pt x="693723" y="382261"/>
                  </a:cubicBezTo>
                  <a:cubicBezTo>
                    <a:pt x="690393" y="387269"/>
                    <a:pt x="685397" y="388938"/>
                    <a:pt x="680401" y="383930"/>
                  </a:cubicBezTo>
                  <a:cubicBezTo>
                    <a:pt x="680401" y="383930"/>
                    <a:pt x="680401" y="383930"/>
                    <a:pt x="587143" y="282105"/>
                  </a:cubicBezTo>
                  <a:cubicBezTo>
                    <a:pt x="583812" y="277098"/>
                    <a:pt x="585478" y="272090"/>
                    <a:pt x="590473" y="272090"/>
                  </a:cubicBezTo>
                  <a:cubicBezTo>
                    <a:pt x="590473" y="272090"/>
                    <a:pt x="590473" y="272090"/>
                    <a:pt x="643764" y="263744"/>
                  </a:cubicBezTo>
                  <a:cubicBezTo>
                    <a:pt x="612123" y="148564"/>
                    <a:pt x="507208" y="61762"/>
                    <a:pt x="380643" y="61762"/>
                  </a:cubicBezTo>
                  <a:cubicBezTo>
                    <a:pt x="282390" y="61762"/>
                    <a:pt x="192462" y="115179"/>
                    <a:pt x="144168" y="200312"/>
                  </a:cubicBezTo>
                  <a:cubicBezTo>
                    <a:pt x="135842" y="215335"/>
                    <a:pt x="117523" y="222012"/>
                    <a:pt x="102535" y="211996"/>
                  </a:cubicBezTo>
                  <a:cubicBezTo>
                    <a:pt x="87547" y="203650"/>
                    <a:pt x="80886" y="185288"/>
                    <a:pt x="89213" y="170264"/>
                  </a:cubicBezTo>
                  <a:cubicBezTo>
                    <a:pt x="149164" y="65101"/>
                    <a:pt x="260740" y="0"/>
                    <a:pt x="380643" y="0"/>
                  </a:cubicBezTo>
                  <a:close/>
                </a:path>
              </a:pathLst>
            </a:custGeom>
            <a:solidFill>
              <a:srgbClr val="A1AFC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 dirty="0"/>
            </a:p>
          </p:txBody>
        </p:sp>
      </p:grp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A258A008-F243-486B-88B3-C20DCDD80D23}"/>
              </a:ext>
            </a:extLst>
          </p:cNvPr>
          <p:cNvGrpSpPr/>
          <p:nvPr/>
        </p:nvGrpSpPr>
        <p:grpSpPr>
          <a:xfrm>
            <a:off x="440668" y="1064568"/>
            <a:ext cx="66431" cy="180000"/>
            <a:chOff x="447632" y="1870808"/>
            <a:chExt cx="66431" cy="247087"/>
          </a:xfrm>
        </p:grpSpPr>
        <p:sp>
          <p:nvSpPr>
            <p:cNvPr id="67" name="직사각형 66">
              <a:extLst>
                <a:ext uri="{FF2B5EF4-FFF2-40B4-BE49-F238E27FC236}">
                  <a16:creationId xmlns:a16="http://schemas.microsoft.com/office/drawing/2014/main" id="{F32D6DEE-262E-4C45-A276-08B2061E1513}"/>
                </a:ext>
              </a:extLst>
            </p:cNvPr>
            <p:cNvSpPr/>
            <p:nvPr/>
          </p:nvSpPr>
          <p:spPr>
            <a:xfrm>
              <a:off x="447632" y="1990162"/>
              <a:ext cx="66431" cy="12773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/>
            </a:bodyPr>
            <a:lstStyle/>
            <a:p>
              <a:pPr algn="ctr"/>
              <a:endParaRPr lang="ko-KR" altLang="en-US">
                <a:ln>
                  <a:solidFill>
                    <a:srgbClr val="02A1B2">
                      <a:alpha val="0"/>
                    </a:srgbClr>
                  </a:solidFill>
                </a:ln>
              </a:endParaRPr>
            </a:p>
          </p:txBody>
        </p:sp>
        <p:sp>
          <p:nvSpPr>
            <p:cNvPr id="69" name="직사각형 68">
              <a:extLst>
                <a:ext uri="{FF2B5EF4-FFF2-40B4-BE49-F238E27FC236}">
                  <a16:creationId xmlns:a16="http://schemas.microsoft.com/office/drawing/2014/main" id="{6F3FB83D-C7A7-48F8-B79E-638B4315E04D}"/>
                </a:ext>
              </a:extLst>
            </p:cNvPr>
            <p:cNvSpPr/>
            <p:nvPr/>
          </p:nvSpPr>
          <p:spPr>
            <a:xfrm>
              <a:off x="447632" y="1870808"/>
              <a:ext cx="66431" cy="127733"/>
            </a:xfrm>
            <a:prstGeom prst="rect">
              <a:avLst/>
            </a:prstGeom>
            <a:solidFill>
              <a:srgbClr val="B71B6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/>
            </a:bodyPr>
            <a:lstStyle/>
            <a:p>
              <a:pPr algn="ctr"/>
              <a:endParaRPr lang="ko-KR" altLang="en-US">
                <a:ln>
                  <a:solidFill>
                    <a:srgbClr val="02A1B2">
                      <a:alpha val="0"/>
                    </a:srgbClr>
                  </a:solidFill>
                </a:ln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34C4BB5D-4A27-1780-6A7D-CF934A52237B}"/>
              </a:ext>
            </a:extLst>
          </p:cNvPr>
          <p:cNvSpPr txBox="1"/>
          <p:nvPr/>
        </p:nvSpPr>
        <p:spPr>
          <a:xfrm>
            <a:off x="1667082" y="503378"/>
            <a:ext cx="1313436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defTabSz="987095"/>
            <a:r>
              <a:rPr lang="en-US" altLang="ko-KR" sz="800" spc="-54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Ⅰ  </a:t>
            </a:r>
            <a:r>
              <a:rPr lang="ko-KR" altLang="en-US" sz="800" spc="-54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제안 개요  </a:t>
            </a:r>
            <a:r>
              <a:rPr lang="en-US" altLang="ko-KR" sz="800" spc="-54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&gt;  1. </a:t>
            </a:r>
            <a:r>
              <a:rPr lang="ko-KR" altLang="en-US" sz="800" spc="-54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제안의 목적 및 배경</a:t>
            </a:r>
          </a:p>
        </p:txBody>
      </p:sp>
    </p:spTree>
    <p:extLst>
      <p:ext uri="{BB962C8B-B14F-4D97-AF65-F5344CB8AC3E}">
        <p14:creationId xmlns:p14="http://schemas.microsoft.com/office/powerpoint/2010/main" val="138995619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그룹 47">
            <a:extLst>
              <a:ext uri="{FF2B5EF4-FFF2-40B4-BE49-F238E27FC236}">
                <a16:creationId xmlns:a16="http://schemas.microsoft.com/office/drawing/2014/main" id="{010B81F0-E59C-490F-AC11-A8F768C7D8B6}"/>
              </a:ext>
            </a:extLst>
          </p:cNvPr>
          <p:cNvGrpSpPr/>
          <p:nvPr/>
        </p:nvGrpSpPr>
        <p:grpSpPr>
          <a:xfrm>
            <a:off x="440668" y="1064568"/>
            <a:ext cx="66431" cy="180000"/>
            <a:chOff x="447632" y="1870808"/>
            <a:chExt cx="66431" cy="247087"/>
          </a:xfrm>
        </p:grpSpPr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94C16431-FDDF-429C-84BA-B8CAB2C69C1B}"/>
                </a:ext>
              </a:extLst>
            </p:cNvPr>
            <p:cNvSpPr/>
            <p:nvPr/>
          </p:nvSpPr>
          <p:spPr>
            <a:xfrm>
              <a:off x="447632" y="1990162"/>
              <a:ext cx="66431" cy="12773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/>
            </a:bodyPr>
            <a:lstStyle/>
            <a:p>
              <a:pPr algn="ctr"/>
              <a:endParaRPr lang="ko-KR" altLang="en-US">
                <a:ln>
                  <a:solidFill>
                    <a:srgbClr val="02A1B2">
                      <a:alpha val="0"/>
                    </a:srgbClr>
                  </a:solidFill>
                </a:ln>
              </a:endParaRPr>
            </a:p>
          </p:txBody>
        </p:sp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35041CCB-978D-466D-B270-E69F958E42EC}"/>
                </a:ext>
              </a:extLst>
            </p:cNvPr>
            <p:cNvSpPr/>
            <p:nvPr/>
          </p:nvSpPr>
          <p:spPr>
            <a:xfrm>
              <a:off x="447632" y="1870808"/>
              <a:ext cx="66431" cy="127733"/>
            </a:xfrm>
            <a:prstGeom prst="rect">
              <a:avLst/>
            </a:prstGeom>
            <a:solidFill>
              <a:srgbClr val="B71B6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/>
            </a:bodyPr>
            <a:lstStyle/>
            <a:p>
              <a:pPr algn="ctr"/>
              <a:endParaRPr lang="ko-KR" altLang="en-US">
                <a:ln>
                  <a:solidFill>
                    <a:srgbClr val="02A1B2">
                      <a:alpha val="0"/>
                    </a:srgbClr>
                  </a:solidFill>
                </a:ln>
              </a:endParaRPr>
            </a:p>
          </p:txBody>
        </p:sp>
      </p:grp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2EA58842-3E46-4DFA-98BD-D58A8686F691}"/>
              </a:ext>
            </a:extLst>
          </p:cNvPr>
          <p:cNvSpPr/>
          <p:nvPr/>
        </p:nvSpPr>
        <p:spPr>
          <a:xfrm>
            <a:off x="5206867" y="1065770"/>
            <a:ext cx="1209800" cy="17763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36000" rIns="72000" bIns="18000" rtlCol="0" anchor="ctr">
            <a:spAutoFit/>
          </a:bodyPr>
          <a:lstStyle/>
          <a:p>
            <a:pPr algn="r"/>
            <a:r>
              <a: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요구사항 번호</a:t>
            </a:r>
            <a:r>
              <a:rPr lang="en-US" altLang="ko-KR" sz="8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: </a:t>
            </a:r>
            <a:r>
              <a:rPr lang="en-US" altLang="ko-KR" sz="800">
                <a:solidFill>
                  <a:srgbClr val="0070C0"/>
                </a:solidFill>
                <a:latin typeface="+mj-ea"/>
                <a:ea typeface="+mj-ea"/>
              </a:rPr>
              <a:t>ABC-001</a:t>
            </a:r>
            <a:endParaRPr lang="ko-KR" altLang="en-US" sz="800" dirty="0">
              <a:solidFill>
                <a:srgbClr val="0070C0"/>
              </a:solidFill>
              <a:latin typeface="+mj-ea"/>
              <a:ea typeface="+mj-ea"/>
            </a:endParaRPr>
          </a:p>
        </p:txBody>
      </p:sp>
      <p:sp>
        <p:nvSpPr>
          <p:cNvPr id="53" name="AutoShape 165">
            <a:extLst>
              <a:ext uri="{FF2B5EF4-FFF2-40B4-BE49-F238E27FC236}">
                <a16:creationId xmlns:a16="http://schemas.microsoft.com/office/drawing/2014/main" id="{0CE13AEE-01D9-464F-A0BA-82DC0056D5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668" y="1568624"/>
            <a:ext cx="5976000" cy="647237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3175" algn="ctr">
            <a:solidFill>
              <a:schemeClr val="bg1">
                <a:lumMod val="95000"/>
              </a:schemeClr>
            </a:solidFill>
            <a:round/>
            <a:headEnd/>
            <a:tailEnd/>
          </a:ln>
          <a:effectLst/>
        </p:spPr>
        <p:txBody>
          <a:bodyPr wrap="square" lIns="144000" tIns="36000" rIns="72000" bIns="36000" anchor="ctr"/>
          <a:lstStyle/>
          <a:p>
            <a:pPr marL="85725" lvl="0" indent="-85725" defTabSz="914400" fontAlgn="ctr">
              <a:lnSpc>
                <a:spcPct val="110000"/>
              </a:lnSpc>
              <a:spcAft>
                <a:spcPts val="300"/>
              </a:spcAft>
              <a:buFont typeface="Arial" pitchFamily="34" charset="0"/>
              <a:buChar char="•"/>
              <a:defRPr/>
            </a:pPr>
            <a:r>
              <a:rPr kumimoji="1" lang="ko-KR" altLang="en-US" sz="1000" ker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서비스 및 디자인 재구축을 통한 사용자 중심의 정보서비스 홈페이지로 개편</a:t>
            </a:r>
          </a:p>
          <a:p>
            <a:pPr marL="85725" lvl="0" indent="-85725" defTabSz="914400" fontAlgn="ctr">
              <a:lnSpc>
                <a:spcPct val="110000"/>
              </a:lnSpc>
              <a:spcAft>
                <a:spcPts val="300"/>
              </a:spcAft>
              <a:buFont typeface="Arial" pitchFamily="34" charset="0"/>
              <a:buChar char="•"/>
              <a:defRPr/>
            </a:pPr>
            <a:r>
              <a:rPr kumimoji="1" lang="ko-KR" altLang="en-US" sz="1000" ker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성공적인 사업 수행을 위한 </a:t>
            </a:r>
            <a:r>
              <a:rPr kumimoji="1" lang="en-US" altLang="ko-KR" sz="1000" ker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4</a:t>
            </a:r>
            <a:r>
              <a:rPr kumimoji="1" lang="ko-KR" altLang="en-US" sz="1000" ker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가지 사업 수행 방향 수립 및 활용</a:t>
            </a:r>
          </a:p>
        </p:txBody>
      </p:sp>
      <p:sp>
        <p:nvSpPr>
          <p:cNvPr id="6" name="제목 5">
            <a:extLst>
              <a:ext uri="{FF2B5EF4-FFF2-40B4-BE49-F238E27FC236}">
                <a16:creationId xmlns:a16="http://schemas.microsoft.com/office/drawing/2014/main" id="{FC47C8BD-84F3-4AAC-9E1E-B9D141998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676" y="1064568"/>
            <a:ext cx="1309704" cy="199285"/>
          </a:xfrm>
        </p:spPr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/>
              <a:t>사업수행 목표</a:t>
            </a:r>
          </a:p>
        </p:txBody>
      </p: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8593383C-A426-419E-875B-A55407E5A71F}"/>
              </a:ext>
            </a:extLst>
          </p:cNvPr>
          <p:cNvGrpSpPr/>
          <p:nvPr/>
        </p:nvGrpSpPr>
        <p:grpSpPr>
          <a:xfrm>
            <a:off x="440668" y="2504728"/>
            <a:ext cx="5976000" cy="184666"/>
            <a:chOff x="4503039" y="5804479"/>
            <a:chExt cx="5976000" cy="184666"/>
          </a:xfrm>
        </p:grpSpPr>
        <p:cxnSp>
          <p:nvCxnSpPr>
            <p:cNvPr id="56" name="직선 연결선 55">
              <a:extLst>
                <a:ext uri="{FF2B5EF4-FFF2-40B4-BE49-F238E27FC236}">
                  <a16:creationId xmlns:a16="http://schemas.microsoft.com/office/drawing/2014/main" id="{FC10825F-B9D3-4802-84DF-A6B12DF1EC86}"/>
                </a:ext>
              </a:extLst>
            </p:cNvPr>
            <p:cNvCxnSpPr>
              <a:cxnSpLocks/>
            </p:cNvCxnSpPr>
            <p:nvPr/>
          </p:nvCxnSpPr>
          <p:spPr>
            <a:xfrm>
              <a:off x="4503039" y="5948495"/>
              <a:ext cx="5976000" cy="0"/>
            </a:xfrm>
            <a:prstGeom prst="line">
              <a:avLst/>
            </a:prstGeom>
            <a:ln w="12700" cap="flat">
              <a:solidFill>
                <a:srgbClr val="BAC0CE"/>
              </a:solidFill>
              <a:miter lim="800000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1705B97A-F2E6-4876-97A9-285935811CD6}"/>
                </a:ext>
              </a:extLst>
            </p:cNvPr>
            <p:cNvSpPr txBox="1"/>
            <p:nvPr/>
          </p:nvSpPr>
          <p:spPr>
            <a:xfrm flipH="1">
              <a:off x="4503039" y="5804479"/>
              <a:ext cx="961852" cy="18466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</p:spPr>
          <p:txBody>
            <a:bodyPr wrap="none" lIns="0" tIns="0" rIns="108000" bIns="0" rtlCol="0" anchor="b">
              <a:spAutoFit/>
            </a:bodyPr>
            <a:lstStyle/>
            <a:p>
              <a:pPr lvl="0" defTabSz="478031">
                <a:defRPr/>
              </a:pPr>
              <a:r>
                <a:rPr lang="ko-KR" altLang="en-US" sz="1200" dirty="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사업수행 목표</a:t>
              </a:r>
            </a:p>
          </p:txBody>
        </p: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67CF7361-6B0C-475B-966C-53A85EB001BB}"/>
              </a:ext>
            </a:extLst>
          </p:cNvPr>
          <p:cNvGrpSpPr/>
          <p:nvPr/>
        </p:nvGrpSpPr>
        <p:grpSpPr>
          <a:xfrm>
            <a:off x="440668" y="3944888"/>
            <a:ext cx="5980556" cy="2268212"/>
            <a:chOff x="440668" y="3980924"/>
            <a:chExt cx="5980556" cy="2268212"/>
          </a:xfrm>
        </p:grpSpPr>
        <p:sp>
          <p:nvSpPr>
            <p:cNvPr id="239" name="직사각형 238">
              <a:extLst>
                <a:ext uri="{FF2B5EF4-FFF2-40B4-BE49-F238E27FC236}">
                  <a16:creationId xmlns:a16="http://schemas.microsoft.com/office/drawing/2014/main" id="{C2DD9CF0-F48F-4D40-8A42-EB1DE4A7D5FD}"/>
                </a:ext>
              </a:extLst>
            </p:cNvPr>
            <p:cNvSpPr/>
            <p:nvPr/>
          </p:nvSpPr>
          <p:spPr>
            <a:xfrm>
              <a:off x="445224" y="3980924"/>
              <a:ext cx="5976000" cy="288000"/>
            </a:xfrm>
            <a:prstGeom prst="rect">
              <a:avLst/>
            </a:prstGeom>
            <a:solidFill>
              <a:srgbClr val="FAFAFA"/>
            </a:solidFill>
            <a:ln w="3175" algn="ctr">
              <a:noFill/>
              <a:miter lim="800000"/>
              <a:headEnd/>
              <a:tailEnd/>
            </a:ln>
            <a:effectLst/>
          </p:spPr>
          <p:txBody>
            <a:bodyPr wrap="none" lIns="72000" tIns="36000" rIns="72000" bIns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buSzPct val="110000"/>
              </a:pPr>
              <a:endParaRPr lang="ko-KR" altLang="en-US" sz="1200" spc="-5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whit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</a:endParaRPr>
            </a:p>
          </p:txBody>
        </p:sp>
        <p:grpSp>
          <p:nvGrpSpPr>
            <p:cNvPr id="163" name="그룹 162">
              <a:extLst>
                <a:ext uri="{FF2B5EF4-FFF2-40B4-BE49-F238E27FC236}">
                  <a16:creationId xmlns:a16="http://schemas.microsoft.com/office/drawing/2014/main" id="{FB3D03A3-4610-436D-8E7F-6BAA58FC844C}"/>
                </a:ext>
              </a:extLst>
            </p:cNvPr>
            <p:cNvGrpSpPr/>
            <p:nvPr/>
          </p:nvGrpSpPr>
          <p:grpSpPr>
            <a:xfrm rot="16200000" flipH="1">
              <a:off x="3373754" y="2973901"/>
              <a:ext cx="110493" cy="2268492"/>
              <a:chOff x="-776363" y="3201510"/>
              <a:chExt cx="246720" cy="4680460"/>
            </a:xfrm>
            <a:solidFill>
              <a:srgbClr val="2F5597"/>
            </a:solidFill>
          </p:grpSpPr>
          <p:sp>
            <p:nvSpPr>
              <p:cNvPr id="188" name="직사각형 187">
                <a:extLst>
                  <a:ext uri="{FF2B5EF4-FFF2-40B4-BE49-F238E27FC236}">
                    <a16:creationId xmlns:a16="http://schemas.microsoft.com/office/drawing/2014/main" id="{C0226B43-2ACA-4562-BC3A-72E0EFCA1ADC}"/>
                  </a:ext>
                </a:extLst>
              </p:cNvPr>
              <p:cNvSpPr/>
              <p:nvPr/>
            </p:nvSpPr>
            <p:spPr>
              <a:xfrm rot="16200000" flipH="1">
                <a:off x="-2856617" y="5382438"/>
                <a:ext cx="4507902" cy="146046"/>
              </a:xfrm>
              <a:prstGeom prst="rect">
                <a:avLst/>
              </a:prstGeom>
              <a:grpFill/>
              <a:ln w="6350">
                <a:noFill/>
              </a:ln>
            </p:spPr>
            <p:txBody>
              <a:bodyPr vert="horz" wrap="square" lIns="93286" tIns="46643" rIns="93286" bIns="46643" numCol="1" anchor="ctr" anchorCtr="0" compatLnSpc="1">
                <a:prstTxWarp prst="textNoShape">
                  <a:avLst/>
                </a:prstTxWarp>
              </a:bodyPr>
              <a:lstStyle/>
              <a:p>
                <a:pPr algn="ctr" fontAlgn="base" latinLnBrk="0">
                  <a:spcBef>
                    <a:spcPct val="0"/>
                  </a:spcBef>
                  <a:spcAft>
                    <a:spcPts val="306"/>
                  </a:spcAft>
                </a:pPr>
                <a:endParaRPr kumimoji="1" lang="ko-KR" altLang="en-US" sz="1100" kern="0" dirty="0">
                  <a:ln>
                    <a:solidFill>
                      <a:srgbClr val="4D90CD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</a:endParaRPr>
              </a:p>
            </p:txBody>
          </p:sp>
          <p:sp>
            <p:nvSpPr>
              <p:cNvPr id="189" name="직각 삼각형 188">
                <a:extLst>
                  <a:ext uri="{FF2B5EF4-FFF2-40B4-BE49-F238E27FC236}">
                    <a16:creationId xmlns:a16="http://schemas.microsoft.com/office/drawing/2014/main" id="{BA54031B-9311-4718-9C2F-D7DAF41BAF24}"/>
                  </a:ext>
                </a:extLst>
              </p:cNvPr>
              <p:cNvSpPr/>
              <p:nvPr/>
            </p:nvSpPr>
            <p:spPr>
              <a:xfrm rot="16200000" flipH="1">
                <a:off x="-768541" y="7643074"/>
                <a:ext cx="231074" cy="246718"/>
              </a:xfrm>
              <a:prstGeom prst="rtTriangle">
                <a:avLst/>
              </a:prstGeom>
              <a:grpFill/>
              <a:ln w="6350">
                <a:noFill/>
              </a:ln>
            </p:spPr>
            <p:txBody>
              <a:bodyPr vert="horz" wrap="square" lIns="93286" tIns="46643" rIns="93286" bIns="46643" numCol="1" anchor="ctr" anchorCtr="0" compatLnSpc="1">
                <a:prstTxWarp prst="textNoShape">
                  <a:avLst/>
                </a:prstTxWarp>
              </a:bodyPr>
              <a:lstStyle/>
              <a:p>
                <a:pPr algn="ctr" fontAlgn="base" latinLnBrk="0">
                  <a:spcBef>
                    <a:spcPct val="0"/>
                  </a:spcBef>
                  <a:spcAft>
                    <a:spcPts val="306"/>
                  </a:spcAft>
                </a:pPr>
                <a:endParaRPr kumimoji="1" lang="ko-KR" altLang="en-US" sz="1100" kern="0" dirty="0">
                  <a:ln>
                    <a:solidFill>
                      <a:srgbClr val="4D90CD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</a:endParaRPr>
              </a:p>
            </p:txBody>
          </p:sp>
        </p:grpSp>
        <p:sp>
          <p:nvSpPr>
            <p:cNvPr id="213" name="AutoShape 61">
              <a:extLst>
                <a:ext uri="{FF2B5EF4-FFF2-40B4-BE49-F238E27FC236}">
                  <a16:creationId xmlns:a16="http://schemas.microsoft.com/office/drawing/2014/main" id="{7DADA41F-D749-407E-9BD0-764F7C731F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1332" y="4304928"/>
              <a:ext cx="2916000" cy="1944000"/>
            </a:xfrm>
            <a:prstGeom prst="roundRect">
              <a:avLst>
                <a:gd name="adj" fmla="val 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08000" bIns="72000" rtlCol="0" anchor="t"/>
            <a:lstStyle/>
            <a:p>
              <a:pPr marL="90000" lvl="2" indent="-90000" defTabSz="914400" fontAlgn="base">
                <a:lnSpc>
                  <a:spcPct val="110000"/>
                </a:lnSpc>
                <a:spcBef>
                  <a:spcPct val="0"/>
                </a:spcBef>
                <a:spcAft>
                  <a:spcPts val="3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  <a:buFont typeface="Arial" pitchFamily="34" charset="0"/>
                <a:buChar char="•"/>
                <a:tabLst>
                  <a:tab pos="542925" algn="l"/>
                </a:tabLst>
              </a:pPr>
              <a:r>
                <a:rPr kumimoji="1"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최신 기술 적용으로 시스템 운영의 안정성 및 유지관리 효율성 증대</a:t>
              </a:r>
              <a:endParaRPr kumimoji="1"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endParaRPr>
            </a:p>
            <a:p>
              <a:pPr marL="90000" lvl="2" indent="-90000" defTabSz="914400" fontAlgn="base">
                <a:lnSpc>
                  <a:spcPct val="110000"/>
                </a:lnSpc>
                <a:spcBef>
                  <a:spcPct val="0"/>
                </a:spcBef>
                <a:spcAft>
                  <a:spcPts val="3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  <a:buFont typeface="Arial" pitchFamily="34" charset="0"/>
                <a:buChar char="•"/>
                <a:tabLst>
                  <a:tab pos="542925" algn="l"/>
                </a:tabLst>
              </a:pPr>
              <a:r>
                <a:rPr kumimoji="1"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환경 변화에 따른 응용프로그램 변경 개발 및 보안성 강화를 위한 </a:t>
              </a:r>
              <a:r>
                <a:rPr kumimoji="1" lang="ko-KR" altLang="en-US" sz="10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전자정부표준프레임워크</a:t>
              </a:r>
              <a:r>
                <a:rPr kumimoji="1"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 활용</a:t>
              </a:r>
            </a:p>
            <a:p>
              <a:pPr marL="90000" lvl="2" indent="-90000" defTabSz="914400" fontAlgn="base">
                <a:lnSpc>
                  <a:spcPct val="110000"/>
                </a:lnSpc>
                <a:spcBef>
                  <a:spcPct val="0"/>
                </a:spcBef>
                <a:spcAft>
                  <a:spcPts val="3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  <a:buFont typeface="Arial" pitchFamily="34" charset="0"/>
                <a:buChar char="•"/>
                <a:tabLst>
                  <a:tab pos="542925" algn="l"/>
                </a:tabLst>
              </a:pPr>
              <a:r>
                <a:rPr kumimoji="1"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업무의 전산화로 업무 효율성 및 연속성 강화</a:t>
              </a:r>
            </a:p>
            <a:p>
              <a:pPr marL="90000" lvl="2" indent="-90000" defTabSz="914400" fontAlgn="base">
                <a:lnSpc>
                  <a:spcPct val="110000"/>
                </a:lnSpc>
                <a:spcBef>
                  <a:spcPct val="0"/>
                </a:spcBef>
                <a:spcAft>
                  <a:spcPts val="3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  <a:buFont typeface="Arial" pitchFamily="34" charset="0"/>
                <a:buChar char="•"/>
                <a:tabLst>
                  <a:tab pos="542925" algn="l"/>
                </a:tabLst>
              </a:pPr>
              <a:r>
                <a:rPr kumimoji="1"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사용자 편의성이 높아지고 정책 지원은 물론</a:t>
              </a:r>
              <a:r>
                <a:rPr kumimoji="1"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, </a:t>
              </a:r>
              <a:r>
                <a:rPr kumimoji="1"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적정공사비 확보와 예산 절약에도 크게 기여할 수 있는 시스템 구축</a:t>
              </a:r>
              <a:endParaRPr kumimoji="1"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endParaRPr>
            </a:p>
            <a:p>
              <a:pPr marL="90000" lvl="2" indent="-90000" defTabSz="914400" fontAlgn="base">
                <a:lnSpc>
                  <a:spcPct val="110000"/>
                </a:lnSpc>
                <a:spcBef>
                  <a:spcPct val="0"/>
                </a:spcBef>
                <a:spcAft>
                  <a:spcPts val="3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  <a:buFont typeface="Arial" pitchFamily="34" charset="0"/>
                <a:buChar char="•"/>
                <a:tabLst>
                  <a:tab pos="542925" algn="l"/>
                </a:tabLst>
              </a:pPr>
              <a:r>
                <a:rPr kumimoji="1"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다양한 환경에서 업무 환경 확보</a:t>
              </a:r>
            </a:p>
          </p:txBody>
        </p:sp>
        <p:sp>
          <p:nvSpPr>
            <p:cNvPr id="214" name="AutoShape 8">
              <a:extLst>
                <a:ext uri="{FF2B5EF4-FFF2-40B4-BE49-F238E27FC236}">
                  <a16:creationId xmlns:a16="http://schemas.microsoft.com/office/drawing/2014/main" id="{EB66B899-7E99-4574-9BCD-C05C1C1265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668" y="4305136"/>
              <a:ext cx="2916000" cy="1944000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08000" bIns="72000" rtlCol="0" anchor="t"/>
            <a:lstStyle/>
            <a:p>
              <a:pPr marL="90000" lvl="2" indent="-90000" defTabSz="914400" fontAlgn="base">
                <a:lnSpc>
                  <a:spcPct val="110000"/>
                </a:lnSpc>
                <a:spcBef>
                  <a:spcPct val="0"/>
                </a:spcBef>
                <a:spcAft>
                  <a:spcPts val="3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  <a:buFont typeface="Arial" pitchFamily="34" charset="0"/>
                <a:buChar char="•"/>
                <a:tabLst>
                  <a:tab pos="542925" algn="l"/>
                </a:tabLst>
              </a:pPr>
              <a:r>
                <a:rPr kumimoji="1"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비표준 기술을 제거하고 표준 기술을 적용하여 안정적이고 보안성이 강화된 시스템 구축</a:t>
              </a:r>
            </a:p>
            <a:p>
              <a:pPr marL="90000" lvl="2" indent="-90000" defTabSz="914400" fontAlgn="base">
                <a:lnSpc>
                  <a:spcPct val="110000"/>
                </a:lnSpc>
                <a:spcBef>
                  <a:spcPct val="0"/>
                </a:spcBef>
                <a:spcAft>
                  <a:spcPts val="3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  <a:buFont typeface="Arial" pitchFamily="34" charset="0"/>
                <a:buChar char="•"/>
                <a:tabLst>
                  <a:tab pos="542925" algn="l"/>
                </a:tabLst>
              </a:pPr>
              <a:r>
                <a:rPr kumimoji="1"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통합 관리를 위해 수작업으로 수행되는 업무 전산화 필요 </a:t>
              </a:r>
              <a:r>
                <a:rPr kumimoji="1"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- </a:t>
              </a:r>
              <a:r>
                <a:rPr kumimoji="1"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전산화를 통한 데이터 통합 관리 체계 구축</a:t>
              </a:r>
              <a:endParaRPr kumimoji="1"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endParaRPr>
            </a:p>
            <a:p>
              <a:pPr marL="90000" lvl="2" indent="-90000" defTabSz="914400" fontAlgn="base">
                <a:lnSpc>
                  <a:spcPct val="110000"/>
                </a:lnSpc>
                <a:spcBef>
                  <a:spcPct val="0"/>
                </a:spcBef>
                <a:spcAft>
                  <a:spcPts val="3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  <a:buFont typeface="Arial" pitchFamily="34" charset="0"/>
                <a:buChar char="•"/>
                <a:tabLst>
                  <a:tab pos="542925" algn="l"/>
                </a:tabLst>
              </a:pPr>
              <a:r>
                <a:rPr kumimoji="1"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공공공사 사업 데이터의 종합적 관리로 공사비 예측</a:t>
              </a:r>
              <a:r>
                <a:rPr kumimoji="1"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, </a:t>
              </a:r>
              <a:r>
                <a:rPr kumimoji="1"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하자관리</a:t>
              </a:r>
              <a:r>
                <a:rPr kumimoji="1"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, </a:t>
              </a:r>
              <a:r>
                <a:rPr kumimoji="1"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계약금액 조정 등의 업무 연속성 보장을 위한 기반 마련 필요</a:t>
              </a:r>
              <a:endParaRPr kumimoji="1"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endParaRPr>
            </a:p>
            <a:p>
              <a:pPr marL="90000" lvl="2" indent="-90000" defTabSz="914400" fontAlgn="base">
                <a:lnSpc>
                  <a:spcPct val="110000"/>
                </a:lnSpc>
                <a:spcBef>
                  <a:spcPct val="0"/>
                </a:spcBef>
                <a:spcAft>
                  <a:spcPts val="3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  <a:buFont typeface="Arial" pitchFamily="34" charset="0"/>
                <a:buChar char="•"/>
                <a:tabLst>
                  <a:tab pos="542925" algn="l"/>
                </a:tabLst>
              </a:pPr>
              <a:r>
                <a:rPr kumimoji="1"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공공부문 웹 사이트에 대한 정부 차원의 웹 비표준 제거 추진</a:t>
              </a:r>
            </a:p>
          </p:txBody>
        </p:sp>
        <p:grpSp>
          <p:nvGrpSpPr>
            <p:cNvPr id="215" name="그룹 214">
              <a:extLst>
                <a:ext uri="{FF2B5EF4-FFF2-40B4-BE49-F238E27FC236}">
                  <a16:creationId xmlns:a16="http://schemas.microsoft.com/office/drawing/2014/main" id="{6565EC31-EA11-4A9C-8BAF-C063C6C4F285}"/>
                </a:ext>
              </a:extLst>
            </p:cNvPr>
            <p:cNvGrpSpPr/>
            <p:nvPr/>
          </p:nvGrpSpPr>
          <p:grpSpPr>
            <a:xfrm>
              <a:off x="4756533" y="3980924"/>
              <a:ext cx="1656000" cy="288000"/>
              <a:chOff x="2047894" y="6459406"/>
              <a:chExt cx="1669189" cy="261027"/>
            </a:xfrm>
          </p:grpSpPr>
          <p:sp>
            <p:nvSpPr>
              <p:cNvPr id="216" name="자유형: 도형 334">
                <a:extLst>
                  <a:ext uri="{FF2B5EF4-FFF2-40B4-BE49-F238E27FC236}">
                    <a16:creationId xmlns:a16="http://schemas.microsoft.com/office/drawing/2014/main" id="{79B9D419-D2C9-4ECA-A93D-F5981B1A340B}"/>
                  </a:ext>
                </a:extLst>
              </p:cNvPr>
              <p:cNvSpPr/>
              <p:nvPr/>
            </p:nvSpPr>
            <p:spPr>
              <a:xfrm flipH="1">
                <a:off x="2047894" y="6459406"/>
                <a:ext cx="458427" cy="261027"/>
              </a:xfrm>
              <a:custGeom>
                <a:avLst/>
                <a:gdLst>
                  <a:gd name="connsiteX0" fmla="*/ 0 w 178423"/>
                  <a:gd name="connsiteY0" fmla="*/ 0 h 260491"/>
                  <a:gd name="connsiteX1" fmla="*/ 46626 w 178423"/>
                  <a:gd name="connsiteY1" fmla="*/ 0 h 260491"/>
                  <a:gd name="connsiteX2" fmla="*/ 157876 w 178423"/>
                  <a:gd name="connsiteY2" fmla="*/ 0 h 260491"/>
                  <a:gd name="connsiteX3" fmla="*/ 175847 w 178423"/>
                  <a:gd name="connsiteY3" fmla="*/ 34861 h 260491"/>
                  <a:gd name="connsiteX4" fmla="*/ 103960 w 178423"/>
                  <a:gd name="connsiteY4" fmla="*/ 225630 h 260491"/>
                  <a:gd name="connsiteX5" fmla="*/ 60202 w 178423"/>
                  <a:gd name="connsiteY5" fmla="*/ 260491 h 260491"/>
                  <a:gd name="connsiteX6" fmla="*/ 0 w 178423"/>
                  <a:gd name="connsiteY6" fmla="*/ 260491 h 260491"/>
                  <a:gd name="connsiteX7" fmla="*/ 0 w 178423"/>
                  <a:gd name="connsiteY7" fmla="*/ 0 h 2604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78423" h="260491">
                    <a:moveTo>
                      <a:pt x="0" y="0"/>
                    </a:moveTo>
                    <a:lnTo>
                      <a:pt x="46626" y="0"/>
                    </a:lnTo>
                    <a:cubicBezTo>
                      <a:pt x="157876" y="0"/>
                      <a:pt x="157876" y="0"/>
                      <a:pt x="157876" y="0"/>
                    </a:cubicBezTo>
                    <a:cubicBezTo>
                      <a:pt x="175066" y="0"/>
                      <a:pt x="182880" y="15494"/>
                      <a:pt x="175847" y="34861"/>
                    </a:cubicBezTo>
                    <a:cubicBezTo>
                      <a:pt x="103960" y="225630"/>
                      <a:pt x="103960" y="225630"/>
                      <a:pt x="103960" y="225630"/>
                    </a:cubicBezTo>
                    <a:cubicBezTo>
                      <a:pt x="96927" y="244997"/>
                      <a:pt x="77392" y="260491"/>
                      <a:pt x="60202" y="260491"/>
                    </a:cubicBezTo>
                    <a:lnTo>
                      <a:pt x="0" y="26049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/>
              </a:p>
            </p:txBody>
          </p:sp>
          <p:sp>
            <p:nvSpPr>
              <p:cNvPr id="217" name="자유형: 도형 333">
                <a:extLst>
                  <a:ext uri="{FF2B5EF4-FFF2-40B4-BE49-F238E27FC236}">
                    <a16:creationId xmlns:a16="http://schemas.microsoft.com/office/drawing/2014/main" id="{C93B33DE-AAA7-4124-9CF5-950EE1140B54}"/>
                  </a:ext>
                </a:extLst>
              </p:cNvPr>
              <p:cNvSpPr/>
              <p:nvPr/>
            </p:nvSpPr>
            <p:spPr>
              <a:xfrm flipH="1">
                <a:off x="2493083" y="6459406"/>
                <a:ext cx="1224000" cy="261027"/>
              </a:xfrm>
              <a:custGeom>
                <a:avLst/>
                <a:gdLst>
                  <a:gd name="connsiteX0" fmla="*/ 0 w 632460"/>
                  <a:gd name="connsiteY0" fmla="*/ 0 h 260491"/>
                  <a:gd name="connsiteX1" fmla="*/ 56996 w 632460"/>
                  <a:gd name="connsiteY1" fmla="*/ 0 h 260491"/>
                  <a:gd name="connsiteX2" fmla="*/ 631935 w 632460"/>
                  <a:gd name="connsiteY2" fmla="*/ 0 h 260491"/>
                  <a:gd name="connsiteX3" fmla="*/ 632460 w 632460"/>
                  <a:gd name="connsiteY3" fmla="*/ 0 h 260491"/>
                  <a:gd name="connsiteX4" fmla="*/ 632460 w 632460"/>
                  <a:gd name="connsiteY4" fmla="*/ 260491 h 260491"/>
                  <a:gd name="connsiteX5" fmla="*/ 539438 w 632460"/>
                  <a:gd name="connsiteY5" fmla="*/ 260491 h 260491"/>
                  <a:gd name="connsiteX6" fmla="*/ 34711 w 632460"/>
                  <a:gd name="connsiteY6" fmla="*/ 260491 h 260491"/>
                  <a:gd name="connsiteX7" fmla="*/ 0 w 632460"/>
                  <a:gd name="connsiteY7" fmla="*/ 260491 h 260491"/>
                  <a:gd name="connsiteX8" fmla="*/ 0 w 632460"/>
                  <a:gd name="connsiteY8" fmla="*/ 0 h 2604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32460" h="260491">
                    <a:moveTo>
                      <a:pt x="0" y="0"/>
                    </a:moveTo>
                    <a:lnTo>
                      <a:pt x="56996" y="0"/>
                    </a:lnTo>
                    <a:cubicBezTo>
                      <a:pt x="350332" y="0"/>
                      <a:pt x="526334" y="0"/>
                      <a:pt x="631935" y="0"/>
                    </a:cubicBezTo>
                    <a:lnTo>
                      <a:pt x="632460" y="0"/>
                    </a:lnTo>
                    <a:lnTo>
                      <a:pt x="632460" y="260491"/>
                    </a:lnTo>
                    <a:lnTo>
                      <a:pt x="539438" y="260491"/>
                    </a:lnTo>
                    <a:cubicBezTo>
                      <a:pt x="300356" y="260491"/>
                      <a:pt x="140969" y="260491"/>
                      <a:pt x="34711" y="260491"/>
                    </a:cubicBezTo>
                    <a:lnTo>
                      <a:pt x="0" y="26049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r>
                  <a:rPr lang="en-US" altLang="ko-KR" sz="1400" spc="-50">
                    <a:ln>
                      <a:solidFill>
                        <a:srgbClr val="4472C4"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latin typeface="+mj-ea"/>
                    <a:ea typeface="+mj-ea"/>
                  </a:rPr>
                  <a:t>To – Be (</a:t>
                </a:r>
                <a:r>
                  <a:rPr lang="ko-KR" altLang="en-US" sz="1400" spc="-50">
                    <a:ln>
                      <a:solidFill>
                        <a:srgbClr val="4472C4"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latin typeface="+mj-ea"/>
                    <a:ea typeface="+mj-ea"/>
                  </a:rPr>
                  <a:t>목표</a:t>
                </a:r>
                <a:r>
                  <a:rPr lang="en-US" altLang="ko-KR" sz="1400" spc="-50">
                    <a:ln>
                      <a:solidFill>
                        <a:srgbClr val="4472C4"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latin typeface="+mj-ea"/>
                    <a:ea typeface="+mj-ea"/>
                  </a:rPr>
                  <a:t>)</a:t>
                </a:r>
              </a:p>
            </p:txBody>
          </p:sp>
        </p:grpSp>
        <p:grpSp>
          <p:nvGrpSpPr>
            <p:cNvPr id="218" name="그룹 217">
              <a:extLst>
                <a:ext uri="{FF2B5EF4-FFF2-40B4-BE49-F238E27FC236}">
                  <a16:creationId xmlns:a16="http://schemas.microsoft.com/office/drawing/2014/main" id="{12ECAE4E-AF3A-4B96-A724-79F0E99A2C53}"/>
                </a:ext>
              </a:extLst>
            </p:cNvPr>
            <p:cNvGrpSpPr/>
            <p:nvPr/>
          </p:nvGrpSpPr>
          <p:grpSpPr>
            <a:xfrm>
              <a:off x="449692" y="3980924"/>
              <a:ext cx="1656000" cy="288000"/>
              <a:chOff x="4185221" y="6459406"/>
              <a:chExt cx="1676641" cy="261027"/>
            </a:xfrm>
            <a:solidFill>
              <a:schemeClr val="bg1"/>
            </a:solidFill>
          </p:grpSpPr>
          <p:sp>
            <p:nvSpPr>
              <p:cNvPr id="219" name="자유형: 도형 337">
                <a:extLst>
                  <a:ext uri="{FF2B5EF4-FFF2-40B4-BE49-F238E27FC236}">
                    <a16:creationId xmlns:a16="http://schemas.microsoft.com/office/drawing/2014/main" id="{5A67DD15-2851-4CBB-85DE-0F7F61AF49A2}"/>
                  </a:ext>
                </a:extLst>
              </p:cNvPr>
              <p:cNvSpPr/>
              <p:nvPr/>
            </p:nvSpPr>
            <p:spPr>
              <a:xfrm>
                <a:off x="4185221" y="6459406"/>
                <a:ext cx="1223999" cy="261027"/>
              </a:xfrm>
              <a:custGeom>
                <a:avLst/>
                <a:gdLst>
                  <a:gd name="connsiteX0" fmla="*/ 0 w 632460"/>
                  <a:gd name="connsiteY0" fmla="*/ 0 h 260491"/>
                  <a:gd name="connsiteX1" fmla="*/ 56996 w 632460"/>
                  <a:gd name="connsiteY1" fmla="*/ 0 h 260491"/>
                  <a:gd name="connsiteX2" fmla="*/ 631935 w 632460"/>
                  <a:gd name="connsiteY2" fmla="*/ 0 h 260491"/>
                  <a:gd name="connsiteX3" fmla="*/ 632460 w 632460"/>
                  <a:gd name="connsiteY3" fmla="*/ 0 h 260491"/>
                  <a:gd name="connsiteX4" fmla="*/ 632460 w 632460"/>
                  <a:gd name="connsiteY4" fmla="*/ 260491 h 260491"/>
                  <a:gd name="connsiteX5" fmla="*/ 539438 w 632460"/>
                  <a:gd name="connsiteY5" fmla="*/ 260491 h 260491"/>
                  <a:gd name="connsiteX6" fmla="*/ 34711 w 632460"/>
                  <a:gd name="connsiteY6" fmla="*/ 260491 h 260491"/>
                  <a:gd name="connsiteX7" fmla="*/ 0 w 632460"/>
                  <a:gd name="connsiteY7" fmla="*/ 260491 h 260491"/>
                  <a:gd name="connsiteX8" fmla="*/ 0 w 632460"/>
                  <a:gd name="connsiteY8" fmla="*/ 0 h 2604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32460" h="260491">
                    <a:moveTo>
                      <a:pt x="0" y="0"/>
                    </a:moveTo>
                    <a:lnTo>
                      <a:pt x="56996" y="0"/>
                    </a:lnTo>
                    <a:cubicBezTo>
                      <a:pt x="350332" y="0"/>
                      <a:pt x="526334" y="0"/>
                      <a:pt x="631935" y="0"/>
                    </a:cubicBezTo>
                    <a:lnTo>
                      <a:pt x="632460" y="0"/>
                    </a:lnTo>
                    <a:lnTo>
                      <a:pt x="632460" y="260491"/>
                    </a:lnTo>
                    <a:lnTo>
                      <a:pt x="539438" y="260491"/>
                    </a:lnTo>
                    <a:cubicBezTo>
                      <a:pt x="300356" y="260491"/>
                      <a:pt x="140969" y="260491"/>
                      <a:pt x="34711" y="260491"/>
                    </a:cubicBezTo>
                    <a:lnTo>
                      <a:pt x="0" y="26049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>
                  <a:defRPr/>
                </a:pPr>
                <a:r>
                  <a:rPr lang="en-US" altLang="ko-KR" sz="1400" spc="-50">
                    <a:ln>
                      <a:solidFill>
                        <a:srgbClr val="4472C4"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latin typeface="+mj-ea"/>
                    <a:ea typeface="+mj-ea"/>
                  </a:rPr>
                  <a:t>As – Is (</a:t>
                </a:r>
                <a:r>
                  <a:rPr lang="ko-KR" altLang="en-US" sz="1400" spc="-50">
                    <a:ln>
                      <a:solidFill>
                        <a:srgbClr val="4472C4"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latin typeface="+mj-ea"/>
                    <a:ea typeface="+mj-ea"/>
                  </a:rPr>
                  <a:t>현재</a:t>
                </a:r>
                <a:r>
                  <a:rPr lang="en-US" altLang="ko-KR" sz="1400" spc="-50">
                    <a:ln>
                      <a:solidFill>
                        <a:srgbClr val="4472C4"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latin typeface="+mj-ea"/>
                    <a:ea typeface="+mj-ea"/>
                  </a:rPr>
                  <a:t>)</a:t>
                </a:r>
              </a:p>
            </p:txBody>
          </p:sp>
          <p:sp>
            <p:nvSpPr>
              <p:cNvPr id="220" name="자유형: 도형 338">
                <a:extLst>
                  <a:ext uri="{FF2B5EF4-FFF2-40B4-BE49-F238E27FC236}">
                    <a16:creationId xmlns:a16="http://schemas.microsoft.com/office/drawing/2014/main" id="{0AB79755-6663-4FA5-A888-D31995FF4E76}"/>
                  </a:ext>
                </a:extLst>
              </p:cNvPr>
              <p:cNvSpPr/>
              <p:nvPr/>
            </p:nvSpPr>
            <p:spPr>
              <a:xfrm>
                <a:off x="5403435" y="6459406"/>
                <a:ext cx="458427" cy="261027"/>
              </a:xfrm>
              <a:custGeom>
                <a:avLst/>
                <a:gdLst>
                  <a:gd name="connsiteX0" fmla="*/ 0 w 178423"/>
                  <a:gd name="connsiteY0" fmla="*/ 0 h 260491"/>
                  <a:gd name="connsiteX1" fmla="*/ 46626 w 178423"/>
                  <a:gd name="connsiteY1" fmla="*/ 0 h 260491"/>
                  <a:gd name="connsiteX2" fmla="*/ 157876 w 178423"/>
                  <a:gd name="connsiteY2" fmla="*/ 0 h 260491"/>
                  <a:gd name="connsiteX3" fmla="*/ 175847 w 178423"/>
                  <a:gd name="connsiteY3" fmla="*/ 34861 h 260491"/>
                  <a:gd name="connsiteX4" fmla="*/ 103960 w 178423"/>
                  <a:gd name="connsiteY4" fmla="*/ 225630 h 260491"/>
                  <a:gd name="connsiteX5" fmla="*/ 60202 w 178423"/>
                  <a:gd name="connsiteY5" fmla="*/ 260491 h 260491"/>
                  <a:gd name="connsiteX6" fmla="*/ 0 w 178423"/>
                  <a:gd name="connsiteY6" fmla="*/ 260491 h 260491"/>
                  <a:gd name="connsiteX7" fmla="*/ 0 w 178423"/>
                  <a:gd name="connsiteY7" fmla="*/ 0 h 2604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78423" h="260491">
                    <a:moveTo>
                      <a:pt x="0" y="0"/>
                    </a:moveTo>
                    <a:lnTo>
                      <a:pt x="46626" y="0"/>
                    </a:lnTo>
                    <a:cubicBezTo>
                      <a:pt x="157876" y="0"/>
                      <a:pt x="157876" y="0"/>
                      <a:pt x="157876" y="0"/>
                    </a:cubicBezTo>
                    <a:cubicBezTo>
                      <a:pt x="175066" y="0"/>
                      <a:pt x="182880" y="15494"/>
                      <a:pt x="175847" y="34861"/>
                    </a:cubicBezTo>
                    <a:cubicBezTo>
                      <a:pt x="103960" y="225630"/>
                      <a:pt x="103960" y="225630"/>
                      <a:pt x="103960" y="225630"/>
                    </a:cubicBezTo>
                    <a:cubicBezTo>
                      <a:pt x="96927" y="244997"/>
                      <a:pt x="77392" y="260491"/>
                      <a:pt x="60202" y="260491"/>
                    </a:cubicBezTo>
                    <a:lnTo>
                      <a:pt x="0" y="26049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dirty="0"/>
              </a:p>
            </p:txBody>
          </p:sp>
        </p:grp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2222388B-C282-4615-98D0-5A53B86E5E8D}"/>
              </a:ext>
            </a:extLst>
          </p:cNvPr>
          <p:cNvGrpSpPr/>
          <p:nvPr/>
        </p:nvGrpSpPr>
        <p:grpSpPr>
          <a:xfrm>
            <a:off x="440668" y="6422289"/>
            <a:ext cx="5976664" cy="2959203"/>
            <a:chOff x="440668" y="6422289"/>
            <a:chExt cx="5976664" cy="2959203"/>
          </a:xfrm>
        </p:grpSpPr>
        <p:sp>
          <p:nvSpPr>
            <p:cNvPr id="123" name="LcShp 28" descr="어두운 상향 대각선">
              <a:extLst>
                <a:ext uri="{FF2B5EF4-FFF2-40B4-BE49-F238E27FC236}">
                  <a16:creationId xmlns:a16="http://schemas.microsoft.com/office/drawing/2014/main" id="{666FD8E5-8FD7-4608-98D0-FEBB14C53D9B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4437332" y="6710289"/>
              <a:ext cx="1980000" cy="1046654"/>
            </a:xfrm>
            <a:prstGeom prst="rect">
              <a:avLst/>
            </a:prstGeom>
            <a:solidFill>
              <a:schemeClr val="bg1"/>
            </a:solidFill>
            <a:ln w="6350">
              <a:noFill/>
            </a:ln>
          </p:spPr>
          <p:txBody>
            <a:bodyPr wrap="square" tIns="108000" anchor="t"/>
            <a:lstStyle/>
            <a:p>
              <a:pPr marL="90000" lvl="2" indent="-90000" defTabSz="914400" fontAlgn="base">
                <a:lnSpc>
                  <a:spcPct val="120000"/>
                </a:lnSpc>
                <a:spcBef>
                  <a:spcPct val="0"/>
                </a:spcBef>
                <a:spcAft>
                  <a:spcPts val="400"/>
                </a:spcAft>
                <a:buClr>
                  <a:prstClr val="black">
                    <a:lumMod val="75000"/>
                    <a:lumOff val="25000"/>
                  </a:prstClr>
                </a:buClr>
                <a:buSzPct val="90000"/>
                <a:buFont typeface="Arial" pitchFamily="34" charset="0"/>
                <a:buChar char="•"/>
                <a:tabLst>
                  <a:tab pos="542925" algn="l"/>
                </a:tabLst>
                <a:defRPr/>
              </a:pPr>
              <a:r>
                <a:rPr kumimoji="1" lang="ko-KR" altLang="en-US" sz="9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  <a:sym typeface="Monotype Sorts"/>
                </a:rPr>
                <a:t>시스템 업무프로세스를 정의 시스템 업무프로세스를 정의 시스템 업무 프로세스를 정의</a:t>
              </a:r>
            </a:p>
            <a:p>
              <a:pPr marL="90000" lvl="2" indent="-90000" defTabSz="914400" fontAlgn="base">
                <a:lnSpc>
                  <a:spcPct val="120000"/>
                </a:lnSpc>
                <a:spcBef>
                  <a:spcPct val="0"/>
                </a:spcBef>
                <a:spcAft>
                  <a:spcPts val="400"/>
                </a:spcAft>
                <a:buClr>
                  <a:prstClr val="black">
                    <a:lumMod val="75000"/>
                    <a:lumOff val="25000"/>
                  </a:prstClr>
                </a:buClr>
                <a:buSzPct val="90000"/>
                <a:buFont typeface="Arial" pitchFamily="34" charset="0"/>
                <a:buChar char="•"/>
                <a:tabLst>
                  <a:tab pos="542925" algn="l"/>
                </a:tabLst>
                <a:defRPr/>
              </a:pPr>
              <a:r>
                <a:rPr kumimoji="1" lang="ko-KR" altLang="en-US" sz="9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  <a:sym typeface="Monotype Sorts"/>
                </a:rPr>
                <a:t>프로세스 실행</a:t>
              </a:r>
              <a:r>
                <a:rPr kumimoji="1" lang="en-US" altLang="ko-KR" sz="9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  <a:sym typeface="Monotype Sorts"/>
                </a:rPr>
                <a:t>, </a:t>
              </a:r>
              <a:r>
                <a:rPr kumimoji="1" lang="ko-KR" altLang="en-US" sz="9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  <a:sym typeface="Monotype Sorts"/>
                </a:rPr>
                <a:t>통제</a:t>
              </a:r>
              <a:r>
                <a:rPr kumimoji="1" lang="en-US" altLang="ko-KR" sz="9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  <a:sym typeface="Monotype Sorts"/>
                </a:rPr>
                <a:t>, </a:t>
              </a:r>
              <a:r>
                <a:rPr kumimoji="1" lang="ko-KR" altLang="en-US" sz="9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  <a:sym typeface="Monotype Sorts"/>
                </a:rPr>
                <a:t>모니터링 등 프로세스 통합관리 체계 구축</a:t>
              </a:r>
            </a:p>
          </p:txBody>
        </p:sp>
        <p:sp>
          <p:nvSpPr>
            <p:cNvPr id="66" name="LcShp 28" descr="어두운 상향 대각선">
              <a:extLst>
                <a:ext uri="{FF2B5EF4-FFF2-40B4-BE49-F238E27FC236}">
                  <a16:creationId xmlns:a16="http://schemas.microsoft.com/office/drawing/2014/main" id="{8A753CD6-785D-4149-A537-BC05C6D117F8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440668" y="6710289"/>
              <a:ext cx="1980000" cy="1046654"/>
            </a:xfrm>
            <a:prstGeom prst="rect">
              <a:avLst/>
            </a:prstGeom>
            <a:solidFill>
              <a:schemeClr val="bg1"/>
            </a:solidFill>
            <a:ln w="6350">
              <a:noFill/>
            </a:ln>
          </p:spPr>
          <p:txBody>
            <a:bodyPr wrap="square" tIns="108000" anchor="t"/>
            <a:lstStyle/>
            <a:p>
              <a:pPr marL="90000" lvl="2" indent="-90000" defTabSz="914400" fontAlgn="base">
                <a:lnSpc>
                  <a:spcPct val="120000"/>
                </a:lnSpc>
                <a:spcBef>
                  <a:spcPct val="0"/>
                </a:spcBef>
                <a:spcAft>
                  <a:spcPts val="400"/>
                </a:spcAft>
                <a:buClr>
                  <a:prstClr val="black">
                    <a:lumMod val="75000"/>
                    <a:lumOff val="25000"/>
                  </a:prstClr>
                </a:buClr>
                <a:buSzPct val="90000"/>
                <a:buFont typeface="Arial" pitchFamily="34" charset="0"/>
                <a:buChar char="•"/>
                <a:tabLst>
                  <a:tab pos="542925" algn="l"/>
                </a:tabLst>
                <a:defRPr/>
              </a:pPr>
              <a:r>
                <a:rPr kumimoji="1" lang="ko-KR" altLang="en-US" sz="9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  <a:sym typeface="Monotype Sorts"/>
                </a:rPr>
                <a:t>시스템 </a:t>
              </a:r>
              <a:r>
                <a:rPr kumimoji="1" lang="ko-KR" altLang="en-US" sz="9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구축 경험을 통한 </a:t>
              </a:r>
              <a:r>
                <a:rPr kumimoji="1" lang="en-US" altLang="ko-KR" sz="9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Best Practice </a:t>
              </a:r>
              <a:r>
                <a:rPr kumimoji="1" lang="ko-KR" altLang="en-US" sz="9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자원을 활용</a:t>
              </a:r>
              <a:endParaRPr kumimoji="1" lang="en-US" altLang="ko-KR" sz="900" dirty="0">
                <a:solidFill>
                  <a:prstClr val="black">
                    <a:lumMod val="75000"/>
                    <a:lumOff val="25000"/>
                  </a:prst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endParaRPr>
            </a:p>
            <a:p>
              <a:pPr marL="90000" lvl="2" indent="-90000" defTabSz="914400" fontAlgn="base">
                <a:lnSpc>
                  <a:spcPct val="120000"/>
                </a:lnSpc>
                <a:spcBef>
                  <a:spcPct val="0"/>
                </a:spcBef>
                <a:spcAft>
                  <a:spcPts val="400"/>
                </a:spcAft>
                <a:buClr>
                  <a:prstClr val="black">
                    <a:lumMod val="75000"/>
                    <a:lumOff val="25000"/>
                  </a:prstClr>
                </a:buClr>
                <a:buSzPct val="90000"/>
                <a:buFont typeface="Arial" pitchFamily="34" charset="0"/>
                <a:buChar char="•"/>
                <a:tabLst>
                  <a:tab pos="542925" algn="l"/>
                </a:tabLst>
                <a:defRPr/>
              </a:pPr>
              <a:r>
                <a:rPr kumimoji="1" lang="ko-KR" altLang="en-US" sz="9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전문가에 의한 체계적 관리로 사용자 요구사항이 명확히 반영된 고품질 시스템 구축</a:t>
              </a:r>
              <a:endParaRPr kumimoji="1" lang="ko-KR" altLang="en-US" sz="900" dirty="0">
                <a:solidFill>
                  <a:prstClr val="black">
                    <a:lumMod val="75000"/>
                    <a:lumOff val="25000"/>
                  </a:prst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  <a:sym typeface="Monotype Sorts"/>
              </a:endParaRPr>
            </a:p>
          </p:txBody>
        </p:sp>
        <p:sp>
          <p:nvSpPr>
            <p:cNvPr id="101" name="직사각형 100">
              <a:extLst>
                <a:ext uri="{FF2B5EF4-FFF2-40B4-BE49-F238E27FC236}">
                  <a16:creationId xmlns:a16="http://schemas.microsoft.com/office/drawing/2014/main" id="{8749E00D-381B-4D3B-BE90-CCC0DA0FE9C7}"/>
                </a:ext>
              </a:extLst>
            </p:cNvPr>
            <p:cNvSpPr/>
            <p:nvPr/>
          </p:nvSpPr>
          <p:spPr>
            <a:xfrm>
              <a:off x="440668" y="6422289"/>
              <a:ext cx="1980000" cy="288000"/>
            </a:xfrm>
            <a:prstGeom prst="rect">
              <a:avLst/>
            </a:prstGeom>
            <a:solidFill>
              <a:srgbClr val="5A9BD5"/>
            </a:solidFill>
            <a:ln w="3175" algn="ctr">
              <a:noFill/>
              <a:miter lim="800000"/>
              <a:headEnd/>
              <a:tailEnd/>
            </a:ln>
            <a:effectLst/>
          </p:spPr>
          <p:txBody>
            <a:bodyPr wrap="none" lIns="72000" tIns="0" rIns="72000" bIns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buSzPct val="110000"/>
              </a:pPr>
              <a:r>
                <a:rPr lang="ko-KR" altLang="en-US" sz="1200" spc="-5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prstClr val="white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</a:rPr>
                <a:t>사업수행 전문성</a:t>
              </a:r>
            </a:p>
          </p:txBody>
        </p:sp>
        <p:sp>
          <p:nvSpPr>
            <p:cNvPr id="92" name="직사각형 91">
              <a:extLst>
                <a:ext uri="{FF2B5EF4-FFF2-40B4-BE49-F238E27FC236}">
                  <a16:creationId xmlns:a16="http://schemas.microsoft.com/office/drawing/2014/main" id="{F20B7695-C580-4315-B17E-AB63DFB17715}"/>
                </a:ext>
              </a:extLst>
            </p:cNvPr>
            <p:cNvSpPr/>
            <p:nvPr/>
          </p:nvSpPr>
          <p:spPr>
            <a:xfrm>
              <a:off x="4437332" y="6422289"/>
              <a:ext cx="1980000" cy="288000"/>
            </a:xfrm>
            <a:prstGeom prst="rect">
              <a:avLst/>
            </a:prstGeom>
            <a:solidFill>
              <a:srgbClr val="2D7CBD"/>
            </a:solidFill>
            <a:ln>
              <a:noFill/>
            </a:ln>
          </p:spPr>
          <p:txBody>
            <a:bodyPr wrap="none" lIns="72000" tIns="0" rIns="72000" bIns="36000" anchor="ctr"/>
            <a:lstStyle/>
            <a:p>
              <a:pPr lvl="0" algn="ctr"/>
              <a:r>
                <a:rPr lang="ko-KR" altLang="en-US" sz="1200" spc="-5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prstClr val="white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</a:rPr>
                <a:t>프로세스 통합관리</a:t>
              </a:r>
            </a:p>
          </p:txBody>
        </p:sp>
        <p:sp>
          <p:nvSpPr>
            <p:cNvPr id="87" name="직사각형 86">
              <a:extLst>
                <a:ext uri="{FF2B5EF4-FFF2-40B4-BE49-F238E27FC236}">
                  <a16:creationId xmlns:a16="http://schemas.microsoft.com/office/drawing/2014/main" id="{B3C4FF80-C807-41B7-BED4-A8925232F1B8}"/>
                </a:ext>
              </a:extLst>
            </p:cNvPr>
            <p:cNvSpPr/>
            <p:nvPr/>
          </p:nvSpPr>
          <p:spPr>
            <a:xfrm>
              <a:off x="4437332" y="9093492"/>
              <a:ext cx="1980000" cy="288000"/>
            </a:xfrm>
            <a:prstGeom prst="rect">
              <a:avLst/>
            </a:prstGeom>
            <a:solidFill>
              <a:srgbClr val="2F5597"/>
            </a:solidFill>
            <a:ln>
              <a:noFill/>
            </a:ln>
          </p:spPr>
          <p:txBody>
            <a:bodyPr wrap="none" lIns="72000" tIns="0" rIns="72000" bIns="0" anchor="ctr"/>
            <a:lstStyle/>
            <a:p>
              <a:pPr algn="ctr"/>
              <a:r>
                <a:rPr lang="ko-KR" altLang="en-US" sz="1200" spc="-5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prstClr val="white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</a:rPr>
                <a:t>유기적 협력관계</a:t>
              </a:r>
            </a:p>
          </p:txBody>
        </p:sp>
        <p:sp>
          <p:nvSpPr>
            <p:cNvPr id="82" name="직사각형 81">
              <a:extLst>
                <a:ext uri="{FF2B5EF4-FFF2-40B4-BE49-F238E27FC236}">
                  <a16:creationId xmlns:a16="http://schemas.microsoft.com/office/drawing/2014/main" id="{339E4CC7-D12B-420C-BC13-8E39575A0D65}"/>
                </a:ext>
              </a:extLst>
            </p:cNvPr>
            <p:cNvSpPr/>
            <p:nvPr/>
          </p:nvSpPr>
          <p:spPr>
            <a:xfrm>
              <a:off x="440668" y="9093492"/>
              <a:ext cx="1980000" cy="288000"/>
            </a:xfrm>
            <a:prstGeom prst="rect">
              <a:avLst/>
            </a:prstGeom>
            <a:solidFill>
              <a:srgbClr val="0B57A2"/>
            </a:solidFill>
            <a:ln>
              <a:noFill/>
            </a:ln>
          </p:spPr>
          <p:txBody>
            <a:bodyPr wrap="none" lIns="72000" tIns="0" rIns="72000" bIns="0" anchor="ctr"/>
            <a:lstStyle/>
            <a:p>
              <a:pPr algn="ctr"/>
              <a:r>
                <a:rPr lang="ko-KR" altLang="en-US" sz="1200" spc="-5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prstClr val="white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</a:rPr>
                <a:t>사업수행 방향설정</a:t>
              </a:r>
            </a:p>
          </p:txBody>
        </p:sp>
        <p:sp>
          <p:nvSpPr>
            <p:cNvPr id="124" name="LcShp 28" descr="어두운 상향 대각선">
              <a:extLst>
                <a:ext uri="{FF2B5EF4-FFF2-40B4-BE49-F238E27FC236}">
                  <a16:creationId xmlns:a16="http://schemas.microsoft.com/office/drawing/2014/main" id="{766B8F5F-D83F-4591-AD98-B4D2D2C94F5D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440668" y="8046806"/>
              <a:ext cx="1980000" cy="1046654"/>
            </a:xfrm>
            <a:prstGeom prst="rect">
              <a:avLst/>
            </a:prstGeom>
            <a:solidFill>
              <a:schemeClr val="bg1"/>
            </a:solidFill>
            <a:ln w="6350">
              <a:noFill/>
            </a:ln>
          </p:spPr>
          <p:txBody>
            <a:bodyPr wrap="square" bIns="108000" anchor="b"/>
            <a:lstStyle/>
            <a:p>
              <a:pPr marL="90000" lvl="2" indent="-90000" defTabSz="914400" fontAlgn="base">
                <a:lnSpc>
                  <a:spcPct val="120000"/>
                </a:lnSpc>
                <a:spcBef>
                  <a:spcPct val="0"/>
                </a:spcBef>
                <a:spcAft>
                  <a:spcPts val="400"/>
                </a:spcAft>
                <a:buClr>
                  <a:prstClr val="black">
                    <a:lumMod val="75000"/>
                    <a:lumOff val="25000"/>
                  </a:prstClr>
                </a:buClr>
                <a:buSzPct val="90000"/>
                <a:buFont typeface="Arial" pitchFamily="34" charset="0"/>
                <a:buChar char="•"/>
                <a:tabLst>
                  <a:tab pos="542925" algn="l"/>
                </a:tabLst>
                <a:defRPr/>
              </a:pPr>
              <a:r>
                <a:rPr kumimoji="1" lang="ko-KR" altLang="en-US" sz="9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  <a:sym typeface="Monotype Sorts"/>
                </a:rPr>
                <a:t>시스템 표준모델 분석 결과를 적극 활용하여 사업의 안정성을 확보 사업의 안정성을 확보</a:t>
              </a:r>
              <a:endParaRPr kumimoji="1" lang="en-US" altLang="ko-KR" sz="900" dirty="0">
                <a:solidFill>
                  <a:prstClr val="black">
                    <a:lumMod val="75000"/>
                    <a:lumOff val="25000"/>
                  </a:prst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  <a:sym typeface="Monotype Sorts"/>
              </a:endParaRPr>
            </a:p>
            <a:p>
              <a:pPr marL="90000" lvl="2" indent="-90000" defTabSz="914400" fontAlgn="base">
                <a:lnSpc>
                  <a:spcPct val="120000"/>
                </a:lnSpc>
                <a:spcBef>
                  <a:spcPct val="0"/>
                </a:spcBef>
                <a:spcAft>
                  <a:spcPts val="400"/>
                </a:spcAft>
                <a:buClr>
                  <a:prstClr val="black">
                    <a:lumMod val="75000"/>
                    <a:lumOff val="25000"/>
                  </a:prstClr>
                </a:buClr>
                <a:buSzPct val="90000"/>
                <a:buFont typeface="Arial" pitchFamily="34" charset="0"/>
                <a:buChar char="•"/>
                <a:tabLst>
                  <a:tab pos="542925" algn="l"/>
                </a:tabLst>
                <a:defRPr/>
              </a:pPr>
              <a:r>
                <a:rPr kumimoji="1" lang="ko-KR" altLang="en-US" sz="9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  <a:sym typeface="Monotype Sorts"/>
                </a:rPr>
                <a:t>중장기적 과제와 선행사업 분석을 반영한 비전 제시</a:t>
              </a:r>
            </a:p>
          </p:txBody>
        </p:sp>
        <p:sp>
          <p:nvSpPr>
            <p:cNvPr id="125" name="LcShp 28" descr="어두운 상향 대각선">
              <a:extLst>
                <a:ext uri="{FF2B5EF4-FFF2-40B4-BE49-F238E27FC236}">
                  <a16:creationId xmlns:a16="http://schemas.microsoft.com/office/drawing/2014/main" id="{6952B681-B60C-45FD-8B50-92284FBF072E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4437332" y="8046806"/>
              <a:ext cx="1980000" cy="1046654"/>
            </a:xfrm>
            <a:prstGeom prst="rect">
              <a:avLst/>
            </a:prstGeom>
            <a:solidFill>
              <a:schemeClr val="bg1"/>
            </a:solidFill>
            <a:ln w="6350">
              <a:noFill/>
            </a:ln>
          </p:spPr>
          <p:txBody>
            <a:bodyPr wrap="square" bIns="108000" anchor="b"/>
            <a:lstStyle/>
            <a:p>
              <a:pPr marL="90000" lvl="2" indent="-90000" defTabSz="914400" fontAlgn="base">
                <a:lnSpc>
                  <a:spcPct val="120000"/>
                </a:lnSpc>
                <a:spcBef>
                  <a:spcPct val="0"/>
                </a:spcBef>
                <a:spcAft>
                  <a:spcPts val="400"/>
                </a:spcAft>
                <a:buClr>
                  <a:prstClr val="black">
                    <a:lumMod val="75000"/>
                    <a:lumOff val="25000"/>
                  </a:prstClr>
                </a:buClr>
                <a:buSzPct val="90000"/>
                <a:buFont typeface="Arial" pitchFamily="34" charset="0"/>
                <a:buChar char="•"/>
                <a:tabLst>
                  <a:tab pos="542925" algn="l"/>
                </a:tabLst>
                <a:defRPr/>
              </a:pPr>
              <a:r>
                <a:rPr kumimoji="1" lang="ko-KR" altLang="en-US" sz="9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  <a:sym typeface="Monotype Sorts"/>
                </a:rPr>
                <a:t>한배를 탄 마음자세로 </a:t>
              </a:r>
              <a:r>
                <a:rPr kumimoji="1" lang="ko-KR" altLang="en-US" sz="900" dirty="0" err="1"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  <a:sym typeface="Monotype Sorts"/>
                </a:rPr>
                <a:t>협업∙참여</a:t>
              </a:r>
              <a:r>
                <a:rPr kumimoji="1" lang="ko-KR" altLang="en-US" sz="9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  <a:sym typeface="Monotype Sorts"/>
                </a:rPr>
                <a:t>∙ 공유의 열린 사업관리</a:t>
              </a:r>
            </a:p>
            <a:p>
              <a:pPr marL="90000" lvl="2" indent="-90000" defTabSz="914400" fontAlgn="base">
                <a:lnSpc>
                  <a:spcPct val="120000"/>
                </a:lnSpc>
                <a:spcBef>
                  <a:spcPct val="0"/>
                </a:spcBef>
                <a:spcAft>
                  <a:spcPts val="400"/>
                </a:spcAft>
                <a:buClr>
                  <a:prstClr val="black">
                    <a:lumMod val="75000"/>
                    <a:lumOff val="25000"/>
                  </a:prstClr>
                </a:buClr>
                <a:buSzPct val="90000"/>
                <a:buFont typeface="Arial" pitchFamily="34" charset="0"/>
                <a:buChar char="•"/>
                <a:tabLst>
                  <a:tab pos="542925" algn="l"/>
                </a:tabLst>
                <a:defRPr/>
              </a:pPr>
              <a:r>
                <a:rPr kumimoji="1" lang="ko-KR" altLang="en-US" sz="9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  <a:sym typeface="Monotype Sorts"/>
                </a:rPr>
                <a:t>품질목표 실현</a:t>
              </a:r>
              <a:r>
                <a:rPr kumimoji="1" lang="en-US" altLang="ko-KR" sz="9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  <a:sym typeface="Monotype Sorts"/>
                </a:rPr>
                <a:t>, </a:t>
              </a:r>
              <a:r>
                <a:rPr kumimoji="1" lang="ko-KR" altLang="en-US" sz="9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  <a:sym typeface="Monotype Sorts"/>
                </a:rPr>
                <a:t>진척기준의 투명한 관리</a:t>
              </a:r>
              <a:r>
                <a:rPr kumimoji="1" lang="en-US" altLang="ko-KR" sz="9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  <a:sym typeface="Monotype Sorts"/>
                </a:rPr>
                <a:t>, </a:t>
              </a:r>
              <a:r>
                <a:rPr kumimoji="1" lang="ko-KR" altLang="en-US" sz="9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  <a:sym typeface="Monotype Sorts"/>
                </a:rPr>
                <a:t>품질목표 명확화 및 상호 협의를 통한 관계 구축</a:t>
              </a:r>
            </a:p>
          </p:txBody>
        </p:sp>
        <p:sp>
          <p:nvSpPr>
            <p:cNvPr id="148" name="Line 135">
              <a:extLst>
                <a:ext uri="{FF2B5EF4-FFF2-40B4-BE49-F238E27FC236}">
                  <a16:creationId xmlns:a16="http://schemas.microsoft.com/office/drawing/2014/main" id="{8E6494D4-8541-4D24-BAE4-F7DB7950FB12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441000" y="7905328"/>
              <a:ext cx="5976000" cy="15904"/>
            </a:xfrm>
            <a:prstGeom prst="line">
              <a:avLst/>
            </a:prstGeom>
            <a:noFill/>
            <a:ln w="6350" cap="rnd">
              <a:solidFill>
                <a:srgbClr val="E6E6E6"/>
              </a:solidFill>
              <a:prstDash val="solid"/>
              <a:round/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457200" latinLnBrk="0">
                <a:defRPr/>
              </a:pPr>
              <a:endParaRPr lang="ko-KR" altLang="en-US" sz="1800" kern="0" dirty="0">
                <a:solidFill>
                  <a:prstClr val="black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</a:endParaRPr>
            </a:p>
          </p:txBody>
        </p:sp>
        <p:sp>
          <p:nvSpPr>
            <p:cNvPr id="127" name="타원 126">
              <a:extLst>
                <a:ext uri="{FF2B5EF4-FFF2-40B4-BE49-F238E27FC236}">
                  <a16:creationId xmlns:a16="http://schemas.microsoft.com/office/drawing/2014/main" id="{2E32389B-78D8-4076-979F-7E79BBDC6D83}"/>
                </a:ext>
              </a:extLst>
            </p:cNvPr>
            <p:cNvSpPr/>
            <p:nvPr/>
          </p:nvSpPr>
          <p:spPr>
            <a:xfrm>
              <a:off x="2434023" y="6933220"/>
              <a:ext cx="1989955" cy="1989955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" tIns="18000" rIns="18000" bIns="18000" rtlCol="0" anchor="ctr"/>
            <a:lstStyle/>
            <a:p>
              <a:pPr algn="ctr" defTabSz="621991" latinLnBrk="0">
                <a:buSzPct val="80000"/>
              </a:pPr>
              <a:endParaRPr lang="ko-KR" altLang="en-US" sz="1000" b="1" kern="0" dirty="0" err="1">
                <a:gradFill>
                  <a:gsLst>
                    <a:gs pos="0">
                      <a:srgbClr val="2C2C2C"/>
                    </a:gs>
                    <a:gs pos="51000">
                      <a:srgbClr val="2C2C2C"/>
                    </a:gs>
                  </a:gsLst>
                  <a:lin ang="5400000" scaled="1"/>
                </a:gradFill>
                <a:latin typeface="+mn-ea"/>
              </a:endParaRPr>
            </a:p>
          </p:txBody>
        </p: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1AAD2DEF-EA97-40BD-B9E7-6368B049FA15}"/>
                </a:ext>
              </a:extLst>
            </p:cNvPr>
            <p:cNvGrpSpPr/>
            <p:nvPr/>
          </p:nvGrpSpPr>
          <p:grpSpPr>
            <a:xfrm>
              <a:off x="2709161" y="7208359"/>
              <a:ext cx="1439679" cy="1439677"/>
              <a:chOff x="6986743" y="6211016"/>
              <a:chExt cx="1439679" cy="1439677"/>
            </a:xfrm>
          </p:grpSpPr>
          <p:sp>
            <p:nvSpPr>
              <p:cNvPr id="130" name="타원 129">
                <a:extLst>
                  <a:ext uri="{FF2B5EF4-FFF2-40B4-BE49-F238E27FC236}">
                    <a16:creationId xmlns:a16="http://schemas.microsoft.com/office/drawing/2014/main" id="{B1CD654F-73E0-4A6B-9DE8-E29ACA48B7EB}"/>
                  </a:ext>
                </a:extLst>
              </p:cNvPr>
              <p:cNvSpPr/>
              <p:nvPr/>
            </p:nvSpPr>
            <p:spPr>
              <a:xfrm>
                <a:off x="6986743" y="6211016"/>
                <a:ext cx="1439679" cy="1439677"/>
              </a:xfrm>
              <a:prstGeom prst="ellipse">
                <a:avLst/>
              </a:prstGeom>
              <a:solidFill>
                <a:schemeClr val="bg1"/>
              </a:solidFill>
              <a:ln w="76200">
                <a:solidFill>
                  <a:srgbClr val="014FA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prstTxWarp prst="textArchUp">
                  <a:avLst/>
                </a:prstTxWarp>
              </a:bodyPr>
              <a:lstStyle/>
              <a:p>
                <a:pPr algn="ctr"/>
                <a:endParaRPr lang="ko-KR" altLang="en-US" sz="1400" dirty="0"/>
              </a:p>
            </p:txBody>
          </p:sp>
          <p:grpSp>
            <p:nvGrpSpPr>
              <p:cNvPr id="131" name="그룹 130">
                <a:extLst>
                  <a:ext uri="{FF2B5EF4-FFF2-40B4-BE49-F238E27FC236}">
                    <a16:creationId xmlns:a16="http://schemas.microsoft.com/office/drawing/2014/main" id="{321836FB-EE71-4479-89E4-0C8AB4C92144}"/>
                  </a:ext>
                </a:extLst>
              </p:cNvPr>
              <p:cNvGrpSpPr/>
              <p:nvPr/>
            </p:nvGrpSpPr>
            <p:grpSpPr>
              <a:xfrm>
                <a:off x="7091179" y="7341548"/>
                <a:ext cx="197952" cy="197949"/>
                <a:chOff x="3422639" y="4060949"/>
                <a:chExt cx="361953" cy="361953"/>
              </a:xfrm>
            </p:grpSpPr>
            <p:sp>
              <p:nvSpPr>
                <p:cNvPr id="136" name="타원 135">
                  <a:extLst>
                    <a:ext uri="{FF2B5EF4-FFF2-40B4-BE49-F238E27FC236}">
                      <a16:creationId xmlns:a16="http://schemas.microsoft.com/office/drawing/2014/main" id="{1CC0E8E7-7627-4502-9BC4-71E43D452374}"/>
                    </a:ext>
                  </a:extLst>
                </p:cNvPr>
                <p:cNvSpPr/>
                <p:nvPr/>
              </p:nvSpPr>
              <p:spPr>
                <a:xfrm>
                  <a:off x="3422639" y="4060949"/>
                  <a:ext cx="361953" cy="361953"/>
                </a:xfrm>
                <a:prstGeom prst="ellipse">
                  <a:avLst/>
                </a:prstGeom>
                <a:solidFill>
                  <a:srgbClr val="014FA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spcFirstLastPara="1" numCol="1" rtlCol="0" anchor="ctr">
                  <a:prstTxWarp prst="textArchUp">
                    <a:avLst/>
                  </a:prstTxWarp>
                </a:bodyPr>
                <a:lstStyle/>
                <a:p>
                  <a:pPr algn="ctr"/>
                  <a:endParaRPr lang="ko-KR" altLang="en-US" sz="1400"/>
                </a:p>
              </p:txBody>
            </p:sp>
            <p:sp>
              <p:nvSpPr>
                <p:cNvPr id="137" name="자유형: 도형 139">
                  <a:extLst>
                    <a:ext uri="{FF2B5EF4-FFF2-40B4-BE49-F238E27FC236}">
                      <a16:creationId xmlns:a16="http://schemas.microsoft.com/office/drawing/2014/main" id="{31A1AB2E-6323-4DC0-991A-4965F457F09C}"/>
                    </a:ext>
                  </a:extLst>
                </p:cNvPr>
                <p:cNvSpPr/>
                <p:nvPr/>
              </p:nvSpPr>
              <p:spPr>
                <a:xfrm>
                  <a:off x="3511234" y="4147792"/>
                  <a:ext cx="184780" cy="1882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618" h="144285">
                      <a:moveTo>
                        <a:pt x="56540" y="0"/>
                      </a:moveTo>
                      <a:lnTo>
                        <a:pt x="85077" y="0"/>
                      </a:lnTo>
                      <a:lnTo>
                        <a:pt x="85077" y="59475"/>
                      </a:lnTo>
                      <a:lnTo>
                        <a:pt x="141618" y="59475"/>
                      </a:lnTo>
                      <a:lnTo>
                        <a:pt x="141618" y="85078"/>
                      </a:lnTo>
                      <a:lnTo>
                        <a:pt x="85077" y="85078"/>
                      </a:lnTo>
                      <a:lnTo>
                        <a:pt x="85077" y="144285"/>
                      </a:lnTo>
                      <a:lnTo>
                        <a:pt x="56540" y="144285"/>
                      </a:lnTo>
                      <a:lnTo>
                        <a:pt x="56540" y="85078"/>
                      </a:lnTo>
                      <a:lnTo>
                        <a:pt x="0" y="85078"/>
                      </a:lnTo>
                      <a:lnTo>
                        <a:pt x="0" y="59475"/>
                      </a:lnTo>
                      <a:lnTo>
                        <a:pt x="56540" y="59475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63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000" tIns="18000" rIns="18000" bIns="18000" rtlCol="0" anchor="ctr">
                  <a:prstTxWarp prst="textArchUp">
                    <a:avLst/>
                  </a:prstTxWarp>
                </a:bodyPr>
                <a:lstStyle/>
                <a:p>
                  <a:pPr algn="ctr" defTabSz="621991" latinLnBrk="0">
                    <a:buSzPct val="80000"/>
                  </a:pPr>
                  <a:endParaRPr lang="ko-KR" altLang="en-US" sz="1100" b="1" kern="0" dirty="0" err="1">
                    <a:gradFill>
                      <a:gsLst>
                        <a:gs pos="0">
                          <a:srgbClr val="2C2C2C"/>
                        </a:gs>
                        <a:gs pos="51000">
                          <a:srgbClr val="2C2C2C"/>
                        </a:gs>
                      </a:gsLst>
                      <a:lin ang="5400000" scaled="1"/>
                    </a:gradFill>
                    <a:latin typeface="+mn-ea"/>
                  </a:endParaRPr>
                </a:p>
              </p:txBody>
            </p:sp>
          </p:grpSp>
          <p:grpSp>
            <p:nvGrpSpPr>
              <p:cNvPr id="132" name="그룹 131">
                <a:extLst>
                  <a:ext uri="{FF2B5EF4-FFF2-40B4-BE49-F238E27FC236}">
                    <a16:creationId xmlns:a16="http://schemas.microsoft.com/office/drawing/2014/main" id="{BE511D74-5214-4DAA-9897-1AA7CF823527}"/>
                  </a:ext>
                </a:extLst>
              </p:cNvPr>
              <p:cNvGrpSpPr/>
              <p:nvPr/>
            </p:nvGrpSpPr>
            <p:grpSpPr>
              <a:xfrm>
                <a:off x="8127592" y="7341548"/>
                <a:ext cx="197952" cy="197949"/>
                <a:chOff x="7123099" y="4060949"/>
                <a:chExt cx="361953" cy="361953"/>
              </a:xfrm>
            </p:grpSpPr>
            <p:sp>
              <p:nvSpPr>
                <p:cNvPr id="134" name="타원 133">
                  <a:extLst>
                    <a:ext uri="{FF2B5EF4-FFF2-40B4-BE49-F238E27FC236}">
                      <a16:creationId xmlns:a16="http://schemas.microsoft.com/office/drawing/2014/main" id="{AC5A8DA7-D40C-4305-B981-383F86CCE7AB}"/>
                    </a:ext>
                  </a:extLst>
                </p:cNvPr>
                <p:cNvSpPr/>
                <p:nvPr/>
              </p:nvSpPr>
              <p:spPr>
                <a:xfrm>
                  <a:off x="7123099" y="4060949"/>
                  <a:ext cx="361953" cy="361953"/>
                </a:xfrm>
                <a:prstGeom prst="ellipse">
                  <a:avLst/>
                </a:prstGeom>
                <a:solidFill>
                  <a:srgbClr val="014FA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spcFirstLastPara="1" numCol="1" rtlCol="0" anchor="ctr">
                  <a:prstTxWarp prst="textArchUp">
                    <a:avLst/>
                  </a:prstTxWarp>
                </a:bodyPr>
                <a:lstStyle/>
                <a:p>
                  <a:pPr algn="ctr"/>
                  <a:endParaRPr lang="ko-KR" altLang="en-US" sz="1400"/>
                </a:p>
              </p:txBody>
            </p:sp>
            <p:sp>
              <p:nvSpPr>
                <p:cNvPr id="135" name="자유형: 도형 137">
                  <a:extLst>
                    <a:ext uri="{FF2B5EF4-FFF2-40B4-BE49-F238E27FC236}">
                      <a16:creationId xmlns:a16="http://schemas.microsoft.com/office/drawing/2014/main" id="{8E1177BE-6327-4CA4-8B3B-E9CEC729A9E9}"/>
                    </a:ext>
                  </a:extLst>
                </p:cNvPr>
                <p:cNvSpPr/>
                <p:nvPr/>
              </p:nvSpPr>
              <p:spPr>
                <a:xfrm>
                  <a:off x="7211701" y="4147792"/>
                  <a:ext cx="184780" cy="1882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618" h="144285">
                      <a:moveTo>
                        <a:pt x="56540" y="0"/>
                      </a:moveTo>
                      <a:lnTo>
                        <a:pt x="85077" y="0"/>
                      </a:lnTo>
                      <a:lnTo>
                        <a:pt x="85077" y="59475"/>
                      </a:lnTo>
                      <a:lnTo>
                        <a:pt x="141618" y="59475"/>
                      </a:lnTo>
                      <a:lnTo>
                        <a:pt x="141618" y="85078"/>
                      </a:lnTo>
                      <a:lnTo>
                        <a:pt x="85077" y="85078"/>
                      </a:lnTo>
                      <a:lnTo>
                        <a:pt x="85077" y="144285"/>
                      </a:lnTo>
                      <a:lnTo>
                        <a:pt x="56540" y="144285"/>
                      </a:lnTo>
                      <a:lnTo>
                        <a:pt x="56540" y="85078"/>
                      </a:lnTo>
                      <a:lnTo>
                        <a:pt x="0" y="85078"/>
                      </a:lnTo>
                      <a:lnTo>
                        <a:pt x="0" y="59475"/>
                      </a:lnTo>
                      <a:lnTo>
                        <a:pt x="56540" y="59475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63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000" tIns="18000" rIns="18000" bIns="18000" rtlCol="0" anchor="ctr">
                  <a:prstTxWarp prst="textArchUp">
                    <a:avLst/>
                  </a:prstTxWarp>
                </a:bodyPr>
                <a:lstStyle/>
                <a:p>
                  <a:pPr algn="ctr" defTabSz="621991" latinLnBrk="0">
                    <a:buSzPct val="80000"/>
                  </a:pPr>
                  <a:endParaRPr lang="ko-KR" altLang="en-US" sz="1100" b="1" kern="0" dirty="0" err="1">
                    <a:gradFill>
                      <a:gsLst>
                        <a:gs pos="0">
                          <a:srgbClr val="2C2C2C"/>
                        </a:gs>
                        <a:gs pos="51000">
                          <a:srgbClr val="2C2C2C"/>
                        </a:gs>
                      </a:gsLst>
                      <a:lin ang="5400000" scaled="1"/>
                    </a:gradFill>
                    <a:latin typeface="+mn-ea"/>
                  </a:endParaRPr>
                </a:p>
              </p:txBody>
            </p:sp>
          </p:grpSp>
          <p:sp>
            <p:nvSpPr>
              <p:cNvPr id="133" name="TextBox 132">
                <a:extLst>
                  <a:ext uri="{FF2B5EF4-FFF2-40B4-BE49-F238E27FC236}">
                    <a16:creationId xmlns:a16="http://schemas.microsoft.com/office/drawing/2014/main" id="{6FA1264C-2A70-4132-973C-1C0FCD60BAAE}"/>
                  </a:ext>
                </a:extLst>
              </p:cNvPr>
              <p:cNvSpPr txBox="1"/>
              <p:nvPr/>
            </p:nvSpPr>
            <p:spPr>
              <a:xfrm>
                <a:off x="7181860" y="6585666"/>
                <a:ext cx="1049449" cy="690377"/>
              </a:xfrm>
              <a:prstGeom prst="rect">
                <a:avLst/>
              </a:prstGeom>
              <a:noFill/>
            </p:spPr>
            <p:txBody>
              <a:bodyPr wrap="none" lIns="18000" tIns="18000" rIns="18000" bIns="18000" rtlCol="0" anchor="ctr" anchorCtr="0">
                <a:spAutoFit/>
              </a:bodyPr>
              <a:lstStyle/>
              <a:p>
                <a:pPr algn="ctr">
                  <a:spcAft>
                    <a:spcPts val="300"/>
                  </a:spcAft>
                </a:pPr>
                <a:r>
                  <a:rPr lang="ko-KR" altLang="en-US" sz="1200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232A35"/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</a:rPr>
                  <a:t>사업 성공을 위한 </a:t>
                </a:r>
                <a:endParaRPr lang="en-US" altLang="ko-KR" sz="12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232A35"/>
                  </a:solidFill>
                  <a:latin typeface="Pretendard" panose="02000503000000020004" pitchFamily="50" charset="-127"/>
                  <a:ea typeface="Pretendard" panose="02000503000000020004" pitchFamily="50" charset="-127"/>
                </a:endParaRPr>
              </a:p>
              <a:p>
                <a:pPr algn="ctr">
                  <a:spcAft>
                    <a:spcPts val="300"/>
                  </a:spcAft>
                </a:pPr>
                <a:r>
                  <a:rPr lang="ko-KR" altLang="en-US" sz="1400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0070C0"/>
                    </a:solidFill>
                    <a:latin typeface="Pretendard SemiBold" panose="02000703000000020004" pitchFamily="50" charset="-127"/>
                    <a:ea typeface="Pretendard SemiBold" panose="02000703000000020004" pitchFamily="50" charset="-127"/>
                  </a:rPr>
                  <a:t>     사업수행</a:t>
                </a:r>
                <a:br>
                  <a:rPr lang="en-US" altLang="ko-KR" sz="1400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0070C0"/>
                    </a:solidFill>
                    <a:latin typeface="Pretendard SemiBold" panose="02000703000000020004" pitchFamily="50" charset="-127"/>
                    <a:ea typeface="Pretendard SemiBold" panose="02000703000000020004" pitchFamily="50" charset="-127"/>
                  </a:rPr>
                </a:br>
                <a:r>
                  <a:rPr lang="en-US" altLang="ko-KR" sz="1400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0070C0"/>
                    </a:solidFill>
                    <a:latin typeface="Pretendard SemiBold" panose="02000703000000020004" pitchFamily="50" charset="-127"/>
                    <a:ea typeface="Pretendard SemiBold" panose="02000703000000020004" pitchFamily="50" charset="-127"/>
                  </a:rPr>
                  <a:t>     </a:t>
                </a:r>
                <a:r>
                  <a:rPr lang="ko-KR" altLang="en-US" sz="1400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0070C0"/>
                    </a:solidFill>
                    <a:latin typeface="Pretendard SemiBold" panose="02000703000000020004" pitchFamily="50" charset="-127"/>
                    <a:ea typeface="Pretendard SemiBold" panose="02000703000000020004" pitchFamily="50" charset="-127"/>
                  </a:rPr>
                  <a:t>방향수립</a:t>
                </a:r>
              </a:p>
            </p:txBody>
          </p:sp>
          <p:grpSp>
            <p:nvGrpSpPr>
              <p:cNvPr id="191" name="그룹 190">
                <a:extLst>
                  <a:ext uri="{FF2B5EF4-FFF2-40B4-BE49-F238E27FC236}">
                    <a16:creationId xmlns:a16="http://schemas.microsoft.com/office/drawing/2014/main" id="{C90A1894-C093-4369-B995-BEE6EA18878A}"/>
                  </a:ext>
                </a:extLst>
              </p:cNvPr>
              <p:cNvGrpSpPr/>
              <p:nvPr/>
            </p:nvGrpSpPr>
            <p:grpSpPr>
              <a:xfrm>
                <a:off x="8127592" y="6338250"/>
                <a:ext cx="197952" cy="197949"/>
                <a:chOff x="7123099" y="4060949"/>
                <a:chExt cx="361953" cy="361953"/>
              </a:xfrm>
            </p:grpSpPr>
            <p:sp>
              <p:nvSpPr>
                <p:cNvPr id="192" name="타원 191">
                  <a:extLst>
                    <a:ext uri="{FF2B5EF4-FFF2-40B4-BE49-F238E27FC236}">
                      <a16:creationId xmlns:a16="http://schemas.microsoft.com/office/drawing/2014/main" id="{B7A2D416-6E46-4E73-BD90-EDB42720E7B7}"/>
                    </a:ext>
                  </a:extLst>
                </p:cNvPr>
                <p:cNvSpPr/>
                <p:nvPr/>
              </p:nvSpPr>
              <p:spPr>
                <a:xfrm>
                  <a:off x="7123099" y="4060949"/>
                  <a:ext cx="361953" cy="361953"/>
                </a:xfrm>
                <a:prstGeom prst="ellipse">
                  <a:avLst/>
                </a:prstGeom>
                <a:solidFill>
                  <a:srgbClr val="014FA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spcFirstLastPara="1" numCol="1" rtlCol="0" anchor="ctr">
                  <a:prstTxWarp prst="textArchUp">
                    <a:avLst/>
                  </a:prstTxWarp>
                </a:bodyPr>
                <a:lstStyle/>
                <a:p>
                  <a:pPr algn="ctr"/>
                  <a:endParaRPr lang="ko-KR" altLang="en-US" sz="1400"/>
                </a:p>
              </p:txBody>
            </p:sp>
            <p:sp>
              <p:nvSpPr>
                <p:cNvPr id="193" name="자유형: 도형 137">
                  <a:extLst>
                    <a:ext uri="{FF2B5EF4-FFF2-40B4-BE49-F238E27FC236}">
                      <a16:creationId xmlns:a16="http://schemas.microsoft.com/office/drawing/2014/main" id="{8177133F-546C-4EFF-BA79-E23F274A0DCF}"/>
                    </a:ext>
                  </a:extLst>
                </p:cNvPr>
                <p:cNvSpPr/>
                <p:nvPr/>
              </p:nvSpPr>
              <p:spPr>
                <a:xfrm>
                  <a:off x="7211701" y="4147792"/>
                  <a:ext cx="184780" cy="1882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618" h="144285">
                      <a:moveTo>
                        <a:pt x="56540" y="0"/>
                      </a:moveTo>
                      <a:lnTo>
                        <a:pt x="85077" y="0"/>
                      </a:lnTo>
                      <a:lnTo>
                        <a:pt x="85077" y="59475"/>
                      </a:lnTo>
                      <a:lnTo>
                        <a:pt x="141618" y="59475"/>
                      </a:lnTo>
                      <a:lnTo>
                        <a:pt x="141618" y="85078"/>
                      </a:lnTo>
                      <a:lnTo>
                        <a:pt x="85077" y="85078"/>
                      </a:lnTo>
                      <a:lnTo>
                        <a:pt x="85077" y="144285"/>
                      </a:lnTo>
                      <a:lnTo>
                        <a:pt x="56540" y="144285"/>
                      </a:lnTo>
                      <a:lnTo>
                        <a:pt x="56540" y="85078"/>
                      </a:lnTo>
                      <a:lnTo>
                        <a:pt x="0" y="85078"/>
                      </a:lnTo>
                      <a:lnTo>
                        <a:pt x="0" y="59475"/>
                      </a:lnTo>
                      <a:lnTo>
                        <a:pt x="56540" y="59475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63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000" tIns="18000" rIns="18000" bIns="18000" rtlCol="0" anchor="ctr">
                  <a:prstTxWarp prst="textArchUp">
                    <a:avLst/>
                  </a:prstTxWarp>
                </a:bodyPr>
                <a:lstStyle/>
                <a:p>
                  <a:pPr algn="ctr" defTabSz="621991" latinLnBrk="0">
                    <a:buSzPct val="80000"/>
                  </a:pPr>
                  <a:endParaRPr lang="ko-KR" altLang="en-US" sz="1100" b="1" kern="0" dirty="0" err="1">
                    <a:gradFill>
                      <a:gsLst>
                        <a:gs pos="0">
                          <a:srgbClr val="2C2C2C"/>
                        </a:gs>
                        <a:gs pos="51000">
                          <a:srgbClr val="2C2C2C"/>
                        </a:gs>
                      </a:gsLst>
                      <a:lin ang="5400000" scaled="1"/>
                    </a:gradFill>
                    <a:latin typeface="+mn-ea"/>
                  </a:endParaRPr>
                </a:p>
              </p:txBody>
            </p:sp>
          </p:grpSp>
          <p:grpSp>
            <p:nvGrpSpPr>
              <p:cNvPr id="194" name="그룹 193">
                <a:extLst>
                  <a:ext uri="{FF2B5EF4-FFF2-40B4-BE49-F238E27FC236}">
                    <a16:creationId xmlns:a16="http://schemas.microsoft.com/office/drawing/2014/main" id="{68B2A5FF-2623-40B6-9599-2578127BDE37}"/>
                  </a:ext>
                </a:extLst>
              </p:cNvPr>
              <p:cNvGrpSpPr/>
              <p:nvPr/>
            </p:nvGrpSpPr>
            <p:grpSpPr>
              <a:xfrm>
                <a:off x="7091179" y="6338250"/>
                <a:ext cx="197952" cy="197949"/>
                <a:chOff x="7123099" y="4060949"/>
                <a:chExt cx="361953" cy="361953"/>
              </a:xfrm>
            </p:grpSpPr>
            <p:sp>
              <p:nvSpPr>
                <p:cNvPr id="195" name="타원 194">
                  <a:extLst>
                    <a:ext uri="{FF2B5EF4-FFF2-40B4-BE49-F238E27FC236}">
                      <a16:creationId xmlns:a16="http://schemas.microsoft.com/office/drawing/2014/main" id="{46FE9122-0A40-4960-8645-322775DA4B07}"/>
                    </a:ext>
                  </a:extLst>
                </p:cNvPr>
                <p:cNvSpPr/>
                <p:nvPr/>
              </p:nvSpPr>
              <p:spPr>
                <a:xfrm>
                  <a:off x="7123099" y="4060949"/>
                  <a:ext cx="361953" cy="361953"/>
                </a:xfrm>
                <a:prstGeom prst="ellipse">
                  <a:avLst/>
                </a:prstGeom>
                <a:solidFill>
                  <a:srgbClr val="014FA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spcFirstLastPara="1" numCol="1" rtlCol="0" anchor="ctr">
                  <a:prstTxWarp prst="textArchUp">
                    <a:avLst/>
                  </a:prstTxWarp>
                </a:bodyPr>
                <a:lstStyle/>
                <a:p>
                  <a:pPr algn="ctr"/>
                  <a:endParaRPr lang="ko-KR" altLang="en-US" sz="1400"/>
                </a:p>
              </p:txBody>
            </p:sp>
            <p:sp>
              <p:nvSpPr>
                <p:cNvPr id="199" name="자유형: 도형 137">
                  <a:extLst>
                    <a:ext uri="{FF2B5EF4-FFF2-40B4-BE49-F238E27FC236}">
                      <a16:creationId xmlns:a16="http://schemas.microsoft.com/office/drawing/2014/main" id="{F5D1D68D-8018-48E8-BA28-CACDB9D42DEF}"/>
                    </a:ext>
                  </a:extLst>
                </p:cNvPr>
                <p:cNvSpPr/>
                <p:nvPr/>
              </p:nvSpPr>
              <p:spPr>
                <a:xfrm>
                  <a:off x="7211701" y="4147792"/>
                  <a:ext cx="184780" cy="1882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618" h="144285">
                      <a:moveTo>
                        <a:pt x="56540" y="0"/>
                      </a:moveTo>
                      <a:lnTo>
                        <a:pt x="85077" y="0"/>
                      </a:lnTo>
                      <a:lnTo>
                        <a:pt x="85077" y="59475"/>
                      </a:lnTo>
                      <a:lnTo>
                        <a:pt x="141618" y="59475"/>
                      </a:lnTo>
                      <a:lnTo>
                        <a:pt x="141618" y="85078"/>
                      </a:lnTo>
                      <a:lnTo>
                        <a:pt x="85077" y="85078"/>
                      </a:lnTo>
                      <a:lnTo>
                        <a:pt x="85077" y="144285"/>
                      </a:lnTo>
                      <a:lnTo>
                        <a:pt x="56540" y="144285"/>
                      </a:lnTo>
                      <a:lnTo>
                        <a:pt x="56540" y="85078"/>
                      </a:lnTo>
                      <a:lnTo>
                        <a:pt x="0" y="85078"/>
                      </a:lnTo>
                      <a:lnTo>
                        <a:pt x="0" y="59475"/>
                      </a:lnTo>
                      <a:lnTo>
                        <a:pt x="56540" y="59475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63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000" tIns="18000" rIns="18000" bIns="18000" rtlCol="0" anchor="ctr">
                  <a:prstTxWarp prst="textArchUp">
                    <a:avLst/>
                  </a:prstTxWarp>
                </a:bodyPr>
                <a:lstStyle/>
                <a:p>
                  <a:pPr algn="ctr" defTabSz="621991" latinLnBrk="0">
                    <a:buSzPct val="80000"/>
                  </a:pPr>
                  <a:endParaRPr lang="ko-KR" altLang="en-US" sz="1100" b="1" kern="0" dirty="0" err="1">
                    <a:gradFill>
                      <a:gsLst>
                        <a:gs pos="0">
                          <a:srgbClr val="2C2C2C"/>
                        </a:gs>
                        <a:gs pos="51000">
                          <a:srgbClr val="2C2C2C"/>
                        </a:gs>
                      </a:gsLst>
                      <a:lin ang="5400000" scaled="1"/>
                    </a:gradFill>
                    <a:latin typeface="+mn-ea"/>
                  </a:endParaRPr>
                </a:p>
              </p:txBody>
            </p:sp>
          </p:grpSp>
        </p:grpSp>
        <p:grpSp>
          <p:nvGrpSpPr>
            <p:cNvPr id="224" name="그룹 223">
              <a:extLst>
                <a:ext uri="{FF2B5EF4-FFF2-40B4-BE49-F238E27FC236}">
                  <a16:creationId xmlns:a16="http://schemas.microsoft.com/office/drawing/2014/main" id="{7A82D20A-7001-4C30-94D3-EF9DF3D7DC4E}"/>
                </a:ext>
              </a:extLst>
            </p:cNvPr>
            <p:cNvGrpSpPr/>
            <p:nvPr/>
          </p:nvGrpSpPr>
          <p:grpSpPr>
            <a:xfrm>
              <a:off x="3171552" y="8351701"/>
              <a:ext cx="514896" cy="1029791"/>
              <a:chOff x="11131556" y="3003077"/>
              <a:chExt cx="303212" cy="642938"/>
            </a:xfrm>
          </p:grpSpPr>
          <p:sp>
            <p:nvSpPr>
              <p:cNvPr id="225" name="Freeform 29">
                <a:extLst>
                  <a:ext uri="{FF2B5EF4-FFF2-40B4-BE49-F238E27FC236}">
                    <a16:creationId xmlns:a16="http://schemas.microsoft.com/office/drawing/2014/main" id="{7BB7EA56-EFF0-4199-B43F-6F44F8B649D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1212518" y="3091977"/>
                <a:ext cx="46037" cy="74613"/>
              </a:xfrm>
              <a:custGeom>
                <a:avLst/>
                <a:gdLst>
                  <a:gd name="T0" fmla="*/ 7 w 15"/>
                  <a:gd name="T1" fmla="*/ 15 h 25"/>
                  <a:gd name="T2" fmla="*/ 4 w 15"/>
                  <a:gd name="T3" fmla="*/ 15 h 25"/>
                  <a:gd name="T4" fmla="*/ 2 w 15"/>
                  <a:gd name="T5" fmla="*/ 13 h 25"/>
                  <a:gd name="T6" fmla="*/ 0 w 15"/>
                  <a:gd name="T7" fmla="*/ 11 h 25"/>
                  <a:gd name="T8" fmla="*/ 0 w 15"/>
                  <a:gd name="T9" fmla="*/ 8 h 25"/>
                  <a:gd name="T10" fmla="*/ 0 w 15"/>
                  <a:gd name="T11" fmla="*/ 8 h 25"/>
                  <a:gd name="T12" fmla="*/ 0 w 15"/>
                  <a:gd name="T13" fmla="*/ 4 h 25"/>
                  <a:gd name="T14" fmla="*/ 2 w 15"/>
                  <a:gd name="T15" fmla="*/ 2 h 25"/>
                  <a:gd name="T16" fmla="*/ 4 w 15"/>
                  <a:gd name="T17" fmla="*/ 0 h 25"/>
                  <a:gd name="T18" fmla="*/ 7 w 15"/>
                  <a:gd name="T19" fmla="*/ 0 h 25"/>
                  <a:gd name="T20" fmla="*/ 10 w 15"/>
                  <a:gd name="T21" fmla="*/ 0 h 25"/>
                  <a:gd name="T22" fmla="*/ 13 w 15"/>
                  <a:gd name="T23" fmla="*/ 2 h 25"/>
                  <a:gd name="T24" fmla="*/ 14 w 15"/>
                  <a:gd name="T25" fmla="*/ 4 h 25"/>
                  <a:gd name="T26" fmla="*/ 15 w 15"/>
                  <a:gd name="T27" fmla="*/ 8 h 25"/>
                  <a:gd name="T28" fmla="*/ 15 w 15"/>
                  <a:gd name="T29" fmla="*/ 17 h 25"/>
                  <a:gd name="T30" fmla="*/ 14 w 15"/>
                  <a:gd name="T31" fmla="*/ 21 h 25"/>
                  <a:gd name="T32" fmla="*/ 13 w 15"/>
                  <a:gd name="T33" fmla="*/ 23 h 25"/>
                  <a:gd name="T34" fmla="*/ 10 w 15"/>
                  <a:gd name="T35" fmla="*/ 24 h 25"/>
                  <a:gd name="T36" fmla="*/ 7 w 15"/>
                  <a:gd name="T37" fmla="*/ 25 h 25"/>
                  <a:gd name="T38" fmla="*/ 4 w 15"/>
                  <a:gd name="T39" fmla="*/ 24 h 25"/>
                  <a:gd name="T40" fmla="*/ 2 w 15"/>
                  <a:gd name="T41" fmla="*/ 23 h 25"/>
                  <a:gd name="T42" fmla="*/ 0 w 15"/>
                  <a:gd name="T43" fmla="*/ 21 h 25"/>
                  <a:gd name="T44" fmla="*/ 0 w 15"/>
                  <a:gd name="T45" fmla="*/ 19 h 25"/>
                  <a:gd name="T46" fmla="*/ 0 w 15"/>
                  <a:gd name="T47" fmla="*/ 18 h 25"/>
                  <a:gd name="T48" fmla="*/ 1 w 15"/>
                  <a:gd name="T49" fmla="*/ 17 h 25"/>
                  <a:gd name="T50" fmla="*/ 3 w 15"/>
                  <a:gd name="T51" fmla="*/ 17 h 25"/>
                  <a:gd name="T52" fmla="*/ 3 w 15"/>
                  <a:gd name="T53" fmla="*/ 19 h 25"/>
                  <a:gd name="T54" fmla="*/ 4 w 15"/>
                  <a:gd name="T55" fmla="*/ 20 h 25"/>
                  <a:gd name="T56" fmla="*/ 4 w 15"/>
                  <a:gd name="T57" fmla="*/ 21 h 25"/>
                  <a:gd name="T58" fmla="*/ 6 w 15"/>
                  <a:gd name="T59" fmla="*/ 21 h 25"/>
                  <a:gd name="T60" fmla="*/ 7 w 15"/>
                  <a:gd name="T61" fmla="*/ 21 h 25"/>
                  <a:gd name="T62" fmla="*/ 10 w 15"/>
                  <a:gd name="T63" fmla="*/ 20 h 25"/>
                  <a:gd name="T64" fmla="*/ 11 w 15"/>
                  <a:gd name="T65" fmla="*/ 17 h 25"/>
                  <a:gd name="T66" fmla="*/ 11 w 15"/>
                  <a:gd name="T67" fmla="*/ 13 h 25"/>
                  <a:gd name="T68" fmla="*/ 9 w 15"/>
                  <a:gd name="T69" fmla="*/ 14 h 25"/>
                  <a:gd name="T70" fmla="*/ 7 w 15"/>
                  <a:gd name="T71" fmla="*/ 15 h 25"/>
                  <a:gd name="T72" fmla="*/ 11 w 15"/>
                  <a:gd name="T73" fmla="*/ 7 h 25"/>
                  <a:gd name="T74" fmla="*/ 10 w 15"/>
                  <a:gd name="T75" fmla="*/ 4 h 25"/>
                  <a:gd name="T76" fmla="*/ 7 w 15"/>
                  <a:gd name="T77" fmla="*/ 3 h 25"/>
                  <a:gd name="T78" fmla="*/ 4 w 15"/>
                  <a:gd name="T79" fmla="*/ 4 h 25"/>
                  <a:gd name="T80" fmla="*/ 3 w 15"/>
                  <a:gd name="T81" fmla="*/ 7 h 25"/>
                  <a:gd name="T82" fmla="*/ 3 w 15"/>
                  <a:gd name="T83" fmla="*/ 8 h 25"/>
                  <a:gd name="T84" fmla="*/ 4 w 15"/>
                  <a:gd name="T85" fmla="*/ 11 h 25"/>
                  <a:gd name="T86" fmla="*/ 7 w 15"/>
                  <a:gd name="T87" fmla="*/ 12 h 25"/>
                  <a:gd name="T88" fmla="*/ 10 w 15"/>
                  <a:gd name="T89" fmla="*/ 11 h 25"/>
                  <a:gd name="T90" fmla="*/ 11 w 15"/>
                  <a:gd name="T91" fmla="*/ 8 h 25"/>
                  <a:gd name="T92" fmla="*/ 11 w 15"/>
                  <a:gd name="T93" fmla="*/ 7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15" h="25">
                    <a:moveTo>
                      <a:pt x="7" y="15"/>
                    </a:moveTo>
                    <a:cubicBezTo>
                      <a:pt x="6" y="15"/>
                      <a:pt x="5" y="15"/>
                      <a:pt x="4" y="15"/>
                    </a:cubicBezTo>
                    <a:cubicBezTo>
                      <a:pt x="3" y="14"/>
                      <a:pt x="2" y="14"/>
                      <a:pt x="2" y="13"/>
                    </a:cubicBezTo>
                    <a:cubicBezTo>
                      <a:pt x="1" y="13"/>
                      <a:pt x="1" y="12"/>
                      <a:pt x="0" y="11"/>
                    </a:cubicBezTo>
                    <a:cubicBezTo>
                      <a:pt x="0" y="11"/>
                      <a:pt x="0" y="9"/>
                      <a:pt x="0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6"/>
                      <a:pt x="0" y="5"/>
                      <a:pt x="0" y="4"/>
                    </a:cubicBezTo>
                    <a:cubicBezTo>
                      <a:pt x="1" y="3"/>
                      <a:pt x="1" y="2"/>
                      <a:pt x="2" y="2"/>
                    </a:cubicBezTo>
                    <a:cubicBezTo>
                      <a:pt x="3" y="1"/>
                      <a:pt x="3" y="1"/>
                      <a:pt x="4" y="0"/>
                    </a:cubicBezTo>
                    <a:cubicBezTo>
                      <a:pt x="5" y="0"/>
                      <a:pt x="6" y="0"/>
                      <a:pt x="7" y="0"/>
                    </a:cubicBezTo>
                    <a:cubicBezTo>
                      <a:pt x="8" y="0"/>
                      <a:pt x="9" y="0"/>
                      <a:pt x="10" y="0"/>
                    </a:cubicBezTo>
                    <a:cubicBezTo>
                      <a:pt x="11" y="1"/>
                      <a:pt x="12" y="1"/>
                      <a:pt x="13" y="2"/>
                    </a:cubicBezTo>
                    <a:cubicBezTo>
                      <a:pt x="13" y="2"/>
                      <a:pt x="14" y="3"/>
                      <a:pt x="14" y="4"/>
                    </a:cubicBezTo>
                    <a:cubicBezTo>
                      <a:pt x="15" y="5"/>
                      <a:pt x="15" y="6"/>
                      <a:pt x="15" y="8"/>
                    </a:cubicBezTo>
                    <a:cubicBezTo>
                      <a:pt x="15" y="17"/>
                      <a:pt x="15" y="17"/>
                      <a:pt x="15" y="17"/>
                    </a:cubicBezTo>
                    <a:cubicBezTo>
                      <a:pt x="15" y="19"/>
                      <a:pt x="15" y="20"/>
                      <a:pt x="14" y="21"/>
                    </a:cubicBezTo>
                    <a:cubicBezTo>
                      <a:pt x="14" y="22"/>
                      <a:pt x="13" y="22"/>
                      <a:pt x="13" y="23"/>
                    </a:cubicBezTo>
                    <a:cubicBezTo>
                      <a:pt x="12" y="24"/>
                      <a:pt x="11" y="24"/>
                      <a:pt x="10" y="24"/>
                    </a:cubicBezTo>
                    <a:cubicBezTo>
                      <a:pt x="9" y="24"/>
                      <a:pt x="8" y="25"/>
                      <a:pt x="7" y="25"/>
                    </a:cubicBezTo>
                    <a:cubicBezTo>
                      <a:pt x="6" y="25"/>
                      <a:pt x="5" y="24"/>
                      <a:pt x="4" y="24"/>
                    </a:cubicBezTo>
                    <a:cubicBezTo>
                      <a:pt x="3" y="24"/>
                      <a:pt x="2" y="23"/>
                      <a:pt x="2" y="23"/>
                    </a:cubicBezTo>
                    <a:cubicBezTo>
                      <a:pt x="1" y="22"/>
                      <a:pt x="1" y="22"/>
                      <a:pt x="0" y="21"/>
                    </a:cubicBezTo>
                    <a:cubicBezTo>
                      <a:pt x="0" y="20"/>
                      <a:pt x="0" y="19"/>
                      <a:pt x="0" y="19"/>
                    </a:cubicBezTo>
                    <a:cubicBezTo>
                      <a:pt x="0" y="18"/>
                      <a:pt x="0" y="18"/>
                      <a:pt x="0" y="18"/>
                    </a:cubicBezTo>
                    <a:cubicBezTo>
                      <a:pt x="0" y="17"/>
                      <a:pt x="1" y="17"/>
                      <a:pt x="1" y="17"/>
                    </a:cubicBezTo>
                    <a:cubicBezTo>
                      <a:pt x="2" y="17"/>
                      <a:pt x="2" y="17"/>
                      <a:pt x="3" y="17"/>
                    </a:cubicBezTo>
                    <a:cubicBezTo>
                      <a:pt x="3" y="18"/>
                      <a:pt x="3" y="18"/>
                      <a:pt x="3" y="19"/>
                    </a:cubicBezTo>
                    <a:cubicBezTo>
                      <a:pt x="3" y="19"/>
                      <a:pt x="3" y="19"/>
                      <a:pt x="4" y="20"/>
                    </a:cubicBezTo>
                    <a:cubicBezTo>
                      <a:pt x="4" y="20"/>
                      <a:pt x="4" y="20"/>
                      <a:pt x="4" y="21"/>
                    </a:cubicBezTo>
                    <a:cubicBezTo>
                      <a:pt x="5" y="21"/>
                      <a:pt x="5" y="21"/>
                      <a:pt x="6" y="21"/>
                    </a:cubicBezTo>
                    <a:cubicBezTo>
                      <a:pt x="6" y="21"/>
                      <a:pt x="7" y="21"/>
                      <a:pt x="7" y="21"/>
                    </a:cubicBezTo>
                    <a:cubicBezTo>
                      <a:pt x="8" y="21"/>
                      <a:pt x="9" y="21"/>
                      <a:pt x="10" y="20"/>
                    </a:cubicBezTo>
                    <a:cubicBezTo>
                      <a:pt x="11" y="20"/>
                      <a:pt x="11" y="19"/>
                      <a:pt x="11" y="17"/>
                    </a:cubicBezTo>
                    <a:cubicBezTo>
                      <a:pt x="11" y="13"/>
                      <a:pt x="11" y="13"/>
                      <a:pt x="11" y="13"/>
                    </a:cubicBezTo>
                    <a:cubicBezTo>
                      <a:pt x="11" y="14"/>
                      <a:pt x="10" y="14"/>
                      <a:pt x="9" y="14"/>
                    </a:cubicBezTo>
                    <a:cubicBezTo>
                      <a:pt x="8" y="15"/>
                      <a:pt x="8" y="15"/>
                      <a:pt x="7" y="15"/>
                    </a:cubicBezTo>
                    <a:close/>
                    <a:moveTo>
                      <a:pt x="11" y="7"/>
                    </a:moveTo>
                    <a:cubicBezTo>
                      <a:pt x="11" y="6"/>
                      <a:pt x="11" y="5"/>
                      <a:pt x="10" y="4"/>
                    </a:cubicBezTo>
                    <a:cubicBezTo>
                      <a:pt x="9" y="3"/>
                      <a:pt x="9" y="3"/>
                      <a:pt x="7" y="3"/>
                    </a:cubicBezTo>
                    <a:cubicBezTo>
                      <a:pt x="6" y="3"/>
                      <a:pt x="5" y="3"/>
                      <a:pt x="4" y="4"/>
                    </a:cubicBezTo>
                    <a:cubicBezTo>
                      <a:pt x="4" y="5"/>
                      <a:pt x="3" y="6"/>
                      <a:pt x="3" y="7"/>
                    </a:cubicBezTo>
                    <a:cubicBezTo>
                      <a:pt x="3" y="8"/>
                      <a:pt x="3" y="8"/>
                      <a:pt x="3" y="8"/>
                    </a:cubicBezTo>
                    <a:cubicBezTo>
                      <a:pt x="3" y="9"/>
                      <a:pt x="4" y="10"/>
                      <a:pt x="4" y="11"/>
                    </a:cubicBezTo>
                    <a:cubicBezTo>
                      <a:pt x="5" y="12"/>
                      <a:pt x="6" y="12"/>
                      <a:pt x="7" y="12"/>
                    </a:cubicBezTo>
                    <a:cubicBezTo>
                      <a:pt x="8" y="12"/>
                      <a:pt x="9" y="12"/>
                      <a:pt x="10" y="11"/>
                    </a:cubicBezTo>
                    <a:cubicBezTo>
                      <a:pt x="11" y="11"/>
                      <a:pt x="11" y="10"/>
                      <a:pt x="11" y="8"/>
                    </a:cubicBezTo>
                    <a:lnTo>
                      <a:pt x="11" y="7"/>
                    </a:lnTo>
                    <a:close/>
                  </a:path>
                </a:pathLst>
              </a:custGeom>
              <a:solidFill>
                <a:srgbClr val="3C3C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226" name="Freeform 37">
                <a:extLst>
                  <a:ext uri="{FF2B5EF4-FFF2-40B4-BE49-F238E27FC236}">
                    <a16:creationId xmlns:a16="http://schemas.microsoft.com/office/drawing/2014/main" id="{2488BB59-525F-4D54-A844-06673CCC44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209343" y="3003077"/>
                <a:ext cx="58737" cy="290513"/>
              </a:xfrm>
              <a:custGeom>
                <a:avLst/>
                <a:gdLst>
                  <a:gd name="T0" fmla="*/ 9 w 19"/>
                  <a:gd name="T1" fmla="*/ 96 h 96"/>
                  <a:gd name="T2" fmla="*/ 9 w 19"/>
                  <a:gd name="T3" fmla="*/ 96 h 96"/>
                  <a:gd name="T4" fmla="*/ 0 w 19"/>
                  <a:gd name="T5" fmla="*/ 86 h 96"/>
                  <a:gd name="T6" fmla="*/ 0 w 19"/>
                  <a:gd name="T7" fmla="*/ 9 h 96"/>
                  <a:gd name="T8" fmla="*/ 9 w 19"/>
                  <a:gd name="T9" fmla="*/ 0 h 96"/>
                  <a:gd name="T10" fmla="*/ 9 w 19"/>
                  <a:gd name="T11" fmla="*/ 0 h 96"/>
                  <a:gd name="T12" fmla="*/ 19 w 19"/>
                  <a:gd name="T13" fmla="*/ 9 h 96"/>
                  <a:gd name="T14" fmla="*/ 19 w 19"/>
                  <a:gd name="T15" fmla="*/ 86 h 96"/>
                  <a:gd name="T16" fmla="*/ 9 w 19"/>
                  <a:gd name="T17" fmla="*/ 96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9" h="96">
                    <a:moveTo>
                      <a:pt x="9" y="96"/>
                    </a:moveTo>
                    <a:cubicBezTo>
                      <a:pt x="9" y="96"/>
                      <a:pt x="9" y="96"/>
                      <a:pt x="9" y="96"/>
                    </a:cubicBezTo>
                    <a:cubicBezTo>
                      <a:pt x="4" y="96"/>
                      <a:pt x="0" y="91"/>
                      <a:pt x="0" y="86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0" y="4"/>
                      <a:pt x="4" y="0"/>
                      <a:pt x="9" y="0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15" y="0"/>
                      <a:pt x="19" y="4"/>
                      <a:pt x="19" y="9"/>
                    </a:cubicBezTo>
                    <a:cubicBezTo>
                      <a:pt x="19" y="86"/>
                      <a:pt x="19" y="86"/>
                      <a:pt x="19" y="86"/>
                    </a:cubicBezTo>
                    <a:cubicBezTo>
                      <a:pt x="19" y="91"/>
                      <a:pt x="15" y="96"/>
                      <a:pt x="9" y="96"/>
                    </a:cubicBezTo>
                    <a:close/>
                  </a:path>
                </a:pathLst>
              </a:custGeom>
              <a:solidFill>
                <a:srgbClr val="FAC48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227" name="Freeform 38">
                <a:extLst>
                  <a:ext uri="{FF2B5EF4-FFF2-40B4-BE49-F238E27FC236}">
                    <a16:creationId xmlns:a16="http://schemas.microsoft.com/office/drawing/2014/main" id="{2F240283-1527-41FC-943A-F89CF4F64D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268081" y="3126902"/>
                <a:ext cx="57150" cy="166688"/>
              </a:xfrm>
              <a:custGeom>
                <a:avLst/>
                <a:gdLst>
                  <a:gd name="T0" fmla="*/ 10 w 19"/>
                  <a:gd name="T1" fmla="*/ 55 h 55"/>
                  <a:gd name="T2" fmla="*/ 9 w 19"/>
                  <a:gd name="T3" fmla="*/ 55 h 55"/>
                  <a:gd name="T4" fmla="*/ 0 w 19"/>
                  <a:gd name="T5" fmla="*/ 45 h 55"/>
                  <a:gd name="T6" fmla="*/ 0 w 19"/>
                  <a:gd name="T7" fmla="*/ 10 h 55"/>
                  <a:gd name="T8" fmla="*/ 9 w 19"/>
                  <a:gd name="T9" fmla="*/ 0 h 55"/>
                  <a:gd name="T10" fmla="*/ 10 w 19"/>
                  <a:gd name="T11" fmla="*/ 0 h 55"/>
                  <a:gd name="T12" fmla="*/ 19 w 19"/>
                  <a:gd name="T13" fmla="*/ 10 h 55"/>
                  <a:gd name="T14" fmla="*/ 19 w 19"/>
                  <a:gd name="T15" fmla="*/ 45 h 55"/>
                  <a:gd name="T16" fmla="*/ 10 w 19"/>
                  <a:gd name="T17" fmla="*/ 55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9" h="55">
                    <a:moveTo>
                      <a:pt x="10" y="55"/>
                    </a:moveTo>
                    <a:cubicBezTo>
                      <a:pt x="9" y="55"/>
                      <a:pt x="9" y="55"/>
                      <a:pt x="9" y="55"/>
                    </a:cubicBezTo>
                    <a:cubicBezTo>
                      <a:pt x="4" y="55"/>
                      <a:pt x="0" y="50"/>
                      <a:pt x="0" y="45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0" y="4"/>
                      <a:pt x="4" y="0"/>
                      <a:pt x="9" y="0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15" y="0"/>
                      <a:pt x="19" y="4"/>
                      <a:pt x="19" y="10"/>
                    </a:cubicBezTo>
                    <a:cubicBezTo>
                      <a:pt x="19" y="45"/>
                      <a:pt x="19" y="45"/>
                      <a:pt x="19" y="45"/>
                    </a:cubicBezTo>
                    <a:cubicBezTo>
                      <a:pt x="19" y="50"/>
                      <a:pt x="15" y="55"/>
                      <a:pt x="10" y="55"/>
                    </a:cubicBezTo>
                    <a:close/>
                  </a:path>
                </a:pathLst>
              </a:custGeom>
              <a:solidFill>
                <a:srgbClr val="FAC48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228" name="Freeform 39">
                <a:extLst>
                  <a:ext uri="{FF2B5EF4-FFF2-40B4-BE49-F238E27FC236}">
                    <a16:creationId xmlns:a16="http://schemas.microsoft.com/office/drawing/2014/main" id="{80074D30-F94D-4106-8C97-A3B75B96CB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131556" y="3191153"/>
                <a:ext cx="150812" cy="204036"/>
              </a:xfrm>
              <a:custGeom>
                <a:avLst/>
                <a:gdLst>
                  <a:gd name="T0" fmla="*/ 41 w 50"/>
                  <a:gd name="T1" fmla="*/ 87 h 88"/>
                  <a:gd name="T2" fmla="*/ 41 w 50"/>
                  <a:gd name="T3" fmla="*/ 87 h 88"/>
                  <a:gd name="T4" fmla="*/ 28 w 50"/>
                  <a:gd name="T5" fmla="*/ 79 h 88"/>
                  <a:gd name="T6" fmla="*/ 3 w 50"/>
                  <a:gd name="T7" fmla="*/ 17 h 88"/>
                  <a:gd name="T8" fmla="*/ 7 w 50"/>
                  <a:gd name="T9" fmla="*/ 3 h 88"/>
                  <a:gd name="T10" fmla="*/ 7 w 50"/>
                  <a:gd name="T11" fmla="*/ 3 h 88"/>
                  <a:gd name="T12" fmla="*/ 21 w 50"/>
                  <a:gd name="T13" fmla="*/ 7 h 88"/>
                  <a:gd name="T14" fmla="*/ 48 w 50"/>
                  <a:gd name="T15" fmla="*/ 72 h 88"/>
                  <a:gd name="T16" fmla="*/ 41 w 50"/>
                  <a:gd name="T17" fmla="*/ 87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0" h="88">
                    <a:moveTo>
                      <a:pt x="41" y="87"/>
                    </a:moveTo>
                    <a:cubicBezTo>
                      <a:pt x="41" y="87"/>
                      <a:pt x="41" y="87"/>
                      <a:pt x="41" y="87"/>
                    </a:cubicBezTo>
                    <a:cubicBezTo>
                      <a:pt x="35" y="88"/>
                      <a:pt x="30" y="85"/>
                      <a:pt x="28" y="79"/>
                    </a:cubicBezTo>
                    <a:cubicBezTo>
                      <a:pt x="22" y="57"/>
                      <a:pt x="13" y="36"/>
                      <a:pt x="3" y="17"/>
                    </a:cubicBezTo>
                    <a:cubicBezTo>
                      <a:pt x="0" y="12"/>
                      <a:pt x="2" y="6"/>
                      <a:pt x="7" y="3"/>
                    </a:cubicBezTo>
                    <a:cubicBezTo>
                      <a:pt x="7" y="3"/>
                      <a:pt x="7" y="3"/>
                      <a:pt x="7" y="3"/>
                    </a:cubicBezTo>
                    <a:cubicBezTo>
                      <a:pt x="12" y="0"/>
                      <a:pt x="18" y="1"/>
                      <a:pt x="21" y="7"/>
                    </a:cubicBezTo>
                    <a:cubicBezTo>
                      <a:pt x="32" y="27"/>
                      <a:pt x="41" y="48"/>
                      <a:pt x="48" y="72"/>
                    </a:cubicBezTo>
                    <a:cubicBezTo>
                      <a:pt x="50" y="78"/>
                      <a:pt x="46" y="85"/>
                      <a:pt x="41" y="87"/>
                    </a:cubicBezTo>
                    <a:close/>
                  </a:path>
                </a:pathLst>
              </a:custGeom>
              <a:solidFill>
                <a:srgbClr val="FAC48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229" name="Freeform 40">
                <a:extLst>
                  <a:ext uri="{FF2B5EF4-FFF2-40B4-BE49-F238E27FC236}">
                    <a16:creationId xmlns:a16="http://schemas.microsoft.com/office/drawing/2014/main" id="{31675D95-C2FA-40F2-98A0-C5F7FABEE2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325231" y="3145952"/>
                <a:ext cx="57150" cy="147638"/>
              </a:xfrm>
              <a:custGeom>
                <a:avLst/>
                <a:gdLst>
                  <a:gd name="T0" fmla="*/ 10 w 19"/>
                  <a:gd name="T1" fmla="*/ 49 h 49"/>
                  <a:gd name="T2" fmla="*/ 10 w 19"/>
                  <a:gd name="T3" fmla="*/ 49 h 49"/>
                  <a:gd name="T4" fmla="*/ 0 w 19"/>
                  <a:gd name="T5" fmla="*/ 39 h 49"/>
                  <a:gd name="T6" fmla="*/ 0 w 19"/>
                  <a:gd name="T7" fmla="*/ 9 h 49"/>
                  <a:gd name="T8" fmla="*/ 10 w 19"/>
                  <a:gd name="T9" fmla="*/ 0 h 49"/>
                  <a:gd name="T10" fmla="*/ 10 w 19"/>
                  <a:gd name="T11" fmla="*/ 0 h 49"/>
                  <a:gd name="T12" fmla="*/ 19 w 19"/>
                  <a:gd name="T13" fmla="*/ 9 h 49"/>
                  <a:gd name="T14" fmla="*/ 19 w 19"/>
                  <a:gd name="T15" fmla="*/ 39 h 49"/>
                  <a:gd name="T16" fmla="*/ 10 w 19"/>
                  <a:gd name="T17" fmla="*/ 49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9" h="49">
                    <a:moveTo>
                      <a:pt x="10" y="49"/>
                    </a:moveTo>
                    <a:cubicBezTo>
                      <a:pt x="10" y="49"/>
                      <a:pt x="10" y="49"/>
                      <a:pt x="10" y="49"/>
                    </a:cubicBezTo>
                    <a:cubicBezTo>
                      <a:pt x="4" y="49"/>
                      <a:pt x="0" y="44"/>
                      <a:pt x="0" y="39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0" y="4"/>
                      <a:pt x="4" y="0"/>
                      <a:pt x="10" y="0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15" y="0"/>
                      <a:pt x="19" y="4"/>
                      <a:pt x="19" y="9"/>
                    </a:cubicBezTo>
                    <a:cubicBezTo>
                      <a:pt x="19" y="39"/>
                      <a:pt x="19" y="39"/>
                      <a:pt x="19" y="39"/>
                    </a:cubicBezTo>
                    <a:cubicBezTo>
                      <a:pt x="19" y="44"/>
                      <a:pt x="15" y="49"/>
                      <a:pt x="10" y="49"/>
                    </a:cubicBezTo>
                    <a:close/>
                  </a:path>
                </a:pathLst>
              </a:custGeom>
              <a:solidFill>
                <a:srgbClr val="FAC48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230" name="Freeform 41">
                <a:extLst>
                  <a:ext uri="{FF2B5EF4-FFF2-40B4-BE49-F238E27FC236}">
                    <a16:creationId xmlns:a16="http://schemas.microsoft.com/office/drawing/2014/main" id="{45BF56C7-18C5-4F5F-9EB4-75B347252F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382381" y="3160239"/>
                <a:ext cx="52387" cy="133350"/>
              </a:xfrm>
              <a:custGeom>
                <a:avLst/>
                <a:gdLst>
                  <a:gd name="T0" fmla="*/ 9 w 17"/>
                  <a:gd name="T1" fmla="*/ 44 h 44"/>
                  <a:gd name="T2" fmla="*/ 9 w 17"/>
                  <a:gd name="T3" fmla="*/ 44 h 44"/>
                  <a:gd name="T4" fmla="*/ 0 w 17"/>
                  <a:gd name="T5" fmla="*/ 35 h 44"/>
                  <a:gd name="T6" fmla="*/ 0 w 17"/>
                  <a:gd name="T7" fmla="*/ 9 h 44"/>
                  <a:gd name="T8" fmla="*/ 9 w 17"/>
                  <a:gd name="T9" fmla="*/ 0 h 44"/>
                  <a:gd name="T10" fmla="*/ 9 w 17"/>
                  <a:gd name="T11" fmla="*/ 0 h 44"/>
                  <a:gd name="T12" fmla="*/ 17 w 17"/>
                  <a:gd name="T13" fmla="*/ 9 h 44"/>
                  <a:gd name="T14" fmla="*/ 17 w 17"/>
                  <a:gd name="T15" fmla="*/ 35 h 44"/>
                  <a:gd name="T16" fmla="*/ 9 w 17"/>
                  <a:gd name="T17" fmla="*/ 44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44">
                    <a:moveTo>
                      <a:pt x="9" y="44"/>
                    </a:moveTo>
                    <a:cubicBezTo>
                      <a:pt x="9" y="44"/>
                      <a:pt x="9" y="44"/>
                      <a:pt x="9" y="44"/>
                    </a:cubicBezTo>
                    <a:cubicBezTo>
                      <a:pt x="4" y="44"/>
                      <a:pt x="0" y="40"/>
                      <a:pt x="0" y="35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0" y="4"/>
                      <a:pt x="4" y="0"/>
                      <a:pt x="9" y="0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14" y="0"/>
                      <a:pt x="17" y="4"/>
                      <a:pt x="17" y="9"/>
                    </a:cubicBezTo>
                    <a:cubicBezTo>
                      <a:pt x="17" y="35"/>
                      <a:pt x="17" y="35"/>
                      <a:pt x="17" y="35"/>
                    </a:cubicBezTo>
                    <a:cubicBezTo>
                      <a:pt x="17" y="40"/>
                      <a:pt x="14" y="44"/>
                      <a:pt x="9" y="44"/>
                    </a:cubicBezTo>
                    <a:close/>
                  </a:path>
                </a:pathLst>
              </a:custGeom>
              <a:solidFill>
                <a:srgbClr val="FAC48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231" name="Freeform 42">
                <a:extLst>
                  <a:ext uri="{FF2B5EF4-FFF2-40B4-BE49-F238E27FC236}">
                    <a16:creationId xmlns:a16="http://schemas.microsoft.com/office/drawing/2014/main" id="{5B6CEBCF-A32A-434D-91F3-ADCF97CC12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209343" y="3265014"/>
                <a:ext cx="225425" cy="153988"/>
              </a:xfrm>
              <a:custGeom>
                <a:avLst/>
                <a:gdLst>
                  <a:gd name="T0" fmla="*/ 46 w 74"/>
                  <a:gd name="T1" fmla="*/ 51 h 51"/>
                  <a:gd name="T2" fmla="*/ 28 w 74"/>
                  <a:gd name="T3" fmla="*/ 51 h 51"/>
                  <a:gd name="T4" fmla="*/ 0 w 74"/>
                  <a:gd name="T5" fmla="*/ 23 h 51"/>
                  <a:gd name="T6" fmla="*/ 0 w 74"/>
                  <a:gd name="T7" fmla="*/ 0 h 51"/>
                  <a:gd name="T8" fmla="*/ 74 w 74"/>
                  <a:gd name="T9" fmla="*/ 0 h 51"/>
                  <a:gd name="T10" fmla="*/ 74 w 74"/>
                  <a:gd name="T11" fmla="*/ 23 h 51"/>
                  <a:gd name="T12" fmla="*/ 46 w 74"/>
                  <a:gd name="T13" fmla="*/ 51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4" h="51">
                    <a:moveTo>
                      <a:pt x="46" y="51"/>
                    </a:moveTo>
                    <a:cubicBezTo>
                      <a:pt x="28" y="51"/>
                      <a:pt x="28" y="51"/>
                      <a:pt x="28" y="51"/>
                    </a:cubicBezTo>
                    <a:cubicBezTo>
                      <a:pt x="12" y="51"/>
                      <a:pt x="0" y="39"/>
                      <a:pt x="0" y="23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74" y="0"/>
                      <a:pt x="74" y="0"/>
                      <a:pt x="74" y="0"/>
                    </a:cubicBezTo>
                    <a:cubicBezTo>
                      <a:pt x="74" y="23"/>
                      <a:pt x="74" y="23"/>
                      <a:pt x="74" y="23"/>
                    </a:cubicBezTo>
                    <a:cubicBezTo>
                      <a:pt x="74" y="39"/>
                      <a:pt x="62" y="51"/>
                      <a:pt x="46" y="51"/>
                    </a:cubicBezTo>
                    <a:close/>
                  </a:path>
                </a:pathLst>
              </a:custGeom>
              <a:solidFill>
                <a:srgbClr val="FAC48E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232" name="Rectangle 43">
                <a:extLst>
                  <a:ext uri="{FF2B5EF4-FFF2-40B4-BE49-F238E27FC236}">
                    <a16:creationId xmlns:a16="http://schemas.microsoft.com/office/drawing/2014/main" id="{80CCC2FE-E643-4C09-9CDF-9D48C02176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42681" y="3349152"/>
                <a:ext cx="158750" cy="153988"/>
              </a:xfrm>
              <a:prstGeom prst="rect">
                <a:avLst/>
              </a:prstGeom>
              <a:solidFill>
                <a:srgbClr val="FAC48E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233" name="Freeform 44">
                <a:extLst>
                  <a:ext uri="{FF2B5EF4-FFF2-40B4-BE49-F238E27FC236}">
                    <a16:creationId xmlns:a16="http://schemas.microsoft.com/office/drawing/2014/main" id="{0BD568B6-BB1F-4DCE-84A1-D3E37E2EE8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209343" y="3218977"/>
                <a:ext cx="225425" cy="98425"/>
              </a:xfrm>
              <a:custGeom>
                <a:avLst/>
                <a:gdLst>
                  <a:gd name="T0" fmla="*/ 74 w 74"/>
                  <a:gd name="T1" fmla="*/ 33 h 33"/>
                  <a:gd name="T2" fmla="*/ 74 w 74"/>
                  <a:gd name="T3" fmla="*/ 16 h 33"/>
                  <a:gd name="T4" fmla="*/ 66 w 74"/>
                  <a:gd name="T5" fmla="*/ 7 h 33"/>
                  <a:gd name="T6" fmla="*/ 66 w 74"/>
                  <a:gd name="T7" fmla="*/ 7 h 33"/>
                  <a:gd name="T8" fmla="*/ 57 w 74"/>
                  <a:gd name="T9" fmla="*/ 16 h 33"/>
                  <a:gd name="T10" fmla="*/ 57 w 74"/>
                  <a:gd name="T11" fmla="*/ 13 h 33"/>
                  <a:gd name="T12" fmla="*/ 48 w 74"/>
                  <a:gd name="T13" fmla="*/ 3 h 33"/>
                  <a:gd name="T14" fmla="*/ 48 w 74"/>
                  <a:gd name="T15" fmla="*/ 3 h 33"/>
                  <a:gd name="T16" fmla="*/ 38 w 74"/>
                  <a:gd name="T17" fmla="*/ 13 h 33"/>
                  <a:gd name="T18" fmla="*/ 38 w 74"/>
                  <a:gd name="T19" fmla="*/ 10 h 33"/>
                  <a:gd name="T20" fmla="*/ 29 w 74"/>
                  <a:gd name="T21" fmla="*/ 0 h 33"/>
                  <a:gd name="T22" fmla="*/ 28 w 74"/>
                  <a:gd name="T23" fmla="*/ 0 h 33"/>
                  <a:gd name="T24" fmla="*/ 19 w 74"/>
                  <a:gd name="T25" fmla="*/ 10 h 33"/>
                  <a:gd name="T26" fmla="*/ 9 w 74"/>
                  <a:gd name="T27" fmla="*/ 0 h 33"/>
                  <a:gd name="T28" fmla="*/ 9 w 74"/>
                  <a:gd name="T29" fmla="*/ 0 h 33"/>
                  <a:gd name="T30" fmla="*/ 0 w 74"/>
                  <a:gd name="T31" fmla="*/ 10 h 33"/>
                  <a:gd name="T32" fmla="*/ 0 w 74"/>
                  <a:gd name="T33" fmla="*/ 33 h 33"/>
                  <a:gd name="T34" fmla="*/ 74 w 74"/>
                  <a:gd name="T35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74" h="33">
                    <a:moveTo>
                      <a:pt x="74" y="33"/>
                    </a:moveTo>
                    <a:cubicBezTo>
                      <a:pt x="74" y="16"/>
                      <a:pt x="74" y="16"/>
                      <a:pt x="74" y="16"/>
                    </a:cubicBezTo>
                    <a:cubicBezTo>
                      <a:pt x="74" y="11"/>
                      <a:pt x="71" y="7"/>
                      <a:pt x="66" y="7"/>
                    </a:cubicBezTo>
                    <a:cubicBezTo>
                      <a:pt x="66" y="7"/>
                      <a:pt x="66" y="7"/>
                      <a:pt x="66" y="7"/>
                    </a:cubicBezTo>
                    <a:cubicBezTo>
                      <a:pt x="61" y="7"/>
                      <a:pt x="57" y="11"/>
                      <a:pt x="57" y="16"/>
                    </a:cubicBezTo>
                    <a:cubicBezTo>
                      <a:pt x="57" y="13"/>
                      <a:pt x="57" y="13"/>
                      <a:pt x="57" y="13"/>
                    </a:cubicBezTo>
                    <a:cubicBezTo>
                      <a:pt x="57" y="7"/>
                      <a:pt x="53" y="3"/>
                      <a:pt x="48" y="3"/>
                    </a:cubicBezTo>
                    <a:cubicBezTo>
                      <a:pt x="48" y="3"/>
                      <a:pt x="48" y="3"/>
                      <a:pt x="48" y="3"/>
                    </a:cubicBezTo>
                    <a:cubicBezTo>
                      <a:pt x="42" y="3"/>
                      <a:pt x="38" y="7"/>
                      <a:pt x="38" y="13"/>
                    </a:cubicBezTo>
                    <a:cubicBezTo>
                      <a:pt x="38" y="10"/>
                      <a:pt x="38" y="10"/>
                      <a:pt x="38" y="10"/>
                    </a:cubicBezTo>
                    <a:cubicBezTo>
                      <a:pt x="38" y="5"/>
                      <a:pt x="34" y="0"/>
                      <a:pt x="29" y="0"/>
                    </a:cubicBezTo>
                    <a:cubicBezTo>
                      <a:pt x="28" y="0"/>
                      <a:pt x="28" y="0"/>
                      <a:pt x="28" y="0"/>
                    </a:cubicBezTo>
                    <a:cubicBezTo>
                      <a:pt x="23" y="0"/>
                      <a:pt x="19" y="5"/>
                      <a:pt x="19" y="10"/>
                    </a:cubicBezTo>
                    <a:cubicBezTo>
                      <a:pt x="19" y="5"/>
                      <a:pt x="15" y="0"/>
                      <a:pt x="9" y="0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4" y="0"/>
                      <a:pt x="0" y="5"/>
                      <a:pt x="0" y="10"/>
                    </a:cubicBezTo>
                    <a:cubicBezTo>
                      <a:pt x="0" y="33"/>
                      <a:pt x="0" y="33"/>
                      <a:pt x="0" y="33"/>
                    </a:cubicBezTo>
                    <a:lnTo>
                      <a:pt x="74" y="33"/>
                    </a:lnTo>
                    <a:close/>
                  </a:path>
                </a:pathLst>
              </a:custGeom>
              <a:solidFill>
                <a:srgbClr val="FAC48E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234" name="Rectangle 45">
                <a:extLst>
                  <a:ext uri="{FF2B5EF4-FFF2-40B4-BE49-F238E27FC236}">
                    <a16:creationId xmlns:a16="http://schemas.microsoft.com/office/drawing/2014/main" id="{615D4BB0-13C9-4004-9187-F4A6D0B7D7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25218" y="3485677"/>
                <a:ext cx="193675" cy="160338"/>
              </a:xfrm>
              <a:prstGeom prst="rect">
                <a:avLst/>
              </a:prstGeom>
              <a:solidFill>
                <a:srgbClr val="28324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235" name="Rectangle 46">
                <a:extLst>
                  <a:ext uri="{FF2B5EF4-FFF2-40B4-BE49-F238E27FC236}">
                    <a16:creationId xmlns:a16="http://schemas.microsoft.com/office/drawing/2014/main" id="{34A3DB36-F59C-4FC5-81E9-A36CBBF5A3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37918" y="3412652"/>
                <a:ext cx="169862" cy="73025"/>
              </a:xfrm>
              <a:prstGeom prst="rect">
                <a:avLst/>
              </a:prstGeom>
              <a:solidFill>
                <a:srgbClr val="EDED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236" name="Oval 47">
                <a:extLst>
                  <a:ext uri="{FF2B5EF4-FFF2-40B4-BE49-F238E27FC236}">
                    <a16:creationId xmlns:a16="http://schemas.microsoft.com/office/drawing/2014/main" id="{E8BA63F3-7483-4AD9-91A2-6FDE835BC4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382381" y="3503139"/>
                <a:ext cx="22225" cy="222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237" name="Oval 48">
                <a:extLst>
                  <a:ext uri="{FF2B5EF4-FFF2-40B4-BE49-F238E27FC236}">
                    <a16:creationId xmlns:a16="http://schemas.microsoft.com/office/drawing/2014/main" id="{449D1A07-4F7C-403A-B7FC-D1AA47D6CC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382381" y="3536477"/>
                <a:ext cx="22225" cy="222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238" name="Oval 49">
                <a:extLst>
                  <a:ext uri="{FF2B5EF4-FFF2-40B4-BE49-F238E27FC236}">
                    <a16:creationId xmlns:a16="http://schemas.microsoft.com/office/drawing/2014/main" id="{261EC0B2-B3C8-4412-A8C1-B1E88C47B7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382381" y="3569814"/>
                <a:ext cx="22225" cy="222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>
                  <a:solidFill>
                    <a:prstClr val="black"/>
                  </a:solidFill>
                </a:endParaRPr>
              </a:p>
            </p:txBody>
          </p:sp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0C5A193-CA7E-4002-A753-3726EA4EA0A3}"/>
                </a:ext>
              </a:extLst>
            </p:cNvPr>
            <p:cNvSpPr txBox="1"/>
            <p:nvPr/>
          </p:nvSpPr>
          <p:spPr>
            <a:xfrm>
              <a:off x="2795777" y="7768126"/>
              <a:ext cx="502061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600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G마켓 산스 Bold" panose="02000000000000000000" pitchFamily="50" charset="-127"/>
                  <a:ea typeface="G마켓 산스 Bold" panose="02000000000000000000" pitchFamily="50" charset="-127"/>
                </a:rPr>
                <a:t>4</a:t>
              </a:r>
              <a:endParaRPr lang="ko-KR" altLang="en-US" sz="3600">
                <a:solidFill>
                  <a:schemeClr val="accent1">
                    <a:lumMod val="20000"/>
                    <a:lumOff val="80000"/>
                  </a:schemeClr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endParaRPr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667853A9-8B9A-4593-957E-78314307A7A6}"/>
              </a:ext>
            </a:extLst>
          </p:cNvPr>
          <p:cNvGrpSpPr/>
          <p:nvPr/>
        </p:nvGrpSpPr>
        <p:grpSpPr>
          <a:xfrm>
            <a:off x="1367182" y="2900828"/>
            <a:ext cx="4123636" cy="468000"/>
            <a:chOff x="1138091" y="2900828"/>
            <a:chExt cx="4581818" cy="504000"/>
          </a:xfrm>
        </p:grpSpPr>
        <p:sp>
          <p:nvSpPr>
            <p:cNvPr id="276" name="직사각형 275">
              <a:extLst>
                <a:ext uri="{FF2B5EF4-FFF2-40B4-BE49-F238E27FC236}">
                  <a16:creationId xmlns:a16="http://schemas.microsoft.com/office/drawing/2014/main" id="{2AD2967A-157C-4D5C-A87B-7C26250A2538}"/>
                </a:ext>
              </a:extLst>
            </p:cNvPr>
            <p:cNvSpPr/>
            <p:nvPr/>
          </p:nvSpPr>
          <p:spPr>
            <a:xfrm>
              <a:off x="1138091" y="2900828"/>
              <a:ext cx="4581818" cy="504000"/>
            </a:xfrm>
            <a:prstGeom prst="rect">
              <a:avLst/>
            </a:prstGeom>
            <a:gradFill>
              <a:gsLst>
                <a:gs pos="100000">
                  <a:srgbClr val="0070C0">
                    <a:alpha val="0"/>
                  </a:srgbClr>
                </a:gs>
                <a:gs pos="80000">
                  <a:srgbClr val="0070C0"/>
                </a:gs>
                <a:gs pos="20000">
                  <a:srgbClr val="0070C0"/>
                </a:gs>
                <a:gs pos="0">
                  <a:srgbClr val="0070C0">
                    <a:alpha val="0"/>
                  </a:srgbClr>
                </a:gs>
              </a:gsLst>
              <a:lin ang="0" scaled="0"/>
            </a:gradFill>
            <a:ln>
              <a:noFill/>
            </a:ln>
            <a:effectLst>
              <a:outerShdw blurRad="38100" dist="38100" dir="5400000" algn="t" rotWithShape="0">
                <a:prstClr val="black">
                  <a:alpha val="10000"/>
                </a:prstClr>
              </a:outerShdw>
            </a:effectLst>
          </p:spPr>
          <p:txBody>
            <a:bodyPr wrap="none" lIns="72000" tIns="36000" rIns="72000" bIns="36000" anchor="ctr"/>
            <a:lstStyle/>
            <a:p>
              <a:pPr lvl="0" algn="ctr"/>
              <a:endParaRPr lang="ko-KR" altLang="en-US" sz="1200" spc="-5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whit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</a:endParaRPr>
            </a:p>
          </p:txBody>
        </p:sp>
        <p:sp>
          <p:nvSpPr>
            <p:cNvPr id="277" name="직사각형 276">
              <a:extLst>
                <a:ext uri="{FF2B5EF4-FFF2-40B4-BE49-F238E27FC236}">
                  <a16:creationId xmlns:a16="http://schemas.microsoft.com/office/drawing/2014/main" id="{6914FCEC-1979-4F91-9A55-C1EA97CD6C20}"/>
                </a:ext>
              </a:extLst>
            </p:cNvPr>
            <p:cNvSpPr/>
            <p:nvPr/>
          </p:nvSpPr>
          <p:spPr>
            <a:xfrm>
              <a:off x="1138091" y="2940522"/>
              <a:ext cx="4581818" cy="432000"/>
            </a:xfrm>
            <a:prstGeom prst="rect">
              <a:avLst/>
            </a:prstGeom>
            <a:gradFill>
              <a:gsLst>
                <a:gs pos="100000">
                  <a:schemeClr val="bg1"/>
                </a:gs>
                <a:gs pos="80000">
                  <a:schemeClr val="accent1">
                    <a:lumMod val="5000"/>
                    <a:lumOff val="95000"/>
                  </a:schemeClr>
                </a:gs>
                <a:gs pos="20000">
                  <a:schemeClr val="accent1">
                    <a:lumMod val="5000"/>
                    <a:lumOff val="95000"/>
                  </a:schemeClr>
                </a:gs>
                <a:gs pos="0">
                  <a:schemeClr val="bg1"/>
                </a:gs>
              </a:gsLst>
              <a:lin ang="0" scaled="0"/>
            </a:gradFill>
            <a:ln>
              <a:noFill/>
            </a:ln>
          </p:spPr>
          <p:txBody>
            <a:bodyPr wrap="none" lIns="72000" tIns="36000" rIns="72000" bIns="36000" anchor="ctr"/>
            <a:lstStyle/>
            <a:p>
              <a:pPr lvl="0" algn="ctr" fontAlgn="base">
                <a:spcBef>
                  <a:spcPct val="0"/>
                </a:spcBef>
                <a:spcAft>
                  <a:spcPts val="600"/>
                </a:spcAft>
                <a:defRPr/>
              </a:pPr>
              <a:r>
                <a:rPr lang="ko-KR" altLang="en-US" sz="160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rgbClr val="002060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</a:rPr>
                <a:t>사업수행 방향 설정 및 목표 수립</a:t>
              </a:r>
              <a:endParaRPr lang="en-US" altLang="ko-KR" sz="16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206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</a:endParaRPr>
            </a:p>
          </p:txBody>
        </p:sp>
      </p:grpSp>
      <p:sp>
        <p:nvSpPr>
          <p:cNvPr id="68" name="Rectangle 423">
            <a:extLst>
              <a:ext uri="{FF2B5EF4-FFF2-40B4-BE49-F238E27FC236}">
                <a16:creationId xmlns:a16="http://schemas.microsoft.com/office/drawing/2014/main" id="{0644AA3F-53CB-4EDF-8FA4-8CB67E434B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2003" y="3476836"/>
            <a:ext cx="4053995" cy="1692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>
            <a:lvl1pPr algn="ctr">
              <a:buSzPct val="80000"/>
              <a:defRPr kumimoji="1" sz="1000">
                <a:solidFill>
                  <a:schemeClr val="bg1"/>
                </a:solidFill>
                <a:latin typeface="산돌고딕 L" pitchFamily="18" charset="-127"/>
                <a:ea typeface="산돌고딕 L" pitchFamily="18" charset="-127"/>
              </a:defRPr>
            </a:lvl1pPr>
            <a:lvl2pPr marL="742950" indent="-285750" algn="ctr">
              <a:buSzPct val="80000"/>
              <a:defRPr kumimoji="1" sz="1000">
                <a:solidFill>
                  <a:schemeClr val="bg1"/>
                </a:solidFill>
                <a:latin typeface="산돌고딕 L" pitchFamily="18" charset="-127"/>
                <a:ea typeface="산돌고딕 L" pitchFamily="18" charset="-127"/>
              </a:defRPr>
            </a:lvl2pPr>
            <a:lvl3pPr marL="1143000" indent="-228600" algn="ctr">
              <a:buSzPct val="80000"/>
              <a:defRPr kumimoji="1" sz="1000">
                <a:solidFill>
                  <a:schemeClr val="bg1"/>
                </a:solidFill>
                <a:latin typeface="산돌고딕 L" pitchFamily="18" charset="-127"/>
                <a:ea typeface="산돌고딕 L" pitchFamily="18" charset="-127"/>
              </a:defRPr>
            </a:lvl3pPr>
            <a:lvl4pPr marL="1600200" indent="-228600" algn="ctr">
              <a:buSzPct val="80000"/>
              <a:defRPr kumimoji="1" sz="1000">
                <a:solidFill>
                  <a:schemeClr val="bg1"/>
                </a:solidFill>
                <a:latin typeface="산돌고딕 L" pitchFamily="18" charset="-127"/>
                <a:ea typeface="산돌고딕 L" pitchFamily="18" charset="-127"/>
              </a:defRPr>
            </a:lvl4pPr>
            <a:lvl5pPr marL="2057400" indent="-228600" algn="ctr">
              <a:buSzPct val="80000"/>
              <a:defRPr kumimoji="1" sz="1000">
                <a:solidFill>
                  <a:schemeClr val="bg1"/>
                </a:solidFill>
                <a:latin typeface="산돌고딕 L" pitchFamily="18" charset="-127"/>
                <a:ea typeface="산돌고딕 L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SzPct val="80000"/>
              <a:defRPr kumimoji="1" sz="1000">
                <a:solidFill>
                  <a:schemeClr val="bg1"/>
                </a:solidFill>
                <a:latin typeface="산돌고딕 L" pitchFamily="18" charset="-127"/>
                <a:ea typeface="산돌고딕 L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SzPct val="80000"/>
              <a:defRPr kumimoji="1" sz="1000">
                <a:solidFill>
                  <a:schemeClr val="bg1"/>
                </a:solidFill>
                <a:latin typeface="산돌고딕 L" pitchFamily="18" charset="-127"/>
                <a:ea typeface="산돌고딕 L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SzPct val="80000"/>
              <a:defRPr kumimoji="1" sz="1000">
                <a:solidFill>
                  <a:schemeClr val="bg1"/>
                </a:solidFill>
                <a:latin typeface="산돌고딕 L" pitchFamily="18" charset="-127"/>
                <a:ea typeface="산돌고딕 L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SzPct val="80000"/>
              <a:defRPr kumimoji="1" sz="1000">
                <a:solidFill>
                  <a:schemeClr val="bg1"/>
                </a:solidFill>
                <a:latin typeface="산돌고딕 L" pitchFamily="18" charset="-127"/>
                <a:ea typeface="산돌고딕 L" pitchFamily="18" charset="-127"/>
              </a:defRPr>
            </a:lvl9pPr>
          </a:lstStyle>
          <a:p>
            <a:pPr fontAlgn="base">
              <a:spcBef>
                <a:spcPct val="0"/>
              </a:spcBef>
              <a:spcAft>
                <a:spcPts val="600"/>
              </a:spcAft>
              <a:buSzTx/>
              <a:defRPr/>
            </a:pPr>
            <a:r>
              <a:rPr lang="ko-KR" altLang="en-US" sz="1100" spc="-5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2">
                    <a:lumMod val="75000"/>
                  </a:schemeClr>
                </a:solidFill>
                <a:latin typeface="+mn-ea"/>
                <a:ea typeface="+mn-ea"/>
              </a:rPr>
              <a:t>철저한 과업 분석과 소통을 통하여 사업성공을 위한 </a:t>
            </a:r>
            <a:r>
              <a:rPr lang="en-US" altLang="ko-KR" sz="1100" spc="-5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2">
                    <a:lumMod val="75000"/>
                  </a:schemeClr>
                </a:solidFill>
                <a:latin typeface="+mn-ea"/>
                <a:ea typeface="+mn-ea"/>
              </a:rPr>
              <a:t>4</a:t>
            </a:r>
            <a:r>
              <a:rPr lang="ko-KR" altLang="en-US" sz="1100" spc="-5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2">
                    <a:lumMod val="75000"/>
                  </a:schemeClr>
                </a:solidFill>
                <a:latin typeface="+mn-ea"/>
                <a:ea typeface="+mn-ea"/>
              </a:rPr>
              <a:t>대 사업수행 방향을 수립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7939F9-968C-371F-233F-9EDDF88114C1}"/>
              </a:ext>
            </a:extLst>
          </p:cNvPr>
          <p:cNvSpPr txBox="1"/>
          <p:nvPr/>
        </p:nvSpPr>
        <p:spPr>
          <a:xfrm>
            <a:off x="1667082" y="503378"/>
            <a:ext cx="1313436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defTabSz="987095"/>
            <a:r>
              <a:rPr lang="en-US" altLang="ko-KR" sz="800" spc="-54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Ⅰ  </a:t>
            </a:r>
            <a:r>
              <a:rPr lang="ko-KR" altLang="en-US" sz="800" spc="-54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제안 개요  </a:t>
            </a:r>
            <a:r>
              <a:rPr lang="en-US" altLang="ko-KR" sz="800" spc="-54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&gt;  1. </a:t>
            </a:r>
            <a:r>
              <a:rPr lang="ko-KR" altLang="en-US" sz="800" spc="-54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제안의 목적 및 배경</a:t>
            </a:r>
          </a:p>
        </p:txBody>
      </p:sp>
    </p:spTree>
    <p:extLst>
      <p:ext uri="{BB962C8B-B14F-4D97-AF65-F5344CB8AC3E}">
        <p14:creationId xmlns:p14="http://schemas.microsoft.com/office/powerpoint/2010/main" val="169219738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" name="그룹 103">
            <a:extLst>
              <a:ext uri="{FF2B5EF4-FFF2-40B4-BE49-F238E27FC236}">
                <a16:creationId xmlns:a16="http://schemas.microsoft.com/office/drawing/2014/main" id="{31F25D46-D6C8-4B79-A4B8-F9A54CDFC049}"/>
              </a:ext>
            </a:extLst>
          </p:cNvPr>
          <p:cNvGrpSpPr/>
          <p:nvPr/>
        </p:nvGrpSpPr>
        <p:grpSpPr>
          <a:xfrm>
            <a:off x="440668" y="1064568"/>
            <a:ext cx="66431" cy="180000"/>
            <a:chOff x="447632" y="1870808"/>
            <a:chExt cx="66431" cy="247087"/>
          </a:xfrm>
        </p:grpSpPr>
        <p:sp>
          <p:nvSpPr>
            <p:cNvPr id="105" name="직사각형 104">
              <a:extLst>
                <a:ext uri="{FF2B5EF4-FFF2-40B4-BE49-F238E27FC236}">
                  <a16:creationId xmlns:a16="http://schemas.microsoft.com/office/drawing/2014/main" id="{C5C260F6-BCFA-4CEC-8E60-B1E1B815C74B}"/>
                </a:ext>
              </a:extLst>
            </p:cNvPr>
            <p:cNvSpPr/>
            <p:nvPr/>
          </p:nvSpPr>
          <p:spPr>
            <a:xfrm>
              <a:off x="447632" y="1990162"/>
              <a:ext cx="66431" cy="12773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/>
            </a:bodyPr>
            <a:lstStyle/>
            <a:p>
              <a:pPr algn="ctr"/>
              <a:endParaRPr lang="ko-KR" altLang="en-US">
                <a:ln>
                  <a:solidFill>
                    <a:srgbClr val="02A1B2">
                      <a:alpha val="0"/>
                    </a:srgbClr>
                  </a:solidFill>
                </a:ln>
              </a:endParaRPr>
            </a:p>
          </p:txBody>
        </p:sp>
        <p:sp>
          <p:nvSpPr>
            <p:cNvPr id="106" name="직사각형 105">
              <a:extLst>
                <a:ext uri="{FF2B5EF4-FFF2-40B4-BE49-F238E27FC236}">
                  <a16:creationId xmlns:a16="http://schemas.microsoft.com/office/drawing/2014/main" id="{AE02ECC2-8D00-4A26-9811-3B9E2F9B3A26}"/>
                </a:ext>
              </a:extLst>
            </p:cNvPr>
            <p:cNvSpPr/>
            <p:nvPr/>
          </p:nvSpPr>
          <p:spPr>
            <a:xfrm>
              <a:off x="447632" y="1870808"/>
              <a:ext cx="66431" cy="127733"/>
            </a:xfrm>
            <a:prstGeom prst="rect">
              <a:avLst/>
            </a:prstGeom>
            <a:solidFill>
              <a:srgbClr val="B71B6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/>
            </a:bodyPr>
            <a:lstStyle/>
            <a:p>
              <a:pPr algn="ctr"/>
              <a:endParaRPr lang="ko-KR" altLang="en-US">
                <a:ln>
                  <a:solidFill>
                    <a:srgbClr val="02A1B2">
                      <a:alpha val="0"/>
                    </a:srgbClr>
                  </a:solidFill>
                </a:ln>
              </a:endParaRPr>
            </a:p>
          </p:txBody>
        </p:sp>
      </p:grpSp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AD5C7254-F999-448F-AA60-CB7661EE6867}"/>
              </a:ext>
            </a:extLst>
          </p:cNvPr>
          <p:cNvSpPr/>
          <p:nvPr/>
        </p:nvSpPr>
        <p:spPr>
          <a:xfrm>
            <a:off x="5206867" y="1065770"/>
            <a:ext cx="1209800" cy="17763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36000" rIns="72000" bIns="18000" rtlCol="0" anchor="ctr">
            <a:spAutoFit/>
          </a:bodyPr>
          <a:lstStyle/>
          <a:p>
            <a:pPr algn="r"/>
            <a:r>
              <a: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요구사항 번호</a:t>
            </a:r>
            <a:r>
              <a:rPr lang="en-US" altLang="ko-KR" sz="8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: </a:t>
            </a:r>
            <a:r>
              <a:rPr lang="en-US" altLang="ko-KR" sz="800">
                <a:solidFill>
                  <a:srgbClr val="0070C0"/>
                </a:solidFill>
                <a:latin typeface="+mj-ea"/>
                <a:ea typeface="+mj-ea"/>
              </a:rPr>
              <a:t>ABC-001</a:t>
            </a:r>
            <a:endParaRPr lang="ko-KR" altLang="en-US" sz="800" dirty="0">
              <a:solidFill>
                <a:srgbClr val="0070C0"/>
              </a:solidFill>
              <a:latin typeface="+mj-ea"/>
              <a:ea typeface="+mj-ea"/>
            </a:endParaRPr>
          </a:p>
        </p:txBody>
      </p:sp>
      <p:sp>
        <p:nvSpPr>
          <p:cNvPr id="108" name="AutoShape 165">
            <a:extLst>
              <a:ext uri="{FF2B5EF4-FFF2-40B4-BE49-F238E27FC236}">
                <a16:creationId xmlns:a16="http://schemas.microsoft.com/office/drawing/2014/main" id="{711C0E65-35EB-4D9A-86AB-FA3764DEE4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668" y="1568624"/>
            <a:ext cx="5976000" cy="647237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3175" algn="ctr">
            <a:solidFill>
              <a:schemeClr val="bg1">
                <a:lumMod val="95000"/>
              </a:schemeClr>
            </a:solidFill>
            <a:round/>
            <a:headEnd/>
            <a:tailEnd/>
          </a:ln>
          <a:effectLst/>
        </p:spPr>
        <p:txBody>
          <a:bodyPr wrap="square" lIns="144000" tIns="36000" rIns="72000" bIns="36000" anchor="ctr"/>
          <a:lstStyle/>
          <a:p>
            <a:pPr marL="85725" lvl="0" indent="-85725" defTabSz="914400" fontAlgn="ctr">
              <a:lnSpc>
                <a:spcPct val="110000"/>
              </a:lnSpc>
              <a:spcAft>
                <a:spcPts val="300"/>
              </a:spcAft>
              <a:buFont typeface="Arial" pitchFamily="34" charset="0"/>
              <a:buChar char="•"/>
              <a:defRPr/>
            </a:pPr>
            <a:r>
              <a:rPr kumimoji="1" lang="ko-KR" altLang="en-US" sz="1000" ker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사용자 중심의 서비스 구성 및 다양한 환경 최적화</a:t>
            </a:r>
            <a:r>
              <a:rPr kumimoji="1" lang="en-US" altLang="ko-KR" sz="1000" ker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, </a:t>
            </a:r>
            <a:r>
              <a:rPr kumimoji="1" lang="ko-KR" altLang="en-US" sz="1000" ker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이용의 편의성 증대로 </a:t>
            </a:r>
            <a:r>
              <a:rPr kumimoji="1" lang="ko-KR" altLang="en-US" sz="1000" ker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사용자 만족도 향상</a:t>
            </a:r>
          </a:p>
          <a:p>
            <a:pPr marL="85725" lvl="0" indent="-85725" defTabSz="914400" fontAlgn="ctr">
              <a:lnSpc>
                <a:spcPct val="110000"/>
              </a:lnSpc>
              <a:spcAft>
                <a:spcPts val="300"/>
              </a:spcAft>
              <a:buFont typeface="Arial" pitchFamily="34" charset="0"/>
              <a:buChar char="•"/>
              <a:defRPr/>
            </a:pPr>
            <a:r>
              <a:rPr kumimoji="1" lang="ko-KR" altLang="en-US" sz="1000" ker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시스템 운영의 안정성</a:t>
            </a:r>
            <a:r>
              <a:rPr kumimoji="1" lang="en-US" altLang="ko-KR" sz="1000" ker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, </a:t>
            </a:r>
            <a:r>
              <a:rPr kumimoji="1" lang="ko-KR" altLang="en-US" sz="1000" ker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관리의 효율성 향상 등 </a:t>
            </a:r>
            <a:r>
              <a:rPr kumimoji="1" lang="ko-KR" altLang="en-US" sz="1000" ker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다방면에서 효과</a:t>
            </a:r>
            <a:r>
              <a:rPr kumimoji="1" lang="ko-KR" altLang="en-US" sz="1000" ker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가 나타날 것으로 기대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62DD994D-68C7-4219-8705-73B048C701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676" y="1064568"/>
            <a:ext cx="995516" cy="199285"/>
          </a:xfrm>
        </p:spPr>
        <p:txBody>
          <a:bodyPr/>
          <a:lstStyle/>
          <a:p>
            <a:r>
              <a:rPr lang="en-US" altLang="ko-KR" dirty="0"/>
              <a:t>5. </a:t>
            </a:r>
            <a:r>
              <a:rPr lang="ko-KR" altLang="en-US" dirty="0"/>
              <a:t>기대 효과</a:t>
            </a:r>
          </a:p>
        </p:txBody>
      </p:sp>
      <p:grpSp>
        <p:nvGrpSpPr>
          <p:cNvPr id="110" name="그룹 109">
            <a:extLst>
              <a:ext uri="{FF2B5EF4-FFF2-40B4-BE49-F238E27FC236}">
                <a16:creationId xmlns:a16="http://schemas.microsoft.com/office/drawing/2014/main" id="{CB80D2D0-F232-4C25-AF45-8E3B614F0C58}"/>
              </a:ext>
            </a:extLst>
          </p:cNvPr>
          <p:cNvGrpSpPr/>
          <p:nvPr/>
        </p:nvGrpSpPr>
        <p:grpSpPr>
          <a:xfrm>
            <a:off x="440668" y="2504728"/>
            <a:ext cx="5976000" cy="184666"/>
            <a:chOff x="4503039" y="5804479"/>
            <a:chExt cx="5976000" cy="184666"/>
          </a:xfrm>
        </p:grpSpPr>
        <p:cxnSp>
          <p:nvCxnSpPr>
            <p:cNvPr id="111" name="직선 연결선 110">
              <a:extLst>
                <a:ext uri="{FF2B5EF4-FFF2-40B4-BE49-F238E27FC236}">
                  <a16:creationId xmlns:a16="http://schemas.microsoft.com/office/drawing/2014/main" id="{BCB61B10-0A9B-474C-8CF4-1BD7F1C79BEE}"/>
                </a:ext>
              </a:extLst>
            </p:cNvPr>
            <p:cNvCxnSpPr>
              <a:cxnSpLocks/>
            </p:cNvCxnSpPr>
            <p:nvPr/>
          </p:nvCxnSpPr>
          <p:spPr>
            <a:xfrm>
              <a:off x="4503039" y="5948495"/>
              <a:ext cx="5976000" cy="0"/>
            </a:xfrm>
            <a:prstGeom prst="line">
              <a:avLst/>
            </a:prstGeom>
            <a:ln w="12700" cap="flat">
              <a:solidFill>
                <a:srgbClr val="BAC0CE"/>
              </a:solidFill>
              <a:miter lim="800000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B6CA960D-BB2B-4079-B443-B5C1F4E36F90}"/>
                </a:ext>
              </a:extLst>
            </p:cNvPr>
            <p:cNvSpPr txBox="1"/>
            <p:nvPr/>
          </p:nvSpPr>
          <p:spPr>
            <a:xfrm flipH="1">
              <a:off x="4503039" y="5804479"/>
              <a:ext cx="1410693" cy="18466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</p:spPr>
          <p:txBody>
            <a:bodyPr wrap="none" lIns="0" tIns="0" rIns="108000" bIns="0" rtlCol="0" anchor="b">
              <a:spAutoFit/>
            </a:bodyPr>
            <a:lstStyle/>
            <a:p>
              <a:pPr lvl="0" defTabSz="478031">
                <a:defRPr/>
              </a:pPr>
              <a:r>
                <a:rPr lang="ko-KR" altLang="en-US" sz="1200" dirty="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사업 수행의 기대효과</a:t>
              </a:r>
            </a:p>
          </p:txBody>
        </p: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82EBEBFF-4251-4FDA-A536-2F3AB545CDD9}"/>
              </a:ext>
            </a:extLst>
          </p:cNvPr>
          <p:cNvGrpSpPr/>
          <p:nvPr/>
        </p:nvGrpSpPr>
        <p:grpSpPr>
          <a:xfrm>
            <a:off x="1473854" y="6464728"/>
            <a:ext cx="3910292" cy="540500"/>
            <a:chOff x="1473854" y="6464728"/>
            <a:chExt cx="3910292" cy="540500"/>
          </a:xfrm>
        </p:grpSpPr>
        <p:sp>
          <p:nvSpPr>
            <p:cNvPr id="160" name="직사각형 159"/>
            <p:cNvSpPr/>
            <p:nvPr/>
          </p:nvSpPr>
          <p:spPr>
            <a:xfrm>
              <a:off x="1473854" y="6794025"/>
              <a:ext cx="3910292" cy="211203"/>
            </a:xfrm>
            <a:prstGeom prst="rect">
              <a:avLst/>
            </a:prstGeom>
          </p:spPr>
          <p:txBody>
            <a:bodyPr wrap="none" lIns="36000" tIns="36000" rIns="36000" bIns="36000">
              <a:spAutoFit/>
            </a:bodyPr>
            <a:lstStyle/>
            <a:p>
              <a:pPr marL="0" lvl="2" algn="ctr" defTabSz="879475" eaLnBrk="0" fontAlgn="ctr" hangingPunct="0">
                <a:spcAft>
                  <a:spcPts val="100"/>
                </a:spcAft>
                <a:buClr>
                  <a:srgbClr val="D08B51"/>
                </a:buClr>
                <a:buSzPct val="80000"/>
                <a:defRPr/>
              </a:pPr>
              <a:r>
                <a:rPr lang="ko-KR" altLang="en-US" sz="90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</a:rPr>
                <a:t>통합관리 기반의 홈페이지를 구축함으로써 효율적이고 원활한 운영 및 유지관리 수행</a:t>
              </a:r>
            </a:p>
          </p:txBody>
        </p:sp>
        <p:sp>
          <p:nvSpPr>
            <p:cNvPr id="145" name="양쪽 모서리가 둥근 사각형 173">
              <a:extLst>
                <a:ext uri="{FF2B5EF4-FFF2-40B4-BE49-F238E27FC236}">
                  <a16:creationId xmlns:a16="http://schemas.microsoft.com/office/drawing/2014/main" id="{C70D26E8-88F5-4CF3-A826-B7930A955941}"/>
                </a:ext>
              </a:extLst>
            </p:cNvPr>
            <p:cNvSpPr/>
            <p:nvPr/>
          </p:nvSpPr>
          <p:spPr bwMode="auto">
            <a:xfrm flipH="1">
              <a:off x="2274660" y="6464728"/>
              <a:ext cx="2308680" cy="288000"/>
            </a:xfrm>
            <a:prstGeom prst="roundRect">
              <a:avLst>
                <a:gd name="adj" fmla="val 50000"/>
              </a:avLst>
            </a:prstGeom>
            <a:solidFill>
              <a:srgbClr val="44546A"/>
            </a:solidFill>
            <a:ln w="6350" algn="ctr">
              <a:noFill/>
              <a:miter lim="800000"/>
              <a:headEnd/>
              <a:tailEnd/>
            </a:ln>
          </p:spPr>
          <p:txBody>
            <a:bodyPr wrap="square" lIns="36000" tIns="36000" rIns="36000" bIns="36000" anchor="ctr" anchorCtr="0">
              <a:noAutofit/>
            </a:bodyPr>
            <a:lstStyle/>
            <a:p>
              <a:pPr marL="0" lvl="1" algn="ctr">
                <a:spcBef>
                  <a:spcPts val="600"/>
                </a:spcBef>
              </a:pPr>
              <a:r>
                <a:rPr lang="ko-KR" altLang="en-US" sz="1200">
                  <a:solidFill>
                    <a:schemeClr val="bg1"/>
                  </a:solidFill>
                  <a:latin typeface="+mj-ea"/>
                  <a:ea typeface="+mj-ea"/>
                </a:rPr>
                <a:t>효율적 통합기반 시스템 구축</a:t>
              </a: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2AA69A6F-6701-42F4-B664-7D61E6DECA04}"/>
              </a:ext>
            </a:extLst>
          </p:cNvPr>
          <p:cNvGrpSpPr/>
          <p:nvPr/>
        </p:nvGrpSpPr>
        <p:grpSpPr>
          <a:xfrm>
            <a:off x="441332" y="7185248"/>
            <a:ext cx="5976000" cy="1759252"/>
            <a:chOff x="441332" y="7185248"/>
            <a:chExt cx="5976000" cy="1759252"/>
          </a:xfrm>
        </p:grpSpPr>
        <p:sp>
          <p:nvSpPr>
            <p:cNvPr id="175" name="AutoShape 114">
              <a:extLst>
                <a:ext uri="{FF2B5EF4-FFF2-40B4-BE49-F238E27FC236}">
                  <a16:creationId xmlns:a16="http://schemas.microsoft.com/office/drawing/2014/main" id="{9AFFDD9A-51FE-4775-A339-E3F322C7B820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441332" y="7540500"/>
              <a:ext cx="5976000" cy="1404000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>
              <a:solidFill>
                <a:schemeClr val="tx2">
                  <a:lumMod val="40000"/>
                  <a:lumOff val="60000"/>
                </a:schemeClr>
              </a:solidFill>
              <a:round/>
              <a:headEnd/>
              <a:tailEnd/>
            </a:ln>
          </p:spPr>
          <p:txBody>
            <a:bodyPr wrap="none" anchor="ctr"/>
            <a:lstStyle>
              <a:lvl1pPr defTabSz="1851025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defTabSz="1851025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defTabSz="1851025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defTabSz="1851025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defTabSz="1851025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algn="ctr" defTabSz="1851025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algn="ctr" defTabSz="1851025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algn="ctr" defTabSz="1851025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algn="ctr" defTabSz="1851025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latinLnBrk="0" hangingPunct="1">
                <a:defRPr/>
              </a:pPr>
              <a:endParaRPr lang="ko-KR" altLang="ko-KR" sz="3600" b="0" kern="0" dirty="0">
                <a:solidFill>
                  <a:prstClr val="black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</a:endParaRPr>
            </a:p>
          </p:txBody>
        </p:sp>
        <p:sp>
          <p:nvSpPr>
            <p:cNvPr id="177" name="AutoShape 117">
              <a:extLst>
                <a:ext uri="{FF2B5EF4-FFF2-40B4-BE49-F238E27FC236}">
                  <a16:creationId xmlns:a16="http://schemas.microsoft.com/office/drawing/2014/main" id="{477EE683-58A1-4F6D-98F2-2BC0654C47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0580" y="8446842"/>
              <a:ext cx="1080000" cy="310753"/>
            </a:xfrm>
            <a:prstGeom prst="roundRect">
              <a:avLst>
                <a:gd name="adj" fmla="val 2241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marL="0" lvl="1" algn="ctr" defTabSz="914216" fontAlgn="base">
                <a:spcBef>
                  <a:spcPct val="0"/>
                </a:spcBef>
                <a:spcAft>
                  <a:spcPts val="300"/>
                </a:spcAft>
                <a:buClr>
                  <a:prstClr val="black">
                    <a:lumMod val="75000"/>
                    <a:lumOff val="25000"/>
                  </a:prstClr>
                </a:buClr>
                <a:buSzPct val="80000"/>
                <a:tabLst>
                  <a:tab pos="4980827" algn="l"/>
                </a:tabLst>
                <a:defRPr/>
              </a:pPr>
              <a:r>
                <a:rPr kumimoji="1" lang="ko-KR" altLang="en-US" sz="1000" kern="0" spc="-70" dirty="0">
                  <a:ln>
                    <a:solidFill>
                      <a:srgbClr val="7ED2D8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</a:rPr>
                <a:t>홈페이지 및 업무 시스템 개선 및 연계</a:t>
              </a:r>
            </a:p>
          </p:txBody>
        </p:sp>
        <p:sp>
          <p:nvSpPr>
            <p:cNvPr id="178" name="AutoShape 117">
              <a:extLst>
                <a:ext uri="{FF2B5EF4-FFF2-40B4-BE49-F238E27FC236}">
                  <a16:creationId xmlns:a16="http://schemas.microsoft.com/office/drawing/2014/main" id="{CF40D7DA-B2F6-4F25-BB06-B1718396A2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07685" y="8446842"/>
              <a:ext cx="1080000" cy="310753"/>
            </a:xfrm>
            <a:prstGeom prst="roundRect">
              <a:avLst>
                <a:gd name="adj" fmla="val 2241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marL="0" lvl="1" algn="ctr" defTabSz="914216" fontAlgn="base">
                <a:spcBef>
                  <a:spcPct val="0"/>
                </a:spcBef>
                <a:spcAft>
                  <a:spcPts val="300"/>
                </a:spcAft>
                <a:buClr>
                  <a:prstClr val="black">
                    <a:lumMod val="75000"/>
                    <a:lumOff val="25000"/>
                  </a:prstClr>
                </a:buClr>
                <a:buSzPct val="80000"/>
                <a:tabLst>
                  <a:tab pos="4980827" algn="l"/>
                </a:tabLst>
                <a:defRPr/>
              </a:pPr>
              <a:r>
                <a:rPr kumimoji="1" lang="ko-KR" altLang="en-US" sz="1000" kern="0" spc="-70" dirty="0">
                  <a:ln>
                    <a:solidFill>
                      <a:srgbClr val="7ED2D8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</a:rPr>
                <a:t>업무 간소화를 통한 원스톱</a:t>
              </a:r>
              <a:r>
                <a:rPr kumimoji="1" lang="en-US" altLang="ko-KR" sz="1000" kern="0" spc="-70" dirty="0">
                  <a:ln>
                    <a:solidFill>
                      <a:srgbClr val="7ED2D8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</a:rPr>
                <a:t> </a:t>
              </a:r>
              <a:r>
                <a:rPr kumimoji="1" lang="ko-KR" altLang="en-US" sz="1000" kern="0" spc="-70" dirty="0">
                  <a:ln>
                    <a:solidFill>
                      <a:srgbClr val="7ED2D8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</a:rPr>
                <a:t>업무 환경 구축</a:t>
              </a:r>
            </a:p>
          </p:txBody>
        </p:sp>
        <p:sp>
          <p:nvSpPr>
            <p:cNvPr id="179" name="AutoShape 117">
              <a:extLst>
                <a:ext uri="{FF2B5EF4-FFF2-40B4-BE49-F238E27FC236}">
                  <a16:creationId xmlns:a16="http://schemas.microsoft.com/office/drawing/2014/main" id="{C4FC7805-B83C-4279-8DD2-B9EEC93440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04790" y="8446842"/>
              <a:ext cx="1080000" cy="310753"/>
            </a:xfrm>
            <a:prstGeom prst="roundRect">
              <a:avLst>
                <a:gd name="adj" fmla="val 2241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marL="0" lvl="1" algn="ctr" defTabSz="914216" fontAlgn="base">
                <a:spcBef>
                  <a:spcPct val="0"/>
                </a:spcBef>
                <a:spcAft>
                  <a:spcPts val="300"/>
                </a:spcAft>
                <a:buClr>
                  <a:prstClr val="black">
                    <a:lumMod val="75000"/>
                    <a:lumOff val="25000"/>
                  </a:prstClr>
                </a:buClr>
                <a:buSzPct val="80000"/>
                <a:tabLst>
                  <a:tab pos="4980827" algn="l"/>
                </a:tabLst>
                <a:defRPr/>
              </a:pPr>
              <a:r>
                <a:rPr kumimoji="1" lang="ko-KR" altLang="en-US" sz="1000" kern="0" spc="-70" dirty="0">
                  <a:ln>
                    <a:solidFill>
                      <a:srgbClr val="7ED2D8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</a:rPr>
                <a:t>업무 프로세스 체계화 정확한 업무 수행</a:t>
              </a:r>
            </a:p>
          </p:txBody>
        </p:sp>
        <p:sp>
          <p:nvSpPr>
            <p:cNvPr id="180" name="AutoShape 117">
              <a:extLst>
                <a:ext uri="{FF2B5EF4-FFF2-40B4-BE49-F238E27FC236}">
                  <a16:creationId xmlns:a16="http://schemas.microsoft.com/office/drawing/2014/main" id="{C40D2F46-91DA-43F4-9FA0-F40E143845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1895" y="8446842"/>
              <a:ext cx="1080000" cy="310753"/>
            </a:xfrm>
            <a:prstGeom prst="roundRect">
              <a:avLst>
                <a:gd name="adj" fmla="val 2241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marL="0" lvl="1" algn="ctr" defTabSz="914216" fontAlgn="base">
                <a:spcBef>
                  <a:spcPct val="0"/>
                </a:spcBef>
                <a:spcAft>
                  <a:spcPts val="300"/>
                </a:spcAft>
                <a:buClr>
                  <a:prstClr val="black">
                    <a:lumMod val="75000"/>
                    <a:lumOff val="25000"/>
                  </a:prstClr>
                </a:buClr>
                <a:buSzPct val="80000"/>
                <a:tabLst>
                  <a:tab pos="4980827" algn="l"/>
                </a:tabLst>
                <a:defRPr/>
              </a:pPr>
              <a:r>
                <a:rPr kumimoji="1" lang="ko-KR" altLang="en-US" sz="1000" kern="0" spc="-70" dirty="0">
                  <a:ln>
                    <a:solidFill>
                      <a:srgbClr val="7ED2D8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</a:rPr>
                <a:t>보안 및 개인정보 보호  지침 및 표준 준수</a:t>
              </a:r>
            </a:p>
          </p:txBody>
        </p:sp>
        <p:sp>
          <p:nvSpPr>
            <p:cNvPr id="181" name="AutoShape 117">
              <a:extLst>
                <a:ext uri="{FF2B5EF4-FFF2-40B4-BE49-F238E27FC236}">
                  <a16:creationId xmlns:a16="http://schemas.microsoft.com/office/drawing/2014/main" id="{97439D3F-42C5-472F-ABE5-108AC1AFF2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0444" y="8446842"/>
              <a:ext cx="1080000" cy="310753"/>
            </a:xfrm>
            <a:prstGeom prst="roundRect">
              <a:avLst>
                <a:gd name="adj" fmla="val 2241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marL="0" lvl="1" algn="ctr" defTabSz="914216" fontAlgn="base">
                <a:spcBef>
                  <a:spcPct val="0"/>
                </a:spcBef>
                <a:spcAft>
                  <a:spcPts val="300"/>
                </a:spcAft>
                <a:buClr>
                  <a:prstClr val="black">
                    <a:lumMod val="75000"/>
                    <a:lumOff val="25000"/>
                  </a:prstClr>
                </a:buClr>
                <a:buSzPct val="80000"/>
                <a:tabLst>
                  <a:tab pos="4980827" algn="l"/>
                </a:tabLst>
                <a:defRPr/>
              </a:pPr>
              <a:r>
                <a:rPr kumimoji="1" lang="ko-KR" altLang="en-US" sz="1000" kern="0" spc="-70" dirty="0">
                  <a:ln>
                    <a:solidFill>
                      <a:srgbClr val="7ED2D8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</a:rPr>
                <a:t>시스템을 통한 지속적인 모니터링</a:t>
              </a:r>
            </a:p>
          </p:txBody>
        </p:sp>
        <p:grpSp>
          <p:nvGrpSpPr>
            <p:cNvPr id="182" name="그룹 181">
              <a:extLst>
                <a:ext uri="{FF2B5EF4-FFF2-40B4-BE49-F238E27FC236}">
                  <a16:creationId xmlns:a16="http://schemas.microsoft.com/office/drawing/2014/main" id="{A140D7EA-C0E3-4D69-A806-08F0F5B86C1F}"/>
                </a:ext>
              </a:extLst>
            </p:cNvPr>
            <p:cNvGrpSpPr/>
            <p:nvPr/>
          </p:nvGrpSpPr>
          <p:grpSpPr>
            <a:xfrm>
              <a:off x="1633646" y="7936542"/>
              <a:ext cx="3590708" cy="864000"/>
              <a:chOff x="2030727" y="4143161"/>
              <a:chExt cx="3590708" cy="1317392"/>
            </a:xfrm>
          </p:grpSpPr>
          <p:sp>
            <p:nvSpPr>
              <p:cNvPr id="372" name="Line 135">
                <a:extLst>
                  <a:ext uri="{FF2B5EF4-FFF2-40B4-BE49-F238E27FC236}">
                    <a16:creationId xmlns:a16="http://schemas.microsoft.com/office/drawing/2014/main" id="{1E1D0F54-A8BA-4CA9-9334-A1659548F74C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2030727" y="4143161"/>
                <a:ext cx="0" cy="1317392"/>
              </a:xfrm>
              <a:prstGeom prst="line">
                <a:avLst/>
              </a:prstGeom>
              <a:noFill/>
              <a:ln w="6350" cap="rnd">
                <a:solidFill>
                  <a:schemeClr val="bg1">
                    <a:lumMod val="8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457200" latinLnBrk="0">
                  <a:defRPr/>
                </a:pPr>
                <a:endParaRPr lang="ko-KR" altLang="en-US" sz="1800" kern="0" dirty="0">
                  <a:solidFill>
                    <a:prstClr val="black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</a:endParaRPr>
              </a:p>
            </p:txBody>
          </p:sp>
          <p:sp>
            <p:nvSpPr>
              <p:cNvPr id="373" name="Line 135">
                <a:extLst>
                  <a:ext uri="{FF2B5EF4-FFF2-40B4-BE49-F238E27FC236}">
                    <a16:creationId xmlns:a16="http://schemas.microsoft.com/office/drawing/2014/main" id="{C9B1A5BC-F4FA-4D71-9614-7FBC9404538B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3239812" y="4143161"/>
                <a:ext cx="0" cy="1317392"/>
              </a:xfrm>
              <a:prstGeom prst="line">
                <a:avLst/>
              </a:prstGeom>
              <a:noFill/>
              <a:ln w="6350" cap="rnd">
                <a:solidFill>
                  <a:schemeClr val="bg1">
                    <a:lumMod val="8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457200" latinLnBrk="0">
                  <a:defRPr/>
                </a:pPr>
                <a:endParaRPr lang="ko-KR" altLang="en-US" sz="1800" kern="0" dirty="0">
                  <a:solidFill>
                    <a:prstClr val="black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</a:endParaRPr>
              </a:p>
            </p:txBody>
          </p:sp>
          <p:sp>
            <p:nvSpPr>
              <p:cNvPr id="374" name="Line 135">
                <a:extLst>
                  <a:ext uri="{FF2B5EF4-FFF2-40B4-BE49-F238E27FC236}">
                    <a16:creationId xmlns:a16="http://schemas.microsoft.com/office/drawing/2014/main" id="{1CFDCE6F-19C0-472A-8B54-AAD2AD0FAF9A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4436178" y="4143161"/>
                <a:ext cx="0" cy="1317392"/>
              </a:xfrm>
              <a:prstGeom prst="line">
                <a:avLst/>
              </a:prstGeom>
              <a:noFill/>
              <a:ln w="6350" cap="rnd">
                <a:solidFill>
                  <a:schemeClr val="bg1">
                    <a:lumMod val="8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457200" latinLnBrk="0">
                  <a:defRPr/>
                </a:pPr>
                <a:endParaRPr lang="ko-KR" altLang="en-US" sz="1800" kern="0" dirty="0">
                  <a:solidFill>
                    <a:prstClr val="black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</a:endParaRPr>
              </a:p>
            </p:txBody>
          </p:sp>
          <p:sp>
            <p:nvSpPr>
              <p:cNvPr id="375" name="Line 135">
                <a:extLst>
                  <a:ext uri="{FF2B5EF4-FFF2-40B4-BE49-F238E27FC236}">
                    <a16:creationId xmlns:a16="http://schemas.microsoft.com/office/drawing/2014/main" id="{F6DD13ED-DA13-44CE-B26F-8386ECEDE46D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5621435" y="4143161"/>
                <a:ext cx="0" cy="1317392"/>
              </a:xfrm>
              <a:prstGeom prst="line">
                <a:avLst/>
              </a:prstGeom>
              <a:noFill/>
              <a:ln w="6350" cap="rnd">
                <a:solidFill>
                  <a:schemeClr val="bg1">
                    <a:lumMod val="8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457200" latinLnBrk="0">
                  <a:defRPr/>
                </a:pPr>
                <a:endParaRPr lang="ko-KR" altLang="en-US" sz="1800" kern="0" dirty="0">
                  <a:solidFill>
                    <a:prstClr val="black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</a:endParaRPr>
              </a:p>
            </p:txBody>
          </p:sp>
        </p:grpSp>
        <p:sp>
          <p:nvSpPr>
            <p:cNvPr id="347" name="부분 원형 852">
              <a:extLst>
                <a:ext uri="{FF2B5EF4-FFF2-40B4-BE49-F238E27FC236}">
                  <a16:creationId xmlns:a16="http://schemas.microsoft.com/office/drawing/2014/main" id="{300BB00D-FA69-4F24-B428-4B19AD630509}"/>
                </a:ext>
              </a:extLst>
            </p:cNvPr>
            <p:cNvSpPr/>
            <p:nvPr/>
          </p:nvSpPr>
          <p:spPr>
            <a:xfrm rot="10800000">
              <a:off x="5460445" y="7185248"/>
              <a:ext cx="720000" cy="720000"/>
            </a:xfrm>
            <a:prstGeom prst="ellipse">
              <a:avLst/>
            </a:prstGeom>
            <a:solidFill>
              <a:sysClr val="window" lastClr="FFFFFF"/>
            </a:solidFill>
            <a:ln w="12700" cap="flat" cmpd="sng" algn="ctr">
              <a:solidFill>
                <a:srgbClr val="44546A">
                  <a:alpha val="3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457200" latinLnBrk="0">
                <a:defRPr/>
              </a:pPr>
              <a:endParaRPr lang="ko-KR" altLang="en-US" sz="1800" kern="0" dirty="0">
                <a:solidFill>
                  <a:prstClr val="black"/>
                </a:solidFill>
                <a:latin typeface="Pretendard" panose="02000503000000020004" pitchFamily="50" charset="-127"/>
                <a:ea typeface="Pretendard" panose="02000503000000020004" pitchFamily="50" charset="-127"/>
              </a:endParaRPr>
            </a:p>
          </p:txBody>
        </p:sp>
        <p:sp>
          <p:nvSpPr>
            <p:cNvPr id="348" name="Text Box 336">
              <a:extLst>
                <a:ext uri="{FF2B5EF4-FFF2-40B4-BE49-F238E27FC236}">
                  <a16:creationId xmlns:a16="http://schemas.microsoft.com/office/drawing/2014/main" id="{EAD2CE99-3720-4DB3-B5E3-3F2C050160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73085" y="8053405"/>
              <a:ext cx="694719" cy="2791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med" len="lg"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 eaLnBrk="0" hangingPunct="0">
                <a:defRPr kumimoji="1" sz="3100" b="1">
                  <a:solidFill>
                    <a:schemeClr val="tx1"/>
                  </a:solidFill>
                  <a:latin typeface="산돌향기 M" pitchFamily="18" charset="-127"/>
                  <a:ea typeface="산돌향기 M" pitchFamily="18" charset="-127"/>
                </a:defRPr>
              </a:lvl1pPr>
              <a:lvl2pPr marL="742950" indent="-285750" eaLnBrk="0" hangingPunct="0">
                <a:defRPr kumimoji="1" sz="3100" b="1">
                  <a:solidFill>
                    <a:schemeClr val="tx1"/>
                  </a:solidFill>
                  <a:latin typeface="산돌향기 M" pitchFamily="18" charset="-127"/>
                  <a:ea typeface="산돌향기 M" pitchFamily="18" charset="-127"/>
                </a:defRPr>
              </a:lvl2pPr>
              <a:lvl3pPr marL="1143000" indent="-228600" eaLnBrk="0" hangingPunct="0">
                <a:defRPr kumimoji="1" sz="3100" b="1">
                  <a:solidFill>
                    <a:schemeClr val="tx1"/>
                  </a:solidFill>
                  <a:latin typeface="산돌향기 M" pitchFamily="18" charset="-127"/>
                  <a:ea typeface="산돌향기 M" pitchFamily="18" charset="-127"/>
                </a:defRPr>
              </a:lvl3pPr>
              <a:lvl4pPr marL="1600200" indent="-228600" eaLnBrk="0" hangingPunct="0">
                <a:defRPr kumimoji="1" sz="3100" b="1">
                  <a:solidFill>
                    <a:schemeClr val="tx1"/>
                  </a:solidFill>
                  <a:latin typeface="산돌향기 M" pitchFamily="18" charset="-127"/>
                  <a:ea typeface="산돌향기 M" pitchFamily="18" charset="-127"/>
                </a:defRPr>
              </a:lvl4pPr>
              <a:lvl5pPr marL="2057400" indent="-228600" eaLnBrk="0" hangingPunct="0">
                <a:defRPr kumimoji="1" sz="3100" b="1">
                  <a:solidFill>
                    <a:schemeClr val="tx1"/>
                  </a:solidFill>
                  <a:latin typeface="산돌향기 M" pitchFamily="18" charset="-127"/>
                  <a:ea typeface="산돌향기 M" pitchFamily="18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100" b="1">
                  <a:solidFill>
                    <a:schemeClr val="tx1"/>
                  </a:solidFill>
                  <a:latin typeface="산돌향기 M" pitchFamily="18" charset="-127"/>
                  <a:ea typeface="산돌향기 M" pitchFamily="18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100" b="1">
                  <a:solidFill>
                    <a:schemeClr val="tx1"/>
                  </a:solidFill>
                  <a:latin typeface="산돌향기 M" pitchFamily="18" charset="-127"/>
                  <a:ea typeface="산돌향기 M" pitchFamily="18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100" b="1">
                  <a:solidFill>
                    <a:schemeClr val="tx1"/>
                  </a:solidFill>
                  <a:latin typeface="산돌향기 M" pitchFamily="18" charset="-127"/>
                  <a:ea typeface="산돌향기 M" pitchFamily="18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100" b="1">
                  <a:solidFill>
                    <a:schemeClr val="tx1"/>
                  </a:solidFill>
                  <a:latin typeface="산돌향기 M" pitchFamily="18" charset="-127"/>
                  <a:ea typeface="산돌향기 M" pitchFamily="18" charset="-127"/>
                </a:defRPr>
              </a:lvl9pPr>
            </a:lstStyle>
            <a:p>
              <a:pPr algn="ctr" defTabSz="457200" eaLnBrk="1" latinLnBrk="0" hangingPunct="1">
                <a:defRPr/>
              </a:pPr>
              <a:r>
                <a:rPr lang="ko-KR" altLang="en-US" sz="1200" kern="0" spc="-50" dirty="0">
                  <a:ln>
                    <a:solidFill>
                      <a:srgbClr val="4472C4">
                        <a:shade val="50000"/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</a:rPr>
                <a:t>모니터링</a:t>
              </a:r>
            </a:p>
          </p:txBody>
        </p:sp>
        <p:sp>
          <p:nvSpPr>
            <p:cNvPr id="320" name="부분 원형 852">
              <a:extLst>
                <a:ext uri="{FF2B5EF4-FFF2-40B4-BE49-F238E27FC236}">
                  <a16:creationId xmlns:a16="http://schemas.microsoft.com/office/drawing/2014/main" id="{BA1697B5-EE78-4034-9C21-99E3556243A8}"/>
                </a:ext>
              </a:extLst>
            </p:cNvPr>
            <p:cNvSpPr/>
            <p:nvPr/>
          </p:nvSpPr>
          <p:spPr>
            <a:xfrm rot="10800000">
              <a:off x="4281896" y="7185248"/>
              <a:ext cx="720000" cy="720000"/>
            </a:xfrm>
            <a:prstGeom prst="ellipse">
              <a:avLst/>
            </a:prstGeom>
            <a:solidFill>
              <a:sysClr val="window" lastClr="FFFFFF"/>
            </a:solidFill>
            <a:ln w="12700" cap="flat" cmpd="sng" algn="ctr">
              <a:solidFill>
                <a:srgbClr val="44546A">
                  <a:alpha val="3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457200" latinLnBrk="0">
                <a:defRPr/>
              </a:pPr>
              <a:endParaRPr lang="ko-KR" altLang="en-US" sz="1800" kern="0" dirty="0">
                <a:solidFill>
                  <a:prstClr val="black"/>
                </a:solidFill>
                <a:latin typeface="Pretendard" panose="02000503000000020004" pitchFamily="50" charset="-127"/>
                <a:ea typeface="Pretendard" panose="02000503000000020004" pitchFamily="50" charset="-127"/>
              </a:endParaRPr>
            </a:p>
          </p:txBody>
        </p:sp>
        <p:sp>
          <p:nvSpPr>
            <p:cNvPr id="321" name="Text Box 336">
              <a:extLst>
                <a:ext uri="{FF2B5EF4-FFF2-40B4-BE49-F238E27FC236}">
                  <a16:creationId xmlns:a16="http://schemas.microsoft.com/office/drawing/2014/main" id="{225CE890-030E-40AE-9AB5-31C1AEFF02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75300" y="8053405"/>
              <a:ext cx="733191" cy="2791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med" len="lg"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 eaLnBrk="0" hangingPunct="0">
                <a:defRPr kumimoji="1" sz="3100" b="1">
                  <a:solidFill>
                    <a:schemeClr val="tx1"/>
                  </a:solidFill>
                  <a:latin typeface="산돌향기 M" pitchFamily="18" charset="-127"/>
                  <a:ea typeface="산돌향기 M" pitchFamily="18" charset="-127"/>
                </a:defRPr>
              </a:lvl1pPr>
              <a:lvl2pPr marL="742950" indent="-285750" eaLnBrk="0" hangingPunct="0">
                <a:defRPr kumimoji="1" sz="3100" b="1">
                  <a:solidFill>
                    <a:schemeClr val="tx1"/>
                  </a:solidFill>
                  <a:latin typeface="산돌향기 M" pitchFamily="18" charset="-127"/>
                  <a:ea typeface="산돌향기 M" pitchFamily="18" charset="-127"/>
                </a:defRPr>
              </a:lvl2pPr>
              <a:lvl3pPr marL="1143000" indent="-228600" eaLnBrk="0" hangingPunct="0">
                <a:defRPr kumimoji="1" sz="3100" b="1">
                  <a:solidFill>
                    <a:schemeClr val="tx1"/>
                  </a:solidFill>
                  <a:latin typeface="산돌향기 M" pitchFamily="18" charset="-127"/>
                  <a:ea typeface="산돌향기 M" pitchFamily="18" charset="-127"/>
                </a:defRPr>
              </a:lvl3pPr>
              <a:lvl4pPr marL="1600200" indent="-228600" eaLnBrk="0" hangingPunct="0">
                <a:defRPr kumimoji="1" sz="3100" b="1">
                  <a:solidFill>
                    <a:schemeClr val="tx1"/>
                  </a:solidFill>
                  <a:latin typeface="산돌향기 M" pitchFamily="18" charset="-127"/>
                  <a:ea typeface="산돌향기 M" pitchFamily="18" charset="-127"/>
                </a:defRPr>
              </a:lvl4pPr>
              <a:lvl5pPr marL="2057400" indent="-228600" eaLnBrk="0" hangingPunct="0">
                <a:defRPr kumimoji="1" sz="3100" b="1">
                  <a:solidFill>
                    <a:schemeClr val="tx1"/>
                  </a:solidFill>
                  <a:latin typeface="산돌향기 M" pitchFamily="18" charset="-127"/>
                  <a:ea typeface="산돌향기 M" pitchFamily="18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100" b="1">
                  <a:solidFill>
                    <a:schemeClr val="tx1"/>
                  </a:solidFill>
                  <a:latin typeface="산돌향기 M" pitchFamily="18" charset="-127"/>
                  <a:ea typeface="산돌향기 M" pitchFamily="18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100" b="1">
                  <a:solidFill>
                    <a:schemeClr val="tx1"/>
                  </a:solidFill>
                  <a:latin typeface="산돌향기 M" pitchFamily="18" charset="-127"/>
                  <a:ea typeface="산돌향기 M" pitchFamily="18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100" b="1">
                  <a:solidFill>
                    <a:schemeClr val="tx1"/>
                  </a:solidFill>
                  <a:latin typeface="산돌향기 M" pitchFamily="18" charset="-127"/>
                  <a:ea typeface="산돌향기 M" pitchFamily="18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100" b="1">
                  <a:solidFill>
                    <a:schemeClr val="tx1"/>
                  </a:solidFill>
                  <a:latin typeface="산돌향기 M" pitchFamily="18" charset="-127"/>
                  <a:ea typeface="산돌향기 M" pitchFamily="18" charset="-127"/>
                </a:defRPr>
              </a:lvl9pPr>
            </a:lstStyle>
            <a:p>
              <a:pPr algn="ctr" defTabSz="457200" eaLnBrk="1" latinLnBrk="0" hangingPunct="1">
                <a:defRPr/>
              </a:pPr>
              <a:r>
                <a:rPr lang="ko-KR" altLang="en-US" sz="1200" kern="0" spc="-50" dirty="0">
                  <a:ln>
                    <a:solidFill>
                      <a:srgbClr val="4472C4">
                        <a:shade val="50000"/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</a:rPr>
                <a:t>보안 준수</a:t>
              </a:r>
            </a:p>
          </p:txBody>
        </p:sp>
        <p:sp>
          <p:nvSpPr>
            <p:cNvPr id="277" name="부분 원형 852">
              <a:extLst>
                <a:ext uri="{FF2B5EF4-FFF2-40B4-BE49-F238E27FC236}">
                  <a16:creationId xmlns:a16="http://schemas.microsoft.com/office/drawing/2014/main" id="{2B697670-680F-43BE-A6E8-2C0E599C21EE}"/>
                </a:ext>
              </a:extLst>
            </p:cNvPr>
            <p:cNvSpPr/>
            <p:nvPr/>
          </p:nvSpPr>
          <p:spPr>
            <a:xfrm rot="10800000">
              <a:off x="690580" y="7185248"/>
              <a:ext cx="720000" cy="720000"/>
            </a:xfrm>
            <a:prstGeom prst="ellipse">
              <a:avLst/>
            </a:prstGeom>
            <a:solidFill>
              <a:sysClr val="window" lastClr="FFFFFF"/>
            </a:solidFill>
            <a:ln w="12700" cap="flat" cmpd="sng" algn="ctr">
              <a:solidFill>
                <a:srgbClr val="44546A">
                  <a:alpha val="3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457200" latinLnBrk="0">
                <a:defRPr/>
              </a:pPr>
              <a:endParaRPr lang="ko-KR" altLang="en-US" sz="1800" kern="0" dirty="0">
                <a:solidFill>
                  <a:prstClr val="black"/>
                </a:solidFill>
                <a:latin typeface="Pretendard" panose="02000503000000020004" pitchFamily="50" charset="-127"/>
                <a:ea typeface="Pretendard" panose="02000503000000020004" pitchFamily="50" charset="-127"/>
              </a:endParaRPr>
            </a:p>
          </p:txBody>
        </p:sp>
        <p:sp>
          <p:nvSpPr>
            <p:cNvPr id="278" name="Text Box 336">
              <a:extLst>
                <a:ext uri="{FF2B5EF4-FFF2-40B4-BE49-F238E27FC236}">
                  <a16:creationId xmlns:a16="http://schemas.microsoft.com/office/drawing/2014/main" id="{9B0BEAAF-8E6E-4926-B611-3C62BD8B83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0628" y="8053406"/>
              <a:ext cx="899904" cy="2791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med" len="lg"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 eaLnBrk="0" hangingPunct="0">
                <a:defRPr kumimoji="1" sz="3100" b="1">
                  <a:solidFill>
                    <a:schemeClr val="tx1"/>
                  </a:solidFill>
                  <a:latin typeface="산돌향기 M" pitchFamily="18" charset="-127"/>
                  <a:ea typeface="산돌향기 M" pitchFamily="18" charset="-127"/>
                </a:defRPr>
              </a:lvl1pPr>
              <a:lvl2pPr marL="742950" indent="-285750" eaLnBrk="0" hangingPunct="0">
                <a:defRPr kumimoji="1" sz="3100" b="1">
                  <a:solidFill>
                    <a:schemeClr val="tx1"/>
                  </a:solidFill>
                  <a:latin typeface="산돌향기 M" pitchFamily="18" charset="-127"/>
                  <a:ea typeface="산돌향기 M" pitchFamily="18" charset="-127"/>
                </a:defRPr>
              </a:lvl2pPr>
              <a:lvl3pPr marL="1143000" indent="-228600" eaLnBrk="0" hangingPunct="0">
                <a:defRPr kumimoji="1" sz="3100" b="1">
                  <a:solidFill>
                    <a:schemeClr val="tx1"/>
                  </a:solidFill>
                  <a:latin typeface="산돌향기 M" pitchFamily="18" charset="-127"/>
                  <a:ea typeface="산돌향기 M" pitchFamily="18" charset="-127"/>
                </a:defRPr>
              </a:lvl3pPr>
              <a:lvl4pPr marL="1600200" indent="-228600" eaLnBrk="0" hangingPunct="0">
                <a:defRPr kumimoji="1" sz="3100" b="1">
                  <a:solidFill>
                    <a:schemeClr val="tx1"/>
                  </a:solidFill>
                  <a:latin typeface="산돌향기 M" pitchFamily="18" charset="-127"/>
                  <a:ea typeface="산돌향기 M" pitchFamily="18" charset="-127"/>
                </a:defRPr>
              </a:lvl4pPr>
              <a:lvl5pPr marL="2057400" indent="-228600" eaLnBrk="0" hangingPunct="0">
                <a:defRPr kumimoji="1" sz="3100" b="1">
                  <a:solidFill>
                    <a:schemeClr val="tx1"/>
                  </a:solidFill>
                  <a:latin typeface="산돌향기 M" pitchFamily="18" charset="-127"/>
                  <a:ea typeface="산돌향기 M" pitchFamily="18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100" b="1">
                  <a:solidFill>
                    <a:schemeClr val="tx1"/>
                  </a:solidFill>
                  <a:latin typeface="산돌향기 M" pitchFamily="18" charset="-127"/>
                  <a:ea typeface="산돌향기 M" pitchFamily="18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100" b="1">
                  <a:solidFill>
                    <a:schemeClr val="tx1"/>
                  </a:solidFill>
                  <a:latin typeface="산돌향기 M" pitchFamily="18" charset="-127"/>
                  <a:ea typeface="산돌향기 M" pitchFamily="18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100" b="1">
                  <a:solidFill>
                    <a:schemeClr val="tx1"/>
                  </a:solidFill>
                  <a:latin typeface="산돌향기 M" pitchFamily="18" charset="-127"/>
                  <a:ea typeface="산돌향기 M" pitchFamily="18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100" b="1">
                  <a:solidFill>
                    <a:schemeClr val="tx1"/>
                  </a:solidFill>
                  <a:latin typeface="산돌향기 M" pitchFamily="18" charset="-127"/>
                  <a:ea typeface="산돌향기 M" pitchFamily="18" charset="-127"/>
                </a:defRPr>
              </a:lvl9pPr>
            </a:lstStyle>
            <a:p>
              <a:pPr algn="ctr" defTabSz="457200" eaLnBrk="1" latinLnBrk="0" hangingPunct="1">
                <a:defRPr/>
              </a:pPr>
              <a:r>
                <a:rPr lang="ko-KR" altLang="en-US" sz="1200" kern="0" spc="-50" dirty="0">
                  <a:ln>
                    <a:solidFill>
                      <a:srgbClr val="4472C4">
                        <a:shade val="50000"/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</a:rPr>
                <a:t>개선</a:t>
              </a:r>
              <a:r>
                <a:rPr lang="en-US" altLang="ko-KR" sz="1200" kern="0" spc="-50" dirty="0">
                  <a:ln>
                    <a:solidFill>
                      <a:srgbClr val="4472C4">
                        <a:shade val="50000"/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</a:rPr>
                <a:t> </a:t>
              </a:r>
              <a:r>
                <a:rPr lang="ko-KR" altLang="en-US" sz="1200" kern="0" spc="-50" dirty="0">
                  <a:ln>
                    <a:solidFill>
                      <a:srgbClr val="4472C4">
                        <a:shade val="50000"/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</a:rPr>
                <a:t>및 연계</a:t>
              </a:r>
            </a:p>
          </p:txBody>
        </p:sp>
        <p:sp>
          <p:nvSpPr>
            <p:cNvPr id="239" name="부분 원형 852">
              <a:extLst>
                <a:ext uri="{FF2B5EF4-FFF2-40B4-BE49-F238E27FC236}">
                  <a16:creationId xmlns:a16="http://schemas.microsoft.com/office/drawing/2014/main" id="{0667ABC8-2BCF-43BF-99E7-C61F0AB14DAC}"/>
                </a:ext>
              </a:extLst>
            </p:cNvPr>
            <p:cNvSpPr/>
            <p:nvPr/>
          </p:nvSpPr>
          <p:spPr>
            <a:xfrm rot="10800000">
              <a:off x="1887685" y="7185248"/>
              <a:ext cx="720000" cy="720000"/>
            </a:xfrm>
            <a:prstGeom prst="ellipse">
              <a:avLst/>
            </a:prstGeom>
            <a:solidFill>
              <a:sysClr val="window" lastClr="FFFFFF"/>
            </a:solidFill>
            <a:ln w="12700" cap="flat" cmpd="sng" algn="ctr">
              <a:solidFill>
                <a:srgbClr val="44546A">
                  <a:alpha val="3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457200" latinLnBrk="0">
                <a:defRPr/>
              </a:pPr>
              <a:endParaRPr lang="ko-KR" altLang="en-US" sz="1800" kern="0" dirty="0">
                <a:solidFill>
                  <a:prstClr val="black"/>
                </a:solidFill>
                <a:latin typeface="Pretendard" panose="02000503000000020004" pitchFamily="50" charset="-127"/>
                <a:ea typeface="Pretendard" panose="02000503000000020004" pitchFamily="50" charset="-127"/>
              </a:endParaRPr>
            </a:p>
          </p:txBody>
        </p:sp>
        <p:sp>
          <p:nvSpPr>
            <p:cNvPr id="240" name="Text Box 336">
              <a:extLst>
                <a:ext uri="{FF2B5EF4-FFF2-40B4-BE49-F238E27FC236}">
                  <a16:creationId xmlns:a16="http://schemas.microsoft.com/office/drawing/2014/main" id="{1C7942CF-31C7-416B-A06B-98095C56B0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16969" y="8053405"/>
              <a:ext cx="861432" cy="2791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med" len="lg"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 eaLnBrk="0" hangingPunct="0">
                <a:defRPr kumimoji="1" sz="3100" b="1">
                  <a:solidFill>
                    <a:schemeClr val="tx1"/>
                  </a:solidFill>
                  <a:latin typeface="산돌향기 M" pitchFamily="18" charset="-127"/>
                  <a:ea typeface="산돌향기 M" pitchFamily="18" charset="-127"/>
                </a:defRPr>
              </a:lvl1pPr>
              <a:lvl2pPr marL="742950" indent="-285750" eaLnBrk="0" hangingPunct="0">
                <a:defRPr kumimoji="1" sz="3100" b="1">
                  <a:solidFill>
                    <a:schemeClr val="tx1"/>
                  </a:solidFill>
                  <a:latin typeface="산돌향기 M" pitchFamily="18" charset="-127"/>
                  <a:ea typeface="산돌향기 M" pitchFamily="18" charset="-127"/>
                </a:defRPr>
              </a:lvl2pPr>
              <a:lvl3pPr marL="1143000" indent="-228600" eaLnBrk="0" hangingPunct="0">
                <a:defRPr kumimoji="1" sz="3100" b="1">
                  <a:solidFill>
                    <a:schemeClr val="tx1"/>
                  </a:solidFill>
                  <a:latin typeface="산돌향기 M" pitchFamily="18" charset="-127"/>
                  <a:ea typeface="산돌향기 M" pitchFamily="18" charset="-127"/>
                </a:defRPr>
              </a:lvl3pPr>
              <a:lvl4pPr marL="1600200" indent="-228600" eaLnBrk="0" hangingPunct="0">
                <a:defRPr kumimoji="1" sz="3100" b="1">
                  <a:solidFill>
                    <a:schemeClr val="tx1"/>
                  </a:solidFill>
                  <a:latin typeface="산돌향기 M" pitchFamily="18" charset="-127"/>
                  <a:ea typeface="산돌향기 M" pitchFamily="18" charset="-127"/>
                </a:defRPr>
              </a:lvl4pPr>
              <a:lvl5pPr marL="2057400" indent="-228600" eaLnBrk="0" hangingPunct="0">
                <a:defRPr kumimoji="1" sz="3100" b="1">
                  <a:solidFill>
                    <a:schemeClr val="tx1"/>
                  </a:solidFill>
                  <a:latin typeface="산돌향기 M" pitchFamily="18" charset="-127"/>
                  <a:ea typeface="산돌향기 M" pitchFamily="18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100" b="1">
                  <a:solidFill>
                    <a:schemeClr val="tx1"/>
                  </a:solidFill>
                  <a:latin typeface="산돌향기 M" pitchFamily="18" charset="-127"/>
                  <a:ea typeface="산돌향기 M" pitchFamily="18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100" b="1">
                  <a:solidFill>
                    <a:schemeClr val="tx1"/>
                  </a:solidFill>
                  <a:latin typeface="산돌향기 M" pitchFamily="18" charset="-127"/>
                  <a:ea typeface="산돌향기 M" pitchFamily="18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100" b="1">
                  <a:solidFill>
                    <a:schemeClr val="tx1"/>
                  </a:solidFill>
                  <a:latin typeface="산돌향기 M" pitchFamily="18" charset="-127"/>
                  <a:ea typeface="산돌향기 M" pitchFamily="18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100" b="1">
                  <a:solidFill>
                    <a:schemeClr val="tx1"/>
                  </a:solidFill>
                  <a:latin typeface="산돌향기 M" pitchFamily="18" charset="-127"/>
                  <a:ea typeface="산돌향기 M" pitchFamily="18" charset="-127"/>
                </a:defRPr>
              </a:lvl9pPr>
            </a:lstStyle>
            <a:p>
              <a:pPr algn="ctr" defTabSz="457200" eaLnBrk="1" latinLnBrk="0" hangingPunct="1">
                <a:defRPr/>
              </a:pPr>
              <a:r>
                <a:rPr lang="ko-KR" altLang="en-US" sz="1200" kern="0" spc="-50" dirty="0">
                  <a:ln>
                    <a:solidFill>
                      <a:srgbClr val="4472C4">
                        <a:shade val="50000"/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</a:rPr>
                <a:t>업무 간소화</a:t>
              </a:r>
            </a:p>
          </p:txBody>
        </p:sp>
        <p:sp>
          <p:nvSpPr>
            <p:cNvPr id="190" name="부분 원형 852">
              <a:extLst>
                <a:ext uri="{FF2B5EF4-FFF2-40B4-BE49-F238E27FC236}">
                  <a16:creationId xmlns:a16="http://schemas.microsoft.com/office/drawing/2014/main" id="{E9739C6D-7794-4969-ABEB-ECF990E9F062}"/>
                </a:ext>
              </a:extLst>
            </p:cNvPr>
            <p:cNvSpPr/>
            <p:nvPr/>
          </p:nvSpPr>
          <p:spPr>
            <a:xfrm rot="10800000">
              <a:off x="3084790" y="7185248"/>
              <a:ext cx="720000" cy="720000"/>
            </a:xfrm>
            <a:prstGeom prst="ellipse">
              <a:avLst/>
            </a:prstGeom>
            <a:solidFill>
              <a:sysClr val="window" lastClr="FFFFFF"/>
            </a:solidFill>
            <a:ln w="12700" cap="flat" cmpd="sng" algn="ctr">
              <a:solidFill>
                <a:srgbClr val="44546A">
                  <a:alpha val="3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457200" latinLnBrk="0">
                <a:defRPr/>
              </a:pPr>
              <a:endParaRPr lang="ko-KR" altLang="en-US" sz="1800" kern="0" dirty="0">
                <a:solidFill>
                  <a:prstClr val="black"/>
                </a:solidFill>
                <a:latin typeface="Pretendard" panose="02000503000000020004" pitchFamily="50" charset="-127"/>
                <a:ea typeface="Pretendard" panose="02000503000000020004" pitchFamily="50" charset="-127"/>
              </a:endParaRPr>
            </a:p>
          </p:txBody>
        </p:sp>
        <p:sp>
          <p:nvSpPr>
            <p:cNvPr id="191" name="Text Box 336">
              <a:extLst>
                <a:ext uri="{FF2B5EF4-FFF2-40B4-BE49-F238E27FC236}">
                  <a16:creationId xmlns:a16="http://schemas.microsoft.com/office/drawing/2014/main" id="{62EE6C41-4343-4ABD-B014-7F18B4DB06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14074" y="8053405"/>
              <a:ext cx="861432" cy="2791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med" len="lg"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 eaLnBrk="0" hangingPunct="0">
                <a:defRPr kumimoji="1" sz="3100" b="1">
                  <a:solidFill>
                    <a:schemeClr val="tx1"/>
                  </a:solidFill>
                  <a:latin typeface="산돌향기 M" pitchFamily="18" charset="-127"/>
                  <a:ea typeface="산돌향기 M" pitchFamily="18" charset="-127"/>
                </a:defRPr>
              </a:lvl1pPr>
              <a:lvl2pPr marL="742950" indent="-285750" eaLnBrk="0" hangingPunct="0">
                <a:defRPr kumimoji="1" sz="3100" b="1">
                  <a:solidFill>
                    <a:schemeClr val="tx1"/>
                  </a:solidFill>
                  <a:latin typeface="산돌향기 M" pitchFamily="18" charset="-127"/>
                  <a:ea typeface="산돌향기 M" pitchFamily="18" charset="-127"/>
                </a:defRPr>
              </a:lvl2pPr>
              <a:lvl3pPr marL="1143000" indent="-228600" eaLnBrk="0" hangingPunct="0">
                <a:defRPr kumimoji="1" sz="3100" b="1">
                  <a:solidFill>
                    <a:schemeClr val="tx1"/>
                  </a:solidFill>
                  <a:latin typeface="산돌향기 M" pitchFamily="18" charset="-127"/>
                  <a:ea typeface="산돌향기 M" pitchFamily="18" charset="-127"/>
                </a:defRPr>
              </a:lvl3pPr>
              <a:lvl4pPr marL="1600200" indent="-228600" eaLnBrk="0" hangingPunct="0">
                <a:defRPr kumimoji="1" sz="3100" b="1">
                  <a:solidFill>
                    <a:schemeClr val="tx1"/>
                  </a:solidFill>
                  <a:latin typeface="산돌향기 M" pitchFamily="18" charset="-127"/>
                  <a:ea typeface="산돌향기 M" pitchFamily="18" charset="-127"/>
                </a:defRPr>
              </a:lvl4pPr>
              <a:lvl5pPr marL="2057400" indent="-228600" eaLnBrk="0" hangingPunct="0">
                <a:defRPr kumimoji="1" sz="3100" b="1">
                  <a:solidFill>
                    <a:schemeClr val="tx1"/>
                  </a:solidFill>
                  <a:latin typeface="산돌향기 M" pitchFamily="18" charset="-127"/>
                  <a:ea typeface="산돌향기 M" pitchFamily="18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100" b="1">
                  <a:solidFill>
                    <a:schemeClr val="tx1"/>
                  </a:solidFill>
                  <a:latin typeface="산돌향기 M" pitchFamily="18" charset="-127"/>
                  <a:ea typeface="산돌향기 M" pitchFamily="18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100" b="1">
                  <a:solidFill>
                    <a:schemeClr val="tx1"/>
                  </a:solidFill>
                  <a:latin typeface="산돌향기 M" pitchFamily="18" charset="-127"/>
                  <a:ea typeface="산돌향기 M" pitchFamily="18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100" b="1">
                  <a:solidFill>
                    <a:schemeClr val="tx1"/>
                  </a:solidFill>
                  <a:latin typeface="산돌향기 M" pitchFamily="18" charset="-127"/>
                  <a:ea typeface="산돌향기 M" pitchFamily="18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100" b="1">
                  <a:solidFill>
                    <a:schemeClr val="tx1"/>
                  </a:solidFill>
                  <a:latin typeface="산돌향기 M" pitchFamily="18" charset="-127"/>
                  <a:ea typeface="산돌향기 M" pitchFamily="18" charset="-127"/>
                </a:defRPr>
              </a:lvl9pPr>
            </a:lstStyle>
            <a:p>
              <a:pPr algn="ctr" defTabSz="457200" eaLnBrk="1" latinLnBrk="0" hangingPunct="1">
                <a:defRPr/>
              </a:pPr>
              <a:r>
                <a:rPr lang="ko-KR" altLang="en-US" sz="1200" kern="0" spc="-50" dirty="0">
                  <a:ln>
                    <a:solidFill>
                      <a:srgbClr val="4472C4">
                        <a:shade val="50000"/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</a:rPr>
                <a:t>업무 체계화</a:t>
              </a:r>
            </a:p>
          </p:txBody>
        </p:sp>
        <p:sp>
          <p:nvSpPr>
            <p:cNvPr id="421" name="Graphic 202">
              <a:extLst>
                <a:ext uri="{FF2B5EF4-FFF2-40B4-BE49-F238E27FC236}">
                  <a16:creationId xmlns:a16="http://schemas.microsoft.com/office/drawing/2014/main" id="{3220A95A-BBDD-4C50-A238-B5591B10943E}"/>
                </a:ext>
              </a:extLst>
            </p:cNvPr>
            <p:cNvSpPr/>
            <p:nvPr/>
          </p:nvSpPr>
          <p:spPr>
            <a:xfrm>
              <a:off x="4489175" y="7329555"/>
              <a:ext cx="305441" cy="3909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304" y="8100"/>
                  </a:moveTo>
                  <a:lnTo>
                    <a:pt x="18144" y="8100"/>
                  </a:lnTo>
                  <a:lnTo>
                    <a:pt x="18144" y="5738"/>
                  </a:lnTo>
                  <a:cubicBezTo>
                    <a:pt x="18144" y="2569"/>
                    <a:pt x="14856" y="0"/>
                    <a:pt x="10800" y="0"/>
                  </a:cubicBezTo>
                  <a:cubicBezTo>
                    <a:pt x="6744" y="0"/>
                    <a:pt x="3456" y="2569"/>
                    <a:pt x="3456" y="5738"/>
                  </a:cubicBezTo>
                  <a:lnTo>
                    <a:pt x="3456" y="8100"/>
                  </a:lnTo>
                  <a:lnTo>
                    <a:pt x="1296" y="8100"/>
                  </a:lnTo>
                  <a:cubicBezTo>
                    <a:pt x="580" y="8100"/>
                    <a:pt x="0" y="8553"/>
                    <a:pt x="0" y="9113"/>
                  </a:cubicBezTo>
                  <a:lnTo>
                    <a:pt x="0" y="20588"/>
                  </a:lnTo>
                  <a:cubicBezTo>
                    <a:pt x="0" y="21147"/>
                    <a:pt x="580" y="21600"/>
                    <a:pt x="1296" y="21600"/>
                  </a:cubicBezTo>
                  <a:lnTo>
                    <a:pt x="20304" y="21600"/>
                  </a:lnTo>
                  <a:cubicBezTo>
                    <a:pt x="21020" y="21600"/>
                    <a:pt x="21600" y="21147"/>
                    <a:pt x="21600" y="20588"/>
                  </a:cubicBezTo>
                  <a:lnTo>
                    <a:pt x="21600" y="9113"/>
                  </a:lnTo>
                  <a:cubicBezTo>
                    <a:pt x="21600" y="8553"/>
                    <a:pt x="21020" y="8100"/>
                    <a:pt x="20304" y="8100"/>
                  </a:cubicBezTo>
                  <a:close/>
                  <a:moveTo>
                    <a:pt x="6048" y="5738"/>
                  </a:moveTo>
                  <a:cubicBezTo>
                    <a:pt x="6048" y="3687"/>
                    <a:pt x="8176" y="2025"/>
                    <a:pt x="10800" y="2025"/>
                  </a:cubicBezTo>
                  <a:cubicBezTo>
                    <a:pt x="13424" y="2025"/>
                    <a:pt x="15552" y="3687"/>
                    <a:pt x="15552" y="5738"/>
                  </a:cubicBezTo>
                  <a:lnTo>
                    <a:pt x="15552" y="8100"/>
                  </a:lnTo>
                  <a:lnTo>
                    <a:pt x="6048" y="8100"/>
                  </a:lnTo>
                  <a:close/>
                  <a:moveTo>
                    <a:pt x="19008" y="19575"/>
                  </a:moveTo>
                  <a:lnTo>
                    <a:pt x="2592" y="19575"/>
                  </a:lnTo>
                  <a:lnTo>
                    <a:pt x="2592" y="10125"/>
                  </a:lnTo>
                  <a:lnTo>
                    <a:pt x="19008" y="10125"/>
                  </a:lnTo>
                  <a:close/>
                  <a:moveTo>
                    <a:pt x="8640" y="13838"/>
                  </a:moveTo>
                  <a:cubicBezTo>
                    <a:pt x="8635" y="12906"/>
                    <a:pt x="9598" y="12147"/>
                    <a:pt x="10791" y="12143"/>
                  </a:cubicBezTo>
                  <a:cubicBezTo>
                    <a:pt x="11983" y="12139"/>
                    <a:pt x="12955" y="12891"/>
                    <a:pt x="12960" y="13823"/>
                  </a:cubicBezTo>
                  <a:cubicBezTo>
                    <a:pt x="12963" y="14356"/>
                    <a:pt x="12643" y="14860"/>
                    <a:pt x="12096" y="15180"/>
                  </a:cubicBezTo>
                  <a:lnTo>
                    <a:pt x="12096" y="16538"/>
                  </a:lnTo>
                  <a:cubicBezTo>
                    <a:pt x="12096" y="17097"/>
                    <a:pt x="11516" y="17550"/>
                    <a:pt x="10800" y="17550"/>
                  </a:cubicBezTo>
                  <a:cubicBezTo>
                    <a:pt x="10084" y="17550"/>
                    <a:pt x="9504" y="17097"/>
                    <a:pt x="9504" y="16538"/>
                  </a:cubicBezTo>
                  <a:lnTo>
                    <a:pt x="9504" y="15180"/>
                  </a:lnTo>
                  <a:cubicBezTo>
                    <a:pt x="8962" y="14864"/>
                    <a:pt x="8641" y="14366"/>
                    <a:pt x="8640" y="13838"/>
                  </a:cubicBezTo>
                  <a:close/>
                </a:path>
              </a:pathLst>
            </a:custGeom>
            <a:solidFill>
              <a:srgbClr val="44546A"/>
            </a:solidFill>
            <a:ln w="6350" algn="ctr">
              <a:noFill/>
              <a:miter lim="800000"/>
              <a:headEnd/>
              <a:tailEnd/>
            </a:ln>
          </p:spPr>
          <p:txBody>
            <a:bodyPr wrap="square" lIns="36000" tIns="36000" rIns="36000" bIns="36000" anchor="ctr" anchorCtr="0">
              <a:noAutofit/>
            </a:bodyPr>
            <a:lstStyle/>
            <a:p>
              <a:endParaRPr dirty="0">
                <a:sym typeface="Helvetica Neue Medium"/>
              </a:endParaRPr>
            </a:p>
          </p:txBody>
        </p:sp>
        <p:sp>
          <p:nvSpPr>
            <p:cNvPr id="422" name="Graphic 90">
              <a:extLst>
                <a:ext uri="{FF2B5EF4-FFF2-40B4-BE49-F238E27FC236}">
                  <a16:creationId xmlns:a16="http://schemas.microsoft.com/office/drawing/2014/main" id="{940BD65F-DA4C-4149-B4F0-09C1A2BBA113}"/>
                </a:ext>
              </a:extLst>
            </p:cNvPr>
            <p:cNvSpPr/>
            <p:nvPr/>
          </p:nvSpPr>
          <p:spPr>
            <a:xfrm>
              <a:off x="2059232" y="7345057"/>
              <a:ext cx="376906" cy="3599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51" h="20540" extrusionOk="0">
                  <a:moveTo>
                    <a:pt x="20335" y="13016"/>
                  </a:moveTo>
                  <a:lnTo>
                    <a:pt x="13883" y="10271"/>
                  </a:lnTo>
                  <a:lnTo>
                    <a:pt x="20345" y="7523"/>
                  </a:lnTo>
                  <a:cubicBezTo>
                    <a:pt x="20846" y="7311"/>
                    <a:pt x="21084" y="6721"/>
                    <a:pt x="20876" y="6206"/>
                  </a:cubicBezTo>
                  <a:cubicBezTo>
                    <a:pt x="20876" y="6206"/>
                    <a:pt x="20876" y="6206"/>
                    <a:pt x="20876" y="6206"/>
                  </a:cubicBezTo>
                  <a:cubicBezTo>
                    <a:pt x="20001" y="4037"/>
                    <a:pt x="17578" y="3007"/>
                    <a:pt x="15465" y="3906"/>
                  </a:cubicBezTo>
                  <a:lnTo>
                    <a:pt x="7190" y="7425"/>
                  </a:lnTo>
                  <a:lnTo>
                    <a:pt x="6191" y="7000"/>
                  </a:lnTo>
                  <a:cubicBezTo>
                    <a:pt x="6706" y="6589"/>
                    <a:pt x="7109" y="6049"/>
                    <a:pt x="7361" y="5432"/>
                  </a:cubicBezTo>
                  <a:cubicBezTo>
                    <a:pt x="8170" y="3429"/>
                    <a:pt x="7244" y="1131"/>
                    <a:pt x="5292" y="301"/>
                  </a:cubicBezTo>
                  <a:cubicBezTo>
                    <a:pt x="3340" y="-530"/>
                    <a:pt x="1102" y="421"/>
                    <a:pt x="293" y="2424"/>
                  </a:cubicBezTo>
                  <a:cubicBezTo>
                    <a:pt x="-516" y="4428"/>
                    <a:pt x="410" y="6725"/>
                    <a:pt x="2362" y="7556"/>
                  </a:cubicBezTo>
                  <a:cubicBezTo>
                    <a:pt x="2362" y="7556"/>
                    <a:pt x="2362" y="7556"/>
                    <a:pt x="2362" y="7556"/>
                  </a:cubicBezTo>
                  <a:lnTo>
                    <a:pt x="3802" y="8169"/>
                  </a:lnTo>
                  <a:lnTo>
                    <a:pt x="3819" y="8177"/>
                  </a:lnTo>
                  <a:cubicBezTo>
                    <a:pt x="4929" y="8650"/>
                    <a:pt x="5456" y="9956"/>
                    <a:pt x="4998" y="11097"/>
                  </a:cubicBezTo>
                  <a:cubicBezTo>
                    <a:pt x="4791" y="11611"/>
                    <a:pt x="5028" y="12200"/>
                    <a:pt x="5529" y="12413"/>
                  </a:cubicBezTo>
                  <a:lnTo>
                    <a:pt x="15452" y="16633"/>
                  </a:lnTo>
                  <a:cubicBezTo>
                    <a:pt x="17565" y="17532"/>
                    <a:pt x="19988" y="16502"/>
                    <a:pt x="20863" y="14333"/>
                  </a:cubicBezTo>
                  <a:cubicBezTo>
                    <a:pt x="21071" y="13819"/>
                    <a:pt x="20835" y="13230"/>
                    <a:pt x="20335" y="13016"/>
                  </a:cubicBezTo>
                  <a:close/>
                  <a:moveTo>
                    <a:pt x="16218" y="5768"/>
                  </a:moveTo>
                  <a:cubicBezTo>
                    <a:pt x="16977" y="5447"/>
                    <a:pt x="17847" y="5590"/>
                    <a:pt x="18471" y="6138"/>
                  </a:cubicBezTo>
                  <a:lnTo>
                    <a:pt x="11317" y="9181"/>
                  </a:lnTo>
                  <a:lnTo>
                    <a:pt x="9756" y="8517"/>
                  </a:lnTo>
                  <a:close/>
                  <a:moveTo>
                    <a:pt x="2107" y="3197"/>
                  </a:moveTo>
                  <a:cubicBezTo>
                    <a:pt x="2501" y="2223"/>
                    <a:pt x="3589" y="1760"/>
                    <a:pt x="4538" y="2163"/>
                  </a:cubicBezTo>
                  <a:cubicBezTo>
                    <a:pt x="5488" y="2567"/>
                    <a:pt x="5939" y="3684"/>
                    <a:pt x="5546" y="4659"/>
                  </a:cubicBezTo>
                  <a:cubicBezTo>
                    <a:pt x="5152" y="5634"/>
                    <a:pt x="4064" y="6096"/>
                    <a:pt x="3115" y="5693"/>
                  </a:cubicBezTo>
                  <a:cubicBezTo>
                    <a:pt x="3114" y="5693"/>
                    <a:pt x="3114" y="5693"/>
                    <a:pt x="3114" y="5693"/>
                  </a:cubicBezTo>
                  <a:cubicBezTo>
                    <a:pt x="2167" y="5287"/>
                    <a:pt x="1717" y="4172"/>
                    <a:pt x="2107" y="3197"/>
                  </a:cubicBezTo>
                  <a:close/>
                  <a:moveTo>
                    <a:pt x="16207" y="14774"/>
                  </a:moveTo>
                  <a:lnTo>
                    <a:pt x="7082" y="10891"/>
                  </a:lnTo>
                  <a:cubicBezTo>
                    <a:pt x="7148" y="10449"/>
                    <a:pt x="7146" y="10000"/>
                    <a:pt x="7075" y="9560"/>
                  </a:cubicBezTo>
                  <a:lnTo>
                    <a:pt x="18459" y="14399"/>
                  </a:lnTo>
                  <a:cubicBezTo>
                    <a:pt x="17837" y="14949"/>
                    <a:pt x="16967" y="15094"/>
                    <a:pt x="16207" y="14774"/>
                  </a:cubicBezTo>
                  <a:close/>
                  <a:moveTo>
                    <a:pt x="2373" y="12984"/>
                  </a:moveTo>
                  <a:cubicBezTo>
                    <a:pt x="421" y="13814"/>
                    <a:pt x="-506" y="16111"/>
                    <a:pt x="303" y="18115"/>
                  </a:cubicBezTo>
                  <a:cubicBezTo>
                    <a:pt x="1111" y="20119"/>
                    <a:pt x="3349" y="21070"/>
                    <a:pt x="5301" y="20240"/>
                  </a:cubicBezTo>
                  <a:cubicBezTo>
                    <a:pt x="7252" y="19410"/>
                    <a:pt x="8179" y="17113"/>
                    <a:pt x="7371" y="15110"/>
                  </a:cubicBezTo>
                  <a:cubicBezTo>
                    <a:pt x="6561" y="13108"/>
                    <a:pt x="4325" y="12157"/>
                    <a:pt x="2373" y="12984"/>
                  </a:cubicBezTo>
                  <a:close/>
                  <a:moveTo>
                    <a:pt x="5556" y="17343"/>
                  </a:moveTo>
                  <a:cubicBezTo>
                    <a:pt x="5163" y="18318"/>
                    <a:pt x="4074" y="18781"/>
                    <a:pt x="3125" y="18378"/>
                  </a:cubicBezTo>
                  <a:cubicBezTo>
                    <a:pt x="2175" y="17974"/>
                    <a:pt x="1724" y="16856"/>
                    <a:pt x="2117" y="15881"/>
                  </a:cubicBezTo>
                  <a:cubicBezTo>
                    <a:pt x="2510" y="14906"/>
                    <a:pt x="3599" y="14443"/>
                    <a:pt x="4549" y="14847"/>
                  </a:cubicBezTo>
                  <a:cubicBezTo>
                    <a:pt x="5005" y="15041"/>
                    <a:pt x="5367" y="15413"/>
                    <a:pt x="5556" y="15881"/>
                  </a:cubicBezTo>
                  <a:cubicBezTo>
                    <a:pt x="5746" y="16349"/>
                    <a:pt x="5746" y="16875"/>
                    <a:pt x="5556" y="17343"/>
                  </a:cubicBezTo>
                  <a:close/>
                </a:path>
              </a:pathLst>
            </a:custGeom>
            <a:solidFill>
              <a:srgbClr val="44546A"/>
            </a:solidFill>
            <a:ln w="6350" algn="ctr">
              <a:noFill/>
              <a:miter lim="800000"/>
              <a:headEnd/>
              <a:tailEnd/>
            </a:ln>
          </p:spPr>
          <p:txBody>
            <a:bodyPr wrap="square" lIns="36000" tIns="36000" rIns="36000" bIns="36000" anchor="ctr" anchorCtr="0">
              <a:noAutofit/>
            </a:bodyPr>
            <a:lstStyle/>
            <a:p>
              <a:endParaRPr dirty="0"/>
            </a:p>
          </p:txBody>
        </p:sp>
        <p:sp>
          <p:nvSpPr>
            <p:cNvPr id="424" name="Graphic 166">
              <a:extLst>
                <a:ext uri="{FF2B5EF4-FFF2-40B4-BE49-F238E27FC236}">
                  <a16:creationId xmlns:a16="http://schemas.microsoft.com/office/drawing/2014/main" id="{9086538B-568F-452B-B907-D4C2780F682C}"/>
                </a:ext>
              </a:extLst>
            </p:cNvPr>
            <p:cNvSpPr/>
            <p:nvPr/>
          </p:nvSpPr>
          <p:spPr>
            <a:xfrm>
              <a:off x="858966" y="7333422"/>
              <a:ext cx="383229" cy="3832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421" h="20421" extrusionOk="0">
                  <a:moveTo>
                    <a:pt x="20142" y="18790"/>
                  </a:moveTo>
                  <a:lnTo>
                    <a:pt x="15351" y="14000"/>
                  </a:lnTo>
                  <a:cubicBezTo>
                    <a:pt x="18323" y="10282"/>
                    <a:pt x="17718" y="4859"/>
                    <a:pt x="14000" y="1887"/>
                  </a:cubicBezTo>
                  <a:cubicBezTo>
                    <a:pt x="10282" y="-1085"/>
                    <a:pt x="4859" y="-480"/>
                    <a:pt x="1887" y="3238"/>
                  </a:cubicBezTo>
                  <a:cubicBezTo>
                    <a:pt x="-1085" y="6956"/>
                    <a:pt x="-480" y="12379"/>
                    <a:pt x="3238" y="15351"/>
                  </a:cubicBezTo>
                  <a:cubicBezTo>
                    <a:pt x="6384" y="17866"/>
                    <a:pt x="10854" y="17866"/>
                    <a:pt x="14000" y="15351"/>
                  </a:cubicBezTo>
                  <a:lnTo>
                    <a:pt x="18790" y="20142"/>
                  </a:lnTo>
                  <a:cubicBezTo>
                    <a:pt x="19164" y="20515"/>
                    <a:pt x="19769" y="20515"/>
                    <a:pt x="20142" y="20142"/>
                  </a:cubicBezTo>
                  <a:cubicBezTo>
                    <a:pt x="20515" y="19769"/>
                    <a:pt x="20515" y="19164"/>
                    <a:pt x="20142" y="18790"/>
                  </a:cubicBezTo>
                  <a:close/>
                  <a:moveTo>
                    <a:pt x="1953" y="8640"/>
                  </a:moveTo>
                  <a:cubicBezTo>
                    <a:pt x="1953" y="4947"/>
                    <a:pt x="4947" y="1953"/>
                    <a:pt x="8640" y="1953"/>
                  </a:cubicBezTo>
                  <a:cubicBezTo>
                    <a:pt x="12333" y="1953"/>
                    <a:pt x="15327" y="4947"/>
                    <a:pt x="15327" y="8640"/>
                  </a:cubicBezTo>
                  <a:cubicBezTo>
                    <a:pt x="15327" y="12333"/>
                    <a:pt x="12333" y="15327"/>
                    <a:pt x="8640" y="15327"/>
                  </a:cubicBezTo>
                  <a:cubicBezTo>
                    <a:pt x="4949" y="15322"/>
                    <a:pt x="1957" y="12331"/>
                    <a:pt x="1953" y="8640"/>
                  </a:cubicBezTo>
                  <a:close/>
                  <a:moveTo>
                    <a:pt x="4819" y="9595"/>
                  </a:moveTo>
                  <a:cubicBezTo>
                    <a:pt x="4291" y="9595"/>
                    <a:pt x="3864" y="9167"/>
                    <a:pt x="3864" y="8640"/>
                  </a:cubicBezTo>
                  <a:cubicBezTo>
                    <a:pt x="3866" y="6003"/>
                    <a:pt x="6003" y="3866"/>
                    <a:pt x="8640" y="3864"/>
                  </a:cubicBezTo>
                  <a:cubicBezTo>
                    <a:pt x="9167" y="3864"/>
                    <a:pt x="9595" y="4291"/>
                    <a:pt x="9595" y="4819"/>
                  </a:cubicBezTo>
                  <a:cubicBezTo>
                    <a:pt x="9595" y="5346"/>
                    <a:pt x="9167" y="5774"/>
                    <a:pt x="8640" y="5774"/>
                  </a:cubicBezTo>
                  <a:cubicBezTo>
                    <a:pt x="7058" y="5776"/>
                    <a:pt x="5776" y="7058"/>
                    <a:pt x="5774" y="8640"/>
                  </a:cubicBezTo>
                  <a:cubicBezTo>
                    <a:pt x="5774" y="9167"/>
                    <a:pt x="5346" y="9595"/>
                    <a:pt x="4819" y="9595"/>
                  </a:cubicBezTo>
                  <a:close/>
                </a:path>
              </a:pathLst>
            </a:custGeom>
            <a:solidFill>
              <a:srgbClr val="44546A"/>
            </a:solidFill>
            <a:ln w="6350" algn="ctr">
              <a:noFill/>
              <a:miter lim="800000"/>
              <a:headEnd/>
              <a:tailEnd/>
            </a:ln>
          </p:spPr>
          <p:txBody>
            <a:bodyPr wrap="square" lIns="36000" tIns="36000" rIns="36000" bIns="36000" anchor="ctr" anchorCtr="0">
              <a:noAutofit/>
            </a:bodyPr>
            <a:lstStyle/>
            <a:p>
              <a:endParaRPr dirty="0"/>
            </a:p>
          </p:txBody>
        </p:sp>
        <p:sp>
          <p:nvSpPr>
            <p:cNvPr id="425" name="Graphic 32">
              <a:extLst>
                <a:ext uri="{FF2B5EF4-FFF2-40B4-BE49-F238E27FC236}">
                  <a16:creationId xmlns:a16="http://schemas.microsoft.com/office/drawing/2014/main" id="{79F266BD-B3E5-4CEF-93D9-BA7FAA37A348}"/>
                </a:ext>
              </a:extLst>
            </p:cNvPr>
            <p:cNvSpPr/>
            <p:nvPr/>
          </p:nvSpPr>
          <p:spPr>
            <a:xfrm>
              <a:off x="3269114" y="7401971"/>
              <a:ext cx="351352" cy="29468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555" y="0"/>
                  </a:moveTo>
                  <a:lnTo>
                    <a:pt x="14981" y="0"/>
                  </a:lnTo>
                  <a:cubicBezTo>
                    <a:pt x="13333" y="2"/>
                    <a:pt x="11783" y="932"/>
                    <a:pt x="10800" y="2508"/>
                  </a:cubicBezTo>
                  <a:cubicBezTo>
                    <a:pt x="9817" y="932"/>
                    <a:pt x="8267" y="2"/>
                    <a:pt x="6619" y="0"/>
                  </a:cubicBezTo>
                  <a:lnTo>
                    <a:pt x="1045" y="0"/>
                  </a:lnTo>
                  <a:cubicBezTo>
                    <a:pt x="468" y="0"/>
                    <a:pt x="0" y="558"/>
                    <a:pt x="0" y="1246"/>
                  </a:cubicBezTo>
                  <a:lnTo>
                    <a:pt x="0" y="20354"/>
                  </a:lnTo>
                  <a:cubicBezTo>
                    <a:pt x="0" y="21042"/>
                    <a:pt x="468" y="21600"/>
                    <a:pt x="1045" y="21600"/>
                  </a:cubicBezTo>
                  <a:lnTo>
                    <a:pt x="20555" y="21600"/>
                  </a:lnTo>
                  <a:cubicBezTo>
                    <a:pt x="21132" y="21600"/>
                    <a:pt x="21600" y="21042"/>
                    <a:pt x="21600" y="20354"/>
                  </a:cubicBezTo>
                  <a:lnTo>
                    <a:pt x="21600" y="1246"/>
                  </a:lnTo>
                  <a:cubicBezTo>
                    <a:pt x="21600" y="558"/>
                    <a:pt x="21132" y="0"/>
                    <a:pt x="20555" y="0"/>
                  </a:cubicBezTo>
                  <a:close/>
                  <a:moveTo>
                    <a:pt x="14981" y="2492"/>
                  </a:moveTo>
                  <a:lnTo>
                    <a:pt x="19510" y="2492"/>
                  </a:lnTo>
                  <a:lnTo>
                    <a:pt x="19510" y="14123"/>
                  </a:lnTo>
                  <a:lnTo>
                    <a:pt x="14981" y="14123"/>
                  </a:lnTo>
                  <a:cubicBezTo>
                    <a:pt x="13848" y="14124"/>
                    <a:pt x="12747" y="14565"/>
                    <a:pt x="11845" y="15381"/>
                  </a:cubicBezTo>
                  <a:lnTo>
                    <a:pt x="11845" y="6231"/>
                  </a:lnTo>
                  <a:cubicBezTo>
                    <a:pt x="11847" y="4167"/>
                    <a:pt x="13250" y="2495"/>
                    <a:pt x="14981" y="2492"/>
                  </a:cubicBezTo>
                  <a:close/>
                  <a:moveTo>
                    <a:pt x="6619" y="2492"/>
                  </a:moveTo>
                  <a:cubicBezTo>
                    <a:pt x="8350" y="2495"/>
                    <a:pt x="9753" y="4167"/>
                    <a:pt x="9755" y="6231"/>
                  </a:cubicBezTo>
                  <a:lnTo>
                    <a:pt x="9755" y="15381"/>
                  </a:lnTo>
                  <a:cubicBezTo>
                    <a:pt x="8853" y="14565"/>
                    <a:pt x="7752" y="14124"/>
                    <a:pt x="6619" y="14123"/>
                  </a:cubicBezTo>
                  <a:lnTo>
                    <a:pt x="2090" y="14123"/>
                  </a:lnTo>
                  <a:lnTo>
                    <a:pt x="2090" y="2492"/>
                  </a:lnTo>
                  <a:close/>
                  <a:moveTo>
                    <a:pt x="2090" y="19108"/>
                  </a:moveTo>
                  <a:lnTo>
                    <a:pt x="2090" y="16615"/>
                  </a:lnTo>
                  <a:lnTo>
                    <a:pt x="6619" y="16615"/>
                  </a:lnTo>
                  <a:cubicBezTo>
                    <a:pt x="7948" y="16617"/>
                    <a:pt x="9131" y="17615"/>
                    <a:pt x="9576" y="19108"/>
                  </a:cubicBezTo>
                  <a:close/>
                  <a:moveTo>
                    <a:pt x="19510" y="19108"/>
                  </a:moveTo>
                  <a:lnTo>
                    <a:pt x="12024" y="19108"/>
                  </a:lnTo>
                  <a:cubicBezTo>
                    <a:pt x="12469" y="17615"/>
                    <a:pt x="13652" y="16617"/>
                    <a:pt x="14981" y="16615"/>
                  </a:cubicBezTo>
                  <a:lnTo>
                    <a:pt x="19510" y="16615"/>
                  </a:lnTo>
                  <a:close/>
                </a:path>
              </a:pathLst>
            </a:custGeom>
            <a:solidFill>
              <a:srgbClr val="44546A"/>
            </a:solidFill>
            <a:ln w="6350" algn="ctr">
              <a:noFill/>
              <a:miter lim="800000"/>
              <a:headEnd/>
              <a:tailEnd/>
            </a:ln>
          </p:spPr>
          <p:txBody>
            <a:bodyPr wrap="square" lIns="36000" tIns="36000" rIns="36000" bIns="36000" anchor="ctr" anchorCtr="0">
              <a:noAutofit/>
            </a:bodyPr>
            <a:lstStyle/>
            <a:p>
              <a:endParaRPr dirty="0"/>
            </a:p>
          </p:txBody>
        </p:sp>
        <p:sp>
          <p:nvSpPr>
            <p:cNvPr id="426" name="Graphic 48">
              <a:extLst>
                <a:ext uri="{FF2B5EF4-FFF2-40B4-BE49-F238E27FC236}">
                  <a16:creationId xmlns:a16="http://schemas.microsoft.com/office/drawing/2014/main" id="{10717F9F-3A51-4E36-9B2B-1EA0E097F98D}"/>
                </a:ext>
              </a:extLst>
            </p:cNvPr>
            <p:cNvSpPr/>
            <p:nvPr/>
          </p:nvSpPr>
          <p:spPr>
            <a:xfrm>
              <a:off x="5643289" y="7347881"/>
              <a:ext cx="354310" cy="3543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21600"/>
                  </a:moveTo>
                  <a:cubicBezTo>
                    <a:pt x="4835" y="21600"/>
                    <a:pt x="0" y="16765"/>
                    <a:pt x="0" y="10800"/>
                  </a:cubicBez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593" y="16762"/>
                    <a:pt x="16762" y="21593"/>
                    <a:pt x="10800" y="21600"/>
                  </a:cubicBezTo>
                  <a:close/>
                  <a:moveTo>
                    <a:pt x="10800" y="2234"/>
                  </a:moveTo>
                  <a:cubicBezTo>
                    <a:pt x="6069" y="2234"/>
                    <a:pt x="2234" y="6069"/>
                    <a:pt x="2234" y="10800"/>
                  </a:cubicBezTo>
                  <a:cubicBezTo>
                    <a:pt x="2234" y="15531"/>
                    <a:pt x="6069" y="19366"/>
                    <a:pt x="10800" y="19366"/>
                  </a:cubicBezTo>
                  <a:cubicBezTo>
                    <a:pt x="15531" y="19366"/>
                    <a:pt x="19366" y="15531"/>
                    <a:pt x="19366" y="10800"/>
                  </a:cubicBezTo>
                  <a:cubicBezTo>
                    <a:pt x="19360" y="6072"/>
                    <a:pt x="15528" y="2240"/>
                    <a:pt x="10800" y="2234"/>
                  </a:cubicBezTo>
                  <a:close/>
                  <a:moveTo>
                    <a:pt x="10845" y="14570"/>
                  </a:moveTo>
                  <a:lnTo>
                    <a:pt x="16059" y="9356"/>
                  </a:lnTo>
                  <a:cubicBezTo>
                    <a:pt x="16496" y="8919"/>
                    <a:pt x="16496" y="8212"/>
                    <a:pt x="16059" y="7775"/>
                  </a:cubicBezTo>
                  <a:cubicBezTo>
                    <a:pt x="15623" y="7339"/>
                    <a:pt x="14915" y="7339"/>
                    <a:pt x="14479" y="7775"/>
                  </a:cubicBezTo>
                  <a:lnTo>
                    <a:pt x="10055" y="12200"/>
                  </a:lnTo>
                  <a:lnTo>
                    <a:pt x="7121" y="9265"/>
                  </a:lnTo>
                  <a:cubicBezTo>
                    <a:pt x="6685" y="8828"/>
                    <a:pt x="5977" y="8828"/>
                    <a:pt x="5541" y="9265"/>
                  </a:cubicBezTo>
                  <a:cubicBezTo>
                    <a:pt x="5104" y="9701"/>
                    <a:pt x="5104" y="10409"/>
                    <a:pt x="5541" y="10845"/>
                  </a:cubicBezTo>
                  <a:lnTo>
                    <a:pt x="9265" y="14570"/>
                  </a:lnTo>
                  <a:cubicBezTo>
                    <a:pt x="9701" y="15006"/>
                    <a:pt x="10409" y="15006"/>
                    <a:pt x="10845" y="14570"/>
                  </a:cubicBezTo>
                  <a:cubicBezTo>
                    <a:pt x="10845" y="14570"/>
                    <a:pt x="10845" y="14570"/>
                    <a:pt x="10845" y="14570"/>
                  </a:cubicBezTo>
                  <a:close/>
                </a:path>
              </a:pathLst>
            </a:custGeom>
            <a:solidFill>
              <a:srgbClr val="44546A"/>
            </a:solidFill>
            <a:ln w="6350" algn="ctr">
              <a:noFill/>
              <a:miter lim="800000"/>
              <a:headEnd/>
              <a:tailEnd/>
            </a:ln>
          </p:spPr>
          <p:txBody>
            <a:bodyPr wrap="square" lIns="36000" tIns="36000" rIns="36000" bIns="36000" anchor="ctr" anchorCtr="0">
              <a:noAutofit/>
            </a:bodyPr>
            <a:lstStyle/>
            <a:p>
              <a:endParaRPr dirty="0">
                <a:sym typeface="Helvetica Neue Medium"/>
              </a:endParaRPr>
            </a:p>
          </p:txBody>
        </p:sp>
      </p:grpSp>
      <p:sp>
        <p:nvSpPr>
          <p:cNvPr id="434" name="양쪽 모서리가 둥근 사각형 168">
            <a:extLst>
              <a:ext uri="{FF2B5EF4-FFF2-40B4-BE49-F238E27FC236}">
                <a16:creationId xmlns:a16="http://schemas.microsoft.com/office/drawing/2014/main" id="{C21C6525-9EAA-46AC-9316-E80367253E87}"/>
              </a:ext>
            </a:extLst>
          </p:cNvPr>
          <p:cNvSpPr/>
          <p:nvPr/>
        </p:nvSpPr>
        <p:spPr bwMode="auto">
          <a:xfrm flipH="1">
            <a:off x="440665" y="9093460"/>
            <a:ext cx="5976000" cy="288000"/>
          </a:xfrm>
          <a:prstGeom prst="rect">
            <a:avLst/>
          </a:prstGeom>
          <a:solidFill>
            <a:srgbClr val="2F5597"/>
          </a:solidFill>
          <a:ln w="6350" algn="ctr">
            <a:noFill/>
            <a:miter lim="800000"/>
            <a:headEnd/>
            <a:tailEnd/>
          </a:ln>
        </p:spPr>
        <p:txBody>
          <a:bodyPr wrap="square" lIns="36000" tIns="36000" rIns="36000" bIns="36000" anchor="ctr" anchorCtr="0">
            <a:noAutofit/>
          </a:bodyPr>
          <a:lstStyle/>
          <a:p>
            <a:pPr marL="0" lvl="1" algn="ctr">
              <a:spcBef>
                <a:spcPts val="600"/>
              </a:spcBef>
            </a:pPr>
            <a:r>
              <a:rPr lang="ko-KR" altLang="en-US" sz="1000">
                <a:solidFill>
                  <a:schemeClr val="bg1"/>
                </a:solidFill>
                <a:latin typeface="+mj-ea"/>
                <a:ea typeface="+mj-ea"/>
              </a:rPr>
              <a:t>관련 표준지침을 준수</a:t>
            </a:r>
            <a:r>
              <a:rPr lang="en-US" altLang="ko-KR" sz="1000">
                <a:solidFill>
                  <a:schemeClr val="bg1"/>
                </a:solidFill>
                <a:latin typeface="+mj-ea"/>
                <a:ea typeface="+mj-ea"/>
              </a:rPr>
              <a:t>:</a:t>
            </a:r>
            <a:r>
              <a:rPr lang="ko-KR" altLang="en-US" sz="1000">
                <a:solidFill>
                  <a:schemeClr val="bg1"/>
                </a:solidFill>
                <a:latin typeface="+mj-ea"/>
                <a:ea typeface="+mj-ea"/>
              </a:rPr>
              <a:t> </a:t>
            </a:r>
            <a:r>
              <a:rPr lang="ko-KR" altLang="en-US" sz="1000">
                <a:solidFill>
                  <a:schemeClr val="bg1"/>
                </a:solidFill>
                <a:latin typeface="+mn-ea"/>
              </a:rPr>
              <a:t>보안성 지침</a:t>
            </a:r>
            <a:r>
              <a:rPr lang="en-US" altLang="ko-KR" sz="1000">
                <a:solidFill>
                  <a:schemeClr val="bg1"/>
                </a:solidFill>
                <a:latin typeface="+mn-ea"/>
              </a:rPr>
              <a:t>, </a:t>
            </a:r>
            <a:r>
              <a:rPr lang="ko-KR" altLang="en-US" sz="1000">
                <a:solidFill>
                  <a:schemeClr val="bg1"/>
                </a:solidFill>
                <a:latin typeface="+mn-ea"/>
              </a:rPr>
              <a:t>구축 표준 지침</a:t>
            </a:r>
            <a:r>
              <a:rPr lang="en-US" altLang="ko-KR" sz="1000">
                <a:solidFill>
                  <a:schemeClr val="bg1"/>
                </a:solidFill>
                <a:latin typeface="+mn-ea"/>
              </a:rPr>
              <a:t>, </a:t>
            </a:r>
            <a:r>
              <a:rPr lang="ko-KR" altLang="en-US" sz="1000">
                <a:solidFill>
                  <a:schemeClr val="bg1"/>
                </a:solidFill>
                <a:latin typeface="+mn-ea"/>
              </a:rPr>
              <a:t>데이터 표준 지침</a:t>
            </a:r>
            <a:r>
              <a:rPr lang="en-US" altLang="ko-KR" sz="1000">
                <a:solidFill>
                  <a:schemeClr val="bg1"/>
                </a:solidFill>
                <a:latin typeface="+mn-ea"/>
              </a:rPr>
              <a:t>, </a:t>
            </a:r>
            <a:r>
              <a:rPr lang="ko-KR" altLang="en-US" sz="1000">
                <a:solidFill>
                  <a:schemeClr val="bg1"/>
                </a:solidFill>
                <a:latin typeface="+mn-ea"/>
              </a:rPr>
              <a:t>연계 표준 지침 등</a:t>
            </a: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9FEEF2F1-F835-4727-AB1D-E60B83718BEF}"/>
              </a:ext>
            </a:extLst>
          </p:cNvPr>
          <p:cNvGrpSpPr/>
          <p:nvPr/>
        </p:nvGrpSpPr>
        <p:grpSpPr>
          <a:xfrm>
            <a:off x="440668" y="3980892"/>
            <a:ext cx="5976456" cy="2196000"/>
            <a:chOff x="440668" y="3980892"/>
            <a:chExt cx="5976456" cy="2196000"/>
          </a:xfrm>
        </p:grpSpPr>
        <p:sp>
          <p:nvSpPr>
            <p:cNvPr id="159" name="AutoShape 145">
              <a:extLst>
                <a:ext uri="{FF2B5EF4-FFF2-40B4-BE49-F238E27FC236}">
                  <a16:creationId xmlns:a16="http://schemas.microsoft.com/office/drawing/2014/main" id="{60FEF0CF-B65F-4941-B242-9186E62815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3000" y="3980892"/>
              <a:ext cx="1872000" cy="2196000"/>
            </a:xfrm>
            <a:prstGeom prst="roundRect">
              <a:avLst>
                <a:gd name="adj" fmla="val 0"/>
              </a:avLst>
            </a:prstGeom>
            <a:solidFill>
              <a:srgbClr val="2D7CBD"/>
            </a:solidFill>
            <a:ln w="3175" algn="ctr">
              <a:noFill/>
              <a:miter lim="800000"/>
              <a:headEnd/>
              <a:tailEnd/>
            </a:ln>
            <a:effectLst/>
          </p:spPr>
          <p:txBody>
            <a:bodyPr wrap="none" lIns="36000" tIns="108000" rIns="36000" bIns="36000" anchor="t"/>
            <a:lstStyle/>
            <a:p>
              <a:pPr algn="ctr" defTabSz="914400" fontAlgn="base" latinLnBrk="1">
                <a:spcBef>
                  <a:spcPct val="0"/>
                </a:spcBef>
                <a:spcAft>
                  <a:spcPct val="0"/>
                </a:spcAft>
                <a:buSzPct val="110000"/>
              </a:pPr>
              <a:r>
                <a:rPr kumimoji="1" lang="ko-KR" altLang="en-US" sz="1200" kern="0" dirty="0">
                  <a:solidFill>
                    <a:schemeClr val="bg1"/>
                  </a:solidFill>
                  <a:latin typeface="+mj-ea"/>
                  <a:ea typeface="+mj-ea"/>
                </a:rPr>
                <a:t>관리 측면</a:t>
              </a:r>
            </a:p>
          </p:txBody>
        </p:sp>
        <p:sp>
          <p:nvSpPr>
            <p:cNvPr id="163" name="AutoShape 146">
              <a:extLst>
                <a:ext uri="{FF2B5EF4-FFF2-40B4-BE49-F238E27FC236}">
                  <a16:creationId xmlns:a16="http://schemas.microsoft.com/office/drawing/2014/main" id="{0EADDCA0-D1A0-44F2-97EF-FDF45245D6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668" y="3980892"/>
              <a:ext cx="1872000" cy="2196000"/>
            </a:xfrm>
            <a:prstGeom prst="roundRect">
              <a:avLst>
                <a:gd name="adj" fmla="val 0"/>
              </a:avLst>
            </a:prstGeom>
            <a:solidFill>
              <a:srgbClr val="5A9BD5"/>
            </a:solidFill>
            <a:ln w="3175" algn="ctr">
              <a:noFill/>
              <a:miter lim="800000"/>
              <a:headEnd/>
              <a:tailEnd/>
            </a:ln>
            <a:effectLst/>
          </p:spPr>
          <p:txBody>
            <a:bodyPr wrap="none" lIns="36000" tIns="108000" rIns="36000" bIns="36000" anchor="t"/>
            <a:lstStyle/>
            <a:p>
              <a:pPr algn="ctr" defTabSz="914400" fontAlgn="base" latinLnBrk="1">
                <a:spcBef>
                  <a:spcPct val="0"/>
                </a:spcBef>
                <a:spcAft>
                  <a:spcPct val="0"/>
                </a:spcAft>
                <a:buSzPct val="110000"/>
              </a:pPr>
              <a:r>
                <a:rPr kumimoji="1" lang="ko-KR" altLang="en-US" sz="1100" kern="0">
                  <a:solidFill>
                    <a:prstClr val="white"/>
                  </a:solidFill>
                  <a:latin typeface="+mj-ea"/>
                  <a:ea typeface="+mj-ea"/>
                </a:rPr>
                <a:t>업무 사용자 측면</a:t>
              </a:r>
            </a:p>
          </p:txBody>
        </p:sp>
        <p:sp>
          <p:nvSpPr>
            <p:cNvPr id="164" name="AutoShape 147">
              <a:extLst>
                <a:ext uri="{FF2B5EF4-FFF2-40B4-BE49-F238E27FC236}">
                  <a16:creationId xmlns:a16="http://schemas.microsoft.com/office/drawing/2014/main" id="{6FCF55AD-8690-4631-AE3F-E1C53FC392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45124" y="3980892"/>
              <a:ext cx="1872000" cy="2196000"/>
            </a:xfrm>
            <a:prstGeom prst="roundRect">
              <a:avLst>
                <a:gd name="adj" fmla="val 0"/>
              </a:avLst>
            </a:prstGeom>
            <a:solidFill>
              <a:srgbClr val="0B57A2"/>
            </a:solidFill>
            <a:ln w="3175" algn="ctr">
              <a:noFill/>
              <a:miter lim="800000"/>
              <a:headEnd/>
              <a:tailEnd/>
            </a:ln>
            <a:effectLst/>
          </p:spPr>
          <p:txBody>
            <a:bodyPr wrap="none" lIns="36000" tIns="108000" rIns="36000" bIns="36000" anchor="t"/>
            <a:lstStyle/>
            <a:p>
              <a:pPr lvl="0" algn="ctr" defTabSz="914400" fontAlgn="base" latinLnBrk="1">
                <a:spcBef>
                  <a:spcPct val="0"/>
                </a:spcBef>
                <a:spcAft>
                  <a:spcPct val="0"/>
                </a:spcAft>
                <a:buSzPct val="110000"/>
                <a:defRPr/>
              </a:pPr>
              <a:r>
                <a:rPr kumimoji="1" lang="ko-KR" altLang="en-US" sz="1100" kern="0">
                  <a:solidFill>
                    <a:prstClr val="white"/>
                  </a:solidFill>
                  <a:latin typeface="+mj-ea"/>
                  <a:ea typeface="+mj-ea"/>
                </a:rPr>
                <a:t>서비스 안정화</a:t>
              </a:r>
            </a:p>
          </p:txBody>
        </p:sp>
        <p:sp>
          <p:nvSpPr>
            <p:cNvPr id="136" name="AutoShape 148">
              <a:extLst>
                <a:ext uri="{FF2B5EF4-FFF2-40B4-BE49-F238E27FC236}">
                  <a16:creationId xmlns:a16="http://schemas.microsoft.com/office/drawing/2014/main" id="{29D213ED-FD4B-45A1-BB28-334CEC41710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493046" y="4340932"/>
              <a:ext cx="1872000" cy="1800000"/>
            </a:xfrm>
            <a:prstGeom prst="roundRect">
              <a:avLst>
                <a:gd name="adj" fmla="val 0"/>
              </a:avLst>
            </a:prstGeom>
            <a:solidFill>
              <a:sysClr val="window" lastClr="FFFFFF"/>
            </a:solidFill>
            <a:ln w="9525">
              <a:noFill/>
              <a:round/>
              <a:headEnd/>
              <a:tailEnd/>
            </a:ln>
          </p:spPr>
          <p:txBody>
            <a:bodyPr wrap="square" lIns="108000" tIns="144000" rIns="72000" anchor="t"/>
            <a:lstStyle/>
            <a:p>
              <a:pPr marL="90000" lvl="2" indent="-90000" defTabSz="914400" fontAlgn="base">
                <a:lnSpc>
                  <a:spcPct val="110000"/>
                </a:lnSpc>
                <a:spcBef>
                  <a:spcPct val="0"/>
                </a:spcBef>
                <a:spcAft>
                  <a:spcPts val="3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  <a:buFont typeface="Arial" pitchFamily="34" charset="0"/>
                <a:buChar char="•"/>
                <a:tabLst>
                  <a:tab pos="542925" algn="l"/>
                </a:tabLst>
                <a:defRPr/>
              </a:pPr>
              <a:r>
                <a:rPr kumimoji="1"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홈페이지 관리 시스템 구축 및 업무 기능 강화로 관리의 효율성을 확보 가능</a:t>
              </a:r>
            </a:p>
            <a:p>
              <a:pPr marL="90000" lvl="2" indent="-90000" defTabSz="914400" fontAlgn="base">
                <a:lnSpc>
                  <a:spcPct val="110000"/>
                </a:lnSpc>
                <a:spcBef>
                  <a:spcPct val="0"/>
                </a:spcBef>
                <a:spcAft>
                  <a:spcPts val="3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  <a:buFont typeface="Arial" pitchFamily="34" charset="0"/>
                <a:buChar char="•"/>
                <a:tabLst>
                  <a:tab pos="542925" algn="l"/>
                </a:tabLst>
                <a:defRPr/>
              </a:pPr>
              <a:r>
                <a:rPr kumimoji="1"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타 시스템 연계기능 개선 및 오류 수정을 통한 연계 안정화</a:t>
              </a:r>
            </a:p>
            <a:p>
              <a:pPr marL="90000" lvl="2" indent="-90000" defTabSz="914400" fontAlgn="base">
                <a:lnSpc>
                  <a:spcPct val="110000"/>
                </a:lnSpc>
                <a:spcBef>
                  <a:spcPct val="0"/>
                </a:spcBef>
                <a:spcAft>
                  <a:spcPts val="3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  <a:buFont typeface="Arial" pitchFamily="34" charset="0"/>
                <a:buChar char="•"/>
                <a:tabLst>
                  <a:tab pos="542925" algn="l"/>
                </a:tabLst>
                <a:defRPr/>
              </a:pPr>
              <a:r>
                <a:rPr kumimoji="1"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공공데이터 제공 </a:t>
              </a:r>
              <a:r>
                <a:rPr kumimoji="1"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API </a:t>
              </a:r>
              <a:r>
                <a:rPr kumimoji="1"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개발</a:t>
              </a:r>
            </a:p>
            <a:p>
              <a:pPr marL="90000" lvl="2" indent="-90000" defTabSz="914400" fontAlgn="base">
                <a:lnSpc>
                  <a:spcPct val="110000"/>
                </a:lnSpc>
                <a:spcBef>
                  <a:spcPct val="0"/>
                </a:spcBef>
                <a:spcAft>
                  <a:spcPts val="3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  <a:buFont typeface="Arial" pitchFamily="34" charset="0"/>
                <a:buChar char="•"/>
                <a:tabLst>
                  <a:tab pos="542925" algn="l"/>
                </a:tabLst>
                <a:defRPr/>
              </a:pPr>
              <a:r>
                <a:rPr kumimoji="1"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솔루션 구매 및 적용으로 업무환경 개선</a:t>
              </a:r>
            </a:p>
          </p:txBody>
        </p:sp>
        <p:sp>
          <p:nvSpPr>
            <p:cNvPr id="142" name="AutoShape 148">
              <a:extLst>
                <a:ext uri="{FF2B5EF4-FFF2-40B4-BE49-F238E27FC236}">
                  <a16:creationId xmlns:a16="http://schemas.microsoft.com/office/drawing/2014/main" id="{2EA87350-8C02-4278-B0F7-7D47BA395106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4545124" y="4340932"/>
              <a:ext cx="1872000" cy="1800000"/>
            </a:xfrm>
            <a:prstGeom prst="roundRect">
              <a:avLst>
                <a:gd name="adj" fmla="val 0"/>
              </a:avLst>
            </a:prstGeom>
            <a:solidFill>
              <a:sysClr val="window" lastClr="FFFFFF"/>
            </a:solidFill>
            <a:ln w="9525">
              <a:noFill/>
              <a:round/>
              <a:headEnd/>
              <a:tailEnd/>
            </a:ln>
          </p:spPr>
          <p:txBody>
            <a:bodyPr wrap="square" lIns="108000" tIns="144000" rIns="72000" anchor="t"/>
            <a:lstStyle/>
            <a:p>
              <a:pPr marL="90000" lvl="2" indent="-90000" defTabSz="914400" fontAlgn="base">
                <a:lnSpc>
                  <a:spcPct val="110000"/>
                </a:lnSpc>
                <a:spcBef>
                  <a:spcPct val="0"/>
                </a:spcBef>
                <a:spcAft>
                  <a:spcPts val="3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  <a:buFont typeface="Arial" pitchFamily="34" charset="0"/>
                <a:buChar char="•"/>
                <a:tabLst>
                  <a:tab pos="542925" algn="l"/>
                </a:tabLst>
                <a:defRPr/>
              </a:pPr>
              <a:r>
                <a:rPr kumimoji="1"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유지보수 및 장애대응 체계 강화</a:t>
              </a:r>
              <a:endParaRPr kumimoji="1"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endParaRPr>
            </a:p>
            <a:p>
              <a:pPr marL="90000" lvl="2" indent="-90000" defTabSz="914400" fontAlgn="base">
                <a:lnSpc>
                  <a:spcPct val="110000"/>
                </a:lnSpc>
                <a:spcBef>
                  <a:spcPct val="0"/>
                </a:spcBef>
                <a:spcAft>
                  <a:spcPts val="3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  <a:buFont typeface="Arial" pitchFamily="34" charset="0"/>
                <a:buChar char="•"/>
                <a:tabLst>
                  <a:tab pos="542925" algn="l"/>
                </a:tabLst>
                <a:defRPr/>
              </a:pPr>
              <a:r>
                <a:rPr kumimoji="1"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지속적인 모니터링을 통한 철저한 예방체계와 장애 발생 시 신속 처리</a:t>
              </a:r>
            </a:p>
            <a:p>
              <a:pPr marL="90000" lvl="2" indent="-90000" defTabSz="914400" fontAlgn="base">
                <a:lnSpc>
                  <a:spcPct val="110000"/>
                </a:lnSpc>
                <a:spcBef>
                  <a:spcPct val="0"/>
                </a:spcBef>
                <a:spcAft>
                  <a:spcPts val="3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  <a:buFont typeface="Arial" pitchFamily="34" charset="0"/>
                <a:buChar char="•"/>
                <a:tabLst>
                  <a:tab pos="542925" algn="l"/>
                </a:tabLst>
                <a:defRPr/>
              </a:pPr>
              <a:r>
                <a:rPr kumimoji="1"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정부의 정보 보안 및 개인정보 보호 정책에 부합</a:t>
              </a:r>
              <a:r>
                <a:rPr kumimoji="1"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, </a:t>
              </a:r>
              <a:r>
                <a:rPr kumimoji="1"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국가 및 관련 표준 준수를 통한 안정적이고 확장성 있는 운영</a:t>
              </a:r>
              <a:endParaRPr kumimoji="1"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endParaRPr>
            </a:p>
          </p:txBody>
        </p:sp>
        <p:sp>
          <p:nvSpPr>
            <p:cNvPr id="132" name="AutoShape 148"/>
            <p:cNvSpPr>
              <a:spLocks noChangeArrowheads="1"/>
            </p:cNvSpPr>
            <p:nvPr/>
          </p:nvSpPr>
          <p:spPr bwMode="gray">
            <a:xfrm>
              <a:off x="440668" y="4340932"/>
              <a:ext cx="1872000" cy="1800000"/>
            </a:xfrm>
            <a:prstGeom prst="roundRect">
              <a:avLst>
                <a:gd name="adj" fmla="val 0"/>
              </a:avLst>
            </a:prstGeom>
            <a:solidFill>
              <a:sysClr val="window" lastClr="FFFFFF"/>
            </a:solidFill>
            <a:ln w="9525">
              <a:noFill/>
              <a:round/>
              <a:headEnd/>
              <a:tailEnd/>
            </a:ln>
          </p:spPr>
          <p:txBody>
            <a:bodyPr wrap="square" lIns="108000" tIns="144000" rIns="72000" anchor="t"/>
            <a:lstStyle/>
            <a:p>
              <a:pPr marL="90000" lvl="2" indent="-90000" defTabSz="914400" fontAlgn="base">
                <a:lnSpc>
                  <a:spcPct val="110000"/>
                </a:lnSpc>
                <a:spcBef>
                  <a:spcPct val="0"/>
                </a:spcBef>
                <a:spcAft>
                  <a:spcPts val="3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  <a:buFont typeface="Arial" pitchFamily="34" charset="0"/>
                <a:buChar char="•"/>
                <a:tabLst>
                  <a:tab pos="542925" algn="l"/>
                </a:tabLst>
                <a:defRPr/>
              </a:pPr>
              <a:r>
                <a:rPr kumimoji="1"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사용자 중심의 메뉴체계</a:t>
              </a:r>
              <a:r>
                <a:rPr kumimoji="1"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, </a:t>
              </a:r>
              <a:r>
                <a:rPr kumimoji="1"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서비스 및 디자인 재설계</a:t>
              </a:r>
            </a:p>
            <a:p>
              <a:pPr marL="90000" lvl="2" indent="-90000" defTabSz="914400" fontAlgn="base">
                <a:lnSpc>
                  <a:spcPct val="110000"/>
                </a:lnSpc>
                <a:spcBef>
                  <a:spcPct val="0"/>
                </a:spcBef>
                <a:spcAft>
                  <a:spcPts val="3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  <a:buFont typeface="Arial" pitchFamily="34" charset="0"/>
                <a:buChar char="•"/>
                <a:tabLst>
                  <a:tab pos="542925" algn="l"/>
                </a:tabLst>
                <a:defRPr/>
              </a:pPr>
              <a:r>
                <a:rPr kumimoji="1"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웹 접근성</a:t>
              </a:r>
              <a:r>
                <a:rPr kumimoji="1"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, </a:t>
              </a:r>
              <a:r>
                <a:rPr kumimoji="1"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호환성</a:t>
              </a:r>
              <a:r>
                <a:rPr kumimoji="1"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, </a:t>
              </a:r>
              <a:r>
                <a:rPr kumimoji="1"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개방성 등 준수를 통한 웹사이트</a:t>
              </a:r>
              <a:r>
                <a:rPr kumimoji="1"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 </a:t>
              </a:r>
              <a:r>
                <a:rPr kumimoji="1"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품질 확보</a:t>
              </a:r>
            </a:p>
            <a:p>
              <a:pPr marL="90000" lvl="2" indent="-90000" defTabSz="914400" fontAlgn="base">
                <a:lnSpc>
                  <a:spcPct val="110000"/>
                </a:lnSpc>
                <a:spcBef>
                  <a:spcPct val="0"/>
                </a:spcBef>
                <a:spcAft>
                  <a:spcPts val="3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  <a:buFont typeface="Arial" pitchFamily="34" charset="0"/>
                <a:buChar char="•"/>
                <a:tabLst>
                  <a:tab pos="542925" algn="l"/>
                </a:tabLst>
                <a:defRPr/>
              </a:pPr>
              <a:r>
                <a:rPr kumimoji="1"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다양한 기기에서 호환성이 확보된 서비스 제공 필요</a:t>
              </a:r>
            </a:p>
            <a:p>
              <a:pPr marL="90000" lvl="2" indent="-90000" defTabSz="914400" fontAlgn="base">
                <a:lnSpc>
                  <a:spcPct val="110000"/>
                </a:lnSpc>
                <a:spcBef>
                  <a:spcPct val="0"/>
                </a:spcBef>
                <a:spcAft>
                  <a:spcPts val="3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  <a:buFont typeface="Arial" pitchFamily="34" charset="0"/>
                <a:buChar char="•"/>
                <a:tabLst>
                  <a:tab pos="542925" algn="l"/>
                </a:tabLst>
                <a:defRPr/>
              </a:pPr>
              <a:r>
                <a:rPr kumimoji="1"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통합관리를 통한 소요 자원 및 시간을 절약</a:t>
              </a:r>
            </a:p>
          </p:txBody>
        </p:sp>
        <p:sp>
          <p:nvSpPr>
            <p:cNvPr id="439" name="Line 135">
              <a:extLst>
                <a:ext uri="{FF2B5EF4-FFF2-40B4-BE49-F238E27FC236}">
                  <a16:creationId xmlns:a16="http://schemas.microsoft.com/office/drawing/2014/main" id="{24961ECB-6844-474A-9B0F-EA5ABE2326E0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2397075" y="4376936"/>
              <a:ext cx="0" cy="1656000"/>
            </a:xfrm>
            <a:prstGeom prst="line">
              <a:avLst/>
            </a:prstGeom>
            <a:noFill/>
            <a:ln w="6350" cap="rnd">
              <a:solidFill>
                <a:srgbClr val="E6E6E6"/>
              </a:solidFill>
              <a:prstDash val="solid"/>
              <a:round/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457200" latinLnBrk="0">
                <a:defRPr/>
              </a:pPr>
              <a:endParaRPr lang="ko-KR" altLang="en-US" sz="1800" kern="0" dirty="0">
                <a:solidFill>
                  <a:prstClr val="black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</a:endParaRPr>
            </a:p>
          </p:txBody>
        </p:sp>
        <p:sp>
          <p:nvSpPr>
            <p:cNvPr id="441" name="Line 135">
              <a:extLst>
                <a:ext uri="{FF2B5EF4-FFF2-40B4-BE49-F238E27FC236}">
                  <a16:creationId xmlns:a16="http://schemas.microsoft.com/office/drawing/2014/main" id="{D742F239-9F8B-4BB0-A4DF-083B57D17640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453779" y="4376936"/>
              <a:ext cx="0" cy="1656000"/>
            </a:xfrm>
            <a:prstGeom prst="line">
              <a:avLst/>
            </a:prstGeom>
            <a:noFill/>
            <a:ln w="6350" cap="rnd">
              <a:solidFill>
                <a:srgbClr val="E6E6E6"/>
              </a:solidFill>
              <a:prstDash val="solid"/>
              <a:round/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457200" latinLnBrk="0">
                <a:defRPr/>
              </a:pPr>
              <a:endParaRPr lang="ko-KR" altLang="en-US" sz="1800" kern="0" dirty="0">
                <a:solidFill>
                  <a:prstClr val="black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</a:endParaRPr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C870701F-31E5-4687-B47E-DCF70604FE89}"/>
              </a:ext>
            </a:extLst>
          </p:cNvPr>
          <p:cNvGrpSpPr/>
          <p:nvPr/>
        </p:nvGrpSpPr>
        <p:grpSpPr>
          <a:xfrm>
            <a:off x="1376792" y="2936776"/>
            <a:ext cx="4104416" cy="774080"/>
            <a:chOff x="1376792" y="2936776"/>
            <a:chExt cx="4104416" cy="774080"/>
          </a:xfrm>
        </p:grpSpPr>
        <p:grpSp>
          <p:nvGrpSpPr>
            <p:cNvPr id="115" name="그룹 114">
              <a:extLst>
                <a:ext uri="{FF2B5EF4-FFF2-40B4-BE49-F238E27FC236}">
                  <a16:creationId xmlns:a16="http://schemas.microsoft.com/office/drawing/2014/main" id="{C2DD42B4-CCE4-4113-9C36-131FAB14042C}"/>
                </a:ext>
              </a:extLst>
            </p:cNvPr>
            <p:cNvGrpSpPr/>
            <p:nvPr/>
          </p:nvGrpSpPr>
          <p:grpSpPr>
            <a:xfrm>
              <a:off x="1376792" y="2936776"/>
              <a:ext cx="4104416" cy="630942"/>
              <a:chOff x="1376792" y="2936776"/>
              <a:chExt cx="4104416" cy="630942"/>
            </a:xfrm>
          </p:grpSpPr>
          <p:sp>
            <p:nvSpPr>
              <p:cNvPr id="133" name="Rectangle 423">
                <a:extLst>
                  <a:ext uri="{FF2B5EF4-FFF2-40B4-BE49-F238E27FC236}">
                    <a16:creationId xmlns:a16="http://schemas.microsoft.com/office/drawing/2014/main" id="{41FF63CE-1AE9-47F1-9208-683FE60254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25621" y="2936776"/>
                <a:ext cx="3606757" cy="63094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>
                <a:spAutoFit/>
              </a:bodyPr>
              <a:lstStyle>
                <a:lvl1pPr algn="ctr">
                  <a:buSzPct val="80000"/>
                  <a:defRPr kumimoji="1" sz="1000">
                    <a:solidFill>
                      <a:schemeClr val="bg1"/>
                    </a:solidFill>
                    <a:latin typeface="산돌고딕 L" pitchFamily="18" charset="-127"/>
                    <a:ea typeface="산돌고딕 L" pitchFamily="18" charset="-127"/>
                  </a:defRPr>
                </a:lvl1pPr>
                <a:lvl2pPr marL="742950" indent="-285750" algn="ctr">
                  <a:buSzPct val="80000"/>
                  <a:defRPr kumimoji="1" sz="1000">
                    <a:solidFill>
                      <a:schemeClr val="bg1"/>
                    </a:solidFill>
                    <a:latin typeface="산돌고딕 L" pitchFamily="18" charset="-127"/>
                    <a:ea typeface="산돌고딕 L" pitchFamily="18" charset="-127"/>
                  </a:defRPr>
                </a:lvl2pPr>
                <a:lvl3pPr marL="1143000" indent="-228600" algn="ctr">
                  <a:buSzPct val="80000"/>
                  <a:defRPr kumimoji="1" sz="1000">
                    <a:solidFill>
                      <a:schemeClr val="bg1"/>
                    </a:solidFill>
                    <a:latin typeface="산돌고딕 L" pitchFamily="18" charset="-127"/>
                    <a:ea typeface="산돌고딕 L" pitchFamily="18" charset="-127"/>
                  </a:defRPr>
                </a:lvl3pPr>
                <a:lvl4pPr marL="1600200" indent="-228600" algn="ctr">
                  <a:buSzPct val="80000"/>
                  <a:defRPr kumimoji="1" sz="1000">
                    <a:solidFill>
                      <a:schemeClr val="bg1"/>
                    </a:solidFill>
                    <a:latin typeface="산돌고딕 L" pitchFamily="18" charset="-127"/>
                    <a:ea typeface="산돌고딕 L" pitchFamily="18" charset="-127"/>
                  </a:defRPr>
                </a:lvl4pPr>
                <a:lvl5pPr marL="2057400" indent="-228600" algn="ctr">
                  <a:buSzPct val="80000"/>
                  <a:defRPr kumimoji="1" sz="1000">
                    <a:solidFill>
                      <a:schemeClr val="bg1"/>
                    </a:solidFill>
                    <a:latin typeface="산돌고딕 L" pitchFamily="18" charset="-127"/>
                    <a:ea typeface="산돌고딕 L" pitchFamily="18" charset="-127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SzPct val="80000"/>
                  <a:defRPr kumimoji="1" sz="1000">
                    <a:solidFill>
                      <a:schemeClr val="bg1"/>
                    </a:solidFill>
                    <a:latin typeface="산돌고딕 L" pitchFamily="18" charset="-127"/>
                    <a:ea typeface="산돌고딕 L" pitchFamily="18" charset="-127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SzPct val="80000"/>
                  <a:defRPr kumimoji="1" sz="1000">
                    <a:solidFill>
                      <a:schemeClr val="bg1"/>
                    </a:solidFill>
                    <a:latin typeface="산돌고딕 L" pitchFamily="18" charset="-127"/>
                    <a:ea typeface="산돌고딕 L" pitchFamily="18" charset="-127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SzPct val="80000"/>
                  <a:defRPr kumimoji="1" sz="1000">
                    <a:solidFill>
                      <a:schemeClr val="bg1"/>
                    </a:solidFill>
                    <a:latin typeface="산돌고딕 L" pitchFamily="18" charset="-127"/>
                    <a:ea typeface="산돌고딕 L" pitchFamily="18" charset="-127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SzPct val="80000"/>
                  <a:defRPr kumimoji="1" sz="1000">
                    <a:solidFill>
                      <a:schemeClr val="bg1"/>
                    </a:solidFill>
                    <a:latin typeface="산돌고딕 L" pitchFamily="18" charset="-127"/>
                    <a:ea typeface="산돌고딕 L" pitchFamily="18" charset="-127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ts val="600"/>
                  </a:spcAft>
                  <a:buSzTx/>
                  <a:defRPr/>
                </a:pPr>
                <a:r>
                  <a:rPr lang="ko-KR" altLang="en-US" sz="1600" spc="-50" dirty="0" err="1">
                    <a:ln>
                      <a:solidFill>
                        <a:srgbClr val="4F81BD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효울적인</a:t>
                </a:r>
                <a:r>
                  <a:rPr lang="ko-KR" altLang="en-US" sz="1600" spc="-50" dirty="0">
                    <a:ln>
                      <a:solidFill>
                        <a:srgbClr val="4F81BD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 시스템 통합 구축을 통한</a:t>
                </a:r>
              </a:p>
              <a:p>
                <a:pPr fontAlgn="base">
                  <a:spcBef>
                    <a:spcPct val="0"/>
                  </a:spcBef>
                  <a:spcAft>
                    <a:spcPts val="600"/>
                  </a:spcAft>
                  <a:buSzTx/>
                  <a:defRPr/>
                </a:pPr>
                <a:r>
                  <a:rPr lang="ko-KR" altLang="en-US" sz="2000" spc="-50" dirty="0">
                    <a:ln>
                      <a:solidFill>
                        <a:srgbClr val="4F81BD">
                          <a:alpha val="0"/>
                        </a:srgbClr>
                      </a:solidFill>
                    </a:ln>
                    <a:solidFill>
                      <a:srgbClr val="FB6225"/>
                    </a:solidFill>
                    <a:latin typeface="+mj-ea"/>
                    <a:ea typeface="+mj-ea"/>
                  </a:rPr>
                  <a:t>사용자 만족도 및 관리의 효율 극대화</a:t>
                </a:r>
              </a:p>
            </p:txBody>
          </p:sp>
          <p:sp>
            <p:nvSpPr>
              <p:cNvPr id="134" name="Freeform 34">
                <a:extLst>
                  <a:ext uri="{FF2B5EF4-FFF2-40B4-BE49-F238E27FC236}">
                    <a16:creationId xmlns:a16="http://schemas.microsoft.com/office/drawing/2014/main" id="{01B7F1DF-5ACF-4F18-910E-C85AA6D3365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376792" y="2937603"/>
                <a:ext cx="180000" cy="144000"/>
              </a:xfrm>
              <a:custGeom>
                <a:avLst/>
                <a:gdLst>
                  <a:gd name="T0" fmla="*/ 43 w 141"/>
                  <a:gd name="T1" fmla="*/ 0 h 124"/>
                  <a:gd name="T2" fmla="*/ 11 w 141"/>
                  <a:gd name="T3" fmla="*/ 26 h 124"/>
                  <a:gd name="T4" fmla="*/ 0 w 141"/>
                  <a:gd name="T5" fmla="*/ 81 h 124"/>
                  <a:gd name="T6" fmla="*/ 0 w 141"/>
                  <a:gd name="T7" fmla="*/ 124 h 124"/>
                  <a:gd name="T8" fmla="*/ 59 w 141"/>
                  <a:gd name="T9" fmla="*/ 124 h 124"/>
                  <a:gd name="T10" fmla="*/ 59 w 141"/>
                  <a:gd name="T11" fmla="*/ 66 h 124"/>
                  <a:gd name="T12" fmla="*/ 28 w 141"/>
                  <a:gd name="T13" fmla="*/ 66 h 124"/>
                  <a:gd name="T14" fmla="*/ 36 w 141"/>
                  <a:gd name="T15" fmla="*/ 35 h 124"/>
                  <a:gd name="T16" fmla="*/ 59 w 141"/>
                  <a:gd name="T17" fmla="*/ 20 h 124"/>
                  <a:gd name="T18" fmla="*/ 43 w 141"/>
                  <a:gd name="T19" fmla="*/ 0 h 124"/>
                  <a:gd name="T20" fmla="*/ 125 w 141"/>
                  <a:gd name="T21" fmla="*/ 0 h 124"/>
                  <a:gd name="T22" fmla="*/ 94 w 141"/>
                  <a:gd name="T23" fmla="*/ 26 h 124"/>
                  <a:gd name="T24" fmla="*/ 83 w 141"/>
                  <a:gd name="T25" fmla="*/ 81 h 124"/>
                  <a:gd name="T26" fmla="*/ 83 w 141"/>
                  <a:gd name="T27" fmla="*/ 124 h 124"/>
                  <a:gd name="T28" fmla="*/ 141 w 141"/>
                  <a:gd name="T29" fmla="*/ 124 h 124"/>
                  <a:gd name="T30" fmla="*/ 141 w 141"/>
                  <a:gd name="T31" fmla="*/ 66 h 124"/>
                  <a:gd name="T32" fmla="*/ 111 w 141"/>
                  <a:gd name="T33" fmla="*/ 66 h 124"/>
                  <a:gd name="T34" fmla="*/ 119 w 141"/>
                  <a:gd name="T35" fmla="*/ 36 h 124"/>
                  <a:gd name="T36" fmla="*/ 141 w 141"/>
                  <a:gd name="T37" fmla="*/ 20 h 124"/>
                  <a:gd name="T38" fmla="*/ 125 w 141"/>
                  <a:gd name="T39" fmla="*/ 0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41" h="124">
                    <a:moveTo>
                      <a:pt x="43" y="0"/>
                    </a:moveTo>
                    <a:cubicBezTo>
                      <a:pt x="33" y="3"/>
                      <a:pt x="20" y="12"/>
                      <a:pt x="11" y="26"/>
                    </a:cubicBezTo>
                    <a:cubicBezTo>
                      <a:pt x="2" y="40"/>
                      <a:pt x="0" y="58"/>
                      <a:pt x="0" y="81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59" y="124"/>
                      <a:pt x="59" y="124"/>
                      <a:pt x="59" y="124"/>
                    </a:cubicBezTo>
                    <a:cubicBezTo>
                      <a:pt x="59" y="66"/>
                      <a:pt x="59" y="66"/>
                      <a:pt x="59" y="66"/>
                    </a:cubicBezTo>
                    <a:cubicBezTo>
                      <a:pt x="28" y="66"/>
                      <a:pt x="28" y="66"/>
                      <a:pt x="28" y="66"/>
                    </a:cubicBezTo>
                    <a:cubicBezTo>
                      <a:pt x="28" y="58"/>
                      <a:pt x="28" y="44"/>
                      <a:pt x="36" y="35"/>
                    </a:cubicBezTo>
                    <a:cubicBezTo>
                      <a:pt x="43" y="28"/>
                      <a:pt x="52" y="22"/>
                      <a:pt x="59" y="20"/>
                    </a:cubicBezTo>
                    <a:cubicBezTo>
                      <a:pt x="43" y="0"/>
                      <a:pt x="43" y="0"/>
                      <a:pt x="43" y="0"/>
                    </a:cubicBezTo>
                    <a:moveTo>
                      <a:pt x="125" y="0"/>
                    </a:moveTo>
                    <a:cubicBezTo>
                      <a:pt x="116" y="3"/>
                      <a:pt x="103" y="12"/>
                      <a:pt x="94" y="26"/>
                    </a:cubicBezTo>
                    <a:cubicBezTo>
                      <a:pt x="84" y="40"/>
                      <a:pt x="83" y="58"/>
                      <a:pt x="83" y="81"/>
                    </a:cubicBezTo>
                    <a:cubicBezTo>
                      <a:pt x="83" y="124"/>
                      <a:pt x="83" y="124"/>
                      <a:pt x="83" y="124"/>
                    </a:cubicBezTo>
                    <a:cubicBezTo>
                      <a:pt x="141" y="124"/>
                      <a:pt x="141" y="124"/>
                      <a:pt x="141" y="124"/>
                    </a:cubicBezTo>
                    <a:cubicBezTo>
                      <a:pt x="141" y="66"/>
                      <a:pt x="141" y="66"/>
                      <a:pt x="141" y="66"/>
                    </a:cubicBezTo>
                    <a:cubicBezTo>
                      <a:pt x="111" y="66"/>
                      <a:pt x="111" y="66"/>
                      <a:pt x="111" y="66"/>
                    </a:cubicBezTo>
                    <a:cubicBezTo>
                      <a:pt x="111" y="58"/>
                      <a:pt x="111" y="45"/>
                      <a:pt x="119" y="36"/>
                    </a:cubicBezTo>
                    <a:cubicBezTo>
                      <a:pt x="126" y="28"/>
                      <a:pt x="134" y="22"/>
                      <a:pt x="141" y="20"/>
                    </a:cubicBezTo>
                    <a:cubicBezTo>
                      <a:pt x="125" y="0"/>
                      <a:pt x="125" y="0"/>
                      <a:pt x="125" y="0"/>
                    </a:cubicBezTo>
                  </a:path>
                </a:pathLst>
              </a:custGeom>
              <a:solidFill>
                <a:schemeClr val="bg1"/>
              </a:solidFill>
              <a:ln w="635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rgbClr val="1F497D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</a:endParaRPr>
              </a:p>
            </p:txBody>
          </p:sp>
          <p:sp>
            <p:nvSpPr>
              <p:cNvPr id="135" name="Freeform 34">
                <a:extLst>
                  <a:ext uri="{FF2B5EF4-FFF2-40B4-BE49-F238E27FC236}">
                    <a16:creationId xmlns:a16="http://schemas.microsoft.com/office/drawing/2014/main" id="{192847D0-CFE2-41E1-9CF1-9CAD7FB00AB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 rot="10800000">
                <a:off x="5301208" y="2937603"/>
                <a:ext cx="180000" cy="144000"/>
              </a:xfrm>
              <a:custGeom>
                <a:avLst/>
                <a:gdLst>
                  <a:gd name="T0" fmla="*/ 43 w 141"/>
                  <a:gd name="T1" fmla="*/ 0 h 124"/>
                  <a:gd name="T2" fmla="*/ 11 w 141"/>
                  <a:gd name="T3" fmla="*/ 26 h 124"/>
                  <a:gd name="T4" fmla="*/ 0 w 141"/>
                  <a:gd name="T5" fmla="*/ 81 h 124"/>
                  <a:gd name="T6" fmla="*/ 0 w 141"/>
                  <a:gd name="T7" fmla="*/ 124 h 124"/>
                  <a:gd name="T8" fmla="*/ 59 w 141"/>
                  <a:gd name="T9" fmla="*/ 124 h 124"/>
                  <a:gd name="T10" fmla="*/ 59 w 141"/>
                  <a:gd name="T11" fmla="*/ 66 h 124"/>
                  <a:gd name="T12" fmla="*/ 28 w 141"/>
                  <a:gd name="T13" fmla="*/ 66 h 124"/>
                  <a:gd name="T14" fmla="*/ 36 w 141"/>
                  <a:gd name="T15" fmla="*/ 35 h 124"/>
                  <a:gd name="T16" fmla="*/ 59 w 141"/>
                  <a:gd name="T17" fmla="*/ 20 h 124"/>
                  <a:gd name="T18" fmla="*/ 43 w 141"/>
                  <a:gd name="T19" fmla="*/ 0 h 124"/>
                  <a:gd name="T20" fmla="*/ 125 w 141"/>
                  <a:gd name="T21" fmla="*/ 0 h 124"/>
                  <a:gd name="T22" fmla="*/ 94 w 141"/>
                  <a:gd name="T23" fmla="*/ 26 h 124"/>
                  <a:gd name="T24" fmla="*/ 83 w 141"/>
                  <a:gd name="T25" fmla="*/ 81 h 124"/>
                  <a:gd name="T26" fmla="*/ 83 w 141"/>
                  <a:gd name="T27" fmla="*/ 124 h 124"/>
                  <a:gd name="T28" fmla="*/ 141 w 141"/>
                  <a:gd name="T29" fmla="*/ 124 h 124"/>
                  <a:gd name="T30" fmla="*/ 141 w 141"/>
                  <a:gd name="T31" fmla="*/ 66 h 124"/>
                  <a:gd name="T32" fmla="*/ 111 w 141"/>
                  <a:gd name="T33" fmla="*/ 66 h 124"/>
                  <a:gd name="T34" fmla="*/ 119 w 141"/>
                  <a:gd name="T35" fmla="*/ 36 h 124"/>
                  <a:gd name="T36" fmla="*/ 141 w 141"/>
                  <a:gd name="T37" fmla="*/ 20 h 124"/>
                  <a:gd name="T38" fmla="*/ 125 w 141"/>
                  <a:gd name="T39" fmla="*/ 0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41" h="124">
                    <a:moveTo>
                      <a:pt x="43" y="0"/>
                    </a:moveTo>
                    <a:cubicBezTo>
                      <a:pt x="33" y="3"/>
                      <a:pt x="20" y="12"/>
                      <a:pt x="11" y="26"/>
                    </a:cubicBezTo>
                    <a:cubicBezTo>
                      <a:pt x="2" y="40"/>
                      <a:pt x="0" y="58"/>
                      <a:pt x="0" y="81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59" y="124"/>
                      <a:pt x="59" y="124"/>
                      <a:pt x="59" y="124"/>
                    </a:cubicBezTo>
                    <a:cubicBezTo>
                      <a:pt x="59" y="66"/>
                      <a:pt x="59" y="66"/>
                      <a:pt x="59" y="66"/>
                    </a:cubicBezTo>
                    <a:cubicBezTo>
                      <a:pt x="28" y="66"/>
                      <a:pt x="28" y="66"/>
                      <a:pt x="28" y="66"/>
                    </a:cubicBezTo>
                    <a:cubicBezTo>
                      <a:pt x="28" y="58"/>
                      <a:pt x="28" y="44"/>
                      <a:pt x="36" y="35"/>
                    </a:cubicBezTo>
                    <a:cubicBezTo>
                      <a:pt x="43" y="28"/>
                      <a:pt x="52" y="22"/>
                      <a:pt x="59" y="20"/>
                    </a:cubicBezTo>
                    <a:cubicBezTo>
                      <a:pt x="43" y="0"/>
                      <a:pt x="43" y="0"/>
                      <a:pt x="43" y="0"/>
                    </a:cubicBezTo>
                    <a:moveTo>
                      <a:pt x="125" y="0"/>
                    </a:moveTo>
                    <a:cubicBezTo>
                      <a:pt x="116" y="3"/>
                      <a:pt x="103" y="12"/>
                      <a:pt x="94" y="26"/>
                    </a:cubicBezTo>
                    <a:cubicBezTo>
                      <a:pt x="84" y="40"/>
                      <a:pt x="83" y="58"/>
                      <a:pt x="83" y="81"/>
                    </a:cubicBezTo>
                    <a:cubicBezTo>
                      <a:pt x="83" y="124"/>
                      <a:pt x="83" y="124"/>
                      <a:pt x="83" y="124"/>
                    </a:cubicBezTo>
                    <a:cubicBezTo>
                      <a:pt x="141" y="124"/>
                      <a:pt x="141" y="124"/>
                      <a:pt x="141" y="124"/>
                    </a:cubicBezTo>
                    <a:cubicBezTo>
                      <a:pt x="141" y="66"/>
                      <a:pt x="141" y="66"/>
                      <a:pt x="141" y="66"/>
                    </a:cubicBezTo>
                    <a:cubicBezTo>
                      <a:pt x="111" y="66"/>
                      <a:pt x="111" y="66"/>
                      <a:pt x="111" y="66"/>
                    </a:cubicBezTo>
                    <a:cubicBezTo>
                      <a:pt x="111" y="58"/>
                      <a:pt x="111" y="45"/>
                      <a:pt x="119" y="36"/>
                    </a:cubicBezTo>
                    <a:cubicBezTo>
                      <a:pt x="126" y="28"/>
                      <a:pt x="134" y="22"/>
                      <a:pt x="141" y="20"/>
                    </a:cubicBezTo>
                    <a:cubicBezTo>
                      <a:pt x="125" y="0"/>
                      <a:pt x="125" y="0"/>
                      <a:pt x="125" y="0"/>
                    </a:cubicBezTo>
                  </a:path>
                </a:pathLst>
              </a:custGeom>
              <a:solidFill>
                <a:schemeClr val="bg1"/>
              </a:solidFill>
              <a:ln w="635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20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rgbClr val="1F497D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</a:endParaRPr>
              </a:p>
            </p:txBody>
          </p:sp>
        </p:grpSp>
        <p:sp>
          <p:nvSpPr>
            <p:cNvPr id="456" name="사각형: 둥근 모서리 455">
              <a:extLst>
                <a:ext uri="{FF2B5EF4-FFF2-40B4-BE49-F238E27FC236}">
                  <a16:creationId xmlns:a16="http://schemas.microsoft.com/office/drawing/2014/main" id="{6A4EC941-9AB3-4727-9FD5-B337400A076A}"/>
                </a:ext>
              </a:extLst>
            </p:cNvPr>
            <p:cNvSpPr/>
            <p:nvPr/>
          </p:nvSpPr>
          <p:spPr>
            <a:xfrm>
              <a:off x="1629000" y="3656856"/>
              <a:ext cx="3600000" cy="54000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3175">
              <a:noFill/>
            </a:ln>
            <a:effectLst>
              <a:outerShdw blurRad="101600" dist="38100" dir="5400000" algn="t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Pretendard" panose="02000503000000020004" pitchFamily="50" charset="-127"/>
                <a:ea typeface="Pretendard" panose="02000503000000020004" pitchFamily="50" charset="-127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811688F2-798D-03C4-735B-7AA6B4585658}"/>
              </a:ext>
            </a:extLst>
          </p:cNvPr>
          <p:cNvSpPr txBox="1"/>
          <p:nvPr/>
        </p:nvSpPr>
        <p:spPr>
          <a:xfrm>
            <a:off x="1667082" y="503378"/>
            <a:ext cx="1313436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defTabSz="987095"/>
            <a:r>
              <a:rPr lang="en-US" altLang="ko-KR" sz="800" spc="-54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Ⅰ  </a:t>
            </a:r>
            <a:r>
              <a:rPr lang="ko-KR" altLang="en-US" sz="800" spc="-54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제안 개요  </a:t>
            </a:r>
            <a:r>
              <a:rPr lang="en-US" altLang="ko-KR" sz="800" spc="-54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&gt;  1. </a:t>
            </a:r>
            <a:r>
              <a:rPr lang="ko-KR" altLang="en-US" sz="800" spc="-54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제안의 목적 및 배경</a:t>
            </a:r>
          </a:p>
        </p:txBody>
      </p:sp>
    </p:spTree>
    <p:extLst>
      <p:ext uri="{BB962C8B-B14F-4D97-AF65-F5344CB8AC3E}">
        <p14:creationId xmlns:p14="http://schemas.microsoft.com/office/powerpoint/2010/main" val="267299973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제목 89"/>
          <p:cNvSpPr>
            <a:spLocks noGrp="1"/>
          </p:cNvSpPr>
          <p:nvPr>
            <p:ph type="title"/>
          </p:nvPr>
        </p:nvSpPr>
        <p:spPr>
          <a:xfrm>
            <a:off x="512676" y="1064568"/>
            <a:ext cx="1096504" cy="199285"/>
          </a:xfrm>
          <a:prstGeom prst="rect">
            <a:avLst/>
          </a:prstGeom>
          <a:noFill/>
        </p:spPr>
        <p:txBody>
          <a:bodyPr wrap="none" lIns="108000" tIns="0" rIns="0" bIns="0" anchor="ctr">
            <a:spAutoFit/>
          </a:bodyPr>
          <a:lstStyle/>
          <a:p>
            <a:r>
              <a:rPr lang="en-US" altLang="ko-KR" dirty="0"/>
              <a:t>1.1 </a:t>
            </a:r>
            <a:r>
              <a:rPr lang="ko-KR" altLang="en-US" dirty="0"/>
              <a:t>추진 전략</a:t>
            </a:r>
          </a:p>
        </p:txBody>
      </p:sp>
      <p:grpSp>
        <p:nvGrpSpPr>
          <p:cNvPr id="86" name="그룹 85">
            <a:extLst>
              <a:ext uri="{FF2B5EF4-FFF2-40B4-BE49-F238E27FC236}">
                <a16:creationId xmlns:a16="http://schemas.microsoft.com/office/drawing/2014/main" id="{D1D21184-21A8-468D-B7CE-303A1538820C}"/>
              </a:ext>
            </a:extLst>
          </p:cNvPr>
          <p:cNvGrpSpPr/>
          <p:nvPr/>
        </p:nvGrpSpPr>
        <p:grpSpPr>
          <a:xfrm>
            <a:off x="440668" y="1064568"/>
            <a:ext cx="66431" cy="180000"/>
            <a:chOff x="447632" y="1870808"/>
            <a:chExt cx="66431" cy="247087"/>
          </a:xfrm>
        </p:grpSpPr>
        <p:sp>
          <p:nvSpPr>
            <p:cNvPr id="91" name="직사각형 90">
              <a:extLst>
                <a:ext uri="{FF2B5EF4-FFF2-40B4-BE49-F238E27FC236}">
                  <a16:creationId xmlns:a16="http://schemas.microsoft.com/office/drawing/2014/main" id="{A6D528FF-B6B5-45C7-BB11-D4EFE6B50510}"/>
                </a:ext>
              </a:extLst>
            </p:cNvPr>
            <p:cNvSpPr/>
            <p:nvPr/>
          </p:nvSpPr>
          <p:spPr>
            <a:xfrm>
              <a:off x="447632" y="1990162"/>
              <a:ext cx="66431" cy="12773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/>
            </a:bodyPr>
            <a:lstStyle/>
            <a:p>
              <a:pPr algn="ctr"/>
              <a:endParaRPr lang="ko-KR" altLang="en-US">
                <a:ln>
                  <a:solidFill>
                    <a:srgbClr val="02A1B2">
                      <a:alpha val="0"/>
                    </a:srgbClr>
                  </a:solidFill>
                </a:ln>
              </a:endParaRPr>
            </a:p>
          </p:txBody>
        </p:sp>
        <p:sp>
          <p:nvSpPr>
            <p:cNvPr id="92" name="직사각형 91">
              <a:extLst>
                <a:ext uri="{FF2B5EF4-FFF2-40B4-BE49-F238E27FC236}">
                  <a16:creationId xmlns:a16="http://schemas.microsoft.com/office/drawing/2014/main" id="{B65BDA8B-9792-4D01-BC54-BD08CD54E7D9}"/>
                </a:ext>
              </a:extLst>
            </p:cNvPr>
            <p:cNvSpPr/>
            <p:nvPr/>
          </p:nvSpPr>
          <p:spPr>
            <a:xfrm>
              <a:off x="447632" y="1870808"/>
              <a:ext cx="66431" cy="127733"/>
            </a:xfrm>
            <a:prstGeom prst="rect">
              <a:avLst/>
            </a:prstGeom>
            <a:solidFill>
              <a:srgbClr val="B71B6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/>
            </a:bodyPr>
            <a:lstStyle/>
            <a:p>
              <a:pPr algn="ctr"/>
              <a:endParaRPr lang="ko-KR" altLang="en-US">
                <a:ln>
                  <a:solidFill>
                    <a:srgbClr val="02A1B2">
                      <a:alpha val="0"/>
                    </a:srgbClr>
                  </a:solidFill>
                </a:ln>
              </a:endParaRPr>
            </a:p>
          </p:txBody>
        </p:sp>
      </p:grp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CA1EF62A-F3CA-4B1A-9092-FD19D402EF78}"/>
              </a:ext>
            </a:extLst>
          </p:cNvPr>
          <p:cNvSpPr/>
          <p:nvPr/>
        </p:nvSpPr>
        <p:spPr>
          <a:xfrm>
            <a:off x="5206867" y="1065770"/>
            <a:ext cx="1209800" cy="17763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36000" rIns="72000" bIns="18000" rtlCol="0" anchor="ctr">
            <a:spAutoFit/>
          </a:bodyPr>
          <a:lstStyle/>
          <a:p>
            <a:pPr algn="r"/>
            <a:r>
              <a: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요구사항 번호</a:t>
            </a:r>
            <a:r>
              <a:rPr lang="en-US" altLang="ko-KR" sz="8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: </a:t>
            </a:r>
            <a:r>
              <a:rPr lang="en-US" altLang="ko-KR" sz="800">
                <a:solidFill>
                  <a:srgbClr val="0070C0"/>
                </a:solidFill>
                <a:latin typeface="+mj-ea"/>
                <a:ea typeface="+mj-ea"/>
              </a:rPr>
              <a:t>ABC-001</a:t>
            </a:r>
            <a:endParaRPr lang="ko-KR" altLang="en-US" sz="800" dirty="0">
              <a:solidFill>
                <a:srgbClr val="0070C0"/>
              </a:solidFill>
              <a:latin typeface="+mj-ea"/>
              <a:ea typeface="+mj-ea"/>
            </a:endParaRPr>
          </a:p>
        </p:txBody>
      </p:sp>
      <p:grpSp>
        <p:nvGrpSpPr>
          <p:cNvPr id="142" name="그룹 141">
            <a:extLst>
              <a:ext uri="{FF2B5EF4-FFF2-40B4-BE49-F238E27FC236}">
                <a16:creationId xmlns:a16="http://schemas.microsoft.com/office/drawing/2014/main" id="{701BBC9E-D4EA-4BC7-81F3-689281E077C4}"/>
              </a:ext>
            </a:extLst>
          </p:cNvPr>
          <p:cNvGrpSpPr/>
          <p:nvPr/>
        </p:nvGrpSpPr>
        <p:grpSpPr>
          <a:xfrm>
            <a:off x="439746" y="1579734"/>
            <a:ext cx="216946" cy="168910"/>
            <a:chOff x="7620795" y="2428240"/>
            <a:chExt cx="359675" cy="280036"/>
          </a:xfrm>
          <a:solidFill>
            <a:srgbClr val="BAC0CE"/>
          </a:solidFill>
        </p:grpSpPr>
        <p:sp>
          <p:nvSpPr>
            <p:cNvPr id="143" name="Freeform 5">
              <a:extLst>
                <a:ext uri="{FF2B5EF4-FFF2-40B4-BE49-F238E27FC236}">
                  <a16:creationId xmlns:a16="http://schemas.microsoft.com/office/drawing/2014/main" id="{0A9A5621-EBC2-41AC-9CFD-ABE1370A1678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7811976" y="2428240"/>
              <a:ext cx="168494" cy="280036"/>
            </a:xfrm>
            <a:custGeom>
              <a:avLst/>
              <a:gdLst>
                <a:gd name="T0" fmla="*/ 153 w 300"/>
                <a:gd name="T1" fmla="*/ 0 h 499"/>
                <a:gd name="T2" fmla="*/ 44 w 300"/>
                <a:gd name="T3" fmla="*/ 40 h 499"/>
                <a:gd name="T4" fmla="*/ 0 w 300"/>
                <a:gd name="T5" fmla="*/ 147 h 499"/>
                <a:gd name="T6" fmla="*/ 134 w 300"/>
                <a:gd name="T7" fmla="*/ 302 h 499"/>
                <a:gd name="T8" fmla="*/ 142 w 300"/>
                <a:gd name="T9" fmla="*/ 313 h 499"/>
                <a:gd name="T10" fmla="*/ 88 w 300"/>
                <a:gd name="T11" fmla="*/ 389 h 499"/>
                <a:gd name="T12" fmla="*/ 29 w 300"/>
                <a:gd name="T13" fmla="*/ 442 h 499"/>
                <a:gd name="T14" fmla="*/ 21 w 300"/>
                <a:gd name="T15" fmla="*/ 470 h 499"/>
                <a:gd name="T16" fmla="*/ 37 w 300"/>
                <a:gd name="T17" fmla="*/ 489 h 499"/>
                <a:gd name="T18" fmla="*/ 64 w 300"/>
                <a:gd name="T19" fmla="*/ 491 h 499"/>
                <a:gd name="T20" fmla="*/ 300 w 300"/>
                <a:gd name="T21" fmla="*/ 161 h 499"/>
                <a:gd name="T22" fmla="*/ 256 w 300"/>
                <a:gd name="T23" fmla="*/ 53 h 499"/>
                <a:gd name="T24" fmla="*/ 153 w 300"/>
                <a:gd name="T25" fmla="*/ 0 h 4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00" h="499">
                  <a:moveTo>
                    <a:pt x="153" y="0"/>
                  </a:moveTo>
                  <a:cubicBezTo>
                    <a:pt x="109" y="0"/>
                    <a:pt x="73" y="13"/>
                    <a:pt x="44" y="40"/>
                  </a:cubicBezTo>
                  <a:cubicBezTo>
                    <a:pt x="15" y="68"/>
                    <a:pt x="0" y="103"/>
                    <a:pt x="0" y="147"/>
                  </a:cubicBezTo>
                  <a:cubicBezTo>
                    <a:pt x="0" y="221"/>
                    <a:pt x="45" y="273"/>
                    <a:pt x="134" y="302"/>
                  </a:cubicBezTo>
                  <a:cubicBezTo>
                    <a:pt x="138" y="303"/>
                    <a:pt x="145" y="307"/>
                    <a:pt x="142" y="313"/>
                  </a:cubicBezTo>
                  <a:cubicBezTo>
                    <a:pt x="130" y="338"/>
                    <a:pt x="112" y="364"/>
                    <a:pt x="88" y="389"/>
                  </a:cubicBezTo>
                  <a:cubicBezTo>
                    <a:pt x="76" y="402"/>
                    <a:pt x="56" y="419"/>
                    <a:pt x="29" y="442"/>
                  </a:cubicBezTo>
                  <a:cubicBezTo>
                    <a:pt x="23" y="447"/>
                    <a:pt x="14" y="458"/>
                    <a:pt x="21" y="470"/>
                  </a:cubicBezTo>
                  <a:cubicBezTo>
                    <a:pt x="37" y="489"/>
                    <a:pt x="37" y="489"/>
                    <a:pt x="37" y="489"/>
                  </a:cubicBezTo>
                  <a:cubicBezTo>
                    <a:pt x="45" y="499"/>
                    <a:pt x="59" y="495"/>
                    <a:pt x="64" y="491"/>
                  </a:cubicBezTo>
                  <a:cubicBezTo>
                    <a:pt x="221" y="385"/>
                    <a:pt x="300" y="275"/>
                    <a:pt x="300" y="161"/>
                  </a:cubicBezTo>
                  <a:cubicBezTo>
                    <a:pt x="300" y="122"/>
                    <a:pt x="285" y="86"/>
                    <a:pt x="256" y="53"/>
                  </a:cubicBezTo>
                  <a:cubicBezTo>
                    <a:pt x="226" y="17"/>
                    <a:pt x="192" y="0"/>
                    <a:pt x="153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solidFill>
                    <a:srgbClr val="DFF3F7">
                      <a:alpha val="0"/>
                    </a:srgbClr>
                  </a:solidFill>
                </a:ln>
                <a:solidFill>
                  <a:srgbClr val="2F84BD"/>
                </a:solidFill>
                <a:effectLst/>
                <a:uLnTx/>
                <a:uFillTx/>
                <a:latin typeface="Pretendard" panose="0200050300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44" name="Freeform 6">
              <a:extLst>
                <a:ext uri="{FF2B5EF4-FFF2-40B4-BE49-F238E27FC236}">
                  <a16:creationId xmlns:a16="http://schemas.microsoft.com/office/drawing/2014/main" id="{5BA3697C-63B9-4C9D-823F-FC45BC712DC9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7620795" y="2428240"/>
              <a:ext cx="168258" cy="280036"/>
            </a:xfrm>
            <a:custGeom>
              <a:avLst/>
              <a:gdLst>
                <a:gd name="T0" fmla="*/ 256 w 300"/>
                <a:gd name="T1" fmla="*/ 53 h 499"/>
                <a:gd name="T2" fmla="*/ 152 w 300"/>
                <a:gd name="T3" fmla="*/ 0 h 499"/>
                <a:gd name="T4" fmla="*/ 43 w 300"/>
                <a:gd name="T5" fmla="*/ 40 h 499"/>
                <a:gd name="T6" fmla="*/ 0 w 300"/>
                <a:gd name="T7" fmla="*/ 147 h 499"/>
                <a:gd name="T8" fmla="*/ 134 w 300"/>
                <a:gd name="T9" fmla="*/ 302 h 499"/>
                <a:gd name="T10" fmla="*/ 142 w 300"/>
                <a:gd name="T11" fmla="*/ 313 h 499"/>
                <a:gd name="T12" fmla="*/ 88 w 300"/>
                <a:gd name="T13" fmla="*/ 389 h 499"/>
                <a:gd name="T14" fmla="*/ 28 w 300"/>
                <a:gd name="T15" fmla="*/ 442 h 499"/>
                <a:gd name="T16" fmla="*/ 21 w 300"/>
                <a:gd name="T17" fmla="*/ 470 h 499"/>
                <a:gd name="T18" fmla="*/ 36 w 300"/>
                <a:gd name="T19" fmla="*/ 489 h 499"/>
                <a:gd name="T20" fmla="*/ 64 w 300"/>
                <a:gd name="T21" fmla="*/ 491 h 499"/>
                <a:gd name="T22" fmla="*/ 300 w 300"/>
                <a:gd name="T23" fmla="*/ 161 h 499"/>
                <a:gd name="T24" fmla="*/ 256 w 300"/>
                <a:gd name="T25" fmla="*/ 53 h 4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00" h="499">
                  <a:moveTo>
                    <a:pt x="256" y="53"/>
                  </a:moveTo>
                  <a:cubicBezTo>
                    <a:pt x="226" y="17"/>
                    <a:pt x="191" y="0"/>
                    <a:pt x="152" y="0"/>
                  </a:cubicBezTo>
                  <a:cubicBezTo>
                    <a:pt x="109" y="0"/>
                    <a:pt x="72" y="13"/>
                    <a:pt x="43" y="40"/>
                  </a:cubicBezTo>
                  <a:cubicBezTo>
                    <a:pt x="14" y="68"/>
                    <a:pt x="0" y="103"/>
                    <a:pt x="0" y="147"/>
                  </a:cubicBezTo>
                  <a:cubicBezTo>
                    <a:pt x="0" y="221"/>
                    <a:pt x="45" y="273"/>
                    <a:pt x="134" y="302"/>
                  </a:cubicBezTo>
                  <a:cubicBezTo>
                    <a:pt x="138" y="303"/>
                    <a:pt x="145" y="307"/>
                    <a:pt x="142" y="313"/>
                  </a:cubicBezTo>
                  <a:cubicBezTo>
                    <a:pt x="130" y="338"/>
                    <a:pt x="112" y="364"/>
                    <a:pt x="88" y="389"/>
                  </a:cubicBezTo>
                  <a:cubicBezTo>
                    <a:pt x="75" y="402"/>
                    <a:pt x="56" y="419"/>
                    <a:pt x="28" y="442"/>
                  </a:cubicBezTo>
                  <a:cubicBezTo>
                    <a:pt x="23" y="447"/>
                    <a:pt x="14" y="458"/>
                    <a:pt x="21" y="470"/>
                  </a:cubicBezTo>
                  <a:cubicBezTo>
                    <a:pt x="36" y="489"/>
                    <a:pt x="36" y="489"/>
                    <a:pt x="36" y="489"/>
                  </a:cubicBezTo>
                  <a:cubicBezTo>
                    <a:pt x="44" y="499"/>
                    <a:pt x="58" y="495"/>
                    <a:pt x="64" y="491"/>
                  </a:cubicBezTo>
                  <a:cubicBezTo>
                    <a:pt x="221" y="385"/>
                    <a:pt x="300" y="275"/>
                    <a:pt x="300" y="161"/>
                  </a:cubicBezTo>
                  <a:cubicBezTo>
                    <a:pt x="300" y="122"/>
                    <a:pt x="285" y="86"/>
                    <a:pt x="256" y="5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solidFill>
                    <a:srgbClr val="DFF3F7">
                      <a:alpha val="0"/>
                    </a:srgbClr>
                  </a:solidFill>
                </a:ln>
                <a:solidFill>
                  <a:srgbClr val="2F84BD"/>
                </a:solidFill>
                <a:effectLst/>
                <a:uLnTx/>
                <a:uFillTx/>
                <a:latin typeface="Pretendard" panose="0200050300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45" name="TextBox 144">
            <a:extLst>
              <a:ext uri="{FF2B5EF4-FFF2-40B4-BE49-F238E27FC236}">
                <a16:creationId xmlns:a16="http://schemas.microsoft.com/office/drawing/2014/main" id="{91AB8FF4-DFF3-418A-AFA9-43545C7C776D}"/>
              </a:ext>
            </a:extLst>
          </p:cNvPr>
          <p:cNvSpPr txBox="1"/>
          <p:nvPr/>
        </p:nvSpPr>
        <p:spPr>
          <a:xfrm>
            <a:off x="740935" y="1575362"/>
            <a:ext cx="5665865" cy="21544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lvl="0" latinLnBrk="0">
              <a:defRPr/>
            </a:pPr>
            <a:r>
              <a:rPr lang="ko-KR" altLang="en-US" sz="1400" spc="-150" dirty="0">
                <a:ln w="9525"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유사사업 수행경험</a:t>
            </a:r>
            <a:r>
              <a:rPr lang="ko-KR" altLang="en-US" sz="1400" spc="-150" dirty="0">
                <a:ln w="9525"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을 바탕으로 도출된</a:t>
            </a:r>
            <a:r>
              <a:rPr lang="en-US" altLang="ko-KR" sz="1400" spc="-150" dirty="0">
                <a:ln w="9525"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 </a:t>
            </a:r>
            <a:r>
              <a:rPr lang="ko-KR" altLang="en-US" sz="1400" spc="-150" dirty="0">
                <a:ln w="9525"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성공요소</a:t>
            </a:r>
            <a:r>
              <a:rPr lang="ko-KR" altLang="en-US" sz="1400" spc="-150" dirty="0">
                <a:ln w="9525"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를</a:t>
            </a:r>
            <a:r>
              <a:rPr lang="ko-KR" altLang="en-US" sz="1400" spc="-150" dirty="0">
                <a:ln w="9525"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 </a:t>
            </a:r>
            <a:r>
              <a:rPr lang="ko-KR" altLang="en-US" sz="1400" spc="-150" dirty="0">
                <a:ln w="9525"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이행하기 위한  </a:t>
            </a:r>
            <a:r>
              <a:rPr lang="ko-KR" altLang="en-US" sz="1400" spc="-150" dirty="0">
                <a:ln w="9525">
                  <a:solidFill>
                    <a:schemeClr val="bg1">
                      <a:alpha val="0"/>
                    </a:schemeClr>
                  </a:solidFill>
                </a:ln>
                <a:solidFill>
                  <a:srgbClr val="FB6225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창의적이고 타당한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F8134C0E-DE23-41D4-8E3A-CC0160C93392}"/>
              </a:ext>
            </a:extLst>
          </p:cNvPr>
          <p:cNvGrpSpPr/>
          <p:nvPr/>
        </p:nvGrpSpPr>
        <p:grpSpPr>
          <a:xfrm>
            <a:off x="439666" y="6861212"/>
            <a:ext cx="6229694" cy="2520280"/>
            <a:chOff x="439666" y="6861212"/>
            <a:chExt cx="6229694" cy="2520280"/>
          </a:xfrm>
        </p:grpSpPr>
        <p:sp>
          <p:nvSpPr>
            <p:cNvPr id="127" name="직사각형 126">
              <a:extLst>
                <a:ext uri="{FF2B5EF4-FFF2-40B4-BE49-F238E27FC236}">
                  <a16:creationId xmlns:a16="http://schemas.microsoft.com/office/drawing/2014/main" id="{FABCC1E6-7549-4BAC-B9BC-BF8172DA9F9D}"/>
                </a:ext>
              </a:extLst>
            </p:cNvPr>
            <p:cNvSpPr/>
            <p:nvPr/>
          </p:nvSpPr>
          <p:spPr>
            <a:xfrm flipH="1">
              <a:off x="440665" y="7030288"/>
              <a:ext cx="5973127" cy="2351204"/>
            </a:xfrm>
            <a:prstGeom prst="rect">
              <a:avLst/>
            </a:prstGeom>
            <a:solidFill>
              <a:schemeClr val="bg1">
                <a:lumMod val="85000"/>
                <a:alpha val="4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solidFill>
                  <a:prstClr val="whit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</a:endParaRPr>
            </a:p>
          </p:txBody>
        </p:sp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29FD07A9-E593-4CE6-81C5-D4805AF4FBD1}"/>
                </a:ext>
              </a:extLst>
            </p:cNvPr>
            <p:cNvGrpSpPr/>
            <p:nvPr/>
          </p:nvGrpSpPr>
          <p:grpSpPr>
            <a:xfrm>
              <a:off x="439666" y="6861212"/>
              <a:ext cx="2576962" cy="349011"/>
              <a:chOff x="372323" y="6664968"/>
              <a:chExt cx="2576962" cy="349011"/>
            </a:xfrm>
          </p:grpSpPr>
          <p:sp>
            <p:nvSpPr>
              <p:cNvPr id="97" name="자유형: 도형 458">
                <a:extLst>
                  <a:ext uri="{FF2B5EF4-FFF2-40B4-BE49-F238E27FC236}">
                    <a16:creationId xmlns:a16="http://schemas.microsoft.com/office/drawing/2014/main" id="{EA9B1C67-FC4D-4B7D-AD3A-E7117A1D59E0}"/>
                  </a:ext>
                </a:extLst>
              </p:cNvPr>
              <p:cNvSpPr/>
              <p:nvPr/>
            </p:nvSpPr>
            <p:spPr>
              <a:xfrm>
                <a:off x="372323" y="6664968"/>
                <a:ext cx="2422385" cy="349011"/>
              </a:xfrm>
              <a:custGeom>
                <a:avLst/>
                <a:gdLst>
                  <a:gd name="connsiteX0" fmla="*/ 0 w 632460"/>
                  <a:gd name="connsiteY0" fmla="*/ 0 h 260491"/>
                  <a:gd name="connsiteX1" fmla="*/ 56996 w 632460"/>
                  <a:gd name="connsiteY1" fmla="*/ 0 h 260491"/>
                  <a:gd name="connsiteX2" fmla="*/ 631935 w 632460"/>
                  <a:gd name="connsiteY2" fmla="*/ 0 h 260491"/>
                  <a:gd name="connsiteX3" fmla="*/ 632460 w 632460"/>
                  <a:gd name="connsiteY3" fmla="*/ 0 h 260491"/>
                  <a:gd name="connsiteX4" fmla="*/ 632460 w 632460"/>
                  <a:gd name="connsiteY4" fmla="*/ 260491 h 260491"/>
                  <a:gd name="connsiteX5" fmla="*/ 539438 w 632460"/>
                  <a:gd name="connsiteY5" fmla="*/ 260491 h 260491"/>
                  <a:gd name="connsiteX6" fmla="*/ 34711 w 632460"/>
                  <a:gd name="connsiteY6" fmla="*/ 260491 h 260491"/>
                  <a:gd name="connsiteX7" fmla="*/ 0 w 632460"/>
                  <a:gd name="connsiteY7" fmla="*/ 260491 h 260491"/>
                  <a:gd name="connsiteX8" fmla="*/ 0 w 632460"/>
                  <a:gd name="connsiteY8" fmla="*/ 0 h 2604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32460" h="260491">
                    <a:moveTo>
                      <a:pt x="0" y="0"/>
                    </a:moveTo>
                    <a:lnTo>
                      <a:pt x="56996" y="0"/>
                    </a:lnTo>
                    <a:cubicBezTo>
                      <a:pt x="350332" y="0"/>
                      <a:pt x="526334" y="0"/>
                      <a:pt x="631935" y="0"/>
                    </a:cubicBezTo>
                    <a:lnTo>
                      <a:pt x="632460" y="0"/>
                    </a:lnTo>
                    <a:lnTo>
                      <a:pt x="632460" y="260491"/>
                    </a:lnTo>
                    <a:lnTo>
                      <a:pt x="539438" y="260491"/>
                    </a:lnTo>
                    <a:cubicBezTo>
                      <a:pt x="300356" y="260491"/>
                      <a:pt x="140969" y="260491"/>
                      <a:pt x="34711" y="260491"/>
                    </a:cubicBezTo>
                    <a:lnTo>
                      <a:pt x="0" y="260491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1770">
                    <a:srgbClr val="0188CC"/>
                  </a:gs>
                  <a:gs pos="35000">
                    <a:srgbClr val="2896D6"/>
                  </a:gs>
                  <a:gs pos="100000">
                    <a:srgbClr val="4DB7A3"/>
                  </a:gs>
                </a:gsLst>
                <a:lin ang="108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1600" spc="-50" dirty="0">
                    <a:ln>
                      <a:solidFill>
                        <a:srgbClr val="5B9BD5"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latin typeface="G마켓 산스 Bold" panose="02000000000000000000" pitchFamily="50" charset="-127"/>
                    <a:ea typeface="G마켓 산스 Bold" panose="02000000000000000000" pitchFamily="50" charset="-127"/>
                  </a:rPr>
                  <a:t>핵심 성공 요소</a:t>
                </a:r>
              </a:p>
            </p:txBody>
          </p:sp>
          <p:sp>
            <p:nvSpPr>
              <p:cNvPr id="99" name="자유형: 도형 460">
                <a:extLst>
                  <a:ext uri="{FF2B5EF4-FFF2-40B4-BE49-F238E27FC236}">
                    <a16:creationId xmlns:a16="http://schemas.microsoft.com/office/drawing/2014/main" id="{2B1D94D0-871A-4822-8D30-6BE2354F7CA8}"/>
                  </a:ext>
                </a:extLst>
              </p:cNvPr>
              <p:cNvSpPr/>
              <p:nvPr/>
            </p:nvSpPr>
            <p:spPr>
              <a:xfrm>
                <a:off x="2672916" y="6664968"/>
                <a:ext cx="276369" cy="349011"/>
              </a:xfrm>
              <a:custGeom>
                <a:avLst/>
                <a:gdLst>
                  <a:gd name="connsiteX0" fmla="*/ 0 w 178423"/>
                  <a:gd name="connsiteY0" fmla="*/ 0 h 260491"/>
                  <a:gd name="connsiteX1" fmla="*/ 46626 w 178423"/>
                  <a:gd name="connsiteY1" fmla="*/ 0 h 260491"/>
                  <a:gd name="connsiteX2" fmla="*/ 157876 w 178423"/>
                  <a:gd name="connsiteY2" fmla="*/ 0 h 260491"/>
                  <a:gd name="connsiteX3" fmla="*/ 175847 w 178423"/>
                  <a:gd name="connsiteY3" fmla="*/ 34861 h 260491"/>
                  <a:gd name="connsiteX4" fmla="*/ 103960 w 178423"/>
                  <a:gd name="connsiteY4" fmla="*/ 225630 h 260491"/>
                  <a:gd name="connsiteX5" fmla="*/ 60202 w 178423"/>
                  <a:gd name="connsiteY5" fmla="*/ 260491 h 260491"/>
                  <a:gd name="connsiteX6" fmla="*/ 0 w 178423"/>
                  <a:gd name="connsiteY6" fmla="*/ 260491 h 260491"/>
                  <a:gd name="connsiteX7" fmla="*/ 0 w 178423"/>
                  <a:gd name="connsiteY7" fmla="*/ 0 h 2604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78423" h="260491">
                    <a:moveTo>
                      <a:pt x="0" y="0"/>
                    </a:moveTo>
                    <a:lnTo>
                      <a:pt x="46626" y="0"/>
                    </a:lnTo>
                    <a:cubicBezTo>
                      <a:pt x="157876" y="0"/>
                      <a:pt x="157876" y="0"/>
                      <a:pt x="157876" y="0"/>
                    </a:cubicBezTo>
                    <a:cubicBezTo>
                      <a:pt x="175066" y="0"/>
                      <a:pt x="182880" y="15494"/>
                      <a:pt x="175847" y="34861"/>
                    </a:cubicBezTo>
                    <a:cubicBezTo>
                      <a:pt x="103960" y="225630"/>
                      <a:pt x="103960" y="225630"/>
                      <a:pt x="103960" y="225630"/>
                    </a:cubicBezTo>
                    <a:cubicBezTo>
                      <a:pt x="96927" y="244997"/>
                      <a:pt x="77392" y="260491"/>
                      <a:pt x="60202" y="260491"/>
                    </a:cubicBezTo>
                    <a:lnTo>
                      <a:pt x="0" y="26049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188C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100" name="LcS2">
              <a:extLst>
                <a:ext uri="{FF2B5EF4-FFF2-40B4-BE49-F238E27FC236}">
                  <a16:creationId xmlns:a16="http://schemas.microsoft.com/office/drawing/2014/main" id="{CD1D8062-A1DA-4705-81EE-AFA1BFB1D7F6}"/>
                </a:ext>
              </a:extLst>
            </p:cNvPr>
            <p:cNvSpPr txBox="1"/>
            <p:nvPr/>
          </p:nvSpPr>
          <p:spPr>
            <a:xfrm>
              <a:off x="926380" y="7381180"/>
              <a:ext cx="1963679" cy="215444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  <a:scene3d>
                <a:camera prst="orthographicFront"/>
                <a:lightRig rig="threePt" dir="t"/>
              </a:scene3d>
              <a:sp3d>
                <a:contourClr>
                  <a:schemeClr val="bg1"/>
                </a:contourClr>
              </a:sp3d>
            </a:bodyPr>
            <a:lstStyle>
              <a:defPPr>
                <a:defRPr lang="ko-KR"/>
              </a:defPPr>
              <a:lvl1pPr algn="ctr" defTabSz="762000" latinLnBrk="0">
                <a:lnSpc>
                  <a:spcPct val="110000"/>
                </a:lnSpc>
                <a:defRPr sz="2041" b="0" spc="-70">
                  <a:gradFill>
                    <a:gsLst>
                      <a:gs pos="0">
                        <a:schemeClr val="tx1">
                          <a:lumMod val="65000"/>
                          <a:lumOff val="3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5400000" scaled="0"/>
                  </a:gradFill>
                  <a:latin typeface="뫼비우스 Bold" pitchFamily="2" charset="-127"/>
                  <a:ea typeface="뫼비우스 Bold" pitchFamily="2" charset="-127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100"/>
                </a:spcBef>
                <a:spcAft>
                  <a:spcPts val="10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400" spc="-50" dirty="0">
                  <a:ln>
                    <a:solidFill>
                      <a:srgbClr val="0575F3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G마켓 산스 Bold" panose="02000000000000000000" pitchFamily="50" charset="-127"/>
                  <a:ea typeface="G마켓 산스 Bold" panose="02000000000000000000" pitchFamily="50" charset="-127"/>
                </a:rPr>
                <a:t>사용자 중심의 서비스 제공</a:t>
              </a:r>
            </a:p>
          </p:txBody>
        </p:sp>
        <p:sp>
          <p:nvSpPr>
            <p:cNvPr id="101" name="타원 100">
              <a:extLst>
                <a:ext uri="{FF2B5EF4-FFF2-40B4-BE49-F238E27FC236}">
                  <a16:creationId xmlns:a16="http://schemas.microsoft.com/office/drawing/2014/main" id="{C5689335-9D49-4626-AB98-4536ABFACB3E}"/>
                </a:ext>
              </a:extLst>
            </p:cNvPr>
            <p:cNvSpPr/>
            <p:nvPr/>
          </p:nvSpPr>
          <p:spPr>
            <a:xfrm>
              <a:off x="578831" y="7371101"/>
              <a:ext cx="216000" cy="216000"/>
            </a:xfrm>
            <a:prstGeom prst="ellipse">
              <a:avLst/>
            </a:prstGeom>
            <a:gradFill>
              <a:gsLst>
                <a:gs pos="1770">
                  <a:srgbClr val="426DFF"/>
                </a:gs>
                <a:gs pos="30000">
                  <a:srgbClr val="2896D6"/>
                </a:gs>
                <a:gs pos="100000">
                  <a:srgbClr val="4DB7A3"/>
                </a:gs>
              </a:gsLst>
              <a:lin ang="7200000" scaled="0"/>
            </a:gradFill>
            <a:ln>
              <a:solidFill>
                <a:schemeClr val="bg1"/>
              </a:solidFill>
            </a:ln>
            <a:effectLst>
              <a:outerShdw dist="38100" dir="2700000" algn="tl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91185" tIns="45592" rIns="91185" bIns="25200" rtlCol="0" anchor="ctr"/>
            <a:lstStyle/>
            <a:p>
              <a:pPr algn="ctr"/>
              <a:r>
                <a:rPr lang="en-US" altLang="ko-KR" sz="1100" spc="-40">
                  <a:ln>
                    <a:solidFill>
                      <a:srgbClr val="CCCCCC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G마켓 산스 Bold" panose="02000000000000000000" pitchFamily="50" charset="-127"/>
                  <a:ea typeface="G마켓 산스 Bold" panose="02000000000000000000" pitchFamily="50" charset="-127"/>
                </a:rPr>
                <a:t>1</a:t>
              </a:r>
              <a:endParaRPr lang="ko-KR" altLang="en-US" sz="1100" spc="-40" dirty="0">
                <a:ln>
                  <a:solidFill>
                    <a:srgbClr val="CCCCCC">
                      <a:alpha val="0"/>
                    </a:srgbClr>
                  </a:solidFill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endParaRPr>
            </a:p>
          </p:txBody>
        </p:sp>
        <p:sp>
          <p:nvSpPr>
            <p:cNvPr id="106" name="LcS2">
              <a:extLst>
                <a:ext uri="{FF2B5EF4-FFF2-40B4-BE49-F238E27FC236}">
                  <a16:creationId xmlns:a16="http://schemas.microsoft.com/office/drawing/2014/main" id="{3253CE30-361E-4604-876A-661A710FB787}"/>
                </a:ext>
              </a:extLst>
            </p:cNvPr>
            <p:cNvSpPr txBox="1"/>
            <p:nvPr/>
          </p:nvSpPr>
          <p:spPr>
            <a:xfrm>
              <a:off x="926380" y="8023419"/>
              <a:ext cx="2297104" cy="215444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  <a:scene3d>
                <a:camera prst="orthographicFront"/>
                <a:lightRig rig="threePt" dir="t"/>
              </a:scene3d>
              <a:sp3d>
                <a:contourClr>
                  <a:schemeClr val="bg1"/>
                </a:contourClr>
              </a:sp3d>
            </a:bodyPr>
            <a:lstStyle>
              <a:defPPr>
                <a:defRPr lang="ko-KR"/>
              </a:defPPr>
              <a:lvl1pPr algn="ctr" defTabSz="762000" latinLnBrk="0">
                <a:lnSpc>
                  <a:spcPct val="110000"/>
                </a:lnSpc>
                <a:defRPr sz="2041" b="0" spc="-70">
                  <a:gradFill>
                    <a:gsLst>
                      <a:gs pos="0">
                        <a:schemeClr val="tx1">
                          <a:lumMod val="65000"/>
                          <a:lumOff val="3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5400000" scaled="0"/>
                  </a:gradFill>
                  <a:latin typeface="뫼비우스 Bold" pitchFamily="2" charset="-127"/>
                  <a:ea typeface="뫼비우스 Bold" pitchFamily="2" charset="-127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100"/>
                </a:spcBef>
                <a:spcAft>
                  <a:spcPts val="10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400" spc="-50" dirty="0">
                  <a:ln>
                    <a:solidFill>
                      <a:srgbClr val="0575F3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G마켓 산스 Bold" panose="02000000000000000000" pitchFamily="50" charset="-127"/>
                  <a:ea typeface="G마켓 산스 Bold" panose="02000000000000000000" pitchFamily="50" charset="-127"/>
                </a:rPr>
                <a:t>편리한 내부시스템 기능 고도화</a:t>
              </a:r>
            </a:p>
          </p:txBody>
        </p:sp>
        <p:sp>
          <p:nvSpPr>
            <p:cNvPr id="107" name="타원 106">
              <a:extLst>
                <a:ext uri="{FF2B5EF4-FFF2-40B4-BE49-F238E27FC236}">
                  <a16:creationId xmlns:a16="http://schemas.microsoft.com/office/drawing/2014/main" id="{675BE46D-F9B7-479B-AD5D-59A8FA4EB941}"/>
                </a:ext>
              </a:extLst>
            </p:cNvPr>
            <p:cNvSpPr/>
            <p:nvPr/>
          </p:nvSpPr>
          <p:spPr>
            <a:xfrm>
              <a:off x="578831" y="8013340"/>
              <a:ext cx="216000" cy="216000"/>
            </a:xfrm>
            <a:prstGeom prst="ellipse">
              <a:avLst/>
            </a:prstGeom>
            <a:gradFill>
              <a:gsLst>
                <a:gs pos="1770">
                  <a:srgbClr val="426DFF"/>
                </a:gs>
                <a:gs pos="30000">
                  <a:srgbClr val="2896D6"/>
                </a:gs>
                <a:gs pos="100000">
                  <a:srgbClr val="4DB7A3"/>
                </a:gs>
              </a:gsLst>
              <a:lin ang="7200000" scaled="0"/>
            </a:gradFill>
            <a:ln>
              <a:solidFill>
                <a:schemeClr val="bg1"/>
              </a:solidFill>
            </a:ln>
            <a:effectLst>
              <a:outerShdw dist="38100" dir="2700000" algn="tl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91185" tIns="45592" rIns="91185" bIns="25200" rtlCol="0" anchor="ctr"/>
            <a:lstStyle/>
            <a:p>
              <a:pPr algn="ctr"/>
              <a:r>
                <a:rPr lang="en-US" altLang="ko-KR" sz="1100" spc="-40" dirty="0">
                  <a:ln>
                    <a:solidFill>
                      <a:srgbClr val="CCCCCC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G마켓 산스 Bold" panose="02000000000000000000" pitchFamily="50" charset="-127"/>
                  <a:ea typeface="G마켓 산스 Bold" panose="02000000000000000000" pitchFamily="50" charset="-127"/>
                </a:rPr>
                <a:t>2</a:t>
              </a:r>
              <a:endParaRPr lang="ko-KR" altLang="en-US" sz="1100" spc="-40" dirty="0">
                <a:ln>
                  <a:solidFill>
                    <a:srgbClr val="CCCCCC">
                      <a:alpha val="0"/>
                    </a:srgbClr>
                  </a:solidFill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endParaRPr>
            </a:p>
          </p:txBody>
        </p:sp>
        <p:sp>
          <p:nvSpPr>
            <p:cNvPr id="112" name="LcS2">
              <a:extLst>
                <a:ext uri="{FF2B5EF4-FFF2-40B4-BE49-F238E27FC236}">
                  <a16:creationId xmlns:a16="http://schemas.microsoft.com/office/drawing/2014/main" id="{2CEB26B2-EFE2-493D-B8B1-A1E56E521AEE}"/>
                </a:ext>
              </a:extLst>
            </p:cNvPr>
            <p:cNvSpPr txBox="1"/>
            <p:nvPr/>
          </p:nvSpPr>
          <p:spPr>
            <a:xfrm>
              <a:off x="926380" y="8815507"/>
              <a:ext cx="1586973" cy="215444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  <a:scene3d>
                <a:camera prst="orthographicFront"/>
                <a:lightRig rig="threePt" dir="t"/>
              </a:scene3d>
              <a:sp3d>
                <a:contourClr>
                  <a:schemeClr val="bg1"/>
                </a:contourClr>
              </a:sp3d>
            </a:bodyPr>
            <a:lstStyle>
              <a:defPPr>
                <a:defRPr lang="ko-KR"/>
              </a:defPPr>
              <a:lvl1pPr algn="ctr" defTabSz="762000" latinLnBrk="0">
                <a:lnSpc>
                  <a:spcPct val="110000"/>
                </a:lnSpc>
                <a:defRPr sz="2041" b="0" spc="-70">
                  <a:gradFill>
                    <a:gsLst>
                      <a:gs pos="0">
                        <a:schemeClr val="tx1">
                          <a:lumMod val="65000"/>
                          <a:lumOff val="3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5400000" scaled="0"/>
                  </a:gradFill>
                  <a:latin typeface="뫼비우스 Bold" pitchFamily="2" charset="-127"/>
                  <a:ea typeface="뫼비우스 Bold" pitchFamily="2" charset="-127"/>
                </a:defRPr>
              </a:lvl1pPr>
            </a:lstStyle>
            <a:p>
              <a:pPr lvl="0" algn="l" defTabSz="914400">
                <a:lnSpc>
                  <a:spcPct val="100000"/>
                </a:lnSpc>
                <a:spcBef>
                  <a:spcPts val="100"/>
                </a:spcBef>
                <a:spcAft>
                  <a:spcPts val="100"/>
                </a:spcAft>
                <a:defRPr/>
              </a:pPr>
              <a:r>
                <a:rPr lang="ko-KR" altLang="en-US" sz="1400" spc="-50" dirty="0">
                  <a:ln>
                    <a:solidFill>
                      <a:srgbClr val="0575F3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G마켓 산스 Bold" panose="02000000000000000000" pitchFamily="50" charset="-127"/>
                  <a:ea typeface="G마켓 산스 Bold" panose="02000000000000000000" pitchFamily="50" charset="-127"/>
                </a:rPr>
                <a:t>유기적 협조체계 운영</a:t>
              </a:r>
            </a:p>
          </p:txBody>
        </p:sp>
        <p:sp>
          <p:nvSpPr>
            <p:cNvPr id="113" name="타원 112">
              <a:extLst>
                <a:ext uri="{FF2B5EF4-FFF2-40B4-BE49-F238E27FC236}">
                  <a16:creationId xmlns:a16="http://schemas.microsoft.com/office/drawing/2014/main" id="{B7A601B8-648D-4A6C-99D9-44BDE3DA9643}"/>
                </a:ext>
              </a:extLst>
            </p:cNvPr>
            <p:cNvSpPr/>
            <p:nvPr/>
          </p:nvSpPr>
          <p:spPr>
            <a:xfrm>
              <a:off x="578831" y="8805428"/>
              <a:ext cx="216000" cy="216000"/>
            </a:xfrm>
            <a:prstGeom prst="ellipse">
              <a:avLst/>
            </a:prstGeom>
            <a:gradFill>
              <a:gsLst>
                <a:gs pos="1770">
                  <a:srgbClr val="426DFF"/>
                </a:gs>
                <a:gs pos="30000">
                  <a:srgbClr val="2896D6"/>
                </a:gs>
                <a:gs pos="100000">
                  <a:srgbClr val="4DB7A3"/>
                </a:gs>
              </a:gsLst>
              <a:lin ang="7200000" scaled="0"/>
            </a:gradFill>
            <a:ln>
              <a:solidFill>
                <a:schemeClr val="bg1"/>
              </a:solidFill>
            </a:ln>
            <a:effectLst>
              <a:outerShdw dist="38100" dir="2700000" algn="tl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91185" tIns="45592" rIns="91185" bIns="25200" rtlCol="0" anchor="ctr"/>
            <a:lstStyle/>
            <a:p>
              <a:pPr algn="ctr"/>
              <a:r>
                <a:rPr lang="en-US" altLang="ko-KR" sz="1100" spc="-40" dirty="0">
                  <a:ln>
                    <a:solidFill>
                      <a:srgbClr val="CCCCCC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G마켓 산스 Bold" panose="02000000000000000000" pitchFamily="50" charset="-127"/>
                  <a:ea typeface="G마켓 산스 Bold" panose="02000000000000000000" pitchFamily="50" charset="-127"/>
                </a:rPr>
                <a:t>3</a:t>
              </a:r>
              <a:endParaRPr lang="ko-KR" altLang="en-US" sz="1100" spc="-40" dirty="0">
                <a:ln>
                  <a:solidFill>
                    <a:srgbClr val="CCCCCC">
                      <a:alpha val="0"/>
                    </a:srgbClr>
                  </a:solidFill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endParaRPr>
            </a:p>
          </p:txBody>
        </p:sp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97EC1C66-6C2D-4938-9FFE-DA50728F1EE1}"/>
                </a:ext>
              </a:extLst>
            </p:cNvPr>
            <p:cNvGrpSpPr/>
            <p:nvPr/>
          </p:nvGrpSpPr>
          <p:grpSpPr>
            <a:xfrm>
              <a:off x="803726" y="7648654"/>
              <a:ext cx="5025559" cy="169277"/>
              <a:chOff x="656039" y="7648654"/>
              <a:chExt cx="5025559" cy="169277"/>
            </a:xfrm>
          </p:grpSpPr>
          <p:grpSp>
            <p:nvGrpSpPr>
              <p:cNvPr id="103" name="그룹 102">
                <a:extLst>
                  <a:ext uri="{FF2B5EF4-FFF2-40B4-BE49-F238E27FC236}">
                    <a16:creationId xmlns:a16="http://schemas.microsoft.com/office/drawing/2014/main" id="{E5C9AA1A-EE97-4F2D-817C-A4ED7F288607}"/>
                  </a:ext>
                </a:extLst>
              </p:cNvPr>
              <p:cNvGrpSpPr/>
              <p:nvPr/>
            </p:nvGrpSpPr>
            <p:grpSpPr>
              <a:xfrm>
                <a:off x="656039" y="7708515"/>
                <a:ext cx="199720" cy="64944"/>
                <a:chOff x="7171238" y="3396528"/>
                <a:chExt cx="199720" cy="64944"/>
              </a:xfrm>
            </p:grpSpPr>
            <p:cxnSp>
              <p:nvCxnSpPr>
                <p:cNvPr id="104" name="직선 연결선 60">
                  <a:extLst>
                    <a:ext uri="{FF2B5EF4-FFF2-40B4-BE49-F238E27FC236}">
                      <a16:creationId xmlns:a16="http://schemas.microsoft.com/office/drawing/2014/main" id="{A7D2A07E-3260-4B9A-ACB4-87CF1F7FA5C6}"/>
                    </a:ext>
                  </a:extLst>
                </p:cNvPr>
                <p:cNvCxnSpPr/>
                <p:nvPr/>
              </p:nvCxnSpPr>
              <p:spPr>
                <a:xfrm>
                  <a:off x="7171238" y="3426678"/>
                  <a:ext cx="165100" cy="0"/>
                </a:xfrm>
                <a:prstGeom prst="line">
                  <a:avLst/>
                </a:prstGeom>
                <a:ln w="12700" cap="rnd">
                  <a:solidFill>
                    <a:schemeClr val="bg1">
                      <a:lumMod val="50000"/>
                    </a:schemeClr>
                  </a:solidFill>
                  <a:prstDash val="sysDot"/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5" name="타원 104">
                  <a:extLst>
                    <a:ext uri="{FF2B5EF4-FFF2-40B4-BE49-F238E27FC236}">
                      <a16:creationId xmlns:a16="http://schemas.microsoft.com/office/drawing/2014/main" id="{AFE31FBA-B17E-4FF9-B642-115EE8C1F0F6}"/>
                    </a:ext>
                  </a:extLst>
                </p:cNvPr>
                <p:cNvSpPr/>
                <p:nvPr/>
              </p:nvSpPr>
              <p:spPr>
                <a:xfrm>
                  <a:off x="7306014" y="3396528"/>
                  <a:ext cx="64944" cy="64944"/>
                </a:xfrm>
                <a:prstGeom prst="ellipse">
                  <a:avLst/>
                </a:prstGeom>
                <a:solidFill>
                  <a:srgbClr val="10A6B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354" name="TextBox 353">
                <a:extLst>
                  <a:ext uri="{FF2B5EF4-FFF2-40B4-BE49-F238E27FC236}">
                    <a16:creationId xmlns:a16="http://schemas.microsoft.com/office/drawing/2014/main" id="{CECFD23F-F2B6-4F94-B095-BE654598A76D}"/>
                  </a:ext>
                </a:extLst>
              </p:cNvPr>
              <p:cNvSpPr txBox="1"/>
              <p:nvPr/>
            </p:nvSpPr>
            <p:spPr>
              <a:xfrm>
                <a:off x="944724" y="7648654"/>
                <a:ext cx="4736874" cy="169277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 lvl="0" algn="l" defTabSz="914400">
                  <a:lnSpc>
                    <a:spcPct val="100000"/>
                  </a:lnSpc>
                  <a:spcBef>
                    <a:spcPts val="100"/>
                  </a:spcBef>
                  <a:spcAft>
                    <a:spcPts val="100"/>
                  </a:spcAft>
                  <a:defRPr/>
                </a:pPr>
                <a:r>
                  <a:rPr lang="ko-KR" altLang="en-US" sz="1100" spc="-100" dirty="0">
                    <a:ln>
                      <a:solidFill>
                        <a:srgbClr val="0575F3">
                          <a:alpha val="0"/>
                        </a:srgbClr>
                      </a:solidFill>
                    </a:ln>
                    <a:solidFill>
                      <a:schemeClr val="bg1">
                        <a:lumMod val="50000"/>
                      </a:schemeClr>
                    </a:solidFill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사용자 중심의 서비스 및 디자인 재설계</a:t>
                </a:r>
                <a:r>
                  <a:rPr lang="en-US" altLang="ko-KR" sz="1100" spc="-100" dirty="0">
                    <a:ln>
                      <a:solidFill>
                        <a:srgbClr val="0575F3">
                          <a:alpha val="0"/>
                        </a:srgbClr>
                      </a:solidFill>
                    </a:ln>
                    <a:solidFill>
                      <a:schemeClr val="bg1">
                        <a:lumMod val="50000"/>
                      </a:schemeClr>
                    </a:solidFill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, </a:t>
                </a:r>
                <a:r>
                  <a:rPr lang="ko-KR" altLang="en-US" sz="1100" spc="-100" dirty="0">
                    <a:ln>
                      <a:solidFill>
                        <a:srgbClr val="0575F3">
                          <a:alpha val="0"/>
                        </a:srgbClr>
                      </a:solidFill>
                    </a:ln>
                    <a:solidFill>
                      <a:schemeClr val="bg1">
                        <a:lumMod val="50000"/>
                      </a:schemeClr>
                    </a:solidFill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웹 접근성</a:t>
                </a:r>
                <a:r>
                  <a:rPr lang="en-US" altLang="ko-KR" sz="1100" spc="-100" dirty="0">
                    <a:ln>
                      <a:solidFill>
                        <a:srgbClr val="0575F3">
                          <a:alpha val="0"/>
                        </a:srgbClr>
                      </a:solidFill>
                    </a:ln>
                    <a:solidFill>
                      <a:schemeClr val="bg1">
                        <a:lumMod val="50000"/>
                      </a:schemeClr>
                    </a:solidFill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, </a:t>
                </a:r>
                <a:r>
                  <a:rPr lang="ko-KR" altLang="en-US" sz="1100" spc="-100" dirty="0">
                    <a:ln>
                      <a:solidFill>
                        <a:srgbClr val="0575F3">
                          <a:alpha val="0"/>
                        </a:srgbClr>
                      </a:solidFill>
                    </a:ln>
                    <a:solidFill>
                      <a:schemeClr val="bg1">
                        <a:lumMod val="50000"/>
                      </a:schemeClr>
                    </a:solidFill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호환성</a:t>
                </a:r>
                <a:r>
                  <a:rPr lang="en-US" altLang="ko-KR" sz="1100" spc="-100" dirty="0">
                    <a:ln>
                      <a:solidFill>
                        <a:srgbClr val="0575F3">
                          <a:alpha val="0"/>
                        </a:srgbClr>
                      </a:solidFill>
                    </a:ln>
                    <a:solidFill>
                      <a:schemeClr val="bg1">
                        <a:lumMod val="50000"/>
                      </a:schemeClr>
                    </a:solidFill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, </a:t>
                </a:r>
                <a:r>
                  <a:rPr lang="ko-KR" altLang="en-US" sz="1100" spc="-100" dirty="0">
                    <a:ln>
                      <a:solidFill>
                        <a:srgbClr val="0575F3">
                          <a:alpha val="0"/>
                        </a:srgbClr>
                      </a:solidFill>
                    </a:ln>
                    <a:solidFill>
                      <a:schemeClr val="bg1">
                        <a:lumMod val="50000"/>
                      </a:schemeClr>
                    </a:solidFill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개방성 등의 시스템 품질 확보</a:t>
                </a:r>
                <a:endParaRPr kumimoji="0" lang="ko-KR" altLang="en-US" sz="1100" i="0" u="none" strike="noStrike" kern="1200" cap="none" spc="-100" normalizeH="0" noProof="0" dirty="0">
                  <a:ln>
                    <a:solidFill>
                      <a:srgbClr val="0575F3">
                        <a:alpha val="0"/>
                      </a:srgbClr>
                    </a:solidFill>
                  </a:ln>
                  <a:solidFill>
                    <a:schemeClr val="bg1">
                      <a:lumMod val="50000"/>
                    </a:schemeClr>
                  </a:solidFill>
                  <a:effectLst/>
                  <a:uLnTx/>
                  <a:uFillTx/>
                  <a:latin typeface="G마켓 산스 Medium" panose="02000000000000000000" pitchFamily="50" charset="-127"/>
                  <a:ea typeface="G마켓 산스 Medium" panose="02000000000000000000" pitchFamily="50" charset="-127"/>
                </a:endParaRPr>
              </a:p>
            </p:txBody>
          </p:sp>
        </p:grpSp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C1D257DA-3359-470B-8A4B-82959AC43DCF}"/>
                </a:ext>
              </a:extLst>
            </p:cNvPr>
            <p:cNvGrpSpPr/>
            <p:nvPr/>
          </p:nvGrpSpPr>
          <p:grpSpPr>
            <a:xfrm>
              <a:off x="805861" y="9070365"/>
              <a:ext cx="4357106" cy="169277"/>
              <a:chOff x="656039" y="9070365"/>
              <a:chExt cx="4357106" cy="169277"/>
            </a:xfrm>
          </p:grpSpPr>
          <p:grpSp>
            <p:nvGrpSpPr>
              <p:cNvPr id="115" name="그룹 114">
                <a:extLst>
                  <a:ext uri="{FF2B5EF4-FFF2-40B4-BE49-F238E27FC236}">
                    <a16:creationId xmlns:a16="http://schemas.microsoft.com/office/drawing/2014/main" id="{3BF6B493-921C-4238-9902-9C595B29275E}"/>
                  </a:ext>
                </a:extLst>
              </p:cNvPr>
              <p:cNvGrpSpPr/>
              <p:nvPr/>
            </p:nvGrpSpPr>
            <p:grpSpPr>
              <a:xfrm>
                <a:off x="656039" y="9130226"/>
                <a:ext cx="199720" cy="64944"/>
                <a:chOff x="7171238" y="3396528"/>
                <a:chExt cx="199720" cy="64944"/>
              </a:xfrm>
            </p:grpSpPr>
            <p:cxnSp>
              <p:nvCxnSpPr>
                <p:cNvPr id="116" name="직선 연결선 137">
                  <a:extLst>
                    <a:ext uri="{FF2B5EF4-FFF2-40B4-BE49-F238E27FC236}">
                      <a16:creationId xmlns:a16="http://schemas.microsoft.com/office/drawing/2014/main" id="{36C91A98-7507-4CB8-A07F-50E98423BC42}"/>
                    </a:ext>
                  </a:extLst>
                </p:cNvPr>
                <p:cNvCxnSpPr/>
                <p:nvPr/>
              </p:nvCxnSpPr>
              <p:spPr>
                <a:xfrm>
                  <a:off x="7171238" y="3426678"/>
                  <a:ext cx="165100" cy="0"/>
                </a:xfrm>
                <a:prstGeom prst="line">
                  <a:avLst/>
                </a:prstGeom>
                <a:ln w="12700" cap="rnd">
                  <a:solidFill>
                    <a:schemeClr val="bg1">
                      <a:lumMod val="50000"/>
                    </a:schemeClr>
                  </a:solidFill>
                  <a:prstDash val="sysDot"/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17" name="타원 116">
                  <a:extLst>
                    <a:ext uri="{FF2B5EF4-FFF2-40B4-BE49-F238E27FC236}">
                      <a16:creationId xmlns:a16="http://schemas.microsoft.com/office/drawing/2014/main" id="{72F85DE1-36BD-49EF-B4A8-FD2E56479FAE}"/>
                    </a:ext>
                  </a:extLst>
                </p:cNvPr>
                <p:cNvSpPr/>
                <p:nvPr/>
              </p:nvSpPr>
              <p:spPr>
                <a:xfrm>
                  <a:off x="7306014" y="3396528"/>
                  <a:ext cx="64944" cy="64944"/>
                </a:xfrm>
                <a:prstGeom prst="ellipse">
                  <a:avLst/>
                </a:prstGeom>
                <a:solidFill>
                  <a:srgbClr val="10A6B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355" name="TextBox 354">
                <a:extLst>
                  <a:ext uri="{FF2B5EF4-FFF2-40B4-BE49-F238E27FC236}">
                    <a16:creationId xmlns:a16="http://schemas.microsoft.com/office/drawing/2014/main" id="{8CF4F1F8-B30F-4266-AEC0-46828C047EB0}"/>
                  </a:ext>
                </a:extLst>
              </p:cNvPr>
              <p:cNvSpPr txBox="1"/>
              <p:nvPr/>
            </p:nvSpPr>
            <p:spPr>
              <a:xfrm>
                <a:off x="944724" y="9070365"/>
                <a:ext cx="4068421" cy="169277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 lvl="0" defTabSz="914400">
                  <a:spcBef>
                    <a:spcPts val="100"/>
                  </a:spcBef>
                  <a:spcAft>
                    <a:spcPts val="100"/>
                  </a:spcAft>
                  <a:defRPr/>
                </a:pPr>
                <a:r>
                  <a:rPr lang="ko-KR" altLang="en-US" sz="1100" spc="-50" dirty="0">
                    <a:ln>
                      <a:solidFill>
                        <a:srgbClr val="0575F3">
                          <a:alpha val="0"/>
                        </a:srgbClr>
                      </a:solidFill>
                    </a:ln>
                    <a:solidFill>
                      <a:schemeClr val="bg1">
                        <a:lumMod val="50000"/>
                      </a:schemeClr>
                    </a:solidFill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주관기관의 사업에 대한 업무 절차 및 </a:t>
                </a:r>
                <a:r>
                  <a:rPr lang="ko-KR" altLang="en-US" sz="1100" spc="-50" dirty="0" err="1">
                    <a:ln>
                      <a:solidFill>
                        <a:srgbClr val="0575F3">
                          <a:alpha val="0"/>
                        </a:srgbClr>
                      </a:solidFill>
                    </a:ln>
                    <a:solidFill>
                      <a:schemeClr val="bg1">
                        <a:lumMod val="50000"/>
                      </a:schemeClr>
                    </a:solidFill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다부처</a:t>
                </a:r>
                <a:r>
                  <a:rPr lang="ko-KR" altLang="en-US" sz="1100" spc="-50" dirty="0">
                    <a:ln>
                      <a:solidFill>
                        <a:srgbClr val="0575F3">
                          <a:alpha val="0"/>
                        </a:srgbClr>
                      </a:solidFill>
                    </a:ln>
                    <a:solidFill>
                      <a:schemeClr val="bg1">
                        <a:lumMod val="50000"/>
                      </a:schemeClr>
                    </a:solidFill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 다기관과의 협력체계 구축</a:t>
                </a:r>
              </a:p>
            </p:txBody>
          </p:sp>
        </p:grpSp>
        <p:pic>
          <p:nvPicPr>
            <p:cNvPr id="359" name="그림 358">
              <a:extLst>
                <a:ext uri="{FF2B5EF4-FFF2-40B4-BE49-F238E27FC236}">
                  <a16:creationId xmlns:a16="http://schemas.microsoft.com/office/drawing/2014/main" id="{FA1657F8-C236-410D-94BA-4E136CB2DF7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70384" y="6976260"/>
              <a:ext cx="143409" cy="2404800"/>
            </a:xfrm>
            <a:prstGeom prst="rect">
              <a:avLst/>
            </a:prstGeom>
          </p:spPr>
        </p:pic>
        <p:pic>
          <p:nvPicPr>
            <p:cNvPr id="360" name="그림 359">
              <a:extLst>
                <a:ext uri="{FF2B5EF4-FFF2-40B4-BE49-F238E27FC236}">
                  <a16:creationId xmlns:a16="http://schemas.microsoft.com/office/drawing/2014/main" id="{48D1DC04-7A48-4E92-8AE2-1B619054EF1F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440666" y="6969224"/>
              <a:ext cx="143409" cy="2404800"/>
            </a:xfrm>
            <a:prstGeom prst="rect">
              <a:avLst/>
            </a:prstGeom>
          </p:spPr>
        </p:pic>
        <p:grpSp>
          <p:nvGrpSpPr>
            <p:cNvPr id="2" name="그룹 1">
              <a:extLst>
                <a:ext uri="{FF2B5EF4-FFF2-40B4-BE49-F238E27FC236}">
                  <a16:creationId xmlns:a16="http://schemas.microsoft.com/office/drawing/2014/main" id="{DDED03A1-838B-40A9-8726-F36DCB0212EB}"/>
                </a:ext>
              </a:extLst>
            </p:cNvPr>
            <p:cNvGrpSpPr/>
            <p:nvPr/>
          </p:nvGrpSpPr>
          <p:grpSpPr>
            <a:xfrm>
              <a:off x="800055" y="8289085"/>
              <a:ext cx="5869305" cy="389850"/>
              <a:chOff x="800055" y="8289085"/>
              <a:chExt cx="5869305" cy="389850"/>
            </a:xfrm>
          </p:grpSpPr>
          <p:sp>
            <p:nvSpPr>
              <p:cNvPr id="108" name="LcS2">
                <a:extLst>
                  <a:ext uri="{FF2B5EF4-FFF2-40B4-BE49-F238E27FC236}">
                    <a16:creationId xmlns:a16="http://schemas.microsoft.com/office/drawing/2014/main" id="{09468B89-358F-46D6-B9CB-722CCA9E661C}"/>
                  </a:ext>
                </a:extLst>
              </p:cNvPr>
              <p:cNvSpPr txBox="1"/>
              <p:nvPr/>
            </p:nvSpPr>
            <p:spPr>
              <a:xfrm>
                <a:off x="1078076" y="8289085"/>
                <a:ext cx="5591284" cy="38985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  <a:scene3d>
                  <a:camera prst="orthographicFront"/>
                  <a:lightRig rig="threePt" dir="t"/>
                </a:scene3d>
                <a:sp3d>
                  <a:contourClr>
                    <a:schemeClr val="bg1"/>
                  </a:contourClr>
                </a:sp3d>
              </a:bodyPr>
              <a:lstStyle>
                <a:defPPr>
                  <a:defRPr lang="ko-KR"/>
                </a:defPPr>
                <a:lvl1pPr algn="ctr" defTabSz="762000" latinLnBrk="0">
                  <a:lnSpc>
                    <a:spcPct val="110000"/>
                  </a:lnSpc>
                  <a:defRPr sz="2041" b="0" spc="-70">
                    <a:gradFill>
                      <a:gsLst>
                        <a:gs pos="0">
                          <a:schemeClr val="tx1">
                            <a:lumMod val="65000"/>
                            <a:lumOff val="35000"/>
                          </a:schemeClr>
                        </a:gs>
                        <a:gs pos="100000">
                          <a:schemeClr val="tx1">
                            <a:lumMod val="85000"/>
                            <a:lumOff val="15000"/>
                          </a:schemeClr>
                        </a:gs>
                      </a:gsLst>
                      <a:lin ang="5400000" scaled="0"/>
                    </a:gradFill>
                    <a:latin typeface="뫼비우스 Bold" pitchFamily="2" charset="-127"/>
                    <a:ea typeface="뫼비우스 Bold" pitchFamily="2" charset="-127"/>
                  </a:defRPr>
                </a:lvl1pPr>
              </a:lstStyle>
              <a:p>
                <a:pPr lvl="0" algn="l" defTabSz="914400">
                  <a:lnSpc>
                    <a:spcPct val="100000"/>
                  </a:lnSpc>
                  <a:spcAft>
                    <a:spcPts val="400"/>
                  </a:spcAft>
                  <a:defRPr/>
                </a:pPr>
                <a:r>
                  <a:rPr lang="ko-KR" altLang="en-US" sz="1100" spc="-50" dirty="0">
                    <a:ln>
                      <a:solidFill>
                        <a:srgbClr val="0575F3">
                          <a:alpha val="0"/>
                        </a:srgbClr>
                      </a:solidFill>
                    </a:ln>
                    <a:solidFill>
                      <a:schemeClr val="bg1">
                        <a:lumMod val="50000"/>
                      </a:schemeClr>
                    </a:solidFill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관리 시스템 구축</a:t>
                </a:r>
                <a:r>
                  <a:rPr lang="en-US" altLang="ko-KR" sz="1100" spc="-50" dirty="0">
                    <a:ln>
                      <a:solidFill>
                        <a:srgbClr val="0575F3">
                          <a:alpha val="0"/>
                        </a:srgbClr>
                      </a:solidFill>
                    </a:ln>
                    <a:solidFill>
                      <a:schemeClr val="bg1">
                        <a:lumMod val="50000"/>
                      </a:schemeClr>
                    </a:solidFill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/</a:t>
                </a:r>
                <a:r>
                  <a:rPr lang="ko-KR" altLang="en-US" sz="1100" spc="-50" dirty="0">
                    <a:ln>
                      <a:solidFill>
                        <a:srgbClr val="0575F3">
                          <a:alpha val="0"/>
                        </a:srgbClr>
                      </a:solidFill>
                    </a:ln>
                    <a:solidFill>
                      <a:schemeClr val="bg1">
                        <a:lumMod val="50000"/>
                      </a:schemeClr>
                    </a:solidFill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업무기능 강화로 관리 효율성 확보</a:t>
                </a:r>
              </a:p>
              <a:p>
                <a:pPr lvl="0" algn="l" defTabSz="914400">
                  <a:lnSpc>
                    <a:spcPct val="100000"/>
                  </a:lnSpc>
                  <a:spcAft>
                    <a:spcPts val="400"/>
                  </a:spcAft>
                  <a:defRPr/>
                </a:pPr>
                <a:r>
                  <a:rPr lang="ko-KR" altLang="en-US" sz="1100" spc="-50" dirty="0">
                    <a:ln>
                      <a:solidFill>
                        <a:srgbClr val="0575F3">
                          <a:alpha val="0"/>
                        </a:srgbClr>
                      </a:solidFill>
                    </a:ln>
                    <a:solidFill>
                      <a:schemeClr val="bg1">
                        <a:lumMod val="50000"/>
                      </a:schemeClr>
                    </a:solidFill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타 시스템 연계기능 개선 및 수정을 통한 안정성 확보</a:t>
                </a:r>
              </a:p>
            </p:txBody>
          </p:sp>
          <p:grpSp>
            <p:nvGrpSpPr>
              <p:cNvPr id="109" name="그룹 108">
                <a:extLst>
                  <a:ext uri="{FF2B5EF4-FFF2-40B4-BE49-F238E27FC236}">
                    <a16:creationId xmlns:a16="http://schemas.microsoft.com/office/drawing/2014/main" id="{0AD80129-F319-476D-B9C3-BA602DF4627E}"/>
                  </a:ext>
                </a:extLst>
              </p:cNvPr>
              <p:cNvGrpSpPr/>
              <p:nvPr/>
            </p:nvGrpSpPr>
            <p:grpSpPr>
              <a:xfrm>
                <a:off x="800055" y="8327851"/>
                <a:ext cx="199720" cy="64944"/>
                <a:chOff x="7171238" y="3396528"/>
                <a:chExt cx="199720" cy="64944"/>
              </a:xfrm>
            </p:grpSpPr>
            <p:cxnSp>
              <p:nvCxnSpPr>
                <p:cNvPr id="110" name="직선 연결선 130">
                  <a:extLst>
                    <a:ext uri="{FF2B5EF4-FFF2-40B4-BE49-F238E27FC236}">
                      <a16:creationId xmlns:a16="http://schemas.microsoft.com/office/drawing/2014/main" id="{00391370-3580-419A-AEBD-DCED31BC400A}"/>
                    </a:ext>
                  </a:extLst>
                </p:cNvPr>
                <p:cNvCxnSpPr/>
                <p:nvPr/>
              </p:nvCxnSpPr>
              <p:spPr>
                <a:xfrm>
                  <a:off x="7171238" y="3426678"/>
                  <a:ext cx="165100" cy="0"/>
                </a:xfrm>
                <a:prstGeom prst="line">
                  <a:avLst/>
                </a:prstGeom>
                <a:ln w="12700" cap="rnd">
                  <a:solidFill>
                    <a:schemeClr val="bg1">
                      <a:lumMod val="50000"/>
                    </a:schemeClr>
                  </a:solidFill>
                  <a:prstDash val="sysDot"/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11" name="타원 110">
                  <a:extLst>
                    <a:ext uri="{FF2B5EF4-FFF2-40B4-BE49-F238E27FC236}">
                      <a16:creationId xmlns:a16="http://schemas.microsoft.com/office/drawing/2014/main" id="{B6160A17-1B50-4D2A-98DF-DC897437134B}"/>
                    </a:ext>
                  </a:extLst>
                </p:cNvPr>
                <p:cNvSpPr/>
                <p:nvPr/>
              </p:nvSpPr>
              <p:spPr>
                <a:xfrm>
                  <a:off x="7306014" y="3396528"/>
                  <a:ext cx="64944" cy="64944"/>
                </a:xfrm>
                <a:prstGeom prst="ellipse">
                  <a:avLst/>
                </a:prstGeom>
                <a:solidFill>
                  <a:srgbClr val="10A6B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361" name="그룹 360">
                <a:extLst>
                  <a:ext uri="{FF2B5EF4-FFF2-40B4-BE49-F238E27FC236}">
                    <a16:creationId xmlns:a16="http://schemas.microsoft.com/office/drawing/2014/main" id="{DFC6F385-0386-474D-B525-A2A494292B37}"/>
                  </a:ext>
                </a:extLst>
              </p:cNvPr>
              <p:cNvGrpSpPr/>
              <p:nvPr/>
            </p:nvGrpSpPr>
            <p:grpSpPr>
              <a:xfrm>
                <a:off x="800708" y="8557289"/>
                <a:ext cx="199720" cy="64944"/>
                <a:chOff x="7171238" y="3396528"/>
                <a:chExt cx="199720" cy="64944"/>
              </a:xfrm>
            </p:grpSpPr>
            <p:cxnSp>
              <p:nvCxnSpPr>
                <p:cNvPr id="362" name="직선 연결선 130">
                  <a:extLst>
                    <a:ext uri="{FF2B5EF4-FFF2-40B4-BE49-F238E27FC236}">
                      <a16:creationId xmlns:a16="http://schemas.microsoft.com/office/drawing/2014/main" id="{DF3122BC-4830-48B3-8BEF-B95A8D95F2DC}"/>
                    </a:ext>
                  </a:extLst>
                </p:cNvPr>
                <p:cNvCxnSpPr/>
                <p:nvPr/>
              </p:nvCxnSpPr>
              <p:spPr>
                <a:xfrm>
                  <a:off x="7171238" y="3426678"/>
                  <a:ext cx="165100" cy="0"/>
                </a:xfrm>
                <a:prstGeom prst="line">
                  <a:avLst/>
                </a:prstGeom>
                <a:ln w="12700" cap="rnd">
                  <a:solidFill>
                    <a:schemeClr val="bg1">
                      <a:lumMod val="50000"/>
                    </a:schemeClr>
                  </a:solidFill>
                  <a:prstDash val="sysDot"/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63" name="타원 362">
                  <a:extLst>
                    <a:ext uri="{FF2B5EF4-FFF2-40B4-BE49-F238E27FC236}">
                      <a16:creationId xmlns:a16="http://schemas.microsoft.com/office/drawing/2014/main" id="{02E87CFA-92C7-4C71-AACA-C022AC6E03D9}"/>
                    </a:ext>
                  </a:extLst>
                </p:cNvPr>
                <p:cNvSpPr/>
                <p:nvPr/>
              </p:nvSpPr>
              <p:spPr>
                <a:xfrm>
                  <a:off x="7306014" y="3396528"/>
                  <a:ext cx="64944" cy="64944"/>
                </a:xfrm>
                <a:prstGeom prst="ellipse">
                  <a:avLst/>
                </a:prstGeom>
                <a:solidFill>
                  <a:srgbClr val="10A6B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</p:grp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70F56DEC-DAD8-4385-84C2-2F307253DB76}"/>
              </a:ext>
            </a:extLst>
          </p:cNvPr>
          <p:cNvGrpSpPr/>
          <p:nvPr/>
        </p:nvGrpSpPr>
        <p:grpSpPr>
          <a:xfrm>
            <a:off x="439666" y="1889118"/>
            <a:ext cx="5976000" cy="4801138"/>
            <a:chOff x="439666" y="1889118"/>
            <a:chExt cx="5976000" cy="4801138"/>
          </a:xfrm>
        </p:grpSpPr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85606871-86C8-4CB2-8B52-38A380674E8F}"/>
                </a:ext>
              </a:extLst>
            </p:cNvPr>
            <p:cNvSpPr/>
            <p:nvPr/>
          </p:nvSpPr>
          <p:spPr>
            <a:xfrm>
              <a:off x="439666" y="1889118"/>
              <a:ext cx="5976000" cy="4801138"/>
            </a:xfrm>
            <a:prstGeom prst="roundRect">
              <a:avLst>
                <a:gd name="adj" fmla="val 867"/>
              </a:avLst>
            </a:prstGeom>
            <a:solidFill>
              <a:srgbClr val="212E37"/>
            </a:solidFill>
            <a:ln w="8194" cap="flat">
              <a:noFill/>
              <a:prstDash val="solid"/>
              <a:miter/>
            </a:ln>
          </p:spPr>
          <p:txBody>
            <a:bodyPr wrap="none" rtlCol="0" anchor="ctr"/>
            <a:lstStyle/>
            <a:p>
              <a:endParaRPr lang="ko-KR" altLang="en-US" dirty="0">
                <a:solidFill>
                  <a:prstClr val="black"/>
                </a:solidFill>
                <a:latin typeface="Pretendard" panose="02000503000000020004" pitchFamily="50" charset="-127"/>
                <a:ea typeface="Pretendard" panose="02000503000000020004" pitchFamily="50" charset="-127"/>
              </a:endParaRPr>
            </a:p>
          </p:txBody>
        </p:sp>
        <p:grpSp>
          <p:nvGrpSpPr>
            <p:cNvPr id="30" name="그룹 29">
              <a:extLst>
                <a:ext uri="{FF2B5EF4-FFF2-40B4-BE49-F238E27FC236}">
                  <a16:creationId xmlns:a16="http://schemas.microsoft.com/office/drawing/2014/main" id="{17BE3B50-DCD9-49DB-AA79-700872668A3C}"/>
                </a:ext>
              </a:extLst>
            </p:cNvPr>
            <p:cNvGrpSpPr/>
            <p:nvPr/>
          </p:nvGrpSpPr>
          <p:grpSpPr>
            <a:xfrm>
              <a:off x="770372" y="2489751"/>
              <a:ext cx="667399" cy="647579"/>
              <a:chOff x="770372" y="2489751"/>
              <a:chExt cx="667399" cy="647579"/>
            </a:xfrm>
          </p:grpSpPr>
          <p:sp>
            <p:nvSpPr>
              <p:cNvPr id="248" name="Freeform 5">
                <a:extLst>
                  <a:ext uri="{FF2B5EF4-FFF2-40B4-BE49-F238E27FC236}">
                    <a16:creationId xmlns:a16="http://schemas.microsoft.com/office/drawing/2014/main" id="{F1A22CF6-521C-42A8-9DEF-BEDBC5984F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0372" y="2489751"/>
                <a:ext cx="667399" cy="647579"/>
              </a:xfrm>
              <a:custGeom>
                <a:avLst/>
                <a:gdLst>
                  <a:gd name="T0" fmla="*/ 216 w 802"/>
                  <a:gd name="T1" fmla="*/ 762 h 762"/>
                  <a:gd name="T2" fmla="*/ 126 w 802"/>
                  <a:gd name="T3" fmla="*/ 697 h 762"/>
                  <a:gd name="T4" fmla="*/ 12 w 802"/>
                  <a:gd name="T5" fmla="*/ 345 h 762"/>
                  <a:gd name="T6" fmla="*/ 46 w 802"/>
                  <a:gd name="T7" fmla="*/ 240 h 762"/>
                  <a:gd name="T8" fmla="*/ 346 w 802"/>
                  <a:gd name="T9" fmla="*/ 22 h 762"/>
                  <a:gd name="T10" fmla="*/ 456 w 802"/>
                  <a:gd name="T11" fmla="*/ 22 h 762"/>
                  <a:gd name="T12" fmla="*/ 756 w 802"/>
                  <a:gd name="T13" fmla="*/ 240 h 762"/>
                  <a:gd name="T14" fmla="*/ 790 w 802"/>
                  <a:gd name="T15" fmla="*/ 345 h 762"/>
                  <a:gd name="T16" fmla="*/ 676 w 802"/>
                  <a:gd name="T17" fmla="*/ 697 h 762"/>
                  <a:gd name="T18" fmla="*/ 586 w 802"/>
                  <a:gd name="T19" fmla="*/ 762 h 762"/>
                  <a:gd name="T20" fmla="*/ 216 w 802"/>
                  <a:gd name="T21" fmla="*/ 762 h 7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02" h="762">
                    <a:moveTo>
                      <a:pt x="216" y="762"/>
                    </a:moveTo>
                    <a:cubicBezTo>
                      <a:pt x="178" y="762"/>
                      <a:pt x="138" y="733"/>
                      <a:pt x="126" y="697"/>
                    </a:cubicBezTo>
                    <a:cubicBezTo>
                      <a:pt x="12" y="345"/>
                      <a:pt x="12" y="345"/>
                      <a:pt x="12" y="345"/>
                    </a:cubicBezTo>
                    <a:cubicBezTo>
                      <a:pt x="0" y="309"/>
                      <a:pt x="16" y="262"/>
                      <a:pt x="46" y="240"/>
                    </a:cubicBezTo>
                    <a:cubicBezTo>
                      <a:pt x="346" y="22"/>
                      <a:pt x="346" y="22"/>
                      <a:pt x="346" y="22"/>
                    </a:cubicBezTo>
                    <a:cubicBezTo>
                      <a:pt x="376" y="0"/>
                      <a:pt x="426" y="0"/>
                      <a:pt x="456" y="22"/>
                    </a:cubicBezTo>
                    <a:cubicBezTo>
                      <a:pt x="756" y="240"/>
                      <a:pt x="756" y="240"/>
                      <a:pt x="756" y="240"/>
                    </a:cubicBezTo>
                    <a:cubicBezTo>
                      <a:pt x="786" y="262"/>
                      <a:pt x="802" y="309"/>
                      <a:pt x="790" y="345"/>
                    </a:cubicBezTo>
                    <a:cubicBezTo>
                      <a:pt x="676" y="697"/>
                      <a:pt x="676" y="697"/>
                      <a:pt x="676" y="697"/>
                    </a:cubicBezTo>
                    <a:cubicBezTo>
                      <a:pt x="664" y="733"/>
                      <a:pt x="624" y="762"/>
                      <a:pt x="586" y="762"/>
                    </a:cubicBezTo>
                    <a:lnTo>
                      <a:pt x="216" y="762"/>
                    </a:lnTo>
                    <a:close/>
                  </a:path>
                </a:pathLst>
              </a:custGeom>
              <a:gradFill>
                <a:gsLst>
                  <a:gs pos="30000">
                    <a:srgbClr val="F2006D"/>
                  </a:gs>
                  <a:gs pos="100000">
                    <a:srgbClr val="F2006D">
                      <a:lumMod val="50000"/>
                      <a:lumOff val="50000"/>
                    </a:srgbClr>
                  </a:gs>
                </a:gsLst>
                <a:lin ang="13500000" scaled="1"/>
              </a:gradFill>
              <a:ln w="9525"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457200" latinLnBrk="0">
                  <a:defRPr/>
                </a:pPr>
                <a:endParaRPr lang="ko-KR" altLang="en-US" spc="-5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49" name="직사각형 248">
                <a:extLst>
                  <a:ext uri="{FF2B5EF4-FFF2-40B4-BE49-F238E27FC236}">
                    <a16:creationId xmlns:a16="http://schemas.microsoft.com/office/drawing/2014/main" id="{2170F589-F29E-44FD-A317-79C57D1786FB}"/>
                  </a:ext>
                </a:extLst>
              </p:cNvPr>
              <p:cNvSpPr/>
              <p:nvPr/>
            </p:nvSpPr>
            <p:spPr>
              <a:xfrm>
                <a:off x="982144" y="2666504"/>
                <a:ext cx="236603" cy="153888"/>
              </a:xfrm>
              <a:prstGeom prst="rect">
                <a:avLst/>
              </a:prstGeom>
            </p:spPr>
            <p:txBody>
              <a:bodyPr wrap="none" lIns="0" tIns="0" rIns="0" bIns="0" anchor="ctr">
                <a:sp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defRPr/>
                </a:pPr>
                <a:r>
                  <a:rPr lang="ko-KR" altLang="en-US" sz="1000" spc="-40" dirty="0">
                    <a:ln>
                      <a:solidFill>
                        <a:srgbClr val="4472C4">
                          <a:alpha val="0"/>
                        </a:srgbClr>
                      </a:solidFill>
                    </a:ln>
                    <a:solidFill>
                      <a:sysClr val="window" lastClr="FFFFFF"/>
                    </a:solidFill>
                    <a:latin typeface="G마켓 산스 Bold" panose="02000000000000000000" pitchFamily="50" charset="-127"/>
                    <a:ea typeface="G마켓 산스 Bold" panose="02000000000000000000" pitchFamily="50" charset="-127"/>
                  </a:rPr>
                  <a:t>전략</a:t>
                </a:r>
              </a:p>
            </p:txBody>
          </p:sp>
          <p:sp>
            <p:nvSpPr>
              <p:cNvPr id="251" name="직사각형 250">
                <a:extLst>
                  <a:ext uri="{FF2B5EF4-FFF2-40B4-BE49-F238E27FC236}">
                    <a16:creationId xmlns:a16="http://schemas.microsoft.com/office/drawing/2014/main" id="{24F3B055-2A6F-4BCC-A31F-CE329B04B6D2}"/>
                  </a:ext>
                </a:extLst>
              </p:cNvPr>
              <p:cNvSpPr/>
              <p:nvPr/>
            </p:nvSpPr>
            <p:spPr>
              <a:xfrm>
                <a:off x="876497" y="2760685"/>
                <a:ext cx="44531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defRPr/>
                </a:pPr>
                <a:r>
                  <a:rPr lang="en-US" altLang="ko-KR" spc="-40" dirty="0">
                    <a:ln>
                      <a:solidFill>
                        <a:srgbClr val="4472C4">
                          <a:alpha val="0"/>
                        </a:srgbClr>
                      </a:solidFill>
                    </a:ln>
                    <a:solidFill>
                      <a:sysClr val="window" lastClr="FFFFFF"/>
                    </a:solidFill>
                    <a:latin typeface="G마켓 산스 Bold" panose="02000000000000000000" pitchFamily="50" charset="-127"/>
                    <a:ea typeface="G마켓 산스 Bold" panose="02000000000000000000" pitchFamily="50" charset="-127"/>
                  </a:rPr>
                  <a:t>01</a:t>
                </a:r>
                <a:endParaRPr lang="ko-KR" altLang="en-US" spc="-4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ysClr val="window" lastClr="FFFFFF"/>
                  </a:solidFill>
                  <a:latin typeface="G마켓 산스 Bold" panose="02000000000000000000" pitchFamily="50" charset="-127"/>
                  <a:ea typeface="G마켓 산스 Bold" panose="02000000000000000000" pitchFamily="50" charset="-127"/>
                </a:endParaRPr>
              </a:p>
            </p:txBody>
          </p:sp>
        </p:grpSp>
        <p:grpSp>
          <p:nvGrpSpPr>
            <p:cNvPr id="28" name="그룹 27">
              <a:extLst>
                <a:ext uri="{FF2B5EF4-FFF2-40B4-BE49-F238E27FC236}">
                  <a16:creationId xmlns:a16="http://schemas.microsoft.com/office/drawing/2014/main" id="{8B3FABC0-1A48-40D6-8AE1-D670D635620D}"/>
                </a:ext>
              </a:extLst>
            </p:cNvPr>
            <p:cNvGrpSpPr/>
            <p:nvPr/>
          </p:nvGrpSpPr>
          <p:grpSpPr>
            <a:xfrm>
              <a:off x="1484784" y="2404336"/>
              <a:ext cx="4382013" cy="1355442"/>
              <a:chOff x="1484784" y="2404336"/>
              <a:chExt cx="4382013" cy="1355442"/>
            </a:xfrm>
          </p:grpSpPr>
          <p:grpSp>
            <p:nvGrpSpPr>
              <p:cNvPr id="16" name="그룹 15">
                <a:extLst>
                  <a:ext uri="{FF2B5EF4-FFF2-40B4-BE49-F238E27FC236}">
                    <a16:creationId xmlns:a16="http://schemas.microsoft.com/office/drawing/2014/main" id="{85EDB267-6DB3-451B-B101-93964D80B2D9}"/>
                  </a:ext>
                </a:extLst>
              </p:cNvPr>
              <p:cNvGrpSpPr/>
              <p:nvPr/>
            </p:nvGrpSpPr>
            <p:grpSpPr>
              <a:xfrm>
                <a:off x="1649380" y="3044213"/>
                <a:ext cx="637144" cy="202455"/>
                <a:chOff x="1649380" y="3044213"/>
                <a:chExt cx="637144" cy="202455"/>
              </a:xfrm>
            </p:grpSpPr>
            <p:grpSp>
              <p:nvGrpSpPr>
                <p:cNvPr id="165" name="그룹 164">
                  <a:extLst>
                    <a:ext uri="{FF2B5EF4-FFF2-40B4-BE49-F238E27FC236}">
                      <a16:creationId xmlns:a16="http://schemas.microsoft.com/office/drawing/2014/main" id="{AA236471-C531-4DF9-9A73-8E125B75A560}"/>
                    </a:ext>
                  </a:extLst>
                </p:cNvPr>
                <p:cNvGrpSpPr/>
                <p:nvPr/>
              </p:nvGrpSpPr>
              <p:grpSpPr>
                <a:xfrm>
                  <a:off x="1649380" y="3044213"/>
                  <a:ext cx="637144" cy="202455"/>
                  <a:chOff x="7910655" y="1934094"/>
                  <a:chExt cx="1056785" cy="370016"/>
                </a:xfrm>
                <a:solidFill>
                  <a:srgbClr val="FFC000"/>
                </a:solidFill>
              </p:grpSpPr>
              <p:sp>
                <p:nvSpPr>
                  <p:cNvPr id="235" name="자유형: 도형 246">
                    <a:extLst>
                      <a:ext uri="{FF2B5EF4-FFF2-40B4-BE49-F238E27FC236}">
                        <a16:creationId xmlns:a16="http://schemas.microsoft.com/office/drawing/2014/main" id="{3E0E42E2-D038-42A6-91CF-66219809565D}"/>
                      </a:ext>
                    </a:extLst>
                  </p:cNvPr>
                  <p:cNvSpPr/>
                  <p:nvPr/>
                </p:nvSpPr>
                <p:spPr>
                  <a:xfrm>
                    <a:off x="8175039" y="1934094"/>
                    <a:ext cx="614566" cy="370016"/>
                  </a:xfrm>
                  <a:custGeom>
                    <a:avLst/>
                    <a:gdLst>
                      <a:gd name="connsiteX0" fmla="*/ 0 w 632460"/>
                      <a:gd name="connsiteY0" fmla="*/ 0 h 260491"/>
                      <a:gd name="connsiteX1" fmla="*/ 56996 w 632460"/>
                      <a:gd name="connsiteY1" fmla="*/ 0 h 260491"/>
                      <a:gd name="connsiteX2" fmla="*/ 631935 w 632460"/>
                      <a:gd name="connsiteY2" fmla="*/ 0 h 260491"/>
                      <a:gd name="connsiteX3" fmla="*/ 632460 w 632460"/>
                      <a:gd name="connsiteY3" fmla="*/ 0 h 260491"/>
                      <a:gd name="connsiteX4" fmla="*/ 632460 w 632460"/>
                      <a:gd name="connsiteY4" fmla="*/ 260491 h 260491"/>
                      <a:gd name="connsiteX5" fmla="*/ 539438 w 632460"/>
                      <a:gd name="connsiteY5" fmla="*/ 260491 h 260491"/>
                      <a:gd name="connsiteX6" fmla="*/ 34711 w 632460"/>
                      <a:gd name="connsiteY6" fmla="*/ 260491 h 260491"/>
                      <a:gd name="connsiteX7" fmla="*/ 0 w 632460"/>
                      <a:gd name="connsiteY7" fmla="*/ 260491 h 260491"/>
                      <a:gd name="connsiteX8" fmla="*/ 0 w 632460"/>
                      <a:gd name="connsiteY8" fmla="*/ 0 h 2604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632460" h="260491">
                        <a:moveTo>
                          <a:pt x="0" y="0"/>
                        </a:moveTo>
                        <a:lnTo>
                          <a:pt x="56996" y="0"/>
                        </a:lnTo>
                        <a:cubicBezTo>
                          <a:pt x="350332" y="0"/>
                          <a:pt x="526334" y="0"/>
                          <a:pt x="631935" y="0"/>
                        </a:cubicBezTo>
                        <a:lnTo>
                          <a:pt x="632460" y="0"/>
                        </a:lnTo>
                        <a:lnTo>
                          <a:pt x="632460" y="260491"/>
                        </a:lnTo>
                        <a:lnTo>
                          <a:pt x="539438" y="260491"/>
                        </a:lnTo>
                        <a:cubicBezTo>
                          <a:pt x="300356" y="260491"/>
                          <a:pt x="140969" y="260491"/>
                          <a:pt x="34711" y="260491"/>
                        </a:cubicBezTo>
                        <a:lnTo>
                          <a:pt x="0" y="26049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pFill/>
                  <a:ln w="6350" cap="flat" cmpd="sng" algn="ctr">
                    <a:noFill/>
                    <a:prstDash val="solid"/>
                    <a:miter lim="800000"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lIns="104980" tIns="69987" rtlCol="0" anchor="t" anchorCtr="0">
                    <a:scene3d>
                      <a:camera prst="orthographicFront"/>
                      <a:lightRig rig="threePt" dir="t"/>
                    </a:scene3d>
                    <a:sp3d>
                      <a:bevelT w="0" h="0"/>
                    </a:sp3d>
                  </a:bodyPr>
                  <a:lstStyle>
                    <a:defPPr>
                      <a:defRPr lang="ko-KR"/>
                    </a:defPPr>
                    <a:lvl1pPr marL="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85305" indent="-85305" defTabSz="1062394" eaLnBrk="0" hangingPunct="0">
                      <a:spcAft>
                        <a:spcPts val="299"/>
                      </a:spcAft>
                      <a:buClr>
                        <a:prstClr val="black">
                          <a:lumMod val="65000"/>
                          <a:lumOff val="35000"/>
                        </a:prstClr>
                      </a:buClr>
                      <a:buFont typeface="Arial" panose="020B0604020202020204" pitchFamily="34" charset="0"/>
                      <a:buChar char="•"/>
                      <a:defRPr/>
                    </a:pPr>
                    <a:endParaRPr kumimoji="1" lang="ko-KR" altLang="en-US" sz="1300" b="1" dirty="0">
                      <a:ln>
                        <a:solidFill>
                          <a:srgbClr val="4472C4">
                            <a:alpha val="0"/>
                          </a:srgbClr>
                        </a:solidFill>
                      </a:ln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Pretendard SemiBold" panose="02000703000000020004" pitchFamily="50" charset="-127"/>
                      <a:ea typeface="Pretendard SemiBold" panose="02000703000000020004" pitchFamily="50" charset="-127"/>
                    </a:endParaRPr>
                  </a:p>
                </p:txBody>
              </p:sp>
              <p:sp>
                <p:nvSpPr>
                  <p:cNvPr id="236" name="자유형: 도형 247">
                    <a:extLst>
                      <a:ext uri="{FF2B5EF4-FFF2-40B4-BE49-F238E27FC236}">
                        <a16:creationId xmlns:a16="http://schemas.microsoft.com/office/drawing/2014/main" id="{BADE5AF4-4C63-4290-A28F-4DA54E2D4DC1}"/>
                      </a:ext>
                    </a:extLst>
                  </p:cNvPr>
                  <p:cNvSpPr/>
                  <p:nvPr/>
                </p:nvSpPr>
                <p:spPr>
                  <a:xfrm>
                    <a:off x="7910655" y="1934094"/>
                    <a:ext cx="264383" cy="370016"/>
                  </a:xfrm>
                  <a:custGeom>
                    <a:avLst/>
                    <a:gdLst>
                      <a:gd name="connsiteX0" fmla="*/ 128929 w 228596"/>
                      <a:gd name="connsiteY0" fmla="*/ 0 h 260491"/>
                      <a:gd name="connsiteX1" fmla="*/ 228596 w 228596"/>
                      <a:gd name="connsiteY1" fmla="*/ 0 h 260491"/>
                      <a:gd name="connsiteX2" fmla="*/ 228596 w 228596"/>
                      <a:gd name="connsiteY2" fmla="*/ 260491 h 260491"/>
                      <a:gd name="connsiteX3" fmla="*/ 205715 w 228596"/>
                      <a:gd name="connsiteY3" fmla="*/ 260491 h 260491"/>
                      <a:gd name="connsiteX4" fmla="*/ 50790 w 228596"/>
                      <a:gd name="connsiteY4" fmla="*/ 260491 h 260491"/>
                      <a:gd name="connsiteX5" fmla="*/ 31256 w 228596"/>
                      <a:gd name="connsiteY5" fmla="*/ 260491 h 260491"/>
                      <a:gd name="connsiteX6" fmla="*/ 0 w 228596"/>
                      <a:gd name="connsiteY6" fmla="*/ 260491 h 260491"/>
                      <a:gd name="connsiteX7" fmla="*/ 13284 w 228596"/>
                      <a:gd name="connsiteY7" fmla="*/ 225630 h 260491"/>
                      <a:gd name="connsiteX8" fmla="*/ 84390 w 228596"/>
                      <a:gd name="connsiteY8" fmla="*/ 34861 h 260491"/>
                      <a:gd name="connsiteX9" fmla="*/ 128929 w 228596"/>
                      <a:gd name="connsiteY9" fmla="*/ 0 h 2604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228596" h="260491">
                        <a:moveTo>
                          <a:pt x="128929" y="0"/>
                        </a:moveTo>
                        <a:lnTo>
                          <a:pt x="228596" y="0"/>
                        </a:lnTo>
                        <a:lnTo>
                          <a:pt x="228596" y="260491"/>
                        </a:lnTo>
                        <a:lnTo>
                          <a:pt x="205715" y="260491"/>
                        </a:lnTo>
                        <a:cubicBezTo>
                          <a:pt x="50790" y="260491"/>
                          <a:pt x="50790" y="260491"/>
                          <a:pt x="50790" y="260491"/>
                        </a:cubicBezTo>
                        <a:cubicBezTo>
                          <a:pt x="31256" y="260491"/>
                          <a:pt x="31256" y="260491"/>
                          <a:pt x="31256" y="260491"/>
                        </a:cubicBezTo>
                        <a:cubicBezTo>
                          <a:pt x="0" y="260491"/>
                          <a:pt x="0" y="260491"/>
                          <a:pt x="0" y="260491"/>
                        </a:cubicBezTo>
                        <a:lnTo>
                          <a:pt x="13284" y="225630"/>
                        </a:lnTo>
                        <a:cubicBezTo>
                          <a:pt x="84390" y="34861"/>
                          <a:pt x="84390" y="34861"/>
                          <a:pt x="84390" y="34861"/>
                        </a:cubicBezTo>
                        <a:cubicBezTo>
                          <a:pt x="92204" y="15494"/>
                          <a:pt x="111739" y="0"/>
                          <a:pt x="128929" y="0"/>
                        </a:cubicBezTo>
                        <a:close/>
                      </a:path>
                    </a:pathLst>
                  </a:custGeom>
                  <a:grpFill/>
                  <a:ln w="6350" cap="flat" cmpd="sng" algn="ctr">
                    <a:noFill/>
                    <a:prstDash val="solid"/>
                    <a:miter lim="800000"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lIns="104980" tIns="69987" rtlCol="0" anchor="t" anchorCtr="0">
                    <a:scene3d>
                      <a:camera prst="orthographicFront"/>
                      <a:lightRig rig="threePt" dir="t"/>
                    </a:scene3d>
                    <a:sp3d>
                      <a:bevelT w="0" h="0"/>
                    </a:sp3d>
                  </a:bodyPr>
                  <a:lstStyle>
                    <a:defPPr>
                      <a:defRPr lang="ko-KR"/>
                    </a:defPPr>
                    <a:lvl1pPr marL="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85305" indent="-85305" defTabSz="1062394" eaLnBrk="0" hangingPunct="0">
                      <a:spcAft>
                        <a:spcPts val="299"/>
                      </a:spcAft>
                      <a:buClr>
                        <a:prstClr val="black">
                          <a:lumMod val="65000"/>
                          <a:lumOff val="35000"/>
                        </a:prstClr>
                      </a:buClr>
                      <a:buFont typeface="Arial" panose="020B0604020202020204" pitchFamily="34" charset="0"/>
                      <a:buChar char="•"/>
                      <a:defRPr/>
                    </a:pPr>
                    <a:endParaRPr kumimoji="1" lang="ko-KR" altLang="en-US" sz="1300" b="1" dirty="0">
                      <a:ln>
                        <a:solidFill>
                          <a:srgbClr val="4472C4">
                            <a:alpha val="0"/>
                          </a:srgbClr>
                        </a:solidFill>
                      </a:ln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Pretendard SemiBold" panose="02000703000000020004" pitchFamily="50" charset="-127"/>
                      <a:ea typeface="Pretendard SemiBold" panose="02000703000000020004" pitchFamily="50" charset="-127"/>
                    </a:endParaRPr>
                  </a:p>
                </p:txBody>
              </p:sp>
              <p:sp>
                <p:nvSpPr>
                  <p:cNvPr id="237" name="자유형: 도형 248">
                    <a:extLst>
                      <a:ext uri="{FF2B5EF4-FFF2-40B4-BE49-F238E27FC236}">
                        <a16:creationId xmlns:a16="http://schemas.microsoft.com/office/drawing/2014/main" id="{0BF283E0-9D57-40EC-A6C0-599C014C65AE}"/>
                      </a:ext>
                    </a:extLst>
                  </p:cNvPr>
                  <p:cNvSpPr/>
                  <p:nvPr/>
                </p:nvSpPr>
                <p:spPr>
                  <a:xfrm>
                    <a:off x="8761084" y="1934094"/>
                    <a:ext cx="206356" cy="370016"/>
                  </a:xfrm>
                  <a:custGeom>
                    <a:avLst/>
                    <a:gdLst>
                      <a:gd name="connsiteX0" fmla="*/ 0 w 178423"/>
                      <a:gd name="connsiteY0" fmla="*/ 0 h 260491"/>
                      <a:gd name="connsiteX1" fmla="*/ 46626 w 178423"/>
                      <a:gd name="connsiteY1" fmla="*/ 0 h 260491"/>
                      <a:gd name="connsiteX2" fmla="*/ 157876 w 178423"/>
                      <a:gd name="connsiteY2" fmla="*/ 0 h 260491"/>
                      <a:gd name="connsiteX3" fmla="*/ 175847 w 178423"/>
                      <a:gd name="connsiteY3" fmla="*/ 34861 h 260491"/>
                      <a:gd name="connsiteX4" fmla="*/ 103960 w 178423"/>
                      <a:gd name="connsiteY4" fmla="*/ 225630 h 260491"/>
                      <a:gd name="connsiteX5" fmla="*/ 60202 w 178423"/>
                      <a:gd name="connsiteY5" fmla="*/ 260491 h 260491"/>
                      <a:gd name="connsiteX6" fmla="*/ 0 w 178423"/>
                      <a:gd name="connsiteY6" fmla="*/ 260491 h 260491"/>
                      <a:gd name="connsiteX7" fmla="*/ 0 w 178423"/>
                      <a:gd name="connsiteY7" fmla="*/ 0 h 2604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178423" h="260491">
                        <a:moveTo>
                          <a:pt x="0" y="0"/>
                        </a:moveTo>
                        <a:lnTo>
                          <a:pt x="46626" y="0"/>
                        </a:lnTo>
                        <a:cubicBezTo>
                          <a:pt x="157876" y="0"/>
                          <a:pt x="157876" y="0"/>
                          <a:pt x="157876" y="0"/>
                        </a:cubicBezTo>
                        <a:cubicBezTo>
                          <a:pt x="175066" y="0"/>
                          <a:pt x="182880" y="15494"/>
                          <a:pt x="175847" y="34861"/>
                        </a:cubicBezTo>
                        <a:cubicBezTo>
                          <a:pt x="103960" y="225630"/>
                          <a:pt x="103960" y="225630"/>
                          <a:pt x="103960" y="225630"/>
                        </a:cubicBezTo>
                        <a:cubicBezTo>
                          <a:pt x="96927" y="244997"/>
                          <a:pt x="77392" y="260491"/>
                          <a:pt x="60202" y="260491"/>
                        </a:cubicBezTo>
                        <a:lnTo>
                          <a:pt x="0" y="26049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pFill/>
                  <a:ln w="6350" cap="flat" cmpd="sng" algn="ctr">
                    <a:noFill/>
                    <a:prstDash val="solid"/>
                    <a:miter lim="800000"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lIns="104980" tIns="69987" rtlCol="0" anchor="t" anchorCtr="0">
                    <a:scene3d>
                      <a:camera prst="orthographicFront"/>
                      <a:lightRig rig="threePt" dir="t"/>
                    </a:scene3d>
                    <a:sp3d>
                      <a:bevelT w="0" h="0"/>
                    </a:sp3d>
                  </a:bodyPr>
                  <a:lstStyle>
                    <a:defPPr>
                      <a:defRPr lang="ko-KR"/>
                    </a:defPPr>
                    <a:lvl1pPr marL="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85305" indent="-85305" defTabSz="1062394" eaLnBrk="0" hangingPunct="0">
                      <a:spcAft>
                        <a:spcPts val="299"/>
                      </a:spcAft>
                      <a:buClr>
                        <a:prstClr val="black">
                          <a:lumMod val="65000"/>
                          <a:lumOff val="35000"/>
                        </a:prstClr>
                      </a:buClr>
                      <a:buFont typeface="Arial" panose="020B0604020202020204" pitchFamily="34" charset="0"/>
                      <a:buChar char="•"/>
                      <a:defRPr/>
                    </a:pPr>
                    <a:endParaRPr kumimoji="1" lang="ko-KR" altLang="en-US" sz="1300" b="1" dirty="0">
                      <a:ln>
                        <a:solidFill>
                          <a:srgbClr val="4472C4">
                            <a:alpha val="0"/>
                          </a:srgbClr>
                        </a:solidFill>
                      </a:ln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Pretendard SemiBold" panose="02000703000000020004" pitchFamily="50" charset="-127"/>
                      <a:ea typeface="Pretendard SemiBold" panose="02000703000000020004" pitchFamily="50" charset="-127"/>
                    </a:endParaRPr>
                  </a:p>
                </p:txBody>
              </p:sp>
            </p:grpSp>
            <p:sp>
              <p:nvSpPr>
                <p:cNvPr id="238" name="직사각형 237">
                  <a:extLst>
                    <a:ext uri="{FF2B5EF4-FFF2-40B4-BE49-F238E27FC236}">
                      <a16:creationId xmlns:a16="http://schemas.microsoft.com/office/drawing/2014/main" id="{7FFCC1FC-3F33-4837-A9D4-AAE2015D9977}"/>
                    </a:ext>
                  </a:extLst>
                </p:cNvPr>
                <p:cNvSpPr/>
                <p:nvPr/>
              </p:nvSpPr>
              <p:spPr>
                <a:xfrm>
                  <a:off x="1811659" y="3085299"/>
                  <a:ext cx="312586" cy="123111"/>
                </a:xfrm>
                <a:prstGeom prst="rect">
                  <a:avLst/>
                </a:prstGeom>
              </p:spPr>
              <p:txBody>
                <a:bodyPr wrap="none" lIns="0" tIns="0" rIns="0" bIns="0" anchor="ctr">
                  <a:spAutoFit/>
                </a:bodyPr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>
                    <a:defRPr/>
                  </a:pPr>
                  <a:r>
                    <a:rPr lang="en-US" altLang="ko-KR" sz="800" dirty="0">
                      <a:ln>
                        <a:solidFill>
                          <a:srgbClr val="4472C4">
                            <a:alpha val="0"/>
                          </a:srgbClr>
                        </a:solidFill>
                      </a:ln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G마켓 산스 Bold" panose="02000000000000000000" pitchFamily="50" charset="-127"/>
                      <a:ea typeface="G마켓 산스 Bold" panose="02000000000000000000" pitchFamily="50" charset="-127"/>
                    </a:rPr>
                    <a:t>AP 01</a:t>
                  </a:r>
                  <a:endParaRPr lang="ko-KR" altLang="en-US" sz="800" dirty="0">
                    <a:ln>
                      <a:solidFill>
                        <a:srgbClr val="4472C4">
                          <a:alpha val="0"/>
                        </a:srgb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G마켓 산스 Bold" panose="02000000000000000000" pitchFamily="50" charset="-127"/>
                    <a:ea typeface="G마켓 산스 Bold" panose="02000000000000000000" pitchFamily="50" charset="-127"/>
                  </a:endParaRPr>
                </a:p>
              </p:txBody>
            </p:sp>
          </p:grpSp>
          <p:grpSp>
            <p:nvGrpSpPr>
              <p:cNvPr id="17" name="그룹 16">
                <a:extLst>
                  <a:ext uri="{FF2B5EF4-FFF2-40B4-BE49-F238E27FC236}">
                    <a16:creationId xmlns:a16="http://schemas.microsoft.com/office/drawing/2014/main" id="{1647BC73-8715-4DFE-A958-91E28CCC6241}"/>
                  </a:ext>
                </a:extLst>
              </p:cNvPr>
              <p:cNvGrpSpPr/>
              <p:nvPr/>
            </p:nvGrpSpPr>
            <p:grpSpPr>
              <a:xfrm>
                <a:off x="1649381" y="3300271"/>
                <a:ext cx="637143" cy="202456"/>
                <a:chOff x="1649381" y="3300271"/>
                <a:chExt cx="637143" cy="202456"/>
              </a:xfrm>
            </p:grpSpPr>
            <p:grpSp>
              <p:nvGrpSpPr>
                <p:cNvPr id="239" name="그룹 238">
                  <a:extLst>
                    <a:ext uri="{FF2B5EF4-FFF2-40B4-BE49-F238E27FC236}">
                      <a16:creationId xmlns:a16="http://schemas.microsoft.com/office/drawing/2014/main" id="{19534A04-C826-4A75-95AB-49D3AA817225}"/>
                    </a:ext>
                  </a:extLst>
                </p:cNvPr>
                <p:cNvGrpSpPr/>
                <p:nvPr/>
              </p:nvGrpSpPr>
              <p:grpSpPr>
                <a:xfrm>
                  <a:off x="1649381" y="3300271"/>
                  <a:ext cx="637143" cy="202456"/>
                  <a:chOff x="7910655" y="1934094"/>
                  <a:chExt cx="1056785" cy="370016"/>
                </a:xfrm>
                <a:solidFill>
                  <a:srgbClr val="FFC000"/>
                </a:solidFill>
              </p:grpSpPr>
              <p:sp>
                <p:nvSpPr>
                  <p:cNvPr id="240" name="자유형: 도형 266">
                    <a:extLst>
                      <a:ext uri="{FF2B5EF4-FFF2-40B4-BE49-F238E27FC236}">
                        <a16:creationId xmlns:a16="http://schemas.microsoft.com/office/drawing/2014/main" id="{A5B16FCA-DE2B-401E-B457-8BA6F561E990}"/>
                      </a:ext>
                    </a:extLst>
                  </p:cNvPr>
                  <p:cNvSpPr/>
                  <p:nvPr/>
                </p:nvSpPr>
                <p:spPr>
                  <a:xfrm>
                    <a:off x="8175039" y="1934094"/>
                    <a:ext cx="614566" cy="370016"/>
                  </a:xfrm>
                  <a:custGeom>
                    <a:avLst/>
                    <a:gdLst>
                      <a:gd name="connsiteX0" fmla="*/ 0 w 632460"/>
                      <a:gd name="connsiteY0" fmla="*/ 0 h 260491"/>
                      <a:gd name="connsiteX1" fmla="*/ 56996 w 632460"/>
                      <a:gd name="connsiteY1" fmla="*/ 0 h 260491"/>
                      <a:gd name="connsiteX2" fmla="*/ 631935 w 632460"/>
                      <a:gd name="connsiteY2" fmla="*/ 0 h 260491"/>
                      <a:gd name="connsiteX3" fmla="*/ 632460 w 632460"/>
                      <a:gd name="connsiteY3" fmla="*/ 0 h 260491"/>
                      <a:gd name="connsiteX4" fmla="*/ 632460 w 632460"/>
                      <a:gd name="connsiteY4" fmla="*/ 260491 h 260491"/>
                      <a:gd name="connsiteX5" fmla="*/ 539438 w 632460"/>
                      <a:gd name="connsiteY5" fmla="*/ 260491 h 260491"/>
                      <a:gd name="connsiteX6" fmla="*/ 34711 w 632460"/>
                      <a:gd name="connsiteY6" fmla="*/ 260491 h 260491"/>
                      <a:gd name="connsiteX7" fmla="*/ 0 w 632460"/>
                      <a:gd name="connsiteY7" fmla="*/ 260491 h 260491"/>
                      <a:gd name="connsiteX8" fmla="*/ 0 w 632460"/>
                      <a:gd name="connsiteY8" fmla="*/ 0 h 2604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632460" h="260491">
                        <a:moveTo>
                          <a:pt x="0" y="0"/>
                        </a:moveTo>
                        <a:lnTo>
                          <a:pt x="56996" y="0"/>
                        </a:lnTo>
                        <a:cubicBezTo>
                          <a:pt x="350332" y="0"/>
                          <a:pt x="526334" y="0"/>
                          <a:pt x="631935" y="0"/>
                        </a:cubicBezTo>
                        <a:lnTo>
                          <a:pt x="632460" y="0"/>
                        </a:lnTo>
                        <a:lnTo>
                          <a:pt x="632460" y="260491"/>
                        </a:lnTo>
                        <a:lnTo>
                          <a:pt x="539438" y="260491"/>
                        </a:lnTo>
                        <a:cubicBezTo>
                          <a:pt x="300356" y="260491"/>
                          <a:pt x="140969" y="260491"/>
                          <a:pt x="34711" y="260491"/>
                        </a:cubicBezTo>
                        <a:lnTo>
                          <a:pt x="0" y="26049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pFill/>
                  <a:ln w="6350" cap="flat" cmpd="sng" algn="ctr">
                    <a:noFill/>
                    <a:prstDash val="solid"/>
                    <a:miter lim="800000"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lIns="104980" tIns="69987" rtlCol="0" anchor="t" anchorCtr="0">
                    <a:scene3d>
                      <a:camera prst="orthographicFront"/>
                      <a:lightRig rig="threePt" dir="t"/>
                    </a:scene3d>
                    <a:sp3d>
                      <a:bevelT w="0" h="0"/>
                    </a:sp3d>
                  </a:bodyPr>
                  <a:lstStyle>
                    <a:defPPr>
                      <a:defRPr lang="ko-KR"/>
                    </a:defPPr>
                    <a:lvl1pPr marL="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85305" indent="-85305" defTabSz="1062394" eaLnBrk="0" hangingPunct="0">
                      <a:spcAft>
                        <a:spcPts val="299"/>
                      </a:spcAft>
                      <a:buClr>
                        <a:prstClr val="black">
                          <a:lumMod val="65000"/>
                          <a:lumOff val="35000"/>
                        </a:prstClr>
                      </a:buClr>
                      <a:buFont typeface="Arial" panose="020B0604020202020204" pitchFamily="34" charset="0"/>
                      <a:buChar char="•"/>
                      <a:defRPr/>
                    </a:pPr>
                    <a:endParaRPr kumimoji="1" lang="ko-KR" altLang="en-US" sz="1300" b="1" dirty="0">
                      <a:ln>
                        <a:solidFill>
                          <a:srgbClr val="4472C4">
                            <a:alpha val="0"/>
                          </a:srgbClr>
                        </a:solidFill>
                      </a:ln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Pretendard SemiBold" panose="02000703000000020004" pitchFamily="50" charset="-127"/>
                      <a:ea typeface="Pretendard SemiBold" panose="02000703000000020004" pitchFamily="50" charset="-127"/>
                    </a:endParaRPr>
                  </a:p>
                </p:txBody>
              </p:sp>
              <p:sp>
                <p:nvSpPr>
                  <p:cNvPr id="241" name="자유형: 도형 267">
                    <a:extLst>
                      <a:ext uri="{FF2B5EF4-FFF2-40B4-BE49-F238E27FC236}">
                        <a16:creationId xmlns:a16="http://schemas.microsoft.com/office/drawing/2014/main" id="{4141F1EA-273A-448B-9278-863F21AE3A14}"/>
                      </a:ext>
                    </a:extLst>
                  </p:cNvPr>
                  <p:cNvSpPr/>
                  <p:nvPr/>
                </p:nvSpPr>
                <p:spPr>
                  <a:xfrm>
                    <a:off x="7910655" y="1934094"/>
                    <a:ext cx="264383" cy="370016"/>
                  </a:xfrm>
                  <a:custGeom>
                    <a:avLst/>
                    <a:gdLst>
                      <a:gd name="connsiteX0" fmla="*/ 128929 w 228596"/>
                      <a:gd name="connsiteY0" fmla="*/ 0 h 260491"/>
                      <a:gd name="connsiteX1" fmla="*/ 228596 w 228596"/>
                      <a:gd name="connsiteY1" fmla="*/ 0 h 260491"/>
                      <a:gd name="connsiteX2" fmla="*/ 228596 w 228596"/>
                      <a:gd name="connsiteY2" fmla="*/ 260491 h 260491"/>
                      <a:gd name="connsiteX3" fmla="*/ 205715 w 228596"/>
                      <a:gd name="connsiteY3" fmla="*/ 260491 h 260491"/>
                      <a:gd name="connsiteX4" fmla="*/ 50790 w 228596"/>
                      <a:gd name="connsiteY4" fmla="*/ 260491 h 260491"/>
                      <a:gd name="connsiteX5" fmla="*/ 31256 w 228596"/>
                      <a:gd name="connsiteY5" fmla="*/ 260491 h 260491"/>
                      <a:gd name="connsiteX6" fmla="*/ 0 w 228596"/>
                      <a:gd name="connsiteY6" fmla="*/ 260491 h 260491"/>
                      <a:gd name="connsiteX7" fmla="*/ 13284 w 228596"/>
                      <a:gd name="connsiteY7" fmla="*/ 225630 h 260491"/>
                      <a:gd name="connsiteX8" fmla="*/ 84390 w 228596"/>
                      <a:gd name="connsiteY8" fmla="*/ 34861 h 260491"/>
                      <a:gd name="connsiteX9" fmla="*/ 128929 w 228596"/>
                      <a:gd name="connsiteY9" fmla="*/ 0 h 2604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228596" h="260491">
                        <a:moveTo>
                          <a:pt x="128929" y="0"/>
                        </a:moveTo>
                        <a:lnTo>
                          <a:pt x="228596" y="0"/>
                        </a:lnTo>
                        <a:lnTo>
                          <a:pt x="228596" y="260491"/>
                        </a:lnTo>
                        <a:lnTo>
                          <a:pt x="205715" y="260491"/>
                        </a:lnTo>
                        <a:cubicBezTo>
                          <a:pt x="50790" y="260491"/>
                          <a:pt x="50790" y="260491"/>
                          <a:pt x="50790" y="260491"/>
                        </a:cubicBezTo>
                        <a:cubicBezTo>
                          <a:pt x="31256" y="260491"/>
                          <a:pt x="31256" y="260491"/>
                          <a:pt x="31256" y="260491"/>
                        </a:cubicBezTo>
                        <a:cubicBezTo>
                          <a:pt x="0" y="260491"/>
                          <a:pt x="0" y="260491"/>
                          <a:pt x="0" y="260491"/>
                        </a:cubicBezTo>
                        <a:lnTo>
                          <a:pt x="13284" y="225630"/>
                        </a:lnTo>
                        <a:cubicBezTo>
                          <a:pt x="84390" y="34861"/>
                          <a:pt x="84390" y="34861"/>
                          <a:pt x="84390" y="34861"/>
                        </a:cubicBezTo>
                        <a:cubicBezTo>
                          <a:pt x="92204" y="15494"/>
                          <a:pt x="111739" y="0"/>
                          <a:pt x="128929" y="0"/>
                        </a:cubicBezTo>
                        <a:close/>
                      </a:path>
                    </a:pathLst>
                  </a:custGeom>
                  <a:grpFill/>
                  <a:ln w="6350" cap="flat" cmpd="sng" algn="ctr">
                    <a:noFill/>
                    <a:prstDash val="solid"/>
                    <a:miter lim="800000"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lIns="104980" tIns="69987" rtlCol="0" anchor="t" anchorCtr="0">
                    <a:scene3d>
                      <a:camera prst="orthographicFront"/>
                      <a:lightRig rig="threePt" dir="t"/>
                    </a:scene3d>
                    <a:sp3d>
                      <a:bevelT w="0" h="0"/>
                    </a:sp3d>
                  </a:bodyPr>
                  <a:lstStyle>
                    <a:defPPr>
                      <a:defRPr lang="ko-KR"/>
                    </a:defPPr>
                    <a:lvl1pPr marL="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85305" indent="-85305" defTabSz="1062394" eaLnBrk="0" hangingPunct="0">
                      <a:spcAft>
                        <a:spcPts val="299"/>
                      </a:spcAft>
                      <a:buClr>
                        <a:prstClr val="black">
                          <a:lumMod val="65000"/>
                          <a:lumOff val="35000"/>
                        </a:prstClr>
                      </a:buClr>
                      <a:buFont typeface="Arial" panose="020B0604020202020204" pitchFamily="34" charset="0"/>
                      <a:buChar char="•"/>
                      <a:defRPr/>
                    </a:pPr>
                    <a:endParaRPr kumimoji="1" lang="ko-KR" altLang="en-US" sz="1300" b="1" dirty="0">
                      <a:ln>
                        <a:solidFill>
                          <a:srgbClr val="4472C4">
                            <a:alpha val="0"/>
                          </a:srgbClr>
                        </a:solidFill>
                      </a:ln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Pretendard SemiBold" panose="02000703000000020004" pitchFamily="50" charset="-127"/>
                      <a:ea typeface="Pretendard SemiBold" panose="02000703000000020004" pitchFamily="50" charset="-127"/>
                    </a:endParaRPr>
                  </a:p>
                </p:txBody>
              </p:sp>
              <p:sp>
                <p:nvSpPr>
                  <p:cNvPr id="242" name="자유형: 도형 268">
                    <a:extLst>
                      <a:ext uri="{FF2B5EF4-FFF2-40B4-BE49-F238E27FC236}">
                        <a16:creationId xmlns:a16="http://schemas.microsoft.com/office/drawing/2014/main" id="{BBC7D2D3-1D30-4FD5-BA61-02474070037E}"/>
                      </a:ext>
                    </a:extLst>
                  </p:cNvPr>
                  <p:cNvSpPr/>
                  <p:nvPr/>
                </p:nvSpPr>
                <p:spPr>
                  <a:xfrm>
                    <a:off x="8761084" y="1934094"/>
                    <a:ext cx="206356" cy="370016"/>
                  </a:xfrm>
                  <a:custGeom>
                    <a:avLst/>
                    <a:gdLst>
                      <a:gd name="connsiteX0" fmla="*/ 0 w 178423"/>
                      <a:gd name="connsiteY0" fmla="*/ 0 h 260491"/>
                      <a:gd name="connsiteX1" fmla="*/ 46626 w 178423"/>
                      <a:gd name="connsiteY1" fmla="*/ 0 h 260491"/>
                      <a:gd name="connsiteX2" fmla="*/ 157876 w 178423"/>
                      <a:gd name="connsiteY2" fmla="*/ 0 h 260491"/>
                      <a:gd name="connsiteX3" fmla="*/ 175847 w 178423"/>
                      <a:gd name="connsiteY3" fmla="*/ 34861 h 260491"/>
                      <a:gd name="connsiteX4" fmla="*/ 103960 w 178423"/>
                      <a:gd name="connsiteY4" fmla="*/ 225630 h 260491"/>
                      <a:gd name="connsiteX5" fmla="*/ 60202 w 178423"/>
                      <a:gd name="connsiteY5" fmla="*/ 260491 h 260491"/>
                      <a:gd name="connsiteX6" fmla="*/ 0 w 178423"/>
                      <a:gd name="connsiteY6" fmla="*/ 260491 h 260491"/>
                      <a:gd name="connsiteX7" fmla="*/ 0 w 178423"/>
                      <a:gd name="connsiteY7" fmla="*/ 0 h 2604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178423" h="260491">
                        <a:moveTo>
                          <a:pt x="0" y="0"/>
                        </a:moveTo>
                        <a:lnTo>
                          <a:pt x="46626" y="0"/>
                        </a:lnTo>
                        <a:cubicBezTo>
                          <a:pt x="157876" y="0"/>
                          <a:pt x="157876" y="0"/>
                          <a:pt x="157876" y="0"/>
                        </a:cubicBezTo>
                        <a:cubicBezTo>
                          <a:pt x="175066" y="0"/>
                          <a:pt x="182880" y="15494"/>
                          <a:pt x="175847" y="34861"/>
                        </a:cubicBezTo>
                        <a:cubicBezTo>
                          <a:pt x="103960" y="225630"/>
                          <a:pt x="103960" y="225630"/>
                          <a:pt x="103960" y="225630"/>
                        </a:cubicBezTo>
                        <a:cubicBezTo>
                          <a:pt x="96927" y="244997"/>
                          <a:pt x="77392" y="260491"/>
                          <a:pt x="60202" y="260491"/>
                        </a:cubicBezTo>
                        <a:lnTo>
                          <a:pt x="0" y="26049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pFill/>
                  <a:ln w="6350" cap="flat" cmpd="sng" algn="ctr">
                    <a:noFill/>
                    <a:prstDash val="solid"/>
                    <a:miter lim="800000"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lIns="104980" tIns="69987" rtlCol="0" anchor="t" anchorCtr="0">
                    <a:scene3d>
                      <a:camera prst="orthographicFront"/>
                      <a:lightRig rig="threePt" dir="t"/>
                    </a:scene3d>
                    <a:sp3d>
                      <a:bevelT w="0" h="0"/>
                    </a:sp3d>
                  </a:bodyPr>
                  <a:lstStyle>
                    <a:defPPr>
                      <a:defRPr lang="ko-KR"/>
                    </a:defPPr>
                    <a:lvl1pPr marL="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85305" indent="-85305" defTabSz="1062394" eaLnBrk="0" hangingPunct="0">
                      <a:spcAft>
                        <a:spcPts val="299"/>
                      </a:spcAft>
                      <a:buClr>
                        <a:prstClr val="black">
                          <a:lumMod val="65000"/>
                          <a:lumOff val="35000"/>
                        </a:prstClr>
                      </a:buClr>
                      <a:buFont typeface="Arial" panose="020B0604020202020204" pitchFamily="34" charset="0"/>
                      <a:buChar char="•"/>
                      <a:defRPr/>
                    </a:pPr>
                    <a:endParaRPr kumimoji="1" lang="ko-KR" altLang="en-US" sz="1300" b="1" dirty="0">
                      <a:ln>
                        <a:solidFill>
                          <a:srgbClr val="4472C4">
                            <a:alpha val="0"/>
                          </a:srgbClr>
                        </a:solidFill>
                      </a:ln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Pretendard SemiBold" panose="02000703000000020004" pitchFamily="50" charset="-127"/>
                      <a:ea typeface="Pretendard SemiBold" panose="02000703000000020004" pitchFamily="50" charset="-127"/>
                    </a:endParaRPr>
                  </a:p>
                </p:txBody>
              </p:sp>
            </p:grpSp>
            <p:sp>
              <p:nvSpPr>
                <p:cNvPr id="243" name="직사각형 242">
                  <a:extLst>
                    <a:ext uri="{FF2B5EF4-FFF2-40B4-BE49-F238E27FC236}">
                      <a16:creationId xmlns:a16="http://schemas.microsoft.com/office/drawing/2014/main" id="{90E9C8FF-1C1C-43CC-8C27-6B81DBDDF5EC}"/>
                    </a:ext>
                  </a:extLst>
                </p:cNvPr>
                <p:cNvSpPr/>
                <p:nvPr/>
              </p:nvSpPr>
              <p:spPr>
                <a:xfrm>
                  <a:off x="1801240" y="3341358"/>
                  <a:ext cx="333425" cy="123111"/>
                </a:xfrm>
                <a:prstGeom prst="rect">
                  <a:avLst/>
                </a:prstGeom>
                <a:solidFill>
                  <a:srgbClr val="FFC000"/>
                </a:solidFill>
              </p:spPr>
              <p:txBody>
                <a:bodyPr wrap="none" lIns="0" tIns="0" rIns="0" bIns="0" anchor="ctr">
                  <a:spAutoFit/>
                </a:bodyPr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>
                    <a:defRPr/>
                  </a:pPr>
                  <a:r>
                    <a:rPr lang="en-US" altLang="ko-KR" sz="800" dirty="0">
                      <a:ln>
                        <a:solidFill>
                          <a:srgbClr val="4472C4">
                            <a:alpha val="0"/>
                          </a:srgbClr>
                        </a:solidFill>
                      </a:ln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G마켓 산스 Bold" panose="02000000000000000000" pitchFamily="50" charset="-127"/>
                      <a:ea typeface="G마켓 산스 Bold" panose="02000000000000000000" pitchFamily="50" charset="-127"/>
                    </a:rPr>
                    <a:t>AP 02</a:t>
                  </a:r>
                  <a:endParaRPr lang="ko-KR" altLang="en-US" sz="800" dirty="0">
                    <a:ln>
                      <a:solidFill>
                        <a:srgbClr val="4472C4">
                          <a:alpha val="0"/>
                        </a:srgb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G마켓 산스 Bold" panose="02000000000000000000" pitchFamily="50" charset="-127"/>
                    <a:ea typeface="G마켓 산스 Bold" panose="02000000000000000000" pitchFamily="50" charset="-127"/>
                  </a:endParaRPr>
                </a:p>
              </p:txBody>
            </p:sp>
          </p:grpSp>
          <p:cxnSp>
            <p:nvCxnSpPr>
              <p:cNvPr id="244" name="직선 연결선 243">
                <a:extLst>
                  <a:ext uri="{FF2B5EF4-FFF2-40B4-BE49-F238E27FC236}">
                    <a16:creationId xmlns:a16="http://schemas.microsoft.com/office/drawing/2014/main" id="{9CB48A22-CEF2-46B6-ABB6-E0FF695533F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14507" y="2959611"/>
                <a:ext cx="4152290" cy="0"/>
              </a:xfrm>
              <a:prstGeom prst="line">
                <a:avLst/>
              </a:prstGeom>
              <a:noFill/>
              <a:ln w="9525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miter lim="800000"/>
              </a:ln>
              <a:effectLst/>
            </p:spPr>
          </p:cxnSp>
          <p:grpSp>
            <p:nvGrpSpPr>
              <p:cNvPr id="245" name="그룹 244">
                <a:extLst>
                  <a:ext uri="{FF2B5EF4-FFF2-40B4-BE49-F238E27FC236}">
                    <a16:creationId xmlns:a16="http://schemas.microsoft.com/office/drawing/2014/main" id="{815F482A-E879-469D-B870-70250E7AD6BB}"/>
                  </a:ext>
                </a:extLst>
              </p:cNvPr>
              <p:cNvGrpSpPr/>
              <p:nvPr/>
            </p:nvGrpSpPr>
            <p:grpSpPr>
              <a:xfrm flipH="1">
                <a:off x="1484784" y="2404336"/>
                <a:ext cx="173362" cy="176956"/>
                <a:chOff x="5053013" y="2092644"/>
                <a:chExt cx="395287" cy="395287"/>
              </a:xfrm>
              <a:solidFill>
                <a:srgbClr val="98B6FD"/>
              </a:solidFill>
            </p:grpSpPr>
            <p:sp>
              <p:nvSpPr>
                <p:cNvPr id="246" name="모서리가 둥근 직사각형 231">
                  <a:extLst>
                    <a:ext uri="{FF2B5EF4-FFF2-40B4-BE49-F238E27FC236}">
                      <a16:creationId xmlns:a16="http://schemas.microsoft.com/office/drawing/2014/main" id="{4B4A0F92-AF8E-4157-9C31-71C26C7A43D6}"/>
                    </a:ext>
                  </a:extLst>
                </p:cNvPr>
                <p:cNvSpPr/>
                <p:nvPr/>
              </p:nvSpPr>
              <p:spPr>
                <a:xfrm>
                  <a:off x="5053013" y="2248536"/>
                  <a:ext cx="395287" cy="83503"/>
                </a:xfrm>
                <a:prstGeom prst="roundRect">
                  <a:avLst>
                    <a:gd name="adj" fmla="val 50000"/>
                  </a:avLst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 latinLnBrk="0">
                    <a:defRPr/>
                  </a:pPr>
                  <a:endParaRPr lang="ko-KR" altLang="en-US" sz="2400">
                    <a:solidFill>
                      <a:sysClr val="window" lastClr="FFFFFF"/>
                    </a:solidFill>
                  </a:endParaRPr>
                </a:p>
              </p:txBody>
            </p:sp>
            <p:sp>
              <p:nvSpPr>
                <p:cNvPr id="247" name="모서리가 둥근 직사각형 232">
                  <a:extLst>
                    <a:ext uri="{FF2B5EF4-FFF2-40B4-BE49-F238E27FC236}">
                      <a16:creationId xmlns:a16="http://schemas.microsoft.com/office/drawing/2014/main" id="{2C3C1920-03A1-4D3C-B6A1-F106FE0F1DCB}"/>
                    </a:ext>
                  </a:extLst>
                </p:cNvPr>
                <p:cNvSpPr/>
                <p:nvPr/>
              </p:nvSpPr>
              <p:spPr>
                <a:xfrm rot="5400000">
                  <a:off x="5053013" y="2248536"/>
                  <a:ext cx="395287" cy="83503"/>
                </a:xfrm>
                <a:prstGeom prst="roundRect">
                  <a:avLst>
                    <a:gd name="adj" fmla="val 50000"/>
                  </a:avLst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 latinLnBrk="0">
                    <a:defRPr/>
                  </a:pPr>
                  <a:endParaRPr lang="ko-KR" altLang="en-US" sz="2400" dirty="0">
                    <a:solidFill>
                      <a:sysClr val="window" lastClr="FFFFFF"/>
                    </a:solidFill>
                  </a:endParaRPr>
                </a:p>
              </p:txBody>
            </p:sp>
          </p:grpSp>
          <p:sp>
            <p:nvSpPr>
              <p:cNvPr id="250" name="TextBox 241">
                <a:extLst>
                  <a:ext uri="{FF2B5EF4-FFF2-40B4-BE49-F238E27FC236}">
                    <a16:creationId xmlns:a16="http://schemas.microsoft.com/office/drawing/2014/main" id="{88AB7A2F-9A72-46A9-8CB1-115201C70866}"/>
                  </a:ext>
                </a:extLst>
              </p:cNvPr>
              <p:cNvSpPr txBox="1"/>
              <p:nvPr/>
            </p:nvSpPr>
            <p:spPr>
              <a:xfrm>
                <a:off x="1736056" y="2644090"/>
                <a:ext cx="3385542" cy="2308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defRPr/>
                </a:pPr>
                <a:r>
                  <a:rPr lang="ko-KR" altLang="en-US" sz="1500" spc="-100" dirty="0">
                    <a:ln w="9525"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G마켓 산스 Bold" panose="02000000000000000000" pitchFamily="50" charset="-127"/>
                    <a:ea typeface="G마켓 산스 Bold" panose="02000000000000000000" pitchFamily="50" charset="-127"/>
                  </a:rPr>
                  <a:t>관리가 편하다</a:t>
                </a:r>
                <a:r>
                  <a:rPr lang="en-US" altLang="ko-KR" sz="1500" spc="-100" dirty="0">
                    <a:ln w="9525"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G마켓 산스 Bold" panose="02000000000000000000" pitchFamily="50" charset="-127"/>
                    <a:ea typeface="G마켓 산스 Bold" panose="02000000000000000000" pitchFamily="50" charset="-127"/>
                  </a:rPr>
                  <a:t>! </a:t>
                </a:r>
                <a:r>
                  <a:rPr lang="ko-KR" altLang="en-US" sz="1500" spc="-100" dirty="0">
                    <a:ln w="9525"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G마켓 산스 Bold" panose="02000000000000000000" pitchFamily="50" charset="-127"/>
                    <a:ea typeface="G마켓 산스 Bold" panose="02000000000000000000" pitchFamily="50" charset="-127"/>
                  </a:rPr>
                  <a:t>최고의 시스템 구축 기반 활용</a:t>
                </a:r>
              </a:p>
            </p:txBody>
          </p:sp>
          <p:sp>
            <p:nvSpPr>
              <p:cNvPr id="252" name="TextBox 241">
                <a:extLst>
                  <a:ext uri="{FF2B5EF4-FFF2-40B4-BE49-F238E27FC236}">
                    <a16:creationId xmlns:a16="http://schemas.microsoft.com/office/drawing/2014/main" id="{1F3F24C0-0836-4B38-84D4-3CB6F3A9C9D6}"/>
                  </a:ext>
                </a:extLst>
              </p:cNvPr>
              <p:cNvSpPr txBox="1"/>
              <p:nvPr/>
            </p:nvSpPr>
            <p:spPr>
              <a:xfrm>
                <a:off x="1736056" y="2425150"/>
                <a:ext cx="1041952" cy="169277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defRPr/>
                </a:pPr>
                <a:r>
                  <a:rPr lang="ko-KR" altLang="en-US" sz="1100" spc="-100" dirty="0">
                    <a:ln w="9525"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rgbClr val="00B0F0"/>
                    </a:solidFill>
                    <a:latin typeface="G마켓 산스 Bold" panose="02000000000000000000" pitchFamily="50" charset="-127"/>
                    <a:ea typeface="G마켓 산스 Bold" panose="02000000000000000000" pitchFamily="50" charset="-127"/>
                  </a:rPr>
                  <a:t>시스템 효율성 확보</a:t>
                </a:r>
                <a:endParaRPr lang="en-US" altLang="ko-KR" sz="1100" spc="-100" dirty="0">
                  <a:ln w="9525"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00B0F0"/>
                  </a:solidFill>
                  <a:latin typeface="G마켓 산스 Bold" panose="02000000000000000000" pitchFamily="50" charset="-127"/>
                  <a:ea typeface="G마켓 산스 Bold" panose="02000000000000000000" pitchFamily="50" charset="-127"/>
                </a:endParaRPr>
              </a:p>
            </p:txBody>
          </p:sp>
          <p:grpSp>
            <p:nvGrpSpPr>
              <p:cNvPr id="18" name="그룹 17">
                <a:extLst>
                  <a:ext uri="{FF2B5EF4-FFF2-40B4-BE49-F238E27FC236}">
                    <a16:creationId xmlns:a16="http://schemas.microsoft.com/office/drawing/2014/main" id="{928179C6-FB4C-4B97-A610-DF7C2DA37ABE}"/>
                  </a:ext>
                </a:extLst>
              </p:cNvPr>
              <p:cNvGrpSpPr/>
              <p:nvPr/>
            </p:nvGrpSpPr>
            <p:grpSpPr>
              <a:xfrm>
                <a:off x="1649381" y="3557322"/>
                <a:ext cx="637143" cy="202456"/>
                <a:chOff x="1649381" y="3557322"/>
                <a:chExt cx="637143" cy="202456"/>
              </a:xfrm>
            </p:grpSpPr>
            <p:grpSp>
              <p:nvGrpSpPr>
                <p:cNvPr id="253" name="그룹 252">
                  <a:extLst>
                    <a:ext uri="{FF2B5EF4-FFF2-40B4-BE49-F238E27FC236}">
                      <a16:creationId xmlns:a16="http://schemas.microsoft.com/office/drawing/2014/main" id="{B536BDDA-A4E4-4D87-9E80-8E2788C5E6F7}"/>
                    </a:ext>
                  </a:extLst>
                </p:cNvPr>
                <p:cNvGrpSpPr/>
                <p:nvPr/>
              </p:nvGrpSpPr>
              <p:grpSpPr>
                <a:xfrm>
                  <a:off x="1649381" y="3557322"/>
                  <a:ext cx="637143" cy="202456"/>
                  <a:chOff x="7910655" y="1934094"/>
                  <a:chExt cx="1056785" cy="370016"/>
                </a:xfrm>
                <a:solidFill>
                  <a:srgbClr val="FFC000"/>
                </a:solidFill>
              </p:grpSpPr>
              <p:sp>
                <p:nvSpPr>
                  <p:cNvPr id="254" name="자유형: 도형 266">
                    <a:extLst>
                      <a:ext uri="{FF2B5EF4-FFF2-40B4-BE49-F238E27FC236}">
                        <a16:creationId xmlns:a16="http://schemas.microsoft.com/office/drawing/2014/main" id="{33DF31A5-1EA9-4AE8-BD0A-46A7002F1E5B}"/>
                      </a:ext>
                    </a:extLst>
                  </p:cNvPr>
                  <p:cNvSpPr/>
                  <p:nvPr/>
                </p:nvSpPr>
                <p:spPr>
                  <a:xfrm>
                    <a:off x="8175039" y="1934094"/>
                    <a:ext cx="614566" cy="370016"/>
                  </a:xfrm>
                  <a:custGeom>
                    <a:avLst/>
                    <a:gdLst>
                      <a:gd name="connsiteX0" fmla="*/ 0 w 632460"/>
                      <a:gd name="connsiteY0" fmla="*/ 0 h 260491"/>
                      <a:gd name="connsiteX1" fmla="*/ 56996 w 632460"/>
                      <a:gd name="connsiteY1" fmla="*/ 0 h 260491"/>
                      <a:gd name="connsiteX2" fmla="*/ 631935 w 632460"/>
                      <a:gd name="connsiteY2" fmla="*/ 0 h 260491"/>
                      <a:gd name="connsiteX3" fmla="*/ 632460 w 632460"/>
                      <a:gd name="connsiteY3" fmla="*/ 0 h 260491"/>
                      <a:gd name="connsiteX4" fmla="*/ 632460 w 632460"/>
                      <a:gd name="connsiteY4" fmla="*/ 260491 h 260491"/>
                      <a:gd name="connsiteX5" fmla="*/ 539438 w 632460"/>
                      <a:gd name="connsiteY5" fmla="*/ 260491 h 260491"/>
                      <a:gd name="connsiteX6" fmla="*/ 34711 w 632460"/>
                      <a:gd name="connsiteY6" fmla="*/ 260491 h 260491"/>
                      <a:gd name="connsiteX7" fmla="*/ 0 w 632460"/>
                      <a:gd name="connsiteY7" fmla="*/ 260491 h 260491"/>
                      <a:gd name="connsiteX8" fmla="*/ 0 w 632460"/>
                      <a:gd name="connsiteY8" fmla="*/ 0 h 2604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632460" h="260491">
                        <a:moveTo>
                          <a:pt x="0" y="0"/>
                        </a:moveTo>
                        <a:lnTo>
                          <a:pt x="56996" y="0"/>
                        </a:lnTo>
                        <a:cubicBezTo>
                          <a:pt x="350332" y="0"/>
                          <a:pt x="526334" y="0"/>
                          <a:pt x="631935" y="0"/>
                        </a:cubicBezTo>
                        <a:lnTo>
                          <a:pt x="632460" y="0"/>
                        </a:lnTo>
                        <a:lnTo>
                          <a:pt x="632460" y="260491"/>
                        </a:lnTo>
                        <a:lnTo>
                          <a:pt x="539438" y="260491"/>
                        </a:lnTo>
                        <a:cubicBezTo>
                          <a:pt x="300356" y="260491"/>
                          <a:pt x="140969" y="260491"/>
                          <a:pt x="34711" y="260491"/>
                        </a:cubicBezTo>
                        <a:lnTo>
                          <a:pt x="0" y="26049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pFill/>
                  <a:ln w="635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lIns="104980" tIns="69987" rtlCol="0" anchor="t" anchorCtr="0">
                    <a:scene3d>
                      <a:camera prst="orthographicFront"/>
                      <a:lightRig rig="threePt" dir="t"/>
                    </a:scene3d>
                    <a:sp3d>
                      <a:bevelT w="0" h="0"/>
                    </a:sp3d>
                  </a:bodyPr>
                  <a:lstStyle>
                    <a:defPPr>
                      <a:defRPr lang="ko-KR"/>
                    </a:defPPr>
                    <a:lvl1pPr marL="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85305" indent="-85305" defTabSz="1062394" eaLnBrk="0" hangingPunct="0">
                      <a:spcAft>
                        <a:spcPts val="299"/>
                      </a:spcAft>
                      <a:buClr>
                        <a:prstClr val="black">
                          <a:lumMod val="65000"/>
                          <a:lumOff val="35000"/>
                        </a:prstClr>
                      </a:buClr>
                      <a:buFont typeface="Arial" panose="020B0604020202020204" pitchFamily="34" charset="0"/>
                      <a:buChar char="•"/>
                      <a:defRPr/>
                    </a:pPr>
                    <a:endParaRPr kumimoji="1" lang="ko-KR" altLang="en-US" sz="1300" b="1" dirty="0">
                      <a:ln>
                        <a:solidFill>
                          <a:srgbClr val="4472C4">
                            <a:alpha val="0"/>
                          </a:srgbClr>
                        </a:solidFill>
                      </a:ln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Pretendard SemiBold" panose="02000703000000020004" pitchFamily="50" charset="-127"/>
                      <a:ea typeface="Pretendard SemiBold" panose="02000703000000020004" pitchFamily="50" charset="-127"/>
                    </a:endParaRPr>
                  </a:p>
                </p:txBody>
              </p:sp>
              <p:sp>
                <p:nvSpPr>
                  <p:cNvPr id="255" name="자유형: 도형 267">
                    <a:extLst>
                      <a:ext uri="{FF2B5EF4-FFF2-40B4-BE49-F238E27FC236}">
                        <a16:creationId xmlns:a16="http://schemas.microsoft.com/office/drawing/2014/main" id="{798CB77F-7525-48FD-8621-A9F2D5A4F778}"/>
                      </a:ext>
                    </a:extLst>
                  </p:cNvPr>
                  <p:cNvSpPr/>
                  <p:nvPr/>
                </p:nvSpPr>
                <p:spPr>
                  <a:xfrm>
                    <a:off x="7910655" y="1934094"/>
                    <a:ext cx="264383" cy="370016"/>
                  </a:xfrm>
                  <a:custGeom>
                    <a:avLst/>
                    <a:gdLst>
                      <a:gd name="connsiteX0" fmla="*/ 128929 w 228596"/>
                      <a:gd name="connsiteY0" fmla="*/ 0 h 260491"/>
                      <a:gd name="connsiteX1" fmla="*/ 228596 w 228596"/>
                      <a:gd name="connsiteY1" fmla="*/ 0 h 260491"/>
                      <a:gd name="connsiteX2" fmla="*/ 228596 w 228596"/>
                      <a:gd name="connsiteY2" fmla="*/ 260491 h 260491"/>
                      <a:gd name="connsiteX3" fmla="*/ 205715 w 228596"/>
                      <a:gd name="connsiteY3" fmla="*/ 260491 h 260491"/>
                      <a:gd name="connsiteX4" fmla="*/ 50790 w 228596"/>
                      <a:gd name="connsiteY4" fmla="*/ 260491 h 260491"/>
                      <a:gd name="connsiteX5" fmla="*/ 31256 w 228596"/>
                      <a:gd name="connsiteY5" fmla="*/ 260491 h 260491"/>
                      <a:gd name="connsiteX6" fmla="*/ 0 w 228596"/>
                      <a:gd name="connsiteY6" fmla="*/ 260491 h 260491"/>
                      <a:gd name="connsiteX7" fmla="*/ 13284 w 228596"/>
                      <a:gd name="connsiteY7" fmla="*/ 225630 h 260491"/>
                      <a:gd name="connsiteX8" fmla="*/ 84390 w 228596"/>
                      <a:gd name="connsiteY8" fmla="*/ 34861 h 260491"/>
                      <a:gd name="connsiteX9" fmla="*/ 128929 w 228596"/>
                      <a:gd name="connsiteY9" fmla="*/ 0 h 2604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228596" h="260491">
                        <a:moveTo>
                          <a:pt x="128929" y="0"/>
                        </a:moveTo>
                        <a:lnTo>
                          <a:pt x="228596" y="0"/>
                        </a:lnTo>
                        <a:lnTo>
                          <a:pt x="228596" y="260491"/>
                        </a:lnTo>
                        <a:lnTo>
                          <a:pt x="205715" y="260491"/>
                        </a:lnTo>
                        <a:cubicBezTo>
                          <a:pt x="50790" y="260491"/>
                          <a:pt x="50790" y="260491"/>
                          <a:pt x="50790" y="260491"/>
                        </a:cubicBezTo>
                        <a:cubicBezTo>
                          <a:pt x="31256" y="260491"/>
                          <a:pt x="31256" y="260491"/>
                          <a:pt x="31256" y="260491"/>
                        </a:cubicBezTo>
                        <a:cubicBezTo>
                          <a:pt x="0" y="260491"/>
                          <a:pt x="0" y="260491"/>
                          <a:pt x="0" y="260491"/>
                        </a:cubicBezTo>
                        <a:lnTo>
                          <a:pt x="13284" y="225630"/>
                        </a:lnTo>
                        <a:cubicBezTo>
                          <a:pt x="84390" y="34861"/>
                          <a:pt x="84390" y="34861"/>
                          <a:pt x="84390" y="34861"/>
                        </a:cubicBezTo>
                        <a:cubicBezTo>
                          <a:pt x="92204" y="15494"/>
                          <a:pt x="111739" y="0"/>
                          <a:pt x="128929" y="0"/>
                        </a:cubicBezTo>
                        <a:close/>
                      </a:path>
                    </a:pathLst>
                  </a:custGeom>
                  <a:grpFill/>
                  <a:ln w="635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lIns="104980" tIns="69987" rtlCol="0" anchor="t" anchorCtr="0">
                    <a:scene3d>
                      <a:camera prst="orthographicFront"/>
                      <a:lightRig rig="threePt" dir="t"/>
                    </a:scene3d>
                    <a:sp3d>
                      <a:bevelT w="0" h="0"/>
                    </a:sp3d>
                  </a:bodyPr>
                  <a:lstStyle>
                    <a:defPPr>
                      <a:defRPr lang="ko-KR"/>
                    </a:defPPr>
                    <a:lvl1pPr marL="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85305" indent="-85305" defTabSz="1062394" eaLnBrk="0" hangingPunct="0">
                      <a:spcAft>
                        <a:spcPts val="299"/>
                      </a:spcAft>
                      <a:buClr>
                        <a:prstClr val="black">
                          <a:lumMod val="65000"/>
                          <a:lumOff val="35000"/>
                        </a:prstClr>
                      </a:buClr>
                      <a:buFont typeface="Arial" panose="020B0604020202020204" pitchFamily="34" charset="0"/>
                      <a:buChar char="•"/>
                      <a:defRPr/>
                    </a:pPr>
                    <a:endParaRPr kumimoji="1" lang="ko-KR" altLang="en-US" sz="1300" b="1" dirty="0">
                      <a:ln>
                        <a:solidFill>
                          <a:srgbClr val="4472C4">
                            <a:alpha val="0"/>
                          </a:srgbClr>
                        </a:solidFill>
                      </a:ln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Pretendard SemiBold" panose="02000703000000020004" pitchFamily="50" charset="-127"/>
                      <a:ea typeface="Pretendard SemiBold" panose="02000703000000020004" pitchFamily="50" charset="-127"/>
                    </a:endParaRPr>
                  </a:p>
                </p:txBody>
              </p:sp>
              <p:sp>
                <p:nvSpPr>
                  <p:cNvPr id="256" name="자유형: 도형 268">
                    <a:extLst>
                      <a:ext uri="{FF2B5EF4-FFF2-40B4-BE49-F238E27FC236}">
                        <a16:creationId xmlns:a16="http://schemas.microsoft.com/office/drawing/2014/main" id="{45C8D87D-E8C3-4EB3-A660-CE48BC3C7061}"/>
                      </a:ext>
                    </a:extLst>
                  </p:cNvPr>
                  <p:cNvSpPr/>
                  <p:nvPr/>
                </p:nvSpPr>
                <p:spPr>
                  <a:xfrm>
                    <a:off x="8761084" y="1934094"/>
                    <a:ext cx="206356" cy="370016"/>
                  </a:xfrm>
                  <a:custGeom>
                    <a:avLst/>
                    <a:gdLst>
                      <a:gd name="connsiteX0" fmla="*/ 0 w 178423"/>
                      <a:gd name="connsiteY0" fmla="*/ 0 h 260491"/>
                      <a:gd name="connsiteX1" fmla="*/ 46626 w 178423"/>
                      <a:gd name="connsiteY1" fmla="*/ 0 h 260491"/>
                      <a:gd name="connsiteX2" fmla="*/ 157876 w 178423"/>
                      <a:gd name="connsiteY2" fmla="*/ 0 h 260491"/>
                      <a:gd name="connsiteX3" fmla="*/ 175847 w 178423"/>
                      <a:gd name="connsiteY3" fmla="*/ 34861 h 260491"/>
                      <a:gd name="connsiteX4" fmla="*/ 103960 w 178423"/>
                      <a:gd name="connsiteY4" fmla="*/ 225630 h 260491"/>
                      <a:gd name="connsiteX5" fmla="*/ 60202 w 178423"/>
                      <a:gd name="connsiteY5" fmla="*/ 260491 h 260491"/>
                      <a:gd name="connsiteX6" fmla="*/ 0 w 178423"/>
                      <a:gd name="connsiteY6" fmla="*/ 260491 h 260491"/>
                      <a:gd name="connsiteX7" fmla="*/ 0 w 178423"/>
                      <a:gd name="connsiteY7" fmla="*/ 0 h 2604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178423" h="260491">
                        <a:moveTo>
                          <a:pt x="0" y="0"/>
                        </a:moveTo>
                        <a:lnTo>
                          <a:pt x="46626" y="0"/>
                        </a:lnTo>
                        <a:cubicBezTo>
                          <a:pt x="157876" y="0"/>
                          <a:pt x="157876" y="0"/>
                          <a:pt x="157876" y="0"/>
                        </a:cubicBezTo>
                        <a:cubicBezTo>
                          <a:pt x="175066" y="0"/>
                          <a:pt x="182880" y="15494"/>
                          <a:pt x="175847" y="34861"/>
                        </a:cubicBezTo>
                        <a:cubicBezTo>
                          <a:pt x="103960" y="225630"/>
                          <a:pt x="103960" y="225630"/>
                          <a:pt x="103960" y="225630"/>
                        </a:cubicBezTo>
                        <a:cubicBezTo>
                          <a:pt x="96927" y="244997"/>
                          <a:pt x="77392" y="260491"/>
                          <a:pt x="60202" y="260491"/>
                        </a:cubicBezTo>
                        <a:lnTo>
                          <a:pt x="0" y="26049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pFill/>
                  <a:ln w="635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lIns="104980" tIns="69987" rtlCol="0" anchor="t" anchorCtr="0">
                    <a:scene3d>
                      <a:camera prst="orthographicFront"/>
                      <a:lightRig rig="threePt" dir="t"/>
                    </a:scene3d>
                    <a:sp3d>
                      <a:bevelT w="0" h="0"/>
                    </a:sp3d>
                  </a:bodyPr>
                  <a:lstStyle>
                    <a:defPPr>
                      <a:defRPr lang="ko-KR"/>
                    </a:defPPr>
                    <a:lvl1pPr marL="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85305" indent="-85305" defTabSz="1062394" eaLnBrk="0" hangingPunct="0">
                      <a:spcAft>
                        <a:spcPts val="299"/>
                      </a:spcAft>
                      <a:buClr>
                        <a:prstClr val="black">
                          <a:lumMod val="65000"/>
                          <a:lumOff val="35000"/>
                        </a:prstClr>
                      </a:buClr>
                      <a:buFont typeface="Arial" panose="020B0604020202020204" pitchFamily="34" charset="0"/>
                      <a:buChar char="•"/>
                      <a:defRPr/>
                    </a:pPr>
                    <a:endParaRPr kumimoji="1" lang="ko-KR" altLang="en-US" sz="1300" b="1" dirty="0">
                      <a:ln>
                        <a:solidFill>
                          <a:srgbClr val="4472C4">
                            <a:alpha val="0"/>
                          </a:srgbClr>
                        </a:solidFill>
                      </a:ln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Pretendard SemiBold" panose="02000703000000020004" pitchFamily="50" charset="-127"/>
                      <a:ea typeface="Pretendard SemiBold" panose="02000703000000020004" pitchFamily="50" charset="-127"/>
                    </a:endParaRPr>
                  </a:p>
                </p:txBody>
              </p:sp>
            </p:grpSp>
            <p:sp>
              <p:nvSpPr>
                <p:cNvPr id="257" name="직사각형 256">
                  <a:extLst>
                    <a:ext uri="{FF2B5EF4-FFF2-40B4-BE49-F238E27FC236}">
                      <a16:creationId xmlns:a16="http://schemas.microsoft.com/office/drawing/2014/main" id="{A6AB76DD-AC00-4695-A63F-2FD4A99B422A}"/>
                    </a:ext>
                  </a:extLst>
                </p:cNvPr>
                <p:cNvSpPr/>
                <p:nvPr/>
              </p:nvSpPr>
              <p:spPr>
                <a:xfrm>
                  <a:off x="1801240" y="3598409"/>
                  <a:ext cx="333425" cy="123111"/>
                </a:xfrm>
                <a:prstGeom prst="rect">
                  <a:avLst/>
                </a:prstGeom>
                <a:solidFill>
                  <a:srgbClr val="FFC000"/>
                </a:solidFill>
              </p:spPr>
              <p:txBody>
                <a:bodyPr wrap="none" lIns="0" tIns="0" rIns="0" bIns="0" anchor="ctr">
                  <a:spAutoFit/>
                </a:bodyPr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>
                    <a:defRPr/>
                  </a:pPr>
                  <a:r>
                    <a:rPr lang="en-US" altLang="ko-KR" sz="800" dirty="0">
                      <a:ln>
                        <a:solidFill>
                          <a:srgbClr val="4472C4">
                            <a:alpha val="0"/>
                          </a:srgbClr>
                        </a:solidFill>
                      </a:ln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G마켓 산스 Bold" panose="02000000000000000000" pitchFamily="50" charset="-127"/>
                      <a:ea typeface="G마켓 산스 Bold" panose="02000000000000000000" pitchFamily="50" charset="-127"/>
                    </a:rPr>
                    <a:t>AP 03</a:t>
                  </a:r>
                  <a:endParaRPr lang="ko-KR" altLang="en-US" sz="800" dirty="0">
                    <a:ln>
                      <a:solidFill>
                        <a:srgbClr val="4472C4">
                          <a:alpha val="0"/>
                        </a:srgb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G마켓 산스 Bold" panose="02000000000000000000" pitchFamily="50" charset="-127"/>
                    <a:ea typeface="G마켓 산스 Bold" panose="02000000000000000000" pitchFamily="50" charset="-127"/>
                  </a:endParaRPr>
                </a:p>
              </p:txBody>
            </p:sp>
          </p:grpSp>
          <p:sp>
            <p:nvSpPr>
              <p:cNvPr id="258" name="TextBox 257">
                <a:extLst>
                  <a:ext uri="{FF2B5EF4-FFF2-40B4-BE49-F238E27FC236}">
                    <a16:creationId xmlns:a16="http://schemas.microsoft.com/office/drawing/2014/main" id="{14D9A674-CA03-4247-A3D5-112C39C6E7A0}"/>
                  </a:ext>
                </a:extLst>
              </p:cNvPr>
              <p:cNvSpPr txBox="1"/>
              <p:nvPr/>
            </p:nvSpPr>
            <p:spPr>
              <a:xfrm>
                <a:off x="2323714" y="3063345"/>
                <a:ext cx="2309928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>
                <a:defPPr>
                  <a:defRPr lang="en-US"/>
                </a:defPPr>
                <a:lvl1pPr marR="0" lvl="0" indent="0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pc="-40">
                    <a:ln>
                      <a:solidFill>
                        <a:srgbClr val="CCCCCC">
                          <a:alpha val="0"/>
                        </a:srgbClr>
                      </a:solidFill>
                    </a:ln>
                    <a:solidFill>
                      <a:prstClr val="black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defRPr>
                </a:lvl1pPr>
              </a:lstStyle>
              <a:p>
                <a:pPr lvl="0">
                  <a:defRPr/>
                </a:pPr>
                <a:r>
                  <a:rPr lang="ko-KR" altLang="en-US" sz="1000" spc="-50" dirty="0">
                    <a:ln>
                      <a:solidFill>
                        <a:srgbClr val="5B9BD5">
                          <a:alpha val="0"/>
                        </a:srgbClr>
                      </a:solidFill>
                    </a:ln>
                    <a:solidFill>
                      <a:srgbClr val="FFC000"/>
                    </a:solidFill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관리가 편하다</a:t>
                </a:r>
                <a:r>
                  <a:rPr lang="en-US" altLang="ko-KR" sz="1000" spc="-50" dirty="0">
                    <a:ln>
                      <a:solidFill>
                        <a:srgbClr val="5B9BD5">
                          <a:alpha val="0"/>
                        </a:srgbClr>
                      </a:solidFill>
                    </a:ln>
                    <a:solidFill>
                      <a:srgbClr val="FFC000"/>
                    </a:solidFill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! </a:t>
                </a:r>
                <a:r>
                  <a:rPr lang="ko-KR" altLang="en-US" sz="1000" spc="-50" dirty="0">
                    <a:ln>
                      <a:solidFill>
                        <a:srgbClr val="5B9BD5">
                          <a:alpha val="0"/>
                        </a:srgbClr>
                      </a:solidFill>
                    </a:ln>
                    <a:solidFill>
                      <a:srgbClr val="FFC000"/>
                    </a:solidFill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국내 최고의 </a:t>
                </a:r>
                <a:r>
                  <a:rPr lang="en-US" altLang="ko-KR" sz="1000" spc="-50" dirty="0">
                    <a:ln>
                      <a:solidFill>
                        <a:srgbClr val="5B9BD5">
                          <a:alpha val="0"/>
                        </a:srgbClr>
                      </a:solidFill>
                    </a:ln>
                    <a:solidFill>
                      <a:srgbClr val="FFC000"/>
                    </a:solidFill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CMS </a:t>
                </a:r>
                <a:r>
                  <a:rPr lang="ko-KR" altLang="en-US" sz="1000" spc="-50" dirty="0">
                    <a:ln>
                      <a:solidFill>
                        <a:srgbClr val="5B9BD5">
                          <a:alpha val="0"/>
                        </a:srgbClr>
                      </a:solidFill>
                    </a:ln>
                    <a:solidFill>
                      <a:srgbClr val="FFC000"/>
                    </a:solidFill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도입</a:t>
                </a:r>
                <a:r>
                  <a:rPr lang="en-US" altLang="ko-KR" sz="1000" spc="-50" dirty="0">
                    <a:ln>
                      <a:solidFill>
                        <a:srgbClr val="5B9BD5">
                          <a:alpha val="0"/>
                        </a:srgbClr>
                      </a:solidFill>
                    </a:ln>
                    <a:solidFill>
                      <a:srgbClr val="FFC000"/>
                    </a:solidFill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/</a:t>
                </a:r>
                <a:r>
                  <a:rPr lang="ko-KR" altLang="en-US" sz="1000" spc="-50" dirty="0">
                    <a:ln>
                      <a:solidFill>
                        <a:srgbClr val="5B9BD5">
                          <a:alpha val="0"/>
                        </a:srgbClr>
                      </a:solidFill>
                    </a:ln>
                    <a:solidFill>
                      <a:srgbClr val="FFC000"/>
                    </a:solidFill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적용</a:t>
                </a:r>
              </a:p>
            </p:txBody>
          </p:sp>
          <p:sp>
            <p:nvSpPr>
              <p:cNvPr id="259" name="TextBox 258">
                <a:extLst>
                  <a:ext uri="{FF2B5EF4-FFF2-40B4-BE49-F238E27FC236}">
                    <a16:creationId xmlns:a16="http://schemas.microsoft.com/office/drawing/2014/main" id="{FDFA3759-1E68-4B9E-A72F-A5B03591BEE5}"/>
                  </a:ext>
                </a:extLst>
              </p:cNvPr>
              <p:cNvSpPr txBox="1"/>
              <p:nvPr/>
            </p:nvSpPr>
            <p:spPr>
              <a:xfrm>
                <a:off x="2323714" y="3310825"/>
                <a:ext cx="277640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>
                <a:defPPr>
                  <a:defRPr lang="en-US"/>
                </a:defPPr>
                <a:lvl1pPr marR="0" lvl="0" indent="0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pc="-40">
                    <a:ln>
                      <a:solidFill>
                        <a:srgbClr val="CCCCCC">
                          <a:alpha val="0"/>
                        </a:srgbClr>
                      </a:solidFill>
                    </a:ln>
                    <a:solidFill>
                      <a:prstClr val="black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defRPr>
                </a:lvl1pPr>
              </a:lstStyle>
              <a:p>
                <a:pPr lvl="0" defTabSz="914400">
                  <a:spcBef>
                    <a:spcPts val="100"/>
                  </a:spcBef>
                  <a:spcAft>
                    <a:spcPts val="100"/>
                  </a:spcAft>
                  <a:defRPr/>
                </a:pPr>
                <a:r>
                  <a:rPr lang="ko-KR" altLang="en-US" sz="1000" spc="-50" dirty="0">
                    <a:ln>
                      <a:solidFill>
                        <a:srgbClr val="0575F3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본 사업 핵심수행 인력 재투입으로 사업의 연속성 확보</a:t>
                </a:r>
              </a:p>
            </p:txBody>
          </p:sp>
          <p:sp>
            <p:nvSpPr>
              <p:cNvPr id="260" name="TextBox 259">
                <a:extLst>
                  <a:ext uri="{FF2B5EF4-FFF2-40B4-BE49-F238E27FC236}">
                    <a16:creationId xmlns:a16="http://schemas.microsoft.com/office/drawing/2014/main" id="{965AF3B1-B605-4BAB-BEBE-353DAD73743C}"/>
                  </a:ext>
                </a:extLst>
              </p:cNvPr>
              <p:cNvSpPr txBox="1"/>
              <p:nvPr/>
            </p:nvSpPr>
            <p:spPr>
              <a:xfrm>
                <a:off x="2323714" y="3571964"/>
                <a:ext cx="2542363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>
                <a:defPPr>
                  <a:defRPr lang="en-US"/>
                </a:defPPr>
                <a:lvl1pPr marR="0" lvl="0" indent="0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pc="-40">
                    <a:ln>
                      <a:solidFill>
                        <a:srgbClr val="CCCCCC">
                          <a:alpha val="0"/>
                        </a:srgbClr>
                      </a:solidFill>
                    </a:ln>
                    <a:solidFill>
                      <a:prstClr val="black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defRPr>
                </a:lvl1pPr>
              </a:lstStyle>
              <a:p>
                <a:pPr defTabSz="914400">
                  <a:spcBef>
                    <a:spcPts val="100"/>
                  </a:spcBef>
                  <a:spcAft>
                    <a:spcPts val="100"/>
                  </a:spcAft>
                  <a:defRPr/>
                </a:pPr>
                <a:r>
                  <a:rPr lang="ko-KR" altLang="en-US" sz="1000" spc="-50" dirty="0">
                    <a:ln>
                      <a:solidFill>
                        <a:srgbClr val="0575F3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중단 없는 서비스 제공을 위한 사업의 연속성 확보</a:t>
                </a:r>
              </a:p>
            </p:txBody>
          </p:sp>
        </p:grpSp>
        <p:grpSp>
          <p:nvGrpSpPr>
            <p:cNvPr id="31" name="그룹 30">
              <a:extLst>
                <a:ext uri="{FF2B5EF4-FFF2-40B4-BE49-F238E27FC236}">
                  <a16:creationId xmlns:a16="http://schemas.microsoft.com/office/drawing/2014/main" id="{93862134-49A6-4788-A9A3-85112DC82F99}"/>
                </a:ext>
              </a:extLst>
            </p:cNvPr>
            <p:cNvGrpSpPr/>
            <p:nvPr/>
          </p:nvGrpSpPr>
          <p:grpSpPr>
            <a:xfrm>
              <a:off x="770372" y="4120539"/>
              <a:ext cx="667399" cy="647579"/>
              <a:chOff x="770372" y="4120539"/>
              <a:chExt cx="667399" cy="647579"/>
            </a:xfrm>
          </p:grpSpPr>
          <p:sp>
            <p:nvSpPr>
              <p:cNvPr id="275" name="Freeform 5">
                <a:extLst>
                  <a:ext uri="{FF2B5EF4-FFF2-40B4-BE49-F238E27FC236}">
                    <a16:creationId xmlns:a16="http://schemas.microsoft.com/office/drawing/2014/main" id="{7AD8A9C7-BD0D-40DC-975B-AE66F50CF4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0372" y="4120539"/>
                <a:ext cx="667399" cy="647579"/>
              </a:xfrm>
              <a:custGeom>
                <a:avLst/>
                <a:gdLst>
                  <a:gd name="T0" fmla="*/ 216 w 802"/>
                  <a:gd name="T1" fmla="*/ 762 h 762"/>
                  <a:gd name="T2" fmla="*/ 126 w 802"/>
                  <a:gd name="T3" fmla="*/ 697 h 762"/>
                  <a:gd name="T4" fmla="*/ 12 w 802"/>
                  <a:gd name="T5" fmla="*/ 345 h 762"/>
                  <a:gd name="T6" fmla="*/ 46 w 802"/>
                  <a:gd name="T7" fmla="*/ 240 h 762"/>
                  <a:gd name="T8" fmla="*/ 346 w 802"/>
                  <a:gd name="T9" fmla="*/ 22 h 762"/>
                  <a:gd name="T10" fmla="*/ 456 w 802"/>
                  <a:gd name="T11" fmla="*/ 22 h 762"/>
                  <a:gd name="T12" fmla="*/ 756 w 802"/>
                  <a:gd name="T13" fmla="*/ 240 h 762"/>
                  <a:gd name="T14" fmla="*/ 790 w 802"/>
                  <a:gd name="T15" fmla="*/ 345 h 762"/>
                  <a:gd name="T16" fmla="*/ 676 w 802"/>
                  <a:gd name="T17" fmla="*/ 697 h 762"/>
                  <a:gd name="T18" fmla="*/ 586 w 802"/>
                  <a:gd name="T19" fmla="*/ 762 h 762"/>
                  <a:gd name="T20" fmla="*/ 216 w 802"/>
                  <a:gd name="T21" fmla="*/ 762 h 7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02" h="762">
                    <a:moveTo>
                      <a:pt x="216" y="762"/>
                    </a:moveTo>
                    <a:cubicBezTo>
                      <a:pt x="178" y="762"/>
                      <a:pt x="138" y="733"/>
                      <a:pt x="126" y="697"/>
                    </a:cubicBezTo>
                    <a:cubicBezTo>
                      <a:pt x="12" y="345"/>
                      <a:pt x="12" y="345"/>
                      <a:pt x="12" y="345"/>
                    </a:cubicBezTo>
                    <a:cubicBezTo>
                      <a:pt x="0" y="309"/>
                      <a:pt x="16" y="262"/>
                      <a:pt x="46" y="240"/>
                    </a:cubicBezTo>
                    <a:cubicBezTo>
                      <a:pt x="346" y="22"/>
                      <a:pt x="346" y="22"/>
                      <a:pt x="346" y="22"/>
                    </a:cubicBezTo>
                    <a:cubicBezTo>
                      <a:pt x="376" y="0"/>
                      <a:pt x="426" y="0"/>
                      <a:pt x="456" y="22"/>
                    </a:cubicBezTo>
                    <a:cubicBezTo>
                      <a:pt x="756" y="240"/>
                      <a:pt x="756" y="240"/>
                      <a:pt x="756" y="240"/>
                    </a:cubicBezTo>
                    <a:cubicBezTo>
                      <a:pt x="786" y="262"/>
                      <a:pt x="802" y="309"/>
                      <a:pt x="790" y="345"/>
                    </a:cubicBezTo>
                    <a:cubicBezTo>
                      <a:pt x="676" y="697"/>
                      <a:pt x="676" y="697"/>
                      <a:pt x="676" y="697"/>
                    </a:cubicBezTo>
                    <a:cubicBezTo>
                      <a:pt x="664" y="733"/>
                      <a:pt x="624" y="762"/>
                      <a:pt x="586" y="762"/>
                    </a:cubicBezTo>
                    <a:lnTo>
                      <a:pt x="216" y="762"/>
                    </a:lnTo>
                    <a:close/>
                  </a:path>
                </a:pathLst>
              </a:custGeom>
              <a:gradFill>
                <a:gsLst>
                  <a:gs pos="30000">
                    <a:srgbClr val="F2006D"/>
                  </a:gs>
                  <a:gs pos="100000">
                    <a:srgbClr val="F2006D">
                      <a:lumMod val="50000"/>
                      <a:lumOff val="50000"/>
                    </a:srgbClr>
                  </a:gs>
                </a:gsLst>
                <a:lin ang="13500000" scaled="1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pc="-5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76" name="직사각형 275">
                <a:extLst>
                  <a:ext uri="{FF2B5EF4-FFF2-40B4-BE49-F238E27FC236}">
                    <a16:creationId xmlns:a16="http://schemas.microsoft.com/office/drawing/2014/main" id="{383A798C-6BF9-4940-895F-3EA41565AB4B}"/>
                  </a:ext>
                </a:extLst>
              </p:cNvPr>
              <p:cNvSpPr/>
              <p:nvPr/>
            </p:nvSpPr>
            <p:spPr>
              <a:xfrm>
                <a:off x="982144" y="4297292"/>
                <a:ext cx="236603" cy="153888"/>
              </a:xfrm>
              <a:prstGeom prst="rect">
                <a:avLst/>
              </a:prstGeom>
            </p:spPr>
            <p:txBody>
              <a:bodyPr wrap="none" lIns="0" tIns="0" rIns="0" bIns="0" anchor="ctr">
                <a:sp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defRPr/>
                </a:pPr>
                <a:r>
                  <a:rPr lang="ko-KR" altLang="en-US" sz="1000" spc="-40" dirty="0">
                    <a:ln>
                      <a:solidFill>
                        <a:srgbClr val="4472C4">
                          <a:alpha val="0"/>
                        </a:srgbClr>
                      </a:solidFill>
                    </a:ln>
                    <a:solidFill>
                      <a:sysClr val="window" lastClr="FFFFFF"/>
                    </a:solidFill>
                    <a:latin typeface="G마켓 산스 Bold" panose="02000000000000000000" pitchFamily="50" charset="-127"/>
                    <a:ea typeface="G마켓 산스 Bold" panose="02000000000000000000" pitchFamily="50" charset="-127"/>
                  </a:rPr>
                  <a:t>전략</a:t>
                </a:r>
              </a:p>
            </p:txBody>
          </p:sp>
          <p:sp>
            <p:nvSpPr>
              <p:cNvPr id="278" name="직사각형 277">
                <a:extLst>
                  <a:ext uri="{FF2B5EF4-FFF2-40B4-BE49-F238E27FC236}">
                    <a16:creationId xmlns:a16="http://schemas.microsoft.com/office/drawing/2014/main" id="{6D2BA47B-15B5-42D2-8B43-AE9E727F37C1}"/>
                  </a:ext>
                </a:extLst>
              </p:cNvPr>
              <p:cNvSpPr/>
              <p:nvPr/>
            </p:nvSpPr>
            <p:spPr>
              <a:xfrm>
                <a:off x="853637" y="4391473"/>
                <a:ext cx="49019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defRPr/>
                </a:pPr>
                <a:r>
                  <a:rPr lang="en-US" altLang="ko-KR" spc="-40" dirty="0">
                    <a:ln>
                      <a:solidFill>
                        <a:srgbClr val="4472C4">
                          <a:alpha val="0"/>
                        </a:srgbClr>
                      </a:solidFill>
                    </a:ln>
                    <a:solidFill>
                      <a:sysClr val="window" lastClr="FFFFFF"/>
                    </a:solidFill>
                    <a:latin typeface="G마켓 산스 Bold" panose="02000000000000000000" pitchFamily="50" charset="-127"/>
                    <a:ea typeface="G마켓 산스 Bold" panose="02000000000000000000" pitchFamily="50" charset="-127"/>
                  </a:rPr>
                  <a:t>02</a:t>
                </a:r>
                <a:endParaRPr lang="ko-KR" altLang="en-US" spc="-4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ysClr val="window" lastClr="FFFFFF"/>
                  </a:solidFill>
                  <a:latin typeface="G마켓 산스 Bold" panose="02000000000000000000" pitchFamily="50" charset="-127"/>
                  <a:ea typeface="G마켓 산스 Bold" panose="02000000000000000000" pitchFamily="50" charset="-127"/>
                </a:endParaRPr>
              </a:p>
            </p:txBody>
          </p:sp>
        </p:grpSp>
        <p:grpSp>
          <p:nvGrpSpPr>
            <p:cNvPr id="27" name="그룹 26">
              <a:extLst>
                <a:ext uri="{FF2B5EF4-FFF2-40B4-BE49-F238E27FC236}">
                  <a16:creationId xmlns:a16="http://schemas.microsoft.com/office/drawing/2014/main" id="{9263EC9B-EC98-4674-BD40-9F4B00E1DBB5}"/>
                </a:ext>
              </a:extLst>
            </p:cNvPr>
            <p:cNvGrpSpPr/>
            <p:nvPr/>
          </p:nvGrpSpPr>
          <p:grpSpPr>
            <a:xfrm>
              <a:off x="1484784" y="4035124"/>
              <a:ext cx="4382013" cy="1098391"/>
              <a:chOff x="1484784" y="4035124"/>
              <a:chExt cx="4382013" cy="1098391"/>
            </a:xfrm>
          </p:grpSpPr>
          <p:grpSp>
            <p:nvGrpSpPr>
              <p:cNvPr id="19" name="그룹 18">
                <a:extLst>
                  <a:ext uri="{FF2B5EF4-FFF2-40B4-BE49-F238E27FC236}">
                    <a16:creationId xmlns:a16="http://schemas.microsoft.com/office/drawing/2014/main" id="{E05418DE-0E0C-4533-B1F5-1427F97CA14D}"/>
                  </a:ext>
                </a:extLst>
              </p:cNvPr>
              <p:cNvGrpSpPr/>
              <p:nvPr/>
            </p:nvGrpSpPr>
            <p:grpSpPr>
              <a:xfrm>
                <a:off x="1649380" y="4675001"/>
                <a:ext cx="637144" cy="202455"/>
                <a:chOff x="1649380" y="4675001"/>
                <a:chExt cx="637144" cy="202455"/>
              </a:xfrm>
            </p:grpSpPr>
            <p:grpSp>
              <p:nvGrpSpPr>
                <p:cNvPr id="261" name="그룹 260">
                  <a:extLst>
                    <a:ext uri="{FF2B5EF4-FFF2-40B4-BE49-F238E27FC236}">
                      <a16:creationId xmlns:a16="http://schemas.microsoft.com/office/drawing/2014/main" id="{4B074CE2-5786-415F-A791-5CD9AD48FCEA}"/>
                    </a:ext>
                  </a:extLst>
                </p:cNvPr>
                <p:cNvGrpSpPr/>
                <p:nvPr/>
              </p:nvGrpSpPr>
              <p:grpSpPr>
                <a:xfrm>
                  <a:off x="1649380" y="4675001"/>
                  <a:ext cx="637144" cy="202455"/>
                  <a:chOff x="7910655" y="1934094"/>
                  <a:chExt cx="1056785" cy="370016"/>
                </a:xfrm>
                <a:solidFill>
                  <a:srgbClr val="FFC000"/>
                </a:solidFill>
              </p:grpSpPr>
              <p:sp>
                <p:nvSpPr>
                  <p:cNvPr id="262" name="자유형: 도형 246">
                    <a:extLst>
                      <a:ext uri="{FF2B5EF4-FFF2-40B4-BE49-F238E27FC236}">
                        <a16:creationId xmlns:a16="http://schemas.microsoft.com/office/drawing/2014/main" id="{F0CDF3D6-252F-4914-B0A2-D43D316F2612}"/>
                      </a:ext>
                    </a:extLst>
                  </p:cNvPr>
                  <p:cNvSpPr/>
                  <p:nvPr/>
                </p:nvSpPr>
                <p:spPr>
                  <a:xfrm>
                    <a:off x="8175039" y="1934094"/>
                    <a:ext cx="614566" cy="370016"/>
                  </a:xfrm>
                  <a:custGeom>
                    <a:avLst/>
                    <a:gdLst>
                      <a:gd name="connsiteX0" fmla="*/ 0 w 632460"/>
                      <a:gd name="connsiteY0" fmla="*/ 0 h 260491"/>
                      <a:gd name="connsiteX1" fmla="*/ 56996 w 632460"/>
                      <a:gd name="connsiteY1" fmla="*/ 0 h 260491"/>
                      <a:gd name="connsiteX2" fmla="*/ 631935 w 632460"/>
                      <a:gd name="connsiteY2" fmla="*/ 0 h 260491"/>
                      <a:gd name="connsiteX3" fmla="*/ 632460 w 632460"/>
                      <a:gd name="connsiteY3" fmla="*/ 0 h 260491"/>
                      <a:gd name="connsiteX4" fmla="*/ 632460 w 632460"/>
                      <a:gd name="connsiteY4" fmla="*/ 260491 h 260491"/>
                      <a:gd name="connsiteX5" fmla="*/ 539438 w 632460"/>
                      <a:gd name="connsiteY5" fmla="*/ 260491 h 260491"/>
                      <a:gd name="connsiteX6" fmla="*/ 34711 w 632460"/>
                      <a:gd name="connsiteY6" fmla="*/ 260491 h 260491"/>
                      <a:gd name="connsiteX7" fmla="*/ 0 w 632460"/>
                      <a:gd name="connsiteY7" fmla="*/ 260491 h 260491"/>
                      <a:gd name="connsiteX8" fmla="*/ 0 w 632460"/>
                      <a:gd name="connsiteY8" fmla="*/ 0 h 2604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632460" h="260491">
                        <a:moveTo>
                          <a:pt x="0" y="0"/>
                        </a:moveTo>
                        <a:lnTo>
                          <a:pt x="56996" y="0"/>
                        </a:lnTo>
                        <a:cubicBezTo>
                          <a:pt x="350332" y="0"/>
                          <a:pt x="526334" y="0"/>
                          <a:pt x="631935" y="0"/>
                        </a:cubicBezTo>
                        <a:lnTo>
                          <a:pt x="632460" y="0"/>
                        </a:lnTo>
                        <a:lnTo>
                          <a:pt x="632460" y="260491"/>
                        </a:lnTo>
                        <a:lnTo>
                          <a:pt x="539438" y="260491"/>
                        </a:lnTo>
                        <a:cubicBezTo>
                          <a:pt x="300356" y="260491"/>
                          <a:pt x="140969" y="260491"/>
                          <a:pt x="34711" y="260491"/>
                        </a:cubicBezTo>
                        <a:lnTo>
                          <a:pt x="0" y="26049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pFill/>
                  <a:ln w="635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lIns="104980" tIns="69987" rtlCol="0" anchor="t" anchorCtr="0">
                    <a:scene3d>
                      <a:camera prst="orthographicFront"/>
                      <a:lightRig rig="threePt" dir="t"/>
                    </a:scene3d>
                    <a:sp3d>
                      <a:bevelT w="0" h="0"/>
                    </a:sp3d>
                  </a:bodyPr>
                  <a:lstStyle>
                    <a:defPPr>
                      <a:defRPr lang="ko-KR"/>
                    </a:defPPr>
                    <a:lvl1pPr marL="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85305" indent="-85305" defTabSz="1062394" eaLnBrk="0" hangingPunct="0">
                      <a:spcAft>
                        <a:spcPts val="299"/>
                      </a:spcAft>
                      <a:buClr>
                        <a:prstClr val="black">
                          <a:lumMod val="65000"/>
                          <a:lumOff val="35000"/>
                        </a:prstClr>
                      </a:buClr>
                      <a:buFont typeface="Arial" panose="020B0604020202020204" pitchFamily="34" charset="0"/>
                      <a:buChar char="•"/>
                      <a:defRPr/>
                    </a:pPr>
                    <a:endParaRPr kumimoji="1" lang="ko-KR" altLang="en-US" sz="1300" b="1" dirty="0">
                      <a:ln>
                        <a:solidFill>
                          <a:srgbClr val="4472C4">
                            <a:alpha val="0"/>
                          </a:srgbClr>
                        </a:solidFill>
                      </a:ln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Pretendard SemiBold" panose="02000703000000020004" pitchFamily="50" charset="-127"/>
                      <a:ea typeface="Pretendard SemiBold" panose="02000703000000020004" pitchFamily="50" charset="-127"/>
                    </a:endParaRPr>
                  </a:p>
                </p:txBody>
              </p:sp>
              <p:sp>
                <p:nvSpPr>
                  <p:cNvPr id="263" name="자유형: 도형 247">
                    <a:extLst>
                      <a:ext uri="{FF2B5EF4-FFF2-40B4-BE49-F238E27FC236}">
                        <a16:creationId xmlns:a16="http://schemas.microsoft.com/office/drawing/2014/main" id="{504CE2FD-C41B-4E7E-BB6C-A206997C81D6}"/>
                      </a:ext>
                    </a:extLst>
                  </p:cNvPr>
                  <p:cNvSpPr/>
                  <p:nvPr/>
                </p:nvSpPr>
                <p:spPr>
                  <a:xfrm>
                    <a:off x="7910655" y="1934094"/>
                    <a:ext cx="264383" cy="370016"/>
                  </a:xfrm>
                  <a:custGeom>
                    <a:avLst/>
                    <a:gdLst>
                      <a:gd name="connsiteX0" fmla="*/ 128929 w 228596"/>
                      <a:gd name="connsiteY0" fmla="*/ 0 h 260491"/>
                      <a:gd name="connsiteX1" fmla="*/ 228596 w 228596"/>
                      <a:gd name="connsiteY1" fmla="*/ 0 h 260491"/>
                      <a:gd name="connsiteX2" fmla="*/ 228596 w 228596"/>
                      <a:gd name="connsiteY2" fmla="*/ 260491 h 260491"/>
                      <a:gd name="connsiteX3" fmla="*/ 205715 w 228596"/>
                      <a:gd name="connsiteY3" fmla="*/ 260491 h 260491"/>
                      <a:gd name="connsiteX4" fmla="*/ 50790 w 228596"/>
                      <a:gd name="connsiteY4" fmla="*/ 260491 h 260491"/>
                      <a:gd name="connsiteX5" fmla="*/ 31256 w 228596"/>
                      <a:gd name="connsiteY5" fmla="*/ 260491 h 260491"/>
                      <a:gd name="connsiteX6" fmla="*/ 0 w 228596"/>
                      <a:gd name="connsiteY6" fmla="*/ 260491 h 260491"/>
                      <a:gd name="connsiteX7" fmla="*/ 13284 w 228596"/>
                      <a:gd name="connsiteY7" fmla="*/ 225630 h 260491"/>
                      <a:gd name="connsiteX8" fmla="*/ 84390 w 228596"/>
                      <a:gd name="connsiteY8" fmla="*/ 34861 h 260491"/>
                      <a:gd name="connsiteX9" fmla="*/ 128929 w 228596"/>
                      <a:gd name="connsiteY9" fmla="*/ 0 h 2604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228596" h="260491">
                        <a:moveTo>
                          <a:pt x="128929" y="0"/>
                        </a:moveTo>
                        <a:lnTo>
                          <a:pt x="228596" y="0"/>
                        </a:lnTo>
                        <a:lnTo>
                          <a:pt x="228596" y="260491"/>
                        </a:lnTo>
                        <a:lnTo>
                          <a:pt x="205715" y="260491"/>
                        </a:lnTo>
                        <a:cubicBezTo>
                          <a:pt x="50790" y="260491"/>
                          <a:pt x="50790" y="260491"/>
                          <a:pt x="50790" y="260491"/>
                        </a:cubicBezTo>
                        <a:cubicBezTo>
                          <a:pt x="31256" y="260491"/>
                          <a:pt x="31256" y="260491"/>
                          <a:pt x="31256" y="260491"/>
                        </a:cubicBezTo>
                        <a:cubicBezTo>
                          <a:pt x="0" y="260491"/>
                          <a:pt x="0" y="260491"/>
                          <a:pt x="0" y="260491"/>
                        </a:cubicBezTo>
                        <a:lnTo>
                          <a:pt x="13284" y="225630"/>
                        </a:lnTo>
                        <a:cubicBezTo>
                          <a:pt x="84390" y="34861"/>
                          <a:pt x="84390" y="34861"/>
                          <a:pt x="84390" y="34861"/>
                        </a:cubicBezTo>
                        <a:cubicBezTo>
                          <a:pt x="92204" y="15494"/>
                          <a:pt x="111739" y="0"/>
                          <a:pt x="128929" y="0"/>
                        </a:cubicBezTo>
                        <a:close/>
                      </a:path>
                    </a:pathLst>
                  </a:custGeom>
                  <a:grpFill/>
                  <a:ln w="635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lIns="104980" tIns="69987" rtlCol="0" anchor="t" anchorCtr="0">
                    <a:scene3d>
                      <a:camera prst="orthographicFront"/>
                      <a:lightRig rig="threePt" dir="t"/>
                    </a:scene3d>
                    <a:sp3d>
                      <a:bevelT w="0" h="0"/>
                    </a:sp3d>
                  </a:bodyPr>
                  <a:lstStyle>
                    <a:defPPr>
                      <a:defRPr lang="ko-KR"/>
                    </a:defPPr>
                    <a:lvl1pPr marL="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85305" indent="-85305" defTabSz="1062394" eaLnBrk="0" hangingPunct="0">
                      <a:spcAft>
                        <a:spcPts val="299"/>
                      </a:spcAft>
                      <a:buClr>
                        <a:prstClr val="black">
                          <a:lumMod val="65000"/>
                          <a:lumOff val="35000"/>
                        </a:prstClr>
                      </a:buClr>
                      <a:buFont typeface="Arial" panose="020B0604020202020204" pitchFamily="34" charset="0"/>
                      <a:buChar char="•"/>
                      <a:defRPr/>
                    </a:pPr>
                    <a:endParaRPr kumimoji="1" lang="ko-KR" altLang="en-US" sz="1300" b="1" dirty="0">
                      <a:ln>
                        <a:solidFill>
                          <a:srgbClr val="4472C4">
                            <a:alpha val="0"/>
                          </a:srgbClr>
                        </a:solidFill>
                      </a:ln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Pretendard SemiBold" panose="02000703000000020004" pitchFamily="50" charset="-127"/>
                      <a:ea typeface="Pretendard SemiBold" panose="02000703000000020004" pitchFamily="50" charset="-127"/>
                    </a:endParaRPr>
                  </a:p>
                </p:txBody>
              </p:sp>
              <p:sp>
                <p:nvSpPr>
                  <p:cNvPr id="264" name="자유형: 도형 248">
                    <a:extLst>
                      <a:ext uri="{FF2B5EF4-FFF2-40B4-BE49-F238E27FC236}">
                        <a16:creationId xmlns:a16="http://schemas.microsoft.com/office/drawing/2014/main" id="{580E014F-8E85-4FFC-875B-317862FA9706}"/>
                      </a:ext>
                    </a:extLst>
                  </p:cNvPr>
                  <p:cNvSpPr/>
                  <p:nvPr/>
                </p:nvSpPr>
                <p:spPr>
                  <a:xfrm>
                    <a:off x="8761084" y="1934094"/>
                    <a:ext cx="206356" cy="370016"/>
                  </a:xfrm>
                  <a:custGeom>
                    <a:avLst/>
                    <a:gdLst>
                      <a:gd name="connsiteX0" fmla="*/ 0 w 178423"/>
                      <a:gd name="connsiteY0" fmla="*/ 0 h 260491"/>
                      <a:gd name="connsiteX1" fmla="*/ 46626 w 178423"/>
                      <a:gd name="connsiteY1" fmla="*/ 0 h 260491"/>
                      <a:gd name="connsiteX2" fmla="*/ 157876 w 178423"/>
                      <a:gd name="connsiteY2" fmla="*/ 0 h 260491"/>
                      <a:gd name="connsiteX3" fmla="*/ 175847 w 178423"/>
                      <a:gd name="connsiteY3" fmla="*/ 34861 h 260491"/>
                      <a:gd name="connsiteX4" fmla="*/ 103960 w 178423"/>
                      <a:gd name="connsiteY4" fmla="*/ 225630 h 260491"/>
                      <a:gd name="connsiteX5" fmla="*/ 60202 w 178423"/>
                      <a:gd name="connsiteY5" fmla="*/ 260491 h 260491"/>
                      <a:gd name="connsiteX6" fmla="*/ 0 w 178423"/>
                      <a:gd name="connsiteY6" fmla="*/ 260491 h 260491"/>
                      <a:gd name="connsiteX7" fmla="*/ 0 w 178423"/>
                      <a:gd name="connsiteY7" fmla="*/ 0 h 2604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178423" h="260491">
                        <a:moveTo>
                          <a:pt x="0" y="0"/>
                        </a:moveTo>
                        <a:lnTo>
                          <a:pt x="46626" y="0"/>
                        </a:lnTo>
                        <a:cubicBezTo>
                          <a:pt x="157876" y="0"/>
                          <a:pt x="157876" y="0"/>
                          <a:pt x="157876" y="0"/>
                        </a:cubicBezTo>
                        <a:cubicBezTo>
                          <a:pt x="175066" y="0"/>
                          <a:pt x="182880" y="15494"/>
                          <a:pt x="175847" y="34861"/>
                        </a:cubicBezTo>
                        <a:cubicBezTo>
                          <a:pt x="103960" y="225630"/>
                          <a:pt x="103960" y="225630"/>
                          <a:pt x="103960" y="225630"/>
                        </a:cubicBezTo>
                        <a:cubicBezTo>
                          <a:pt x="96927" y="244997"/>
                          <a:pt x="77392" y="260491"/>
                          <a:pt x="60202" y="260491"/>
                        </a:cubicBezTo>
                        <a:lnTo>
                          <a:pt x="0" y="26049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pFill/>
                  <a:ln w="635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lIns="104980" tIns="69987" rtlCol="0" anchor="t" anchorCtr="0">
                    <a:scene3d>
                      <a:camera prst="orthographicFront"/>
                      <a:lightRig rig="threePt" dir="t"/>
                    </a:scene3d>
                    <a:sp3d>
                      <a:bevelT w="0" h="0"/>
                    </a:sp3d>
                  </a:bodyPr>
                  <a:lstStyle>
                    <a:defPPr>
                      <a:defRPr lang="ko-KR"/>
                    </a:defPPr>
                    <a:lvl1pPr marL="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85305" indent="-85305" defTabSz="1062394" eaLnBrk="0" hangingPunct="0">
                      <a:spcAft>
                        <a:spcPts val="299"/>
                      </a:spcAft>
                      <a:buClr>
                        <a:prstClr val="black">
                          <a:lumMod val="65000"/>
                          <a:lumOff val="35000"/>
                        </a:prstClr>
                      </a:buClr>
                      <a:buFont typeface="Arial" panose="020B0604020202020204" pitchFamily="34" charset="0"/>
                      <a:buChar char="•"/>
                      <a:defRPr/>
                    </a:pPr>
                    <a:endParaRPr kumimoji="1" lang="ko-KR" altLang="en-US" sz="1300" b="1" dirty="0">
                      <a:ln>
                        <a:solidFill>
                          <a:srgbClr val="4472C4">
                            <a:alpha val="0"/>
                          </a:srgbClr>
                        </a:solidFill>
                      </a:ln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Pretendard SemiBold" panose="02000703000000020004" pitchFamily="50" charset="-127"/>
                      <a:ea typeface="Pretendard SemiBold" panose="02000703000000020004" pitchFamily="50" charset="-127"/>
                    </a:endParaRPr>
                  </a:p>
                </p:txBody>
              </p:sp>
            </p:grpSp>
            <p:sp>
              <p:nvSpPr>
                <p:cNvPr id="265" name="직사각형 264">
                  <a:extLst>
                    <a:ext uri="{FF2B5EF4-FFF2-40B4-BE49-F238E27FC236}">
                      <a16:creationId xmlns:a16="http://schemas.microsoft.com/office/drawing/2014/main" id="{9CAEB1DC-B08D-4AC5-8A9C-880877B279C2}"/>
                    </a:ext>
                  </a:extLst>
                </p:cNvPr>
                <p:cNvSpPr/>
                <p:nvPr/>
              </p:nvSpPr>
              <p:spPr>
                <a:xfrm>
                  <a:off x="1800438" y="4716087"/>
                  <a:ext cx="335028" cy="123111"/>
                </a:xfrm>
                <a:prstGeom prst="rect">
                  <a:avLst/>
                </a:prstGeom>
                <a:solidFill>
                  <a:srgbClr val="FFC000"/>
                </a:solidFill>
              </p:spPr>
              <p:txBody>
                <a:bodyPr wrap="none" lIns="0" tIns="0" rIns="0" bIns="0" anchor="ctr">
                  <a:spAutoFit/>
                </a:bodyPr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>
                    <a:defRPr/>
                  </a:pPr>
                  <a:r>
                    <a:rPr lang="en-US" altLang="ko-KR" sz="800" dirty="0">
                      <a:ln>
                        <a:solidFill>
                          <a:srgbClr val="4472C4">
                            <a:alpha val="0"/>
                          </a:srgbClr>
                        </a:solidFill>
                      </a:ln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G마켓 산스 Bold" panose="02000000000000000000" pitchFamily="50" charset="-127"/>
                      <a:ea typeface="G마켓 산스 Bold" panose="02000000000000000000" pitchFamily="50" charset="-127"/>
                    </a:rPr>
                    <a:t>AP 04</a:t>
                  </a:r>
                  <a:endParaRPr lang="ko-KR" altLang="en-US" sz="800" dirty="0">
                    <a:ln>
                      <a:solidFill>
                        <a:srgbClr val="4472C4">
                          <a:alpha val="0"/>
                        </a:srgb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G마켓 산스 Bold" panose="02000000000000000000" pitchFamily="50" charset="-127"/>
                    <a:ea typeface="G마켓 산스 Bold" panose="02000000000000000000" pitchFamily="50" charset="-127"/>
                  </a:endParaRPr>
                </a:p>
              </p:txBody>
            </p:sp>
          </p:grpSp>
          <p:grpSp>
            <p:nvGrpSpPr>
              <p:cNvPr id="20" name="그룹 19">
                <a:extLst>
                  <a:ext uri="{FF2B5EF4-FFF2-40B4-BE49-F238E27FC236}">
                    <a16:creationId xmlns:a16="http://schemas.microsoft.com/office/drawing/2014/main" id="{E3E7A129-3AD7-4258-BF74-42B9F04FD3C3}"/>
                  </a:ext>
                </a:extLst>
              </p:cNvPr>
              <p:cNvGrpSpPr/>
              <p:nvPr/>
            </p:nvGrpSpPr>
            <p:grpSpPr>
              <a:xfrm>
                <a:off x="1649381" y="4931059"/>
                <a:ext cx="637143" cy="202456"/>
                <a:chOff x="1649381" y="4931059"/>
                <a:chExt cx="637143" cy="202456"/>
              </a:xfrm>
            </p:grpSpPr>
            <p:grpSp>
              <p:nvGrpSpPr>
                <p:cNvPr id="266" name="그룹 265">
                  <a:extLst>
                    <a:ext uri="{FF2B5EF4-FFF2-40B4-BE49-F238E27FC236}">
                      <a16:creationId xmlns:a16="http://schemas.microsoft.com/office/drawing/2014/main" id="{2F943ABC-266D-4634-89A1-FBD497903C62}"/>
                    </a:ext>
                  </a:extLst>
                </p:cNvPr>
                <p:cNvGrpSpPr/>
                <p:nvPr/>
              </p:nvGrpSpPr>
              <p:grpSpPr>
                <a:xfrm>
                  <a:off x="1649381" y="4931059"/>
                  <a:ext cx="637143" cy="202456"/>
                  <a:chOff x="7910655" y="1934094"/>
                  <a:chExt cx="1056785" cy="370016"/>
                </a:xfrm>
                <a:solidFill>
                  <a:srgbClr val="FFC000"/>
                </a:solidFill>
              </p:grpSpPr>
              <p:sp>
                <p:nvSpPr>
                  <p:cNvPr id="267" name="자유형: 도형 266">
                    <a:extLst>
                      <a:ext uri="{FF2B5EF4-FFF2-40B4-BE49-F238E27FC236}">
                        <a16:creationId xmlns:a16="http://schemas.microsoft.com/office/drawing/2014/main" id="{E96CA23B-86CB-42E8-981F-3EED2B0D3D44}"/>
                      </a:ext>
                    </a:extLst>
                  </p:cNvPr>
                  <p:cNvSpPr/>
                  <p:nvPr/>
                </p:nvSpPr>
                <p:spPr>
                  <a:xfrm>
                    <a:off x="8175039" y="1934094"/>
                    <a:ext cx="614566" cy="370016"/>
                  </a:xfrm>
                  <a:custGeom>
                    <a:avLst/>
                    <a:gdLst>
                      <a:gd name="connsiteX0" fmla="*/ 0 w 632460"/>
                      <a:gd name="connsiteY0" fmla="*/ 0 h 260491"/>
                      <a:gd name="connsiteX1" fmla="*/ 56996 w 632460"/>
                      <a:gd name="connsiteY1" fmla="*/ 0 h 260491"/>
                      <a:gd name="connsiteX2" fmla="*/ 631935 w 632460"/>
                      <a:gd name="connsiteY2" fmla="*/ 0 h 260491"/>
                      <a:gd name="connsiteX3" fmla="*/ 632460 w 632460"/>
                      <a:gd name="connsiteY3" fmla="*/ 0 h 260491"/>
                      <a:gd name="connsiteX4" fmla="*/ 632460 w 632460"/>
                      <a:gd name="connsiteY4" fmla="*/ 260491 h 260491"/>
                      <a:gd name="connsiteX5" fmla="*/ 539438 w 632460"/>
                      <a:gd name="connsiteY5" fmla="*/ 260491 h 260491"/>
                      <a:gd name="connsiteX6" fmla="*/ 34711 w 632460"/>
                      <a:gd name="connsiteY6" fmla="*/ 260491 h 260491"/>
                      <a:gd name="connsiteX7" fmla="*/ 0 w 632460"/>
                      <a:gd name="connsiteY7" fmla="*/ 260491 h 260491"/>
                      <a:gd name="connsiteX8" fmla="*/ 0 w 632460"/>
                      <a:gd name="connsiteY8" fmla="*/ 0 h 2604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632460" h="260491">
                        <a:moveTo>
                          <a:pt x="0" y="0"/>
                        </a:moveTo>
                        <a:lnTo>
                          <a:pt x="56996" y="0"/>
                        </a:lnTo>
                        <a:cubicBezTo>
                          <a:pt x="350332" y="0"/>
                          <a:pt x="526334" y="0"/>
                          <a:pt x="631935" y="0"/>
                        </a:cubicBezTo>
                        <a:lnTo>
                          <a:pt x="632460" y="0"/>
                        </a:lnTo>
                        <a:lnTo>
                          <a:pt x="632460" y="260491"/>
                        </a:lnTo>
                        <a:lnTo>
                          <a:pt x="539438" y="260491"/>
                        </a:lnTo>
                        <a:cubicBezTo>
                          <a:pt x="300356" y="260491"/>
                          <a:pt x="140969" y="260491"/>
                          <a:pt x="34711" y="260491"/>
                        </a:cubicBezTo>
                        <a:lnTo>
                          <a:pt x="0" y="26049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pFill/>
                  <a:ln w="635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lIns="104980" tIns="69987" rtlCol="0" anchor="t" anchorCtr="0">
                    <a:scene3d>
                      <a:camera prst="orthographicFront"/>
                      <a:lightRig rig="threePt" dir="t"/>
                    </a:scene3d>
                    <a:sp3d>
                      <a:bevelT w="0" h="0"/>
                    </a:sp3d>
                  </a:bodyPr>
                  <a:lstStyle>
                    <a:defPPr>
                      <a:defRPr lang="ko-KR"/>
                    </a:defPPr>
                    <a:lvl1pPr marL="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85305" indent="-85305" defTabSz="1062394" eaLnBrk="0" hangingPunct="0">
                      <a:spcAft>
                        <a:spcPts val="299"/>
                      </a:spcAft>
                      <a:buClr>
                        <a:prstClr val="black">
                          <a:lumMod val="65000"/>
                          <a:lumOff val="35000"/>
                        </a:prstClr>
                      </a:buClr>
                      <a:buFont typeface="Arial" panose="020B0604020202020204" pitchFamily="34" charset="0"/>
                      <a:buChar char="•"/>
                      <a:defRPr/>
                    </a:pPr>
                    <a:endParaRPr kumimoji="1" lang="ko-KR" altLang="en-US" sz="1300" b="1" dirty="0">
                      <a:ln>
                        <a:solidFill>
                          <a:srgbClr val="4472C4">
                            <a:alpha val="0"/>
                          </a:srgbClr>
                        </a:solidFill>
                      </a:ln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Pretendard SemiBold" panose="02000703000000020004" pitchFamily="50" charset="-127"/>
                      <a:ea typeface="Pretendard SemiBold" panose="02000703000000020004" pitchFamily="50" charset="-127"/>
                    </a:endParaRPr>
                  </a:p>
                </p:txBody>
              </p:sp>
              <p:sp>
                <p:nvSpPr>
                  <p:cNvPr id="268" name="자유형: 도형 267">
                    <a:extLst>
                      <a:ext uri="{FF2B5EF4-FFF2-40B4-BE49-F238E27FC236}">
                        <a16:creationId xmlns:a16="http://schemas.microsoft.com/office/drawing/2014/main" id="{C6269A99-8047-4826-BF73-E5A0DC311572}"/>
                      </a:ext>
                    </a:extLst>
                  </p:cNvPr>
                  <p:cNvSpPr/>
                  <p:nvPr/>
                </p:nvSpPr>
                <p:spPr>
                  <a:xfrm>
                    <a:off x="7910655" y="1934094"/>
                    <a:ext cx="264383" cy="370016"/>
                  </a:xfrm>
                  <a:custGeom>
                    <a:avLst/>
                    <a:gdLst>
                      <a:gd name="connsiteX0" fmla="*/ 128929 w 228596"/>
                      <a:gd name="connsiteY0" fmla="*/ 0 h 260491"/>
                      <a:gd name="connsiteX1" fmla="*/ 228596 w 228596"/>
                      <a:gd name="connsiteY1" fmla="*/ 0 h 260491"/>
                      <a:gd name="connsiteX2" fmla="*/ 228596 w 228596"/>
                      <a:gd name="connsiteY2" fmla="*/ 260491 h 260491"/>
                      <a:gd name="connsiteX3" fmla="*/ 205715 w 228596"/>
                      <a:gd name="connsiteY3" fmla="*/ 260491 h 260491"/>
                      <a:gd name="connsiteX4" fmla="*/ 50790 w 228596"/>
                      <a:gd name="connsiteY4" fmla="*/ 260491 h 260491"/>
                      <a:gd name="connsiteX5" fmla="*/ 31256 w 228596"/>
                      <a:gd name="connsiteY5" fmla="*/ 260491 h 260491"/>
                      <a:gd name="connsiteX6" fmla="*/ 0 w 228596"/>
                      <a:gd name="connsiteY6" fmla="*/ 260491 h 260491"/>
                      <a:gd name="connsiteX7" fmla="*/ 13284 w 228596"/>
                      <a:gd name="connsiteY7" fmla="*/ 225630 h 260491"/>
                      <a:gd name="connsiteX8" fmla="*/ 84390 w 228596"/>
                      <a:gd name="connsiteY8" fmla="*/ 34861 h 260491"/>
                      <a:gd name="connsiteX9" fmla="*/ 128929 w 228596"/>
                      <a:gd name="connsiteY9" fmla="*/ 0 h 2604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228596" h="260491">
                        <a:moveTo>
                          <a:pt x="128929" y="0"/>
                        </a:moveTo>
                        <a:lnTo>
                          <a:pt x="228596" y="0"/>
                        </a:lnTo>
                        <a:lnTo>
                          <a:pt x="228596" y="260491"/>
                        </a:lnTo>
                        <a:lnTo>
                          <a:pt x="205715" y="260491"/>
                        </a:lnTo>
                        <a:cubicBezTo>
                          <a:pt x="50790" y="260491"/>
                          <a:pt x="50790" y="260491"/>
                          <a:pt x="50790" y="260491"/>
                        </a:cubicBezTo>
                        <a:cubicBezTo>
                          <a:pt x="31256" y="260491"/>
                          <a:pt x="31256" y="260491"/>
                          <a:pt x="31256" y="260491"/>
                        </a:cubicBezTo>
                        <a:cubicBezTo>
                          <a:pt x="0" y="260491"/>
                          <a:pt x="0" y="260491"/>
                          <a:pt x="0" y="260491"/>
                        </a:cubicBezTo>
                        <a:lnTo>
                          <a:pt x="13284" y="225630"/>
                        </a:lnTo>
                        <a:cubicBezTo>
                          <a:pt x="84390" y="34861"/>
                          <a:pt x="84390" y="34861"/>
                          <a:pt x="84390" y="34861"/>
                        </a:cubicBezTo>
                        <a:cubicBezTo>
                          <a:pt x="92204" y="15494"/>
                          <a:pt x="111739" y="0"/>
                          <a:pt x="128929" y="0"/>
                        </a:cubicBezTo>
                        <a:close/>
                      </a:path>
                    </a:pathLst>
                  </a:custGeom>
                  <a:grpFill/>
                  <a:ln w="635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lIns="104980" tIns="69987" rtlCol="0" anchor="t" anchorCtr="0">
                    <a:scene3d>
                      <a:camera prst="orthographicFront"/>
                      <a:lightRig rig="threePt" dir="t"/>
                    </a:scene3d>
                    <a:sp3d>
                      <a:bevelT w="0" h="0"/>
                    </a:sp3d>
                  </a:bodyPr>
                  <a:lstStyle>
                    <a:defPPr>
                      <a:defRPr lang="ko-KR"/>
                    </a:defPPr>
                    <a:lvl1pPr marL="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85305" indent="-85305" defTabSz="1062394" eaLnBrk="0" hangingPunct="0">
                      <a:spcAft>
                        <a:spcPts val="299"/>
                      </a:spcAft>
                      <a:buClr>
                        <a:prstClr val="black">
                          <a:lumMod val="65000"/>
                          <a:lumOff val="35000"/>
                        </a:prstClr>
                      </a:buClr>
                      <a:buFont typeface="Arial" panose="020B0604020202020204" pitchFamily="34" charset="0"/>
                      <a:buChar char="•"/>
                      <a:defRPr/>
                    </a:pPr>
                    <a:endParaRPr kumimoji="1" lang="ko-KR" altLang="en-US" sz="1300" b="1" dirty="0">
                      <a:ln>
                        <a:solidFill>
                          <a:srgbClr val="4472C4">
                            <a:alpha val="0"/>
                          </a:srgbClr>
                        </a:solidFill>
                      </a:ln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Pretendard SemiBold" panose="02000703000000020004" pitchFamily="50" charset="-127"/>
                      <a:ea typeface="Pretendard SemiBold" panose="02000703000000020004" pitchFamily="50" charset="-127"/>
                    </a:endParaRPr>
                  </a:p>
                </p:txBody>
              </p:sp>
              <p:sp>
                <p:nvSpPr>
                  <p:cNvPr id="269" name="자유형: 도형 268">
                    <a:extLst>
                      <a:ext uri="{FF2B5EF4-FFF2-40B4-BE49-F238E27FC236}">
                        <a16:creationId xmlns:a16="http://schemas.microsoft.com/office/drawing/2014/main" id="{A91F7D72-C60D-4AD5-83E2-1A7BB2BC24BC}"/>
                      </a:ext>
                    </a:extLst>
                  </p:cNvPr>
                  <p:cNvSpPr/>
                  <p:nvPr/>
                </p:nvSpPr>
                <p:spPr>
                  <a:xfrm>
                    <a:off x="8761084" y="1934094"/>
                    <a:ext cx="206356" cy="370016"/>
                  </a:xfrm>
                  <a:custGeom>
                    <a:avLst/>
                    <a:gdLst>
                      <a:gd name="connsiteX0" fmla="*/ 0 w 178423"/>
                      <a:gd name="connsiteY0" fmla="*/ 0 h 260491"/>
                      <a:gd name="connsiteX1" fmla="*/ 46626 w 178423"/>
                      <a:gd name="connsiteY1" fmla="*/ 0 h 260491"/>
                      <a:gd name="connsiteX2" fmla="*/ 157876 w 178423"/>
                      <a:gd name="connsiteY2" fmla="*/ 0 h 260491"/>
                      <a:gd name="connsiteX3" fmla="*/ 175847 w 178423"/>
                      <a:gd name="connsiteY3" fmla="*/ 34861 h 260491"/>
                      <a:gd name="connsiteX4" fmla="*/ 103960 w 178423"/>
                      <a:gd name="connsiteY4" fmla="*/ 225630 h 260491"/>
                      <a:gd name="connsiteX5" fmla="*/ 60202 w 178423"/>
                      <a:gd name="connsiteY5" fmla="*/ 260491 h 260491"/>
                      <a:gd name="connsiteX6" fmla="*/ 0 w 178423"/>
                      <a:gd name="connsiteY6" fmla="*/ 260491 h 260491"/>
                      <a:gd name="connsiteX7" fmla="*/ 0 w 178423"/>
                      <a:gd name="connsiteY7" fmla="*/ 0 h 2604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178423" h="260491">
                        <a:moveTo>
                          <a:pt x="0" y="0"/>
                        </a:moveTo>
                        <a:lnTo>
                          <a:pt x="46626" y="0"/>
                        </a:lnTo>
                        <a:cubicBezTo>
                          <a:pt x="157876" y="0"/>
                          <a:pt x="157876" y="0"/>
                          <a:pt x="157876" y="0"/>
                        </a:cubicBezTo>
                        <a:cubicBezTo>
                          <a:pt x="175066" y="0"/>
                          <a:pt x="182880" y="15494"/>
                          <a:pt x="175847" y="34861"/>
                        </a:cubicBezTo>
                        <a:cubicBezTo>
                          <a:pt x="103960" y="225630"/>
                          <a:pt x="103960" y="225630"/>
                          <a:pt x="103960" y="225630"/>
                        </a:cubicBezTo>
                        <a:cubicBezTo>
                          <a:pt x="96927" y="244997"/>
                          <a:pt x="77392" y="260491"/>
                          <a:pt x="60202" y="260491"/>
                        </a:cubicBezTo>
                        <a:lnTo>
                          <a:pt x="0" y="26049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pFill/>
                  <a:ln w="635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lIns="104980" tIns="69987" rtlCol="0" anchor="t" anchorCtr="0">
                    <a:scene3d>
                      <a:camera prst="orthographicFront"/>
                      <a:lightRig rig="threePt" dir="t"/>
                    </a:scene3d>
                    <a:sp3d>
                      <a:bevelT w="0" h="0"/>
                    </a:sp3d>
                  </a:bodyPr>
                  <a:lstStyle>
                    <a:defPPr>
                      <a:defRPr lang="ko-KR"/>
                    </a:defPPr>
                    <a:lvl1pPr marL="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85305" indent="-85305" defTabSz="1062394" eaLnBrk="0" hangingPunct="0">
                      <a:spcAft>
                        <a:spcPts val="299"/>
                      </a:spcAft>
                      <a:buClr>
                        <a:prstClr val="black">
                          <a:lumMod val="65000"/>
                          <a:lumOff val="35000"/>
                        </a:prstClr>
                      </a:buClr>
                      <a:buFont typeface="Arial" panose="020B0604020202020204" pitchFamily="34" charset="0"/>
                      <a:buChar char="•"/>
                      <a:defRPr/>
                    </a:pPr>
                    <a:endParaRPr kumimoji="1" lang="ko-KR" altLang="en-US" sz="1300" b="1" dirty="0">
                      <a:ln>
                        <a:solidFill>
                          <a:srgbClr val="4472C4">
                            <a:alpha val="0"/>
                          </a:srgbClr>
                        </a:solidFill>
                      </a:ln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Pretendard SemiBold" panose="02000703000000020004" pitchFamily="50" charset="-127"/>
                      <a:ea typeface="Pretendard SemiBold" panose="02000703000000020004" pitchFamily="50" charset="-127"/>
                    </a:endParaRPr>
                  </a:p>
                </p:txBody>
              </p:sp>
            </p:grpSp>
            <p:sp>
              <p:nvSpPr>
                <p:cNvPr id="270" name="직사각형 269">
                  <a:extLst>
                    <a:ext uri="{FF2B5EF4-FFF2-40B4-BE49-F238E27FC236}">
                      <a16:creationId xmlns:a16="http://schemas.microsoft.com/office/drawing/2014/main" id="{B43CAC2C-9EAF-4D91-A2B7-4456006BCD5E}"/>
                    </a:ext>
                  </a:extLst>
                </p:cNvPr>
                <p:cNvSpPr/>
                <p:nvPr/>
              </p:nvSpPr>
              <p:spPr>
                <a:xfrm>
                  <a:off x="1801240" y="4972146"/>
                  <a:ext cx="333425" cy="123111"/>
                </a:xfrm>
                <a:prstGeom prst="rect">
                  <a:avLst/>
                </a:prstGeom>
                <a:solidFill>
                  <a:srgbClr val="FFC000"/>
                </a:solidFill>
              </p:spPr>
              <p:txBody>
                <a:bodyPr wrap="none" lIns="0" tIns="0" rIns="0" bIns="0" anchor="ctr">
                  <a:spAutoFit/>
                </a:bodyPr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>
                    <a:defRPr/>
                  </a:pPr>
                  <a:r>
                    <a:rPr lang="en-US" altLang="ko-KR" sz="800" dirty="0">
                      <a:ln>
                        <a:solidFill>
                          <a:srgbClr val="4472C4">
                            <a:alpha val="0"/>
                          </a:srgbClr>
                        </a:solidFill>
                      </a:ln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G마켓 산스 Bold" panose="02000000000000000000" pitchFamily="50" charset="-127"/>
                      <a:ea typeface="G마켓 산스 Bold" panose="02000000000000000000" pitchFamily="50" charset="-127"/>
                    </a:rPr>
                    <a:t>AP 05</a:t>
                  </a:r>
                  <a:endParaRPr lang="ko-KR" altLang="en-US" sz="800" dirty="0">
                    <a:ln>
                      <a:solidFill>
                        <a:srgbClr val="4472C4">
                          <a:alpha val="0"/>
                        </a:srgb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G마켓 산스 Bold" panose="02000000000000000000" pitchFamily="50" charset="-127"/>
                    <a:ea typeface="G마켓 산스 Bold" panose="02000000000000000000" pitchFamily="50" charset="-127"/>
                  </a:endParaRPr>
                </a:p>
              </p:txBody>
            </p:sp>
          </p:grpSp>
          <p:cxnSp>
            <p:nvCxnSpPr>
              <p:cNvPr id="271" name="직선 연결선 270">
                <a:extLst>
                  <a:ext uri="{FF2B5EF4-FFF2-40B4-BE49-F238E27FC236}">
                    <a16:creationId xmlns:a16="http://schemas.microsoft.com/office/drawing/2014/main" id="{D80A470B-1665-4B07-B881-9BDF1BDDD4D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14507" y="4590399"/>
                <a:ext cx="4152290" cy="0"/>
              </a:xfrm>
              <a:prstGeom prst="line">
                <a:avLst/>
              </a:prstGeom>
              <a:noFill/>
              <a:ln w="9525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miter lim="800000"/>
              </a:ln>
              <a:effectLst/>
            </p:spPr>
          </p:cxnSp>
          <p:grpSp>
            <p:nvGrpSpPr>
              <p:cNvPr id="272" name="그룹 271">
                <a:extLst>
                  <a:ext uri="{FF2B5EF4-FFF2-40B4-BE49-F238E27FC236}">
                    <a16:creationId xmlns:a16="http://schemas.microsoft.com/office/drawing/2014/main" id="{7BE636AB-38AF-4527-BC53-C9C3E2173974}"/>
                  </a:ext>
                </a:extLst>
              </p:cNvPr>
              <p:cNvGrpSpPr/>
              <p:nvPr/>
            </p:nvGrpSpPr>
            <p:grpSpPr>
              <a:xfrm flipH="1">
                <a:off x="1484784" y="4035124"/>
                <a:ext cx="173362" cy="176956"/>
                <a:chOff x="5053013" y="2092644"/>
                <a:chExt cx="395287" cy="395287"/>
              </a:xfrm>
              <a:solidFill>
                <a:srgbClr val="98B6FD"/>
              </a:solidFill>
            </p:grpSpPr>
            <p:sp>
              <p:nvSpPr>
                <p:cNvPr id="273" name="모서리가 둥근 직사각형 231">
                  <a:extLst>
                    <a:ext uri="{FF2B5EF4-FFF2-40B4-BE49-F238E27FC236}">
                      <a16:creationId xmlns:a16="http://schemas.microsoft.com/office/drawing/2014/main" id="{E23AE591-7EE3-41F2-855F-920FDD150377}"/>
                    </a:ext>
                  </a:extLst>
                </p:cNvPr>
                <p:cNvSpPr/>
                <p:nvPr/>
              </p:nvSpPr>
              <p:spPr>
                <a:xfrm>
                  <a:off x="5053013" y="2248536"/>
                  <a:ext cx="395287" cy="83503"/>
                </a:xfrm>
                <a:prstGeom prst="roundRect">
                  <a:avLst>
                    <a:gd name="adj" fmla="val 50000"/>
                  </a:avLst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 latinLnBrk="0">
                    <a:defRPr/>
                  </a:pPr>
                  <a:endParaRPr lang="ko-KR" altLang="en-US" sz="2400">
                    <a:solidFill>
                      <a:sysClr val="window" lastClr="FFFFFF"/>
                    </a:solidFill>
                  </a:endParaRPr>
                </a:p>
              </p:txBody>
            </p:sp>
            <p:sp>
              <p:nvSpPr>
                <p:cNvPr id="274" name="모서리가 둥근 직사각형 232">
                  <a:extLst>
                    <a:ext uri="{FF2B5EF4-FFF2-40B4-BE49-F238E27FC236}">
                      <a16:creationId xmlns:a16="http://schemas.microsoft.com/office/drawing/2014/main" id="{86E37D04-D1E9-41BA-B09E-8BE9AD2674B4}"/>
                    </a:ext>
                  </a:extLst>
                </p:cNvPr>
                <p:cNvSpPr/>
                <p:nvPr/>
              </p:nvSpPr>
              <p:spPr>
                <a:xfrm rot="5400000">
                  <a:off x="5053013" y="2248536"/>
                  <a:ext cx="395287" cy="83503"/>
                </a:xfrm>
                <a:prstGeom prst="roundRect">
                  <a:avLst>
                    <a:gd name="adj" fmla="val 50000"/>
                  </a:avLst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 latinLnBrk="0">
                    <a:defRPr/>
                  </a:pPr>
                  <a:endParaRPr lang="ko-KR" altLang="en-US" sz="2400" dirty="0">
                    <a:solidFill>
                      <a:sysClr val="window" lastClr="FFFFFF"/>
                    </a:solidFill>
                  </a:endParaRPr>
                </a:p>
              </p:txBody>
            </p:sp>
          </p:grpSp>
          <p:sp>
            <p:nvSpPr>
              <p:cNvPr id="277" name="TextBox 241">
                <a:extLst>
                  <a:ext uri="{FF2B5EF4-FFF2-40B4-BE49-F238E27FC236}">
                    <a16:creationId xmlns:a16="http://schemas.microsoft.com/office/drawing/2014/main" id="{B718E18E-4F8D-46A2-AFE6-D772783AA461}"/>
                  </a:ext>
                </a:extLst>
              </p:cNvPr>
              <p:cNvSpPr txBox="1"/>
              <p:nvPr/>
            </p:nvSpPr>
            <p:spPr>
              <a:xfrm>
                <a:off x="1736056" y="4274878"/>
                <a:ext cx="3985065" cy="2308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defRPr/>
                </a:pPr>
                <a:r>
                  <a:rPr lang="ko-KR" altLang="en-US" sz="1500" spc="-100" dirty="0">
                    <a:ln w="9525"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G마켓 산스 Bold" panose="02000000000000000000" pitchFamily="50" charset="-127"/>
                    <a:ea typeface="G마켓 산스 Bold" panose="02000000000000000000" pitchFamily="50" charset="-127"/>
                  </a:rPr>
                  <a:t>결정이 쉽다</a:t>
                </a:r>
                <a:r>
                  <a:rPr lang="en-US" altLang="ko-KR" sz="1500" spc="-100" dirty="0">
                    <a:ln w="9525"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G마켓 산스 Bold" panose="02000000000000000000" pitchFamily="50" charset="-127"/>
                    <a:ea typeface="G마켓 산스 Bold" panose="02000000000000000000" pitchFamily="50" charset="-127"/>
                  </a:rPr>
                  <a:t>! </a:t>
                </a:r>
                <a:r>
                  <a:rPr lang="ko-KR" altLang="en-US" sz="1500" spc="-100" dirty="0">
                    <a:ln w="9525"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G마켓 산스 Bold" panose="02000000000000000000" pitchFamily="50" charset="-127"/>
                    <a:ea typeface="G마켓 산스 Bold" panose="02000000000000000000" pitchFamily="50" charset="-127"/>
                  </a:rPr>
                  <a:t>보기 쉽고</a:t>
                </a:r>
                <a:r>
                  <a:rPr lang="en-US" altLang="ko-KR" sz="1500" spc="-100" dirty="0">
                    <a:ln w="9525"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G마켓 산스 Bold" panose="02000000000000000000" pitchFamily="50" charset="-127"/>
                    <a:ea typeface="G마켓 산스 Bold" panose="02000000000000000000" pitchFamily="50" charset="-127"/>
                  </a:rPr>
                  <a:t>, </a:t>
                </a:r>
                <a:r>
                  <a:rPr lang="ko-KR" altLang="en-US" sz="1500" spc="-100" dirty="0">
                    <a:ln w="9525"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G마켓 산스 Bold" panose="02000000000000000000" pitchFamily="50" charset="-127"/>
                    <a:ea typeface="G마켓 산스 Bold" panose="02000000000000000000" pitchFamily="50" charset="-127"/>
                  </a:rPr>
                  <a:t>이해도 잘되는 설계문서 활용</a:t>
                </a:r>
              </a:p>
            </p:txBody>
          </p:sp>
          <p:sp>
            <p:nvSpPr>
              <p:cNvPr id="279" name="TextBox 241">
                <a:extLst>
                  <a:ext uri="{FF2B5EF4-FFF2-40B4-BE49-F238E27FC236}">
                    <a16:creationId xmlns:a16="http://schemas.microsoft.com/office/drawing/2014/main" id="{B648293A-51EB-4967-9340-8FEDDA79316E}"/>
                  </a:ext>
                </a:extLst>
              </p:cNvPr>
              <p:cNvSpPr txBox="1"/>
              <p:nvPr/>
            </p:nvSpPr>
            <p:spPr>
              <a:xfrm>
                <a:off x="1736056" y="4055938"/>
                <a:ext cx="1466748" cy="169277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defRPr/>
                </a:pPr>
                <a:r>
                  <a:rPr lang="ko-KR" altLang="en-US" sz="1100" spc="-100" dirty="0">
                    <a:ln w="9525"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rgbClr val="00B0F0"/>
                    </a:solidFill>
                    <a:latin typeface="G마켓 산스 Bold" panose="02000000000000000000" pitchFamily="50" charset="-127"/>
                    <a:ea typeface="G마켓 산스 Bold" panose="02000000000000000000" pitchFamily="50" charset="-127"/>
                  </a:rPr>
                  <a:t>고객 소통 및 빠른 의사결정</a:t>
                </a:r>
                <a:endParaRPr lang="en-US" altLang="ko-KR" sz="1100" spc="-100" dirty="0">
                  <a:ln w="9525"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00B0F0"/>
                  </a:solidFill>
                  <a:latin typeface="G마켓 산스 Bold" panose="02000000000000000000" pitchFamily="50" charset="-127"/>
                  <a:ea typeface="G마켓 산스 Bold" panose="02000000000000000000" pitchFamily="50" charset="-127"/>
                </a:endParaRPr>
              </a:p>
            </p:txBody>
          </p:sp>
          <p:sp>
            <p:nvSpPr>
              <p:cNvPr id="280" name="TextBox 279">
                <a:extLst>
                  <a:ext uri="{FF2B5EF4-FFF2-40B4-BE49-F238E27FC236}">
                    <a16:creationId xmlns:a16="http://schemas.microsoft.com/office/drawing/2014/main" id="{BFF6B45B-EA6E-4FC2-B725-D2B1121F0943}"/>
                  </a:ext>
                </a:extLst>
              </p:cNvPr>
              <p:cNvSpPr txBox="1"/>
              <p:nvPr/>
            </p:nvSpPr>
            <p:spPr>
              <a:xfrm>
                <a:off x="2323714" y="4686694"/>
                <a:ext cx="2513509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>
                <a:defPPr>
                  <a:defRPr lang="en-US"/>
                </a:defPPr>
                <a:lvl1pPr marR="0" lvl="0" indent="0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pc="-40">
                    <a:ln>
                      <a:solidFill>
                        <a:srgbClr val="CCCCCC">
                          <a:alpha val="0"/>
                        </a:srgbClr>
                      </a:solidFill>
                    </a:ln>
                    <a:solidFill>
                      <a:prstClr val="black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defRPr>
                </a:lvl1pPr>
              </a:lstStyle>
              <a:p>
                <a:pPr defTabSz="914400">
                  <a:spcBef>
                    <a:spcPts val="100"/>
                  </a:spcBef>
                  <a:spcAft>
                    <a:spcPts val="100"/>
                  </a:spcAft>
                  <a:defRPr/>
                </a:pPr>
                <a:r>
                  <a:rPr lang="ko-KR" altLang="en-US" sz="1000" spc="-50" dirty="0">
                    <a:ln>
                      <a:solidFill>
                        <a:srgbClr val="0575F3">
                          <a:alpha val="0"/>
                        </a:srgbClr>
                      </a:solidFill>
                    </a:ln>
                    <a:solidFill>
                      <a:srgbClr val="FFC000"/>
                    </a:solidFill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기능 개발 및 사업관리 역량이 풍부한 </a:t>
                </a:r>
                <a:r>
                  <a:rPr lang="en-US" altLang="ko-KR" sz="1000" spc="-50" dirty="0">
                    <a:ln>
                      <a:solidFill>
                        <a:srgbClr val="0575F3">
                          <a:alpha val="0"/>
                        </a:srgbClr>
                      </a:solidFill>
                    </a:ln>
                    <a:solidFill>
                      <a:srgbClr val="FFC000"/>
                    </a:solidFill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PM</a:t>
                </a:r>
                <a:r>
                  <a:rPr lang="ko-KR" altLang="en-US" sz="1000" spc="-50" dirty="0">
                    <a:ln>
                      <a:solidFill>
                        <a:srgbClr val="0575F3">
                          <a:alpha val="0"/>
                        </a:srgbClr>
                      </a:solidFill>
                    </a:ln>
                    <a:solidFill>
                      <a:srgbClr val="FFC000"/>
                    </a:solidFill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의 참여</a:t>
                </a:r>
              </a:p>
            </p:txBody>
          </p:sp>
          <p:sp>
            <p:nvSpPr>
              <p:cNvPr id="281" name="TextBox 280">
                <a:extLst>
                  <a:ext uri="{FF2B5EF4-FFF2-40B4-BE49-F238E27FC236}">
                    <a16:creationId xmlns:a16="http://schemas.microsoft.com/office/drawing/2014/main" id="{35AEB71E-1C33-490F-90DD-832723F33E73}"/>
                  </a:ext>
                </a:extLst>
              </p:cNvPr>
              <p:cNvSpPr txBox="1"/>
              <p:nvPr/>
            </p:nvSpPr>
            <p:spPr>
              <a:xfrm>
                <a:off x="2323714" y="4975501"/>
                <a:ext cx="3419206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>
                <a:defPPr>
                  <a:defRPr lang="en-US"/>
                </a:defPPr>
                <a:lvl1pPr marR="0" lvl="0" indent="0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pc="-40">
                    <a:ln>
                      <a:solidFill>
                        <a:srgbClr val="CCCCCC">
                          <a:alpha val="0"/>
                        </a:srgbClr>
                      </a:solidFill>
                    </a:ln>
                    <a:solidFill>
                      <a:prstClr val="black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defRPr>
                </a:lvl1pPr>
              </a:lstStyle>
              <a:p>
                <a:pPr lvl="0" defTabSz="914400">
                  <a:spcBef>
                    <a:spcPts val="100"/>
                  </a:spcBef>
                  <a:spcAft>
                    <a:spcPts val="100"/>
                  </a:spcAft>
                  <a:defRPr/>
                </a:pPr>
                <a:r>
                  <a:rPr lang="ko-KR" altLang="en-US" sz="1000" spc="-50" dirty="0">
                    <a:ln>
                      <a:solidFill>
                        <a:srgbClr val="0575F3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공공부문 개발 및 유지관리 사업에 대한 차별화된 지식과 경험 보유</a:t>
                </a:r>
              </a:p>
            </p:txBody>
          </p:sp>
        </p:grpSp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C395155E-E760-42C1-AFB8-37B0C6392A98}"/>
                </a:ext>
              </a:extLst>
            </p:cNvPr>
            <p:cNvGrpSpPr/>
            <p:nvPr/>
          </p:nvGrpSpPr>
          <p:grpSpPr>
            <a:xfrm>
              <a:off x="770372" y="5488196"/>
              <a:ext cx="667399" cy="647579"/>
              <a:chOff x="770372" y="5488196"/>
              <a:chExt cx="667399" cy="647579"/>
            </a:xfrm>
          </p:grpSpPr>
          <p:sp>
            <p:nvSpPr>
              <p:cNvPr id="297" name="Freeform 5">
                <a:extLst>
                  <a:ext uri="{FF2B5EF4-FFF2-40B4-BE49-F238E27FC236}">
                    <a16:creationId xmlns:a16="http://schemas.microsoft.com/office/drawing/2014/main" id="{A118036A-0FFA-4228-A4F7-3C391D431E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0372" y="5488196"/>
                <a:ext cx="667399" cy="647579"/>
              </a:xfrm>
              <a:custGeom>
                <a:avLst/>
                <a:gdLst>
                  <a:gd name="T0" fmla="*/ 216 w 802"/>
                  <a:gd name="T1" fmla="*/ 762 h 762"/>
                  <a:gd name="T2" fmla="*/ 126 w 802"/>
                  <a:gd name="T3" fmla="*/ 697 h 762"/>
                  <a:gd name="T4" fmla="*/ 12 w 802"/>
                  <a:gd name="T5" fmla="*/ 345 h 762"/>
                  <a:gd name="T6" fmla="*/ 46 w 802"/>
                  <a:gd name="T7" fmla="*/ 240 h 762"/>
                  <a:gd name="T8" fmla="*/ 346 w 802"/>
                  <a:gd name="T9" fmla="*/ 22 h 762"/>
                  <a:gd name="T10" fmla="*/ 456 w 802"/>
                  <a:gd name="T11" fmla="*/ 22 h 762"/>
                  <a:gd name="T12" fmla="*/ 756 w 802"/>
                  <a:gd name="T13" fmla="*/ 240 h 762"/>
                  <a:gd name="T14" fmla="*/ 790 w 802"/>
                  <a:gd name="T15" fmla="*/ 345 h 762"/>
                  <a:gd name="T16" fmla="*/ 676 w 802"/>
                  <a:gd name="T17" fmla="*/ 697 h 762"/>
                  <a:gd name="T18" fmla="*/ 586 w 802"/>
                  <a:gd name="T19" fmla="*/ 762 h 762"/>
                  <a:gd name="T20" fmla="*/ 216 w 802"/>
                  <a:gd name="T21" fmla="*/ 762 h 7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02" h="762">
                    <a:moveTo>
                      <a:pt x="216" y="762"/>
                    </a:moveTo>
                    <a:cubicBezTo>
                      <a:pt x="178" y="762"/>
                      <a:pt x="138" y="733"/>
                      <a:pt x="126" y="697"/>
                    </a:cubicBezTo>
                    <a:cubicBezTo>
                      <a:pt x="12" y="345"/>
                      <a:pt x="12" y="345"/>
                      <a:pt x="12" y="345"/>
                    </a:cubicBezTo>
                    <a:cubicBezTo>
                      <a:pt x="0" y="309"/>
                      <a:pt x="16" y="262"/>
                      <a:pt x="46" y="240"/>
                    </a:cubicBezTo>
                    <a:cubicBezTo>
                      <a:pt x="346" y="22"/>
                      <a:pt x="346" y="22"/>
                      <a:pt x="346" y="22"/>
                    </a:cubicBezTo>
                    <a:cubicBezTo>
                      <a:pt x="376" y="0"/>
                      <a:pt x="426" y="0"/>
                      <a:pt x="456" y="22"/>
                    </a:cubicBezTo>
                    <a:cubicBezTo>
                      <a:pt x="756" y="240"/>
                      <a:pt x="756" y="240"/>
                      <a:pt x="756" y="240"/>
                    </a:cubicBezTo>
                    <a:cubicBezTo>
                      <a:pt x="786" y="262"/>
                      <a:pt x="802" y="309"/>
                      <a:pt x="790" y="345"/>
                    </a:cubicBezTo>
                    <a:cubicBezTo>
                      <a:pt x="676" y="697"/>
                      <a:pt x="676" y="697"/>
                      <a:pt x="676" y="697"/>
                    </a:cubicBezTo>
                    <a:cubicBezTo>
                      <a:pt x="664" y="733"/>
                      <a:pt x="624" y="762"/>
                      <a:pt x="586" y="762"/>
                    </a:cubicBezTo>
                    <a:lnTo>
                      <a:pt x="216" y="762"/>
                    </a:lnTo>
                    <a:close/>
                  </a:path>
                </a:pathLst>
              </a:custGeom>
              <a:gradFill>
                <a:gsLst>
                  <a:gs pos="30000">
                    <a:srgbClr val="F2006D"/>
                  </a:gs>
                  <a:gs pos="100000">
                    <a:srgbClr val="F2006D">
                      <a:lumMod val="50000"/>
                      <a:lumOff val="50000"/>
                    </a:srgbClr>
                  </a:gs>
                </a:gsLst>
                <a:lin ang="13500000" scaled="1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pc="-5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98" name="직사각형 297">
                <a:extLst>
                  <a:ext uri="{FF2B5EF4-FFF2-40B4-BE49-F238E27FC236}">
                    <a16:creationId xmlns:a16="http://schemas.microsoft.com/office/drawing/2014/main" id="{7413F34A-9ADD-4643-B60C-E5418286D236}"/>
                  </a:ext>
                </a:extLst>
              </p:cNvPr>
              <p:cNvSpPr/>
              <p:nvPr/>
            </p:nvSpPr>
            <p:spPr>
              <a:xfrm>
                <a:off x="982144" y="5664949"/>
                <a:ext cx="236603" cy="153888"/>
              </a:xfrm>
              <a:prstGeom prst="rect">
                <a:avLst/>
              </a:prstGeom>
            </p:spPr>
            <p:txBody>
              <a:bodyPr wrap="none" lIns="0" tIns="0" rIns="0" bIns="0" anchor="ctr">
                <a:sp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defRPr/>
                </a:pPr>
                <a:r>
                  <a:rPr lang="ko-KR" altLang="en-US" sz="1000" spc="-40" dirty="0">
                    <a:ln>
                      <a:solidFill>
                        <a:srgbClr val="4472C4">
                          <a:alpha val="0"/>
                        </a:srgbClr>
                      </a:solidFill>
                    </a:ln>
                    <a:solidFill>
                      <a:sysClr val="window" lastClr="FFFFFF"/>
                    </a:solidFill>
                    <a:latin typeface="G마켓 산스 Bold" panose="02000000000000000000" pitchFamily="50" charset="-127"/>
                    <a:ea typeface="G마켓 산스 Bold" panose="02000000000000000000" pitchFamily="50" charset="-127"/>
                  </a:rPr>
                  <a:t>전략</a:t>
                </a:r>
              </a:p>
            </p:txBody>
          </p:sp>
          <p:sp>
            <p:nvSpPr>
              <p:cNvPr id="300" name="직사각형 299">
                <a:extLst>
                  <a:ext uri="{FF2B5EF4-FFF2-40B4-BE49-F238E27FC236}">
                    <a16:creationId xmlns:a16="http://schemas.microsoft.com/office/drawing/2014/main" id="{79FB6AF8-2BF2-4C93-BC50-E2C2FC94D1C2}"/>
                  </a:ext>
                </a:extLst>
              </p:cNvPr>
              <p:cNvSpPr/>
              <p:nvPr/>
            </p:nvSpPr>
            <p:spPr>
              <a:xfrm>
                <a:off x="853637" y="5759130"/>
                <a:ext cx="49180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defRPr/>
                </a:pPr>
                <a:r>
                  <a:rPr lang="en-US" altLang="ko-KR" spc="-40" dirty="0">
                    <a:ln>
                      <a:solidFill>
                        <a:srgbClr val="4472C4">
                          <a:alpha val="0"/>
                        </a:srgbClr>
                      </a:solidFill>
                    </a:ln>
                    <a:solidFill>
                      <a:sysClr val="window" lastClr="FFFFFF"/>
                    </a:solidFill>
                    <a:latin typeface="G마켓 산스 Bold" panose="02000000000000000000" pitchFamily="50" charset="-127"/>
                    <a:ea typeface="G마켓 산스 Bold" panose="02000000000000000000" pitchFamily="50" charset="-127"/>
                  </a:rPr>
                  <a:t>03</a:t>
                </a:r>
                <a:endParaRPr lang="ko-KR" altLang="en-US" spc="-4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ysClr val="window" lastClr="FFFFFF"/>
                  </a:solidFill>
                  <a:latin typeface="G마켓 산스 Bold" panose="02000000000000000000" pitchFamily="50" charset="-127"/>
                  <a:ea typeface="G마켓 산스 Bold" panose="02000000000000000000" pitchFamily="50" charset="-127"/>
                </a:endParaRPr>
              </a:p>
            </p:txBody>
          </p:sp>
        </p:grpSp>
        <p:grpSp>
          <p:nvGrpSpPr>
            <p:cNvPr id="25" name="그룹 24">
              <a:extLst>
                <a:ext uri="{FF2B5EF4-FFF2-40B4-BE49-F238E27FC236}">
                  <a16:creationId xmlns:a16="http://schemas.microsoft.com/office/drawing/2014/main" id="{8F259809-7D09-4558-820C-D3386E618486}"/>
                </a:ext>
              </a:extLst>
            </p:cNvPr>
            <p:cNvGrpSpPr/>
            <p:nvPr/>
          </p:nvGrpSpPr>
          <p:grpSpPr>
            <a:xfrm>
              <a:off x="1484784" y="5402781"/>
              <a:ext cx="4559179" cy="1098391"/>
              <a:chOff x="1484784" y="5402781"/>
              <a:chExt cx="4559179" cy="1098391"/>
            </a:xfrm>
          </p:grpSpPr>
          <p:grpSp>
            <p:nvGrpSpPr>
              <p:cNvPr id="21" name="그룹 20">
                <a:extLst>
                  <a:ext uri="{FF2B5EF4-FFF2-40B4-BE49-F238E27FC236}">
                    <a16:creationId xmlns:a16="http://schemas.microsoft.com/office/drawing/2014/main" id="{D9440C75-E144-497A-8882-37B07B3B813B}"/>
                  </a:ext>
                </a:extLst>
              </p:cNvPr>
              <p:cNvGrpSpPr/>
              <p:nvPr/>
            </p:nvGrpSpPr>
            <p:grpSpPr>
              <a:xfrm>
                <a:off x="1649380" y="6042658"/>
                <a:ext cx="637144" cy="202455"/>
                <a:chOff x="1649380" y="6042658"/>
                <a:chExt cx="637144" cy="202455"/>
              </a:xfrm>
            </p:grpSpPr>
            <p:grpSp>
              <p:nvGrpSpPr>
                <p:cNvPr id="282" name="그룹 281">
                  <a:extLst>
                    <a:ext uri="{FF2B5EF4-FFF2-40B4-BE49-F238E27FC236}">
                      <a16:creationId xmlns:a16="http://schemas.microsoft.com/office/drawing/2014/main" id="{FF9AC28A-2F52-4232-BF0A-D7B41D82114C}"/>
                    </a:ext>
                  </a:extLst>
                </p:cNvPr>
                <p:cNvGrpSpPr/>
                <p:nvPr/>
              </p:nvGrpSpPr>
              <p:grpSpPr>
                <a:xfrm>
                  <a:off x="1649380" y="6042658"/>
                  <a:ext cx="637144" cy="202455"/>
                  <a:chOff x="7910655" y="1934094"/>
                  <a:chExt cx="1056785" cy="370016"/>
                </a:xfrm>
                <a:solidFill>
                  <a:srgbClr val="FFC000"/>
                </a:solidFill>
              </p:grpSpPr>
              <p:sp>
                <p:nvSpPr>
                  <p:cNvPr id="284" name="자유형: 도형 246">
                    <a:extLst>
                      <a:ext uri="{FF2B5EF4-FFF2-40B4-BE49-F238E27FC236}">
                        <a16:creationId xmlns:a16="http://schemas.microsoft.com/office/drawing/2014/main" id="{4FFC6975-1B57-439B-8C15-31700BCA9A56}"/>
                      </a:ext>
                    </a:extLst>
                  </p:cNvPr>
                  <p:cNvSpPr/>
                  <p:nvPr/>
                </p:nvSpPr>
                <p:spPr>
                  <a:xfrm>
                    <a:off x="8175039" y="1934094"/>
                    <a:ext cx="614566" cy="370016"/>
                  </a:xfrm>
                  <a:custGeom>
                    <a:avLst/>
                    <a:gdLst>
                      <a:gd name="connsiteX0" fmla="*/ 0 w 632460"/>
                      <a:gd name="connsiteY0" fmla="*/ 0 h 260491"/>
                      <a:gd name="connsiteX1" fmla="*/ 56996 w 632460"/>
                      <a:gd name="connsiteY1" fmla="*/ 0 h 260491"/>
                      <a:gd name="connsiteX2" fmla="*/ 631935 w 632460"/>
                      <a:gd name="connsiteY2" fmla="*/ 0 h 260491"/>
                      <a:gd name="connsiteX3" fmla="*/ 632460 w 632460"/>
                      <a:gd name="connsiteY3" fmla="*/ 0 h 260491"/>
                      <a:gd name="connsiteX4" fmla="*/ 632460 w 632460"/>
                      <a:gd name="connsiteY4" fmla="*/ 260491 h 260491"/>
                      <a:gd name="connsiteX5" fmla="*/ 539438 w 632460"/>
                      <a:gd name="connsiteY5" fmla="*/ 260491 h 260491"/>
                      <a:gd name="connsiteX6" fmla="*/ 34711 w 632460"/>
                      <a:gd name="connsiteY6" fmla="*/ 260491 h 260491"/>
                      <a:gd name="connsiteX7" fmla="*/ 0 w 632460"/>
                      <a:gd name="connsiteY7" fmla="*/ 260491 h 260491"/>
                      <a:gd name="connsiteX8" fmla="*/ 0 w 632460"/>
                      <a:gd name="connsiteY8" fmla="*/ 0 h 2604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632460" h="260491">
                        <a:moveTo>
                          <a:pt x="0" y="0"/>
                        </a:moveTo>
                        <a:lnTo>
                          <a:pt x="56996" y="0"/>
                        </a:lnTo>
                        <a:cubicBezTo>
                          <a:pt x="350332" y="0"/>
                          <a:pt x="526334" y="0"/>
                          <a:pt x="631935" y="0"/>
                        </a:cubicBezTo>
                        <a:lnTo>
                          <a:pt x="632460" y="0"/>
                        </a:lnTo>
                        <a:lnTo>
                          <a:pt x="632460" y="260491"/>
                        </a:lnTo>
                        <a:lnTo>
                          <a:pt x="539438" y="260491"/>
                        </a:lnTo>
                        <a:cubicBezTo>
                          <a:pt x="300356" y="260491"/>
                          <a:pt x="140969" y="260491"/>
                          <a:pt x="34711" y="260491"/>
                        </a:cubicBezTo>
                        <a:lnTo>
                          <a:pt x="0" y="26049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pFill/>
                  <a:ln w="635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lIns="104980" tIns="69987" rtlCol="0" anchor="t" anchorCtr="0">
                    <a:scene3d>
                      <a:camera prst="orthographicFront"/>
                      <a:lightRig rig="threePt" dir="t"/>
                    </a:scene3d>
                    <a:sp3d>
                      <a:bevelT w="0" h="0"/>
                    </a:sp3d>
                  </a:bodyPr>
                  <a:lstStyle>
                    <a:defPPr>
                      <a:defRPr lang="ko-KR"/>
                    </a:defPPr>
                    <a:lvl1pPr marL="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85305" indent="-85305" defTabSz="1062394" eaLnBrk="0" hangingPunct="0">
                      <a:spcAft>
                        <a:spcPts val="299"/>
                      </a:spcAft>
                      <a:buClr>
                        <a:prstClr val="black">
                          <a:lumMod val="65000"/>
                          <a:lumOff val="35000"/>
                        </a:prstClr>
                      </a:buClr>
                      <a:buFont typeface="Arial" panose="020B0604020202020204" pitchFamily="34" charset="0"/>
                      <a:buChar char="•"/>
                      <a:defRPr/>
                    </a:pPr>
                    <a:endParaRPr kumimoji="1" lang="ko-KR" altLang="en-US" sz="1300" b="1" dirty="0">
                      <a:ln>
                        <a:solidFill>
                          <a:srgbClr val="4472C4">
                            <a:alpha val="0"/>
                          </a:srgbClr>
                        </a:solidFill>
                      </a:ln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Pretendard SemiBold" panose="02000703000000020004" pitchFamily="50" charset="-127"/>
                      <a:ea typeface="Pretendard SemiBold" panose="02000703000000020004" pitchFamily="50" charset="-127"/>
                    </a:endParaRPr>
                  </a:p>
                </p:txBody>
              </p:sp>
              <p:sp>
                <p:nvSpPr>
                  <p:cNvPr id="285" name="자유형: 도형 247">
                    <a:extLst>
                      <a:ext uri="{FF2B5EF4-FFF2-40B4-BE49-F238E27FC236}">
                        <a16:creationId xmlns:a16="http://schemas.microsoft.com/office/drawing/2014/main" id="{C013D926-EEFE-495A-9DAA-0A9E8A12A709}"/>
                      </a:ext>
                    </a:extLst>
                  </p:cNvPr>
                  <p:cNvSpPr/>
                  <p:nvPr/>
                </p:nvSpPr>
                <p:spPr>
                  <a:xfrm>
                    <a:off x="7910655" y="1934094"/>
                    <a:ext cx="264383" cy="370016"/>
                  </a:xfrm>
                  <a:custGeom>
                    <a:avLst/>
                    <a:gdLst>
                      <a:gd name="connsiteX0" fmla="*/ 128929 w 228596"/>
                      <a:gd name="connsiteY0" fmla="*/ 0 h 260491"/>
                      <a:gd name="connsiteX1" fmla="*/ 228596 w 228596"/>
                      <a:gd name="connsiteY1" fmla="*/ 0 h 260491"/>
                      <a:gd name="connsiteX2" fmla="*/ 228596 w 228596"/>
                      <a:gd name="connsiteY2" fmla="*/ 260491 h 260491"/>
                      <a:gd name="connsiteX3" fmla="*/ 205715 w 228596"/>
                      <a:gd name="connsiteY3" fmla="*/ 260491 h 260491"/>
                      <a:gd name="connsiteX4" fmla="*/ 50790 w 228596"/>
                      <a:gd name="connsiteY4" fmla="*/ 260491 h 260491"/>
                      <a:gd name="connsiteX5" fmla="*/ 31256 w 228596"/>
                      <a:gd name="connsiteY5" fmla="*/ 260491 h 260491"/>
                      <a:gd name="connsiteX6" fmla="*/ 0 w 228596"/>
                      <a:gd name="connsiteY6" fmla="*/ 260491 h 260491"/>
                      <a:gd name="connsiteX7" fmla="*/ 13284 w 228596"/>
                      <a:gd name="connsiteY7" fmla="*/ 225630 h 260491"/>
                      <a:gd name="connsiteX8" fmla="*/ 84390 w 228596"/>
                      <a:gd name="connsiteY8" fmla="*/ 34861 h 260491"/>
                      <a:gd name="connsiteX9" fmla="*/ 128929 w 228596"/>
                      <a:gd name="connsiteY9" fmla="*/ 0 h 2604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228596" h="260491">
                        <a:moveTo>
                          <a:pt x="128929" y="0"/>
                        </a:moveTo>
                        <a:lnTo>
                          <a:pt x="228596" y="0"/>
                        </a:lnTo>
                        <a:lnTo>
                          <a:pt x="228596" y="260491"/>
                        </a:lnTo>
                        <a:lnTo>
                          <a:pt x="205715" y="260491"/>
                        </a:lnTo>
                        <a:cubicBezTo>
                          <a:pt x="50790" y="260491"/>
                          <a:pt x="50790" y="260491"/>
                          <a:pt x="50790" y="260491"/>
                        </a:cubicBezTo>
                        <a:cubicBezTo>
                          <a:pt x="31256" y="260491"/>
                          <a:pt x="31256" y="260491"/>
                          <a:pt x="31256" y="260491"/>
                        </a:cubicBezTo>
                        <a:cubicBezTo>
                          <a:pt x="0" y="260491"/>
                          <a:pt x="0" y="260491"/>
                          <a:pt x="0" y="260491"/>
                        </a:cubicBezTo>
                        <a:lnTo>
                          <a:pt x="13284" y="225630"/>
                        </a:lnTo>
                        <a:cubicBezTo>
                          <a:pt x="84390" y="34861"/>
                          <a:pt x="84390" y="34861"/>
                          <a:pt x="84390" y="34861"/>
                        </a:cubicBezTo>
                        <a:cubicBezTo>
                          <a:pt x="92204" y="15494"/>
                          <a:pt x="111739" y="0"/>
                          <a:pt x="128929" y="0"/>
                        </a:cubicBezTo>
                        <a:close/>
                      </a:path>
                    </a:pathLst>
                  </a:custGeom>
                  <a:grpFill/>
                  <a:ln w="635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lIns="104980" tIns="69987" rtlCol="0" anchor="t" anchorCtr="0">
                    <a:scene3d>
                      <a:camera prst="orthographicFront"/>
                      <a:lightRig rig="threePt" dir="t"/>
                    </a:scene3d>
                    <a:sp3d>
                      <a:bevelT w="0" h="0"/>
                    </a:sp3d>
                  </a:bodyPr>
                  <a:lstStyle>
                    <a:defPPr>
                      <a:defRPr lang="ko-KR"/>
                    </a:defPPr>
                    <a:lvl1pPr marL="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85305" indent="-85305" defTabSz="1062394" eaLnBrk="0" hangingPunct="0">
                      <a:spcAft>
                        <a:spcPts val="299"/>
                      </a:spcAft>
                      <a:buClr>
                        <a:prstClr val="black">
                          <a:lumMod val="65000"/>
                          <a:lumOff val="35000"/>
                        </a:prstClr>
                      </a:buClr>
                      <a:buFont typeface="Arial" panose="020B0604020202020204" pitchFamily="34" charset="0"/>
                      <a:buChar char="•"/>
                      <a:defRPr/>
                    </a:pPr>
                    <a:endParaRPr kumimoji="1" lang="ko-KR" altLang="en-US" sz="1300" b="1" dirty="0">
                      <a:ln>
                        <a:solidFill>
                          <a:srgbClr val="4472C4">
                            <a:alpha val="0"/>
                          </a:srgbClr>
                        </a:solidFill>
                      </a:ln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Pretendard SemiBold" panose="02000703000000020004" pitchFamily="50" charset="-127"/>
                      <a:ea typeface="Pretendard SemiBold" panose="02000703000000020004" pitchFamily="50" charset="-127"/>
                    </a:endParaRPr>
                  </a:p>
                </p:txBody>
              </p:sp>
              <p:sp>
                <p:nvSpPr>
                  <p:cNvPr id="286" name="자유형: 도형 248">
                    <a:extLst>
                      <a:ext uri="{FF2B5EF4-FFF2-40B4-BE49-F238E27FC236}">
                        <a16:creationId xmlns:a16="http://schemas.microsoft.com/office/drawing/2014/main" id="{3D55478D-8338-41FC-9338-B177CEDFFAFB}"/>
                      </a:ext>
                    </a:extLst>
                  </p:cNvPr>
                  <p:cNvSpPr/>
                  <p:nvPr/>
                </p:nvSpPr>
                <p:spPr>
                  <a:xfrm>
                    <a:off x="8761084" y="1934094"/>
                    <a:ext cx="206356" cy="370016"/>
                  </a:xfrm>
                  <a:custGeom>
                    <a:avLst/>
                    <a:gdLst>
                      <a:gd name="connsiteX0" fmla="*/ 0 w 178423"/>
                      <a:gd name="connsiteY0" fmla="*/ 0 h 260491"/>
                      <a:gd name="connsiteX1" fmla="*/ 46626 w 178423"/>
                      <a:gd name="connsiteY1" fmla="*/ 0 h 260491"/>
                      <a:gd name="connsiteX2" fmla="*/ 157876 w 178423"/>
                      <a:gd name="connsiteY2" fmla="*/ 0 h 260491"/>
                      <a:gd name="connsiteX3" fmla="*/ 175847 w 178423"/>
                      <a:gd name="connsiteY3" fmla="*/ 34861 h 260491"/>
                      <a:gd name="connsiteX4" fmla="*/ 103960 w 178423"/>
                      <a:gd name="connsiteY4" fmla="*/ 225630 h 260491"/>
                      <a:gd name="connsiteX5" fmla="*/ 60202 w 178423"/>
                      <a:gd name="connsiteY5" fmla="*/ 260491 h 260491"/>
                      <a:gd name="connsiteX6" fmla="*/ 0 w 178423"/>
                      <a:gd name="connsiteY6" fmla="*/ 260491 h 260491"/>
                      <a:gd name="connsiteX7" fmla="*/ 0 w 178423"/>
                      <a:gd name="connsiteY7" fmla="*/ 0 h 2604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178423" h="260491">
                        <a:moveTo>
                          <a:pt x="0" y="0"/>
                        </a:moveTo>
                        <a:lnTo>
                          <a:pt x="46626" y="0"/>
                        </a:lnTo>
                        <a:cubicBezTo>
                          <a:pt x="157876" y="0"/>
                          <a:pt x="157876" y="0"/>
                          <a:pt x="157876" y="0"/>
                        </a:cubicBezTo>
                        <a:cubicBezTo>
                          <a:pt x="175066" y="0"/>
                          <a:pt x="182880" y="15494"/>
                          <a:pt x="175847" y="34861"/>
                        </a:cubicBezTo>
                        <a:cubicBezTo>
                          <a:pt x="103960" y="225630"/>
                          <a:pt x="103960" y="225630"/>
                          <a:pt x="103960" y="225630"/>
                        </a:cubicBezTo>
                        <a:cubicBezTo>
                          <a:pt x="96927" y="244997"/>
                          <a:pt x="77392" y="260491"/>
                          <a:pt x="60202" y="260491"/>
                        </a:cubicBezTo>
                        <a:lnTo>
                          <a:pt x="0" y="26049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pFill/>
                  <a:ln w="635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lIns="104980" tIns="69987" rtlCol="0" anchor="t" anchorCtr="0">
                    <a:scene3d>
                      <a:camera prst="orthographicFront"/>
                      <a:lightRig rig="threePt" dir="t"/>
                    </a:scene3d>
                    <a:sp3d>
                      <a:bevelT w="0" h="0"/>
                    </a:sp3d>
                  </a:bodyPr>
                  <a:lstStyle>
                    <a:defPPr>
                      <a:defRPr lang="ko-KR"/>
                    </a:defPPr>
                    <a:lvl1pPr marL="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85305" indent="-85305" defTabSz="1062394" eaLnBrk="0" hangingPunct="0">
                      <a:spcAft>
                        <a:spcPts val="299"/>
                      </a:spcAft>
                      <a:buClr>
                        <a:prstClr val="black">
                          <a:lumMod val="65000"/>
                          <a:lumOff val="35000"/>
                        </a:prstClr>
                      </a:buClr>
                      <a:buFont typeface="Arial" panose="020B0604020202020204" pitchFamily="34" charset="0"/>
                      <a:buChar char="•"/>
                      <a:defRPr/>
                    </a:pPr>
                    <a:endParaRPr kumimoji="1" lang="ko-KR" altLang="en-US" sz="1300" b="1" dirty="0">
                      <a:ln>
                        <a:solidFill>
                          <a:srgbClr val="4472C4">
                            <a:alpha val="0"/>
                          </a:srgbClr>
                        </a:solidFill>
                      </a:ln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Pretendard SemiBold" panose="02000703000000020004" pitchFamily="50" charset="-127"/>
                      <a:ea typeface="Pretendard SemiBold" panose="02000703000000020004" pitchFamily="50" charset="-127"/>
                    </a:endParaRPr>
                  </a:p>
                </p:txBody>
              </p:sp>
            </p:grpSp>
            <p:sp>
              <p:nvSpPr>
                <p:cNvPr id="287" name="직사각형 286">
                  <a:extLst>
                    <a:ext uri="{FF2B5EF4-FFF2-40B4-BE49-F238E27FC236}">
                      <a16:creationId xmlns:a16="http://schemas.microsoft.com/office/drawing/2014/main" id="{57109A64-1055-427D-AD4C-2BF7BB34B232}"/>
                    </a:ext>
                  </a:extLst>
                </p:cNvPr>
                <p:cNvSpPr/>
                <p:nvPr/>
              </p:nvSpPr>
              <p:spPr>
                <a:xfrm>
                  <a:off x="1801240" y="6083744"/>
                  <a:ext cx="333425" cy="123111"/>
                </a:xfrm>
                <a:prstGeom prst="rect">
                  <a:avLst/>
                </a:prstGeom>
                <a:solidFill>
                  <a:srgbClr val="FFC000"/>
                </a:solidFill>
              </p:spPr>
              <p:txBody>
                <a:bodyPr wrap="none" lIns="0" tIns="0" rIns="0" bIns="0" anchor="ctr">
                  <a:spAutoFit/>
                </a:bodyPr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>
                    <a:defRPr/>
                  </a:pPr>
                  <a:r>
                    <a:rPr lang="en-US" altLang="ko-KR" sz="800" dirty="0">
                      <a:ln>
                        <a:solidFill>
                          <a:srgbClr val="4472C4">
                            <a:alpha val="0"/>
                          </a:srgbClr>
                        </a:solidFill>
                      </a:ln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G마켓 산스 Bold" panose="02000000000000000000" pitchFamily="50" charset="-127"/>
                      <a:ea typeface="G마켓 산스 Bold" panose="02000000000000000000" pitchFamily="50" charset="-127"/>
                    </a:rPr>
                    <a:t>AP 06</a:t>
                  </a:r>
                  <a:endParaRPr lang="ko-KR" altLang="en-US" sz="800" dirty="0">
                    <a:ln>
                      <a:solidFill>
                        <a:srgbClr val="4472C4">
                          <a:alpha val="0"/>
                        </a:srgb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G마켓 산스 Bold" panose="02000000000000000000" pitchFamily="50" charset="-127"/>
                    <a:ea typeface="G마켓 산스 Bold" panose="02000000000000000000" pitchFamily="50" charset="-127"/>
                  </a:endParaRPr>
                </a:p>
              </p:txBody>
            </p:sp>
          </p:grpSp>
          <p:grpSp>
            <p:nvGrpSpPr>
              <p:cNvPr id="24" name="그룹 23">
                <a:extLst>
                  <a:ext uri="{FF2B5EF4-FFF2-40B4-BE49-F238E27FC236}">
                    <a16:creationId xmlns:a16="http://schemas.microsoft.com/office/drawing/2014/main" id="{35A41F6A-E0A0-4911-B7FA-0568B4FCBB3F}"/>
                  </a:ext>
                </a:extLst>
              </p:cNvPr>
              <p:cNvGrpSpPr/>
              <p:nvPr/>
            </p:nvGrpSpPr>
            <p:grpSpPr>
              <a:xfrm>
                <a:off x="1649381" y="6298716"/>
                <a:ext cx="637143" cy="202456"/>
                <a:chOff x="1649381" y="6298716"/>
                <a:chExt cx="637143" cy="202456"/>
              </a:xfrm>
            </p:grpSpPr>
            <p:grpSp>
              <p:nvGrpSpPr>
                <p:cNvPr id="288" name="그룹 287">
                  <a:extLst>
                    <a:ext uri="{FF2B5EF4-FFF2-40B4-BE49-F238E27FC236}">
                      <a16:creationId xmlns:a16="http://schemas.microsoft.com/office/drawing/2014/main" id="{F2050B80-84DB-41A2-B8F4-537457D30732}"/>
                    </a:ext>
                  </a:extLst>
                </p:cNvPr>
                <p:cNvGrpSpPr/>
                <p:nvPr/>
              </p:nvGrpSpPr>
              <p:grpSpPr>
                <a:xfrm>
                  <a:off x="1649381" y="6298716"/>
                  <a:ext cx="637143" cy="202456"/>
                  <a:chOff x="7910655" y="1934094"/>
                  <a:chExt cx="1056785" cy="370016"/>
                </a:xfrm>
                <a:solidFill>
                  <a:srgbClr val="FFC000"/>
                </a:solidFill>
              </p:grpSpPr>
              <p:sp>
                <p:nvSpPr>
                  <p:cNvPr id="289" name="자유형: 도형 266">
                    <a:extLst>
                      <a:ext uri="{FF2B5EF4-FFF2-40B4-BE49-F238E27FC236}">
                        <a16:creationId xmlns:a16="http://schemas.microsoft.com/office/drawing/2014/main" id="{A0343E51-7629-4C7E-9F1B-0A394385BAB4}"/>
                      </a:ext>
                    </a:extLst>
                  </p:cNvPr>
                  <p:cNvSpPr/>
                  <p:nvPr/>
                </p:nvSpPr>
                <p:spPr>
                  <a:xfrm>
                    <a:off x="8175039" y="1934094"/>
                    <a:ext cx="614566" cy="370016"/>
                  </a:xfrm>
                  <a:custGeom>
                    <a:avLst/>
                    <a:gdLst>
                      <a:gd name="connsiteX0" fmla="*/ 0 w 632460"/>
                      <a:gd name="connsiteY0" fmla="*/ 0 h 260491"/>
                      <a:gd name="connsiteX1" fmla="*/ 56996 w 632460"/>
                      <a:gd name="connsiteY1" fmla="*/ 0 h 260491"/>
                      <a:gd name="connsiteX2" fmla="*/ 631935 w 632460"/>
                      <a:gd name="connsiteY2" fmla="*/ 0 h 260491"/>
                      <a:gd name="connsiteX3" fmla="*/ 632460 w 632460"/>
                      <a:gd name="connsiteY3" fmla="*/ 0 h 260491"/>
                      <a:gd name="connsiteX4" fmla="*/ 632460 w 632460"/>
                      <a:gd name="connsiteY4" fmla="*/ 260491 h 260491"/>
                      <a:gd name="connsiteX5" fmla="*/ 539438 w 632460"/>
                      <a:gd name="connsiteY5" fmla="*/ 260491 h 260491"/>
                      <a:gd name="connsiteX6" fmla="*/ 34711 w 632460"/>
                      <a:gd name="connsiteY6" fmla="*/ 260491 h 260491"/>
                      <a:gd name="connsiteX7" fmla="*/ 0 w 632460"/>
                      <a:gd name="connsiteY7" fmla="*/ 260491 h 260491"/>
                      <a:gd name="connsiteX8" fmla="*/ 0 w 632460"/>
                      <a:gd name="connsiteY8" fmla="*/ 0 h 2604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632460" h="260491">
                        <a:moveTo>
                          <a:pt x="0" y="0"/>
                        </a:moveTo>
                        <a:lnTo>
                          <a:pt x="56996" y="0"/>
                        </a:lnTo>
                        <a:cubicBezTo>
                          <a:pt x="350332" y="0"/>
                          <a:pt x="526334" y="0"/>
                          <a:pt x="631935" y="0"/>
                        </a:cubicBezTo>
                        <a:lnTo>
                          <a:pt x="632460" y="0"/>
                        </a:lnTo>
                        <a:lnTo>
                          <a:pt x="632460" y="260491"/>
                        </a:lnTo>
                        <a:lnTo>
                          <a:pt x="539438" y="260491"/>
                        </a:lnTo>
                        <a:cubicBezTo>
                          <a:pt x="300356" y="260491"/>
                          <a:pt x="140969" y="260491"/>
                          <a:pt x="34711" y="260491"/>
                        </a:cubicBezTo>
                        <a:lnTo>
                          <a:pt x="0" y="26049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pFill/>
                  <a:ln w="635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lIns="104980" tIns="69987" rtlCol="0" anchor="t" anchorCtr="0">
                    <a:scene3d>
                      <a:camera prst="orthographicFront"/>
                      <a:lightRig rig="threePt" dir="t"/>
                    </a:scene3d>
                    <a:sp3d>
                      <a:bevelT w="0" h="0"/>
                    </a:sp3d>
                  </a:bodyPr>
                  <a:lstStyle>
                    <a:defPPr>
                      <a:defRPr lang="ko-KR"/>
                    </a:defPPr>
                    <a:lvl1pPr marL="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85305" indent="-85305" defTabSz="1062394" eaLnBrk="0" hangingPunct="0">
                      <a:spcAft>
                        <a:spcPts val="299"/>
                      </a:spcAft>
                      <a:buClr>
                        <a:prstClr val="black">
                          <a:lumMod val="65000"/>
                          <a:lumOff val="35000"/>
                        </a:prstClr>
                      </a:buClr>
                      <a:buFont typeface="Arial" panose="020B0604020202020204" pitchFamily="34" charset="0"/>
                      <a:buChar char="•"/>
                      <a:defRPr/>
                    </a:pPr>
                    <a:endParaRPr kumimoji="1" lang="ko-KR" altLang="en-US" sz="1300" b="1" dirty="0">
                      <a:ln>
                        <a:solidFill>
                          <a:srgbClr val="4472C4">
                            <a:alpha val="0"/>
                          </a:srgbClr>
                        </a:solidFill>
                      </a:ln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Pretendard SemiBold" panose="02000703000000020004" pitchFamily="50" charset="-127"/>
                      <a:ea typeface="Pretendard SemiBold" panose="02000703000000020004" pitchFamily="50" charset="-127"/>
                    </a:endParaRPr>
                  </a:p>
                </p:txBody>
              </p:sp>
              <p:sp>
                <p:nvSpPr>
                  <p:cNvPr id="290" name="자유형: 도형 267">
                    <a:extLst>
                      <a:ext uri="{FF2B5EF4-FFF2-40B4-BE49-F238E27FC236}">
                        <a16:creationId xmlns:a16="http://schemas.microsoft.com/office/drawing/2014/main" id="{CB79804A-273A-43FD-9B6A-CE8D287E1699}"/>
                      </a:ext>
                    </a:extLst>
                  </p:cNvPr>
                  <p:cNvSpPr/>
                  <p:nvPr/>
                </p:nvSpPr>
                <p:spPr>
                  <a:xfrm>
                    <a:off x="7910655" y="1934094"/>
                    <a:ext cx="264383" cy="370016"/>
                  </a:xfrm>
                  <a:custGeom>
                    <a:avLst/>
                    <a:gdLst>
                      <a:gd name="connsiteX0" fmla="*/ 128929 w 228596"/>
                      <a:gd name="connsiteY0" fmla="*/ 0 h 260491"/>
                      <a:gd name="connsiteX1" fmla="*/ 228596 w 228596"/>
                      <a:gd name="connsiteY1" fmla="*/ 0 h 260491"/>
                      <a:gd name="connsiteX2" fmla="*/ 228596 w 228596"/>
                      <a:gd name="connsiteY2" fmla="*/ 260491 h 260491"/>
                      <a:gd name="connsiteX3" fmla="*/ 205715 w 228596"/>
                      <a:gd name="connsiteY3" fmla="*/ 260491 h 260491"/>
                      <a:gd name="connsiteX4" fmla="*/ 50790 w 228596"/>
                      <a:gd name="connsiteY4" fmla="*/ 260491 h 260491"/>
                      <a:gd name="connsiteX5" fmla="*/ 31256 w 228596"/>
                      <a:gd name="connsiteY5" fmla="*/ 260491 h 260491"/>
                      <a:gd name="connsiteX6" fmla="*/ 0 w 228596"/>
                      <a:gd name="connsiteY6" fmla="*/ 260491 h 260491"/>
                      <a:gd name="connsiteX7" fmla="*/ 13284 w 228596"/>
                      <a:gd name="connsiteY7" fmla="*/ 225630 h 260491"/>
                      <a:gd name="connsiteX8" fmla="*/ 84390 w 228596"/>
                      <a:gd name="connsiteY8" fmla="*/ 34861 h 260491"/>
                      <a:gd name="connsiteX9" fmla="*/ 128929 w 228596"/>
                      <a:gd name="connsiteY9" fmla="*/ 0 h 2604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228596" h="260491">
                        <a:moveTo>
                          <a:pt x="128929" y="0"/>
                        </a:moveTo>
                        <a:lnTo>
                          <a:pt x="228596" y="0"/>
                        </a:lnTo>
                        <a:lnTo>
                          <a:pt x="228596" y="260491"/>
                        </a:lnTo>
                        <a:lnTo>
                          <a:pt x="205715" y="260491"/>
                        </a:lnTo>
                        <a:cubicBezTo>
                          <a:pt x="50790" y="260491"/>
                          <a:pt x="50790" y="260491"/>
                          <a:pt x="50790" y="260491"/>
                        </a:cubicBezTo>
                        <a:cubicBezTo>
                          <a:pt x="31256" y="260491"/>
                          <a:pt x="31256" y="260491"/>
                          <a:pt x="31256" y="260491"/>
                        </a:cubicBezTo>
                        <a:cubicBezTo>
                          <a:pt x="0" y="260491"/>
                          <a:pt x="0" y="260491"/>
                          <a:pt x="0" y="260491"/>
                        </a:cubicBezTo>
                        <a:lnTo>
                          <a:pt x="13284" y="225630"/>
                        </a:lnTo>
                        <a:cubicBezTo>
                          <a:pt x="84390" y="34861"/>
                          <a:pt x="84390" y="34861"/>
                          <a:pt x="84390" y="34861"/>
                        </a:cubicBezTo>
                        <a:cubicBezTo>
                          <a:pt x="92204" y="15494"/>
                          <a:pt x="111739" y="0"/>
                          <a:pt x="128929" y="0"/>
                        </a:cubicBezTo>
                        <a:close/>
                      </a:path>
                    </a:pathLst>
                  </a:custGeom>
                  <a:grpFill/>
                  <a:ln w="635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lIns="104980" tIns="69987" rtlCol="0" anchor="t" anchorCtr="0">
                    <a:scene3d>
                      <a:camera prst="orthographicFront"/>
                      <a:lightRig rig="threePt" dir="t"/>
                    </a:scene3d>
                    <a:sp3d>
                      <a:bevelT w="0" h="0"/>
                    </a:sp3d>
                  </a:bodyPr>
                  <a:lstStyle>
                    <a:defPPr>
                      <a:defRPr lang="ko-KR"/>
                    </a:defPPr>
                    <a:lvl1pPr marL="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85305" indent="-85305" defTabSz="1062394" eaLnBrk="0" hangingPunct="0">
                      <a:spcAft>
                        <a:spcPts val="299"/>
                      </a:spcAft>
                      <a:buClr>
                        <a:prstClr val="black">
                          <a:lumMod val="65000"/>
                          <a:lumOff val="35000"/>
                        </a:prstClr>
                      </a:buClr>
                      <a:buFont typeface="Arial" panose="020B0604020202020204" pitchFamily="34" charset="0"/>
                      <a:buChar char="•"/>
                      <a:defRPr/>
                    </a:pPr>
                    <a:endParaRPr kumimoji="1" lang="ko-KR" altLang="en-US" sz="1300" b="1" dirty="0">
                      <a:ln>
                        <a:solidFill>
                          <a:srgbClr val="4472C4">
                            <a:alpha val="0"/>
                          </a:srgbClr>
                        </a:solidFill>
                      </a:ln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Pretendard SemiBold" panose="02000703000000020004" pitchFamily="50" charset="-127"/>
                      <a:ea typeface="Pretendard SemiBold" panose="02000703000000020004" pitchFamily="50" charset="-127"/>
                    </a:endParaRPr>
                  </a:p>
                </p:txBody>
              </p:sp>
              <p:sp>
                <p:nvSpPr>
                  <p:cNvPr id="291" name="자유형: 도형 268">
                    <a:extLst>
                      <a:ext uri="{FF2B5EF4-FFF2-40B4-BE49-F238E27FC236}">
                        <a16:creationId xmlns:a16="http://schemas.microsoft.com/office/drawing/2014/main" id="{8EBFE5E5-B21B-40A8-BDCB-29C675A5D1F2}"/>
                      </a:ext>
                    </a:extLst>
                  </p:cNvPr>
                  <p:cNvSpPr/>
                  <p:nvPr/>
                </p:nvSpPr>
                <p:spPr>
                  <a:xfrm>
                    <a:off x="8761084" y="1934094"/>
                    <a:ext cx="206356" cy="370016"/>
                  </a:xfrm>
                  <a:custGeom>
                    <a:avLst/>
                    <a:gdLst>
                      <a:gd name="connsiteX0" fmla="*/ 0 w 178423"/>
                      <a:gd name="connsiteY0" fmla="*/ 0 h 260491"/>
                      <a:gd name="connsiteX1" fmla="*/ 46626 w 178423"/>
                      <a:gd name="connsiteY1" fmla="*/ 0 h 260491"/>
                      <a:gd name="connsiteX2" fmla="*/ 157876 w 178423"/>
                      <a:gd name="connsiteY2" fmla="*/ 0 h 260491"/>
                      <a:gd name="connsiteX3" fmla="*/ 175847 w 178423"/>
                      <a:gd name="connsiteY3" fmla="*/ 34861 h 260491"/>
                      <a:gd name="connsiteX4" fmla="*/ 103960 w 178423"/>
                      <a:gd name="connsiteY4" fmla="*/ 225630 h 260491"/>
                      <a:gd name="connsiteX5" fmla="*/ 60202 w 178423"/>
                      <a:gd name="connsiteY5" fmla="*/ 260491 h 260491"/>
                      <a:gd name="connsiteX6" fmla="*/ 0 w 178423"/>
                      <a:gd name="connsiteY6" fmla="*/ 260491 h 260491"/>
                      <a:gd name="connsiteX7" fmla="*/ 0 w 178423"/>
                      <a:gd name="connsiteY7" fmla="*/ 0 h 2604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178423" h="260491">
                        <a:moveTo>
                          <a:pt x="0" y="0"/>
                        </a:moveTo>
                        <a:lnTo>
                          <a:pt x="46626" y="0"/>
                        </a:lnTo>
                        <a:cubicBezTo>
                          <a:pt x="157876" y="0"/>
                          <a:pt x="157876" y="0"/>
                          <a:pt x="157876" y="0"/>
                        </a:cubicBezTo>
                        <a:cubicBezTo>
                          <a:pt x="175066" y="0"/>
                          <a:pt x="182880" y="15494"/>
                          <a:pt x="175847" y="34861"/>
                        </a:cubicBezTo>
                        <a:cubicBezTo>
                          <a:pt x="103960" y="225630"/>
                          <a:pt x="103960" y="225630"/>
                          <a:pt x="103960" y="225630"/>
                        </a:cubicBezTo>
                        <a:cubicBezTo>
                          <a:pt x="96927" y="244997"/>
                          <a:pt x="77392" y="260491"/>
                          <a:pt x="60202" y="260491"/>
                        </a:cubicBezTo>
                        <a:lnTo>
                          <a:pt x="0" y="26049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pFill/>
                  <a:ln w="635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lIns="104980" tIns="69987" rtlCol="0" anchor="t" anchorCtr="0">
                    <a:scene3d>
                      <a:camera prst="orthographicFront"/>
                      <a:lightRig rig="threePt" dir="t"/>
                    </a:scene3d>
                    <a:sp3d>
                      <a:bevelT w="0" h="0"/>
                    </a:sp3d>
                  </a:bodyPr>
                  <a:lstStyle>
                    <a:defPPr>
                      <a:defRPr lang="ko-KR"/>
                    </a:defPPr>
                    <a:lvl1pPr marL="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85305" indent="-85305" defTabSz="1062394" eaLnBrk="0" hangingPunct="0">
                      <a:spcAft>
                        <a:spcPts val="299"/>
                      </a:spcAft>
                      <a:buClr>
                        <a:prstClr val="black">
                          <a:lumMod val="65000"/>
                          <a:lumOff val="35000"/>
                        </a:prstClr>
                      </a:buClr>
                      <a:buFont typeface="Arial" panose="020B0604020202020204" pitchFamily="34" charset="0"/>
                      <a:buChar char="•"/>
                      <a:defRPr/>
                    </a:pPr>
                    <a:endParaRPr kumimoji="1" lang="ko-KR" altLang="en-US" sz="1300" b="1" dirty="0">
                      <a:ln>
                        <a:solidFill>
                          <a:srgbClr val="4472C4">
                            <a:alpha val="0"/>
                          </a:srgbClr>
                        </a:solidFill>
                      </a:ln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Pretendard SemiBold" panose="02000703000000020004" pitchFamily="50" charset="-127"/>
                      <a:ea typeface="Pretendard SemiBold" panose="02000703000000020004" pitchFamily="50" charset="-127"/>
                    </a:endParaRPr>
                  </a:p>
                </p:txBody>
              </p:sp>
            </p:grpSp>
            <p:sp>
              <p:nvSpPr>
                <p:cNvPr id="292" name="직사각형 291">
                  <a:extLst>
                    <a:ext uri="{FF2B5EF4-FFF2-40B4-BE49-F238E27FC236}">
                      <a16:creationId xmlns:a16="http://schemas.microsoft.com/office/drawing/2014/main" id="{2D5E908F-5D10-4A0D-8BE8-463EF31EE0B3}"/>
                    </a:ext>
                  </a:extLst>
                </p:cNvPr>
                <p:cNvSpPr/>
                <p:nvPr/>
              </p:nvSpPr>
              <p:spPr>
                <a:xfrm>
                  <a:off x="1801240" y="6339803"/>
                  <a:ext cx="333425" cy="123111"/>
                </a:xfrm>
                <a:prstGeom prst="rect">
                  <a:avLst/>
                </a:prstGeom>
                <a:solidFill>
                  <a:srgbClr val="FFC000"/>
                </a:solidFill>
              </p:spPr>
              <p:txBody>
                <a:bodyPr wrap="none" lIns="0" tIns="0" rIns="0" bIns="0" anchor="ctr">
                  <a:spAutoFit/>
                </a:bodyPr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>
                    <a:defRPr/>
                  </a:pPr>
                  <a:r>
                    <a:rPr lang="en-US" altLang="ko-KR" sz="800" dirty="0">
                      <a:ln>
                        <a:solidFill>
                          <a:srgbClr val="4472C4">
                            <a:alpha val="0"/>
                          </a:srgbClr>
                        </a:solidFill>
                      </a:ln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G마켓 산스 Bold" panose="02000000000000000000" pitchFamily="50" charset="-127"/>
                      <a:ea typeface="G마켓 산스 Bold" panose="02000000000000000000" pitchFamily="50" charset="-127"/>
                    </a:rPr>
                    <a:t>AP 07</a:t>
                  </a:r>
                  <a:endParaRPr lang="ko-KR" altLang="en-US" sz="800" dirty="0">
                    <a:ln>
                      <a:solidFill>
                        <a:srgbClr val="4472C4">
                          <a:alpha val="0"/>
                        </a:srgb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G마켓 산스 Bold" panose="02000000000000000000" pitchFamily="50" charset="-127"/>
                    <a:ea typeface="G마켓 산스 Bold" panose="02000000000000000000" pitchFamily="50" charset="-127"/>
                  </a:endParaRPr>
                </a:p>
              </p:txBody>
            </p:sp>
          </p:grpSp>
          <p:cxnSp>
            <p:nvCxnSpPr>
              <p:cNvPr id="293" name="직선 연결선 292">
                <a:extLst>
                  <a:ext uri="{FF2B5EF4-FFF2-40B4-BE49-F238E27FC236}">
                    <a16:creationId xmlns:a16="http://schemas.microsoft.com/office/drawing/2014/main" id="{BA5E9F4E-637B-43EF-9D1D-792D0786740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14507" y="5958056"/>
                <a:ext cx="4152290" cy="0"/>
              </a:xfrm>
              <a:prstGeom prst="line">
                <a:avLst/>
              </a:prstGeom>
              <a:noFill/>
              <a:ln w="9525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miter lim="800000"/>
              </a:ln>
              <a:effectLst/>
            </p:spPr>
          </p:cxnSp>
          <p:grpSp>
            <p:nvGrpSpPr>
              <p:cNvPr id="294" name="그룹 293">
                <a:extLst>
                  <a:ext uri="{FF2B5EF4-FFF2-40B4-BE49-F238E27FC236}">
                    <a16:creationId xmlns:a16="http://schemas.microsoft.com/office/drawing/2014/main" id="{446ABD7A-1B84-4ADE-AE0B-3E1FDEEE2918}"/>
                  </a:ext>
                </a:extLst>
              </p:cNvPr>
              <p:cNvGrpSpPr/>
              <p:nvPr/>
            </p:nvGrpSpPr>
            <p:grpSpPr>
              <a:xfrm flipH="1">
                <a:off x="1484784" y="5402781"/>
                <a:ext cx="173362" cy="176956"/>
                <a:chOff x="5053013" y="2092644"/>
                <a:chExt cx="395287" cy="395287"/>
              </a:xfrm>
              <a:solidFill>
                <a:srgbClr val="98B6FD"/>
              </a:solidFill>
            </p:grpSpPr>
            <p:sp>
              <p:nvSpPr>
                <p:cNvPr id="295" name="모서리가 둥근 직사각형 231">
                  <a:extLst>
                    <a:ext uri="{FF2B5EF4-FFF2-40B4-BE49-F238E27FC236}">
                      <a16:creationId xmlns:a16="http://schemas.microsoft.com/office/drawing/2014/main" id="{286FDE82-47A2-4916-AAC0-27BE6518DEC0}"/>
                    </a:ext>
                  </a:extLst>
                </p:cNvPr>
                <p:cNvSpPr/>
                <p:nvPr/>
              </p:nvSpPr>
              <p:spPr>
                <a:xfrm>
                  <a:off x="5053013" y="2248536"/>
                  <a:ext cx="395287" cy="83503"/>
                </a:xfrm>
                <a:prstGeom prst="roundRect">
                  <a:avLst>
                    <a:gd name="adj" fmla="val 50000"/>
                  </a:avLst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 latinLnBrk="0">
                    <a:defRPr/>
                  </a:pPr>
                  <a:endParaRPr lang="ko-KR" altLang="en-US" sz="2400">
                    <a:solidFill>
                      <a:sysClr val="window" lastClr="FFFFFF"/>
                    </a:solidFill>
                  </a:endParaRPr>
                </a:p>
              </p:txBody>
            </p:sp>
            <p:sp>
              <p:nvSpPr>
                <p:cNvPr id="296" name="모서리가 둥근 직사각형 232">
                  <a:extLst>
                    <a:ext uri="{FF2B5EF4-FFF2-40B4-BE49-F238E27FC236}">
                      <a16:creationId xmlns:a16="http://schemas.microsoft.com/office/drawing/2014/main" id="{B4AA036B-424E-421E-B85F-5BABA24C7D95}"/>
                    </a:ext>
                  </a:extLst>
                </p:cNvPr>
                <p:cNvSpPr/>
                <p:nvPr/>
              </p:nvSpPr>
              <p:spPr>
                <a:xfrm rot="5400000">
                  <a:off x="5053013" y="2248536"/>
                  <a:ext cx="395287" cy="83503"/>
                </a:xfrm>
                <a:prstGeom prst="roundRect">
                  <a:avLst>
                    <a:gd name="adj" fmla="val 50000"/>
                  </a:avLst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 latinLnBrk="0">
                    <a:defRPr/>
                  </a:pPr>
                  <a:endParaRPr lang="ko-KR" altLang="en-US" sz="2400" dirty="0">
                    <a:solidFill>
                      <a:sysClr val="window" lastClr="FFFFFF"/>
                    </a:solidFill>
                  </a:endParaRPr>
                </a:p>
              </p:txBody>
            </p:sp>
          </p:grpSp>
          <p:sp>
            <p:nvSpPr>
              <p:cNvPr id="299" name="TextBox 241">
                <a:extLst>
                  <a:ext uri="{FF2B5EF4-FFF2-40B4-BE49-F238E27FC236}">
                    <a16:creationId xmlns:a16="http://schemas.microsoft.com/office/drawing/2014/main" id="{0BCE741E-5CD7-4356-9741-69EDA5F8EA5E}"/>
                  </a:ext>
                </a:extLst>
              </p:cNvPr>
              <p:cNvSpPr txBox="1"/>
              <p:nvPr/>
            </p:nvSpPr>
            <p:spPr>
              <a:xfrm>
                <a:off x="1736056" y="5642535"/>
                <a:ext cx="3686907" cy="2308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defRPr/>
                </a:pPr>
                <a:r>
                  <a:rPr lang="ko-KR" altLang="en-US" sz="1500" spc="-100" dirty="0" err="1">
                    <a:ln w="9525"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G마켓 산스 Bold" panose="02000000000000000000" pitchFamily="50" charset="-127"/>
                    <a:ea typeface="G마켓 산스 Bold" panose="02000000000000000000" pitchFamily="50" charset="-127"/>
                  </a:rPr>
                  <a:t>아는것이</a:t>
                </a:r>
                <a:r>
                  <a:rPr lang="ko-KR" altLang="en-US" sz="1500" spc="-100" dirty="0">
                    <a:ln w="9525"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G마켓 산스 Bold" panose="02000000000000000000" pitchFamily="50" charset="-127"/>
                    <a:ea typeface="G마켓 산스 Bold" panose="02000000000000000000" pitchFamily="50" charset="-127"/>
                  </a:rPr>
                  <a:t> 힘이다</a:t>
                </a:r>
                <a:r>
                  <a:rPr lang="en-US" altLang="ko-KR" sz="1500" spc="-100" dirty="0">
                    <a:ln w="9525"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G마켓 산스 Bold" panose="02000000000000000000" pitchFamily="50" charset="-127"/>
                    <a:ea typeface="G마켓 산스 Bold" panose="02000000000000000000" pitchFamily="50" charset="-127"/>
                  </a:rPr>
                  <a:t>! </a:t>
                </a:r>
                <a:r>
                  <a:rPr lang="ko-KR" altLang="en-US" sz="1500" spc="-100" dirty="0">
                    <a:ln w="9525"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G마켓 산스 Bold" panose="02000000000000000000" pitchFamily="50" charset="-127"/>
                    <a:ea typeface="G마켓 산스 Bold" panose="02000000000000000000" pitchFamily="50" charset="-127"/>
                  </a:rPr>
                  <a:t>경험인력을 활용한 안정성 확보</a:t>
                </a:r>
              </a:p>
            </p:txBody>
          </p:sp>
          <p:sp>
            <p:nvSpPr>
              <p:cNvPr id="301" name="TextBox 241">
                <a:extLst>
                  <a:ext uri="{FF2B5EF4-FFF2-40B4-BE49-F238E27FC236}">
                    <a16:creationId xmlns:a16="http://schemas.microsoft.com/office/drawing/2014/main" id="{9BAB5E18-078C-49BC-8BE3-EC104C314E7D}"/>
                  </a:ext>
                </a:extLst>
              </p:cNvPr>
              <p:cNvSpPr txBox="1"/>
              <p:nvPr/>
            </p:nvSpPr>
            <p:spPr>
              <a:xfrm>
                <a:off x="1736056" y="5423595"/>
                <a:ext cx="1165384" cy="169277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defRPr/>
                </a:pPr>
                <a:r>
                  <a:rPr lang="ko-KR" altLang="en-US" sz="1100" spc="-100" dirty="0">
                    <a:ln w="9525"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rgbClr val="00B0F0"/>
                    </a:solidFill>
                    <a:latin typeface="G마켓 산스 Bold" panose="02000000000000000000" pitchFamily="50" charset="-127"/>
                    <a:ea typeface="G마켓 산스 Bold" panose="02000000000000000000" pitchFamily="50" charset="-127"/>
                  </a:rPr>
                  <a:t>시스템 안정성 최우선</a:t>
                </a:r>
                <a:endParaRPr lang="en-US" altLang="ko-KR" sz="1100" spc="-100" dirty="0">
                  <a:ln w="9525"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00B0F0"/>
                  </a:solidFill>
                  <a:latin typeface="G마켓 산스 Bold" panose="02000000000000000000" pitchFamily="50" charset="-127"/>
                  <a:ea typeface="G마켓 산스 Bold" panose="02000000000000000000" pitchFamily="50" charset="-127"/>
                </a:endParaRPr>
              </a:p>
            </p:txBody>
          </p:sp>
          <p:sp>
            <p:nvSpPr>
              <p:cNvPr id="309" name="TextBox 308">
                <a:extLst>
                  <a:ext uri="{FF2B5EF4-FFF2-40B4-BE49-F238E27FC236}">
                    <a16:creationId xmlns:a16="http://schemas.microsoft.com/office/drawing/2014/main" id="{9AE75108-4138-47AB-88F4-D1CF41A08423}"/>
                  </a:ext>
                </a:extLst>
              </p:cNvPr>
              <p:cNvSpPr txBox="1"/>
              <p:nvPr/>
            </p:nvSpPr>
            <p:spPr>
              <a:xfrm>
                <a:off x="2323714" y="6061614"/>
                <a:ext cx="3720249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>
                <a:defPPr>
                  <a:defRPr lang="en-US"/>
                </a:defPPr>
                <a:lvl1pPr marR="0" lvl="0" indent="0" defTabSz="914400" fontAlgn="auto">
                  <a:lnSpc>
                    <a:spcPct val="100000"/>
                  </a:lnSpc>
                  <a:spcBef>
                    <a:spcPts val="100"/>
                  </a:spcBef>
                  <a:spcAft>
                    <a:spcPts val="100"/>
                  </a:spcAft>
                  <a:buClrTx/>
                  <a:buSzTx/>
                  <a:buFontTx/>
                  <a:buNone/>
                  <a:tabLst/>
                  <a:defRPr sz="1200" b="1" spc="-50">
                    <a:ln>
                      <a:solidFill>
                        <a:srgbClr val="0575F3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defRPr>
                </a:lvl1pPr>
              </a:lstStyle>
              <a:p>
                <a:r>
                  <a:rPr lang="ko-KR" altLang="en-US" sz="1000" b="0" spc="-80" dirty="0">
                    <a:solidFill>
                      <a:schemeClr val="bg1"/>
                    </a:solidFill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공공 관리 시스템  분석 및 운영 전문 업체로 다수의 공공기관 사업 경험 보유</a:t>
                </a:r>
              </a:p>
            </p:txBody>
          </p:sp>
          <p:sp>
            <p:nvSpPr>
              <p:cNvPr id="310" name="TextBox 309">
                <a:extLst>
                  <a:ext uri="{FF2B5EF4-FFF2-40B4-BE49-F238E27FC236}">
                    <a16:creationId xmlns:a16="http://schemas.microsoft.com/office/drawing/2014/main" id="{53577770-AEE5-418D-A205-4EB2832648B7}"/>
                  </a:ext>
                </a:extLst>
              </p:cNvPr>
              <p:cNvSpPr txBox="1"/>
              <p:nvPr/>
            </p:nvSpPr>
            <p:spPr>
              <a:xfrm>
                <a:off x="2323714" y="6299392"/>
                <a:ext cx="2747547" cy="16671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>
                <a:defPPr>
                  <a:defRPr lang="en-US"/>
                </a:defPPr>
                <a:lvl1pPr marR="0" lvl="0" indent="0" defTabSz="914400" fontAlgn="auto">
                  <a:lnSpc>
                    <a:spcPct val="100000"/>
                  </a:lnSpc>
                  <a:spcBef>
                    <a:spcPts val="100"/>
                  </a:spcBef>
                  <a:spcAft>
                    <a:spcPts val="100"/>
                  </a:spcAft>
                  <a:buClrTx/>
                  <a:buSzTx/>
                  <a:buFontTx/>
                  <a:buNone/>
                  <a:tabLst/>
                  <a:defRPr sz="1200" b="1" spc="-50">
                    <a:ln>
                      <a:solidFill>
                        <a:srgbClr val="0575F3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defRPr>
                </a:lvl1pPr>
              </a:lstStyle>
              <a:p>
                <a:pPr>
                  <a:lnSpc>
                    <a:spcPts val="1300"/>
                  </a:lnSpc>
                </a:pPr>
                <a:r>
                  <a:rPr lang="ko-KR" altLang="en-US" sz="1000" b="0">
                    <a:solidFill>
                      <a:srgbClr val="FFC000"/>
                    </a:solidFill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유관기관과의 긴밀한 소통을 통한 시스템 안정성 유지</a:t>
                </a:r>
                <a:endParaRPr lang="ko-KR" altLang="en-US" sz="1000" b="0" dirty="0">
                  <a:solidFill>
                    <a:srgbClr val="FFC000"/>
                  </a:solidFill>
                  <a:latin typeface="G마켓 산스 Medium" panose="02000000000000000000" pitchFamily="50" charset="-127"/>
                  <a:ea typeface="G마켓 산스 Medium" panose="02000000000000000000" pitchFamily="50" charset="-127"/>
                </a:endParaRPr>
              </a:p>
            </p:txBody>
          </p:sp>
        </p:grp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3665989C-B280-4189-A890-4DECA99DA7EF}"/>
              </a:ext>
            </a:extLst>
          </p:cNvPr>
          <p:cNvGrpSpPr/>
          <p:nvPr/>
        </p:nvGrpSpPr>
        <p:grpSpPr>
          <a:xfrm>
            <a:off x="692696" y="1964668"/>
            <a:ext cx="5693251" cy="400110"/>
            <a:chOff x="692696" y="1964668"/>
            <a:chExt cx="5693251" cy="400110"/>
          </a:xfrm>
        </p:grpSpPr>
        <p:sp>
          <p:nvSpPr>
            <p:cNvPr id="141" name="제목 1">
              <a:extLst>
                <a:ext uri="{FF2B5EF4-FFF2-40B4-BE49-F238E27FC236}">
                  <a16:creationId xmlns:a16="http://schemas.microsoft.com/office/drawing/2014/main" id="{5A14A564-461A-4B67-89AD-E1C8CF73A6AD}"/>
                </a:ext>
              </a:extLst>
            </p:cNvPr>
            <p:cNvSpPr txBox="1">
              <a:spLocks/>
            </p:cNvSpPr>
            <p:nvPr/>
          </p:nvSpPr>
          <p:spPr>
            <a:xfrm>
              <a:off x="4401108" y="1964668"/>
              <a:ext cx="1984839" cy="400110"/>
            </a:xfrm>
            <a:prstGeom prst="rect">
              <a:avLst/>
            </a:prstGeom>
            <a:ln>
              <a:noFill/>
            </a:ln>
          </p:spPr>
          <p:txBody>
            <a:bodyPr wrap="none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lang="en-US" altLang="ko-KR" sz="2000" spc="-15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rgbClr val="F2006D"/>
                  </a:solidFill>
                  <a:latin typeface="G마켓 산스 Bold" panose="02000000000000000000" pitchFamily="50" charset="-127"/>
                  <a:ea typeface="G마켓 산스 Bold" panose="02000000000000000000" pitchFamily="50" charset="-127"/>
                </a:rPr>
                <a:t>3</a:t>
              </a:r>
              <a:r>
                <a:rPr lang="ko-KR" altLang="en-US" sz="2000" spc="-15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rgbClr val="F2006D"/>
                  </a:solidFill>
                  <a:latin typeface="G마켓 산스 Bold" panose="02000000000000000000" pitchFamily="50" charset="-127"/>
                  <a:ea typeface="G마켓 산스 Bold" panose="02000000000000000000" pitchFamily="50" charset="-127"/>
                </a:rPr>
                <a:t>대</a:t>
              </a:r>
              <a:r>
                <a:rPr lang="ko-KR" altLang="en-US" sz="2000" spc="-15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G마켓 산스 Bold" panose="02000000000000000000" pitchFamily="50" charset="-127"/>
                  <a:ea typeface="G마켓 산스 Bold" panose="02000000000000000000" pitchFamily="50" charset="-127"/>
                </a:rPr>
                <a:t> </a:t>
              </a:r>
              <a:r>
                <a:rPr lang="ko-KR" altLang="en-US" sz="2000" spc="-15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rgbClr val="FFC000"/>
                  </a:solidFill>
                  <a:latin typeface="G마켓 산스 Medium" panose="02000000000000000000" pitchFamily="50" charset="-127"/>
                  <a:ea typeface="G마켓 산스 Medium" panose="02000000000000000000" pitchFamily="50" charset="-127"/>
                </a:rPr>
                <a:t>성공추진전략</a:t>
              </a:r>
            </a:p>
          </p:txBody>
        </p:sp>
        <p:cxnSp>
          <p:nvCxnSpPr>
            <p:cNvPr id="368" name="직선 연결선 237">
              <a:extLst>
                <a:ext uri="{FF2B5EF4-FFF2-40B4-BE49-F238E27FC236}">
                  <a16:creationId xmlns:a16="http://schemas.microsoft.com/office/drawing/2014/main" id="{8B767A70-A92B-4AB0-9EFE-C4B0FFC96A96}"/>
                </a:ext>
              </a:extLst>
            </p:cNvPr>
            <p:cNvCxnSpPr>
              <a:cxnSpLocks/>
            </p:cNvCxnSpPr>
            <p:nvPr/>
          </p:nvCxnSpPr>
          <p:spPr>
            <a:xfrm>
              <a:off x="1052736" y="2144688"/>
              <a:ext cx="3348000" cy="0"/>
            </a:xfrm>
            <a:prstGeom prst="line">
              <a:avLst/>
            </a:prstGeom>
            <a:ln w="12700">
              <a:solidFill>
                <a:schemeClr val="bg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76" name="Gruppieren 241">
              <a:extLst>
                <a:ext uri="{FF2B5EF4-FFF2-40B4-BE49-F238E27FC236}">
                  <a16:creationId xmlns:a16="http://schemas.microsoft.com/office/drawing/2014/main" id="{8B034948-5007-443F-922B-2A5AD9FC7D4C}"/>
                </a:ext>
              </a:extLst>
            </p:cNvPr>
            <p:cNvGrpSpPr/>
            <p:nvPr/>
          </p:nvGrpSpPr>
          <p:grpSpPr bwMode="gray">
            <a:xfrm>
              <a:off x="692696" y="2020492"/>
              <a:ext cx="277005" cy="258509"/>
              <a:chOff x="98696" y="3961668"/>
              <a:chExt cx="510841" cy="495227"/>
            </a:xfrm>
            <a:solidFill>
              <a:srgbClr val="000000"/>
            </a:solidFill>
          </p:grpSpPr>
          <p:sp>
            <p:nvSpPr>
              <p:cNvPr id="377" name="Freeform 1091">
                <a:extLst>
                  <a:ext uri="{FF2B5EF4-FFF2-40B4-BE49-F238E27FC236}">
                    <a16:creationId xmlns:a16="http://schemas.microsoft.com/office/drawing/2014/main" id="{65D2BE53-D921-4C43-A42B-154BDA69CB6C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98696" y="3961668"/>
                <a:ext cx="497458" cy="495227"/>
              </a:xfrm>
              <a:custGeom>
                <a:avLst/>
                <a:gdLst>
                  <a:gd name="T0" fmla="*/ 290 w 313"/>
                  <a:gd name="T1" fmla="*/ 104 h 311"/>
                  <a:gd name="T2" fmla="*/ 227 w 313"/>
                  <a:gd name="T3" fmla="*/ 278 h 311"/>
                  <a:gd name="T4" fmla="*/ 48 w 313"/>
                  <a:gd name="T5" fmla="*/ 243 h 311"/>
                  <a:gd name="T6" fmla="*/ 59 w 313"/>
                  <a:gd name="T7" fmla="*/ 54 h 311"/>
                  <a:gd name="T8" fmla="*/ 245 w 313"/>
                  <a:gd name="T9" fmla="*/ 43 h 311"/>
                  <a:gd name="T10" fmla="*/ 242 w 313"/>
                  <a:gd name="T11" fmla="*/ 46 h 311"/>
                  <a:gd name="T12" fmla="*/ 224 w 313"/>
                  <a:gd name="T13" fmla="*/ 61 h 311"/>
                  <a:gd name="T14" fmla="*/ 217 w 313"/>
                  <a:gd name="T15" fmla="*/ 61 h 311"/>
                  <a:gd name="T16" fmla="*/ 144 w 313"/>
                  <a:gd name="T17" fmla="*/ 45 h 311"/>
                  <a:gd name="T18" fmla="*/ 53 w 313"/>
                  <a:gd name="T19" fmla="*/ 119 h 311"/>
                  <a:gd name="T20" fmla="*/ 81 w 313"/>
                  <a:gd name="T21" fmla="*/ 234 h 311"/>
                  <a:gd name="T22" fmla="*/ 190 w 313"/>
                  <a:gd name="T23" fmla="*/ 260 h 311"/>
                  <a:gd name="T24" fmla="*/ 265 w 313"/>
                  <a:gd name="T25" fmla="*/ 182 h 311"/>
                  <a:gd name="T26" fmla="*/ 267 w 313"/>
                  <a:gd name="T27" fmla="*/ 137 h 311"/>
                  <a:gd name="T28" fmla="*/ 269 w 313"/>
                  <a:gd name="T29" fmla="*/ 131 h 311"/>
                  <a:gd name="T30" fmla="*/ 290 w 313"/>
                  <a:gd name="T31" fmla="*/ 104 h 3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13" h="311">
                    <a:moveTo>
                      <a:pt x="290" y="104"/>
                    </a:moveTo>
                    <a:cubicBezTo>
                      <a:pt x="313" y="163"/>
                      <a:pt x="294" y="240"/>
                      <a:pt x="227" y="278"/>
                    </a:cubicBezTo>
                    <a:cubicBezTo>
                      <a:pt x="167" y="311"/>
                      <a:pt x="92" y="298"/>
                      <a:pt x="48" y="243"/>
                    </a:cubicBezTo>
                    <a:cubicBezTo>
                      <a:pt x="0" y="184"/>
                      <a:pt x="8" y="103"/>
                      <a:pt x="59" y="54"/>
                    </a:cubicBezTo>
                    <a:cubicBezTo>
                      <a:pt x="113" y="0"/>
                      <a:pt x="194" y="2"/>
                      <a:pt x="245" y="43"/>
                    </a:cubicBezTo>
                    <a:cubicBezTo>
                      <a:pt x="244" y="44"/>
                      <a:pt x="243" y="45"/>
                      <a:pt x="242" y="46"/>
                    </a:cubicBezTo>
                    <a:cubicBezTo>
                      <a:pt x="236" y="51"/>
                      <a:pt x="230" y="56"/>
                      <a:pt x="224" y="61"/>
                    </a:cubicBezTo>
                    <a:cubicBezTo>
                      <a:pt x="221" y="63"/>
                      <a:pt x="220" y="63"/>
                      <a:pt x="217" y="61"/>
                    </a:cubicBezTo>
                    <a:cubicBezTo>
                      <a:pt x="195" y="47"/>
                      <a:pt x="170" y="41"/>
                      <a:pt x="144" y="45"/>
                    </a:cubicBezTo>
                    <a:cubicBezTo>
                      <a:pt x="99" y="51"/>
                      <a:pt x="68" y="76"/>
                      <a:pt x="53" y="119"/>
                    </a:cubicBezTo>
                    <a:cubicBezTo>
                      <a:pt x="38" y="162"/>
                      <a:pt x="48" y="202"/>
                      <a:pt x="81" y="234"/>
                    </a:cubicBezTo>
                    <a:cubicBezTo>
                      <a:pt x="112" y="264"/>
                      <a:pt x="149" y="272"/>
                      <a:pt x="190" y="260"/>
                    </a:cubicBezTo>
                    <a:cubicBezTo>
                      <a:pt x="229" y="249"/>
                      <a:pt x="254" y="221"/>
                      <a:pt x="265" y="182"/>
                    </a:cubicBezTo>
                    <a:cubicBezTo>
                      <a:pt x="269" y="167"/>
                      <a:pt x="269" y="152"/>
                      <a:pt x="267" y="137"/>
                    </a:cubicBezTo>
                    <a:cubicBezTo>
                      <a:pt x="267" y="135"/>
                      <a:pt x="268" y="132"/>
                      <a:pt x="269" y="131"/>
                    </a:cubicBezTo>
                    <a:cubicBezTo>
                      <a:pt x="275" y="122"/>
                      <a:pt x="282" y="113"/>
                      <a:pt x="290" y="104"/>
                    </a:cubicBezTo>
                    <a:close/>
                  </a:path>
                </a:pathLst>
              </a:custGeom>
              <a:solidFill>
                <a:schemeClr val="bg1">
                  <a:alpha val="38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dirty="0">
                  <a:solidFill>
                    <a:prstClr val="black"/>
                  </a:solidFill>
                  <a:latin typeface="나눔명조" panose="02020603020101020101" pitchFamily="18" charset="-127"/>
                  <a:ea typeface="나눔명조" panose="02020603020101020101" pitchFamily="18" charset="-127"/>
                </a:endParaRPr>
              </a:p>
            </p:txBody>
          </p:sp>
          <p:sp>
            <p:nvSpPr>
              <p:cNvPr id="378" name="Freeform 1092">
                <a:extLst>
                  <a:ext uri="{FF2B5EF4-FFF2-40B4-BE49-F238E27FC236}">
                    <a16:creationId xmlns:a16="http://schemas.microsoft.com/office/drawing/2014/main" id="{F0CF2780-603F-41B6-B430-BA32D7211178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221386" y="3999591"/>
                <a:ext cx="388151" cy="336843"/>
              </a:xfrm>
              <a:custGeom>
                <a:avLst/>
                <a:gdLst>
                  <a:gd name="T0" fmla="*/ 0 w 245"/>
                  <a:gd name="T1" fmla="*/ 106 h 211"/>
                  <a:gd name="T2" fmla="*/ 20 w 245"/>
                  <a:gd name="T3" fmla="*/ 88 h 211"/>
                  <a:gd name="T4" fmla="*/ 24 w 245"/>
                  <a:gd name="T5" fmla="*/ 88 h 211"/>
                  <a:gd name="T6" fmla="*/ 83 w 245"/>
                  <a:gd name="T7" fmla="*/ 123 h 211"/>
                  <a:gd name="T8" fmla="*/ 89 w 245"/>
                  <a:gd name="T9" fmla="*/ 128 h 211"/>
                  <a:gd name="T10" fmla="*/ 239 w 245"/>
                  <a:gd name="T11" fmla="*/ 0 h 211"/>
                  <a:gd name="T12" fmla="*/ 244 w 245"/>
                  <a:gd name="T13" fmla="*/ 13 h 211"/>
                  <a:gd name="T14" fmla="*/ 243 w 245"/>
                  <a:gd name="T15" fmla="*/ 17 h 211"/>
                  <a:gd name="T16" fmla="*/ 200 w 245"/>
                  <a:gd name="T17" fmla="*/ 60 h 211"/>
                  <a:gd name="T18" fmla="*/ 133 w 245"/>
                  <a:gd name="T19" fmla="*/ 153 h 211"/>
                  <a:gd name="T20" fmla="*/ 99 w 245"/>
                  <a:gd name="T21" fmla="*/ 211 h 211"/>
                  <a:gd name="T22" fmla="*/ 0 w 245"/>
                  <a:gd name="T23" fmla="*/ 106 h 2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45" h="211">
                    <a:moveTo>
                      <a:pt x="0" y="106"/>
                    </a:moveTo>
                    <a:cubicBezTo>
                      <a:pt x="7" y="100"/>
                      <a:pt x="13" y="94"/>
                      <a:pt x="20" y="88"/>
                    </a:cubicBezTo>
                    <a:cubicBezTo>
                      <a:pt x="21" y="88"/>
                      <a:pt x="23" y="88"/>
                      <a:pt x="24" y="88"/>
                    </a:cubicBezTo>
                    <a:cubicBezTo>
                      <a:pt x="45" y="98"/>
                      <a:pt x="65" y="110"/>
                      <a:pt x="83" y="123"/>
                    </a:cubicBezTo>
                    <a:cubicBezTo>
                      <a:pt x="85" y="125"/>
                      <a:pt x="87" y="126"/>
                      <a:pt x="89" y="128"/>
                    </a:cubicBezTo>
                    <a:cubicBezTo>
                      <a:pt x="132" y="77"/>
                      <a:pt x="181" y="33"/>
                      <a:pt x="239" y="0"/>
                    </a:cubicBezTo>
                    <a:cubicBezTo>
                      <a:pt x="240" y="4"/>
                      <a:pt x="243" y="9"/>
                      <a:pt x="244" y="13"/>
                    </a:cubicBezTo>
                    <a:cubicBezTo>
                      <a:pt x="245" y="14"/>
                      <a:pt x="244" y="16"/>
                      <a:pt x="243" y="17"/>
                    </a:cubicBezTo>
                    <a:cubicBezTo>
                      <a:pt x="228" y="32"/>
                      <a:pt x="214" y="45"/>
                      <a:pt x="200" y="60"/>
                    </a:cubicBezTo>
                    <a:cubicBezTo>
                      <a:pt x="174" y="89"/>
                      <a:pt x="153" y="120"/>
                      <a:pt x="133" y="153"/>
                    </a:cubicBezTo>
                    <a:cubicBezTo>
                      <a:pt x="122" y="172"/>
                      <a:pt x="110" y="191"/>
                      <a:pt x="99" y="211"/>
                    </a:cubicBezTo>
                    <a:cubicBezTo>
                      <a:pt x="68" y="174"/>
                      <a:pt x="36" y="139"/>
                      <a:pt x="0" y="106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dirty="0">
                  <a:solidFill>
                    <a:prstClr val="black"/>
                  </a:solidFill>
                  <a:latin typeface="나눔명조" panose="02020603020101020101" pitchFamily="18" charset="-127"/>
                  <a:ea typeface="나눔명조" panose="02020603020101020101" pitchFamily="18" charset="-127"/>
                </a:endParaRPr>
              </a:p>
            </p:txBody>
          </p:sp>
        </p:grp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0F6EA1B8-7FE6-9712-6977-F144C0B021E4}"/>
              </a:ext>
            </a:extLst>
          </p:cNvPr>
          <p:cNvSpPr txBox="1"/>
          <p:nvPr/>
        </p:nvSpPr>
        <p:spPr>
          <a:xfrm>
            <a:off x="1667082" y="503378"/>
            <a:ext cx="1156279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defTabSz="987095"/>
            <a:r>
              <a:rPr lang="en-US" altLang="ko-KR" sz="800" spc="-54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Ⅱ  </a:t>
            </a:r>
            <a:r>
              <a:rPr lang="ko-KR" altLang="en-US" sz="800" spc="-54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전략 및 방법론  </a:t>
            </a:r>
            <a:r>
              <a:rPr lang="en-US" altLang="ko-KR" sz="800" spc="-54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&gt;  1. </a:t>
            </a:r>
            <a:r>
              <a:rPr lang="ko-KR" altLang="en-US" sz="800" spc="-54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추진 전략</a:t>
            </a:r>
          </a:p>
        </p:txBody>
      </p:sp>
    </p:spTree>
    <p:extLst>
      <p:ext uri="{BB962C8B-B14F-4D97-AF65-F5344CB8AC3E}">
        <p14:creationId xmlns:p14="http://schemas.microsoft.com/office/powerpoint/2010/main" val="424089895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직사각형 30">
            <a:extLst>
              <a:ext uri="{FF2B5EF4-FFF2-40B4-BE49-F238E27FC236}">
                <a16:creationId xmlns:a16="http://schemas.microsoft.com/office/drawing/2014/main" id="{0B14B60A-0BE0-4C81-A062-69D58AAF0C12}"/>
              </a:ext>
            </a:extLst>
          </p:cNvPr>
          <p:cNvSpPr/>
          <p:nvPr/>
        </p:nvSpPr>
        <p:spPr>
          <a:xfrm>
            <a:off x="440668" y="2395251"/>
            <a:ext cx="5975064" cy="6986241"/>
          </a:xfrm>
          <a:prstGeom prst="rect">
            <a:avLst/>
          </a:prstGeom>
          <a:pattFill prst="lgGrid">
            <a:fgClr>
              <a:schemeClr val="bg1">
                <a:lumMod val="95000"/>
              </a:schemeClr>
            </a:fgClr>
            <a:bgClr>
              <a:schemeClr val="bg1"/>
            </a:bgClr>
          </a:pattFill>
          <a:ln w="317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lt1"/>
              </a:solidFill>
            </a:endParaRPr>
          </a:p>
        </p:txBody>
      </p:sp>
      <p:sp>
        <p:nvSpPr>
          <p:cNvPr id="90" name="제목 89"/>
          <p:cNvSpPr>
            <a:spLocks noGrp="1"/>
          </p:cNvSpPr>
          <p:nvPr>
            <p:ph type="title"/>
          </p:nvPr>
        </p:nvSpPr>
        <p:spPr>
          <a:xfrm>
            <a:off x="512676" y="1064568"/>
            <a:ext cx="1593435" cy="199285"/>
          </a:xfrm>
          <a:prstGeom prst="rect">
            <a:avLst/>
          </a:prstGeom>
          <a:noFill/>
        </p:spPr>
        <p:txBody>
          <a:bodyPr wrap="none" lIns="108000" tIns="0" rIns="0" bIns="0" anchor="ctr">
            <a:spAutoFit/>
          </a:bodyPr>
          <a:lstStyle/>
          <a:p>
            <a:r>
              <a:rPr lang="en-US" altLang="ko-KR" dirty="0"/>
              <a:t>1.2 </a:t>
            </a:r>
            <a:r>
              <a:rPr lang="ko-KR" altLang="en-US" dirty="0"/>
              <a:t>실행 방안 </a:t>
            </a:r>
            <a:r>
              <a:rPr lang="en-US" altLang="ko-KR" dirty="0"/>
              <a:t>(1/5)</a:t>
            </a:r>
            <a:endParaRPr lang="ko-KR" altLang="en-US" dirty="0"/>
          </a:p>
        </p:txBody>
      </p: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60DB1A59-8A19-4DE7-B707-7169B2298153}"/>
              </a:ext>
            </a:extLst>
          </p:cNvPr>
          <p:cNvGrpSpPr/>
          <p:nvPr/>
        </p:nvGrpSpPr>
        <p:grpSpPr>
          <a:xfrm>
            <a:off x="440668" y="1064568"/>
            <a:ext cx="66431" cy="180000"/>
            <a:chOff x="447632" y="1870808"/>
            <a:chExt cx="66431" cy="247087"/>
          </a:xfrm>
        </p:grpSpPr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F7AD0439-D9D3-4B59-A89C-307798F91907}"/>
                </a:ext>
              </a:extLst>
            </p:cNvPr>
            <p:cNvSpPr/>
            <p:nvPr/>
          </p:nvSpPr>
          <p:spPr>
            <a:xfrm>
              <a:off x="447632" y="1990162"/>
              <a:ext cx="66431" cy="12773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/>
            </a:bodyPr>
            <a:lstStyle/>
            <a:p>
              <a:pPr algn="ctr"/>
              <a:endParaRPr lang="ko-KR" altLang="en-US">
                <a:ln>
                  <a:solidFill>
                    <a:srgbClr val="02A1B2">
                      <a:alpha val="0"/>
                    </a:srgbClr>
                  </a:solidFill>
                </a:ln>
              </a:endParaRPr>
            </a:p>
          </p:txBody>
        </p:sp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22685D1C-46E0-4F36-BBF7-5B25202C998F}"/>
                </a:ext>
              </a:extLst>
            </p:cNvPr>
            <p:cNvSpPr/>
            <p:nvPr/>
          </p:nvSpPr>
          <p:spPr>
            <a:xfrm>
              <a:off x="447632" y="1870808"/>
              <a:ext cx="66431" cy="127733"/>
            </a:xfrm>
            <a:prstGeom prst="rect">
              <a:avLst/>
            </a:prstGeom>
            <a:solidFill>
              <a:srgbClr val="B71B6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/>
            </a:bodyPr>
            <a:lstStyle/>
            <a:p>
              <a:pPr algn="ctr"/>
              <a:endParaRPr lang="ko-KR" altLang="en-US">
                <a:ln>
                  <a:solidFill>
                    <a:srgbClr val="02A1B2">
                      <a:alpha val="0"/>
                    </a:srgbClr>
                  </a:solidFill>
                </a:ln>
              </a:endParaRPr>
            </a:p>
          </p:txBody>
        </p:sp>
      </p:grp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3FE30391-19C7-4474-894D-AC456845FAF8}"/>
              </a:ext>
            </a:extLst>
          </p:cNvPr>
          <p:cNvSpPr/>
          <p:nvPr/>
        </p:nvSpPr>
        <p:spPr>
          <a:xfrm>
            <a:off x="5206867" y="1065770"/>
            <a:ext cx="1209800" cy="17763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36000" rIns="72000" bIns="18000" rtlCol="0" anchor="ctr">
            <a:spAutoFit/>
          </a:bodyPr>
          <a:lstStyle/>
          <a:p>
            <a:pPr algn="r"/>
            <a:r>
              <a: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요구사항 번호</a:t>
            </a:r>
            <a:r>
              <a:rPr lang="en-US" altLang="ko-KR" sz="8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: </a:t>
            </a:r>
            <a:r>
              <a:rPr lang="en-US" altLang="ko-KR" sz="800">
                <a:solidFill>
                  <a:srgbClr val="0070C0"/>
                </a:solidFill>
                <a:latin typeface="+mj-ea"/>
                <a:ea typeface="+mj-ea"/>
              </a:rPr>
              <a:t>ABC-001</a:t>
            </a:r>
            <a:endParaRPr lang="ko-KR" altLang="en-US" sz="800" dirty="0">
              <a:solidFill>
                <a:srgbClr val="0070C0"/>
              </a:solidFill>
              <a:latin typeface="+mj-ea"/>
              <a:ea typeface="+mj-ea"/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6979B70B-4B4E-46F0-9197-47141A766822}"/>
              </a:ext>
            </a:extLst>
          </p:cNvPr>
          <p:cNvGrpSpPr/>
          <p:nvPr/>
        </p:nvGrpSpPr>
        <p:grpSpPr>
          <a:xfrm>
            <a:off x="0" y="1569950"/>
            <a:ext cx="6494622" cy="1150675"/>
            <a:chOff x="0" y="1569950"/>
            <a:chExt cx="6494622" cy="1150675"/>
          </a:xfrm>
        </p:grpSpPr>
        <p:sp>
          <p:nvSpPr>
            <p:cNvPr id="106" name="사각형: 둥근 모서리 105">
              <a:extLst>
                <a:ext uri="{FF2B5EF4-FFF2-40B4-BE49-F238E27FC236}">
                  <a16:creationId xmlns:a16="http://schemas.microsoft.com/office/drawing/2014/main" id="{DB6CC052-395D-4301-A16C-B6E2364562C1}"/>
                </a:ext>
              </a:extLst>
            </p:cNvPr>
            <p:cNvSpPr/>
            <p:nvPr/>
          </p:nvSpPr>
          <p:spPr>
            <a:xfrm>
              <a:off x="1520787" y="1964688"/>
              <a:ext cx="4896000" cy="432000"/>
            </a:xfrm>
            <a:prstGeom prst="roundRect">
              <a:avLst>
                <a:gd name="adj" fmla="val 0"/>
              </a:avLst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80000" tIns="0" rIns="0" bIns="0" rtlCol="0" anchor="ctr">
              <a:noAutofit/>
            </a:bodyPr>
            <a:lstStyle/>
            <a:p>
              <a:pPr lvl="0">
                <a:defRPr/>
              </a:pPr>
              <a:r>
                <a:rPr lang="ko-KR" altLang="en-US" sz="160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</a:rPr>
                <a:t>국내 최고품질 </a:t>
              </a:r>
              <a:r>
                <a:rPr lang="en-US" altLang="ko-KR" sz="160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FFC000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</a:rPr>
                <a:t>CMS </a:t>
              </a:r>
              <a:r>
                <a:rPr lang="ko-KR" altLang="en-US" sz="160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FFC000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</a:rPr>
                <a:t>콘텐츠관리시스템</a:t>
              </a:r>
              <a:r>
                <a:rPr lang="ko-KR" altLang="en-US" sz="160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</a:rPr>
                <a:t> 도입</a:t>
              </a:r>
              <a:r>
                <a:rPr lang="en-US" altLang="ko-KR" sz="160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</a:rPr>
                <a:t>/</a:t>
              </a:r>
              <a:r>
                <a:rPr lang="ko-KR" altLang="en-US" sz="160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</a:rPr>
                <a:t>적용</a:t>
              </a:r>
            </a:p>
          </p:txBody>
        </p:sp>
        <p:sp>
          <p:nvSpPr>
            <p:cNvPr id="108" name="사각형: 둥근 모서리 107">
              <a:extLst>
                <a:ext uri="{FF2B5EF4-FFF2-40B4-BE49-F238E27FC236}">
                  <a16:creationId xmlns:a16="http://schemas.microsoft.com/office/drawing/2014/main" id="{424426CF-DDE3-46D4-8F51-DE9A2C04FC1F}"/>
                </a:ext>
              </a:extLst>
            </p:cNvPr>
            <p:cNvSpPr/>
            <p:nvPr/>
          </p:nvSpPr>
          <p:spPr>
            <a:xfrm>
              <a:off x="1520788" y="1712640"/>
              <a:ext cx="4896000" cy="252000"/>
            </a:xfrm>
            <a:prstGeom prst="roundRect">
              <a:avLst>
                <a:gd name="adj" fmla="val 0"/>
              </a:avLst>
            </a:prstGeom>
            <a:solidFill>
              <a:srgbClr val="0B57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80000" tIns="0" rIns="0" bIns="0" rtlCol="0" anchor="ctr">
              <a:noAutofit/>
            </a:bodyPr>
            <a:lstStyle/>
            <a:p>
              <a:pPr>
                <a:defRPr/>
              </a:pPr>
              <a:r>
                <a:rPr lang="ko-KR" altLang="en-US" sz="100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FFC000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</a:rPr>
                <a:t>전략 </a:t>
              </a:r>
              <a:r>
                <a:rPr lang="en-US" altLang="ko-KR" sz="100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FFC000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</a:rPr>
                <a:t>01.</a:t>
              </a:r>
              <a:r>
                <a:rPr lang="en-US" altLang="ko-KR" sz="100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prstClr val="white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</a:rPr>
                <a:t> </a:t>
              </a:r>
              <a:r>
                <a:rPr lang="ko-KR" altLang="en-US" sz="1000" dirty="0">
                  <a:ln w="9525"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G마켓 산스 Bold" panose="02000000000000000000" pitchFamily="50" charset="-127"/>
                  <a:ea typeface="G마켓 산스 Bold" panose="02000000000000000000" pitchFamily="50" charset="-127"/>
                </a:rPr>
                <a:t>관리가 편하다</a:t>
              </a:r>
              <a:r>
                <a:rPr lang="en-US" altLang="ko-KR" sz="1000" dirty="0">
                  <a:ln w="9525"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G마켓 산스 Bold" panose="02000000000000000000" pitchFamily="50" charset="-127"/>
                  <a:ea typeface="G마켓 산스 Bold" panose="02000000000000000000" pitchFamily="50" charset="-127"/>
                </a:rPr>
                <a:t>! </a:t>
              </a:r>
              <a:r>
                <a:rPr lang="ko-KR" altLang="en-US" sz="1000" dirty="0">
                  <a:ln w="9525"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G마켓 산스 Bold" panose="02000000000000000000" pitchFamily="50" charset="-127"/>
                  <a:ea typeface="G마켓 산스 Bold" panose="02000000000000000000" pitchFamily="50" charset="-127"/>
                </a:rPr>
                <a:t>최고의 시스템 구축 기반 활용</a:t>
              </a:r>
            </a:p>
          </p:txBody>
        </p: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30AFF88B-1185-4FB4-9A69-E59DC155D6E8}"/>
                </a:ext>
              </a:extLst>
            </p:cNvPr>
            <p:cNvSpPr/>
            <p:nvPr/>
          </p:nvSpPr>
          <p:spPr>
            <a:xfrm>
              <a:off x="1628372" y="2517492"/>
              <a:ext cx="4866250" cy="203133"/>
            </a:xfrm>
            <a:prstGeom prst="rect">
              <a:avLst/>
            </a:prstGeom>
          </p:spPr>
          <p:txBody>
            <a:bodyPr wrap="none" lIns="72000" tIns="0" rIns="72000" bIns="0">
              <a:spAutoFit/>
            </a:bodyPr>
            <a:lstStyle/>
            <a:p>
              <a:pPr>
                <a:lnSpc>
                  <a:spcPct val="120000"/>
                </a:lnSpc>
                <a:spcBef>
                  <a:spcPct val="40000"/>
                </a:spcBef>
              </a:pPr>
              <a:r>
                <a:rPr lang="ko-KR" alt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마켓 산스 Medium" panose="02000000000000000000" pitchFamily="50" charset="-127"/>
                  <a:ea typeface="G마켓 산스 Medium" panose="02000000000000000000" pitchFamily="50" charset="-127"/>
                </a:rPr>
                <a:t>시스템 관리의 편의성 및 효율성을 극대화하기 위한 </a:t>
              </a:r>
              <a:r>
                <a:rPr lang="en-US" altLang="ko-KR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마켓 산스 Medium" panose="02000000000000000000" pitchFamily="50" charset="-127"/>
                  <a:ea typeface="G마켓 산스 Medium" panose="02000000000000000000" pitchFamily="50" charset="-127"/>
                </a:rPr>
                <a:t>“</a:t>
              </a:r>
              <a:r>
                <a:rPr lang="ko-KR" alt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마켓 산스 Medium" panose="02000000000000000000" pitchFamily="50" charset="-127"/>
                  <a:ea typeface="G마켓 산스 Medium" panose="02000000000000000000" pitchFamily="50" charset="-127"/>
                </a:rPr>
                <a:t>비즈니스 가치 향상</a:t>
              </a:r>
              <a:r>
                <a:rPr lang="en-US" altLang="ko-KR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마켓 산스 Medium" panose="02000000000000000000" pitchFamily="50" charset="-127"/>
                  <a:ea typeface="G마켓 산스 Medium" panose="02000000000000000000" pitchFamily="50" charset="-127"/>
                </a:rPr>
                <a:t>”</a:t>
              </a:r>
              <a:r>
                <a:rPr lang="ko-KR" alt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마켓 산스 Medium" panose="02000000000000000000" pitchFamily="50" charset="-127"/>
                  <a:ea typeface="G마켓 산스 Medium" panose="02000000000000000000" pitchFamily="50" charset="-127"/>
                </a:rPr>
                <a:t> 전략</a:t>
              </a:r>
            </a:p>
          </p:txBody>
        </p:sp>
        <p:grpSp>
          <p:nvGrpSpPr>
            <p:cNvPr id="99" name="그룹 98">
              <a:extLst>
                <a:ext uri="{FF2B5EF4-FFF2-40B4-BE49-F238E27FC236}">
                  <a16:creationId xmlns:a16="http://schemas.microsoft.com/office/drawing/2014/main" id="{2E3BBC77-511B-4C9D-A896-7C761FFE2FAC}"/>
                </a:ext>
              </a:extLst>
            </p:cNvPr>
            <p:cNvGrpSpPr/>
            <p:nvPr/>
          </p:nvGrpSpPr>
          <p:grpSpPr>
            <a:xfrm>
              <a:off x="0" y="1569950"/>
              <a:ext cx="1592796" cy="996325"/>
              <a:chOff x="1357476" y="708026"/>
              <a:chExt cx="1592796" cy="996325"/>
            </a:xfrm>
          </p:grpSpPr>
          <p:grpSp>
            <p:nvGrpSpPr>
              <p:cNvPr id="100" name="그룹 99">
                <a:extLst>
                  <a:ext uri="{FF2B5EF4-FFF2-40B4-BE49-F238E27FC236}">
                    <a16:creationId xmlns:a16="http://schemas.microsoft.com/office/drawing/2014/main" id="{FB07F7C7-5C99-4065-BBA9-48B193D5CCED}"/>
                  </a:ext>
                </a:extLst>
              </p:cNvPr>
              <p:cNvGrpSpPr/>
              <p:nvPr/>
            </p:nvGrpSpPr>
            <p:grpSpPr>
              <a:xfrm>
                <a:off x="1357476" y="708026"/>
                <a:ext cx="1592796" cy="996325"/>
                <a:chOff x="1357476" y="708026"/>
                <a:chExt cx="1592796" cy="996325"/>
              </a:xfrm>
            </p:grpSpPr>
            <p:sp>
              <p:nvSpPr>
                <p:cNvPr id="104" name="양쪽 모서리가 둥근 사각형 8">
                  <a:extLst>
                    <a:ext uri="{FF2B5EF4-FFF2-40B4-BE49-F238E27FC236}">
                      <a16:creationId xmlns:a16="http://schemas.microsoft.com/office/drawing/2014/main" id="{76DB3D07-9FA9-45C0-B81B-6C9DE2071E2B}"/>
                    </a:ext>
                  </a:extLst>
                </p:cNvPr>
                <p:cNvSpPr/>
                <p:nvPr/>
              </p:nvSpPr>
              <p:spPr>
                <a:xfrm rot="5400000">
                  <a:off x="1685874" y="439953"/>
                  <a:ext cx="936000" cy="1592796"/>
                </a:xfrm>
                <a:prstGeom prst="round2SameRect">
                  <a:avLst>
                    <a:gd name="adj1" fmla="val 13553"/>
                    <a:gd name="adj2" fmla="val 0"/>
                  </a:avLst>
                </a:prstGeom>
                <a:solidFill>
                  <a:srgbClr val="000000">
                    <a:alpha val="9804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ko-KR" altLang="en-US"/>
                </a:p>
              </p:txBody>
            </p:sp>
            <p:sp>
              <p:nvSpPr>
                <p:cNvPr id="105" name="양쪽 모서리가 둥근 사각형 1">
                  <a:extLst>
                    <a:ext uri="{FF2B5EF4-FFF2-40B4-BE49-F238E27FC236}">
                      <a16:creationId xmlns:a16="http://schemas.microsoft.com/office/drawing/2014/main" id="{381E3D2A-E316-4070-A6B4-3C518055F94E}"/>
                    </a:ext>
                  </a:extLst>
                </p:cNvPr>
                <p:cNvSpPr/>
                <p:nvPr/>
              </p:nvSpPr>
              <p:spPr>
                <a:xfrm rot="5400000">
                  <a:off x="1652537" y="412965"/>
                  <a:ext cx="936000" cy="1526121"/>
                </a:xfrm>
                <a:prstGeom prst="round2SameRect">
                  <a:avLst>
                    <a:gd name="adj1" fmla="val 13553"/>
                    <a:gd name="adj2" fmla="val 0"/>
                  </a:avLst>
                </a:prstGeom>
                <a:solidFill>
                  <a:srgbClr val="EFAC1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ko-KR" altLang="en-US"/>
                </a:p>
              </p:txBody>
            </p:sp>
          </p:grpSp>
          <p:grpSp>
            <p:nvGrpSpPr>
              <p:cNvPr id="101" name="그룹 100">
                <a:extLst>
                  <a:ext uri="{FF2B5EF4-FFF2-40B4-BE49-F238E27FC236}">
                    <a16:creationId xmlns:a16="http://schemas.microsoft.com/office/drawing/2014/main" id="{19A9B62B-379F-4B0A-8FA1-F070D2691473}"/>
                  </a:ext>
                </a:extLst>
              </p:cNvPr>
              <p:cNvGrpSpPr/>
              <p:nvPr userDrawn="1"/>
            </p:nvGrpSpPr>
            <p:grpSpPr>
              <a:xfrm>
                <a:off x="1911486" y="771526"/>
                <a:ext cx="901564" cy="799214"/>
                <a:chOff x="1911486" y="771526"/>
                <a:chExt cx="901564" cy="799214"/>
              </a:xfrm>
            </p:grpSpPr>
            <p:sp>
              <p:nvSpPr>
                <p:cNvPr id="102" name="양쪽 모서리가 둥근 사각형 10">
                  <a:extLst>
                    <a:ext uri="{FF2B5EF4-FFF2-40B4-BE49-F238E27FC236}">
                      <a16:creationId xmlns:a16="http://schemas.microsoft.com/office/drawing/2014/main" id="{7C3E932A-74DD-4B4F-A4F0-8363A8A344CB}"/>
                    </a:ext>
                  </a:extLst>
                </p:cNvPr>
                <p:cNvSpPr/>
                <p:nvPr userDrawn="1"/>
              </p:nvSpPr>
              <p:spPr>
                <a:xfrm>
                  <a:off x="1911486" y="771526"/>
                  <a:ext cx="901564" cy="295213"/>
                </a:xfrm>
                <a:prstGeom prst="round2SameRect">
                  <a:avLst>
                    <a:gd name="adj1" fmla="val 41604"/>
                    <a:gd name="adj2" fmla="val 0"/>
                  </a:avLst>
                </a:prstGeom>
                <a:solidFill>
                  <a:srgbClr val="212E37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en-US" altLang="ko-KR" sz="1000" b="0" i="0" dirty="0">
                      <a:solidFill>
                        <a:srgbClr val="FFC000"/>
                      </a:solidFill>
                      <a:latin typeface="G마켓 산스 Bold" panose="02000000000000000000" pitchFamily="50" charset="-127"/>
                      <a:ea typeface="G마켓 산스 Bold" panose="02000000000000000000" pitchFamily="50" charset="-127"/>
                    </a:rPr>
                    <a:t>Action</a:t>
                  </a:r>
                  <a:endParaRPr kumimoji="1" lang="ko-KR" altLang="en-US" sz="1000" b="0" i="0" dirty="0">
                    <a:solidFill>
                      <a:srgbClr val="FFC000"/>
                    </a:solidFill>
                    <a:latin typeface="G마켓 산스 Bold" panose="02000000000000000000" pitchFamily="50" charset="-127"/>
                    <a:ea typeface="G마켓 산스 Bold" panose="02000000000000000000" pitchFamily="50" charset="-127"/>
                  </a:endParaRPr>
                </a:p>
              </p:txBody>
            </p:sp>
            <p:sp>
              <p:nvSpPr>
                <p:cNvPr id="103" name="양쪽 모서리가 둥근 사각형 11">
                  <a:extLst>
                    <a:ext uri="{FF2B5EF4-FFF2-40B4-BE49-F238E27FC236}">
                      <a16:creationId xmlns:a16="http://schemas.microsoft.com/office/drawing/2014/main" id="{39DF4D52-4EF2-4081-B310-AA36C6865626}"/>
                    </a:ext>
                  </a:extLst>
                </p:cNvPr>
                <p:cNvSpPr/>
                <p:nvPr userDrawn="1"/>
              </p:nvSpPr>
              <p:spPr>
                <a:xfrm rot="10800000">
                  <a:off x="1911486" y="1066740"/>
                  <a:ext cx="901564" cy="504000"/>
                </a:xfrm>
                <a:prstGeom prst="round2SameRect">
                  <a:avLst>
                    <a:gd name="adj1" fmla="val 20846"/>
                    <a:gd name="adj2" fmla="val 0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ko-KR" altLang="en-US"/>
                </a:p>
              </p:txBody>
            </p:sp>
          </p:grpSp>
        </p:grp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0F60423D-6E45-4C50-894B-BA6F134C78A4}"/>
                </a:ext>
              </a:extLst>
            </p:cNvPr>
            <p:cNvSpPr txBox="1"/>
            <p:nvPr/>
          </p:nvSpPr>
          <p:spPr>
            <a:xfrm>
              <a:off x="794343" y="1980996"/>
              <a:ext cx="410369" cy="43088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00" u="none" strike="noStrike" kern="1200" cap="none" spc="-50" normalizeH="0" baseline="0" noProof="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chemeClr val="bg2">
                      <a:lumMod val="90000"/>
                    </a:schemeClr>
                  </a:solidFill>
                  <a:effectLst/>
                  <a:uLnTx/>
                  <a:uFillTx/>
                  <a:latin typeface="G마켓 산스 Bold" panose="02000000000000000000" pitchFamily="50" charset="-127"/>
                  <a:ea typeface="G마켓 산스 Bold" panose="02000000000000000000" pitchFamily="50" charset="-127"/>
                </a:rPr>
                <a:t>0</a:t>
              </a:r>
              <a:r>
                <a:rPr kumimoji="0" lang="en-US" altLang="ko-KR" sz="2800" u="none" strike="noStrike" kern="1200" cap="none" spc="-50" normalizeH="0" baseline="0" noProof="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0F1D3A"/>
                  </a:solidFill>
                  <a:effectLst/>
                  <a:uLnTx/>
                  <a:uFillTx/>
                  <a:latin typeface="G마켓 산스 Bold" panose="02000000000000000000" pitchFamily="50" charset="-127"/>
                  <a:ea typeface="G마켓 산스 Bold" panose="02000000000000000000" pitchFamily="50" charset="-127"/>
                </a:rPr>
                <a:t>1</a:t>
              </a:r>
              <a:endParaRPr kumimoji="0" lang="en-US" altLang="ko-KR" sz="2800" u="none" strike="noStrike" kern="1200" cap="none" spc="-50" normalizeH="0" baseline="0" noProof="0" dirty="0">
                <a:ln>
                  <a:solidFill>
                    <a:srgbClr val="6F80B5">
                      <a:alpha val="0"/>
                    </a:srgbClr>
                  </a:solidFill>
                </a:ln>
                <a:solidFill>
                  <a:srgbClr val="0F1D3A"/>
                </a:solidFill>
                <a:effectLst/>
                <a:uLnTx/>
                <a:uFillTx/>
                <a:latin typeface="G마켓 산스 Bold" panose="02000000000000000000" pitchFamily="50" charset="-127"/>
                <a:ea typeface="G마켓 산스 Bold" panose="02000000000000000000" pitchFamily="50" charset="-127"/>
              </a:endParaRP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F46BF911-7F21-4C1C-9339-445BF4C25644}"/>
              </a:ext>
            </a:extLst>
          </p:cNvPr>
          <p:cNvGrpSpPr/>
          <p:nvPr/>
        </p:nvGrpSpPr>
        <p:grpSpPr>
          <a:xfrm>
            <a:off x="640115" y="4268924"/>
            <a:ext cx="5416937" cy="3096004"/>
            <a:chOff x="640115" y="4268924"/>
            <a:chExt cx="5416937" cy="3096004"/>
          </a:xfrm>
        </p:grpSpPr>
        <p:pic>
          <p:nvPicPr>
            <p:cNvPr id="46" name="그림 45">
              <a:extLst>
                <a:ext uri="{FF2B5EF4-FFF2-40B4-BE49-F238E27FC236}">
                  <a16:creationId xmlns:a16="http://schemas.microsoft.com/office/drawing/2014/main" id="{B948D913-D10D-4DF7-A9EE-FC67E35EC07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25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53293" y="4268924"/>
              <a:ext cx="4891691" cy="3060000"/>
            </a:xfrm>
            <a:prstGeom prst="rect">
              <a:avLst/>
            </a:prstGeom>
          </p:spPr>
        </p:pic>
        <p:sp>
          <p:nvSpPr>
            <p:cNvPr id="187" name="사각형: 둥근 모서리 186">
              <a:extLst>
                <a:ext uri="{FF2B5EF4-FFF2-40B4-BE49-F238E27FC236}">
                  <a16:creationId xmlns:a16="http://schemas.microsoft.com/office/drawing/2014/main" id="{3DC85B3C-24F4-454E-AC93-875A7CB66A4A}"/>
                </a:ext>
              </a:extLst>
            </p:cNvPr>
            <p:cNvSpPr/>
            <p:nvPr/>
          </p:nvSpPr>
          <p:spPr>
            <a:xfrm>
              <a:off x="3084200" y="6529300"/>
              <a:ext cx="756000" cy="756000"/>
            </a:xfrm>
            <a:prstGeom prst="roundRect">
              <a:avLst>
                <a:gd name="adj" fmla="val 1968"/>
              </a:avLst>
            </a:prstGeom>
            <a:solidFill>
              <a:schemeClr val="bg1"/>
            </a:solidFill>
            <a:ln>
              <a:noFill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ko-KR" altLang="en-US" sz="1000">
                <a:latin typeface="+mn-ea"/>
              </a:endParaRPr>
            </a:p>
          </p:txBody>
        </p:sp>
        <p:pic>
          <p:nvPicPr>
            <p:cNvPr id="67" name="Picture 10" descr="https://postfiles.pstatic.net/MjAxOTAyMDlfMjYz/MDAxNTQ5NzAyMjAxNjY3.bVyHNehhznsGnZZfKe82CdArAHmjCbqNUnzWIBz3wjkg.OEerPtxQjBFoJINjEz8RmrZm14wl0u02p9U0DjJgsXQg.PNG.yooncoms/4-%ED%99%8D%EC%9D%B5%EC%9D%B8%EA%B0%841.png?type=w966">
              <a:extLst>
                <a:ext uri="{FF2B5EF4-FFF2-40B4-BE49-F238E27FC236}">
                  <a16:creationId xmlns:a16="http://schemas.microsoft.com/office/drawing/2014/main" id="{68C98C10-EEB1-4CF1-A4DF-C22DF734055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sharpenSoften amount="25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97052" y="6376728"/>
              <a:ext cx="2160000" cy="988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8" name="직사각형 67">
              <a:extLst>
                <a:ext uri="{FF2B5EF4-FFF2-40B4-BE49-F238E27FC236}">
                  <a16:creationId xmlns:a16="http://schemas.microsoft.com/office/drawing/2014/main" id="{139B2C5C-7AF7-4509-B962-4A6A17D0E5AF}"/>
                </a:ext>
              </a:extLst>
            </p:cNvPr>
            <p:cNvSpPr/>
            <p:nvPr/>
          </p:nvSpPr>
          <p:spPr>
            <a:xfrm>
              <a:off x="4041068" y="6212800"/>
              <a:ext cx="1895071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마켓 산스 Medium" panose="02000000000000000000" pitchFamily="50" charset="-127"/>
                  <a:ea typeface="G마켓 산스 Medium" panose="02000000000000000000" pitchFamily="50" charset="-127"/>
                </a:rPr>
                <a:t>다양한 디바이스 환경 통합관리</a:t>
              </a:r>
            </a:p>
          </p:txBody>
        </p:sp>
        <p:sp>
          <p:nvSpPr>
            <p:cNvPr id="78" name="직사각형 77">
              <a:extLst>
                <a:ext uri="{FF2B5EF4-FFF2-40B4-BE49-F238E27FC236}">
                  <a16:creationId xmlns:a16="http://schemas.microsoft.com/office/drawing/2014/main" id="{1EC445D9-DCAB-4F41-BA46-9EDE86883739}"/>
                </a:ext>
              </a:extLst>
            </p:cNvPr>
            <p:cNvSpPr/>
            <p:nvPr/>
          </p:nvSpPr>
          <p:spPr>
            <a:xfrm>
              <a:off x="640115" y="6789204"/>
              <a:ext cx="1960793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10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G마켓 산스 Medium" panose="02000000000000000000" pitchFamily="50" charset="-127"/>
                  <a:ea typeface="G마켓 산스 Medium" panose="02000000000000000000" pitchFamily="50" charset="-127"/>
                </a:rPr>
                <a:t>웹표준</a:t>
              </a:r>
              <a:r>
                <a: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마켓 산스 Medium" panose="02000000000000000000" pitchFamily="50" charset="-127"/>
                  <a:ea typeface="G마켓 산스 Medium" panose="02000000000000000000" pitchFamily="50" charset="-127"/>
                </a:rPr>
                <a:t>, </a:t>
              </a: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마켓 산스 Medium" panose="02000000000000000000" pitchFamily="50" charset="-127"/>
                  <a:ea typeface="G마켓 산스 Medium" panose="02000000000000000000" pitchFamily="50" charset="-127"/>
                </a:rPr>
                <a:t>웹접근성 및 호환성 준수</a:t>
              </a:r>
            </a:p>
          </p:txBody>
        </p:sp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BC59C636-3E50-46D7-97C9-3BCCC89CFA0B}"/>
                </a:ext>
              </a:extLst>
            </p:cNvPr>
            <p:cNvGrpSpPr/>
            <p:nvPr/>
          </p:nvGrpSpPr>
          <p:grpSpPr>
            <a:xfrm>
              <a:off x="670471" y="7059895"/>
              <a:ext cx="1930437" cy="277649"/>
              <a:chOff x="836712" y="7203911"/>
              <a:chExt cx="1930437" cy="277649"/>
            </a:xfrm>
          </p:grpSpPr>
          <p:pic>
            <p:nvPicPr>
              <p:cNvPr id="76" name="Picture 12" descr="https://postfiles.pstatic.net/MjAxOTAyMDlfMTE2/MDAxNTQ5NzAyMjk1Njg0.3ww4ow0cgVDWojolynYZT_Gxnkl_kBwWbhAAzg4CWsAg.i6XTtZ7vJUbJ0YMP_zk7lywcGpZ7V0MJNuOY2B0NH3Eg.PNG.yooncoms/4-%ED%99%8D%EC%9D%B5%EC%9D%B8%EA%B0%842.PNG?type=w966">
                <a:extLst>
                  <a:ext uri="{FF2B5EF4-FFF2-40B4-BE49-F238E27FC236}">
                    <a16:creationId xmlns:a16="http://schemas.microsoft.com/office/drawing/2014/main" id="{034D4845-B841-4B41-AF47-F56AA4C14E8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7" cstate="print">
                <a:clrChange>
                  <a:clrFrom>
                    <a:srgbClr val="FDFDFD"/>
                  </a:clrFrom>
                  <a:clrTo>
                    <a:srgbClr val="FDFDFD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74205"/>
              <a:stretch/>
            </p:blipFill>
            <p:spPr bwMode="auto">
              <a:xfrm flipV="1">
                <a:off x="836712" y="7203911"/>
                <a:ext cx="544750" cy="27764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77" name="Picture 12" descr="https://postfiles.pstatic.net/MjAxOTAyMDlfMTE2/MDAxNTQ5NzAyMjk1Njg0.3ww4ow0cgVDWojolynYZT_Gxnkl_kBwWbhAAzg4CWsAg.i6XTtZ7vJUbJ0YMP_zk7lywcGpZ7V0MJNuOY2B0NH3Eg.PNG.yooncoms/4-%ED%99%8D%EC%9D%B5%EC%9D%B8%EA%B0%842.PNG?type=w966">
                <a:extLst>
                  <a:ext uri="{FF2B5EF4-FFF2-40B4-BE49-F238E27FC236}">
                    <a16:creationId xmlns:a16="http://schemas.microsoft.com/office/drawing/2014/main" id="{E2A55772-1EDC-4DE9-8C90-2578B9AB037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8" cstate="print">
                <a:clrChange>
                  <a:clrFrom>
                    <a:srgbClr val="FDFDFD"/>
                  </a:clrFrom>
                  <a:clrTo>
                    <a:srgbClr val="FDFDFD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2172"/>
              <a:stretch/>
            </p:blipFill>
            <p:spPr bwMode="auto">
              <a:xfrm flipV="1">
                <a:off x="1324194" y="7203912"/>
                <a:ext cx="1221249" cy="27764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88" name="그림 187">
                <a:extLst>
                  <a:ext uri="{FF2B5EF4-FFF2-40B4-BE49-F238E27FC236}">
                    <a16:creationId xmlns:a16="http://schemas.microsoft.com/office/drawing/2014/main" id="{7113EF5D-51DC-4343-9921-503F6E33681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tretch>
                <a:fillRect/>
              </a:stretch>
            </p:blipFill>
            <p:spPr>
              <a:xfrm>
                <a:off x="2523940" y="7208510"/>
                <a:ext cx="243209" cy="252000"/>
              </a:xfrm>
              <a:prstGeom prst="rect">
                <a:avLst/>
              </a:prstGeom>
            </p:spPr>
          </p:pic>
        </p:grpSp>
        <p:grpSp>
          <p:nvGrpSpPr>
            <p:cNvPr id="195" name="그룹 194">
              <a:extLst>
                <a:ext uri="{FF2B5EF4-FFF2-40B4-BE49-F238E27FC236}">
                  <a16:creationId xmlns:a16="http://schemas.microsoft.com/office/drawing/2014/main" id="{67C8BD1D-6470-47F4-A643-90D7B803F8CC}"/>
                </a:ext>
              </a:extLst>
            </p:cNvPr>
            <p:cNvGrpSpPr/>
            <p:nvPr/>
          </p:nvGrpSpPr>
          <p:grpSpPr>
            <a:xfrm>
              <a:off x="3226215" y="6717196"/>
              <a:ext cx="555682" cy="501379"/>
              <a:chOff x="4334603" y="4072812"/>
              <a:chExt cx="611250" cy="551517"/>
            </a:xfrm>
          </p:grpSpPr>
          <p:grpSp>
            <p:nvGrpSpPr>
              <p:cNvPr id="196" name="그룹 195">
                <a:extLst>
                  <a:ext uri="{FF2B5EF4-FFF2-40B4-BE49-F238E27FC236}">
                    <a16:creationId xmlns:a16="http://schemas.microsoft.com/office/drawing/2014/main" id="{8E3F1912-5130-4571-BD8D-94A4398DC938}"/>
                  </a:ext>
                </a:extLst>
              </p:cNvPr>
              <p:cNvGrpSpPr/>
              <p:nvPr/>
            </p:nvGrpSpPr>
            <p:grpSpPr>
              <a:xfrm>
                <a:off x="4334603" y="4218806"/>
                <a:ext cx="498553" cy="405523"/>
                <a:chOff x="3764260" y="6718714"/>
                <a:chExt cx="498553" cy="405523"/>
              </a:xfrm>
            </p:grpSpPr>
            <p:sp>
              <p:nvSpPr>
                <p:cNvPr id="198" name="AutoShape 3">
                  <a:extLst>
                    <a:ext uri="{FF2B5EF4-FFF2-40B4-BE49-F238E27FC236}">
                      <a16:creationId xmlns:a16="http://schemas.microsoft.com/office/drawing/2014/main" id="{758818B2-0E58-4206-98E6-32C0FFF478EB}"/>
                    </a:ext>
                  </a:extLst>
                </p:cNvPr>
                <p:cNvSpPr>
                  <a:spLocks noChangeAspect="1" noChangeArrowheads="1" noTextEdit="1"/>
                </p:cNvSpPr>
                <p:nvPr/>
              </p:nvSpPr>
              <p:spPr bwMode="auto">
                <a:xfrm>
                  <a:off x="3765572" y="6718714"/>
                  <a:ext cx="497241" cy="40552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199" name="Rectangle 5">
                  <a:extLst>
                    <a:ext uri="{FF2B5EF4-FFF2-40B4-BE49-F238E27FC236}">
                      <a16:creationId xmlns:a16="http://schemas.microsoft.com/office/drawing/2014/main" id="{B896DCA7-C106-44D9-A7DE-118B3308A69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34817" y="7056253"/>
                  <a:ext cx="154814" cy="46516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200" name="Freeform 6">
                  <a:extLst>
                    <a:ext uri="{FF2B5EF4-FFF2-40B4-BE49-F238E27FC236}">
                      <a16:creationId xmlns:a16="http://schemas.microsoft.com/office/drawing/2014/main" id="{CB1FD372-D0FB-4C58-9C74-00465DF4F7F1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3928258" y="7051482"/>
                  <a:ext cx="167934" cy="56058"/>
                </a:xfrm>
                <a:custGeom>
                  <a:avLst/>
                  <a:gdLst>
                    <a:gd name="T0" fmla="*/ 115 w 119"/>
                    <a:gd name="T1" fmla="*/ 44 h 44"/>
                    <a:gd name="T2" fmla="*/ 4 w 119"/>
                    <a:gd name="T3" fmla="*/ 44 h 44"/>
                    <a:gd name="T4" fmla="*/ 0 w 119"/>
                    <a:gd name="T5" fmla="*/ 40 h 44"/>
                    <a:gd name="T6" fmla="*/ 0 w 119"/>
                    <a:gd name="T7" fmla="*/ 4 h 44"/>
                    <a:gd name="T8" fmla="*/ 4 w 119"/>
                    <a:gd name="T9" fmla="*/ 0 h 44"/>
                    <a:gd name="T10" fmla="*/ 115 w 119"/>
                    <a:gd name="T11" fmla="*/ 0 h 44"/>
                    <a:gd name="T12" fmla="*/ 119 w 119"/>
                    <a:gd name="T13" fmla="*/ 4 h 44"/>
                    <a:gd name="T14" fmla="*/ 119 w 119"/>
                    <a:gd name="T15" fmla="*/ 40 h 44"/>
                    <a:gd name="T16" fmla="*/ 115 w 119"/>
                    <a:gd name="T17" fmla="*/ 44 h 44"/>
                    <a:gd name="T18" fmla="*/ 8 w 119"/>
                    <a:gd name="T19" fmla="*/ 36 h 44"/>
                    <a:gd name="T20" fmla="*/ 111 w 119"/>
                    <a:gd name="T21" fmla="*/ 36 h 44"/>
                    <a:gd name="T22" fmla="*/ 111 w 119"/>
                    <a:gd name="T23" fmla="*/ 8 h 44"/>
                    <a:gd name="T24" fmla="*/ 8 w 119"/>
                    <a:gd name="T25" fmla="*/ 8 h 44"/>
                    <a:gd name="T26" fmla="*/ 8 w 119"/>
                    <a:gd name="T27" fmla="*/ 36 h 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119" h="44">
                      <a:moveTo>
                        <a:pt x="115" y="44"/>
                      </a:moveTo>
                      <a:cubicBezTo>
                        <a:pt x="4" y="44"/>
                        <a:pt x="4" y="44"/>
                        <a:pt x="4" y="44"/>
                      </a:cubicBezTo>
                      <a:cubicBezTo>
                        <a:pt x="1" y="44"/>
                        <a:pt x="0" y="42"/>
                        <a:pt x="0" y="40"/>
                      </a:cubicBezTo>
                      <a:cubicBezTo>
                        <a:pt x="0" y="4"/>
                        <a:pt x="0" y="4"/>
                        <a:pt x="0" y="4"/>
                      </a:cubicBezTo>
                      <a:cubicBezTo>
                        <a:pt x="0" y="2"/>
                        <a:pt x="1" y="0"/>
                        <a:pt x="4" y="0"/>
                      </a:cubicBezTo>
                      <a:cubicBezTo>
                        <a:pt x="115" y="0"/>
                        <a:pt x="115" y="0"/>
                        <a:pt x="115" y="0"/>
                      </a:cubicBezTo>
                      <a:cubicBezTo>
                        <a:pt x="117" y="0"/>
                        <a:pt x="119" y="2"/>
                        <a:pt x="119" y="4"/>
                      </a:cubicBezTo>
                      <a:cubicBezTo>
                        <a:pt x="119" y="40"/>
                        <a:pt x="119" y="40"/>
                        <a:pt x="119" y="40"/>
                      </a:cubicBezTo>
                      <a:cubicBezTo>
                        <a:pt x="119" y="42"/>
                        <a:pt x="117" y="44"/>
                        <a:pt x="115" y="44"/>
                      </a:cubicBezTo>
                      <a:close/>
                      <a:moveTo>
                        <a:pt x="8" y="36"/>
                      </a:moveTo>
                      <a:cubicBezTo>
                        <a:pt x="111" y="36"/>
                        <a:pt x="111" y="36"/>
                        <a:pt x="111" y="36"/>
                      </a:cubicBezTo>
                      <a:cubicBezTo>
                        <a:pt x="111" y="8"/>
                        <a:pt x="111" y="8"/>
                        <a:pt x="111" y="8"/>
                      </a:cubicBezTo>
                      <a:cubicBezTo>
                        <a:pt x="8" y="8"/>
                        <a:pt x="8" y="8"/>
                        <a:pt x="8" y="8"/>
                      </a:cubicBezTo>
                      <a:lnTo>
                        <a:pt x="8" y="36"/>
                      </a:lnTo>
                      <a:close/>
                    </a:path>
                  </a:pathLst>
                </a:custGeom>
                <a:solidFill>
                  <a:srgbClr val="1E1E1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201" name="Freeform 7">
                  <a:extLst>
                    <a:ext uri="{FF2B5EF4-FFF2-40B4-BE49-F238E27FC236}">
                      <a16:creationId xmlns:a16="http://schemas.microsoft.com/office/drawing/2014/main" id="{3FCBAAC6-5CFB-4145-BB9B-4ADB645DE88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5778" y="7090841"/>
                  <a:ext cx="271580" cy="27433"/>
                </a:xfrm>
                <a:custGeom>
                  <a:avLst/>
                  <a:gdLst>
                    <a:gd name="T0" fmla="*/ 194 w 194"/>
                    <a:gd name="T1" fmla="*/ 16 h 21"/>
                    <a:gd name="T2" fmla="*/ 190 w 194"/>
                    <a:gd name="T3" fmla="*/ 21 h 21"/>
                    <a:gd name="T4" fmla="*/ 4 w 194"/>
                    <a:gd name="T5" fmla="*/ 21 h 21"/>
                    <a:gd name="T6" fmla="*/ 0 w 194"/>
                    <a:gd name="T7" fmla="*/ 16 h 21"/>
                    <a:gd name="T8" fmla="*/ 0 w 194"/>
                    <a:gd name="T9" fmla="*/ 5 h 21"/>
                    <a:gd name="T10" fmla="*/ 4 w 194"/>
                    <a:gd name="T11" fmla="*/ 0 h 21"/>
                    <a:gd name="T12" fmla="*/ 190 w 194"/>
                    <a:gd name="T13" fmla="*/ 0 h 21"/>
                    <a:gd name="T14" fmla="*/ 194 w 194"/>
                    <a:gd name="T15" fmla="*/ 5 h 21"/>
                    <a:gd name="T16" fmla="*/ 194 w 194"/>
                    <a:gd name="T17" fmla="*/ 16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4" h="21">
                      <a:moveTo>
                        <a:pt x="194" y="16"/>
                      </a:moveTo>
                      <a:cubicBezTo>
                        <a:pt x="194" y="19"/>
                        <a:pt x="192" y="21"/>
                        <a:pt x="190" y="21"/>
                      </a:cubicBezTo>
                      <a:cubicBezTo>
                        <a:pt x="4" y="21"/>
                        <a:pt x="4" y="21"/>
                        <a:pt x="4" y="21"/>
                      </a:cubicBezTo>
                      <a:cubicBezTo>
                        <a:pt x="2" y="21"/>
                        <a:pt x="0" y="19"/>
                        <a:pt x="0" y="16"/>
                      </a:cubicBez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0" y="2"/>
                        <a:pt x="2" y="0"/>
                        <a:pt x="4" y="0"/>
                      </a:cubicBezTo>
                      <a:cubicBezTo>
                        <a:pt x="190" y="0"/>
                        <a:pt x="190" y="0"/>
                        <a:pt x="190" y="0"/>
                      </a:cubicBezTo>
                      <a:cubicBezTo>
                        <a:pt x="192" y="0"/>
                        <a:pt x="194" y="2"/>
                        <a:pt x="194" y="5"/>
                      </a:cubicBezTo>
                      <a:lnTo>
                        <a:pt x="194" y="16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202" name="Freeform 8">
                  <a:extLst>
                    <a:ext uri="{FF2B5EF4-FFF2-40B4-BE49-F238E27FC236}">
                      <a16:creationId xmlns:a16="http://schemas.microsoft.com/office/drawing/2014/main" id="{9086B354-6B58-4A4D-9E11-562F9E644583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3869218" y="7086070"/>
                  <a:ext cx="284700" cy="36975"/>
                </a:xfrm>
                <a:custGeom>
                  <a:avLst/>
                  <a:gdLst>
                    <a:gd name="T0" fmla="*/ 194 w 202"/>
                    <a:gd name="T1" fmla="*/ 29 h 29"/>
                    <a:gd name="T2" fmla="*/ 8 w 202"/>
                    <a:gd name="T3" fmla="*/ 29 h 29"/>
                    <a:gd name="T4" fmla="*/ 0 w 202"/>
                    <a:gd name="T5" fmla="*/ 20 h 29"/>
                    <a:gd name="T6" fmla="*/ 0 w 202"/>
                    <a:gd name="T7" fmla="*/ 9 h 29"/>
                    <a:gd name="T8" fmla="*/ 8 w 202"/>
                    <a:gd name="T9" fmla="*/ 0 h 29"/>
                    <a:gd name="T10" fmla="*/ 194 w 202"/>
                    <a:gd name="T11" fmla="*/ 0 h 29"/>
                    <a:gd name="T12" fmla="*/ 202 w 202"/>
                    <a:gd name="T13" fmla="*/ 9 h 29"/>
                    <a:gd name="T14" fmla="*/ 202 w 202"/>
                    <a:gd name="T15" fmla="*/ 20 h 29"/>
                    <a:gd name="T16" fmla="*/ 194 w 202"/>
                    <a:gd name="T17" fmla="*/ 29 h 29"/>
                    <a:gd name="T18" fmla="*/ 8 w 202"/>
                    <a:gd name="T19" fmla="*/ 21 h 29"/>
                    <a:gd name="T20" fmla="*/ 194 w 202"/>
                    <a:gd name="T21" fmla="*/ 21 h 29"/>
                    <a:gd name="T22" fmla="*/ 194 w 202"/>
                    <a:gd name="T23" fmla="*/ 20 h 29"/>
                    <a:gd name="T24" fmla="*/ 194 w 202"/>
                    <a:gd name="T25" fmla="*/ 9 h 29"/>
                    <a:gd name="T26" fmla="*/ 194 w 202"/>
                    <a:gd name="T27" fmla="*/ 8 h 29"/>
                    <a:gd name="T28" fmla="*/ 8 w 202"/>
                    <a:gd name="T29" fmla="*/ 8 h 29"/>
                    <a:gd name="T30" fmla="*/ 8 w 202"/>
                    <a:gd name="T31" fmla="*/ 9 h 29"/>
                    <a:gd name="T32" fmla="*/ 8 w 202"/>
                    <a:gd name="T33" fmla="*/ 20 h 29"/>
                    <a:gd name="T34" fmla="*/ 8 w 202"/>
                    <a:gd name="T35" fmla="*/ 21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202" h="29">
                      <a:moveTo>
                        <a:pt x="194" y="29"/>
                      </a:moveTo>
                      <a:cubicBezTo>
                        <a:pt x="8" y="29"/>
                        <a:pt x="8" y="29"/>
                        <a:pt x="8" y="29"/>
                      </a:cubicBezTo>
                      <a:cubicBezTo>
                        <a:pt x="4" y="29"/>
                        <a:pt x="0" y="25"/>
                        <a:pt x="0" y="20"/>
                      </a:cubicBezTo>
                      <a:cubicBezTo>
                        <a:pt x="0" y="9"/>
                        <a:pt x="0" y="9"/>
                        <a:pt x="0" y="9"/>
                      </a:cubicBezTo>
                      <a:cubicBezTo>
                        <a:pt x="0" y="4"/>
                        <a:pt x="4" y="0"/>
                        <a:pt x="8" y="0"/>
                      </a:cubicBezTo>
                      <a:cubicBezTo>
                        <a:pt x="194" y="0"/>
                        <a:pt x="194" y="0"/>
                        <a:pt x="194" y="0"/>
                      </a:cubicBezTo>
                      <a:cubicBezTo>
                        <a:pt x="199" y="0"/>
                        <a:pt x="202" y="4"/>
                        <a:pt x="202" y="9"/>
                      </a:cubicBezTo>
                      <a:cubicBezTo>
                        <a:pt x="202" y="20"/>
                        <a:pt x="202" y="20"/>
                        <a:pt x="202" y="20"/>
                      </a:cubicBezTo>
                      <a:cubicBezTo>
                        <a:pt x="202" y="25"/>
                        <a:pt x="199" y="29"/>
                        <a:pt x="194" y="29"/>
                      </a:cubicBezTo>
                      <a:close/>
                      <a:moveTo>
                        <a:pt x="8" y="21"/>
                      </a:moveTo>
                      <a:cubicBezTo>
                        <a:pt x="194" y="21"/>
                        <a:pt x="194" y="21"/>
                        <a:pt x="194" y="21"/>
                      </a:cubicBezTo>
                      <a:cubicBezTo>
                        <a:pt x="194" y="21"/>
                        <a:pt x="194" y="21"/>
                        <a:pt x="194" y="20"/>
                      </a:cubicBezTo>
                      <a:cubicBezTo>
                        <a:pt x="194" y="9"/>
                        <a:pt x="194" y="9"/>
                        <a:pt x="194" y="9"/>
                      </a:cubicBezTo>
                      <a:cubicBezTo>
                        <a:pt x="194" y="9"/>
                        <a:pt x="194" y="8"/>
                        <a:pt x="194" y="8"/>
                      </a:cubicBezTo>
                      <a:cubicBezTo>
                        <a:pt x="8" y="8"/>
                        <a:pt x="8" y="8"/>
                        <a:pt x="8" y="8"/>
                      </a:cubicBezTo>
                      <a:cubicBezTo>
                        <a:pt x="8" y="8"/>
                        <a:pt x="8" y="9"/>
                        <a:pt x="8" y="9"/>
                      </a:cubicBezTo>
                      <a:cubicBezTo>
                        <a:pt x="8" y="20"/>
                        <a:pt x="8" y="20"/>
                        <a:pt x="8" y="20"/>
                      </a:cubicBezTo>
                      <a:cubicBezTo>
                        <a:pt x="8" y="21"/>
                        <a:pt x="8" y="21"/>
                        <a:pt x="8" y="21"/>
                      </a:cubicBezTo>
                      <a:close/>
                    </a:path>
                  </a:pathLst>
                </a:custGeom>
                <a:solidFill>
                  <a:srgbClr val="1E1E1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203" name="Freeform 9">
                  <a:extLst>
                    <a:ext uri="{FF2B5EF4-FFF2-40B4-BE49-F238E27FC236}">
                      <a16:creationId xmlns:a16="http://schemas.microsoft.com/office/drawing/2014/main" id="{69420F69-9C88-474E-9068-90DD6FC92B8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69507" y="6723485"/>
                  <a:ext cx="486746" cy="337539"/>
                </a:xfrm>
                <a:custGeom>
                  <a:avLst/>
                  <a:gdLst>
                    <a:gd name="T0" fmla="*/ 346 w 346"/>
                    <a:gd name="T1" fmla="*/ 260 h 264"/>
                    <a:gd name="T2" fmla="*/ 342 w 346"/>
                    <a:gd name="T3" fmla="*/ 264 h 264"/>
                    <a:gd name="T4" fmla="*/ 4 w 346"/>
                    <a:gd name="T5" fmla="*/ 264 h 264"/>
                    <a:gd name="T6" fmla="*/ 0 w 346"/>
                    <a:gd name="T7" fmla="*/ 260 h 264"/>
                    <a:gd name="T8" fmla="*/ 0 w 346"/>
                    <a:gd name="T9" fmla="*/ 4 h 264"/>
                    <a:gd name="T10" fmla="*/ 4 w 346"/>
                    <a:gd name="T11" fmla="*/ 0 h 264"/>
                    <a:gd name="T12" fmla="*/ 342 w 346"/>
                    <a:gd name="T13" fmla="*/ 0 h 264"/>
                    <a:gd name="T14" fmla="*/ 346 w 346"/>
                    <a:gd name="T15" fmla="*/ 4 h 264"/>
                    <a:gd name="T16" fmla="*/ 346 w 346"/>
                    <a:gd name="T17" fmla="*/ 260 h 26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346" h="264">
                      <a:moveTo>
                        <a:pt x="346" y="260"/>
                      </a:moveTo>
                      <a:cubicBezTo>
                        <a:pt x="346" y="263"/>
                        <a:pt x="344" y="264"/>
                        <a:pt x="342" y="264"/>
                      </a:cubicBezTo>
                      <a:cubicBezTo>
                        <a:pt x="4" y="264"/>
                        <a:pt x="4" y="264"/>
                        <a:pt x="4" y="264"/>
                      </a:cubicBezTo>
                      <a:cubicBezTo>
                        <a:pt x="2" y="264"/>
                        <a:pt x="0" y="263"/>
                        <a:pt x="0" y="260"/>
                      </a:cubicBezTo>
                      <a:cubicBezTo>
                        <a:pt x="0" y="4"/>
                        <a:pt x="0" y="4"/>
                        <a:pt x="0" y="4"/>
                      </a:cubicBezTo>
                      <a:cubicBezTo>
                        <a:pt x="0" y="2"/>
                        <a:pt x="2" y="0"/>
                        <a:pt x="4" y="0"/>
                      </a:cubicBezTo>
                      <a:cubicBezTo>
                        <a:pt x="342" y="0"/>
                        <a:pt x="342" y="0"/>
                        <a:pt x="342" y="0"/>
                      </a:cubicBezTo>
                      <a:cubicBezTo>
                        <a:pt x="344" y="0"/>
                        <a:pt x="346" y="2"/>
                        <a:pt x="346" y="4"/>
                      </a:cubicBezTo>
                      <a:lnTo>
                        <a:pt x="346" y="26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204" name="Freeform 10">
                  <a:extLst>
                    <a:ext uri="{FF2B5EF4-FFF2-40B4-BE49-F238E27FC236}">
                      <a16:creationId xmlns:a16="http://schemas.microsoft.com/office/drawing/2014/main" id="{26B79C86-E5F0-4DE3-A3BD-BE3A79480DA6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3764260" y="6718714"/>
                  <a:ext cx="497241" cy="347080"/>
                </a:xfrm>
                <a:custGeom>
                  <a:avLst/>
                  <a:gdLst>
                    <a:gd name="T0" fmla="*/ 346 w 354"/>
                    <a:gd name="T1" fmla="*/ 272 h 272"/>
                    <a:gd name="T2" fmla="*/ 8 w 354"/>
                    <a:gd name="T3" fmla="*/ 272 h 272"/>
                    <a:gd name="T4" fmla="*/ 0 w 354"/>
                    <a:gd name="T5" fmla="*/ 264 h 272"/>
                    <a:gd name="T6" fmla="*/ 0 w 354"/>
                    <a:gd name="T7" fmla="*/ 8 h 272"/>
                    <a:gd name="T8" fmla="*/ 8 w 354"/>
                    <a:gd name="T9" fmla="*/ 0 h 272"/>
                    <a:gd name="T10" fmla="*/ 346 w 354"/>
                    <a:gd name="T11" fmla="*/ 0 h 272"/>
                    <a:gd name="T12" fmla="*/ 354 w 354"/>
                    <a:gd name="T13" fmla="*/ 8 h 272"/>
                    <a:gd name="T14" fmla="*/ 354 w 354"/>
                    <a:gd name="T15" fmla="*/ 264 h 272"/>
                    <a:gd name="T16" fmla="*/ 346 w 354"/>
                    <a:gd name="T17" fmla="*/ 272 h 272"/>
                    <a:gd name="T18" fmla="*/ 346 w 354"/>
                    <a:gd name="T19" fmla="*/ 264 h 272"/>
                    <a:gd name="T20" fmla="*/ 346 w 354"/>
                    <a:gd name="T21" fmla="*/ 268 h 272"/>
                    <a:gd name="T22" fmla="*/ 346 w 354"/>
                    <a:gd name="T23" fmla="*/ 264 h 272"/>
                    <a:gd name="T24" fmla="*/ 346 w 354"/>
                    <a:gd name="T25" fmla="*/ 264 h 272"/>
                    <a:gd name="T26" fmla="*/ 346 w 354"/>
                    <a:gd name="T27" fmla="*/ 8 h 272"/>
                    <a:gd name="T28" fmla="*/ 8 w 354"/>
                    <a:gd name="T29" fmla="*/ 8 h 272"/>
                    <a:gd name="T30" fmla="*/ 8 w 354"/>
                    <a:gd name="T31" fmla="*/ 264 h 272"/>
                    <a:gd name="T32" fmla="*/ 346 w 354"/>
                    <a:gd name="T33" fmla="*/ 264 h 272"/>
                    <a:gd name="T34" fmla="*/ 346 w 354"/>
                    <a:gd name="T35" fmla="*/ 8 h 27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354" h="272">
                      <a:moveTo>
                        <a:pt x="346" y="272"/>
                      </a:moveTo>
                      <a:cubicBezTo>
                        <a:pt x="8" y="272"/>
                        <a:pt x="8" y="272"/>
                        <a:pt x="8" y="272"/>
                      </a:cubicBezTo>
                      <a:cubicBezTo>
                        <a:pt x="4" y="272"/>
                        <a:pt x="0" y="269"/>
                        <a:pt x="0" y="264"/>
                      </a:cubicBezTo>
                      <a:cubicBezTo>
                        <a:pt x="0" y="8"/>
                        <a:pt x="0" y="8"/>
                        <a:pt x="0" y="8"/>
                      </a:cubicBezTo>
                      <a:cubicBezTo>
                        <a:pt x="0" y="4"/>
                        <a:pt x="4" y="0"/>
                        <a:pt x="8" y="0"/>
                      </a:cubicBezTo>
                      <a:cubicBezTo>
                        <a:pt x="346" y="0"/>
                        <a:pt x="346" y="0"/>
                        <a:pt x="346" y="0"/>
                      </a:cubicBezTo>
                      <a:cubicBezTo>
                        <a:pt x="350" y="0"/>
                        <a:pt x="354" y="4"/>
                        <a:pt x="354" y="8"/>
                      </a:cubicBezTo>
                      <a:cubicBezTo>
                        <a:pt x="354" y="264"/>
                        <a:pt x="354" y="264"/>
                        <a:pt x="354" y="264"/>
                      </a:cubicBezTo>
                      <a:cubicBezTo>
                        <a:pt x="354" y="269"/>
                        <a:pt x="350" y="272"/>
                        <a:pt x="346" y="272"/>
                      </a:cubicBezTo>
                      <a:close/>
                      <a:moveTo>
                        <a:pt x="346" y="264"/>
                      </a:moveTo>
                      <a:cubicBezTo>
                        <a:pt x="346" y="268"/>
                        <a:pt x="346" y="268"/>
                        <a:pt x="346" y="268"/>
                      </a:cubicBezTo>
                      <a:cubicBezTo>
                        <a:pt x="346" y="264"/>
                        <a:pt x="346" y="264"/>
                        <a:pt x="346" y="264"/>
                      </a:cubicBezTo>
                      <a:cubicBezTo>
                        <a:pt x="346" y="264"/>
                        <a:pt x="346" y="264"/>
                        <a:pt x="346" y="264"/>
                      </a:cubicBezTo>
                      <a:close/>
                      <a:moveTo>
                        <a:pt x="346" y="8"/>
                      </a:moveTo>
                      <a:cubicBezTo>
                        <a:pt x="8" y="8"/>
                        <a:pt x="8" y="8"/>
                        <a:pt x="8" y="8"/>
                      </a:cubicBezTo>
                      <a:cubicBezTo>
                        <a:pt x="8" y="264"/>
                        <a:pt x="8" y="264"/>
                        <a:pt x="8" y="264"/>
                      </a:cubicBezTo>
                      <a:cubicBezTo>
                        <a:pt x="346" y="264"/>
                        <a:pt x="346" y="264"/>
                        <a:pt x="346" y="264"/>
                      </a:cubicBezTo>
                      <a:lnTo>
                        <a:pt x="346" y="8"/>
                      </a:lnTo>
                      <a:close/>
                    </a:path>
                  </a:pathLst>
                </a:custGeom>
                <a:solidFill>
                  <a:srgbClr val="1E1E1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205" name="Rectangle 11">
                  <a:extLst>
                    <a:ext uri="{FF2B5EF4-FFF2-40B4-BE49-F238E27FC236}">
                      <a16:creationId xmlns:a16="http://schemas.microsoft.com/office/drawing/2014/main" id="{0BA6EFCB-D109-4DD4-8E54-951675412C2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97059" y="6748532"/>
                  <a:ext cx="431642" cy="261205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206" name="Freeform 12">
                  <a:extLst>
                    <a:ext uri="{FF2B5EF4-FFF2-40B4-BE49-F238E27FC236}">
                      <a16:creationId xmlns:a16="http://schemas.microsoft.com/office/drawing/2014/main" id="{C3A3BCF2-7D45-49B0-BF8D-5609671B692B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3791811" y="6743761"/>
                  <a:ext cx="442138" cy="269554"/>
                </a:xfrm>
                <a:custGeom>
                  <a:avLst/>
                  <a:gdLst>
                    <a:gd name="T0" fmla="*/ 311 w 314"/>
                    <a:gd name="T1" fmla="*/ 211 h 211"/>
                    <a:gd name="T2" fmla="*/ 3 w 314"/>
                    <a:gd name="T3" fmla="*/ 211 h 211"/>
                    <a:gd name="T4" fmla="*/ 0 w 314"/>
                    <a:gd name="T5" fmla="*/ 208 h 211"/>
                    <a:gd name="T6" fmla="*/ 0 w 314"/>
                    <a:gd name="T7" fmla="*/ 3 h 211"/>
                    <a:gd name="T8" fmla="*/ 3 w 314"/>
                    <a:gd name="T9" fmla="*/ 0 h 211"/>
                    <a:gd name="T10" fmla="*/ 311 w 314"/>
                    <a:gd name="T11" fmla="*/ 0 h 211"/>
                    <a:gd name="T12" fmla="*/ 314 w 314"/>
                    <a:gd name="T13" fmla="*/ 3 h 211"/>
                    <a:gd name="T14" fmla="*/ 314 w 314"/>
                    <a:gd name="T15" fmla="*/ 208 h 211"/>
                    <a:gd name="T16" fmla="*/ 311 w 314"/>
                    <a:gd name="T17" fmla="*/ 211 h 211"/>
                    <a:gd name="T18" fmla="*/ 6 w 314"/>
                    <a:gd name="T19" fmla="*/ 205 h 211"/>
                    <a:gd name="T20" fmla="*/ 308 w 314"/>
                    <a:gd name="T21" fmla="*/ 205 h 211"/>
                    <a:gd name="T22" fmla="*/ 308 w 314"/>
                    <a:gd name="T23" fmla="*/ 6 h 211"/>
                    <a:gd name="T24" fmla="*/ 6 w 314"/>
                    <a:gd name="T25" fmla="*/ 6 h 211"/>
                    <a:gd name="T26" fmla="*/ 6 w 314"/>
                    <a:gd name="T27" fmla="*/ 205 h 2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14" h="211">
                      <a:moveTo>
                        <a:pt x="311" y="211"/>
                      </a:moveTo>
                      <a:cubicBezTo>
                        <a:pt x="3" y="211"/>
                        <a:pt x="3" y="211"/>
                        <a:pt x="3" y="211"/>
                      </a:cubicBezTo>
                      <a:cubicBezTo>
                        <a:pt x="2" y="211"/>
                        <a:pt x="0" y="210"/>
                        <a:pt x="0" y="208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2"/>
                        <a:pt x="2" y="0"/>
                        <a:pt x="3" y="0"/>
                      </a:cubicBezTo>
                      <a:cubicBezTo>
                        <a:pt x="311" y="0"/>
                        <a:pt x="311" y="0"/>
                        <a:pt x="311" y="0"/>
                      </a:cubicBezTo>
                      <a:cubicBezTo>
                        <a:pt x="313" y="0"/>
                        <a:pt x="314" y="2"/>
                        <a:pt x="314" y="3"/>
                      </a:cubicBezTo>
                      <a:cubicBezTo>
                        <a:pt x="314" y="208"/>
                        <a:pt x="314" y="208"/>
                        <a:pt x="314" y="208"/>
                      </a:cubicBezTo>
                      <a:cubicBezTo>
                        <a:pt x="314" y="210"/>
                        <a:pt x="313" y="211"/>
                        <a:pt x="311" y="211"/>
                      </a:cubicBezTo>
                      <a:close/>
                      <a:moveTo>
                        <a:pt x="6" y="205"/>
                      </a:moveTo>
                      <a:cubicBezTo>
                        <a:pt x="308" y="205"/>
                        <a:pt x="308" y="205"/>
                        <a:pt x="308" y="205"/>
                      </a:cubicBezTo>
                      <a:cubicBezTo>
                        <a:pt x="308" y="6"/>
                        <a:pt x="308" y="6"/>
                        <a:pt x="308" y="6"/>
                      </a:cubicBezTo>
                      <a:cubicBezTo>
                        <a:pt x="6" y="6"/>
                        <a:pt x="6" y="6"/>
                        <a:pt x="6" y="6"/>
                      </a:cubicBezTo>
                      <a:lnTo>
                        <a:pt x="6" y="205"/>
                      </a:lnTo>
                      <a:close/>
                    </a:path>
                  </a:pathLst>
                </a:custGeom>
                <a:solidFill>
                  <a:srgbClr val="1E1E1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207" name="Oval 13">
                  <a:extLst>
                    <a:ext uri="{FF2B5EF4-FFF2-40B4-BE49-F238E27FC236}">
                      <a16:creationId xmlns:a16="http://schemas.microsoft.com/office/drawing/2014/main" id="{A288124E-74BB-44EB-B63F-596C0834C0B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01729" y="7025242"/>
                  <a:ext cx="24927" cy="22662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208" name="Freeform 14">
                  <a:extLst>
                    <a:ext uri="{FF2B5EF4-FFF2-40B4-BE49-F238E27FC236}">
                      <a16:creationId xmlns:a16="http://schemas.microsoft.com/office/drawing/2014/main" id="{C8FAB4CD-D2CF-4D04-AED9-DAC5EA508484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3999105" y="7021664"/>
                  <a:ext cx="30175" cy="28625"/>
                </a:xfrm>
                <a:custGeom>
                  <a:avLst/>
                  <a:gdLst>
                    <a:gd name="T0" fmla="*/ 11 w 22"/>
                    <a:gd name="T1" fmla="*/ 22 h 22"/>
                    <a:gd name="T2" fmla="*/ 0 w 22"/>
                    <a:gd name="T3" fmla="*/ 11 h 22"/>
                    <a:gd name="T4" fmla="*/ 11 w 22"/>
                    <a:gd name="T5" fmla="*/ 0 h 22"/>
                    <a:gd name="T6" fmla="*/ 22 w 22"/>
                    <a:gd name="T7" fmla="*/ 11 h 22"/>
                    <a:gd name="T8" fmla="*/ 11 w 22"/>
                    <a:gd name="T9" fmla="*/ 22 h 22"/>
                    <a:gd name="T10" fmla="*/ 11 w 22"/>
                    <a:gd name="T11" fmla="*/ 4 h 22"/>
                    <a:gd name="T12" fmla="*/ 4 w 22"/>
                    <a:gd name="T13" fmla="*/ 11 h 22"/>
                    <a:gd name="T14" fmla="*/ 11 w 22"/>
                    <a:gd name="T15" fmla="*/ 18 h 22"/>
                    <a:gd name="T16" fmla="*/ 18 w 22"/>
                    <a:gd name="T17" fmla="*/ 11 h 22"/>
                    <a:gd name="T18" fmla="*/ 11 w 22"/>
                    <a:gd name="T19" fmla="*/ 4 h 2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2" h="22">
                      <a:moveTo>
                        <a:pt x="11" y="22"/>
                      </a:moveTo>
                      <a:cubicBezTo>
                        <a:pt x="5" y="22"/>
                        <a:pt x="0" y="17"/>
                        <a:pt x="0" y="11"/>
                      </a:cubicBezTo>
                      <a:cubicBezTo>
                        <a:pt x="0" y="5"/>
                        <a:pt x="5" y="0"/>
                        <a:pt x="11" y="0"/>
                      </a:cubicBezTo>
                      <a:cubicBezTo>
                        <a:pt x="17" y="0"/>
                        <a:pt x="22" y="5"/>
                        <a:pt x="22" y="11"/>
                      </a:cubicBezTo>
                      <a:cubicBezTo>
                        <a:pt x="22" y="17"/>
                        <a:pt x="17" y="22"/>
                        <a:pt x="11" y="22"/>
                      </a:cubicBezTo>
                      <a:close/>
                      <a:moveTo>
                        <a:pt x="11" y="4"/>
                      </a:moveTo>
                      <a:cubicBezTo>
                        <a:pt x="7" y="4"/>
                        <a:pt x="4" y="7"/>
                        <a:pt x="4" y="11"/>
                      </a:cubicBezTo>
                      <a:cubicBezTo>
                        <a:pt x="4" y="15"/>
                        <a:pt x="7" y="18"/>
                        <a:pt x="11" y="18"/>
                      </a:cubicBezTo>
                      <a:cubicBezTo>
                        <a:pt x="15" y="18"/>
                        <a:pt x="18" y="15"/>
                        <a:pt x="18" y="11"/>
                      </a:cubicBezTo>
                      <a:cubicBezTo>
                        <a:pt x="18" y="7"/>
                        <a:pt x="15" y="4"/>
                        <a:pt x="11" y="4"/>
                      </a:cubicBezTo>
                      <a:close/>
                    </a:path>
                  </a:pathLst>
                </a:custGeom>
                <a:solidFill>
                  <a:srgbClr val="1E1E1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209" name="Rectangle 60">
                  <a:extLst>
                    <a:ext uri="{FF2B5EF4-FFF2-40B4-BE49-F238E27FC236}">
                      <a16:creationId xmlns:a16="http://schemas.microsoft.com/office/drawing/2014/main" id="{55A73A38-5292-4DEB-866A-F29B3B88C24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20740" y="6806555"/>
                  <a:ext cx="150846" cy="7671"/>
                </a:xfrm>
                <a:prstGeom prst="rect">
                  <a:avLst/>
                </a:prstGeom>
                <a:solidFill>
                  <a:srgbClr val="1E1E1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210" name="Rectangle 61">
                  <a:extLst>
                    <a:ext uri="{FF2B5EF4-FFF2-40B4-BE49-F238E27FC236}">
                      <a16:creationId xmlns:a16="http://schemas.microsoft.com/office/drawing/2014/main" id="{D67350B6-5CE9-4B3B-8C7D-47738A50EDD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20740" y="6832122"/>
                  <a:ext cx="150846" cy="10227"/>
                </a:xfrm>
                <a:prstGeom prst="rect">
                  <a:avLst/>
                </a:prstGeom>
                <a:solidFill>
                  <a:srgbClr val="1E1E1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211" name="Rectangle 62">
                  <a:extLst>
                    <a:ext uri="{FF2B5EF4-FFF2-40B4-BE49-F238E27FC236}">
                      <a16:creationId xmlns:a16="http://schemas.microsoft.com/office/drawing/2014/main" id="{E5C50BCA-D2FF-49E7-9966-BD0593D783C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20740" y="6860245"/>
                  <a:ext cx="150846" cy="10227"/>
                </a:xfrm>
                <a:prstGeom prst="rect">
                  <a:avLst/>
                </a:prstGeom>
                <a:solidFill>
                  <a:srgbClr val="1E1E1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212" name="Rectangle 63">
                  <a:extLst>
                    <a:ext uri="{FF2B5EF4-FFF2-40B4-BE49-F238E27FC236}">
                      <a16:creationId xmlns:a16="http://schemas.microsoft.com/office/drawing/2014/main" id="{000E8D12-14BB-4963-8279-2A659CA8BC1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20740" y="6890926"/>
                  <a:ext cx="150846" cy="7671"/>
                </a:xfrm>
                <a:prstGeom prst="rect">
                  <a:avLst/>
                </a:prstGeom>
                <a:solidFill>
                  <a:srgbClr val="1E1E1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213" name="Rectangle 64">
                  <a:extLst>
                    <a:ext uri="{FF2B5EF4-FFF2-40B4-BE49-F238E27FC236}">
                      <a16:creationId xmlns:a16="http://schemas.microsoft.com/office/drawing/2014/main" id="{218D7778-05C5-469B-A9D6-C87280494E2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20740" y="6921607"/>
                  <a:ext cx="150846" cy="10227"/>
                </a:xfrm>
                <a:prstGeom prst="rect">
                  <a:avLst/>
                </a:prstGeom>
                <a:solidFill>
                  <a:srgbClr val="1E1E1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214" name="Rectangle 65">
                  <a:extLst>
                    <a:ext uri="{FF2B5EF4-FFF2-40B4-BE49-F238E27FC236}">
                      <a16:creationId xmlns:a16="http://schemas.microsoft.com/office/drawing/2014/main" id="{1A0D4DF5-2883-461E-8CC5-8B182C783CC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54553" y="6857689"/>
                  <a:ext cx="30680" cy="76700"/>
                </a:xfrm>
                <a:prstGeom prst="rect">
                  <a:avLst/>
                </a:prstGeom>
                <a:solidFill>
                  <a:srgbClr val="FFCF5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215" name="Rectangle 66">
                  <a:extLst>
                    <a:ext uri="{FF2B5EF4-FFF2-40B4-BE49-F238E27FC236}">
                      <a16:creationId xmlns:a16="http://schemas.microsoft.com/office/drawing/2014/main" id="{DDF9CF8A-4DCE-4CE3-95CA-E545A6B0702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08244" y="6834678"/>
                  <a:ext cx="30680" cy="99711"/>
                </a:xfrm>
                <a:prstGeom prst="rect">
                  <a:avLst/>
                </a:prstGeom>
                <a:solidFill>
                  <a:srgbClr val="FFCF5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216" name="Rectangle 67">
                  <a:extLst>
                    <a:ext uri="{FF2B5EF4-FFF2-40B4-BE49-F238E27FC236}">
                      <a16:creationId xmlns:a16="http://schemas.microsoft.com/office/drawing/2014/main" id="{96EE1071-80FE-441C-B151-BEFB3862973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61936" y="6809111"/>
                  <a:ext cx="30680" cy="125278"/>
                </a:xfrm>
                <a:prstGeom prst="rect">
                  <a:avLst/>
                </a:prstGeom>
                <a:solidFill>
                  <a:srgbClr val="FFCF5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</p:grpSp>
          <p:sp>
            <p:nvSpPr>
              <p:cNvPr id="197" name="Freeform 68">
                <a:extLst>
                  <a:ext uri="{FF2B5EF4-FFF2-40B4-BE49-F238E27FC236}">
                    <a16:creationId xmlns:a16="http://schemas.microsoft.com/office/drawing/2014/main" id="{E1501E86-3168-4241-94AB-DFEB9C347A4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54838" y="4072812"/>
                <a:ext cx="291015" cy="291013"/>
              </a:xfrm>
              <a:custGeom>
                <a:avLst/>
                <a:gdLst>
                  <a:gd name="T0" fmla="*/ 132 w 132"/>
                  <a:gd name="T1" fmla="*/ 74 h 132"/>
                  <a:gd name="T2" fmla="*/ 132 w 132"/>
                  <a:gd name="T3" fmla="*/ 56 h 132"/>
                  <a:gd name="T4" fmla="*/ 122 w 132"/>
                  <a:gd name="T5" fmla="*/ 56 h 132"/>
                  <a:gd name="T6" fmla="*/ 119 w 132"/>
                  <a:gd name="T7" fmla="*/ 46 h 132"/>
                  <a:gd name="T8" fmla="*/ 128 w 132"/>
                  <a:gd name="T9" fmla="*/ 41 h 132"/>
                  <a:gd name="T10" fmla="*/ 119 w 132"/>
                  <a:gd name="T11" fmla="*/ 26 h 132"/>
                  <a:gd name="T12" fmla="*/ 111 w 132"/>
                  <a:gd name="T13" fmla="*/ 30 h 132"/>
                  <a:gd name="T14" fmla="*/ 103 w 132"/>
                  <a:gd name="T15" fmla="*/ 22 h 132"/>
                  <a:gd name="T16" fmla="*/ 108 w 132"/>
                  <a:gd name="T17" fmla="*/ 13 h 132"/>
                  <a:gd name="T18" fmla="*/ 93 w 132"/>
                  <a:gd name="T19" fmla="*/ 4 h 132"/>
                  <a:gd name="T20" fmla="*/ 88 w 132"/>
                  <a:gd name="T21" fmla="*/ 13 h 132"/>
                  <a:gd name="T22" fmla="*/ 75 w 132"/>
                  <a:gd name="T23" fmla="*/ 9 h 132"/>
                  <a:gd name="T24" fmla="*/ 75 w 132"/>
                  <a:gd name="T25" fmla="*/ 0 h 132"/>
                  <a:gd name="T26" fmla="*/ 57 w 132"/>
                  <a:gd name="T27" fmla="*/ 0 h 132"/>
                  <a:gd name="T28" fmla="*/ 57 w 132"/>
                  <a:gd name="T29" fmla="*/ 9 h 132"/>
                  <a:gd name="T30" fmla="*/ 43 w 132"/>
                  <a:gd name="T31" fmla="*/ 13 h 132"/>
                  <a:gd name="T32" fmla="*/ 38 w 132"/>
                  <a:gd name="T33" fmla="*/ 4 h 132"/>
                  <a:gd name="T34" fmla="*/ 23 w 132"/>
                  <a:gd name="T35" fmla="*/ 14 h 132"/>
                  <a:gd name="T36" fmla="*/ 28 w 132"/>
                  <a:gd name="T37" fmla="*/ 23 h 132"/>
                  <a:gd name="T38" fmla="*/ 21 w 132"/>
                  <a:gd name="T39" fmla="*/ 31 h 132"/>
                  <a:gd name="T40" fmla="*/ 12 w 132"/>
                  <a:gd name="T41" fmla="*/ 26 h 132"/>
                  <a:gd name="T42" fmla="*/ 4 w 132"/>
                  <a:gd name="T43" fmla="*/ 41 h 132"/>
                  <a:gd name="T44" fmla="*/ 13 w 132"/>
                  <a:gd name="T45" fmla="*/ 46 h 132"/>
                  <a:gd name="T46" fmla="*/ 10 w 132"/>
                  <a:gd name="T47" fmla="*/ 56 h 132"/>
                  <a:gd name="T48" fmla="*/ 0 w 132"/>
                  <a:gd name="T49" fmla="*/ 56 h 132"/>
                  <a:gd name="T50" fmla="*/ 0 w 132"/>
                  <a:gd name="T51" fmla="*/ 74 h 132"/>
                  <a:gd name="T52" fmla="*/ 10 w 132"/>
                  <a:gd name="T53" fmla="*/ 74 h 132"/>
                  <a:gd name="T54" fmla="*/ 13 w 132"/>
                  <a:gd name="T55" fmla="*/ 85 h 132"/>
                  <a:gd name="T56" fmla="*/ 4 w 132"/>
                  <a:gd name="T57" fmla="*/ 90 h 132"/>
                  <a:gd name="T58" fmla="*/ 12 w 132"/>
                  <a:gd name="T59" fmla="*/ 105 h 132"/>
                  <a:gd name="T60" fmla="*/ 22 w 132"/>
                  <a:gd name="T61" fmla="*/ 100 h 132"/>
                  <a:gd name="T62" fmla="*/ 29 w 132"/>
                  <a:gd name="T63" fmla="*/ 108 h 132"/>
                  <a:gd name="T64" fmla="*/ 24 w 132"/>
                  <a:gd name="T65" fmla="*/ 117 h 132"/>
                  <a:gd name="T66" fmla="*/ 39 w 132"/>
                  <a:gd name="T67" fmla="*/ 126 h 132"/>
                  <a:gd name="T68" fmla="*/ 44 w 132"/>
                  <a:gd name="T69" fmla="*/ 117 h 132"/>
                  <a:gd name="T70" fmla="*/ 57 w 132"/>
                  <a:gd name="T71" fmla="*/ 121 h 132"/>
                  <a:gd name="T72" fmla="*/ 57 w 132"/>
                  <a:gd name="T73" fmla="*/ 132 h 132"/>
                  <a:gd name="T74" fmla="*/ 75 w 132"/>
                  <a:gd name="T75" fmla="*/ 132 h 132"/>
                  <a:gd name="T76" fmla="*/ 75 w 132"/>
                  <a:gd name="T77" fmla="*/ 121 h 132"/>
                  <a:gd name="T78" fmla="*/ 88 w 132"/>
                  <a:gd name="T79" fmla="*/ 117 h 132"/>
                  <a:gd name="T80" fmla="*/ 93 w 132"/>
                  <a:gd name="T81" fmla="*/ 126 h 132"/>
                  <a:gd name="T82" fmla="*/ 108 w 132"/>
                  <a:gd name="T83" fmla="*/ 116 h 132"/>
                  <a:gd name="T84" fmla="*/ 103 w 132"/>
                  <a:gd name="T85" fmla="*/ 108 h 132"/>
                  <a:gd name="T86" fmla="*/ 110 w 132"/>
                  <a:gd name="T87" fmla="*/ 100 h 132"/>
                  <a:gd name="T88" fmla="*/ 119 w 132"/>
                  <a:gd name="T89" fmla="*/ 105 h 132"/>
                  <a:gd name="T90" fmla="*/ 128 w 132"/>
                  <a:gd name="T91" fmla="*/ 90 h 132"/>
                  <a:gd name="T92" fmla="*/ 119 w 132"/>
                  <a:gd name="T93" fmla="*/ 85 h 132"/>
                  <a:gd name="T94" fmla="*/ 122 w 132"/>
                  <a:gd name="T95" fmla="*/ 74 h 132"/>
                  <a:gd name="T96" fmla="*/ 132 w 132"/>
                  <a:gd name="T97" fmla="*/ 74 h 132"/>
                  <a:gd name="T98" fmla="*/ 36 w 132"/>
                  <a:gd name="T99" fmla="*/ 66 h 132"/>
                  <a:gd name="T100" fmla="*/ 66 w 132"/>
                  <a:gd name="T101" fmla="*/ 36 h 132"/>
                  <a:gd name="T102" fmla="*/ 95 w 132"/>
                  <a:gd name="T103" fmla="*/ 66 h 132"/>
                  <a:gd name="T104" fmla="*/ 66 w 132"/>
                  <a:gd name="T105" fmla="*/ 96 h 132"/>
                  <a:gd name="T106" fmla="*/ 36 w 132"/>
                  <a:gd name="T107" fmla="*/ 66 h 1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32" h="132">
                    <a:moveTo>
                      <a:pt x="132" y="74"/>
                    </a:moveTo>
                    <a:cubicBezTo>
                      <a:pt x="132" y="56"/>
                      <a:pt x="132" y="56"/>
                      <a:pt x="132" y="56"/>
                    </a:cubicBezTo>
                    <a:cubicBezTo>
                      <a:pt x="122" y="56"/>
                      <a:pt x="122" y="56"/>
                      <a:pt x="122" y="56"/>
                    </a:cubicBezTo>
                    <a:cubicBezTo>
                      <a:pt x="121" y="52"/>
                      <a:pt x="121" y="49"/>
                      <a:pt x="119" y="46"/>
                    </a:cubicBezTo>
                    <a:cubicBezTo>
                      <a:pt x="128" y="41"/>
                      <a:pt x="128" y="41"/>
                      <a:pt x="128" y="41"/>
                    </a:cubicBezTo>
                    <a:cubicBezTo>
                      <a:pt x="119" y="26"/>
                      <a:pt x="119" y="26"/>
                      <a:pt x="119" y="26"/>
                    </a:cubicBezTo>
                    <a:cubicBezTo>
                      <a:pt x="111" y="30"/>
                      <a:pt x="111" y="30"/>
                      <a:pt x="111" y="30"/>
                    </a:cubicBezTo>
                    <a:cubicBezTo>
                      <a:pt x="108" y="27"/>
                      <a:pt x="106" y="24"/>
                      <a:pt x="103" y="22"/>
                    </a:cubicBezTo>
                    <a:cubicBezTo>
                      <a:pt x="108" y="13"/>
                      <a:pt x="108" y="13"/>
                      <a:pt x="108" y="13"/>
                    </a:cubicBezTo>
                    <a:cubicBezTo>
                      <a:pt x="93" y="4"/>
                      <a:pt x="93" y="4"/>
                      <a:pt x="93" y="4"/>
                    </a:cubicBezTo>
                    <a:cubicBezTo>
                      <a:pt x="88" y="13"/>
                      <a:pt x="88" y="13"/>
                      <a:pt x="88" y="13"/>
                    </a:cubicBezTo>
                    <a:cubicBezTo>
                      <a:pt x="84" y="11"/>
                      <a:pt x="79" y="10"/>
                      <a:pt x="75" y="9"/>
                    </a:cubicBezTo>
                    <a:cubicBezTo>
                      <a:pt x="75" y="0"/>
                      <a:pt x="75" y="0"/>
                      <a:pt x="75" y="0"/>
                    </a:cubicBezTo>
                    <a:cubicBezTo>
                      <a:pt x="57" y="0"/>
                      <a:pt x="57" y="0"/>
                      <a:pt x="57" y="0"/>
                    </a:cubicBezTo>
                    <a:cubicBezTo>
                      <a:pt x="57" y="9"/>
                      <a:pt x="57" y="9"/>
                      <a:pt x="57" y="9"/>
                    </a:cubicBezTo>
                    <a:cubicBezTo>
                      <a:pt x="52" y="10"/>
                      <a:pt x="48" y="11"/>
                      <a:pt x="43" y="13"/>
                    </a:cubicBezTo>
                    <a:cubicBezTo>
                      <a:pt x="38" y="4"/>
                      <a:pt x="38" y="4"/>
                      <a:pt x="38" y="4"/>
                    </a:cubicBezTo>
                    <a:cubicBezTo>
                      <a:pt x="23" y="14"/>
                      <a:pt x="23" y="14"/>
                      <a:pt x="23" y="14"/>
                    </a:cubicBezTo>
                    <a:cubicBezTo>
                      <a:pt x="28" y="23"/>
                      <a:pt x="28" y="23"/>
                      <a:pt x="28" y="23"/>
                    </a:cubicBezTo>
                    <a:cubicBezTo>
                      <a:pt x="26" y="25"/>
                      <a:pt x="23" y="28"/>
                      <a:pt x="21" y="31"/>
                    </a:cubicBezTo>
                    <a:cubicBezTo>
                      <a:pt x="12" y="26"/>
                      <a:pt x="12" y="26"/>
                      <a:pt x="12" y="26"/>
                    </a:cubicBezTo>
                    <a:cubicBezTo>
                      <a:pt x="4" y="41"/>
                      <a:pt x="4" y="41"/>
                      <a:pt x="4" y="41"/>
                    </a:cubicBezTo>
                    <a:cubicBezTo>
                      <a:pt x="13" y="46"/>
                      <a:pt x="13" y="46"/>
                      <a:pt x="13" y="46"/>
                    </a:cubicBezTo>
                    <a:cubicBezTo>
                      <a:pt x="12" y="49"/>
                      <a:pt x="11" y="53"/>
                      <a:pt x="10" y="56"/>
                    </a:cubicBezTo>
                    <a:cubicBezTo>
                      <a:pt x="0" y="56"/>
                      <a:pt x="0" y="56"/>
                      <a:pt x="0" y="56"/>
                    </a:cubicBezTo>
                    <a:cubicBezTo>
                      <a:pt x="0" y="74"/>
                      <a:pt x="0" y="74"/>
                      <a:pt x="0" y="74"/>
                    </a:cubicBezTo>
                    <a:cubicBezTo>
                      <a:pt x="10" y="74"/>
                      <a:pt x="10" y="74"/>
                      <a:pt x="10" y="74"/>
                    </a:cubicBezTo>
                    <a:cubicBezTo>
                      <a:pt x="11" y="77"/>
                      <a:pt x="12" y="81"/>
                      <a:pt x="13" y="85"/>
                    </a:cubicBezTo>
                    <a:cubicBezTo>
                      <a:pt x="4" y="90"/>
                      <a:pt x="4" y="90"/>
                      <a:pt x="4" y="90"/>
                    </a:cubicBezTo>
                    <a:cubicBezTo>
                      <a:pt x="12" y="105"/>
                      <a:pt x="12" y="105"/>
                      <a:pt x="12" y="105"/>
                    </a:cubicBezTo>
                    <a:cubicBezTo>
                      <a:pt x="22" y="100"/>
                      <a:pt x="22" y="100"/>
                      <a:pt x="22" y="100"/>
                    </a:cubicBezTo>
                    <a:cubicBezTo>
                      <a:pt x="24" y="103"/>
                      <a:pt x="26" y="106"/>
                      <a:pt x="29" y="108"/>
                    </a:cubicBezTo>
                    <a:cubicBezTo>
                      <a:pt x="24" y="117"/>
                      <a:pt x="24" y="117"/>
                      <a:pt x="24" y="117"/>
                    </a:cubicBezTo>
                    <a:cubicBezTo>
                      <a:pt x="39" y="126"/>
                      <a:pt x="39" y="126"/>
                      <a:pt x="39" y="126"/>
                    </a:cubicBezTo>
                    <a:cubicBezTo>
                      <a:pt x="44" y="117"/>
                      <a:pt x="44" y="117"/>
                      <a:pt x="44" y="117"/>
                    </a:cubicBezTo>
                    <a:cubicBezTo>
                      <a:pt x="48" y="119"/>
                      <a:pt x="53" y="120"/>
                      <a:pt x="57" y="121"/>
                    </a:cubicBezTo>
                    <a:cubicBezTo>
                      <a:pt x="57" y="132"/>
                      <a:pt x="57" y="132"/>
                      <a:pt x="57" y="132"/>
                    </a:cubicBezTo>
                    <a:cubicBezTo>
                      <a:pt x="75" y="132"/>
                      <a:pt x="75" y="132"/>
                      <a:pt x="75" y="132"/>
                    </a:cubicBezTo>
                    <a:cubicBezTo>
                      <a:pt x="75" y="121"/>
                      <a:pt x="75" y="121"/>
                      <a:pt x="75" y="121"/>
                    </a:cubicBezTo>
                    <a:cubicBezTo>
                      <a:pt x="79" y="120"/>
                      <a:pt x="84" y="119"/>
                      <a:pt x="88" y="117"/>
                    </a:cubicBezTo>
                    <a:cubicBezTo>
                      <a:pt x="93" y="126"/>
                      <a:pt x="93" y="126"/>
                      <a:pt x="93" y="126"/>
                    </a:cubicBezTo>
                    <a:cubicBezTo>
                      <a:pt x="108" y="116"/>
                      <a:pt x="108" y="116"/>
                      <a:pt x="108" y="116"/>
                    </a:cubicBezTo>
                    <a:cubicBezTo>
                      <a:pt x="103" y="108"/>
                      <a:pt x="103" y="108"/>
                      <a:pt x="103" y="108"/>
                    </a:cubicBezTo>
                    <a:cubicBezTo>
                      <a:pt x="105" y="106"/>
                      <a:pt x="108" y="103"/>
                      <a:pt x="110" y="100"/>
                    </a:cubicBezTo>
                    <a:cubicBezTo>
                      <a:pt x="119" y="105"/>
                      <a:pt x="119" y="105"/>
                      <a:pt x="119" y="105"/>
                    </a:cubicBezTo>
                    <a:cubicBezTo>
                      <a:pt x="128" y="90"/>
                      <a:pt x="128" y="90"/>
                      <a:pt x="128" y="90"/>
                    </a:cubicBezTo>
                    <a:cubicBezTo>
                      <a:pt x="119" y="85"/>
                      <a:pt x="119" y="85"/>
                      <a:pt x="119" y="85"/>
                    </a:cubicBezTo>
                    <a:cubicBezTo>
                      <a:pt x="120" y="82"/>
                      <a:pt x="121" y="78"/>
                      <a:pt x="122" y="74"/>
                    </a:cubicBezTo>
                    <a:lnTo>
                      <a:pt x="132" y="74"/>
                    </a:lnTo>
                    <a:close/>
                    <a:moveTo>
                      <a:pt x="36" y="66"/>
                    </a:moveTo>
                    <a:cubicBezTo>
                      <a:pt x="36" y="49"/>
                      <a:pt x="49" y="36"/>
                      <a:pt x="66" y="36"/>
                    </a:cubicBezTo>
                    <a:cubicBezTo>
                      <a:pt x="82" y="36"/>
                      <a:pt x="95" y="49"/>
                      <a:pt x="95" y="66"/>
                    </a:cubicBezTo>
                    <a:cubicBezTo>
                      <a:pt x="95" y="82"/>
                      <a:pt x="82" y="96"/>
                      <a:pt x="66" y="96"/>
                    </a:cubicBezTo>
                    <a:cubicBezTo>
                      <a:pt x="49" y="96"/>
                      <a:pt x="36" y="82"/>
                      <a:pt x="36" y="66"/>
                    </a:cubicBezTo>
                    <a:close/>
                  </a:path>
                </a:pathLst>
              </a:custGeom>
              <a:solidFill>
                <a:srgbClr val="8DC7EB"/>
              </a:solidFill>
              <a:ln w="9525">
                <a:solidFill>
                  <a:srgbClr val="3B434F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</p:grpSp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AE98C10B-95FC-4085-A780-37B0CC5DEF87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3091186" y="6585830"/>
              <a:ext cx="456942" cy="239351"/>
            </a:xfrm>
            <a:prstGeom prst="rect">
              <a:avLst/>
            </a:prstGeom>
          </p:spPr>
        </p:pic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36AC3E6A-1749-4975-9924-4014899047BA}"/>
              </a:ext>
            </a:extLst>
          </p:cNvPr>
          <p:cNvGrpSpPr/>
          <p:nvPr/>
        </p:nvGrpSpPr>
        <p:grpSpPr>
          <a:xfrm>
            <a:off x="584684" y="7408413"/>
            <a:ext cx="5781903" cy="1794623"/>
            <a:chOff x="584684" y="7408413"/>
            <a:chExt cx="5781903" cy="1794623"/>
          </a:xfrm>
        </p:grpSpPr>
        <p:sp>
          <p:nvSpPr>
            <p:cNvPr id="66" name="모서리가 둥근 직사각형 2">
              <a:extLst>
                <a:ext uri="{FF2B5EF4-FFF2-40B4-BE49-F238E27FC236}">
                  <a16:creationId xmlns:a16="http://schemas.microsoft.com/office/drawing/2014/main" id="{5E8258D4-6EEA-4D87-AE2E-C5843A438473}"/>
                </a:ext>
              </a:extLst>
            </p:cNvPr>
            <p:cNvSpPr/>
            <p:nvPr/>
          </p:nvSpPr>
          <p:spPr>
            <a:xfrm>
              <a:off x="584684" y="7797316"/>
              <a:ext cx="5688000" cy="1405720"/>
            </a:xfrm>
            <a:prstGeom prst="roundRect">
              <a:avLst>
                <a:gd name="adj" fmla="val 0"/>
              </a:avLst>
            </a:prstGeom>
            <a:solidFill>
              <a:schemeClr val="tx2">
                <a:lumMod val="20000"/>
                <a:lumOff val="80000"/>
              </a:schemeClr>
            </a:solidFill>
            <a:ln w="6350" cap="flat" cmpd="sng" algn="ctr">
              <a:noFill/>
              <a:prstDash val="solid"/>
            </a:ln>
            <a:effectLst/>
          </p:spPr>
          <p:txBody>
            <a:bodyPr lIns="36000" tIns="36000" rIns="36000" bIns="36000" rtlCol="0" anchor="ctr"/>
            <a:lstStyle/>
            <a:p>
              <a:pPr marL="104775" indent="-104775" algn="ctr" defTabSz="914400" fontAlgn="base">
                <a:lnSpc>
                  <a:spcPts val="1600"/>
                </a:lnSpc>
                <a:spcBef>
                  <a:spcPct val="0"/>
                </a:spcBef>
                <a:spcAft>
                  <a:spcPts val="300"/>
                </a:spcAft>
                <a:buClr>
                  <a:prstClr val="black">
                    <a:lumMod val="75000"/>
                    <a:lumOff val="25000"/>
                  </a:prstClr>
                </a:buClr>
                <a:buSzPct val="90000"/>
                <a:buFont typeface="Arial" pitchFamily="34" charset="0"/>
                <a:buChar char="•"/>
              </a:pPr>
              <a:endParaRPr kumimoji="1" lang="ko-KR" altLang="en-US" sz="100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</a:endParaRPr>
            </a:p>
          </p:txBody>
        </p:sp>
        <p:sp>
          <p:nvSpPr>
            <p:cNvPr id="10" name="사각형: 둥근 모서리 9">
              <a:extLst>
                <a:ext uri="{FF2B5EF4-FFF2-40B4-BE49-F238E27FC236}">
                  <a16:creationId xmlns:a16="http://schemas.microsoft.com/office/drawing/2014/main" id="{937C7E2E-B627-4F26-9993-01546EF4EE7B}"/>
                </a:ext>
              </a:extLst>
            </p:cNvPr>
            <p:cNvSpPr/>
            <p:nvPr/>
          </p:nvSpPr>
          <p:spPr>
            <a:xfrm>
              <a:off x="808882" y="8138968"/>
              <a:ext cx="1603636" cy="25200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txBody>
            <a:bodyPr wrap="none" rtlCol="0" anchor="ctr">
              <a:spAutoFit/>
            </a:bodyPr>
            <a:lstStyle/>
            <a:p>
              <a:pPr algn="ctr"/>
              <a:endParaRPr lang="ko-KR" altLang="en-US" sz="1000">
                <a:latin typeface="+mn-ea"/>
              </a:endParaRPr>
            </a:p>
          </p:txBody>
        </p:sp>
        <p:pic>
          <p:nvPicPr>
            <p:cNvPr id="82" name="그림 81">
              <a:extLst>
                <a:ext uri="{FF2B5EF4-FFF2-40B4-BE49-F238E27FC236}">
                  <a16:creationId xmlns:a16="http://schemas.microsoft.com/office/drawing/2014/main" id="{5AB64BD9-16CA-45F7-B694-48545DB079FD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BEBA8EAE-BF5A-486C-A8C5-ECC9F3942E4B}">
                  <a14:imgProps xmlns:a14="http://schemas.microsoft.com/office/drawing/2010/main">
                    <a14:imgLayer r:embed="rId12">
                      <a14:imgEffect>
                        <a14:sharpenSoften amount="25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933627" y="8177115"/>
              <a:ext cx="1344153" cy="188181"/>
            </a:xfrm>
            <a:prstGeom prst="rect">
              <a:avLst/>
            </a:prstGeom>
          </p:spPr>
        </p:pic>
        <p:sp>
          <p:nvSpPr>
            <p:cNvPr id="83" name="직사각형 82">
              <a:extLst>
                <a:ext uri="{FF2B5EF4-FFF2-40B4-BE49-F238E27FC236}">
                  <a16:creationId xmlns:a16="http://schemas.microsoft.com/office/drawing/2014/main" id="{31C3D90B-A78A-4F95-BA03-CC9711149DA1}"/>
                </a:ext>
              </a:extLst>
            </p:cNvPr>
            <p:cNvSpPr/>
            <p:nvPr/>
          </p:nvSpPr>
          <p:spPr>
            <a:xfrm>
              <a:off x="836712" y="8457063"/>
              <a:ext cx="1546256" cy="369332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ko-KR" altLang="en-US" sz="1000" spc="-8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G마켓 산스 Medium" panose="02000000000000000000" pitchFamily="50" charset="-127"/>
                  <a:ea typeface="G마켓 산스 Medium" panose="02000000000000000000" pitchFamily="50" charset="-127"/>
                </a:rPr>
                <a:t>전자정부표준프레임워크</a:t>
              </a:r>
              <a:endParaRPr lang="en-US" altLang="ko-KR" sz="1000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endParaRPr>
            </a:p>
            <a:p>
              <a:pPr algn="ctr">
                <a:lnSpc>
                  <a:spcPct val="120000"/>
                </a:lnSpc>
              </a:pPr>
              <a:r>
                <a:rPr lang="ko-KR" altLang="en-US" sz="1000" spc="-8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마켓 산스 Medium" panose="02000000000000000000" pitchFamily="50" charset="-127"/>
                  <a:ea typeface="G마켓 산스 Medium" panose="02000000000000000000" pitchFamily="50" charset="-127"/>
                </a:rPr>
                <a:t>오픈 이노베이션 우수사례 선정</a:t>
              </a:r>
            </a:p>
          </p:txBody>
        </p:sp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625646AD-C950-4033-8651-E467537D402F}"/>
                </a:ext>
              </a:extLst>
            </p:cNvPr>
            <p:cNvGrpSpPr/>
            <p:nvPr/>
          </p:nvGrpSpPr>
          <p:grpSpPr>
            <a:xfrm>
              <a:off x="2600908" y="8049344"/>
              <a:ext cx="3491848" cy="954011"/>
              <a:chOff x="6021420" y="4592960"/>
              <a:chExt cx="6804624" cy="1859097"/>
            </a:xfrm>
          </p:grpSpPr>
          <p:sp>
            <p:nvSpPr>
              <p:cNvPr id="133" name="직사각형 132">
                <a:extLst>
                  <a:ext uri="{FF2B5EF4-FFF2-40B4-BE49-F238E27FC236}">
                    <a16:creationId xmlns:a16="http://schemas.microsoft.com/office/drawing/2014/main" id="{F3EAC924-940E-4334-9190-80BB5C2B58E7}"/>
                  </a:ext>
                </a:extLst>
              </p:cNvPr>
              <p:cNvSpPr/>
              <p:nvPr/>
            </p:nvSpPr>
            <p:spPr>
              <a:xfrm>
                <a:off x="7542805" y="6272126"/>
                <a:ext cx="946509" cy="179931"/>
              </a:xfrm>
              <a:prstGeom prst="rect">
                <a:avLst/>
              </a:prstGeom>
            </p:spPr>
            <p:txBody>
              <a:bodyPr wrap="none" lIns="0" tIns="0" rIns="0" bIns="0" anchor="ctr">
                <a:spAutoFit/>
              </a:bodyPr>
              <a:lstStyle/>
              <a:p>
                <a:pPr algn="ctr"/>
                <a:r>
                  <a:rPr lang="ko-KR" altLang="en-US" sz="600" spc="-5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공공기관장 표창</a:t>
                </a:r>
                <a:endParaRPr lang="ko-KR" altLang="en-US" sz="6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G마켓 산스 Medium" panose="02000000000000000000" pitchFamily="50" charset="-127"/>
                  <a:ea typeface="G마켓 산스 Medium" panose="02000000000000000000" pitchFamily="50" charset="-127"/>
                </a:endParaRPr>
              </a:p>
            </p:txBody>
          </p:sp>
          <p:sp>
            <p:nvSpPr>
              <p:cNvPr id="134" name="직사각형 133">
                <a:extLst>
                  <a:ext uri="{FF2B5EF4-FFF2-40B4-BE49-F238E27FC236}">
                    <a16:creationId xmlns:a16="http://schemas.microsoft.com/office/drawing/2014/main" id="{A5DC9925-E00A-4D67-95BE-ED44C1B07383}"/>
                  </a:ext>
                </a:extLst>
              </p:cNvPr>
              <p:cNvSpPr/>
              <p:nvPr/>
            </p:nvSpPr>
            <p:spPr>
              <a:xfrm>
                <a:off x="8657157" y="6272124"/>
                <a:ext cx="1527537" cy="179931"/>
              </a:xfrm>
              <a:prstGeom prst="rect">
                <a:avLst/>
              </a:prstGeom>
            </p:spPr>
            <p:txBody>
              <a:bodyPr wrap="none" lIns="0" tIns="0" rIns="0" bIns="0" anchor="ctr">
                <a:spAutoFit/>
              </a:bodyPr>
              <a:lstStyle/>
              <a:p>
                <a:pPr algn="ctr"/>
                <a:r>
                  <a:rPr lang="ko-KR" altLang="en-US" sz="600" spc="-5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보안 </a:t>
                </a:r>
                <a:r>
                  <a:rPr lang="ko-KR" altLang="en-US" sz="600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분야 우수기업 감사패</a:t>
                </a:r>
              </a:p>
            </p:txBody>
          </p:sp>
          <p:sp>
            <p:nvSpPr>
              <p:cNvPr id="135" name="직사각형 134">
                <a:extLst>
                  <a:ext uri="{FF2B5EF4-FFF2-40B4-BE49-F238E27FC236}">
                    <a16:creationId xmlns:a16="http://schemas.microsoft.com/office/drawing/2014/main" id="{893C82E8-C85E-4749-9A83-E646CDF09405}"/>
                  </a:ext>
                </a:extLst>
              </p:cNvPr>
              <p:cNvSpPr/>
              <p:nvPr/>
            </p:nvSpPr>
            <p:spPr>
              <a:xfrm>
                <a:off x="10215492" y="6272124"/>
                <a:ext cx="1224529" cy="179931"/>
              </a:xfrm>
              <a:prstGeom prst="rect">
                <a:avLst/>
              </a:prstGeom>
            </p:spPr>
            <p:txBody>
              <a:bodyPr wrap="none" lIns="0" tIns="0" rIns="0" bIns="0" anchor="ctr">
                <a:spAutoFit/>
              </a:bodyPr>
              <a:lstStyle/>
              <a:p>
                <a:pPr algn="ctr"/>
                <a:r>
                  <a:rPr lang="ko-KR" altLang="en-US" sz="600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특허증 및 </a:t>
                </a:r>
                <a:r>
                  <a:rPr lang="en-US" altLang="ko-KR" sz="600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CC</a:t>
                </a:r>
                <a:r>
                  <a:rPr lang="ko-KR" altLang="en-US" sz="600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인증서</a:t>
                </a:r>
              </a:p>
            </p:txBody>
          </p:sp>
          <p:sp>
            <p:nvSpPr>
              <p:cNvPr id="136" name="직사각형 135">
                <a:extLst>
                  <a:ext uri="{FF2B5EF4-FFF2-40B4-BE49-F238E27FC236}">
                    <a16:creationId xmlns:a16="http://schemas.microsoft.com/office/drawing/2014/main" id="{B2E823F2-C18F-4EEC-B001-D47A9248DA6F}"/>
                  </a:ext>
                </a:extLst>
              </p:cNvPr>
              <p:cNvSpPr/>
              <p:nvPr/>
            </p:nvSpPr>
            <p:spPr>
              <a:xfrm>
                <a:off x="6062509" y="6271850"/>
                <a:ext cx="1105825" cy="179931"/>
              </a:xfrm>
              <a:prstGeom prst="rect">
                <a:avLst/>
              </a:prstGeom>
            </p:spPr>
            <p:txBody>
              <a:bodyPr wrap="none" lIns="0" tIns="0" rIns="0" bIns="0" anchor="ctr">
                <a:spAutoFit/>
              </a:bodyPr>
              <a:lstStyle/>
              <a:p>
                <a:pPr algn="ctr"/>
                <a:r>
                  <a:rPr lang="ko-KR" altLang="en-US" sz="600" spc="-5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우수기술 기업 </a:t>
                </a:r>
                <a:r>
                  <a:rPr lang="ko-KR" altLang="en-US" sz="600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표창</a:t>
                </a:r>
              </a:p>
            </p:txBody>
          </p:sp>
          <p:sp>
            <p:nvSpPr>
              <p:cNvPr id="138" name="직사각형 137">
                <a:extLst>
                  <a:ext uri="{FF2B5EF4-FFF2-40B4-BE49-F238E27FC236}">
                    <a16:creationId xmlns:a16="http://schemas.microsoft.com/office/drawing/2014/main" id="{1019F5F6-1D42-44D1-B768-1AFF919BFC03}"/>
                  </a:ext>
                </a:extLst>
              </p:cNvPr>
              <p:cNvSpPr/>
              <p:nvPr/>
            </p:nvSpPr>
            <p:spPr>
              <a:xfrm>
                <a:off x="11679132" y="6271850"/>
                <a:ext cx="1105825" cy="179931"/>
              </a:xfrm>
              <a:prstGeom prst="rect">
                <a:avLst/>
              </a:prstGeom>
            </p:spPr>
            <p:txBody>
              <a:bodyPr wrap="none" lIns="0" tIns="0" rIns="0" bIns="0" anchor="ctr">
                <a:spAutoFit/>
              </a:bodyPr>
              <a:lstStyle/>
              <a:p>
                <a:pPr algn="ctr"/>
                <a:r>
                  <a:rPr lang="ko-KR" altLang="en-US" sz="600" spc="-5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모니터링 제품 특허</a:t>
                </a:r>
                <a:endParaRPr lang="ko-KR" altLang="en-US" sz="6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G마켓 산스 Medium" panose="02000000000000000000" pitchFamily="50" charset="-127"/>
                  <a:ea typeface="G마켓 산스 Medium" panose="02000000000000000000" pitchFamily="50" charset="-127"/>
                </a:endParaRPr>
              </a:p>
            </p:txBody>
          </p:sp>
          <p:grpSp>
            <p:nvGrpSpPr>
              <p:cNvPr id="139" name="그룹 138">
                <a:extLst>
                  <a:ext uri="{FF2B5EF4-FFF2-40B4-BE49-F238E27FC236}">
                    <a16:creationId xmlns:a16="http://schemas.microsoft.com/office/drawing/2014/main" id="{2875C319-9AEE-4B20-9910-C1A13080A55F}"/>
                  </a:ext>
                </a:extLst>
              </p:cNvPr>
              <p:cNvGrpSpPr/>
              <p:nvPr/>
            </p:nvGrpSpPr>
            <p:grpSpPr>
              <a:xfrm>
                <a:off x="7422058" y="4592960"/>
                <a:ext cx="1188000" cy="1620000"/>
                <a:chOff x="813571" y="5067345"/>
                <a:chExt cx="1239266" cy="1691912"/>
              </a:xfrm>
            </p:grpSpPr>
            <p:grpSp>
              <p:nvGrpSpPr>
                <p:cNvPr id="180" name="그룹 179">
                  <a:extLst>
                    <a:ext uri="{FF2B5EF4-FFF2-40B4-BE49-F238E27FC236}">
                      <a16:creationId xmlns:a16="http://schemas.microsoft.com/office/drawing/2014/main" id="{1A7165D0-0FDA-4D7C-BEC7-EC52C53D6BF0}"/>
                    </a:ext>
                  </a:extLst>
                </p:cNvPr>
                <p:cNvGrpSpPr/>
                <p:nvPr/>
              </p:nvGrpSpPr>
              <p:grpSpPr>
                <a:xfrm>
                  <a:off x="813571" y="5067345"/>
                  <a:ext cx="1239266" cy="1691912"/>
                  <a:chOff x="4850668" y="8174176"/>
                  <a:chExt cx="992920" cy="1355587"/>
                </a:xfrm>
              </p:grpSpPr>
              <p:sp>
                <p:nvSpPr>
                  <p:cNvPr id="182" name="직사각형 181">
                    <a:extLst>
                      <a:ext uri="{FF2B5EF4-FFF2-40B4-BE49-F238E27FC236}">
                        <a16:creationId xmlns:a16="http://schemas.microsoft.com/office/drawing/2014/main" id="{BA358DD6-38EA-4598-8B82-118172532EAC}"/>
                      </a:ext>
                    </a:extLst>
                  </p:cNvPr>
                  <p:cNvSpPr/>
                  <p:nvPr/>
                </p:nvSpPr>
                <p:spPr>
                  <a:xfrm>
                    <a:off x="4850668" y="8174176"/>
                    <a:ext cx="992920" cy="1355587"/>
                  </a:xfrm>
                  <a:prstGeom prst="rect">
                    <a:avLst/>
                  </a:prstGeom>
                  <a:solidFill>
                    <a:schemeClr val="bg1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600">
                      <a:latin typeface="G마켓 산스 Medium" panose="02000000000000000000" pitchFamily="50" charset="-127"/>
                      <a:ea typeface="G마켓 산스 Medium" panose="02000000000000000000" pitchFamily="50" charset="-127"/>
                    </a:endParaRPr>
                  </a:p>
                </p:txBody>
              </p:sp>
              <p:pic>
                <p:nvPicPr>
                  <p:cNvPr id="183" name="그림 182">
                    <a:extLst>
                      <a:ext uri="{FF2B5EF4-FFF2-40B4-BE49-F238E27FC236}">
                        <a16:creationId xmlns:a16="http://schemas.microsoft.com/office/drawing/2014/main" id="{FF1FAFD3-7C2B-4B74-8D6D-C8F1496A0A7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3"/>
                  <a:stretch>
                    <a:fillRect/>
                  </a:stretch>
                </p:blipFill>
                <p:spPr>
                  <a:xfrm>
                    <a:off x="4932884" y="8260557"/>
                    <a:ext cx="829422" cy="1180048"/>
                  </a:xfrm>
                  <a:prstGeom prst="rect">
                    <a:avLst/>
                  </a:prstGeom>
                </p:spPr>
              </p:pic>
              <p:sp>
                <p:nvSpPr>
                  <p:cNvPr id="184" name="직사각형 183">
                    <a:extLst>
                      <a:ext uri="{FF2B5EF4-FFF2-40B4-BE49-F238E27FC236}">
                        <a16:creationId xmlns:a16="http://schemas.microsoft.com/office/drawing/2014/main" id="{79743C24-F9D5-4951-8037-37F338AB4E96}"/>
                      </a:ext>
                    </a:extLst>
                  </p:cNvPr>
                  <p:cNvSpPr/>
                  <p:nvPr/>
                </p:nvSpPr>
                <p:spPr>
                  <a:xfrm>
                    <a:off x="4850668" y="8174176"/>
                    <a:ext cx="145195" cy="141149"/>
                  </a:xfrm>
                  <a:prstGeom prst="rect">
                    <a:avLst/>
                  </a:prstGeom>
                  <a:solidFill>
                    <a:schemeClr val="bg1">
                      <a:lumMod val="6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600">
                      <a:latin typeface="G마켓 산스 Medium" panose="02000000000000000000" pitchFamily="50" charset="-127"/>
                      <a:ea typeface="G마켓 산스 Medium" panose="02000000000000000000" pitchFamily="50" charset="-127"/>
                    </a:endParaRPr>
                  </a:p>
                </p:txBody>
              </p:sp>
              <p:sp>
                <p:nvSpPr>
                  <p:cNvPr id="185" name="직사각형 184">
                    <a:extLst>
                      <a:ext uri="{FF2B5EF4-FFF2-40B4-BE49-F238E27FC236}">
                        <a16:creationId xmlns:a16="http://schemas.microsoft.com/office/drawing/2014/main" id="{5E689D18-857F-4027-A65C-6D59BDA099BF}"/>
                      </a:ext>
                    </a:extLst>
                  </p:cNvPr>
                  <p:cNvSpPr/>
                  <p:nvPr/>
                </p:nvSpPr>
                <p:spPr>
                  <a:xfrm>
                    <a:off x="5698393" y="9388614"/>
                    <a:ext cx="145195" cy="141149"/>
                  </a:xfrm>
                  <a:prstGeom prst="rect">
                    <a:avLst/>
                  </a:prstGeom>
                  <a:solidFill>
                    <a:schemeClr val="bg1">
                      <a:lumMod val="6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600">
                      <a:latin typeface="G마켓 산스 Medium" panose="02000000000000000000" pitchFamily="50" charset="-127"/>
                      <a:ea typeface="G마켓 산스 Medium" panose="02000000000000000000" pitchFamily="50" charset="-127"/>
                    </a:endParaRPr>
                  </a:p>
                </p:txBody>
              </p:sp>
              <p:sp>
                <p:nvSpPr>
                  <p:cNvPr id="186" name="직사각형 185">
                    <a:extLst>
                      <a:ext uri="{FF2B5EF4-FFF2-40B4-BE49-F238E27FC236}">
                        <a16:creationId xmlns:a16="http://schemas.microsoft.com/office/drawing/2014/main" id="{916DC093-5AA8-4D4B-8E81-601827B0E89F}"/>
                      </a:ext>
                    </a:extLst>
                  </p:cNvPr>
                  <p:cNvSpPr/>
                  <p:nvPr/>
                </p:nvSpPr>
                <p:spPr>
                  <a:xfrm>
                    <a:off x="4902600" y="8225066"/>
                    <a:ext cx="889056" cy="1253806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600">
                      <a:latin typeface="G마켓 산스 Medium" panose="02000000000000000000" pitchFamily="50" charset="-127"/>
                      <a:ea typeface="G마켓 산스 Medium" panose="02000000000000000000" pitchFamily="50" charset="-127"/>
                    </a:endParaRPr>
                  </a:p>
                </p:txBody>
              </p:sp>
            </p:grpSp>
            <p:pic>
              <p:nvPicPr>
                <p:cNvPr id="181" name="Picture 2">
                  <a:extLst>
                    <a:ext uri="{FF2B5EF4-FFF2-40B4-BE49-F238E27FC236}">
                      <a16:creationId xmlns:a16="http://schemas.microsoft.com/office/drawing/2014/main" id="{3C965604-E4CF-431D-ACE9-096FDDA0221D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1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4770" t="3506" r="4770" b="3506"/>
                <a:stretch/>
              </p:blipFill>
              <p:spPr bwMode="auto">
                <a:xfrm>
                  <a:off x="912790" y="5157301"/>
                  <a:ext cx="1040829" cy="151200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grpSp>
            <p:nvGrpSpPr>
              <p:cNvPr id="140" name="그룹 139">
                <a:extLst>
                  <a:ext uri="{FF2B5EF4-FFF2-40B4-BE49-F238E27FC236}">
                    <a16:creationId xmlns:a16="http://schemas.microsoft.com/office/drawing/2014/main" id="{ED790986-4F39-46A5-9DBB-16560322B69C}"/>
                  </a:ext>
                </a:extLst>
              </p:cNvPr>
              <p:cNvGrpSpPr/>
              <p:nvPr/>
            </p:nvGrpSpPr>
            <p:grpSpPr>
              <a:xfrm>
                <a:off x="8826926" y="4592960"/>
                <a:ext cx="1188000" cy="1620000"/>
                <a:chOff x="2821162" y="4989004"/>
                <a:chExt cx="1239266" cy="1691912"/>
              </a:xfrm>
            </p:grpSpPr>
            <p:grpSp>
              <p:nvGrpSpPr>
                <p:cNvPr id="173" name="그룹 172">
                  <a:extLst>
                    <a:ext uri="{FF2B5EF4-FFF2-40B4-BE49-F238E27FC236}">
                      <a16:creationId xmlns:a16="http://schemas.microsoft.com/office/drawing/2014/main" id="{1A0FBEF6-A416-486E-AF17-D64E23E3BF7A}"/>
                    </a:ext>
                  </a:extLst>
                </p:cNvPr>
                <p:cNvGrpSpPr/>
                <p:nvPr/>
              </p:nvGrpSpPr>
              <p:grpSpPr>
                <a:xfrm>
                  <a:off x="2821162" y="4989004"/>
                  <a:ext cx="1239266" cy="1691912"/>
                  <a:chOff x="4850668" y="8174176"/>
                  <a:chExt cx="992920" cy="1355587"/>
                </a:xfrm>
              </p:grpSpPr>
              <p:sp>
                <p:nvSpPr>
                  <p:cNvPr id="175" name="직사각형 174">
                    <a:extLst>
                      <a:ext uri="{FF2B5EF4-FFF2-40B4-BE49-F238E27FC236}">
                        <a16:creationId xmlns:a16="http://schemas.microsoft.com/office/drawing/2014/main" id="{D5043A42-E185-4E7C-ACB4-27490898F777}"/>
                      </a:ext>
                    </a:extLst>
                  </p:cNvPr>
                  <p:cNvSpPr/>
                  <p:nvPr/>
                </p:nvSpPr>
                <p:spPr>
                  <a:xfrm>
                    <a:off x="4850668" y="8174176"/>
                    <a:ext cx="992920" cy="1355587"/>
                  </a:xfrm>
                  <a:prstGeom prst="rect">
                    <a:avLst/>
                  </a:prstGeom>
                  <a:solidFill>
                    <a:schemeClr val="bg1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600">
                      <a:latin typeface="G마켓 산스 Medium" panose="02000000000000000000" pitchFamily="50" charset="-127"/>
                      <a:ea typeface="G마켓 산스 Medium" panose="02000000000000000000" pitchFamily="50" charset="-127"/>
                    </a:endParaRPr>
                  </a:p>
                </p:txBody>
              </p:sp>
              <p:pic>
                <p:nvPicPr>
                  <p:cNvPr id="176" name="그림 175">
                    <a:extLst>
                      <a:ext uri="{FF2B5EF4-FFF2-40B4-BE49-F238E27FC236}">
                        <a16:creationId xmlns:a16="http://schemas.microsoft.com/office/drawing/2014/main" id="{525A1A07-5C15-4DFD-AFA1-6A1F3306952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3"/>
                  <a:stretch>
                    <a:fillRect/>
                  </a:stretch>
                </p:blipFill>
                <p:spPr>
                  <a:xfrm>
                    <a:off x="4932884" y="8260557"/>
                    <a:ext cx="829422" cy="1180048"/>
                  </a:xfrm>
                  <a:prstGeom prst="rect">
                    <a:avLst/>
                  </a:prstGeom>
                </p:spPr>
              </p:pic>
              <p:sp>
                <p:nvSpPr>
                  <p:cNvPr id="177" name="직사각형 176">
                    <a:extLst>
                      <a:ext uri="{FF2B5EF4-FFF2-40B4-BE49-F238E27FC236}">
                        <a16:creationId xmlns:a16="http://schemas.microsoft.com/office/drawing/2014/main" id="{31B0DA19-3845-4004-BADF-A072E63B4BD8}"/>
                      </a:ext>
                    </a:extLst>
                  </p:cNvPr>
                  <p:cNvSpPr/>
                  <p:nvPr/>
                </p:nvSpPr>
                <p:spPr>
                  <a:xfrm>
                    <a:off x="4850668" y="8174176"/>
                    <a:ext cx="145195" cy="141149"/>
                  </a:xfrm>
                  <a:prstGeom prst="rect">
                    <a:avLst/>
                  </a:prstGeom>
                  <a:solidFill>
                    <a:schemeClr val="bg1">
                      <a:lumMod val="6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600">
                      <a:latin typeface="G마켓 산스 Medium" panose="02000000000000000000" pitchFamily="50" charset="-127"/>
                      <a:ea typeface="G마켓 산스 Medium" panose="02000000000000000000" pitchFamily="50" charset="-127"/>
                    </a:endParaRPr>
                  </a:p>
                </p:txBody>
              </p:sp>
              <p:sp>
                <p:nvSpPr>
                  <p:cNvPr id="178" name="직사각형 177">
                    <a:extLst>
                      <a:ext uri="{FF2B5EF4-FFF2-40B4-BE49-F238E27FC236}">
                        <a16:creationId xmlns:a16="http://schemas.microsoft.com/office/drawing/2014/main" id="{333E20E3-6D02-4729-90C0-B8CD7CC76CA8}"/>
                      </a:ext>
                    </a:extLst>
                  </p:cNvPr>
                  <p:cNvSpPr/>
                  <p:nvPr/>
                </p:nvSpPr>
                <p:spPr>
                  <a:xfrm>
                    <a:off x="5698393" y="9388614"/>
                    <a:ext cx="145195" cy="141149"/>
                  </a:xfrm>
                  <a:prstGeom prst="rect">
                    <a:avLst/>
                  </a:prstGeom>
                  <a:solidFill>
                    <a:schemeClr val="bg1">
                      <a:lumMod val="6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600">
                      <a:latin typeface="G마켓 산스 Medium" panose="02000000000000000000" pitchFamily="50" charset="-127"/>
                      <a:ea typeface="G마켓 산스 Medium" panose="02000000000000000000" pitchFamily="50" charset="-127"/>
                    </a:endParaRPr>
                  </a:p>
                </p:txBody>
              </p:sp>
              <p:sp>
                <p:nvSpPr>
                  <p:cNvPr id="179" name="직사각형 178">
                    <a:extLst>
                      <a:ext uri="{FF2B5EF4-FFF2-40B4-BE49-F238E27FC236}">
                        <a16:creationId xmlns:a16="http://schemas.microsoft.com/office/drawing/2014/main" id="{AD86F826-3FDF-466A-8EC2-52219ED96ED2}"/>
                      </a:ext>
                    </a:extLst>
                  </p:cNvPr>
                  <p:cNvSpPr/>
                  <p:nvPr/>
                </p:nvSpPr>
                <p:spPr>
                  <a:xfrm>
                    <a:off x="4902600" y="8225066"/>
                    <a:ext cx="889056" cy="1253806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600">
                      <a:latin typeface="G마켓 산스 Medium" panose="02000000000000000000" pitchFamily="50" charset="-127"/>
                      <a:ea typeface="G마켓 산스 Medium" panose="02000000000000000000" pitchFamily="50" charset="-127"/>
                    </a:endParaRPr>
                  </a:p>
                </p:txBody>
              </p:sp>
            </p:grpSp>
            <p:pic>
              <p:nvPicPr>
                <p:cNvPr id="174" name="Picture 2">
                  <a:extLst>
                    <a:ext uri="{FF2B5EF4-FFF2-40B4-BE49-F238E27FC236}">
                      <a16:creationId xmlns:a16="http://schemas.microsoft.com/office/drawing/2014/main" id="{6DACC459-A8AB-4ED7-BCC5-8C13A54EB1F4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1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4770" t="3506" r="4770" b="3506"/>
                <a:stretch/>
              </p:blipFill>
              <p:spPr bwMode="auto">
                <a:xfrm>
                  <a:off x="2920381" y="5078960"/>
                  <a:ext cx="1040829" cy="151200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grpSp>
            <p:nvGrpSpPr>
              <p:cNvPr id="141" name="그룹 140">
                <a:extLst>
                  <a:ext uri="{FF2B5EF4-FFF2-40B4-BE49-F238E27FC236}">
                    <a16:creationId xmlns:a16="http://schemas.microsoft.com/office/drawing/2014/main" id="{F08A1BAB-A7EC-4C34-9163-9D2845929522}"/>
                  </a:ext>
                </a:extLst>
              </p:cNvPr>
              <p:cNvGrpSpPr/>
              <p:nvPr/>
            </p:nvGrpSpPr>
            <p:grpSpPr>
              <a:xfrm>
                <a:off x="10233756" y="4592960"/>
                <a:ext cx="1188000" cy="1620000"/>
                <a:chOff x="4808358" y="5025026"/>
                <a:chExt cx="1239266" cy="1691912"/>
              </a:xfrm>
            </p:grpSpPr>
            <p:grpSp>
              <p:nvGrpSpPr>
                <p:cNvPr id="166" name="그룹 165">
                  <a:extLst>
                    <a:ext uri="{FF2B5EF4-FFF2-40B4-BE49-F238E27FC236}">
                      <a16:creationId xmlns:a16="http://schemas.microsoft.com/office/drawing/2014/main" id="{7A4D9268-3518-492A-8BEB-996DDEE08C5F}"/>
                    </a:ext>
                  </a:extLst>
                </p:cNvPr>
                <p:cNvGrpSpPr/>
                <p:nvPr/>
              </p:nvGrpSpPr>
              <p:grpSpPr>
                <a:xfrm>
                  <a:off x="4808358" y="5025026"/>
                  <a:ext cx="1239266" cy="1691912"/>
                  <a:chOff x="4850668" y="8174176"/>
                  <a:chExt cx="992920" cy="1355587"/>
                </a:xfrm>
              </p:grpSpPr>
              <p:sp>
                <p:nvSpPr>
                  <p:cNvPr id="168" name="직사각형 167">
                    <a:extLst>
                      <a:ext uri="{FF2B5EF4-FFF2-40B4-BE49-F238E27FC236}">
                        <a16:creationId xmlns:a16="http://schemas.microsoft.com/office/drawing/2014/main" id="{670C6D4F-D531-4137-8BC7-5CD6CD791D52}"/>
                      </a:ext>
                    </a:extLst>
                  </p:cNvPr>
                  <p:cNvSpPr/>
                  <p:nvPr/>
                </p:nvSpPr>
                <p:spPr>
                  <a:xfrm>
                    <a:off x="4850668" y="8174176"/>
                    <a:ext cx="992920" cy="1355587"/>
                  </a:xfrm>
                  <a:prstGeom prst="rect">
                    <a:avLst/>
                  </a:prstGeom>
                  <a:solidFill>
                    <a:schemeClr val="bg1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600">
                      <a:latin typeface="G마켓 산스 Medium" panose="02000000000000000000" pitchFamily="50" charset="-127"/>
                      <a:ea typeface="G마켓 산스 Medium" panose="02000000000000000000" pitchFamily="50" charset="-127"/>
                    </a:endParaRPr>
                  </a:p>
                </p:txBody>
              </p:sp>
              <p:pic>
                <p:nvPicPr>
                  <p:cNvPr id="169" name="그림 168">
                    <a:extLst>
                      <a:ext uri="{FF2B5EF4-FFF2-40B4-BE49-F238E27FC236}">
                        <a16:creationId xmlns:a16="http://schemas.microsoft.com/office/drawing/2014/main" id="{4030CAB8-EFB6-4ADD-A466-22F66B7E30E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3"/>
                  <a:stretch>
                    <a:fillRect/>
                  </a:stretch>
                </p:blipFill>
                <p:spPr>
                  <a:xfrm>
                    <a:off x="4932884" y="8260557"/>
                    <a:ext cx="829422" cy="1180048"/>
                  </a:xfrm>
                  <a:prstGeom prst="rect">
                    <a:avLst/>
                  </a:prstGeom>
                </p:spPr>
              </p:pic>
              <p:sp>
                <p:nvSpPr>
                  <p:cNvPr id="170" name="직사각형 169">
                    <a:extLst>
                      <a:ext uri="{FF2B5EF4-FFF2-40B4-BE49-F238E27FC236}">
                        <a16:creationId xmlns:a16="http://schemas.microsoft.com/office/drawing/2014/main" id="{E5E9FB91-0E6F-4264-BCD5-0CCD7F1AD86F}"/>
                      </a:ext>
                    </a:extLst>
                  </p:cNvPr>
                  <p:cNvSpPr/>
                  <p:nvPr/>
                </p:nvSpPr>
                <p:spPr>
                  <a:xfrm>
                    <a:off x="4850668" y="8174176"/>
                    <a:ext cx="145195" cy="141149"/>
                  </a:xfrm>
                  <a:prstGeom prst="rect">
                    <a:avLst/>
                  </a:prstGeom>
                  <a:solidFill>
                    <a:schemeClr val="bg1">
                      <a:lumMod val="6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600">
                      <a:latin typeface="G마켓 산스 Medium" panose="02000000000000000000" pitchFamily="50" charset="-127"/>
                      <a:ea typeface="G마켓 산스 Medium" panose="02000000000000000000" pitchFamily="50" charset="-127"/>
                    </a:endParaRPr>
                  </a:p>
                </p:txBody>
              </p:sp>
              <p:sp>
                <p:nvSpPr>
                  <p:cNvPr id="171" name="직사각형 170">
                    <a:extLst>
                      <a:ext uri="{FF2B5EF4-FFF2-40B4-BE49-F238E27FC236}">
                        <a16:creationId xmlns:a16="http://schemas.microsoft.com/office/drawing/2014/main" id="{FA0D58BF-D3D8-4932-BB8A-CE5279888D6C}"/>
                      </a:ext>
                    </a:extLst>
                  </p:cNvPr>
                  <p:cNvSpPr/>
                  <p:nvPr/>
                </p:nvSpPr>
                <p:spPr>
                  <a:xfrm>
                    <a:off x="5698393" y="9388614"/>
                    <a:ext cx="145195" cy="141149"/>
                  </a:xfrm>
                  <a:prstGeom prst="rect">
                    <a:avLst/>
                  </a:prstGeom>
                  <a:solidFill>
                    <a:schemeClr val="bg1">
                      <a:lumMod val="6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600">
                      <a:latin typeface="G마켓 산스 Medium" panose="02000000000000000000" pitchFamily="50" charset="-127"/>
                      <a:ea typeface="G마켓 산스 Medium" panose="02000000000000000000" pitchFamily="50" charset="-127"/>
                    </a:endParaRPr>
                  </a:p>
                </p:txBody>
              </p:sp>
              <p:sp>
                <p:nvSpPr>
                  <p:cNvPr id="172" name="직사각형 171">
                    <a:extLst>
                      <a:ext uri="{FF2B5EF4-FFF2-40B4-BE49-F238E27FC236}">
                        <a16:creationId xmlns:a16="http://schemas.microsoft.com/office/drawing/2014/main" id="{DEFBED61-CEC6-4B76-9692-8DFE1CB5D647}"/>
                      </a:ext>
                    </a:extLst>
                  </p:cNvPr>
                  <p:cNvSpPr/>
                  <p:nvPr/>
                </p:nvSpPr>
                <p:spPr>
                  <a:xfrm>
                    <a:off x="4902600" y="8225066"/>
                    <a:ext cx="889056" cy="1253806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600">
                      <a:latin typeface="G마켓 산스 Medium" panose="02000000000000000000" pitchFamily="50" charset="-127"/>
                      <a:ea typeface="G마켓 산스 Medium" panose="02000000000000000000" pitchFamily="50" charset="-127"/>
                    </a:endParaRPr>
                  </a:p>
                </p:txBody>
              </p:sp>
            </p:grpSp>
            <p:pic>
              <p:nvPicPr>
                <p:cNvPr id="167" name="Picture 2">
                  <a:extLst>
                    <a:ext uri="{FF2B5EF4-FFF2-40B4-BE49-F238E27FC236}">
                      <a16:creationId xmlns:a16="http://schemas.microsoft.com/office/drawing/2014/main" id="{F014E16A-2E06-449E-80E4-1E79ADC462D0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1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4770" t="3506" r="4770" b="3506"/>
                <a:stretch/>
              </p:blipFill>
              <p:spPr bwMode="auto">
                <a:xfrm>
                  <a:off x="4907577" y="5114982"/>
                  <a:ext cx="1040829" cy="151200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grpSp>
            <p:nvGrpSpPr>
              <p:cNvPr id="142" name="그룹 141">
                <a:extLst>
                  <a:ext uri="{FF2B5EF4-FFF2-40B4-BE49-F238E27FC236}">
                    <a16:creationId xmlns:a16="http://schemas.microsoft.com/office/drawing/2014/main" id="{24BD01B2-A4A9-48BE-88FE-840161A3C27E}"/>
                  </a:ext>
                </a:extLst>
              </p:cNvPr>
              <p:cNvGrpSpPr/>
              <p:nvPr/>
            </p:nvGrpSpPr>
            <p:grpSpPr>
              <a:xfrm>
                <a:off x="6021420" y="4592960"/>
                <a:ext cx="1188000" cy="1620000"/>
                <a:chOff x="788757" y="7281119"/>
                <a:chExt cx="1239266" cy="1691912"/>
              </a:xfrm>
            </p:grpSpPr>
            <p:grpSp>
              <p:nvGrpSpPr>
                <p:cNvPr id="159" name="그룹 158">
                  <a:extLst>
                    <a:ext uri="{FF2B5EF4-FFF2-40B4-BE49-F238E27FC236}">
                      <a16:creationId xmlns:a16="http://schemas.microsoft.com/office/drawing/2014/main" id="{96313217-5956-4F35-904D-788A2211A129}"/>
                    </a:ext>
                  </a:extLst>
                </p:cNvPr>
                <p:cNvGrpSpPr/>
                <p:nvPr/>
              </p:nvGrpSpPr>
              <p:grpSpPr>
                <a:xfrm>
                  <a:off x="788757" y="7281119"/>
                  <a:ext cx="1239266" cy="1691912"/>
                  <a:chOff x="4850668" y="8174176"/>
                  <a:chExt cx="992920" cy="1355587"/>
                </a:xfrm>
              </p:grpSpPr>
              <p:sp>
                <p:nvSpPr>
                  <p:cNvPr id="161" name="직사각형 160">
                    <a:extLst>
                      <a:ext uri="{FF2B5EF4-FFF2-40B4-BE49-F238E27FC236}">
                        <a16:creationId xmlns:a16="http://schemas.microsoft.com/office/drawing/2014/main" id="{C8F28037-D14C-4C1C-B66F-12B54057B787}"/>
                      </a:ext>
                    </a:extLst>
                  </p:cNvPr>
                  <p:cNvSpPr/>
                  <p:nvPr/>
                </p:nvSpPr>
                <p:spPr>
                  <a:xfrm>
                    <a:off x="4850668" y="8174176"/>
                    <a:ext cx="992920" cy="1355587"/>
                  </a:xfrm>
                  <a:prstGeom prst="rect">
                    <a:avLst/>
                  </a:prstGeom>
                  <a:solidFill>
                    <a:schemeClr val="bg1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600">
                      <a:latin typeface="G마켓 산스 Medium" panose="02000000000000000000" pitchFamily="50" charset="-127"/>
                      <a:ea typeface="G마켓 산스 Medium" panose="02000000000000000000" pitchFamily="50" charset="-127"/>
                    </a:endParaRPr>
                  </a:p>
                </p:txBody>
              </p:sp>
              <p:pic>
                <p:nvPicPr>
                  <p:cNvPr id="162" name="그림 161">
                    <a:extLst>
                      <a:ext uri="{FF2B5EF4-FFF2-40B4-BE49-F238E27FC236}">
                        <a16:creationId xmlns:a16="http://schemas.microsoft.com/office/drawing/2014/main" id="{8ED6C9B2-1C04-407C-A680-06ABA2FBF70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3"/>
                  <a:stretch>
                    <a:fillRect/>
                  </a:stretch>
                </p:blipFill>
                <p:spPr>
                  <a:xfrm>
                    <a:off x="4932884" y="8260557"/>
                    <a:ext cx="829422" cy="1180048"/>
                  </a:xfrm>
                  <a:prstGeom prst="rect">
                    <a:avLst/>
                  </a:prstGeom>
                </p:spPr>
              </p:pic>
              <p:sp>
                <p:nvSpPr>
                  <p:cNvPr id="163" name="직사각형 162">
                    <a:extLst>
                      <a:ext uri="{FF2B5EF4-FFF2-40B4-BE49-F238E27FC236}">
                        <a16:creationId xmlns:a16="http://schemas.microsoft.com/office/drawing/2014/main" id="{2C503E49-FDB0-48B2-ACED-84ECF48644EC}"/>
                      </a:ext>
                    </a:extLst>
                  </p:cNvPr>
                  <p:cNvSpPr/>
                  <p:nvPr/>
                </p:nvSpPr>
                <p:spPr>
                  <a:xfrm>
                    <a:off x="4850668" y="8174176"/>
                    <a:ext cx="145195" cy="141149"/>
                  </a:xfrm>
                  <a:prstGeom prst="rect">
                    <a:avLst/>
                  </a:prstGeom>
                  <a:solidFill>
                    <a:schemeClr val="bg1">
                      <a:lumMod val="6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600">
                      <a:latin typeface="G마켓 산스 Medium" panose="02000000000000000000" pitchFamily="50" charset="-127"/>
                      <a:ea typeface="G마켓 산스 Medium" panose="02000000000000000000" pitchFamily="50" charset="-127"/>
                    </a:endParaRPr>
                  </a:p>
                </p:txBody>
              </p:sp>
              <p:sp>
                <p:nvSpPr>
                  <p:cNvPr id="164" name="직사각형 163">
                    <a:extLst>
                      <a:ext uri="{FF2B5EF4-FFF2-40B4-BE49-F238E27FC236}">
                        <a16:creationId xmlns:a16="http://schemas.microsoft.com/office/drawing/2014/main" id="{D22A34AC-8BB4-454B-8B62-D466A8412486}"/>
                      </a:ext>
                    </a:extLst>
                  </p:cNvPr>
                  <p:cNvSpPr/>
                  <p:nvPr/>
                </p:nvSpPr>
                <p:spPr>
                  <a:xfrm>
                    <a:off x="5698393" y="9388614"/>
                    <a:ext cx="145195" cy="141149"/>
                  </a:xfrm>
                  <a:prstGeom prst="rect">
                    <a:avLst/>
                  </a:prstGeom>
                  <a:solidFill>
                    <a:schemeClr val="bg1">
                      <a:lumMod val="6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600">
                      <a:latin typeface="G마켓 산스 Medium" panose="02000000000000000000" pitchFamily="50" charset="-127"/>
                      <a:ea typeface="G마켓 산스 Medium" panose="02000000000000000000" pitchFamily="50" charset="-127"/>
                    </a:endParaRPr>
                  </a:p>
                </p:txBody>
              </p:sp>
              <p:sp>
                <p:nvSpPr>
                  <p:cNvPr id="165" name="직사각형 164">
                    <a:extLst>
                      <a:ext uri="{FF2B5EF4-FFF2-40B4-BE49-F238E27FC236}">
                        <a16:creationId xmlns:a16="http://schemas.microsoft.com/office/drawing/2014/main" id="{6EF36296-151C-43A8-B799-9815B60E8703}"/>
                      </a:ext>
                    </a:extLst>
                  </p:cNvPr>
                  <p:cNvSpPr/>
                  <p:nvPr/>
                </p:nvSpPr>
                <p:spPr>
                  <a:xfrm>
                    <a:off x="4902600" y="8225066"/>
                    <a:ext cx="889056" cy="1253806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600">
                      <a:latin typeface="G마켓 산스 Medium" panose="02000000000000000000" pitchFamily="50" charset="-127"/>
                      <a:ea typeface="G마켓 산스 Medium" panose="02000000000000000000" pitchFamily="50" charset="-127"/>
                    </a:endParaRPr>
                  </a:p>
                </p:txBody>
              </p:sp>
            </p:grpSp>
            <p:pic>
              <p:nvPicPr>
                <p:cNvPr id="160" name="Picture 2">
                  <a:extLst>
                    <a:ext uri="{FF2B5EF4-FFF2-40B4-BE49-F238E27FC236}">
                      <a16:creationId xmlns:a16="http://schemas.microsoft.com/office/drawing/2014/main" id="{AEFD655B-02C8-429E-9DB1-314CD17A3E12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1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4770" t="3506" r="4770" b="3506"/>
                <a:stretch/>
              </p:blipFill>
              <p:spPr bwMode="auto">
                <a:xfrm>
                  <a:off x="887976" y="7371075"/>
                  <a:ext cx="1040829" cy="151200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grpSp>
            <p:nvGrpSpPr>
              <p:cNvPr id="144" name="그룹 143">
                <a:extLst>
                  <a:ext uri="{FF2B5EF4-FFF2-40B4-BE49-F238E27FC236}">
                    <a16:creationId xmlns:a16="http://schemas.microsoft.com/office/drawing/2014/main" id="{8E89782E-6DA6-40B6-9391-7E6BEEA3F1FE}"/>
                  </a:ext>
                </a:extLst>
              </p:cNvPr>
              <p:cNvGrpSpPr/>
              <p:nvPr/>
            </p:nvGrpSpPr>
            <p:grpSpPr>
              <a:xfrm>
                <a:off x="11638044" y="4592960"/>
                <a:ext cx="1188000" cy="1620000"/>
                <a:chOff x="4808358" y="7238799"/>
                <a:chExt cx="1239266" cy="1691912"/>
              </a:xfrm>
            </p:grpSpPr>
            <p:grpSp>
              <p:nvGrpSpPr>
                <p:cNvPr id="145" name="그룹 144">
                  <a:extLst>
                    <a:ext uri="{FF2B5EF4-FFF2-40B4-BE49-F238E27FC236}">
                      <a16:creationId xmlns:a16="http://schemas.microsoft.com/office/drawing/2014/main" id="{76AB1108-3E9D-48E1-B017-C166D13C62F8}"/>
                    </a:ext>
                  </a:extLst>
                </p:cNvPr>
                <p:cNvGrpSpPr/>
                <p:nvPr/>
              </p:nvGrpSpPr>
              <p:grpSpPr>
                <a:xfrm>
                  <a:off x="4808358" y="7238799"/>
                  <a:ext cx="1239266" cy="1691912"/>
                  <a:chOff x="4850668" y="8174176"/>
                  <a:chExt cx="992920" cy="1355587"/>
                </a:xfrm>
              </p:grpSpPr>
              <p:sp>
                <p:nvSpPr>
                  <p:cNvPr id="147" name="직사각형 146">
                    <a:extLst>
                      <a:ext uri="{FF2B5EF4-FFF2-40B4-BE49-F238E27FC236}">
                        <a16:creationId xmlns:a16="http://schemas.microsoft.com/office/drawing/2014/main" id="{BEB1335D-5901-46A7-A93F-865E98B5410E}"/>
                      </a:ext>
                    </a:extLst>
                  </p:cNvPr>
                  <p:cNvSpPr/>
                  <p:nvPr/>
                </p:nvSpPr>
                <p:spPr>
                  <a:xfrm>
                    <a:off x="4850668" y="8174176"/>
                    <a:ext cx="992920" cy="1355587"/>
                  </a:xfrm>
                  <a:prstGeom prst="rect">
                    <a:avLst/>
                  </a:prstGeom>
                  <a:solidFill>
                    <a:schemeClr val="bg1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600">
                      <a:latin typeface="G마켓 산스 Medium" panose="02000000000000000000" pitchFamily="50" charset="-127"/>
                      <a:ea typeface="G마켓 산스 Medium" panose="02000000000000000000" pitchFamily="50" charset="-127"/>
                    </a:endParaRPr>
                  </a:p>
                </p:txBody>
              </p:sp>
              <p:pic>
                <p:nvPicPr>
                  <p:cNvPr id="148" name="그림 147">
                    <a:extLst>
                      <a:ext uri="{FF2B5EF4-FFF2-40B4-BE49-F238E27FC236}">
                        <a16:creationId xmlns:a16="http://schemas.microsoft.com/office/drawing/2014/main" id="{C227C932-994D-4D62-B28C-03CBC296E0B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3"/>
                  <a:stretch>
                    <a:fillRect/>
                  </a:stretch>
                </p:blipFill>
                <p:spPr>
                  <a:xfrm>
                    <a:off x="4932884" y="8260557"/>
                    <a:ext cx="829422" cy="1180048"/>
                  </a:xfrm>
                  <a:prstGeom prst="rect">
                    <a:avLst/>
                  </a:prstGeom>
                </p:spPr>
              </p:pic>
              <p:sp>
                <p:nvSpPr>
                  <p:cNvPr id="149" name="직사각형 148">
                    <a:extLst>
                      <a:ext uri="{FF2B5EF4-FFF2-40B4-BE49-F238E27FC236}">
                        <a16:creationId xmlns:a16="http://schemas.microsoft.com/office/drawing/2014/main" id="{F04028BF-3F66-4B3F-9DE8-F3AE5D20632F}"/>
                      </a:ext>
                    </a:extLst>
                  </p:cNvPr>
                  <p:cNvSpPr/>
                  <p:nvPr/>
                </p:nvSpPr>
                <p:spPr>
                  <a:xfrm>
                    <a:off x="4850668" y="8174176"/>
                    <a:ext cx="145195" cy="141149"/>
                  </a:xfrm>
                  <a:prstGeom prst="rect">
                    <a:avLst/>
                  </a:prstGeom>
                  <a:solidFill>
                    <a:schemeClr val="bg1">
                      <a:lumMod val="6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600">
                      <a:latin typeface="G마켓 산스 Medium" panose="02000000000000000000" pitchFamily="50" charset="-127"/>
                      <a:ea typeface="G마켓 산스 Medium" panose="02000000000000000000" pitchFamily="50" charset="-127"/>
                    </a:endParaRPr>
                  </a:p>
                </p:txBody>
              </p:sp>
              <p:sp>
                <p:nvSpPr>
                  <p:cNvPr id="150" name="직사각형 149">
                    <a:extLst>
                      <a:ext uri="{FF2B5EF4-FFF2-40B4-BE49-F238E27FC236}">
                        <a16:creationId xmlns:a16="http://schemas.microsoft.com/office/drawing/2014/main" id="{6A723C34-5286-4CC6-BE30-CA10E4754CC3}"/>
                      </a:ext>
                    </a:extLst>
                  </p:cNvPr>
                  <p:cNvSpPr/>
                  <p:nvPr/>
                </p:nvSpPr>
                <p:spPr>
                  <a:xfrm>
                    <a:off x="5698393" y="9388614"/>
                    <a:ext cx="145195" cy="141149"/>
                  </a:xfrm>
                  <a:prstGeom prst="rect">
                    <a:avLst/>
                  </a:prstGeom>
                  <a:solidFill>
                    <a:schemeClr val="bg1">
                      <a:lumMod val="6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600">
                      <a:latin typeface="G마켓 산스 Medium" panose="02000000000000000000" pitchFamily="50" charset="-127"/>
                      <a:ea typeface="G마켓 산스 Medium" panose="02000000000000000000" pitchFamily="50" charset="-127"/>
                    </a:endParaRPr>
                  </a:p>
                </p:txBody>
              </p:sp>
              <p:sp>
                <p:nvSpPr>
                  <p:cNvPr id="151" name="직사각형 150">
                    <a:extLst>
                      <a:ext uri="{FF2B5EF4-FFF2-40B4-BE49-F238E27FC236}">
                        <a16:creationId xmlns:a16="http://schemas.microsoft.com/office/drawing/2014/main" id="{33AB7F2C-BEAE-40D3-B258-3D84A220E1D8}"/>
                      </a:ext>
                    </a:extLst>
                  </p:cNvPr>
                  <p:cNvSpPr/>
                  <p:nvPr/>
                </p:nvSpPr>
                <p:spPr>
                  <a:xfrm>
                    <a:off x="4902600" y="8225066"/>
                    <a:ext cx="889056" cy="1253806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600">
                      <a:latin typeface="G마켓 산스 Medium" panose="02000000000000000000" pitchFamily="50" charset="-127"/>
                      <a:ea typeface="G마켓 산스 Medium" panose="02000000000000000000" pitchFamily="50" charset="-127"/>
                    </a:endParaRPr>
                  </a:p>
                </p:txBody>
              </p:sp>
            </p:grpSp>
            <p:pic>
              <p:nvPicPr>
                <p:cNvPr id="146" name="Picture 2">
                  <a:extLst>
                    <a:ext uri="{FF2B5EF4-FFF2-40B4-BE49-F238E27FC236}">
                      <a16:creationId xmlns:a16="http://schemas.microsoft.com/office/drawing/2014/main" id="{6353D64C-E32C-474C-9EF1-11609C7ED3AA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1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4770" t="3506" r="4770" b="3506"/>
                <a:stretch/>
              </p:blipFill>
              <p:spPr bwMode="auto">
                <a:xfrm>
                  <a:off x="4907577" y="7328755"/>
                  <a:ext cx="1040829" cy="151200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</p:grpSp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BACBCE0C-3F23-42CF-879E-37CD8D52FDCE}"/>
                </a:ext>
              </a:extLst>
            </p:cNvPr>
            <p:cNvGrpSpPr/>
            <p:nvPr/>
          </p:nvGrpSpPr>
          <p:grpSpPr>
            <a:xfrm>
              <a:off x="584684" y="7408413"/>
              <a:ext cx="5781903" cy="388896"/>
              <a:chOff x="1494784" y="2527750"/>
              <a:chExt cx="5781903" cy="488904"/>
            </a:xfrm>
          </p:grpSpPr>
          <p:sp>
            <p:nvSpPr>
              <p:cNvPr id="218" name="자유형: 도형 62">
                <a:extLst>
                  <a:ext uri="{FF2B5EF4-FFF2-40B4-BE49-F238E27FC236}">
                    <a16:creationId xmlns:a16="http://schemas.microsoft.com/office/drawing/2014/main" id="{E9EF12B3-0E34-44D4-B4B5-F9635E5C85A9}"/>
                  </a:ext>
                </a:extLst>
              </p:cNvPr>
              <p:cNvSpPr/>
              <p:nvPr/>
            </p:nvSpPr>
            <p:spPr>
              <a:xfrm flipH="1">
                <a:off x="5923276" y="2579238"/>
                <a:ext cx="1353410" cy="436167"/>
              </a:xfrm>
              <a:custGeom>
                <a:avLst/>
                <a:gdLst>
                  <a:gd name="connsiteX0" fmla="*/ 3648075 w 3648075"/>
                  <a:gd name="connsiteY0" fmla="*/ 199739 h 1164907"/>
                  <a:gd name="connsiteX1" fmla="*/ 212217 w 3648075"/>
                  <a:gd name="connsiteY1" fmla="*/ 199739 h 1164907"/>
                  <a:gd name="connsiteX2" fmla="*/ 0 w 3648075"/>
                  <a:gd name="connsiteY2" fmla="*/ 0 h 1164907"/>
                  <a:gd name="connsiteX3" fmla="*/ 0 w 3648075"/>
                  <a:gd name="connsiteY3" fmla="*/ 965168 h 1164907"/>
                  <a:gd name="connsiteX4" fmla="*/ 212217 w 3648075"/>
                  <a:gd name="connsiteY4" fmla="*/ 1164908 h 1164907"/>
                  <a:gd name="connsiteX5" fmla="*/ 3648075 w 3648075"/>
                  <a:gd name="connsiteY5" fmla="*/ 1164908 h 1164907"/>
                  <a:gd name="connsiteX6" fmla="*/ 3648075 w 3648075"/>
                  <a:gd name="connsiteY6" fmla="*/ 199739 h 11649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648075" h="1164907">
                    <a:moveTo>
                      <a:pt x="3648075" y="199739"/>
                    </a:moveTo>
                    <a:lnTo>
                      <a:pt x="212217" y="199739"/>
                    </a:lnTo>
                    <a:cubicBezTo>
                      <a:pt x="94964" y="199739"/>
                      <a:pt x="0" y="117253"/>
                      <a:pt x="0" y="0"/>
                    </a:cubicBezTo>
                    <a:lnTo>
                      <a:pt x="0" y="965168"/>
                    </a:lnTo>
                    <a:cubicBezTo>
                      <a:pt x="0" y="1082326"/>
                      <a:pt x="94964" y="1164908"/>
                      <a:pt x="212217" y="1164908"/>
                    </a:cubicBezTo>
                    <a:lnTo>
                      <a:pt x="3648075" y="1164908"/>
                    </a:lnTo>
                    <a:lnTo>
                      <a:pt x="3648075" y="199739"/>
                    </a:lnTo>
                    <a:close/>
                  </a:path>
                </a:pathLst>
              </a:custGeom>
              <a:solidFill>
                <a:srgbClr val="0188C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900" spc="-5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1182FF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</a:endParaRPr>
              </a:p>
            </p:txBody>
          </p:sp>
          <p:sp>
            <p:nvSpPr>
              <p:cNvPr id="219" name="자유형: 도형 63">
                <a:extLst>
                  <a:ext uri="{FF2B5EF4-FFF2-40B4-BE49-F238E27FC236}">
                    <a16:creationId xmlns:a16="http://schemas.microsoft.com/office/drawing/2014/main" id="{FFFF28CB-E8B1-4DA1-9E72-D7573290C0BB}"/>
                  </a:ext>
                </a:extLst>
              </p:cNvPr>
              <p:cNvSpPr/>
              <p:nvPr/>
            </p:nvSpPr>
            <p:spPr>
              <a:xfrm flipH="1">
                <a:off x="7118938" y="2527750"/>
                <a:ext cx="157749" cy="392072"/>
              </a:xfrm>
              <a:custGeom>
                <a:avLst/>
                <a:gdLst>
                  <a:gd name="connsiteX0" fmla="*/ 0 w 486441"/>
                  <a:gd name="connsiteY0" fmla="*/ 243840 h 1209008"/>
                  <a:gd name="connsiteX1" fmla="*/ 212217 w 486441"/>
                  <a:gd name="connsiteY1" fmla="*/ 44101 h 1209008"/>
                  <a:gd name="connsiteX2" fmla="*/ 486442 w 486441"/>
                  <a:gd name="connsiteY2" fmla="*/ 0 h 1209008"/>
                  <a:gd name="connsiteX3" fmla="*/ 486442 w 486441"/>
                  <a:gd name="connsiteY3" fmla="*/ 965168 h 1209008"/>
                  <a:gd name="connsiteX4" fmla="*/ 212217 w 486441"/>
                  <a:gd name="connsiteY4" fmla="*/ 1009269 h 1209008"/>
                  <a:gd name="connsiteX5" fmla="*/ 0 w 486441"/>
                  <a:gd name="connsiteY5" fmla="*/ 1209008 h 1209008"/>
                  <a:gd name="connsiteX6" fmla="*/ 0 w 486441"/>
                  <a:gd name="connsiteY6" fmla="*/ 243840 h 12090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86441" h="1209008">
                    <a:moveTo>
                      <a:pt x="0" y="243840"/>
                    </a:moveTo>
                    <a:cubicBezTo>
                      <a:pt x="0" y="126683"/>
                      <a:pt x="92488" y="58769"/>
                      <a:pt x="212217" y="44101"/>
                    </a:cubicBezTo>
                    <a:cubicBezTo>
                      <a:pt x="328422" y="34004"/>
                      <a:pt x="423196" y="26575"/>
                      <a:pt x="486442" y="0"/>
                    </a:cubicBezTo>
                    <a:lnTo>
                      <a:pt x="486442" y="965168"/>
                    </a:lnTo>
                    <a:cubicBezTo>
                      <a:pt x="423196" y="991743"/>
                      <a:pt x="328422" y="999173"/>
                      <a:pt x="212217" y="1009269"/>
                    </a:cubicBezTo>
                    <a:cubicBezTo>
                      <a:pt x="92488" y="1023938"/>
                      <a:pt x="0" y="1091851"/>
                      <a:pt x="0" y="1209008"/>
                    </a:cubicBezTo>
                    <a:lnTo>
                      <a:pt x="0" y="243840"/>
                    </a:lnTo>
                    <a:close/>
                  </a:path>
                </a:pathLst>
              </a:custGeom>
              <a:solidFill>
                <a:srgbClr val="0E419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067236">
                  <a:spcAft>
                    <a:spcPts val="300"/>
                  </a:spcAft>
                  <a:buSzPct val="90000"/>
                </a:pPr>
                <a:endParaRPr lang="ko-KR" altLang="en-US" sz="105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ea typeface="Pretendard SemiBold" panose="02000703000000020004" pitchFamily="50" charset="-127"/>
                </a:endParaRPr>
              </a:p>
            </p:txBody>
          </p:sp>
          <p:sp>
            <p:nvSpPr>
              <p:cNvPr id="217" name="직사각형 216">
                <a:extLst>
                  <a:ext uri="{FF2B5EF4-FFF2-40B4-BE49-F238E27FC236}">
                    <a16:creationId xmlns:a16="http://schemas.microsoft.com/office/drawing/2014/main" id="{379B63C6-A2BF-4F9F-8A99-4B8F5DB0DFB7}"/>
                  </a:ext>
                </a:extLst>
              </p:cNvPr>
              <p:cNvSpPr/>
              <p:nvPr/>
            </p:nvSpPr>
            <p:spPr>
              <a:xfrm>
                <a:off x="1494784" y="2652339"/>
                <a:ext cx="5623099" cy="364315"/>
              </a:xfrm>
              <a:prstGeom prst="rect">
                <a:avLst/>
              </a:prstGeom>
              <a:solidFill>
                <a:srgbClr val="0188CC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lnSpc>
                    <a:spcPct val="120000"/>
                  </a:lnSpc>
                  <a:spcBef>
                    <a:spcPct val="40000"/>
                  </a:spcBef>
                </a:pPr>
                <a:r>
                  <a:rPr lang="ko-KR" altLang="en-US" sz="1100" dirty="0">
                    <a:solidFill>
                      <a:schemeClr val="bg1"/>
                    </a:solidFill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다양한 인증과 우수사례 선정 </a:t>
                </a:r>
                <a:r>
                  <a:rPr lang="en-US" altLang="ko-KR" sz="1100" dirty="0">
                    <a:solidFill>
                      <a:schemeClr val="bg1"/>
                    </a:solidFill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-</a:t>
                </a:r>
                <a:r>
                  <a:rPr lang="ko-KR" altLang="en-US" sz="1100" dirty="0">
                    <a:solidFill>
                      <a:schemeClr val="bg1"/>
                    </a:solidFill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 검증된 솔루션을 활용한 관리의 효율성 극대화</a:t>
                </a:r>
              </a:p>
            </p:txBody>
          </p:sp>
        </p:grpSp>
        <p:grpSp>
          <p:nvGrpSpPr>
            <p:cNvPr id="231" name="그룹 230">
              <a:extLst>
                <a:ext uri="{FF2B5EF4-FFF2-40B4-BE49-F238E27FC236}">
                  <a16:creationId xmlns:a16="http://schemas.microsoft.com/office/drawing/2014/main" id="{1C206096-9FB2-467B-B59B-0F852C2F342E}"/>
                </a:ext>
              </a:extLst>
            </p:cNvPr>
            <p:cNvGrpSpPr/>
            <p:nvPr/>
          </p:nvGrpSpPr>
          <p:grpSpPr>
            <a:xfrm>
              <a:off x="5658572" y="7504521"/>
              <a:ext cx="290708" cy="424629"/>
              <a:chOff x="683425" y="4888767"/>
              <a:chExt cx="290708" cy="424629"/>
            </a:xfrm>
          </p:grpSpPr>
          <p:sp>
            <p:nvSpPr>
              <p:cNvPr id="232" name="Freeform 334">
                <a:extLst>
                  <a:ext uri="{FF2B5EF4-FFF2-40B4-BE49-F238E27FC236}">
                    <a16:creationId xmlns:a16="http://schemas.microsoft.com/office/drawing/2014/main" id="{A29C4CC2-A26C-4D61-9784-1FB0FE3AD3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3425" y="5035753"/>
                <a:ext cx="290708" cy="277643"/>
              </a:xfrm>
              <a:custGeom>
                <a:avLst/>
                <a:gdLst>
                  <a:gd name="T0" fmla="*/ 88 w 178"/>
                  <a:gd name="T1" fmla="*/ 0 h 170"/>
                  <a:gd name="T2" fmla="*/ 110 w 178"/>
                  <a:gd name="T3" fmla="*/ 63 h 170"/>
                  <a:gd name="T4" fmla="*/ 178 w 178"/>
                  <a:gd name="T5" fmla="*/ 63 h 170"/>
                  <a:gd name="T6" fmla="*/ 123 w 178"/>
                  <a:gd name="T7" fmla="*/ 104 h 170"/>
                  <a:gd name="T8" fmla="*/ 145 w 178"/>
                  <a:gd name="T9" fmla="*/ 170 h 170"/>
                  <a:gd name="T10" fmla="*/ 88 w 178"/>
                  <a:gd name="T11" fmla="*/ 129 h 170"/>
                  <a:gd name="T12" fmla="*/ 33 w 178"/>
                  <a:gd name="T13" fmla="*/ 170 h 170"/>
                  <a:gd name="T14" fmla="*/ 55 w 178"/>
                  <a:gd name="T15" fmla="*/ 104 h 170"/>
                  <a:gd name="T16" fmla="*/ 0 w 178"/>
                  <a:gd name="T17" fmla="*/ 63 h 170"/>
                  <a:gd name="T18" fmla="*/ 69 w 178"/>
                  <a:gd name="T19" fmla="*/ 63 h 170"/>
                  <a:gd name="T20" fmla="*/ 88 w 178"/>
                  <a:gd name="T21" fmla="*/ 0 h 1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78" h="170">
                    <a:moveTo>
                      <a:pt x="88" y="0"/>
                    </a:moveTo>
                    <a:lnTo>
                      <a:pt x="110" y="63"/>
                    </a:lnTo>
                    <a:lnTo>
                      <a:pt x="178" y="63"/>
                    </a:lnTo>
                    <a:lnTo>
                      <a:pt x="123" y="104"/>
                    </a:lnTo>
                    <a:lnTo>
                      <a:pt x="145" y="170"/>
                    </a:lnTo>
                    <a:lnTo>
                      <a:pt x="88" y="129"/>
                    </a:lnTo>
                    <a:lnTo>
                      <a:pt x="33" y="170"/>
                    </a:lnTo>
                    <a:lnTo>
                      <a:pt x="55" y="104"/>
                    </a:lnTo>
                    <a:lnTo>
                      <a:pt x="0" y="63"/>
                    </a:lnTo>
                    <a:lnTo>
                      <a:pt x="69" y="63"/>
                    </a:lnTo>
                    <a:lnTo>
                      <a:pt x="88" y="0"/>
                    </a:lnTo>
                    <a:close/>
                  </a:path>
                </a:pathLst>
              </a:custGeom>
              <a:solidFill>
                <a:srgbClr val="F1C0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3" name="Freeform 335">
                <a:extLst>
                  <a:ext uri="{FF2B5EF4-FFF2-40B4-BE49-F238E27FC236}">
                    <a16:creationId xmlns:a16="http://schemas.microsoft.com/office/drawing/2014/main" id="{E30CFEAF-060D-490E-8EDD-AE0874CD621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3425" y="5035753"/>
                <a:ext cx="290708" cy="277643"/>
              </a:xfrm>
              <a:custGeom>
                <a:avLst/>
                <a:gdLst>
                  <a:gd name="T0" fmla="*/ 88 w 178"/>
                  <a:gd name="T1" fmla="*/ 0 h 170"/>
                  <a:gd name="T2" fmla="*/ 110 w 178"/>
                  <a:gd name="T3" fmla="*/ 63 h 170"/>
                  <a:gd name="T4" fmla="*/ 178 w 178"/>
                  <a:gd name="T5" fmla="*/ 63 h 170"/>
                  <a:gd name="T6" fmla="*/ 123 w 178"/>
                  <a:gd name="T7" fmla="*/ 104 h 170"/>
                  <a:gd name="T8" fmla="*/ 145 w 178"/>
                  <a:gd name="T9" fmla="*/ 170 h 170"/>
                  <a:gd name="T10" fmla="*/ 88 w 178"/>
                  <a:gd name="T11" fmla="*/ 129 h 170"/>
                  <a:gd name="T12" fmla="*/ 33 w 178"/>
                  <a:gd name="T13" fmla="*/ 170 h 170"/>
                  <a:gd name="T14" fmla="*/ 55 w 178"/>
                  <a:gd name="T15" fmla="*/ 104 h 170"/>
                  <a:gd name="T16" fmla="*/ 0 w 178"/>
                  <a:gd name="T17" fmla="*/ 63 h 170"/>
                  <a:gd name="T18" fmla="*/ 69 w 178"/>
                  <a:gd name="T19" fmla="*/ 63 h 170"/>
                  <a:gd name="T20" fmla="*/ 88 w 178"/>
                  <a:gd name="T21" fmla="*/ 0 h 1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78" h="170">
                    <a:moveTo>
                      <a:pt x="88" y="0"/>
                    </a:moveTo>
                    <a:lnTo>
                      <a:pt x="110" y="63"/>
                    </a:lnTo>
                    <a:lnTo>
                      <a:pt x="178" y="63"/>
                    </a:lnTo>
                    <a:lnTo>
                      <a:pt x="123" y="104"/>
                    </a:lnTo>
                    <a:lnTo>
                      <a:pt x="145" y="170"/>
                    </a:lnTo>
                    <a:lnTo>
                      <a:pt x="88" y="129"/>
                    </a:lnTo>
                    <a:lnTo>
                      <a:pt x="33" y="170"/>
                    </a:lnTo>
                    <a:lnTo>
                      <a:pt x="55" y="104"/>
                    </a:lnTo>
                    <a:lnTo>
                      <a:pt x="0" y="63"/>
                    </a:lnTo>
                    <a:lnTo>
                      <a:pt x="69" y="63"/>
                    </a:lnTo>
                    <a:lnTo>
                      <a:pt x="88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4" name="Freeform 336">
                <a:extLst>
                  <a:ext uri="{FF2B5EF4-FFF2-40B4-BE49-F238E27FC236}">
                    <a16:creationId xmlns:a16="http://schemas.microsoft.com/office/drawing/2014/main" id="{048DDB15-B9EA-49BA-95E1-D9CEDDAE0B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3425" y="4888767"/>
                <a:ext cx="290708" cy="146988"/>
              </a:xfrm>
              <a:custGeom>
                <a:avLst/>
                <a:gdLst>
                  <a:gd name="T0" fmla="*/ 0 w 65"/>
                  <a:gd name="T1" fmla="*/ 0 h 33"/>
                  <a:gd name="T2" fmla="*/ 32 w 65"/>
                  <a:gd name="T3" fmla="*/ 33 h 33"/>
                  <a:gd name="T4" fmla="*/ 65 w 65"/>
                  <a:gd name="T5" fmla="*/ 0 h 33"/>
                  <a:gd name="T6" fmla="*/ 0 w 65"/>
                  <a:gd name="T7" fmla="*/ 0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5" h="33">
                    <a:moveTo>
                      <a:pt x="0" y="0"/>
                    </a:moveTo>
                    <a:cubicBezTo>
                      <a:pt x="0" y="18"/>
                      <a:pt x="14" y="33"/>
                      <a:pt x="32" y="33"/>
                    </a:cubicBezTo>
                    <a:cubicBezTo>
                      <a:pt x="50" y="33"/>
                      <a:pt x="65" y="18"/>
                      <a:pt x="65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8FD8D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5" name="Freeform 800">
                <a:extLst>
                  <a:ext uri="{FF2B5EF4-FFF2-40B4-BE49-F238E27FC236}">
                    <a16:creationId xmlns:a16="http://schemas.microsoft.com/office/drawing/2014/main" id="{A59B70DF-F0D0-4BE7-9871-A44FF1B279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3425" y="4888767"/>
                <a:ext cx="143721" cy="146988"/>
              </a:xfrm>
              <a:custGeom>
                <a:avLst/>
                <a:gdLst>
                  <a:gd name="T0" fmla="*/ 32 w 32"/>
                  <a:gd name="T1" fmla="*/ 0 h 33"/>
                  <a:gd name="T2" fmla="*/ 0 w 32"/>
                  <a:gd name="T3" fmla="*/ 0 h 33"/>
                  <a:gd name="T4" fmla="*/ 32 w 32"/>
                  <a:gd name="T5" fmla="*/ 33 h 33"/>
                  <a:gd name="T6" fmla="*/ 32 w 32"/>
                  <a:gd name="T7" fmla="*/ 33 h 33"/>
                  <a:gd name="T8" fmla="*/ 32 w 32"/>
                  <a:gd name="T9" fmla="*/ 0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33">
                    <a:moveTo>
                      <a:pt x="32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8"/>
                      <a:pt x="14" y="33"/>
                      <a:pt x="32" y="33"/>
                    </a:cubicBezTo>
                    <a:cubicBezTo>
                      <a:pt x="32" y="33"/>
                      <a:pt x="32" y="33"/>
                      <a:pt x="32" y="33"/>
                    </a:cubicBezTo>
                    <a:cubicBezTo>
                      <a:pt x="32" y="0"/>
                      <a:pt x="32" y="0"/>
                      <a:pt x="32" y="0"/>
                    </a:cubicBezTo>
                  </a:path>
                </a:pathLst>
              </a:custGeom>
              <a:solidFill>
                <a:srgbClr val="B1E4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6" name="Freeform 801">
                <a:extLst>
                  <a:ext uri="{FF2B5EF4-FFF2-40B4-BE49-F238E27FC236}">
                    <a16:creationId xmlns:a16="http://schemas.microsoft.com/office/drawing/2014/main" id="{0F6C52C0-9787-4989-95E7-107E62D648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3425" y="5035753"/>
                <a:ext cx="143721" cy="277643"/>
              </a:xfrm>
              <a:custGeom>
                <a:avLst/>
                <a:gdLst>
                  <a:gd name="T0" fmla="*/ 88 w 88"/>
                  <a:gd name="T1" fmla="*/ 0 h 170"/>
                  <a:gd name="T2" fmla="*/ 69 w 88"/>
                  <a:gd name="T3" fmla="*/ 63 h 170"/>
                  <a:gd name="T4" fmla="*/ 0 w 88"/>
                  <a:gd name="T5" fmla="*/ 63 h 170"/>
                  <a:gd name="T6" fmla="*/ 55 w 88"/>
                  <a:gd name="T7" fmla="*/ 104 h 170"/>
                  <a:gd name="T8" fmla="*/ 33 w 88"/>
                  <a:gd name="T9" fmla="*/ 170 h 170"/>
                  <a:gd name="T10" fmla="*/ 88 w 88"/>
                  <a:gd name="T11" fmla="*/ 129 h 170"/>
                  <a:gd name="T12" fmla="*/ 88 w 88"/>
                  <a:gd name="T13" fmla="*/ 0 h 1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8" h="170">
                    <a:moveTo>
                      <a:pt x="88" y="0"/>
                    </a:moveTo>
                    <a:lnTo>
                      <a:pt x="69" y="63"/>
                    </a:lnTo>
                    <a:lnTo>
                      <a:pt x="0" y="63"/>
                    </a:lnTo>
                    <a:lnTo>
                      <a:pt x="55" y="104"/>
                    </a:lnTo>
                    <a:lnTo>
                      <a:pt x="33" y="170"/>
                    </a:lnTo>
                    <a:lnTo>
                      <a:pt x="88" y="129"/>
                    </a:lnTo>
                    <a:lnTo>
                      <a:pt x="88" y="0"/>
                    </a:lnTo>
                    <a:close/>
                  </a:path>
                </a:pathLst>
              </a:custGeom>
              <a:solidFill>
                <a:srgbClr val="F5D36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7" name="Freeform 802">
                <a:extLst>
                  <a:ext uri="{FF2B5EF4-FFF2-40B4-BE49-F238E27FC236}">
                    <a16:creationId xmlns:a16="http://schemas.microsoft.com/office/drawing/2014/main" id="{C604897A-721A-4E8A-8E31-D1995AA764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3425" y="5035753"/>
                <a:ext cx="143721" cy="277643"/>
              </a:xfrm>
              <a:custGeom>
                <a:avLst/>
                <a:gdLst>
                  <a:gd name="T0" fmla="*/ 88 w 88"/>
                  <a:gd name="T1" fmla="*/ 0 h 170"/>
                  <a:gd name="T2" fmla="*/ 69 w 88"/>
                  <a:gd name="T3" fmla="*/ 63 h 170"/>
                  <a:gd name="T4" fmla="*/ 0 w 88"/>
                  <a:gd name="T5" fmla="*/ 63 h 170"/>
                  <a:gd name="T6" fmla="*/ 55 w 88"/>
                  <a:gd name="T7" fmla="*/ 104 h 170"/>
                  <a:gd name="T8" fmla="*/ 33 w 88"/>
                  <a:gd name="T9" fmla="*/ 170 h 170"/>
                  <a:gd name="T10" fmla="*/ 88 w 88"/>
                  <a:gd name="T11" fmla="*/ 129 h 170"/>
                  <a:gd name="T12" fmla="*/ 88 w 88"/>
                  <a:gd name="T13" fmla="*/ 0 h 1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8" h="170">
                    <a:moveTo>
                      <a:pt x="88" y="0"/>
                    </a:moveTo>
                    <a:lnTo>
                      <a:pt x="69" y="63"/>
                    </a:lnTo>
                    <a:lnTo>
                      <a:pt x="0" y="63"/>
                    </a:lnTo>
                    <a:lnTo>
                      <a:pt x="55" y="104"/>
                    </a:lnTo>
                    <a:lnTo>
                      <a:pt x="33" y="170"/>
                    </a:lnTo>
                    <a:lnTo>
                      <a:pt x="88" y="129"/>
                    </a:lnTo>
                    <a:lnTo>
                      <a:pt x="88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pic>
          <p:nvPicPr>
            <p:cNvPr id="238" name="그림 237">
              <a:extLst>
                <a:ext uri="{FF2B5EF4-FFF2-40B4-BE49-F238E27FC236}">
                  <a16:creationId xmlns:a16="http://schemas.microsoft.com/office/drawing/2014/main" id="{FD192C6D-D11F-4245-A0CF-D00C2FC7208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3356981" y="5037354"/>
              <a:ext cx="143409" cy="5688001"/>
            </a:xfrm>
            <a:prstGeom prst="rect">
              <a:avLst/>
            </a:prstGeom>
          </p:spPr>
        </p:pic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008FF9D4-F01C-42E5-A824-F98512F18E43}"/>
              </a:ext>
            </a:extLst>
          </p:cNvPr>
          <p:cNvGrpSpPr/>
          <p:nvPr/>
        </p:nvGrpSpPr>
        <p:grpSpPr>
          <a:xfrm>
            <a:off x="584684" y="2900772"/>
            <a:ext cx="5688002" cy="1152000"/>
            <a:chOff x="584684" y="2900772"/>
            <a:chExt cx="5688002" cy="1152000"/>
          </a:xfrm>
        </p:grpSpPr>
        <p:sp>
          <p:nvSpPr>
            <p:cNvPr id="45" name="Rectangle 56">
              <a:extLst>
                <a:ext uri="{FF2B5EF4-FFF2-40B4-BE49-F238E27FC236}">
                  <a16:creationId xmlns:a16="http://schemas.microsoft.com/office/drawing/2014/main" id="{909FE173-427F-4255-BD06-40438E7E9D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4684" y="2900772"/>
              <a:ext cx="5688000" cy="115200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wrap="square" lIns="72000" rIns="72000" anchor="ctr"/>
            <a:lstStyle/>
            <a:p>
              <a:pPr marL="180975" indent="-95250" latinLnBrk="0">
                <a:spcAft>
                  <a:spcPct val="10000"/>
                </a:spcAft>
                <a:buFontTx/>
                <a:buChar char="•"/>
              </a:pPr>
              <a:endParaRPr kumimoji="0" lang="ko-KR" altLang="ko-KR" sz="1000" b="0">
                <a:solidFill>
                  <a:srgbClr val="000000"/>
                </a:solidFill>
                <a:latin typeface="+mj-ea"/>
                <a:ea typeface="+mj-ea"/>
                <a:cs typeface="맑은고딕"/>
              </a:endParaRPr>
            </a:p>
          </p:txBody>
        </p: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A1030678-8EC4-4A99-A768-DBB24756098B}"/>
                </a:ext>
              </a:extLst>
            </p:cNvPr>
            <p:cNvSpPr/>
            <p:nvPr/>
          </p:nvSpPr>
          <p:spPr>
            <a:xfrm>
              <a:off x="1628800" y="3035616"/>
              <a:ext cx="2262158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G마켓 산스 Bold" panose="02000000000000000000" pitchFamily="50" charset="-127"/>
                  <a:ea typeface="G마켓 산스 Bold" panose="02000000000000000000" pitchFamily="50" charset="-127"/>
                </a:rPr>
                <a:t>IT</a:t>
              </a:r>
              <a:r>
                <a:rPr lang="ko-KR" alt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G마켓 산스 Bold" panose="02000000000000000000" pitchFamily="50" charset="-127"/>
                  <a:ea typeface="G마켓 산스 Bold" panose="02000000000000000000" pitchFamily="50" charset="-127"/>
                </a:rPr>
                <a:t>솔루션 </a:t>
              </a:r>
              <a:r>
                <a:rPr lang="en-US" altLang="ko-KR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G마켓 산스 Bold" panose="02000000000000000000" pitchFamily="50" charset="-127"/>
                  <a:ea typeface="G마켓 산스 Bold" panose="02000000000000000000" pitchFamily="50" charset="-127"/>
                </a:rPr>
                <a:t>CMS V3.0</a:t>
              </a:r>
              <a:endPara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endParaRPr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EFEB5AA4-C98D-4436-A592-4B1CE6E3592C}"/>
                </a:ext>
              </a:extLst>
            </p:cNvPr>
            <p:cNvSpPr/>
            <p:nvPr/>
          </p:nvSpPr>
          <p:spPr>
            <a:xfrm>
              <a:off x="1628800" y="3332940"/>
              <a:ext cx="4256293" cy="63094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92075" indent="-92075" defTabSz="914400" latinLnBrk="1">
                <a:spcAft>
                  <a:spcPts val="300"/>
                </a:spcAft>
                <a:buSzPct val="90000"/>
                <a:buFont typeface="Arial" panose="020B0604020202020204" pitchFamily="34" charset="0"/>
                <a:buChar char="•"/>
              </a:pPr>
              <a:r>
                <a:rPr lang="en-US" altLang="ko-KR" sz="1000" u="sng" dirty="0">
                  <a:solidFill>
                    <a:srgbClr val="0070C0"/>
                  </a:solidFill>
                  <a:latin typeface="G마켓 산스 Medium" panose="02000000000000000000" pitchFamily="50" charset="-127"/>
                  <a:ea typeface="G마켓 산스 Medium" panose="02000000000000000000" pitchFamily="50" charset="-127"/>
                </a:rPr>
                <a:t>CMS </a:t>
              </a:r>
              <a:r>
                <a:rPr lang="ko-KR" altLang="en-US" sz="1000" u="sng" dirty="0">
                  <a:solidFill>
                    <a:srgbClr val="0070C0"/>
                  </a:solidFill>
                  <a:latin typeface="G마켓 산스 Medium" panose="02000000000000000000" pitchFamily="50" charset="-127"/>
                  <a:ea typeface="G마켓 산스 Medium" panose="02000000000000000000" pitchFamily="50" charset="-127"/>
                </a:rPr>
                <a:t>최초 </a:t>
              </a:r>
              <a:r>
                <a:rPr lang="en-US" altLang="ko-KR" sz="1000" u="sng" dirty="0">
                  <a:solidFill>
                    <a:srgbClr val="0070C0"/>
                  </a:solidFill>
                  <a:latin typeface="G마켓 산스 Medium" panose="02000000000000000000" pitchFamily="50" charset="-127"/>
                  <a:ea typeface="G마켓 산스 Medium" panose="02000000000000000000" pitchFamily="50" charset="-127"/>
                </a:rPr>
                <a:t>GS</a:t>
              </a:r>
              <a:r>
                <a:rPr lang="ko-KR" altLang="en-US" sz="1000" u="sng" dirty="0">
                  <a:solidFill>
                    <a:srgbClr val="0070C0"/>
                  </a:solidFill>
                  <a:latin typeface="G마켓 산스 Medium" panose="02000000000000000000" pitchFamily="50" charset="-127"/>
                  <a:ea typeface="G마켓 산스 Medium" panose="02000000000000000000" pitchFamily="50" charset="-127"/>
                </a:rPr>
                <a:t>인증마크 획득</a:t>
              </a:r>
              <a:r>
                <a: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마켓 산스 Medium" panose="02000000000000000000" pitchFamily="50" charset="-127"/>
                  <a:ea typeface="G마켓 산스 Medium" panose="02000000000000000000" pitchFamily="50" charset="-127"/>
                </a:rPr>
                <a:t>, </a:t>
              </a: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마켓 산스 Medium" panose="02000000000000000000" pitchFamily="50" charset="-127"/>
                  <a:ea typeface="G마켓 산스 Medium" panose="02000000000000000000" pitchFamily="50" charset="-127"/>
                </a:rPr>
                <a:t>국내 최초 다국어 전용 </a:t>
              </a:r>
              <a:r>
                <a: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마켓 산스 Medium" panose="02000000000000000000" pitchFamily="50" charset="-127"/>
                  <a:ea typeface="G마켓 산스 Medium" panose="02000000000000000000" pitchFamily="50" charset="-127"/>
                </a:rPr>
                <a:t>CMS </a:t>
              </a: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마켓 산스 Medium" panose="02000000000000000000" pitchFamily="50" charset="-127"/>
                  <a:ea typeface="G마켓 산스 Medium" panose="02000000000000000000" pitchFamily="50" charset="-127"/>
                </a:rPr>
                <a:t>플랫폼</a:t>
              </a:r>
              <a:endPara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endParaRPr>
            </a:p>
            <a:p>
              <a:pPr marL="92075" indent="-92075" defTabSz="914400" latinLnBrk="1">
                <a:spcAft>
                  <a:spcPts val="300"/>
                </a:spcAft>
                <a:buSzPct val="90000"/>
                <a:buFont typeface="Arial" panose="020B0604020202020204" pitchFamily="34" charset="0"/>
                <a:buChar char="•"/>
              </a:pPr>
              <a:r>
                <a:rPr lang="ko-KR" altLang="en-US" sz="1000" u="sng" dirty="0" err="1">
                  <a:solidFill>
                    <a:srgbClr val="0070C0"/>
                  </a:solidFill>
                  <a:latin typeface="G마켓 산스 Medium" panose="02000000000000000000" pitchFamily="50" charset="-127"/>
                  <a:ea typeface="G마켓 산스 Medium" panose="02000000000000000000" pitchFamily="50" charset="-127"/>
                </a:rPr>
                <a:t>전자정부표준프레임워크</a:t>
              </a:r>
              <a:r>
                <a:rPr lang="ko-KR" altLang="en-US" sz="1000" u="sng" dirty="0">
                  <a:solidFill>
                    <a:srgbClr val="0070C0"/>
                  </a:solidFill>
                  <a:latin typeface="G마켓 산스 Medium" panose="02000000000000000000" pitchFamily="50" charset="-127"/>
                  <a:ea typeface="G마켓 산스 Medium" panose="02000000000000000000" pitchFamily="50" charset="-127"/>
                </a:rPr>
                <a:t> </a:t>
              </a:r>
              <a:r>
                <a:rPr lang="en-US" altLang="ko-KR" sz="1000" u="sng" dirty="0">
                  <a:solidFill>
                    <a:srgbClr val="0070C0"/>
                  </a:solidFill>
                  <a:latin typeface="G마켓 산스 Medium" panose="02000000000000000000" pitchFamily="50" charset="-127"/>
                  <a:ea typeface="G마켓 산스 Medium" panose="02000000000000000000" pitchFamily="50" charset="-127"/>
                </a:rPr>
                <a:t>10 </a:t>
              </a:r>
              <a:r>
                <a:rPr lang="ko-KR" altLang="en-US" sz="1000" u="sng" dirty="0">
                  <a:solidFill>
                    <a:srgbClr val="0070C0"/>
                  </a:solidFill>
                  <a:latin typeface="G마켓 산스 Medium" panose="02000000000000000000" pitchFamily="50" charset="-127"/>
                  <a:ea typeface="G마켓 산스 Medium" panose="02000000000000000000" pitchFamily="50" charset="-127"/>
                </a:rPr>
                <a:t>호환성 인증 </a:t>
              </a:r>
              <a:r>
                <a: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마켓 산스 Medium" panose="02000000000000000000" pitchFamily="50" charset="-127"/>
                  <a:ea typeface="G마켓 산스 Medium" panose="02000000000000000000" pitchFamily="50" charset="-127"/>
                </a:rPr>
                <a:t>/ </a:t>
              </a:r>
              <a:r>
                <a:rPr lang="ko-KR" altLang="en-US" sz="1000" u="sng" dirty="0" err="1">
                  <a:solidFill>
                    <a:srgbClr val="0070C0"/>
                  </a:solidFill>
                  <a:latin typeface="G마켓 산스 Medium" panose="02000000000000000000" pitchFamily="50" charset="-127"/>
                  <a:ea typeface="G마켓 산스 Medium" panose="02000000000000000000" pitchFamily="50" charset="-127"/>
                </a:rPr>
                <a:t>웹표준</a:t>
              </a:r>
              <a:r>
                <a:rPr lang="en-US" altLang="ko-KR" sz="1000" u="sng" dirty="0">
                  <a:solidFill>
                    <a:srgbClr val="0070C0"/>
                  </a:solidFill>
                  <a:latin typeface="G마켓 산스 Medium" panose="02000000000000000000" pitchFamily="50" charset="-127"/>
                  <a:ea typeface="G마켓 산스 Medium" panose="02000000000000000000" pitchFamily="50" charset="-127"/>
                </a:rPr>
                <a:t>, </a:t>
              </a:r>
              <a:r>
                <a:rPr lang="ko-KR" altLang="en-US" sz="1000" u="sng" dirty="0">
                  <a:solidFill>
                    <a:srgbClr val="0070C0"/>
                  </a:solidFill>
                  <a:latin typeface="G마켓 산스 Medium" panose="02000000000000000000" pitchFamily="50" charset="-127"/>
                  <a:ea typeface="G마켓 산스 Medium" panose="02000000000000000000" pitchFamily="50" charset="-127"/>
                </a:rPr>
                <a:t>웹접근성</a:t>
              </a:r>
              <a:r>
                <a:rPr lang="en-US" altLang="ko-KR" sz="1000" u="sng" dirty="0">
                  <a:solidFill>
                    <a:srgbClr val="0070C0"/>
                  </a:solidFill>
                  <a:latin typeface="G마켓 산스 Medium" panose="02000000000000000000" pitchFamily="50" charset="-127"/>
                  <a:ea typeface="G마켓 산스 Medium" panose="02000000000000000000" pitchFamily="50" charset="-127"/>
                </a:rPr>
                <a:t>, </a:t>
              </a:r>
              <a:r>
                <a:rPr lang="ko-KR" altLang="en-US" sz="1000" u="sng" dirty="0">
                  <a:solidFill>
                    <a:srgbClr val="0070C0"/>
                  </a:solidFill>
                  <a:latin typeface="G마켓 산스 Medium" panose="02000000000000000000" pitchFamily="50" charset="-127"/>
                  <a:ea typeface="G마켓 산스 Medium" panose="02000000000000000000" pitchFamily="50" charset="-127"/>
                </a:rPr>
                <a:t>호환성 준수</a:t>
              </a:r>
              <a:endParaRPr lang="en-US" altLang="ko-KR" sz="1000" u="sng" dirty="0">
                <a:solidFill>
                  <a:srgbClr val="0070C0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endParaRPr>
            </a:p>
            <a:p>
              <a:pPr marL="92075" indent="-92075" defTabSz="914400" latinLnBrk="1">
                <a:spcAft>
                  <a:spcPts val="300"/>
                </a:spcAft>
                <a:buSzPct val="90000"/>
                <a:buFont typeface="Arial" panose="020B0604020202020204" pitchFamily="34" charset="0"/>
                <a:buChar char="•"/>
              </a:pPr>
              <a:r>
                <a:rPr lang="ko-KR" altLang="en-US" sz="10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G마켓 산스 Medium" panose="02000000000000000000" pitchFamily="50" charset="-127"/>
                  <a:ea typeface="G마켓 산스 Medium" panose="02000000000000000000" pitchFamily="50" charset="-127"/>
                </a:rPr>
                <a:t>미래시</a:t>
              </a:r>
              <a:r>
                <a: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마켓 산스 Medium" panose="02000000000000000000" pitchFamily="50" charset="-127"/>
                  <a:ea typeface="G마켓 산스 Medium" panose="02000000000000000000" pitchFamily="50" charset="-127"/>
                </a:rPr>
                <a:t>, </a:t>
              </a:r>
              <a:r>
                <a:rPr lang="ko-KR" altLang="en-US" sz="10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G마켓 산스 Medium" panose="02000000000000000000" pitchFamily="50" charset="-127"/>
                  <a:ea typeface="G마켓 산스 Medium" panose="02000000000000000000" pitchFamily="50" charset="-127"/>
                </a:rPr>
                <a:t>미래구</a:t>
              </a:r>
              <a:r>
                <a: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마켓 산스 Medium" panose="02000000000000000000" pitchFamily="50" charset="-127"/>
                  <a:ea typeface="G마켓 산스 Medium" panose="02000000000000000000" pitchFamily="50" charset="-127"/>
                </a:rPr>
                <a:t>, </a:t>
              </a:r>
              <a:r>
                <a:rPr lang="ko-KR" altLang="en-US" sz="10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G마켓 산스 Medium" panose="02000000000000000000" pitchFamily="50" charset="-127"/>
                  <a:ea typeface="G마켓 산스 Medium" panose="02000000000000000000" pitchFamily="50" charset="-127"/>
                </a:rPr>
                <a:t>미래군</a:t>
              </a: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마켓 산스 Medium" panose="02000000000000000000" pitchFamily="50" charset="-127"/>
                  <a:ea typeface="G마켓 산스 Medium" panose="02000000000000000000" pitchFamily="50" charset="-127"/>
                </a:rPr>
                <a:t> 등 대형 지방자치단체를 통한 검증된 플랫폼</a:t>
              </a:r>
              <a:endPara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endParaRPr>
            </a:p>
          </p:txBody>
        </p:sp>
        <p:pic>
          <p:nvPicPr>
            <p:cNvPr id="51" name="그림 50">
              <a:extLst>
                <a:ext uri="{FF2B5EF4-FFF2-40B4-BE49-F238E27FC236}">
                  <a16:creationId xmlns:a16="http://schemas.microsoft.com/office/drawing/2014/main" id="{B39ECD9E-5E0C-45DA-98B6-C6B3BA545AE3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58572" y="3035616"/>
              <a:ext cx="498413" cy="215859"/>
            </a:xfrm>
            <a:prstGeom prst="rect">
              <a:avLst/>
            </a:prstGeom>
          </p:spPr>
        </p:pic>
        <p:pic>
          <p:nvPicPr>
            <p:cNvPr id="84" name="Picture 8" descr="https://postfiles.pstatic.net/MjAxOTAyMDhfNTEg/MDAxNTQ5NjA2MTUwNTkz.NaVocBH5mNRFR5JJjbqCteKBeUhqfaiAuhHdRlLg7HMg.zDCDISAKZPG2siDd9IC74hsTliVYGhXTtKgPHgYEzzkg.PNG.yooncoms/SE-b08eea1c-e81d-43e2-8cec-4e562c0653e4.png?type=w966">
              <a:extLst>
                <a:ext uri="{FF2B5EF4-FFF2-40B4-BE49-F238E27FC236}">
                  <a16:creationId xmlns:a16="http://schemas.microsoft.com/office/drawing/2014/main" id="{FB12A85F-0E09-42B5-AD1A-113DCB1D5E6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6712" y="3073137"/>
              <a:ext cx="647038" cy="830366"/>
            </a:xfrm>
            <a:prstGeom prst="rect">
              <a:avLst/>
            </a:prstGeom>
            <a:noFill/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9" name="그림 238">
              <a:extLst>
                <a:ext uri="{FF2B5EF4-FFF2-40B4-BE49-F238E27FC236}">
                  <a16:creationId xmlns:a16="http://schemas.microsoft.com/office/drawing/2014/main" id="{19B93E31-4FDD-48B8-BF56-D43485B373DF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5" cstate="print">
              <a:alphaModFix amt="56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3356981" y="128477"/>
              <a:ext cx="143409" cy="5688001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877151B1-3207-94A8-837E-5F19C708C311}"/>
              </a:ext>
            </a:extLst>
          </p:cNvPr>
          <p:cNvSpPr txBox="1"/>
          <p:nvPr/>
        </p:nvSpPr>
        <p:spPr>
          <a:xfrm>
            <a:off x="1667082" y="503378"/>
            <a:ext cx="1156279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defTabSz="987095"/>
            <a:r>
              <a:rPr lang="en-US" altLang="ko-KR" sz="800" spc="-54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Ⅱ  </a:t>
            </a:r>
            <a:r>
              <a:rPr lang="ko-KR" altLang="en-US" sz="800" spc="-54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전략 및 방법론  </a:t>
            </a:r>
            <a:r>
              <a:rPr lang="en-US" altLang="ko-KR" sz="800" spc="-54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&gt;  1. </a:t>
            </a:r>
            <a:r>
              <a:rPr lang="ko-KR" altLang="en-US" sz="800" spc="-54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추진 전략</a:t>
            </a:r>
          </a:p>
        </p:txBody>
      </p:sp>
    </p:spTree>
    <p:extLst>
      <p:ext uri="{BB962C8B-B14F-4D97-AF65-F5344CB8AC3E}">
        <p14:creationId xmlns:p14="http://schemas.microsoft.com/office/powerpoint/2010/main" val="311043144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제목 89"/>
          <p:cNvSpPr>
            <a:spLocks noGrp="1"/>
          </p:cNvSpPr>
          <p:nvPr>
            <p:ph type="title"/>
          </p:nvPr>
        </p:nvSpPr>
        <p:spPr>
          <a:xfrm>
            <a:off x="512676" y="1064568"/>
            <a:ext cx="1984568" cy="199285"/>
          </a:xfrm>
          <a:prstGeom prst="rect">
            <a:avLst/>
          </a:prstGeom>
          <a:noFill/>
        </p:spPr>
        <p:txBody>
          <a:bodyPr wrap="none" lIns="108000" tIns="0" rIns="0" bIns="0" anchor="ctr">
            <a:spAutoFit/>
          </a:bodyPr>
          <a:lstStyle/>
          <a:p>
            <a:r>
              <a:rPr lang="en-US" altLang="ko-KR" dirty="0"/>
              <a:t>2.1 </a:t>
            </a:r>
            <a:r>
              <a:rPr lang="ko-KR" altLang="en-US" dirty="0"/>
              <a:t>개발 방법론 적용 전략</a:t>
            </a: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368DBD89-5BD2-4DA9-AAFF-FBCA22EA7494}"/>
              </a:ext>
            </a:extLst>
          </p:cNvPr>
          <p:cNvGrpSpPr/>
          <p:nvPr/>
        </p:nvGrpSpPr>
        <p:grpSpPr>
          <a:xfrm>
            <a:off x="432969" y="8661444"/>
            <a:ext cx="5994792" cy="720048"/>
            <a:chOff x="432969" y="8661444"/>
            <a:chExt cx="5994792" cy="720048"/>
          </a:xfrm>
        </p:grpSpPr>
        <p:sp>
          <p:nvSpPr>
            <p:cNvPr id="363" name="AutoShape 110"/>
            <p:cNvSpPr>
              <a:spLocks noChangeArrowheads="1"/>
            </p:cNvSpPr>
            <p:nvPr/>
          </p:nvSpPr>
          <p:spPr bwMode="auto">
            <a:xfrm>
              <a:off x="440668" y="8661444"/>
              <a:ext cx="5975062" cy="288000"/>
            </a:xfrm>
            <a:prstGeom prst="round2SameRect">
              <a:avLst>
                <a:gd name="adj1" fmla="val 24226"/>
                <a:gd name="adj2" fmla="val 0"/>
              </a:avLst>
            </a:prstGeom>
            <a:solidFill>
              <a:srgbClr val="8497B0"/>
            </a:solidFill>
            <a:ln w="6350" cap="flat" cmpd="sng" algn="ctr">
              <a:noFill/>
              <a:prstDash val="solid"/>
            </a:ln>
            <a:effectLst/>
          </p:spPr>
          <p:txBody>
            <a:bodyPr vert="horz" lIns="36000" tIns="36000" rIns="36000" bIns="36000" anchor="ctr"/>
            <a:lstStyle/>
            <a:p>
              <a:pPr indent="-180948" algn="ctr">
                <a:spcAft>
                  <a:spcPts val="240"/>
                </a:spcAft>
              </a:pPr>
              <a:r>
                <a:rPr lang="ko-KR" altLang="en-US" sz="1000" kern="0" dirty="0">
                  <a:solidFill>
                    <a:sysClr val="window" lastClr="FFFFFF"/>
                  </a:solidFill>
                  <a:latin typeface="+mj-ea"/>
                  <a:ea typeface="+mj-ea"/>
                </a:rPr>
                <a:t>사업분야 중심의 방법론을 적용함으로써 적절하고 체계적인 사업수행</a:t>
              </a:r>
            </a:p>
          </p:txBody>
        </p:sp>
        <p:sp>
          <p:nvSpPr>
            <p:cNvPr id="364" name="모서리가 둥근 직사각형 94"/>
            <p:cNvSpPr>
              <a:spLocks noChangeArrowheads="1"/>
            </p:cNvSpPr>
            <p:nvPr/>
          </p:nvSpPr>
          <p:spPr bwMode="auto">
            <a:xfrm>
              <a:off x="432969" y="8949492"/>
              <a:ext cx="5994792" cy="432000"/>
            </a:xfrm>
            <a:prstGeom prst="roundRect">
              <a:avLst>
                <a:gd name="adj" fmla="val 4056"/>
              </a:avLst>
            </a:prstGeom>
            <a:solidFill>
              <a:srgbClr val="F2F2F2"/>
            </a:solidFill>
            <a:ln w="25400" cap="flat" cmpd="sng" algn="ctr">
              <a:noFill/>
              <a:prstDash val="solid"/>
            </a:ln>
            <a:effectLst/>
          </p:spPr>
          <p:txBody>
            <a:bodyPr lIns="144000" tIns="108000" bIns="108000" numCol="2" rtlCol="0" anchor="ctr"/>
            <a:lstStyle/>
            <a:p>
              <a:pPr marL="90000" marR="0" lvl="2" indent="-90000" defTabSz="914400" fontAlgn="base">
                <a:lnSpc>
                  <a:spcPct val="110000"/>
                </a:lnSpc>
                <a:spcBef>
                  <a:spcPct val="0"/>
                </a:spcBef>
                <a:spcAft>
                  <a:spcPts val="3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  <a:buFont typeface="Arial" pitchFamily="34" charset="0"/>
                <a:buChar char="•"/>
                <a:tabLst/>
                <a:defRPr/>
              </a:pPr>
              <a:r>
                <a:rPr kumimoji="1"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사업관리와 개발절차의 유기적인 결합</a:t>
              </a:r>
            </a:p>
            <a:p>
              <a:pPr marL="90000" marR="0" lvl="2" indent="-90000" defTabSz="914400" fontAlgn="base">
                <a:lnSpc>
                  <a:spcPct val="110000"/>
                </a:lnSpc>
                <a:spcBef>
                  <a:spcPct val="0"/>
                </a:spcBef>
                <a:spcAft>
                  <a:spcPts val="3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  <a:buFont typeface="Arial" pitchFamily="34" charset="0"/>
                <a:buChar char="•"/>
                <a:tabLst/>
                <a:defRPr/>
              </a:pPr>
              <a:r>
                <a:rPr kumimoji="1"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공공 웹</a:t>
              </a:r>
              <a:r>
                <a:rPr kumimoji="1"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(SI</a:t>
              </a:r>
              <a:r>
                <a:rPr kumimoji="1"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사업</a:t>
              </a:r>
              <a:r>
                <a:rPr kumimoji="1"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)</a:t>
              </a:r>
              <a:r>
                <a:rPr kumimoji="1"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의 경험에 의한 최적화된</a:t>
              </a:r>
              <a:r>
                <a:rPr kumimoji="1"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 </a:t>
              </a:r>
              <a:r>
                <a:rPr kumimoji="1"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개발방법론</a:t>
              </a:r>
            </a:p>
          </p:txBody>
        </p:sp>
      </p:grpSp>
      <p:grpSp>
        <p:nvGrpSpPr>
          <p:cNvPr id="77" name="그룹 76">
            <a:extLst>
              <a:ext uri="{FF2B5EF4-FFF2-40B4-BE49-F238E27FC236}">
                <a16:creationId xmlns:a16="http://schemas.microsoft.com/office/drawing/2014/main" id="{16AD0852-9D49-48B1-B0E6-720747993DE3}"/>
              </a:ext>
            </a:extLst>
          </p:cNvPr>
          <p:cNvGrpSpPr/>
          <p:nvPr/>
        </p:nvGrpSpPr>
        <p:grpSpPr>
          <a:xfrm>
            <a:off x="440668" y="1064568"/>
            <a:ext cx="66431" cy="180000"/>
            <a:chOff x="447632" y="1870808"/>
            <a:chExt cx="66431" cy="247087"/>
          </a:xfrm>
        </p:grpSpPr>
        <p:sp>
          <p:nvSpPr>
            <p:cNvPr id="85" name="직사각형 84">
              <a:extLst>
                <a:ext uri="{FF2B5EF4-FFF2-40B4-BE49-F238E27FC236}">
                  <a16:creationId xmlns:a16="http://schemas.microsoft.com/office/drawing/2014/main" id="{9290622E-2F11-4849-B1CA-D5065878907F}"/>
                </a:ext>
              </a:extLst>
            </p:cNvPr>
            <p:cNvSpPr/>
            <p:nvPr/>
          </p:nvSpPr>
          <p:spPr>
            <a:xfrm>
              <a:off x="447632" y="1990162"/>
              <a:ext cx="66431" cy="12773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/>
            </a:bodyPr>
            <a:lstStyle/>
            <a:p>
              <a:pPr algn="ctr"/>
              <a:endParaRPr lang="ko-KR" altLang="en-US">
                <a:ln>
                  <a:solidFill>
                    <a:srgbClr val="02A1B2">
                      <a:alpha val="0"/>
                    </a:srgbClr>
                  </a:solidFill>
                </a:ln>
              </a:endParaRPr>
            </a:p>
          </p:txBody>
        </p:sp>
        <p:sp>
          <p:nvSpPr>
            <p:cNvPr id="86" name="직사각형 85">
              <a:extLst>
                <a:ext uri="{FF2B5EF4-FFF2-40B4-BE49-F238E27FC236}">
                  <a16:creationId xmlns:a16="http://schemas.microsoft.com/office/drawing/2014/main" id="{D0F546AB-FE09-44C2-991A-E4410012C345}"/>
                </a:ext>
              </a:extLst>
            </p:cNvPr>
            <p:cNvSpPr/>
            <p:nvPr/>
          </p:nvSpPr>
          <p:spPr>
            <a:xfrm>
              <a:off x="447632" y="1870808"/>
              <a:ext cx="66431" cy="127733"/>
            </a:xfrm>
            <a:prstGeom prst="rect">
              <a:avLst/>
            </a:prstGeom>
            <a:solidFill>
              <a:srgbClr val="B71B6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/>
            </a:bodyPr>
            <a:lstStyle/>
            <a:p>
              <a:pPr algn="ctr"/>
              <a:endParaRPr lang="ko-KR" altLang="en-US">
                <a:ln>
                  <a:solidFill>
                    <a:srgbClr val="02A1B2">
                      <a:alpha val="0"/>
                    </a:srgbClr>
                  </a:solidFill>
                </a:ln>
              </a:endParaRPr>
            </a:p>
          </p:txBody>
        </p:sp>
      </p:grp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86AEE918-A53F-4276-AD64-5CEDCEC7AE48}"/>
              </a:ext>
            </a:extLst>
          </p:cNvPr>
          <p:cNvSpPr/>
          <p:nvPr/>
        </p:nvSpPr>
        <p:spPr>
          <a:xfrm>
            <a:off x="5206867" y="1065770"/>
            <a:ext cx="1209800" cy="17763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36000" rIns="72000" bIns="18000" rtlCol="0" anchor="ctr">
            <a:spAutoFit/>
          </a:bodyPr>
          <a:lstStyle/>
          <a:p>
            <a:pPr algn="r"/>
            <a:r>
              <a: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요구사항 번호</a:t>
            </a:r>
            <a:r>
              <a:rPr lang="en-US" altLang="ko-KR" sz="8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: </a:t>
            </a:r>
            <a:r>
              <a:rPr lang="en-US" altLang="ko-KR" sz="800">
                <a:solidFill>
                  <a:srgbClr val="0070C0"/>
                </a:solidFill>
                <a:latin typeface="+mj-ea"/>
                <a:ea typeface="+mj-ea"/>
              </a:rPr>
              <a:t>ABC-001</a:t>
            </a:r>
            <a:endParaRPr lang="ko-KR" altLang="en-US" sz="800" dirty="0">
              <a:solidFill>
                <a:srgbClr val="0070C0"/>
              </a:solidFill>
              <a:latin typeface="+mj-ea"/>
              <a:ea typeface="+mj-ea"/>
            </a:endParaRPr>
          </a:p>
        </p:txBody>
      </p:sp>
      <p:sp>
        <p:nvSpPr>
          <p:cNvPr id="88" name="AutoShape 165">
            <a:extLst>
              <a:ext uri="{FF2B5EF4-FFF2-40B4-BE49-F238E27FC236}">
                <a16:creationId xmlns:a16="http://schemas.microsoft.com/office/drawing/2014/main" id="{F27B882A-FA73-48AE-B75D-85F5035075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668" y="1568624"/>
            <a:ext cx="5976000" cy="647237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3175" algn="ctr">
            <a:solidFill>
              <a:schemeClr val="bg1">
                <a:lumMod val="95000"/>
              </a:schemeClr>
            </a:solidFill>
            <a:round/>
            <a:headEnd/>
            <a:tailEnd/>
          </a:ln>
          <a:effectLst/>
        </p:spPr>
        <p:txBody>
          <a:bodyPr wrap="square" lIns="144000" tIns="36000" rIns="72000" bIns="36000" anchor="ctr"/>
          <a:lstStyle/>
          <a:p>
            <a:pPr marL="85725" lvl="0" indent="-85725" defTabSz="914400" fontAlgn="ctr">
              <a:lnSpc>
                <a:spcPct val="110000"/>
              </a:lnSpc>
              <a:spcAft>
                <a:spcPts val="300"/>
              </a:spcAft>
              <a:buFont typeface="Arial" pitchFamily="34" charset="0"/>
              <a:buChar char="•"/>
              <a:defRPr/>
            </a:pPr>
            <a:r>
              <a:rPr kumimoji="1" lang="ko-KR" altLang="en-US" sz="10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</a:rPr>
              <a:t>기존 성공사례에서 얻은 노하우 및 산출물을 활용하여 </a:t>
            </a:r>
            <a:r>
              <a:rPr kumimoji="1" lang="ko-KR" altLang="en-US" sz="10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+mj-ea"/>
                <a:ea typeface="+mj-ea"/>
              </a:rPr>
              <a:t>최적화된 개발 경로</a:t>
            </a:r>
            <a:r>
              <a:rPr kumimoji="1" lang="ko-KR" altLang="en-US" sz="10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</a:rPr>
              <a:t>로 프로젝트를 수행</a:t>
            </a:r>
            <a:endParaRPr kumimoji="1" lang="en-US" altLang="ko-KR" sz="1000" kern="0" dirty="0">
              <a:solidFill>
                <a:prstClr val="black">
                  <a:lumMod val="75000"/>
                  <a:lumOff val="25000"/>
                </a:prstClr>
              </a:solidFill>
              <a:latin typeface="+mn-ea"/>
            </a:endParaRPr>
          </a:p>
          <a:p>
            <a:pPr marL="85725" lvl="0" indent="-85725" defTabSz="914400" fontAlgn="ctr">
              <a:lnSpc>
                <a:spcPct val="110000"/>
              </a:lnSpc>
              <a:spcAft>
                <a:spcPts val="300"/>
              </a:spcAft>
              <a:buFont typeface="Arial" pitchFamily="34" charset="0"/>
              <a:buChar char="•"/>
              <a:defRPr/>
            </a:pPr>
            <a:r>
              <a:rPr kumimoji="1" lang="ko-KR" altLang="en-US" sz="10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+mj-ea"/>
                <a:ea typeface="+mj-ea"/>
              </a:rPr>
              <a:t>사업분야 중심의 방법론을 적용</a:t>
            </a:r>
            <a:r>
              <a:rPr kumimoji="1" lang="ko-KR" altLang="en-US" sz="10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</a:rPr>
              <a:t>함으로써 적절하고 체계적인 사업수행</a:t>
            </a:r>
            <a:endParaRPr kumimoji="1" lang="en-US" altLang="ko-KR" sz="1000" kern="0" dirty="0">
              <a:solidFill>
                <a:prstClr val="black">
                  <a:lumMod val="75000"/>
                  <a:lumOff val="25000"/>
                </a:prstClr>
              </a:solidFill>
              <a:latin typeface="+mn-ea"/>
            </a:endParaRPr>
          </a:p>
        </p:txBody>
      </p:sp>
      <p:grpSp>
        <p:nvGrpSpPr>
          <p:cNvPr id="91" name="그룹 90">
            <a:extLst>
              <a:ext uri="{FF2B5EF4-FFF2-40B4-BE49-F238E27FC236}">
                <a16:creationId xmlns:a16="http://schemas.microsoft.com/office/drawing/2014/main" id="{E47BF180-4106-417F-A35C-C6908F1A3EA0}"/>
              </a:ext>
            </a:extLst>
          </p:cNvPr>
          <p:cNvGrpSpPr/>
          <p:nvPr/>
        </p:nvGrpSpPr>
        <p:grpSpPr>
          <a:xfrm>
            <a:off x="440668" y="2504728"/>
            <a:ext cx="5976000" cy="184666"/>
            <a:chOff x="4503039" y="5804479"/>
            <a:chExt cx="5976000" cy="184666"/>
          </a:xfrm>
        </p:grpSpPr>
        <p:cxnSp>
          <p:nvCxnSpPr>
            <p:cNvPr id="92" name="직선 연결선 91">
              <a:extLst>
                <a:ext uri="{FF2B5EF4-FFF2-40B4-BE49-F238E27FC236}">
                  <a16:creationId xmlns:a16="http://schemas.microsoft.com/office/drawing/2014/main" id="{F9A0A5C4-BC35-46CF-9CA8-FFD9F6341AC2}"/>
                </a:ext>
              </a:extLst>
            </p:cNvPr>
            <p:cNvCxnSpPr>
              <a:cxnSpLocks/>
            </p:cNvCxnSpPr>
            <p:nvPr/>
          </p:nvCxnSpPr>
          <p:spPr>
            <a:xfrm>
              <a:off x="4503039" y="5948495"/>
              <a:ext cx="5976000" cy="0"/>
            </a:xfrm>
            <a:prstGeom prst="line">
              <a:avLst/>
            </a:prstGeom>
            <a:ln w="12700" cap="flat">
              <a:solidFill>
                <a:srgbClr val="BAC0CE"/>
              </a:solidFill>
              <a:miter lim="800000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61E5A0F3-14DF-4C7C-A798-A3572877DBF6}"/>
                </a:ext>
              </a:extLst>
            </p:cNvPr>
            <p:cNvSpPr txBox="1"/>
            <p:nvPr/>
          </p:nvSpPr>
          <p:spPr>
            <a:xfrm flipH="1">
              <a:off x="4503039" y="5804479"/>
              <a:ext cx="1410693" cy="18466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</p:spPr>
          <p:txBody>
            <a:bodyPr wrap="none" lIns="0" tIns="0" rIns="108000" bIns="0" rtlCol="0" anchor="b">
              <a:spAutoFit/>
            </a:bodyPr>
            <a:lstStyle/>
            <a:p>
              <a:pPr defTabSz="478031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ko-KR" altLang="en-US" sz="1200" dirty="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개발방법론 적용 전략</a:t>
              </a: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FDC46B45-5F68-4DE6-A103-E2CC1583DB7A}"/>
              </a:ext>
            </a:extLst>
          </p:cNvPr>
          <p:cNvGrpSpPr/>
          <p:nvPr/>
        </p:nvGrpSpPr>
        <p:grpSpPr>
          <a:xfrm>
            <a:off x="872716" y="2900772"/>
            <a:ext cx="5112568" cy="743773"/>
            <a:chOff x="872716" y="2900772"/>
            <a:chExt cx="5112568" cy="743773"/>
          </a:xfrm>
        </p:grpSpPr>
        <p:sp>
          <p:nvSpPr>
            <p:cNvPr id="273" name="Rectangle">
              <a:extLst>
                <a:ext uri="{FF2B5EF4-FFF2-40B4-BE49-F238E27FC236}">
                  <a16:creationId xmlns:a16="http://schemas.microsoft.com/office/drawing/2014/main" id="{E3FCBAF0-16F0-4E99-9E6A-C1C0AF8E84F5}"/>
                </a:ext>
              </a:extLst>
            </p:cNvPr>
            <p:cNvSpPr/>
            <p:nvPr/>
          </p:nvSpPr>
          <p:spPr>
            <a:xfrm>
              <a:off x="1189821" y="3278820"/>
              <a:ext cx="4478359" cy="54000"/>
            </a:xfrm>
            <a:prstGeom prst="rect">
              <a:avLst/>
            </a:prstGeom>
            <a:solidFill>
              <a:schemeClr val="bg1"/>
            </a:solidFill>
            <a:ln w="3175">
              <a:noFill/>
            </a:ln>
            <a:effectLst>
              <a:outerShdw blurRad="101600" dist="38100" dir="5400000" algn="t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>
                <a:solidFill>
                  <a:schemeClr val="lt1"/>
                </a:solidFill>
                <a:latin typeface="Pretendard" panose="02000503000000020004" pitchFamily="50" charset="-127"/>
                <a:ea typeface="Pretendard" panose="02000503000000020004" pitchFamily="50" charset="-127"/>
                <a:sym typeface="Helvetica Neue Medium"/>
              </a:endParaRPr>
            </a:p>
          </p:txBody>
        </p:sp>
        <p:sp>
          <p:nvSpPr>
            <p:cNvPr id="274" name="Subtitle Text">
              <a:extLst>
                <a:ext uri="{FF2B5EF4-FFF2-40B4-BE49-F238E27FC236}">
                  <a16:creationId xmlns:a16="http://schemas.microsoft.com/office/drawing/2014/main" id="{F9B356CB-B5F8-42D0-99D6-22265885601D}"/>
                </a:ext>
              </a:extLst>
            </p:cNvPr>
            <p:cNvSpPr/>
            <p:nvPr/>
          </p:nvSpPr>
          <p:spPr>
            <a:xfrm>
              <a:off x="1160270" y="2900772"/>
              <a:ext cx="4449295" cy="2898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 algn="l" defTabSz="457200">
                <a:lnSpc>
                  <a:spcPct val="120000"/>
                </a:lnSpc>
                <a:defRPr sz="1400" cap="all" spc="1120">
                  <a:solidFill>
                    <a:srgbClr val="242423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 defTabSz="914400" fontAlgn="base">
                <a:lnSpc>
                  <a:spcPct val="130000"/>
                </a:lnSpc>
                <a:defRPr/>
              </a:pPr>
              <a:r>
                <a:rPr kumimoji="1" lang="ko-KR" altLang="en-US" sz="1600" kern="0" spc="-3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  <a:cs typeface="Pretendard" panose="02000503000000020004" pitchFamily="50" charset="-127"/>
                </a:rPr>
                <a:t>공공 </a:t>
              </a:r>
              <a:r>
                <a:rPr kumimoji="1" lang="en-US" altLang="ko-KR" sz="1600" kern="0" spc="-3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  <a:cs typeface="Pretendard" panose="02000503000000020004" pitchFamily="50" charset="-127"/>
                </a:rPr>
                <a:t>IT</a:t>
              </a:r>
              <a:r>
                <a:rPr kumimoji="1" lang="ko-KR" altLang="en-US" sz="1600" kern="0" spc="-3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  <a:cs typeface="Pretendard" panose="02000503000000020004" pitchFamily="50" charset="-127"/>
                </a:rPr>
                <a:t>프로젝트 </a:t>
              </a:r>
              <a:r>
                <a:rPr kumimoji="1" lang="ko-KR" altLang="en-US" sz="1600" kern="0" spc="-30" dirty="0">
                  <a:solidFill>
                    <a:srgbClr val="FB6215"/>
                  </a:solidFill>
                  <a:latin typeface="+mj-ea"/>
                  <a:ea typeface="+mj-ea"/>
                  <a:cs typeface="Pretendard" panose="02000503000000020004" pitchFamily="50" charset="-127"/>
                </a:rPr>
                <a:t>현장 경험을 기반</a:t>
              </a:r>
              <a:r>
                <a:rPr kumimoji="1" lang="ko-KR" altLang="en-US" sz="1600" kern="0" spc="-3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  <a:cs typeface="Pretendard" panose="02000503000000020004" pitchFamily="50" charset="-127"/>
                </a:rPr>
                <a:t>으로 제작한 개발방법론</a:t>
              </a:r>
              <a:endParaRPr kumimoji="1" lang="en-US" altLang="ko-KR" sz="1600" kern="0" spc="-3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Pretendard" panose="02000503000000020004" pitchFamily="50" charset="-127"/>
              </a:endParaRPr>
            </a:p>
          </p:txBody>
        </p:sp>
        <p:sp>
          <p:nvSpPr>
            <p:cNvPr id="275" name="Freeform 34">
              <a:extLst>
                <a:ext uri="{FF2B5EF4-FFF2-40B4-BE49-F238E27FC236}">
                  <a16:creationId xmlns:a16="http://schemas.microsoft.com/office/drawing/2014/main" id="{BB120B32-BCE4-4E6A-9DD7-B2C8598349A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72716" y="2914361"/>
              <a:ext cx="180000" cy="144000"/>
            </a:xfrm>
            <a:custGeom>
              <a:avLst/>
              <a:gdLst>
                <a:gd name="T0" fmla="*/ 43 w 141"/>
                <a:gd name="T1" fmla="*/ 0 h 124"/>
                <a:gd name="T2" fmla="*/ 11 w 141"/>
                <a:gd name="T3" fmla="*/ 26 h 124"/>
                <a:gd name="T4" fmla="*/ 0 w 141"/>
                <a:gd name="T5" fmla="*/ 81 h 124"/>
                <a:gd name="T6" fmla="*/ 0 w 141"/>
                <a:gd name="T7" fmla="*/ 124 h 124"/>
                <a:gd name="T8" fmla="*/ 59 w 141"/>
                <a:gd name="T9" fmla="*/ 124 h 124"/>
                <a:gd name="T10" fmla="*/ 59 w 141"/>
                <a:gd name="T11" fmla="*/ 66 h 124"/>
                <a:gd name="T12" fmla="*/ 28 w 141"/>
                <a:gd name="T13" fmla="*/ 66 h 124"/>
                <a:gd name="T14" fmla="*/ 36 w 141"/>
                <a:gd name="T15" fmla="*/ 35 h 124"/>
                <a:gd name="T16" fmla="*/ 59 w 141"/>
                <a:gd name="T17" fmla="*/ 20 h 124"/>
                <a:gd name="T18" fmla="*/ 43 w 141"/>
                <a:gd name="T19" fmla="*/ 0 h 124"/>
                <a:gd name="T20" fmla="*/ 125 w 141"/>
                <a:gd name="T21" fmla="*/ 0 h 124"/>
                <a:gd name="T22" fmla="*/ 94 w 141"/>
                <a:gd name="T23" fmla="*/ 26 h 124"/>
                <a:gd name="T24" fmla="*/ 83 w 141"/>
                <a:gd name="T25" fmla="*/ 81 h 124"/>
                <a:gd name="T26" fmla="*/ 83 w 141"/>
                <a:gd name="T27" fmla="*/ 124 h 124"/>
                <a:gd name="T28" fmla="*/ 141 w 141"/>
                <a:gd name="T29" fmla="*/ 124 h 124"/>
                <a:gd name="T30" fmla="*/ 141 w 141"/>
                <a:gd name="T31" fmla="*/ 66 h 124"/>
                <a:gd name="T32" fmla="*/ 111 w 141"/>
                <a:gd name="T33" fmla="*/ 66 h 124"/>
                <a:gd name="T34" fmla="*/ 119 w 141"/>
                <a:gd name="T35" fmla="*/ 36 h 124"/>
                <a:gd name="T36" fmla="*/ 141 w 141"/>
                <a:gd name="T37" fmla="*/ 20 h 124"/>
                <a:gd name="T38" fmla="*/ 125 w 141"/>
                <a:gd name="T39" fmla="*/ 0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1" h="124">
                  <a:moveTo>
                    <a:pt x="43" y="0"/>
                  </a:moveTo>
                  <a:cubicBezTo>
                    <a:pt x="33" y="3"/>
                    <a:pt x="20" y="12"/>
                    <a:pt x="11" y="26"/>
                  </a:cubicBezTo>
                  <a:cubicBezTo>
                    <a:pt x="2" y="40"/>
                    <a:pt x="0" y="58"/>
                    <a:pt x="0" y="81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9" y="124"/>
                    <a:pt x="59" y="124"/>
                    <a:pt x="59" y="124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28" y="66"/>
                    <a:pt x="28" y="66"/>
                    <a:pt x="28" y="66"/>
                  </a:cubicBezTo>
                  <a:cubicBezTo>
                    <a:pt x="28" y="58"/>
                    <a:pt x="28" y="44"/>
                    <a:pt x="36" y="35"/>
                  </a:cubicBezTo>
                  <a:cubicBezTo>
                    <a:pt x="43" y="28"/>
                    <a:pt x="52" y="22"/>
                    <a:pt x="59" y="20"/>
                  </a:cubicBezTo>
                  <a:cubicBezTo>
                    <a:pt x="43" y="0"/>
                    <a:pt x="43" y="0"/>
                    <a:pt x="43" y="0"/>
                  </a:cubicBezTo>
                  <a:moveTo>
                    <a:pt x="125" y="0"/>
                  </a:moveTo>
                  <a:cubicBezTo>
                    <a:pt x="116" y="3"/>
                    <a:pt x="103" y="12"/>
                    <a:pt x="94" y="26"/>
                  </a:cubicBezTo>
                  <a:cubicBezTo>
                    <a:pt x="84" y="40"/>
                    <a:pt x="83" y="58"/>
                    <a:pt x="83" y="81"/>
                  </a:cubicBezTo>
                  <a:cubicBezTo>
                    <a:pt x="83" y="124"/>
                    <a:pt x="83" y="124"/>
                    <a:pt x="83" y="124"/>
                  </a:cubicBezTo>
                  <a:cubicBezTo>
                    <a:pt x="141" y="124"/>
                    <a:pt x="141" y="124"/>
                    <a:pt x="141" y="124"/>
                  </a:cubicBezTo>
                  <a:cubicBezTo>
                    <a:pt x="141" y="66"/>
                    <a:pt x="141" y="66"/>
                    <a:pt x="141" y="66"/>
                  </a:cubicBezTo>
                  <a:cubicBezTo>
                    <a:pt x="111" y="66"/>
                    <a:pt x="111" y="66"/>
                    <a:pt x="111" y="66"/>
                  </a:cubicBezTo>
                  <a:cubicBezTo>
                    <a:pt x="111" y="58"/>
                    <a:pt x="111" y="45"/>
                    <a:pt x="119" y="36"/>
                  </a:cubicBezTo>
                  <a:cubicBezTo>
                    <a:pt x="126" y="28"/>
                    <a:pt x="134" y="22"/>
                    <a:pt x="141" y="20"/>
                  </a:cubicBezTo>
                  <a:cubicBezTo>
                    <a:pt x="125" y="0"/>
                    <a:pt x="125" y="0"/>
                    <a:pt x="125" y="0"/>
                  </a:cubicBezTo>
                </a:path>
              </a:pathLst>
            </a:cu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txBody>
            <a:bodyPr/>
            <a:lstStyle/>
            <a:p>
              <a:pPr>
                <a:defRPr/>
              </a:pPr>
              <a:endParaRPr lang="ko-KR" altLang="en-US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1F497D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</a:endParaRPr>
            </a:p>
          </p:txBody>
        </p:sp>
        <p:sp>
          <p:nvSpPr>
            <p:cNvPr id="276" name="Freeform 34">
              <a:extLst>
                <a:ext uri="{FF2B5EF4-FFF2-40B4-BE49-F238E27FC236}">
                  <a16:creationId xmlns:a16="http://schemas.microsoft.com/office/drawing/2014/main" id="{43F1BDCF-1F07-418D-8143-B92D9EA3E0FE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5805284" y="2914361"/>
              <a:ext cx="180000" cy="144000"/>
            </a:xfrm>
            <a:custGeom>
              <a:avLst/>
              <a:gdLst>
                <a:gd name="T0" fmla="*/ 43 w 141"/>
                <a:gd name="T1" fmla="*/ 0 h 124"/>
                <a:gd name="T2" fmla="*/ 11 w 141"/>
                <a:gd name="T3" fmla="*/ 26 h 124"/>
                <a:gd name="T4" fmla="*/ 0 w 141"/>
                <a:gd name="T5" fmla="*/ 81 h 124"/>
                <a:gd name="T6" fmla="*/ 0 w 141"/>
                <a:gd name="T7" fmla="*/ 124 h 124"/>
                <a:gd name="T8" fmla="*/ 59 w 141"/>
                <a:gd name="T9" fmla="*/ 124 h 124"/>
                <a:gd name="T10" fmla="*/ 59 w 141"/>
                <a:gd name="T11" fmla="*/ 66 h 124"/>
                <a:gd name="T12" fmla="*/ 28 w 141"/>
                <a:gd name="T13" fmla="*/ 66 h 124"/>
                <a:gd name="T14" fmla="*/ 36 w 141"/>
                <a:gd name="T15" fmla="*/ 35 h 124"/>
                <a:gd name="T16" fmla="*/ 59 w 141"/>
                <a:gd name="T17" fmla="*/ 20 h 124"/>
                <a:gd name="T18" fmla="*/ 43 w 141"/>
                <a:gd name="T19" fmla="*/ 0 h 124"/>
                <a:gd name="T20" fmla="*/ 125 w 141"/>
                <a:gd name="T21" fmla="*/ 0 h 124"/>
                <a:gd name="T22" fmla="*/ 94 w 141"/>
                <a:gd name="T23" fmla="*/ 26 h 124"/>
                <a:gd name="T24" fmla="*/ 83 w 141"/>
                <a:gd name="T25" fmla="*/ 81 h 124"/>
                <a:gd name="T26" fmla="*/ 83 w 141"/>
                <a:gd name="T27" fmla="*/ 124 h 124"/>
                <a:gd name="T28" fmla="*/ 141 w 141"/>
                <a:gd name="T29" fmla="*/ 124 h 124"/>
                <a:gd name="T30" fmla="*/ 141 w 141"/>
                <a:gd name="T31" fmla="*/ 66 h 124"/>
                <a:gd name="T32" fmla="*/ 111 w 141"/>
                <a:gd name="T33" fmla="*/ 66 h 124"/>
                <a:gd name="T34" fmla="*/ 119 w 141"/>
                <a:gd name="T35" fmla="*/ 36 h 124"/>
                <a:gd name="T36" fmla="*/ 141 w 141"/>
                <a:gd name="T37" fmla="*/ 20 h 124"/>
                <a:gd name="T38" fmla="*/ 125 w 141"/>
                <a:gd name="T39" fmla="*/ 0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1" h="124">
                  <a:moveTo>
                    <a:pt x="43" y="0"/>
                  </a:moveTo>
                  <a:cubicBezTo>
                    <a:pt x="33" y="3"/>
                    <a:pt x="20" y="12"/>
                    <a:pt x="11" y="26"/>
                  </a:cubicBezTo>
                  <a:cubicBezTo>
                    <a:pt x="2" y="40"/>
                    <a:pt x="0" y="58"/>
                    <a:pt x="0" y="81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9" y="124"/>
                    <a:pt x="59" y="124"/>
                    <a:pt x="59" y="124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28" y="66"/>
                    <a:pt x="28" y="66"/>
                    <a:pt x="28" y="66"/>
                  </a:cubicBezTo>
                  <a:cubicBezTo>
                    <a:pt x="28" y="58"/>
                    <a:pt x="28" y="44"/>
                    <a:pt x="36" y="35"/>
                  </a:cubicBezTo>
                  <a:cubicBezTo>
                    <a:pt x="43" y="28"/>
                    <a:pt x="52" y="22"/>
                    <a:pt x="59" y="20"/>
                  </a:cubicBezTo>
                  <a:cubicBezTo>
                    <a:pt x="43" y="0"/>
                    <a:pt x="43" y="0"/>
                    <a:pt x="43" y="0"/>
                  </a:cubicBezTo>
                  <a:moveTo>
                    <a:pt x="125" y="0"/>
                  </a:moveTo>
                  <a:cubicBezTo>
                    <a:pt x="116" y="3"/>
                    <a:pt x="103" y="12"/>
                    <a:pt x="94" y="26"/>
                  </a:cubicBezTo>
                  <a:cubicBezTo>
                    <a:pt x="84" y="40"/>
                    <a:pt x="83" y="58"/>
                    <a:pt x="83" y="81"/>
                  </a:cubicBezTo>
                  <a:cubicBezTo>
                    <a:pt x="83" y="124"/>
                    <a:pt x="83" y="124"/>
                    <a:pt x="83" y="124"/>
                  </a:cubicBezTo>
                  <a:cubicBezTo>
                    <a:pt x="141" y="124"/>
                    <a:pt x="141" y="124"/>
                    <a:pt x="141" y="124"/>
                  </a:cubicBezTo>
                  <a:cubicBezTo>
                    <a:pt x="141" y="66"/>
                    <a:pt x="141" y="66"/>
                    <a:pt x="141" y="66"/>
                  </a:cubicBezTo>
                  <a:cubicBezTo>
                    <a:pt x="111" y="66"/>
                    <a:pt x="111" y="66"/>
                    <a:pt x="111" y="66"/>
                  </a:cubicBezTo>
                  <a:cubicBezTo>
                    <a:pt x="111" y="58"/>
                    <a:pt x="111" y="45"/>
                    <a:pt x="119" y="36"/>
                  </a:cubicBezTo>
                  <a:cubicBezTo>
                    <a:pt x="126" y="28"/>
                    <a:pt x="134" y="22"/>
                    <a:pt x="141" y="20"/>
                  </a:cubicBezTo>
                  <a:cubicBezTo>
                    <a:pt x="125" y="0"/>
                    <a:pt x="125" y="0"/>
                    <a:pt x="125" y="0"/>
                  </a:cubicBezTo>
                </a:path>
              </a:pathLst>
            </a:cu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txBody>
            <a:bodyPr/>
            <a:lstStyle/>
            <a:p>
              <a:pPr>
                <a:defRPr/>
              </a:pPr>
              <a:endParaRPr lang="ko-KR" altLang="en-US" sz="120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1F497D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</a:endParaRPr>
            </a:p>
          </p:txBody>
        </p:sp>
        <p:sp>
          <p:nvSpPr>
            <p:cNvPr id="277" name="TextBox 276">
              <a:extLst>
                <a:ext uri="{FF2B5EF4-FFF2-40B4-BE49-F238E27FC236}">
                  <a16:creationId xmlns:a16="http://schemas.microsoft.com/office/drawing/2014/main" id="{9AC352E4-1D82-4E5A-8879-E98968244EC1}"/>
                </a:ext>
              </a:extLst>
            </p:cNvPr>
            <p:cNvSpPr txBox="1"/>
            <p:nvPr/>
          </p:nvSpPr>
          <p:spPr>
            <a:xfrm>
              <a:off x="1427745" y="3470651"/>
              <a:ext cx="4098879" cy="17389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>
              <a:defPPr>
                <a:defRPr lang="en-US"/>
              </a:defPPr>
              <a:lvl2pPr marL="0" lvl="1" algn="ctr" defTabSz="914400" fontAlgn="ctr">
                <a:lnSpc>
                  <a:spcPct val="110000"/>
                </a:lnSpc>
                <a:spcAft>
                  <a:spcPts val="300"/>
                </a:spcAft>
                <a:defRPr sz="800" spc="30">
                  <a:latin typeface="KoPubWorld돋움체 Light" panose="00000300000000000000" pitchFamily="2" charset="-127"/>
                  <a:ea typeface="KoPubWorld돋움체 Light" panose="00000300000000000000" pitchFamily="2" charset="-127"/>
                  <a:cs typeface="KoPubWorld돋움체 Light" panose="00000300000000000000" pitchFamily="2" charset="-127"/>
                </a:defRPr>
              </a:lvl2pPr>
            </a:lstStyle>
            <a:p>
              <a:pPr lvl="1" defTabSz="457200" fontAlgn="base">
                <a:spcBef>
                  <a:spcPct val="0"/>
                </a:spcBef>
                <a:spcAft>
                  <a:spcPts val="600"/>
                </a:spcAft>
                <a:defRPr/>
              </a:pPr>
              <a:r>
                <a:rPr kumimoji="1" lang="ko-KR" altLang="en-US" sz="110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2">
                      <a:lumMod val="75000"/>
                    </a:schemeClr>
                  </a:solidFill>
                  <a:latin typeface="+mn-ea"/>
                  <a:ea typeface="+mn-ea"/>
                  <a:cs typeface="Pretendard ExtraLight" panose="02000303000000020004" pitchFamily="50" charset="-127"/>
                  <a:sym typeface="Monotype Sorts"/>
                </a:rPr>
                <a:t>운영관리 효율화 제고</a:t>
              </a:r>
              <a:r>
                <a:rPr kumimoji="1" lang="en-US" altLang="ko-KR" sz="110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2">
                      <a:lumMod val="75000"/>
                    </a:schemeClr>
                  </a:solidFill>
                  <a:latin typeface="+mn-ea"/>
                  <a:ea typeface="+mn-ea"/>
                  <a:cs typeface="Pretendard ExtraLight" panose="02000303000000020004" pitchFamily="50" charset="-127"/>
                  <a:sym typeface="Monotype Sorts"/>
                </a:rPr>
                <a:t>,</a:t>
              </a:r>
              <a:r>
                <a:rPr kumimoji="1" lang="ko-KR" altLang="en-US" sz="110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2">
                      <a:lumMod val="75000"/>
                    </a:schemeClr>
                  </a:solidFill>
                  <a:latin typeface="+mn-ea"/>
                  <a:ea typeface="+mn-ea"/>
                  <a:cs typeface="Pretendard ExtraLight" panose="02000303000000020004" pitchFamily="50" charset="-127"/>
                  <a:sym typeface="Monotype Sorts"/>
                </a:rPr>
                <a:t>고효율의 품질 서비스를 만족하는 </a:t>
              </a:r>
              <a:r>
                <a:rPr kumimoji="1" lang="ko-KR" altLang="en-US" sz="1100" spc="-50" dirty="0" err="1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2">
                      <a:lumMod val="75000"/>
                    </a:schemeClr>
                  </a:solidFill>
                  <a:latin typeface="+mn-ea"/>
                  <a:ea typeface="+mn-ea"/>
                  <a:cs typeface="Pretendard ExtraLight" panose="02000303000000020004" pitchFamily="50" charset="-127"/>
                  <a:sym typeface="Monotype Sorts"/>
                </a:rPr>
                <a:t>테일러링</a:t>
              </a:r>
              <a:r>
                <a:rPr kumimoji="1" lang="ko-KR" altLang="en-US" sz="110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2">
                      <a:lumMod val="75000"/>
                    </a:schemeClr>
                  </a:solidFill>
                  <a:latin typeface="+mn-ea"/>
                  <a:ea typeface="+mn-ea"/>
                  <a:cs typeface="Pretendard ExtraLight" panose="02000303000000020004" pitchFamily="50" charset="-127"/>
                  <a:sym typeface="Monotype Sorts"/>
                </a:rPr>
                <a:t> 적용 기준 준수</a:t>
              </a:r>
              <a:endParaRPr kumimoji="1" lang="en-US" altLang="ko-KR" sz="11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2">
                    <a:lumMod val="75000"/>
                  </a:schemeClr>
                </a:solidFill>
                <a:latin typeface="+mn-ea"/>
                <a:ea typeface="+mn-ea"/>
                <a:cs typeface="Pretendard ExtraLight" panose="02000303000000020004" pitchFamily="50" charset="-127"/>
                <a:sym typeface="Monotype Sorts"/>
              </a:endParaRPr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77840198-8FFC-43BF-87C7-47D259AAFDA3}"/>
              </a:ext>
            </a:extLst>
          </p:cNvPr>
          <p:cNvGrpSpPr/>
          <p:nvPr/>
        </p:nvGrpSpPr>
        <p:grpSpPr>
          <a:xfrm>
            <a:off x="432969" y="3908884"/>
            <a:ext cx="6010844" cy="4608512"/>
            <a:chOff x="432969" y="3800872"/>
            <a:chExt cx="6010844" cy="4608512"/>
          </a:xfrm>
        </p:grpSpPr>
        <p:sp>
          <p:nvSpPr>
            <p:cNvPr id="349" name="직사각형 348"/>
            <p:cNvSpPr/>
            <p:nvPr/>
          </p:nvSpPr>
          <p:spPr>
            <a:xfrm>
              <a:off x="4896291" y="4554051"/>
              <a:ext cx="1533691" cy="830997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square" lIns="0" tIns="0" rIns="0" bIns="0">
              <a:spAutoFit/>
            </a:bodyPr>
            <a:lstStyle/>
            <a:p>
              <a:pPr marL="108000" lvl="1" indent="-108000" algn="r" defTabSz="903091" fontAlgn="ctr">
                <a:lnSpc>
                  <a:spcPct val="110000"/>
                </a:lnSpc>
                <a:spcBef>
                  <a:spcPct val="0"/>
                </a:spcBef>
                <a:spcAft>
                  <a:spcPts val="400"/>
                </a:spcAft>
                <a:buClr>
                  <a:prstClr val="black">
                    <a:lumMod val="75000"/>
                    <a:lumOff val="25000"/>
                  </a:prstClr>
                </a:buClr>
                <a:buSzPct val="80000"/>
                <a:buBlip>
                  <a:blip r:embed="rId3"/>
                </a:buBlip>
                <a:tabLst>
                  <a:tab pos="4518513" algn="l"/>
                </a:tabLst>
              </a:pPr>
              <a:r>
                <a:rPr lang="ko-KR" altLang="en-US" sz="1000" dirty="0"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사용자 요구사항 파악</a:t>
              </a:r>
              <a:r>
                <a:rPr lang="en-US" altLang="ko-KR" sz="1000" dirty="0"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/</a:t>
              </a:r>
              <a:r>
                <a:rPr lang="ko-KR" altLang="en-US" sz="1000" dirty="0"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분석</a:t>
              </a:r>
            </a:p>
            <a:p>
              <a:pPr marL="108000" lvl="1" indent="-108000" algn="r" defTabSz="903091" fontAlgn="ctr">
                <a:lnSpc>
                  <a:spcPct val="110000"/>
                </a:lnSpc>
                <a:spcBef>
                  <a:spcPct val="0"/>
                </a:spcBef>
                <a:spcAft>
                  <a:spcPts val="400"/>
                </a:spcAft>
                <a:buClr>
                  <a:prstClr val="black">
                    <a:lumMod val="75000"/>
                    <a:lumOff val="25000"/>
                  </a:prstClr>
                </a:buClr>
                <a:buSzPct val="80000"/>
                <a:buBlip>
                  <a:blip r:embed="rId3"/>
                </a:buBlip>
                <a:tabLst>
                  <a:tab pos="4518513" algn="l"/>
                </a:tabLst>
              </a:pPr>
              <a:r>
                <a:rPr lang="ko-KR" altLang="en-US" sz="1000" dirty="0"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분석</a:t>
              </a:r>
              <a:r>
                <a:rPr lang="en-US" altLang="ko-KR" sz="1000" dirty="0"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/</a:t>
              </a:r>
              <a:r>
                <a:rPr lang="ko-KR" altLang="en-US" sz="1000" dirty="0"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설계 표준 모델링</a:t>
              </a:r>
            </a:p>
            <a:p>
              <a:pPr marL="108000" lvl="1" indent="-108000" algn="r" defTabSz="903091" fontAlgn="ctr">
                <a:lnSpc>
                  <a:spcPct val="110000"/>
                </a:lnSpc>
                <a:spcBef>
                  <a:spcPct val="0"/>
                </a:spcBef>
                <a:spcAft>
                  <a:spcPts val="400"/>
                </a:spcAft>
                <a:buClr>
                  <a:prstClr val="black">
                    <a:lumMod val="75000"/>
                    <a:lumOff val="25000"/>
                  </a:prstClr>
                </a:buClr>
                <a:buSzPct val="80000"/>
                <a:buBlip>
                  <a:blip r:embed="rId3"/>
                </a:buBlip>
                <a:tabLst>
                  <a:tab pos="4518513" algn="l"/>
                </a:tabLst>
              </a:pPr>
              <a:r>
                <a:rPr lang="ko-KR" altLang="en-US" sz="1000" dirty="0"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테스트 계획서</a:t>
              </a:r>
            </a:p>
            <a:p>
              <a:pPr marL="108000" lvl="1" indent="-108000" algn="r" defTabSz="903091" fontAlgn="ctr">
                <a:lnSpc>
                  <a:spcPct val="110000"/>
                </a:lnSpc>
                <a:spcBef>
                  <a:spcPct val="0"/>
                </a:spcBef>
                <a:spcAft>
                  <a:spcPts val="400"/>
                </a:spcAft>
                <a:buClr>
                  <a:prstClr val="black">
                    <a:lumMod val="75000"/>
                    <a:lumOff val="25000"/>
                  </a:prstClr>
                </a:buClr>
                <a:buSzPct val="80000"/>
                <a:buBlip>
                  <a:blip r:embed="rId3"/>
                </a:buBlip>
                <a:tabLst>
                  <a:tab pos="4518513" algn="l"/>
                </a:tabLst>
              </a:pPr>
              <a:r>
                <a:rPr lang="ko-KR" altLang="en-US" sz="1000" dirty="0"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사용자 지침서</a:t>
              </a:r>
            </a:p>
          </p:txBody>
        </p:sp>
        <p:sp>
          <p:nvSpPr>
            <p:cNvPr id="358" name="AutoShape 41"/>
            <p:cNvSpPr>
              <a:spLocks noChangeArrowheads="1"/>
            </p:cNvSpPr>
            <p:nvPr/>
          </p:nvSpPr>
          <p:spPr bwMode="auto">
            <a:xfrm>
              <a:off x="3573016" y="4196944"/>
              <a:ext cx="2844000" cy="252000"/>
            </a:xfrm>
            <a:prstGeom prst="roundRect">
              <a:avLst>
                <a:gd name="adj" fmla="val 50000"/>
              </a:avLst>
            </a:prstGeom>
            <a:solidFill>
              <a:srgbClr val="BDD7EE"/>
            </a:solidFill>
            <a:ln w="6350" algn="ctr">
              <a:noFill/>
              <a:round/>
              <a:headEnd/>
              <a:tailEnd/>
            </a:ln>
          </p:spPr>
          <p:txBody>
            <a:bodyPr wrap="square" lIns="72000" tIns="36000" rIns="72000" bIns="36000" anchor="ctr">
              <a:noAutofit/>
            </a:bodyPr>
            <a:lstStyle/>
            <a:p>
              <a:pPr algn="ctr" defTabSz="914400" fontAlgn="base">
                <a:lnSpc>
                  <a:spcPct val="120000"/>
                </a:lnSpc>
                <a:spcAft>
                  <a:spcPct val="0"/>
                </a:spcAft>
              </a:pPr>
              <a:r>
                <a:rPr kumimoji="1" lang="ko-KR" altLang="en-US" sz="1000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요구사항에 부합된 아키텍처 설계 및 지침</a:t>
              </a:r>
            </a:p>
          </p:txBody>
        </p:sp>
        <p:sp>
          <p:nvSpPr>
            <p:cNvPr id="348" name="직사각형 347"/>
            <p:cNvSpPr/>
            <p:nvPr/>
          </p:nvSpPr>
          <p:spPr>
            <a:xfrm>
              <a:off x="440667" y="4554051"/>
              <a:ext cx="1977171" cy="779701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square" lIns="0" tIns="0" rIns="0" bIns="0">
              <a:spAutoFit/>
            </a:bodyPr>
            <a:lstStyle/>
            <a:p>
              <a:pPr marL="108000" lvl="1" indent="-108000" defTabSz="903091" fontAlgn="ctr">
                <a:lnSpc>
                  <a:spcPct val="110000"/>
                </a:lnSpc>
                <a:spcBef>
                  <a:spcPct val="0"/>
                </a:spcBef>
                <a:spcAft>
                  <a:spcPts val="400"/>
                </a:spcAft>
                <a:buClr>
                  <a:prstClr val="black">
                    <a:lumMod val="75000"/>
                    <a:lumOff val="25000"/>
                  </a:prstClr>
                </a:buClr>
                <a:buSzPct val="80000"/>
                <a:buBlip>
                  <a:blip r:embed="rId3"/>
                </a:buBlip>
                <a:tabLst>
                  <a:tab pos="4518513" algn="l"/>
                </a:tabLst>
              </a:pPr>
              <a:r>
                <a:rPr lang="ko-KR" altLang="en-US" sz="1000" dirty="0"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사용자 요구사항에 대한 유연한 적용</a:t>
              </a:r>
            </a:p>
            <a:p>
              <a:pPr marL="108000" lvl="1" indent="-108000" defTabSz="903091" fontAlgn="ctr">
                <a:lnSpc>
                  <a:spcPct val="110000"/>
                </a:lnSpc>
                <a:spcBef>
                  <a:spcPct val="0"/>
                </a:spcBef>
                <a:spcAft>
                  <a:spcPts val="400"/>
                </a:spcAft>
                <a:buClr>
                  <a:prstClr val="black">
                    <a:lumMod val="75000"/>
                    <a:lumOff val="25000"/>
                  </a:prstClr>
                </a:buClr>
                <a:buSzPct val="80000"/>
                <a:buBlip>
                  <a:blip r:embed="rId3"/>
                </a:buBlip>
                <a:tabLst>
                  <a:tab pos="4518513" algn="l"/>
                </a:tabLst>
              </a:pPr>
              <a:r>
                <a:rPr lang="ko-KR" altLang="en-US" sz="1000" dirty="0"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표준 프레임워크 구현에 따른 유지관리 편의성</a:t>
              </a:r>
            </a:p>
            <a:p>
              <a:pPr marL="108000" lvl="1" indent="-108000" defTabSz="903091" fontAlgn="ctr">
                <a:lnSpc>
                  <a:spcPct val="110000"/>
                </a:lnSpc>
                <a:spcBef>
                  <a:spcPct val="0"/>
                </a:spcBef>
                <a:spcAft>
                  <a:spcPts val="400"/>
                </a:spcAft>
                <a:buClr>
                  <a:prstClr val="black">
                    <a:lumMod val="75000"/>
                    <a:lumOff val="25000"/>
                  </a:prstClr>
                </a:buClr>
                <a:buSzPct val="80000"/>
                <a:buBlip>
                  <a:blip r:embed="rId3"/>
                </a:buBlip>
                <a:tabLst>
                  <a:tab pos="4518513" algn="l"/>
                </a:tabLst>
              </a:pPr>
              <a:r>
                <a:rPr lang="ko-KR" altLang="en-US" sz="1000" dirty="0"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모델링 지침 및 기법 제공 </a:t>
              </a:r>
            </a:p>
          </p:txBody>
        </p:sp>
        <p:sp>
          <p:nvSpPr>
            <p:cNvPr id="359" name="AutoShape 43"/>
            <p:cNvSpPr>
              <a:spLocks noChangeArrowheads="1"/>
            </p:cNvSpPr>
            <p:nvPr/>
          </p:nvSpPr>
          <p:spPr bwMode="auto">
            <a:xfrm>
              <a:off x="440984" y="4191064"/>
              <a:ext cx="2844000" cy="252000"/>
            </a:xfrm>
            <a:prstGeom prst="roundRect">
              <a:avLst>
                <a:gd name="adj" fmla="val 50000"/>
              </a:avLst>
            </a:prstGeom>
            <a:solidFill>
              <a:srgbClr val="BDD7EE"/>
            </a:solidFill>
            <a:ln w="6350" algn="ctr">
              <a:noFill/>
              <a:round/>
              <a:headEnd/>
              <a:tailEnd/>
            </a:ln>
          </p:spPr>
          <p:txBody>
            <a:bodyPr wrap="square" lIns="72000" tIns="36000" rIns="72000" bIns="36000" anchor="ctr">
              <a:noAutofit/>
            </a:bodyPr>
            <a:lstStyle/>
            <a:p>
              <a:pPr algn="ctr" defTabSz="914400" fontAlgn="base">
                <a:lnSpc>
                  <a:spcPct val="120000"/>
                </a:lnSpc>
                <a:spcAft>
                  <a:spcPct val="0"/>
                </a:spcAft>
              </a:pPr>
              <a:r>
                <a:rPr kumimoji="1" lang="ko-KR" altLang="en-US" sz="1000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요구사항에 부합된 프로세스 설계 및 구현</a:t>
              </a:r>
            </a:p>
          </p:txBody>
        </p:sp>
        <p:sp>
          <p:nvSpPr>
            <p:cNvPr id="351" name="직사각형 350"/>
            <p:cNvSpPr/>
            <p:nvPr/>
          </p:nvSpPr>
          <p:spPr>
            <a:xfrm>
              <a:off x="4630481" y="6704322"/>
              <a:ext cx="1813332" cy="948978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square" lIns="0" tIns="0" rIns="0" bIns="0">
              <a:spAutoFit/>
            </a:bodyPr>
            <a:lstStyle/>
            <a:p>
              <a:pPr marL="108000" lvl="1" indent="-108000" algn="r" defTabSz="903091" fontAlgn="ctr">
                <a:lnSpc>
                  <a:spcPct val="110000"/>
                </a:lnSpc>
                <a:spcBef>
                  <a:spcPct val="0"/>
                </a:spcBef>
                <a:spcAft>
                  <a:spcPts val="400"/>
                </a:spcAft>
                <a:buClr>
                  <a:prstClr val="black">
                    <a:lumMod val="75000"/>
                    <a:lumOff val="25000"/>
                  </a:prstClr>
                </a:buClr>
                <a:buSzPct val="80000"/>
                <a:buBlip>
                  <a:blip r:embed="rId3"/>
                </a:buBlip>
                <a:tabLst>
                  <a:tab pos="4518513" algn="l"/>
                </a:tabLst>
              </a:pPr>
              <a:r>
                <a:rPr lang="ko-KR" altLang="en-US" sz="1000" dirty="0"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유지관리의 용이성</a:t>
              </a:r>
              <a:endParaRPr lang="en-US" altLang="ko-KR" sz="1000" dirty="0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endParaRPr>
            </a:p>
            <a:p>
              <a:pPr marL="108000" lvl="1" indent="-108000" algn="r" defTabSz="903091" fontAlgn="ctr">
                <a:lnSpc>
                  <a:spcPct val="110000"/>
                </a:lnSpc>
                <a:spcBef>
                  <a:spcPct val="0"/>
                </a:spcBef>
                <a:spcAft>
                  <a:spcPts val="400"/>
                </a:spcAft>
                <a:buClr>
                  <a:prstClr val="black">
                    <a:lumMod val="75000"/>
                    <a:lumOff val="25000"/>
                  </a:prstClr>
                </a:buClr>
                <a:buSzPct val="80000"/>
                <a:buBlip>
                  <a:blip r:embed="rId3"/>
                </a:buBlip>
                <a:tabLst>
                  <a:tab pos="4518513" algn="l"/>
                </a:tabLst>
              </a:pPr>
              <a:r>
                <a:rPr lang="ko-KR" altLang="en-US" sz="1000" dirty="0"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아키텍처 개발에 대한</a:t>
              </a:r>
              <a:br>
                <a:rPr lang="en-US" altLang="ko-KR" sz="1000" dirty="0"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</a:br>
              <a:r>
                <a:rPr lang="ko-KR" altLang="en-US" sz="1000" dirty="0"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절차의 일관성 및 추적성</a:t>
              </a:r>
            </a:p>
            <a:p>
              <a:pPr marL="108000" lvl="1" indent="-108000" algn="r" defTabSz="903091" fontAlgn="ctr">
                <a:lnSpc>
                  <a:spcPct val="110000"/>
                </a:lnSpc>
                <a:spcBef>
                  <a:spcPct val="0"/>
                </a:spcBef>
                <a:spcAft>
                  <a:spcPts val="400"/>
                </a:spcAft>
                <a:buClr>
                  <a:prstClr val="black">
                    <a:lumMod val="75000"/>
                    <a:lumOff val="25000"/>
                  </a:prstClr>
                </a:buClr>
                <a:buSzPct val="80000"/>
                <a:buBlip>
                  <a:blip r:embed="rId3"/>
                </a:buBlip>
                <a:tabLst>
                  <a:tab pos="4518513" algn="l"/>
                </a:tabLst>
              </a:pPr>
              <a:r>
                <a:rPr lang="ko-KR" altLang="en-US" sz="1000" dirty="0"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개방형 시스템 환경에서</a:t>
              </a:r>
              <a:br>
                <a:rPr lang="en-US" altLang="ko-KR" sz="1000" dirty="0"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</a:br>
              <a:r>
                <a:rPr lang="ko-KR" altLang="en-US" sz="1000" dirty="0" err="1"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이식성</a:t>
              </a:r>
              <a:r>
                <a:rPr lang="ko-KR" altLang="en-US" sz="1000" dirty="0"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 및 확장성 보장</a:t>
              </a:r>
            </a:p>
          </p:txBody>
        </p:sp>
        <p:sp>
          <p:nvSpPr>
            <p:cNvPr id="360" name="AutoShape 44"/>
            <p:cNvSpPr>
              <a:spLocks noChangeArrowheads="1"/>
            </p:cNvSpPr>
            <p:nvPr/>
          </p:nvSpPr>
          <p:spPr bwMode="auto">
            <a:xfrm>
              <a:off x="3573016" y="7761340"/>
              <a:ext cx="2844000" cy="252000"/>
            </a:xfrm>
            <a:prstGeom prst="roundRect">
              <a:avLst>
                <a:gd name="adj" fmla="val 50000"/>
              </a:avLst>
            </a:prstGeom>
            <a:solidFill>
              <a:srgbClr val="BDD7EE"/>
            </a:solidFill>
            <a:ln w="6350" algn="ctr">
              <a:noFill/>
              <a:round/>
              <a:headEnd/>
              <a:tailEnd/>
            </a:ln>
          </p:spPr>
          <p:txBody>
            <a:bodyPr wrap="square" lIns="72000" tIns="36000" rIns="72000" bIns="36000" anchor="ctr">
              <a:noAutofit/>
            </a:bodyPr>
            <a:lstStyle/>
            <a:p>
              <a:pPr algn="ctr" defTabSz="914400" fontAlgn="base">
                <a:lnSpc>
                  <a:spcPct val="120000"/>
                </a:lnSpc>
                <a:spcAft>
                  <a:spcPct val="0"/>
                </a:spcAft>
              </a:pPr>
              <a:r>
                <a:rPr kumimoji="1" lang="ko-KR" altLang="en-US" sz="1000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다양한 개발경로와 프로파일의 확장</a:t>
              </a:r>
            </a:p>
          </p:txBody>
        </p:sp>
        <p:sp>
          <p:nvSpPr>
            <p:cNvPr id="350" name="직사각형 349"/>
            <p:cNvSpPr/>
            <p:nvPr/>
          </p:nvSpPr>
          <p:spPr>
            <a:xfrm>
              <a:off x="440492" y="6483749"/>
              <a:ext cx="1813332" cy="1169551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square" lIns="0" tIns="0" rIns="0" bIns="0">
              <a:spAutoFit/>
            </a:bodyPr>
            <a:lstStyle/>
            <a:p>
              <a:pPr marL="108000" lvl="1" indent="-108000" defTabSz="903091" fontAlgn="ctr">
                <a:lnSpc>
                  <a:spcPct val="110000"/>
                </a:lnSpc>
                <a:spcBef>
                  <a:spcPct val="0"/>
                </a:spcBef>
                <a:spcAft>
                  <a:spcPts val="400"/>
                </a:spcAft>
                <a:buClr>
                  <a:prstClr val="black">
                    <a:lumMod val="75000"/>
                    <a:lumOff val="25000"/>
                  </a:prstClr>
                </a:buClr>
                <a:buSzPct val="80000"/>
                <a:buBlip>
                  <a:blip r:embed="rId3"/>
                </a:buBlip>
                <a:tabLst>
                  <a:tab pos="4518513" algn="l"/>
                </a:tabLst>
              </a:pPr>
              <a:r>
                <a:rPr lang="ko-KR" altLang="en-US" sz="1000" dirty="0"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목표 품질수준 달성</a:t>
              </a:r>
              <a:endParaRPr lang="en-US" altLang="ko-KR" sz="1000" dirty="0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endParaRPr>
            </a:p>
            <a:p>
              <a:pPr marL="108000" lvl="1" indent="-108000" defTabSz="903091" fontAlgn="ctr">
                <a:lnSpc>
                  <a:spcPct val="110000"/>
                </a:lnSpc>
                <a:spcBef>
                  <a:spcPct val="0"/>
                </a:spcBef>
                <a:spcAft>
                  <a:spcPts val="400"/>
                </a:spcAft>
                <a:buClr>
                  <a:prstClr val="black">
                    <a:lumMod val="75000"/>
                    <a:lumOff val="25000"/>
                  </a:prstClr>
                </a:buClr>
                <a:buSzPct val="80000"/>
                <a:buBlip>
                  <a:blip r:embed="rId3"/>
                </a:buBlip>
                <a:tabLst>
                  <a:tab pos="4518513" algn="l"/>
                </a:tabLst>
              </a:pPr>
              <a:r>
                <a:rPr lang="ko-KR" altLang="en-US" sz="1000" dirty="0"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프로젝트 표준화 및 합리화</a:t>
              </a:r>
            </a:p>
            <a:p>
              <a:pPr marL="108000" lvl="1" indent="-108000" defTabSz="903091" fontAlgn="ctr">
                <a:lnSpc>
                  <a:spcPct val="110000"/>
                </a:lnSpc>
                <a:spcBef>
                  <a:spcPct val="0"/>
                </a:spcBef>
                <a:spcAft>
                  <a:spcPts val="400"/>
                </a:spcAft>
                <a:buClr>
                  <a:prstClr val="black">
                    <a:lumMod val="75000"/>
                    <a:lumOff val="25000"/>
                  </a:prstClr>
                </a:buClr>
                <a:buSzPct val="80000"/>
                <a:buBlip>
                  <a:blip r:embed="rId3"/>
                </a:buBlip>
                <a:tabLst>
                  <a:tab pos="4518513" algn="l"/>
                </a:tabLst>
              </a:pPr>
              <a:r>
                <a:rPr lang="ko-KR" altLang="en-US" sz="1000" dirty="0"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사용자와 개발팀 간 원활한 의사소통</a:t>
              </a:r>
            </a:p>
            <a:p>
              <a:pPr marL="108000" lvl="1" indent="-108000" defTabSz="903091" fontAlgn="ctr">
                <a:lnSpc>
                  <a:spcPct val="110000"/>
                </a:lnSpc>
                <a:spcBef>
                  <a:spcPct val="0"/>
                </a:spcBef>
                <a:spcAft>
                  <a:spcPts val="400"/>
                </a:spcAft>
                <a:buClr>
                  <a:prstClr val="black">
                    <a:lumMod val="75000"/>
                    <a:lumOff val="25000"/>
                  </a:prstClr>
                </a:buClr>
                <a:buSzPct val="80000"/>
                <a:buBlip>
                  <a:blip r:embed="rId3"/>
                </a:buBlip>
                <a:tabLst>
                  <a:tab pos="4518513" algn="l"/>
                </a:tabLst>
              </a:pPr>
              <a:r>
                <a:rPr lang="ko-KR" altLang="en-US" sz="1000" dirty="0"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제한된 기간과 비용의 범위 내에서 목표시스템 달성</a:t>
              </a:r>
            </a:p>
          </p:txBody>
        </p:sp>
        <p:sp>
          <p:nvSpPr>
            <p:cNvPr id="361" name="AutoShape 45"/>
            <p:cNvSpPr>
              <a:spLocks noChangeArrowheads="1"/>
            </p:cNvSpPr>
            <p:nvPr/>
          </p:nvSpPr>
          <p:spPr bwMode="auto">
            <a:xfrm>
              <a:off x="440668" y="7761340"/>
              <a:ext cx="2844000" cy="252000"/>
            </a:xfrm>
            <a:prstGeom prst="roundRect">
              <a:avLst>
                <a:gd name="adj" fmla="val 50000"/>
              </a:avLst>
            </a:prstGeom>
            <a:solidFill>
              <a:srgbClr val="BDD7EE"/>
            </a:solidFill>
            <a:ln w="6350" algn="ctr">
              <a:noFill/>
              <a:round/>
              <a:headEnd/>
              <a:tailEnd/>
            </a:ln>
          </p:spPr>
          <p:txBody>
            <a:bodyPr wrap="square" lIns="72000" tIns="36000" rIns="72000" bIns="36000" anchor="ctr">
              <a:noAutofit/>
            </a:bodyPr>
            <a:lstStyle/>
            <a:p>
              <a:pPr algn="ctr" defTabSz="914400" fontAlgn="base">
                <a:lnSpc>
                  <a:spcPct val="120000"/>
                </a:lnSpc>
                <a:spcAft>
                  <a:spcPct val="0"/>
                </a:spcAft>
              </a:pPr>
              <a:r>
                <a:rPr kumimoji="1" lang="ko-KR" altLang="en-US" sz="1000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절차의 일관성 및 추적성 유지</a:t>
              </a:r>
            </a:p>
          </p:txBody>
        </p:sp>
        <p:grpSp>
          <p:nvGrpSpPr>
            <p:cNvPr id="177" name="그룹 176">
              <a:extLst>
                <a:ext uri="{FF2B5EF4-FFF2-40B4-BE49-F238E27FC236}">
                  <a16:creationId xmlns:a16="http://schemas.microsoft.com/office/drawing/2014/main" id="{C6BF95BA-3F2B-4B52-A3FB-BB210C0D3202}"/>
                </a:ext>
              </a:extLst>
            </p:cNvPr>
            <p:cNvGrpSpPr/>
            <p:nvPr/>
          </p:nvGrpSpPr>
          <p:grpSpPr>
            <a:xfrm>
              <a:off x="432969" y="3800872"/>
              <a:ext cx="2844000" cy="324000"/>
              <a:chOff x="7381759" y="2883947"/>
              <a:chExt cx="2852015" cy="324000"/>
            </a:xfrm>
          </p:grpSpPr>
          <p:sp>
            <p:nvSpPr>
              <p:cNvPr id="178" name="사각형: 둥근 모서리 301">
                <a:extLst>
                  <a:ext uri="{FF2B5EF4-FFF2-40B4-BE49-F238E27FC236}">
                    <a16:creationId xmlns:a16="http://schemas.microsoft.com/office/drawing/2014/main" id="{F40E4E05-A2BE-4FE8-96C2-D21750B4BB25}"/>
                  </a:ext>
                </a:extLst>
              </p:cNvPr>
              <p:cNvSpPr/>
              <p:nvPr/>
            </p:nvSpPr>
            <p:spPr>
              <a:xfrm>
                <a:off x="7381759" y="2883947"/>
                <a:ext cx="360000" cy="324000"/>
              </a:xfrm>
              <a:prstGeom prst="rect">
                <a:avLst/>
              </a:prstGeom>
              <a:solidFill>
                <a:srgbClr val="5A9BD5"/>
              </a:solidFill>
              <a:ln w="12700" algn="ctr">
                <a:noFill/>
                <a:miter lim="800000"/>
                <a:headEnd/>
                <a:tailEnd/>
              </a:ln>
              <a:effectLst/>
            </p:spPr>
            <p:txBody>
              <a:bodyPr wrap="square" lIns="54000" rIns="54000" anchor="ctr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000" dirty="0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79" name="사각형: 둥근 모서리 301">
                <a:extLst>
                  <a:ext uri="{FF2B5EF4-FFF2-40B4-BE49-F238E27FC236}">
                    <a16:creationId xmlns:a16="http://schemas.microsoft.com/office/drawing/2014/main" id="{D52FEB99-A65E-4936-A4E8-601917402E2C}"/>
                  </a:ext>
                </a:extLst>
              </p:cNvPr>
              <p:cNvSpPr/>
              <p:nvPr/>
            </p:nvSpPr>
            <p:spPr>
              <a:xfrm>
                <a:off x="7389303" y="2883947"/>
                <a:ext cx="2844471" cy="324000"/>
              </a:xfrm>
              <a:prstGeom prst="roundRect">
                <a:avLst>
                  <a:gd name="adj" fmla="val 50000"/>
                </a:avLst>
              </a:prstGeom>
              <a:solidFill>
                <a:srgbClr val="5A9BD5"/>
              </a:solidFill>
              <a:ln w="12700" algn="ctr">
                <a:noFill/>
                <a:miter lim="800000"/>
                <a:headEnd/>
                <a:tailEnd/>
              </a:ln>
              <a:effectLst/>
            </p:spPr>
            <p:txBody>
              <a:bodyPr wrap="square" lIns="54000" rIns="54000" anchor="ctr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ko-KR" altLang="en-US" sz="1200" dirty="0">
                    <a:solidFill>
                      <a:schemeClr val="bg1"/>
                    </a:solidFill>
                    <a:latin typeface="+mj-ea"/>
                    <a:ea typeface="+mj-ea"/>
                  </a:rPr>
                  <a:t>용이한 </a:t>
                </a:r>
                <a:r>
                  <a:rPr kumimoji="1" lang="en-US" altLang="ko-KR" sz="1200" dirty="0">
                    <a:solidFill>
                      <a:schemeClr val="bg1"/>
                    </a:solidFill>
                    <a:latin typeface="+mj-ea"/>
                    <a:ea typeface="+mj-ea"/>
                  </a:rPr>
                  <a:t>Customizing</a:t>
                </a:r>
              </a:p>
            </p:txBody>
          </p:sp>
          <p:cxnSp>
            <p:nvCxnSpPr>
              <p:cNvPr id="180" name="직선 연결선 179">
                <a:extLst>
                  <a:ext uri="{FF2B5EF4-FFF2-40B4-BE49-F238E27FC236}">
                    <a16:creationId xmlns:a16="http://schemas.microsoft.com/office/drawing/2014/main" id="{080E4824-779B-4731-B58A-45C0AA10FF7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067342" y="3045947"/>
                <a:ext cx="159255" cy="0"/>
              </a:xfrm>
              <a:prstGeom prst="line">
                <a:avLst/>
              </a:prstGeom>
              <a:ln w="9525">
                <a:solidFill>
                  <a:schemeClr val="bg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1" name="그룹 180">
              <a:extLst>
                <a:ext uri="{FF2B5EF4-FFF2-40B4-BE49-F238E27FC236}">
                  <a16:creationId xmlns:a16="http://schemas.microsoft.com/office/drawing/2014/main" id="{FC56383E-BEC5-444E-A08B-A2926CF411F7}"/>
                </a:ext>
              </a:extLst>
            </p:cNvPr>
            <p:cNvGrpSpPr/>
            <p:nvPr/>
          </p:nvGrpSpPr>
          <p:grpSpPr>
            <a:xfrm>
              <a:off x="3573331" y="3800872"/>
              <a:ext cx="2844001" cy="324000"/>
              <a:chOff x="7381758" y="4075244"/>
              <a:chExt cx="2851524" cy="324000"/>
            </a:xfrm>
          </p:grpSpPr>
          <p:sp>
            <p:nvSpPr>
              <p:cNvPr id="182" name="사각형: 둥근 모서리 301">
                <a:extLst>
                  <a:ext uri="{FF2B5EF4-FFF2-40B4-BE49-F238E27FC236}">
                    <a16:creationId xmlns:a16="http://schemas.microsoft.com/office/drawing/2014/main" id="{C43DDCFB-CD53-4DD8-A5B9-0AEB6CD149C2}"/>
                  </a:ext>
                </a:extLst>
              </p:cNvPr>
              <p:cNvSpPr/>
              <p:nvPr/>
            </p:nvSpPr>
            <p:spPr>
              <a:xfrm flipH="1">
                <a:off x="9873282" y="4075244"/>
                <a:ext cx="360000" cy="324000"/>
              </a:xfrm>
              <a:prstGeom prst="rect">
                <a:avLst/>
              </a:prstGeom>
              <a:solidFill>
                <a:srgbClr val="2D7CBD"/>
              </a:solidFill>
              <a:ln w="12700" algn="ctr">
                <a:noFill/>
                <a:miter lim="800000"/>
                <a:headEnd/>
                <a:tailEnd/>
              </a:ln>
              <a:effectLst/>
            </p:spPr>
            <p:txBody>
              <a:bodyPr wrap="square" lIns="54000" rIns="54000" anchor="ctr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100" dirty="0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83" name="사각형: 둥근 모서리 301">
                <a:extLst>
                  <a:ext uri="{FF2B5EF4-FFF2-40B4-BE49-F238E27FC236}">
                    <a16:creationId xmlns:a16="http://schemas.microsoft.com/office/drawing/2014/main" id="{1429A31C-6029-4E4B-9EF4-63A2C2F7EF51}"/>
                  </a:ext>
                </a:extLst>
              </p:cNvPr>
              <p:cNvSpPr/>
              <p:nvPr/>
            </p:nvSpPr>
            <p:spPr>
              <a:xfrm flipH="1">
                <a:off x="7381758" y="4075244"/>
                <a:ext cx="2849919" cy="324000"/>
              </a:xfrm>
              <a:prstGeom prst="roundRect">
                <a:avLst>
                  <a:gd name="adj" fmla="val 50000"/>
                </a:avLst>
              </a:prstGeom>
              <a:solidFill>
                <a:srgbClr val="2D7CBD"/>
              </a:solidFill>
              <a:ln w="12700" algn="ctr">
                <a:noFill/>
                <a:miter lim="800000"/>
                <a:headEnd/>
                <a:tailEnd/>
              </a:ln>
              <a:effectLst/>
            </p:spPr>
            <p:txBody>
              <a:bodyPr wrap="square" lIns="54000" rIns="54000" anchor="ctr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ko-KR" altLang="en-US" sz="1200" dirty="0">
                    <a:solidFill>
                      <a:schemeClr val="bg1"/>
                    </a:solidFill>
                    <a:latin typeface="+mj-ea"/>
                    <a:ea typeface="+mj-ea"/>
                  </a:rPr>
                  <a:t>명확한 아키텍처 설계</a:t>
                </a:r>
                <a:r>
                  <a:rPr kumimoji="1" lang="en-US" altLang="ko-KR" sz="1200" dirty="0">
                    <a:solidFill>
                      <a:schemeClr val="bg1"/>
                    </a:solidFill>
                    <a:latin typeface="+mj-ea"/>
                    <a:ea typeface="+mj-ea"/>
                  </a:rPr>
                  <a:t>/</a:t>
                </a:r>
                <a:r>
                  <a:rPr kumimoji="1" lang="ko-KR" altLang="en-US" sz="1200" dirty="0">
                    <a:solidFill>
                      <a:schemeClr val="bg1"/>
                    </a:solidFill>
                    <a:latin typeface="+mj-ea"/>
                    <a:ea typeface="+mj-ea"/>
                  </a:rPr>
                  <a:t>지침</a:t>
                </a:r>
              </a:p>
            </p:txBody>
          </p:sp>
          <p:cxnSp>
            <p:nvCxnSpPr>
              <p:cNvPr id="184" name="직선 연결선 183">
                <a:extLst>
                  <a:ext uri="{FF2B5EF4-FFF2-40B4-BE49-F238E27FC236}">
                    <a16:creationId xmlns:a16="http://schemas.microsoft.com/office/drawing/2014/main" id="{E2615B4C-6CDD-441D-8C16-D532312F3D2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381759" y="4237244"/>
                <a:ext cx="132537" cy="0"/>
              </a:xfrm>
              <a:prstGeom prst="line">
                <a:avLst/>
              </a:prstGeom>
              <a:ln w="9525">
                <a:solidFill>
                  <a:schemeClr val="bg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5" name="그룹 184">
              <a:extLst>
                <a:ext uri="{FF2B5EF4-FFF2-40B4-BE49-F238E27FC236}">
                  <a16:creationId xmlns:a16="http://schemas.microsoft.com/office/drawing/2014/main" id="{9F592DB2-37F7-4A07-98E4-45235C2A7CDA}"/>
                </a:ext>
              </a:extLst>
            </p:cNvPr>
            <p:cNvGrpSpPr/>
            <p:nvPr/>
          </p:nvGrpSpPr>
          <p:grpSpPr>
            <a:xfrm>
              <a:off x="439382" y="8085384"/>
              <a:ext cx="2845600" cy="324000"/>
              <a:chOff x="7380154" y="2883947"/>
              <a:chExt cx="2853620" cy="324000"/>
            </a:xfrm>
          </p:grpSpPr>
          <p:sp>
            <p:nvSpPr>
              <p:cNvPr id="186" name="사각형: 둥근 모서리 301">
                <a:extLst>
                  <a:ext uri="{FF2B5EF4-FFF2-40B4-BE49-F238E27FC236}">
                    <a16:creationId xmlns:a16="http://schemas.microsoft.com/office/drawing/2014/main" id="{B60FCA32-D3CF-4EEB-BA5B-55E78147BF73}"/>
                  </a:ext>
                </a:extLst>
              </p:cNvPr>
              <p:cNvSpPr/>
              <p:nvPr/>
            </p:nvSpPr>
            <p:spPr>
              <a:xfrm>
                <a:off x="7381759" y="2883947"/>
                <a:ext cx="360000" cy="324000"/>
              </a:xfrm>
              <a:prstGeom prst="rect">
                <a:avLst/>
              </a:prstGeom>
              <a:solidFill>
                <a:srgbClr val="0B57A2"/>
              </a:solidFill>
              <a:ln w="12700" algn="ctr">
                <a:noFill/>
                <a:miter lim="800000"/>
                <a:headEnd/>
                <a:tailEnd/>
              </a:ln>
              <a:effectLst/>
            </p:spPr>
            <p:txBody>
              <a:bodyPr wrap="square" lIns="54000" rIns="54000" anchor="ctr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000" dirty="0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87" name="사각형: 둥근 모서리 301">
                <a:extLst>
                  <a:ext uri="{FF2B5EF4-FFF2-40B4-BE49-F238E27FC236}">
                    <a16:creationId xmlns:a16="http://schemas.microsoft.com/office/drawing/2014/main" id="{95407D29-3AA7-400A-AE5B-E9BCF45BE334}"/>
                  </a:ext>
                </a:extLst>
              </p:cNvPr>
              <p:cNvSpPr/>
              <p:nvPr/>
            </p:nvSpPr>
            <p:spPr>
              <a:xfrm>
                <a:off x="7380154" y="2883947"/>
                <a:ext cx="2853620" cy="324000"/>
              </a:xfrm>
              <a:prstGeom prst="roundRect">
                <a:avLst>
                  <a:gd name="adj" fmla="val 50000"/>
                </a:avLst>
              </a:prstGeom>
              <a:solidFill>
                <a:srgbClr val="0B57A2"/>
              </a:solidFill>
              <a:ln w="12700" algn="ctr">
                <a:noFill/>
                <a:miter lim="800000"/>
                <a:headEnd/>
                <a:tailEnd/>
              </a:ln>
              <a:effectLst/>
            </p:spPr>
            <p:txBody>
              <a:bodyPr wrap="square" lIns="54000" rIns="54000" anchor="ctr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ko-KR" altLang="en-US" sz="1200" dirty="0">
                    <a:solidFill>
                      <a:schemeClr val="bg1"/>
                    </a:solidFill>
                    <a:latin typeface="+mj-ea"/>
                    <a:ea typeface="+mj-ea"/>
                  </a:rPr>
                  <a:t>체계적인 사업 관리</a:t>
                </a:r>
              </a:p>
            </p:txBody>
          </p:sp>
          <p:cxnSp>
            <p:nvCxnSpPr>
              <p:cNvPr id="188" name="직선 연결선 187">
                <a:extLst>
                  <a:ext uri="{FF2B5EF4-FFF2-40B4-BE49-F238E27FC236}">
                    <a16:creationId xmlns:a16="http://schemas.microsoft.com/office/drawing/2014/main" id="{3DB35FF7-CEA0-4E15-A324-217E921E3C8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067342" y="3045947"/>
                <a:ext cx="159255" cy="0"/>
              </a:xfrm>
              <a:prstGeom prst="line">
                <a:avLst/>
              </a:prstGeom>
              <a:ln w="9525">
                <a:solidFill>
                  <a:schemeClr val="bg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9" name="그룹 188">
              <a:extLst>
                <a:ext uri="{FF2B5EF4-FFF2-40B4-BE49-F238E27FC236}">
                  <a16:creationId xmlns:a16="http://schemas.microsoft.com/office/drawing/2014/main" id="{1A3DB1E6-7548-43FA-86DF-3E37665412E8}"/>
                </a:ext>
              </a:extLst>
            </p:cNvPr>
            <p:cNvGrpSpPr/>
            <p:nvPr/>
          </p:nvGrpSpPr>
          <p:grpSpPr>
            <a:xfrm>
              <a:off x="3573331" y="8085384"/>
              <a:ext cx="2844001" cy="324000"/>
              <a:chOff x="7381758" y="4075244"/>
              <a:chExt cx="2851524" cy="324000"/>
            </a:xfrm>
          </p:grpSpPr>
          <p:sp>
            <p:nvSpPr>
              <p:cNvPr id="190" name="사각형: 둥근 모서리 301">
                <a:extLst>
                  <a:ext uri="{FF2B5EF4-FFF2-40B4-BE49-F238E27FC236}">
                    <a16:creationId xmlns:a16="http://schemas.microsoft.com/office/drawing/2014/main" id="{BBC29F10-7B7B-45EA-8D26-056472872753}"/>
                  </a:ext>
                </a:extLst>
              </p:cNvPr>
              <p:cNvSpPr/>
              <p:nvPr/>
            </p:nvSpPr>
            <p:spPr>
              <a:xfrm flipH="1">
                <a:off x="9873282" y="4075244"/>
                <a:ext cx="360000" cy="324000"/>
              </a:xfrm>
              <a:prstGeom prst="rect">
                <a:avLst/>
              </a:prstGeom>
              <a:solidFill>
                <a:srgbClr val="2F5597"/>
              </a:solidFill>
              <a:ln w="12700" algn="ctr">
                <a:noFill/>
                <a:miter lim="800000"/>
                <a:headEnd/>
                <a:tailEnd/>
              </a:ln>
              <a:effectLst/>
            </p:spPr>
            <p:txBody>
              <a:bodyPr wrap="square" lIns="54000" rIns="54000" anchor="ctr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100" dirty="0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91" name="사각형: 둥근 모서리 301">
                <a:extLst>
                  <a:ext uri="{FF2B5EF4-FFF2-40B4-BE49-F238E27FC236}">
                    <a16:creationId xmlns:a16="http://schemas.microsoft.com/office/drawing/2014/main" id="{29AF9DB6-67F9-45E7-92EA-4583195399AA}"/>
                  </a:ext>
                </a:extLst>
              </p:cNvPr>
              <p:cNvSpPr/>
              <p:nvPr/>
            </p:nvSpPr>
            <p:spPr>
              <a:xfrm flipH="1">
                <a:off x="7381758" y="4075244"/>
                <a:ext cx="2849918" cy="324000"/>
              </a:xfrm>
              <a:prstGeom prst="roundRect">
                <a:avLst>
                  <a:gd name="adj" fmla="val 50000"/>
                </a:avLst>
              </a:prstGeom>
              <a:solidFill>
                <a:srgbClr val="2F5597"/>
              </a:solidFill>
              <a:ln w="12700" algn="ctr">
                <a:noFill/>
                <a:miter lim="800000"/>
                <a:headEnd/>
                <a:tailEnd/>
              </a:ln>
              <a:effectLst/>
            </p:spPr>
            <p:txBody>
              <a:bodyPr wrap="square" lIns="54000" rIns="54000" anchor="ctr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ko-KR" altLang="en-US" sz="1200" dirty="0">
                    <a:solidFill>
                      <a:schemeClr val="bg1"/>
                    </a:solidFill>
                    <a:latin typeface="+mj-ea"/>
                    <a:ea typeface="+mj-ea"/>
                  </a:rPr>
                  <a:t>시스템 확장성 확보</a:t>
                </a:r>
              </a:p>
            </p:txBody>
          </p:sp>
          <p:cxnSp>
            <p:nvCxnSpPr>
              <p:cNvPr id="192" name="직선 연결선 191">
                <a:extLst>
                  <a:ext uri="{FF2B5EF4-FFF2-40B4-BE49-F238E27FC236}">
                    <a16:creationId xmlns:a16="http://schemas.microsoft.com/office/drawing/2014/main" id="{DCD98487-0995-4D8C-A09E-F5AC6A32182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381759" y="4237244"/>
                <a:ext cx="132537" cy="0"/>
              </a:xfrm>
              <a:prstGeom prst="line">
                <a:avLst/>
              </a:prstGeom>
              <a:ln w="9525">
                <a:solidFill>
                  <a:schemeClr val="bg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5" name="그룹 24">
              <a:extLst>
                <a:ext uri="{FF2B5EF4-FFF2-40B4-BE49-F238E27FC236}">
                  <a16:creationId xmlns:a16="http://schemas.microsoft.com/office/drawing/2014/main" id="{1FC9E41D-6637-4DDF-9461-48B257CCF233}"/>
                </a:ext>
              </a:extLst>
            </p:cNvPr>
            <p:cNvGrpSpPr/>
            <p:nvPr/>
          </p:nvGrpSpPr>
          <p:grpSpPr>
            <a:xfrm>
              <a:off x="1790818" y="4532111"/>
              <a:ext cx="3240360" cy="3157193"/>
              <a:chOff x="1790818" y="4532111"/>
              <a:chExt cx="3240360" cy="3157193"/>
            </a:xfrm>
          </p:grpSpPr>
          <p:grpSp>
            <p:nvGrpSpPr>
              <p:cNvPr id="23" name="그룹 22">
                <a:extLst>
                  <a:ext uri="{FF2B5EF4-FFF2-40B4-BE49-F238E27FC236}">
                    <a16:creationId xmlns:a16="http://schemas.microsoft.com/office/drawing/2014/main" id="{884EA5CA-0E62-4F3B-8F29-283018B7DF51}"/>
                  </a:ext>
                </a:extLst>
              </p:cNvPr>
              <p:cNvGrpSpPr/>
              <p:nvPr/>
            </p:nvGrpSpPr>
            <p:grpSpPr>
              <a:xfrm>
                <a:off x="1790818" y="4532111"/>
                <a:ext cx="3240360" cy="3157193"/>
                <a:chOff x="1628800" y="4383428"/>
                <a:chExt cx="3564396" cy="3472912"/>
              </a:xfrm>
            </p:grpSpPr>
            <p:grpSp>
              <p:nvGrpSpPr>
                <p:cNvPr id="14" name="그룹 13">
                  <a:extLst>
                    <a:ext uri="{FF2B5EF4-FFF2-40B4-BE49-F238E27FC236}">
                      <a16:creationId xmlns:a16="http://schemas.microsoft.com/office/drawing/2014/main" id="{B19C3882-DC7A-4943-96DD-26C29D1C12D2}"/>
                    </a:ext>
                  </a:extLst>
                </p:cNvPr>
                <p:cNvGrpSpPr/>
                <p:nvPr/>
              </p:nvGrpSpPr>
              <p:grpSpPr>
                <a:xfrm>
                  <a:off x="1809000" y="4448944"/>
                  <a:ext cx="3240000" cy="3240000"/>
                  <a:chOff x="1880828" y="2793120"/>
                  <a:chExt cx="3240000" cy="3240000"/>
                </a:xfrm>
              </p:grpSpPr>
              <p:graphicFrame>
                <p:nvGraphicFramePr>
                  <p:cNvPr id="125" name="차트 124">
                    <a:extLst>
                      <a:ext uri="{FF2B5EF4-FFF2-40B4-BE49-F238E27FC236}">
                        <a16:creationId xmlns:a16="http://schemas.microsoft.com/office/drawing/2014/main" id="{EED50CB0-264A-4F61-BF62-63E93E13D484}"/>
                      </a:ext>
                    </a:extLst>
                  </p:cNvPr>
                  <p:cNvGraphicFramePr/>
                  <p:nvPr>
                    <p:extLst>
                      <p:ext uri="{D42A27DB-BD31-4B8C-83A1-F6EECF244321}">
                        <p14:modId xmlns:p14="http://schemas.microsoft.com/office/powerpoint/2010/main" val="1038706271"/>
                      </p:ext>
                    </p:extLst>
                  </p:nvPr>
                </p:nvGraphicFramePr>
                <p:xfrm>
                  <a:off x="1880828" y="2793120"/>
                  <a:ext cx="3240000" cy="3240000"/>
                </p:xfrm>
                <a:graphic>
                  <a:graphicData uri="http://schemas.openxmlformats.org/drawingml/2006/chart">
                    <c:chart xmlns:c="http://schemas.openxmlformats.org/drawingml/2006/chart" xmlns:r="http://schemas.openxmlformats.org/officeDocument/2006/relationships" r:id="rId4"/>
                  </a:graphicData>
                </a:graphic>
              </p:graphicFrame>
              <p:sp>
                <p:nvSpPr>
                  <p:cNvPr id="128" name="Rectangle 515">
                    <a:extLst>
                      <a:ext uri="{FF2B5EF4-FFF2-40B4-BE49-F238E27FC236}">
                        <a16:creationId xmlns:a16="http://schemas.microsoft.com/office/drawing/2014/main" id="{92BC9801-424E-4D32-9ABF-2B4A3CCCEE3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rot="19922422">
                    <a:off x="2731881" y="3363297"/>
                    <a:ext cx="613036" cy="216502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none" lIns="0" tIns="0" rIns="0" bIns="0" anchor="ctr">
                    <a:prstTxWarp prst="textArchUp">
                      <a:avLst>
                        <a:gd name="adj" fmla="val 9448676"/>
                      </a:avLst>
                    </a:prstTxWarp>
                    <a:spAutoFit/>
                  </a:bodyPr>
                  <a:lstStyle/>
                  <a:p>
                    <a:pPr lvl="0" algn="ctr" defTabSz="914400" fontAlgn="base">
                      <a:lnSpc>
                        <a:spcPct val="120000"/>
                      </a:lnSpc>
                      <a:spcBef>
                        <a:spcPct val="40000"/>
                      </a:spcBef>
                      <a:spcAft>
                        <a:spcPct val="0"/>
                      </a:spcAft>
                      <a:defRPr/>
                    </a:pPr>
                    <a:r>
                      <a:rPr kumimoji="1" lang="ko-KR" altLang="en-US" sz="1400" kern="0" dirty="0">
                        <a:solidFill>
                          <a:prstClr val="white"/>
                        </a:solidFill>
                        <a:latin typeface="+mj-ea"/>
                        <a:ea typeface="+mj-ea"/>
                      </a:rPr>
                      <a:t>확장성</a:t>
                    </a:r>
                  </a:p>
                </p:txBody>
              </p:sp>
              <p:sp>
                <p:nvSpPr>
                  <p:cNvPr id="130" name="Rectangle 515">
                    <a:extLst>
                      <a:ext uri="{FF2B5EF4-FFF2-40B4-BE49-F238E27FC236}">
                        <a16:creationId xmlns:a16="http://schemas.microsoft.com/office/drawing/2014/main" id="{E4F669DD-4EAF-4DFE-B2E5-665653D7F06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rot="17030993">
                    <a:off x="2157255" y="4059733"/>
                    <a:ext cx="667530" cy="219116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none" lIns="0" tIns="0" rIns="0" bIns="0" anchor="ctr">
                    <a:prstTxWarp prst="textArchUp">
                      <a:avLst>
                        <a:gd name="adj" fmla="val 9448676"/>
                      </a:avLst>
                    </a:prstTxWarp>
                    <a:spAutoFit/>
                  </a:bodyPr>
                  <a:lstStyle/>
                  <a:p>
                    <a:pPr lvl="0" algn="ctr" defTabSz="914400" fontAlgn="base">
                      <a:lnSpc>
                        <a:spcPct val="120000"/>
                      </a:lnSpc>
                      <a:spcBef>
                        <a:spcPct val="40000"/>
                      </a:spcBef>
                      <a:spcAft>
                        <a:spcPct val="0"/>
                      </a:spcAft>
                      <a:defRPr/>
                    </a:pPr>
                    <a:r>
                      <a:rPr kumimoji="1" lang="ko-KR" altLang="en-US" sz="1400" kern="0" dirty="0">
                        <a:solidFill>
                          <a:prstClr val="white"/>
                        </a:solidFill>
                        <a:latin typeface="+mj-ea"/>
                        <a:ea typeface="+mj-ea"/>
                      </a:rPr>
                      <a:t>균형성</a:t>
                    </a:r>
                  </a:p>
                </p:txBody>
              </p:sp>
              <p:sp>
                <p:nvSpPr>
                  <p:cNvPr id="131" name="Rectangle 515">
                    <a:extLst>
                      <a:ext uri="{FF2B5EF4-FFF2-40B4-BE49-F238E27FC236}">
                        <a16:creationId xmlns:a16="http://schemas.microsoft.com/office/drawing/2014/main" id="{772E808E-801E-44C1-B776-1DC4BDDE7B0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rot="2851845">
                    <a:off x="2381504" y="4953271"/>
                    <a:ext cx="613036" cy="216501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none" lIns="0" tIns="0" rIns="0" bIns="0" anchor="ctr">
                    <a:prstTxWarp prst="textArchDown">
                      <a:avLst/>
                    </a:prstTxWarp>
                    <a:spAutoFit/>
                  </a:bodyPr>
                  <a:lstStyle/>
                  <a:p>
                    <a:pPr lvl="0" algn="ctr" defTabSz="914400" fontAlgn="base">
                      <a:lnSpc>
                        <a:spcPct val="120000"/>
                      </a:lnSpc>
                      <a:spcBef>
                        <a:spcPct val="40000"/>
                      </a:spcBef>
                      <a:spcAft>
                        <a:spcPct val="0"/>
                      </a:spcAft>
                      <a:defRPr/>
                    </a:pPr>
                    <a:r>
                      <a:rPr kumimoji="1" lang="ko-KR" altLang="en-US" sz="1400" kern="0" dirty="0">
                        <a:solidFill>
                          <a:prstClr val="white"/>
                        </a:solidFill>
                        <a:latin typeface="+mj-ea"/>
                        <a:ea typeface="+mj-ea"/>
                      </a:rPr>
                      <a:t>납기준수</a:t>
                    </a:r>
                  </a:p>
                </p:txBody>
              </p:sp>
              <p:sp>
                <p:nvSpPr>
                  <p:cNvPr id="132" name="Rectangle 515">
                    <a:extLst>
                      <a:ext uri="{FF2B5EF4-FFF2-40B4-BE49-F238E27FC236}">
                        <a16:creationId xmlns:a16="http://schemas.microsoft.com/office/drawing/2014/main" id="{FA062530-7A7E-4662-B618-5AD93DFA7EE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193300" y="5321204"/>
                    <a:ext cx="613036" cy="216502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none" lIns="0" tIns="0" rIns="0" bIns="0" anchor="ctr">
                    <a:prstTxWarp prst="textArchDown">
                      <a:avLst/>
                    </a:prstTxWarp>
                    <a:spAutoFit/>
                  </a:bodyPr>
                  <a:lstStyle/>
                  <a:p>
                    <a:pPr lvl="0" algn="ctr" defTabSz="914400" fontAlgn="base">
                      <a:lnSpc>
                        <a:spcPct val="120000"/>
                      </a:lnSpc>
                      <a:spcBef>
                        <a:spcPct val="40000"/>
                      </a:spcBef>
                      <a:spcAft>
                        <a:spcPct val="0"/>
                      </a:spcAft>
                      <a:defRPr/>
                    </a:pPr>
                    <a:r>
                      <a:rPr kumimoji="1" lang="ko-KR" altLang="en-US" sz="1400" kern="0" dirty="0">
                        <a:solidFill>
                          <a:prstClr val="white"/>
                        </a:solidFill>
                        <a:latin typeface="+mj-ea"/>
                        <a:ea typeface="+mj-ea"/>
                      </a:rPr>
                      <a:t>품질보증</a:t>
                    </a:r>
                  </a:p>
                </p:txBody>
              </p:sp>
              <p:sp>
                <p:nvSpPr>
                  <p:cNvPr id="133" name="Rectangle 515">
                    <a:extLst>
                      <a:ext uri="{FF2B5EF4-FFF2-40B4-BE49-F238E27FC236}">
                        <a16:creationId xmlns:a16="http://schemas.microsoft.com/office/drawing/2014/main" id="{2DD035C1-C8E0-48AB-8A84-EBFEB21D99C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rot="18751502">
                    <a:off x="4004822" y="4953270"/>
                    <a:ext cx="613036" cy="216502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none" lIns="0" tIns="0" rIns="0" bIns="0" anchor="ctr">
                    <a:prstTxWarp prst="textArchDown">
                      <a:avLst/>
                    </a:prstTxWarp>
                    <a:spAutoFit/>
                  </a:bodyPr>
                  <a:lstStyle/>
                  <a:p>
                    <a:pPr lvl="0" algn="ctr" defTabSz="914400" fontAlgn="base">
                      <a:lnSpc>
                        <a:spcPct val="120000"/>
                      </a:lnSpc>
                      <a:spcBef>
                        <a:spcPct val="40000"/>
                      </a:spcBef>
                      <a:spcAft>
                        <a:spcPct val="0"/>
                      </a:spcAft>
                      <a:defRPr/>
                    </a:pPr>
                    <a:r>
                      <a:rPr kumimoji="1" lang="ko-KR" altLang="en-US" sz="1400" kern="0" dirty="0">
                        <a:solidFill>
                          <a:prstClr val="white"/>
                        </a:solidFill>
                        <a:latin typeface="+mj-ea"/>
                        <a:ea typeface="+mj-ea"/>
                      </a:rPr>
                      <a:t>생산성</a:t>
                    </a:r>
                  </a:p>
                </p:txBody>
              </p:sp>
              <p:sp>
                <p:nvSpPr>
                  <p:cNvPr id="136" name="Rectangle 515">
                    <a:extLst>
                      <a:ext uri="{FF2B5EF4-FFF2-40B4-BE49-F238E27FC236}">
                        <a16:creationId xmlns:a16="http://schemas.microsoft.com/office/drawing/2014/main" id="{3D1E592C-EA1A-4298-897E-6FC79485C25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rot="1676133">
                    <a:off x="3642688" y="3363297"/>
                    <a:ext cx="613036" cy="216502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none" lIns="0" tIns="0" rIns="0" bIns="0" anchor="ctr">
                    <a:prstTxWarp prst="textArchUp">
                      <a:avLst>
                        <a:gd name="adj" fmla="val 9448676"/>
                      </a:avLst>
                    </a:prstTxWarp>
                    <a:spAutoFit/>
                  </a:bodyPr>
                  <a:lstStyle/>
                  <a:p>
                    <a:pPr lvl="0" algn="ctr" defTabSz="914400" fontAlgn="base">
                      <a:lnSpc>
                        <a:spcPct val="120000"/>
                      </a:lnSpc>
                      <a:spcBef>
                        <a:spcPct val="40000"/>
                      </a:spcBef>
                      <a:spcAft>
                        <a:spcPct val="0"/>
                      </a:spcAft>
                      <a:defRPr/>
                    </a:pPr>
                    <a:r>
                      <a:rPr kumimoji="1" lang="ko-KR" altLang="en-US" sz="1400" kern="0" dirty="0">
                        <a:solidFill>
                          <a:prstClr val="white"/>
                        </a:solidFill>
                        <a:latin typeface="+mj-ea"/>
                        <a:ea typeface="+mj-ea"/>
                      </a:rPr>
                      <a:t>일관성</a:t>
                    </a:r>
                  </a:p>
                </p:txBody>
              </p:sp>
              <p:grpSp>
                <p:nvGrpSpPr>
                  <p:cNvPr id="9" name="그룹 8">
                    <a:extLst>
                      <a:ext uri="{FF2B5EF4-FFF2-40B4-BE49-F238E27FC236}">
                        <a16:creationId xmlns:a16="http://schemas.microsoft.com/office/drawing/2014/main" id="{38EA3389-FCF2-4CA9-96DC-2BCEBCC16A8E}"/>
                      </a:ext>
                    </a:extLst>
                  </p:cNvPr>
                  <p:cNvGrpSpPr/>
                  <p:nvPr/>
                </p:nvGrpSpPr>
                <p:grpSpPr>
                  <a:xfrm>
                    <a:off x="2671891" y="3567140"/>
                    <a:ext cx="1634347" cy="1614845"/>
                    <a:chOff x="2671891" y="3567140"/>
                    <a:chExt cx="1634347" cy="1614845"/>
                  </a:xfrm>
                </p:grpSpPr>
                <p:sp>
                  <p:nvSpPr>
                    <p:cNvPr id="127" name="타원 126">
                      <a:extLst>
                        <a:ext uri="{FF2B5EF4-FFF2-40B4-BE49-F238E27FC236}">
                          <a16:creationId xmlns:a16="http://schemas.microsoft.com/office/drawing/2014/main" id="{5CB43A54-6D04-45A8-904D-34DB3971D7E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671891" y="3567140"/>
                      <a:ext cx="1634347" cy="1614845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 latinLnBrk="0"/>
                      <a:endParaRPr lang="ko-KR" altLang="en-US" sz="1600" dirty="0">
                        <a:solidFill>
                          <a:prstClr val="white"/>
                        </a:solidFill>
                        <a:latin typeface="G마켓 산스 Bold" panose="02000000000000000000" pitchFamily="50" charset="-127"/>
                        <a:ea typeface="G마켓 산스 Bold" panose="02000000000000000000" pitchFamily="50" charset="-127"/>
                      </a:endParaRPr>
                    </a:p>
                  </p:txBody>
                </p:sp>
                <p:sp>
                  <p:nvSpPr>
                    <p:cNvPr id="137" name="타원 136">
                      <a:extLst>
                        <a:ext uri="{FF2B5EF4-FFF2-40B4-BE49-F238E27FC236}">
                          <a16:creationId xmlns:a16="http://schemas.microsoft.com/office/drawing/2014/main" id="{AC258ECE-94A3-4DEC-93E9-36FDAC75DFB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709968" y="3602935"/>
                      <a:ext cx="1558192" cy="1539600"/>
                    </a:xfrm>
                    <a:prstGeom prst="ellipse">
                      <a:avLst/>
                    </a:prstGeom>
                    <a:solidFill>
                      <a:srgbClr val="0B57A2"/>
                    </a:solidFill>
                    <a:ln w="6350">
                      <a:noFill/>
                    </a:ln>
                  </p:spPr>
                  <p:txBody>
                    <a:bodyPr vert="horz" wrap="square" lIns="93286" tIns="46643" rIns="93286" bIns="46643" numCol="1" anchor="ctr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algn="ctr" fontAlgn="base" latinLnBrk="0">
                        <a:spcBef>
                          <a:spcPct val="0"/>
                        </a:spcBef>
                        <a:spcAft>
                          <a:spcPts val="306"/>
                        </a:spcAft>
                      </a:pPr>
                      <a:endParaRPr kumimoji="1" lang="ko-KR" altLang="en-US" sz="1050" kern="0" dirty="0">
                        <a:ln>
                          <a:solidFill>
                            <a:srgbClr val="4D90CD">
                              <a:alpha val="0"/>
                            </a:srgbClr>
                          </a:solidFill>
                        </a:ln>
                        <a:solidFill>
                          <a:prstClr val="white"/>
                        </a:solidFill>
                        <a:latin typeface="G마켓 산스 Bold" panose="02000000000000000000" pitchFamily="50" charset="-127"/>
                        <a:ea typeface="G마켓 산스 Bold" panose="02000000000000000000" pitchFamily="50" charset="-127"/>
                      </a:endParaRPr>
                    </a:p>
                  </p:txBody>
                </p:sp>
                <p:sp>
                  <p:nvSpPr>
                    <p:cNvPr id="138" name="부분 원형 8">
                      <a:extLst>
                        <a:ext uri="{FF2B5EF4-FFF2-40B4-BE49-F238E27FC236}">
                          <a16:creationId xmlns:a16="http://schemas.microsoft.com/office/drawing/2014/main" id="{A7580001-9E3D-49C1-88E9-6DF6340333A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679297" y="3622666"/>
                      <a:ext cx="1622206" cy="1544033"/>
                    </a:xfrm>
                    <a:prstGeom prst="pie">
                      <a:avLst>
                        <a:gd name="adj1" fmla="val 0"/>
                        <a:gd name="adj2" fmla="val 10800000"/>
                      </a:avLst>
                    </a:prstGeom>
                    <a:solidFill>
                      <a:schemeClr val="bg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 latinLnBrk="0"/>
                      <a:endParaRPr lang="ko-KR" altLang="en-US" sz="1600" dirty="0">
                        <a:solidFill>
                          <a:prstClr val="white"/>
                        </a:solidFill>
                        <a:latin typeface="G마켓 산스 Bold" panose="02000000000000000000" pitchFamily="50" charset="-127"/>
                        <a:ea typeface="G마켓 산스 Bold" panose="02000000000000000000" pitchFamily="50" charset="-127"/>
                      </a:endParaRPr>
                    </a:p>
                  </p:txBody>
                </p:sp>
                <p:sp>
                  <p:nvSpPr>
                    <p:cNvPr id="139" name="TextBox 138">
                      <a:extLst>
                        <a:ext uri="{FF2B5EF4-FFF2-40B4-BE49-F238E27FC236}">
                          <a16:creationId xmlns:a16="http://schemas.microsoft.com/office/drawing/2014/main" id="{F9CB621F-F26F-4CA7-8140-47AB32CCF7F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877021" y="3824252"/>
                      <a:ext cx="1224086" cy="567079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 algn="ctr" defTabSz="957263" fontAlgn="base">
                        <a:spcBef>
                          <a:spcPct val="0"/>
                        </a:spcBef>
                        <a:spcAft>
                          <a:spcPts val="300"/>
                        </a:spcAft>
                        <a:buClr>
                          <a:srgbClr val="3271AA"/>
                        </a:buClr>
                        <a:buSzPct val="140000"/>
                        <a:tabLst>
                          <a:tab pos="5186363" algn="l"/>
                        </a:tabLst>
                        <a:defRPr/>
                      </a:pPr>
                      <a:r>
                        <a:rPr kumimoji="1" lang="ko-KR" altLang="en-US" sz="110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개발 방법론의</a:t>
                      </a:r>
                      <a:endParaRPr kumimoji="1" lang="en-US" altLang="ko-KR" sz="110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  <a:p>
                      <a:pPr algn="ctr" defTabSz="957263" fontAlgn="base">
                        <a:spcBef>
                          <a:spcPct val="0"/>
                        </a:spcBef>
                        <a:spcAft>
                          <a:spcPts val="300"/>
                        </a:spcAft>
                        <a:buClr>
                          <a:srgbClr val="3271AA"/>
                        </a:buClr>
                        <a:buSzPct val="140000"/>
                        <a:tabLst>
                          <a:tab pos="5186363" algn="l"/>
                        </a:tabLst>
                        <a:defRPr/>
                      </a:pPr>
                      <a:r>
                        <a:rPr kumimoji="1" lang="ko-KR" altLang="en-US" sz="140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FFFF00"/>
                          </a:solidFill>
                          <a:latin typeface="+mj-ea"/>
                          <a:ea typeface="+mj-ea"/>
                        </a:rPr>
                        <a:t>“</a:t>
                      </a:r>
                      <a:r>
                        <a:rPr kumimoji="1" lang="en-US" altLang="ko-KR" sz="140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FFFF00"/>
                          </a:solidFill>
                          <a:latin typeface="+mj-ea"/>
                          <a:ea typeface="+mj-ea"/>
                        </a:rPr>
                        <a:t>7</a:t>
                      </a:r>
                      <a:r>
                        <a:rPr kumimoji="1" lang="ko-KR" altLang="en-US" sz="140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FFFF00"/>
                          </a:solidFill>
                          <a:latin typeface="+mj-ea"/>
                          <a:ea typeface="+mj-ea"/>
                        </a:rPr>
                        <a:t>가지” 목표</a:t>
                      </a:r>
                    </a:p>
                  </p:txBody>
                </p:sp>
              </p:grpSp>
              <p:sp>
                <p:nvSpPr>
                  <p:cNvPr id="145" name="Rectangle 515">
                    <a:extLst>
                      <a:ext uri="{FF2B5EF4-FFF2-40B4-BE49-F238E27FC236}">
                        <a16:creationId xmlns:a16="http://schemas.microsoft.com/office/drawing/2014/main" id="{745E9EC4-8EB2-477B-8C33-7A31C09C591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rot="4508019">
                    <a:off x="4194467" y="4061040"/>
                    <a:ext cx="613036" cy="216502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none" lIns="0" tIns="0" rIns="0" bIns="0" anchor="ctr">
                    <a:prstTxWarp prst="textArchUp">
                      <a:avLst>
                        <a:gd name="adj" fmla="val 9448676"/>
                      </a:avLst>
                    </a:prstTxWarp>
                    <a:spAutoFit/>
                  </a:bodyPr>
                  <a:lstStyle/>
                  <a:p>
                    <a:pPr lvl="0" algn="ctr" defTabSz="914400" fontAlgn="base">
                      <a:lnSpc>
                        <a:spcPct val="120000"/>
                      </a:lnSpc>
                      <a:spcBef>
                        <a:spcPct val="40000"/>
                      </a:spcBef>
                      <a:spcAft>
                        <a:spcPct val="0"/>
                      </a:spcAft>
                      <a:defRPr/>
                    </a:pPr>
                    <a:r>
                      <a:rPr kumimoji="1" lang="ko-KR" altLang="en-US" sz="1400" kern="0" dirty="0">
                        <a:solidFill>
                          <a:prstClr val="white"/>
                        </a:solidFill>
                        <a:latin typeface="+mj-ea"/>
                        <a:ea typeface="+mj-ea"/>
                      </a:rPr>
                      <a:t>유연성</a:t>
                    </a:r>
                  </a:p>
                </p:txBody>
              </p:sp>
            </p:grpSp>
            <p:sp>
              <p:nvSpPr>
                <p:cNvPr id="16" name="타원 15">
                  <a:extLst>
                    <a:ext uri="{FF2B5EF4-FFF2-40B4-BE49-F238E27FC236}">
                      <a16:creationId xmlns:a16="http://schemas.microsoft.com/office/drawing/2014/main" id="{E6FDBF74-93CB-4B72-AEE5-3C89F9D11D6D}"/>
                    </a:ext>
                  </a:extLst>
                </p:cNvPr>
                <p:cNvSpPr/>
                <p:nvPr/>
              </p:nvSpPr>
              <p:spPr>
                <a:xfrm>
                  <a:off x="1809000" y="4448944"/>
                  <a:ext cx="3240000" cy="3240000"/>
                </a:xfrm>
                <a:prstGeom prst="ellipse">
                  <a:avLst/>
                </a:prstGeom>
                <a:noFill/>
                <a:ln w="25400">
                  <a:solidFill>
                    <a:schemeClr val="bg1">
                      <a:lumMod val="75000"/>
                    </a:schemeClr>
                  </a:solidFill>
                  <a:prstDash val="sysDot"/>
                </a:ln>
              </p:spPr>
              <p:txBody>
                <a:bodyPr wrap="none" rtlCol="0" anchor="ctr">
                  <a:spAutoFit/>
                </a:bodyPr>
                <a:lstStyle/>
                <a:p>
                  <a:pPr algn="ctr"/>
                  <a:endParaRPr lang="ko-KR" altLang="en-US" sz="1000">
                    <a:latin typeface="+mn-ea"/>
                  </a:endParaRPr>
                </a:p>
              </p:txBody>
            </p:sp>
            <p:grpSp>
              <p:nvGrpSpPr>
                <p:cNvPr id="17" name="그룹 16">
                  <a:extLst>
                    <a:ext uri="{FF2B5EF4-FFF2-40B4-BE49-F238E27FC236}">
                      <a16:creationId xmlns:a16="http://schemas.microsoft.com/office/drawing/2014/main" id="{48EA0C3A-77FB-41D1-9B9B-D016D3BDF658}"/>
                    </a:ext>
                  </a:extLst>
                </p:cNvPr>
                <p:cNvGrpSpPr/>
                <p:nvPr/>
              </p:nvGrpSpPr>
              <p:grpSpPr>
                <a:xfrm>
                  <a:off x="1628800" y="5403050"/>
                  <a:ext cx="527076" cy="527076"/>
                  <a:chOff x="1995409" y="5266530"/>
                  <a:chExt cx="527076" cy="527076"/>
                </a:xfrm>
              </p:grpSpPr>
              <p:sp>
                <p:nvSpPr>
                  <p:cNvPr id="228" name="타원 227">
                    <a:extLst>
                      <a:ext uri="{FF2B5EF4-FFF2-40B4-BE49-F238E27FC236}">
                        <a16:creationId xmlns:a16="http://schemas.microsoft.com/office/drawing/2014/main" id="{7A6CF151-FEAC-49C5-B7D6-F9B5AD139EDB}"/>
                      </a:ext>
                    </a:extLst>
                  </p:cNvPr>
                  <p:cNvSpPr/>
                  <p:nvPr/>
                </p:nvSpPr>
                <p:spPr>
                  <a:xfrm>
                    <a:off x="1995409" y="5266530"/>
                    <a:ext cx="527076" cy="527076"/>
                  </a:xfrm>
                  <a:prstGeom prst="ellipse">
                    <a:avLst/>
                  </a:prstGeom>
                  <a:solidFill>
                    <a:schemeClr val="bg1"/>
                  </a:solidFill>
                  <a:ln w="317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36000" rIns="0" bIns="0" rtlCol="0" anchor="ctr">
                    <a:scene3d>
                      <a:camera prst="orthographicFront"/>
                      <a:lightRig rig="threePt" dir="t"/>
                    </a:scene3d>
                    <a:sp3d/>
                  </a:bodyPr>
                  <a:lstStyle/>
                  <a:p>
                    <a:pPr algn="ctr" defTabSz="509457" latinLnBrk="0"/>
                    <a:endParaRPr lang="ko-KR" altLang="en-US" sz="1400" kern="0" dirty="0" err="1">
                      <a:ln>
                        <a:solidFill>
                          <a:srgbClr val="4F81BD">
                            <a:alpha val="0"/>
                          </a:srgbClr>
                        </a:solidFill>
                      </a:ln>
                      <a:solidFill>
                        <a:srgbClr val="2D7CBD"/>
                      </a:solidFill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199" name="타원 198">
                    <a:extLst>
                      <a:ext uri="{FF2B5EF4-FFF2-40B4-BE49-F238E27FC236}">
                        <a16:creationId xmlns:a16="http://schemas.microsoft.com/office/drawing/2014/main" id="{11A8247C-FEC8-4904-9AC3-A35C4562EB89}"/>
                      </a:ext>
                    </a:extLst>
                  </p:cNvPr>
                  <p:cNvSpPr/>
                  <p:nvPr/>
                </p:nvSpPr>
                <p:spPr>
                  <a:xfrm>
                    <a:off x="2057849" y="5334662"/>
                    <a:ext cx="396000" cy="396000"/>
                  </a:xfrm>
                  <a:prstGeom prst="ellipse">
                    <a:avLst/>
                  </a:prstGeom>
                  <a:solidFill>
                    <a:schemeClr val="bg1"/>
                  </a:solidFill>
                  <a:ln w="31750">
                    <a:solidFill>
                      <a:srgbClr val="AFBCC9"/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36000" rIns="0" bIns="0" rtlCol="0" anchor="ctr">
                    <a:scene3d>
                      <a:camera prst="orthographicFront"/>
                      <a:lightRig rig="threePt" dir="t"/>
                    </a:scene3d>
                    <a:sp3d/>
                  </a:bodyPr>
                  <a:lstStyle/>
                  <a:p>
                    <a:pPr algn="ctr" defTabSz="509457" latinLnBrk="0"/>
                    <a:r>
                      <a:rPr lang="en-US" altLang="ko-KR" sz="1400" kern="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2D7CBD"/>
                        </a:solidFill>
                        <a:latin typeface="+mj-ea"/>
                        <a:ea typeface="+mj-ea"/>
                      </a:rPr>
                      <a:t>01</a:t>
                    </a:r>
                    <a:endParaRPr lang="ko-KR" altLang="en-US" sz="1400" kern="0" dirty="0" err="1">
                      <a:ln>
                        <a:solidFill>
                          <a:srgbClr val="4F81BD">
                            <a:alpha val="0"/>
                          </a:srgbClr>
                        </a:solidFill>
                      </a:ln>
                      <a:solidFill>
                        <a:srgbClr val="2D7CBD"/>
                      </a:solidFill>
                      <a:latin typeface="+mj-ea"/>
                      <a:ea typeface="+mj-ea"/>
                    </a:endParaRPr>
                  </a:p>
                </p:txBody>
              </p:sp>
            </p:grpSp>
            <p:grpSp>
              <p:nvGrpSpPr>
                <p:cNvPr id="230" name="그룹 229">
                  <a:extLst>
                    <a:ext uri="{FF2B5EF4-FFF2-40B4-BE49-F238E27FC236}">
                      <a16:creationId xmlns:a16="http://schemas.microsoft.com/office/drawing/2014/main" id="{891E8132-18FD-43D3-AD58-BC04071CD0BB}"/>
                    </a:ext>
                  </a:extLst>
                </p:cNvPr>
                <p:cNvGrpSpPr/>
                <p:nvPr/>
              </p:nvGrpSpPr>
              <p:grpSpPr>
                <a:xfrm>
                  <a:off x="2456892" y="4383428"/>
                  <a:ext cx="527076" cy="527076"/>
                  <a:chOff x="1995409" y="5266530"/>
                  <a:chExt cx="527076" cy="527076"/>
                </a:xfrm>
              </p:grpSpPr>
              <p:sp>
                <p:nvSpPr>
                  <p:cNvPr id="231" name="타원 230">
                    <a:extLst>
                      <a:ext uri="{FF2B5EF4-FFF2-40B4-BE49-F238E27FC236}">
                        <a16:creationId xmlns:a16="http://schemas.microsoft.com/office/drawing/2014/main" id="{44207D9D-D504-41ED-8F24-1FEC66377303}"/>
                      </a:ext>
                    </a:extLst>
                  </p:cNvPr>
                  <p:cNvSpPr/>
                  <p:nvPr/>
                </p:nvSpPr>
                <p:spPr>
                  <a:xfrm>
                    <a:off x="1995409" y="5266530"/>
                    <a:ext cx="527076" cy="527076"/>
                  </a:xfrm>
                  <a:prstGeom prst="ellipse">
                    <a:avLst/>
                  </a:prstGeom>
                  <a:solidFill>
                    <a:schemeClr val="bg1"/>
                  </a:solidFill>
                  <a:ln w="317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36000" rIns="0" bIns="0" rtlCol="0" anchor="ctr">
                    <a:scene3d>
                      <a:camera prst="orthographicFront"/>
                      <a:lightRig rig="threePt" dir="t"/>
                    </a:scene3d>
                    <a:sp3d/>
                  </a:bodyPr>
                  <a:lstStyle/>
                  <a:p>
                    <a:pPr algn="ctr" defTabSz="509457" latinLnBrk="0"/>
                    <a:endParaRPr lang="ko-KR" altLang="en-US" sz="1400" kern="0" dirty="0" err="1">
                      <a:ln>
                        <a:solidFill>
                          <a:srgbClr val="4F81BD">
                            <a:alpha val="0"/>
                          </a:srgbClr>
                        </a:solidFill>
                      </a:ln>
                      <a:solidFill>
                        <a:srgbClr val="2D7CBD"/>
                      </a:solidFill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232" name="타원 231">
                    <a:extLst>
                      <a:ext uri="{FF2B5EF4-FFF2-40B4-BE49-F238E27FC236}">
                        <a16:creationId xmlns:a16="http://schemas.microsoft.com/office/drawing/2014/main" id="{141342F3-851A-485D-82CB-8518A8DCD476}"/>
                      </a:ext>
                    </a:extLst>
                  </p:cNvPr>
                  <p:cNvSpPr/>
                  <p:nvPr/>
                </p:nvSpPr>
                <p:spPr>
                  <a:xfrm>
                    <a:off x="2057849" y="5334662"/>
                    <a:ext cx="396000" cy="396000"/>
                  </a:xfrm>
                  <a:prstGeom prst="ellipse">
                    <a:avLst/>
                  </a:prstGeom>
                  <a:solidFill>
                    <a:schemeClr val="bg1"/>
                  </a:solidFill>
                  <a:ln w="31750">
                    <a:solidFill>
                      <a:srgbClr val="AFBCC9"/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36000" rIns="0" bIns="0" rtlCol="0" anchor="ctr">
                    <a:scene3d>
                      <a:camera prst="orthographicFront"/>
                      <a:lightRig rig="threePt" dir="t"/>
                    </a:scene3d>
                    <a:sp3d/>
                  </a:bodyPr>
                  <a:lstStyle/>
                  <a:p>
                    <a:pPr algn="ctr" defTabSz="509457" latinLnBrk="0"/>
                    <a:r>
                      <a:rPr lang="en-US" altLang="ko-KR" sz="1400" kern="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2D7CBD"/>
                        </a:solidFill>
                        <a:latin typeface="+mj-ea"/>
                        <a:ea typeface="+mj-ea"/>
                      </a:rPr>
                      <a:t>02</a:t>
                    </a:r>
                    <a:endParaRPr lang="ko-KR" altLang="en-US" sz="1400" kern="0" dirty="0" err="1">
                      <a:ln>
                        <a:solidFill>
                          <a:srgbClr val="4F81BD">
                            <a:alpha val="0"/>
                          </a:srgbClr>
                        </a:solidFill>
                      </a:ln>
                      <a:solidFill>
                        <a:srgbClr val="2D7CBD"/>
                      </a:solidFill>
                      <a:latin typeface="+mj-ea"/>
                      <a:ea typeface="+mj-ea"/>
                    </a:endParaRPr>
                  </a:p>
                </p:txBody>
              </p:sp>
            </p:grpSp>
            <p:grpSp>
              <p:nvGrpSpPr>
                <p:cNvPr id="233" name="그룹 232">
                  <a:extLst>
                    <a:ext uri="{FF2B5EF4-FFF2-40B4-BE49-F238E27FC236}">
                      <a16:creationId xmlns:a16="http://schemas.microsoft.com/office/drawing/2014/main" id="{E07BC23A-41E5-44B7-A789-97A53A984F60}"/>
                    </a:ext>
                  </a:extLst>
                </p:cNvPr>
                <p:cNvGrpSpPr/>
                <p:nvPr/>
              </p:nvGrpSpPr>
              <p:grpSpPr>
                <a:xfrm>
                  <a:off x="3861048" y="4383428"/>
                  <a:ext cx="527076" cy="527076"/>
                  <a:chOff x="1995409" y="5266530"/>
                  <a:chExt cx="527076" cy="527076"/>
                </a:xfrm>
              </p:grpSpPr>
              <p:sp>
                <p:nvSpPr>
                  <p:cNvPr id="234" name="타원 233">
                    <a:extLst>
                      <a:ext uri="{FF2B5EF4-FFF2-40B4-BE49-F238E27FC236}">
                        <a16:creationId xmlns:a16="http://schemas.microsoft.com/office/drawing/2014/main" id="{FF22F92A-B1ED-43CA-99B3-0D9C062C086B}"/>
                      </a:ext>
                    </a:extLst>
                  </p:cNvPr>
                  <p:cNvSpPr/>
                  <p:nvPr/>
                </p:nvSpPr>
                <p:spPr>
                  <a:xfrm>
                    <a:off x="1995409" y="5266530"/>
                    <a:ext cx="527076" cy="527076"/>
                  </a:xfrm>
                  <a:prstGeom prst="ellipse">
                    <a:avLst/>
                  </a:prstGeom>
                  <a:solidFill>
                    <a:schemeClr val="bg1"/>
                  </a:solidFill>
                  <a:ln w="317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36000" rIns="0" bIns="0" rtlCol="0" anchor="ctr">
                    <a:scene3d>
                      <a:camera prst="orthographicFront"/>
                      <a:lightRig rig="threePt" dir="t"/>
                    </a:scene3d>
                    <a:sp3d/>
                  </a:bodyPr>
                  <a:lstStyle/>
                  <a:p>
                    <a:pPr algn="ctr" defTabSz="509457" latinLnBrk="0"/>
                    <a:endParaRPr lang="ko-KR" altLang="en-US" sz="1400" kern="0" dirty="0" err="1">
                      <a:ln>
                        <a:solidFill>
                          <a:srgbClr val="4F81BD">
                            <a:alpha val="0"/>
                          </a:srgbClr>
                        </a:solidFill>
                      </a:ln>
                      <a:solidFill>
                        <a:srgbClr val="2D7CBD"/>
                      </a:solidFill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235" name="타원 234">
                    <a:extLst>
                      <a:ext uri="{FF2B5EF4-FFF2-40B4-BE49-F238E27FC236}">
                        <a16:creationId xmlns:a16="http://schemas.microsoft.com/office/drawing/2014/main" id="{0D787474-7141-4093-96E0-16746E877BD9}"/>
                      </a:ext>
                    </a:extLst>
                  </p:cNvPr>
                  <p:cNvSpPr/>
                  <p:nvPr/>
                </p:nvSpPr>
                <p:spPr>
                  <a:xfrm>
                    <a:off x="2057849" y="5334662"/>
                    <a:ext cx="396000" cy="396000"/>
                  </a:xfrm>
                  <a:prstGeom prst="ellipse">
                    <a:avLst/>
                  </a:prstGeom>
                  <a:solidFill>
                    <a:schemeClr val="bg1"/>
                  </a:solidFill>
                  <a:ln w="31750">
                    <a:solidFill>
                      <a:srgbClr val="AFBCC9"/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36000" rIns="0" bIns="0" rtlCol="0" anchor="ctr">
                    <a:scene3d>
                      <a:camera prst="orthographicFront"/>
                      <a:lightRig rig="threePt" dir="t"/>
                    </a:scene3d>
                    <a:sp3d/>
                  </a:bodyPr>
                  <a:lstStyle/>
                  <a:p>
                    <a:pPr algn="ctr" defTabSz="509457" latinLnBrk="0"/>
                    <a:r>
                      <a:rPr lang="en-US" altLang="ko-KR" sz="1400" kern="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2D7CBD"/>
                        </a:solidFill>
                        <a:latin typeface="+mj-ea"/>
                        <a:ea typeface="+mj-ea"/>
                      </a:rPr>
                      <a:t>03</a:t>
                    </a:r>
                    <a:endParaRPr lang="ko-KR" altLang="en-US" sz="1400" kern="0" dirty="0" err="1">
                      <a:ln>
                        <a:solidFill>
                          <a:srgbClr val="4F81BD">
                            <a:alpha val="0"/>
                          </a:srgbClr>
                        </a:solidFill>
                      </a:ln>
                      <a:solidFill>
                        <a:srgbClr val="2D7CBD"/>
                      </a:solidFill>
                      <a:latin typeface="+mj-ea"/>
                      <a:ea typeface="+mj-ea"/>
                    </a:endParaRPr>
                  </a:p>
                </p:txBody>
              </p:sp>
            </p:grpSp>
            <p:grpSp>
              <p:nvGrpSpPr>
                <p:cNvPr id="236" name="그룹 235">
                  <a:extLst>
                    <a:ext uri="{FF2B5EF4-FFF2-40B4-BE49-F238E27FC236}">
                      <a16:creationId xmlns:a16="http://schemas.microsoft.com/office/drawing/2014/main" id="{2A4009B5-BD0E-45A9-8A34-2420A891FE2B}"/>
                    </a:ext>
                  </a:extLst>
                </p:cNvPr>
                <p:cNvGrpSpPr/>
                <p:nvPr/>
              </p:nvGrpSpPr>
              <p:grpSpPr>
                <a:xfrm>
                  <a:off x="4666120" y="5403050"/>
                  <a:ext cx="527076" cy="527076"/>
                  <a:chOff x="1995409" y="5266530"/>
                  <a:chExt cx="527076" cy="527076"/>
                </a:xfrm>
              </p:grpSpPr>
              <p:sp>
                <p:nvSpPr>
                  <p:cNvPr id="237" name="타원 236">
                    <a:extLst>
                      <a:ext uri="{FF2B5EF4-FFF2-40B4-BE49-F238E27FC236}">
                        <a16:creationId xmlns:a16="http://schemas.microsoft.com/office/drawing/2014/main" id="{8824046C-BB24-470C-AC94-0F34905A16B1}"/>
                      </a:ext>
                    </a:extLst>
                  </p:cNvPr>
                  <p:cNvSpPr/>
                  <p:nvPr/>
                </p:nvSpPr>
                <p:spPr>
                  <a:xfrm>
                    <a:off x="1995409" y="5266530"/>
                    <a:ext cx="527076" cy="527076"/>
                  </a:xfrm>
                  <a:prstGeom prst="ellipse">
                    <a:avLst/>
                  </a:prstGeom>
                  <a:solidFill>
                    <a:schemeClr val="bg1"/>
                  </a:solidFill>
                  <a:ln w="317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36000" rIns="0" bIns="0" rtlCol="0" anchor="ctr">
                    <a:scene3d>
                      <a:camera prst="orthographicFront"/>
                      <a:lightRig rig="threePt" dir="t"/>
                    </a:scene3d>
                    <a:sp3d/>
                  </a:bodyPr>
                  <a:lstStyle/>
                  <a:p>
                    <a:pPr algn="ctr" defTabSz="509457" latinLnBrk="0"/>
                    <a:endParaRPr lang="ko-KR" altLang="en-US" sz="1400" kern="0" dirty="0" err="1">
                      <a:ln>
                        <a:solidFill>
                          <a:srgbClr val="4F81BD">
                            <a:alpha val="0"/>
                          </a:srgbClr>
                        </a:solidFill>
                      </a:ln>
                      <a:solidFill>
                        <a:srgbClr val="2D7CBD"/>
                      </a:solidFill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238" name="타원 237">
                    <a:extLst>
                      <a:ext uri="{FF2B5EF4-FFF2-40B4-BE49-F238E27FC236}">
                        <a16:creationId xmlns:a16="http://schemas.microsoft.com/office/drawing/2014/main" id="{732A9B0A-591C-4107-B214-E65CDBF9B0D8}"/>
                      </a:ext>
                    </a:extLst>
                  </p:cNvPr>
                  <p:cNvSpPr/>
                  <p:nvPr/>
                </p:nvSpPr>
                <p:spPr>
                  <a:xfrm>
                    <a:off x="2057849" y="5334662"/>
                    <a:ext cx="396000" cy="396000"/>
                  </a:xfrm>
                  <a:prstGeom prst="ellipse">
                    <a:avLst/>
                  </a:prstGeom>
                  <a:solidFill>
                    <a:schemeClr val="bg1"/>
                  </a:solidFill>
                  <a:ln w="31750">
                    <a:solidFill>
                      <a:srgbClr val="AFBCC9"/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36000" rIns="0" bIns="0" rtlCol="0" anchor="ctr">
                    <a:scene3d>
                      <a:camera prst="orthographicFront"/>
                      <a:lightRig rig="threePt" dir="t"/>
                    </a:scene3d>
                    <a:sp3d/>
                  </a:bodyPr>
                  <a:lstStyle/>
                  <a:p>
                    <a:pPr algn="ctr" defTabSz="509457" latinLnBrk="0"/>
                    <a:r>
                      <a:rPr lang="en-US" altLang="ko-KR" sz="1400" kern="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2D7CBD"/>
                        </a:solidFill>
                        <a:latin typeface="+mj-ea"/>
                        <a:ea typeface="+mj-ea"/>
                      </a:rPr>
                      <a:t>04</a:t>
                    </a:r>
                    <a:endParaRPr lang="ko-KR" altLang="en-US" sz="1400" kern="0" dirty="0" err="1">
                      <a:ln>
                        <a:solidFill>
                          <a:srgbClr val="4F81BD">
                            <a:alpha val="0"/>
                          </a:srgbClr>
                        </a:solidFill>
                      </a:ln>
                      <a:solidFill>
                        <a:srgbClr val="2D7CBD"/>
                      </a:solidFill>
                      <a:latin typeface="+mj-ea"/>
                      <a:ea typeface="+mj-ea"/>
                    </a:endParaRPr>
                  </a:p>
                </p:txBody>
              </p:sp>
            </p:grpSp>
            <p:grpSp>
              <p:nvGrpSpPr>
                <p:cNvPr id="239" name="그룹 238">
                  <a:extLst>
                    <a:ext uri="{FF2B5EF4-FFF2-40B4-BE49-F238E27FC236}">
                      <a16:creationId xmlns:a16="http://schemas.microsoft.com/office/drawing/2014/main" id="{4CE745F8-52A9-495F-BC82-1A80B4B7479B}"/>
                    </a:ext>
                  </a:extLst>
                </p:cNvPr>
                <p:cNvGrpSpPr/>
                <p:nvPr/>
              </p:nvGrpSpPr>
              <p:grpSpPr>
                <a:xfrm>
                  <a:off x="4378088" y="6777694"/>
                  <a:ext cx="527076" cy="527076"/>
                  <a:chOff x="1995409" y="5266530"/>
                  <a:chExt cx="527076" cy="527076"/>
                </a:xfrm>
              </p:grpSpPr>
              <p:sp>
                <p:nvSpPr>
                  <p:cNvPr id="240" name="타원 239">
                    <a:extLst>
                      <a:ext uri="{FF2B5EF4-FFF2-40B4-BE49-F238E27FC236}">
                        <a16:creationId xmlns:a16="http://schemas.microsoft.com/office/drawing/2014/main" id="{1202419B-421D-44CF-B398-CD29E3245EF2}"/>
                      </a:ext>
                    </a:extLst>
                  </p:cNvPr>
                  <p:cNvSpPr/>
                  <p:nvPr/>
                </p:nvSpPr>
                <p:spPr>
                  <a:xfrm>
                    <a:off x="1995409" y="5266530"/>
                    <a:ext cx="527076" cy="527076"/>
                  </a:xfrm>
                  <a:prstGeom prst="ellipse">
                    <a:avLst/>
                  </a:prstGeom>
                  <a:solidFill>
                    <a:schemeClr val="bg1"/>
                  </a:solidFill>
                  <a:ln w="317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36000" rIns="0" bIns="0" rtlCol="0" anchor="ctr">
                    <a:scene3d>
                      <a:camera prst="orthographicFront"/>
                      <a:lightRig rig="threePt" dir="t"/>
                    </a:scene3d>
                    <a:sp3d/>
                  </a:bodyPr>
                  <a:lstStyle/>
                  <a:p>
                    <a:pPr algn="ctr" defTabSz="509457" latinLnBrk="0"/>
                    <a:endParaRPr lang="ko-KR" altLang="en-US" sz="1400" kern="0" dirty="0" err="1">
                      <a:ln>
                        <a:solidFill>
                          <a:srgbClr val="4F81BD">
                            <a:alpha val="0"/>
                          </a:srgbClr>
                        </a:solidFill>
                      </a:ln>
                      <a:solidFill>
                        <a:srgbClr val="2D7CBD"/>
                      </a:solidFill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241" name="타원 240">
                    <a:extLst>
                      <a:ext uri="{FF2B5EF4-FFF2-40B4-BE49-F238E27FC236}">
                        <a16:creationId xmlns:a16="http://schemas.microsoft.com/office/drawing/2014/main" id="{E31B3E68-FF12-4D91-A8C1-783D491CE741}"/>
                      </a:ext>
                    </a:extLst>
                  </p:cNvPr>
                  <p:cNvSpPr/>
                  <p:nvPr/>
                </p:nvSpPr>
                <p:spPr>
                  <a:xfrm>
                    <a:off x="2057849" y="5334662"/>
                    <a:ext cx="396000" cy="396000"/>
                  </a:xfrm>
                  <a:prstGeom prst="ellipse">
                    <a:avLst/>
                  </a:prstGeom>
                  <a:solidFill>
                    <a:schemeClr val="bg1"/>
                  </a:solidFill>
                  <a:ln w="31750">
                    <a:solidFill>
                      <a:srgbClr val="AFBCC9"/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36000" rIns="0" bIns="0" rtlCol="0" anchor="ctr">
                    <a:scene3d>
                      <a:camera prst="orthographicFront"/>
                      <a:lightRig rig="threePt" dir="t"/>
                    </a:scene3d>
                    <a:sp3d/>
                  </a:bodyPr>
                  <a:lstStyle/>
                  <a:p>
                    <a:pPr algn="ctr" defTabSz="509457" latinLnBrk="0"/>
                    <a:r>
                      <a:rPr lang="en-US" altLang="ko-KR" sz="1400" kern="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2D7CBD"/>
                        </a:solidFill>
                        <a:latin typeface="+mj-ea"/>
                        <a:ea typeface="+mj-ea"/>
                      </a:rPr>
                      <a:t>05</a:t>
                    </a:r>
                    <a:endParaRPr lang="ko-KR" altLang="en-US" sz="1400" kern="0" dirty="0" err="1">
                      <a:ln>
                        <a:solidFill>
                          <a:srgbClr val="4F81BD">
                            <a:alpha val="0"/>
                          </a:srgbClr>
                        </a:solidFill>
                      </a:ln>
                      <a:solidFill>
                        <a:srgbClr val="2D7CBD"/>
                      </a:solidFill>
                      <a:latin typeface="+mj-ea"/>
                      <a:ea typeface="+mj-ea"/>
                    </a:endParaRPr>
                  </a:p>
                </p:txBody>
              </p:sp>
            </p:grpSp>
            <p:grpSp>
              <p:nvGrpSpPr>
                <p:cNvPr id="242" name="그룹 241">
                  <a:extLst>
                    <a:ext uri="{FF2B5EF4-FFF2-40B4-BE49-F238E27FC236}">
                      <a16:creationId xmlns:a16="http://schemas.microsoft.com/office/drawing/2014/main" id="{48104AF2-563B-4DD1-A3FC-EE14B786D404}"/>
                    </a:ext>
                  </a:extLst>
                </p:cNvPr>
                <p:cNvGrpSpPr/>
                <p:nvPr/>
              </p:nvGrpSpPr>
              <p:grpSpPr>
                <a:xfrm>
                  <a:off x="3165462" y="7329264"/>
                  <a:ext cx="527076" cy="527076"/>
                  <a:chOff x="1995409" y="5266530"/>
                  <a:chExt cx="527076" cy="527076"/>
                </a:xfrm>
              </p:grpSpPr>
              <p:sp>
                <p:nvSpPr>
                  <p:cNvPr id="243" name="타원 242">
                    <a:extLst>
                      <a:ext uri="{FF2B5EF4-FFF2-40B4-BE49-F238E27FC236}">
                        <a16:creationId xmlns:a16="http://schemas.microsoft.com/office/drawing/2014/main" id="{72AF32B0-1099-4927-A4E1-5870C6EE62DB}"/>
                      </a:ext>
                    </a:extLst>
                  </p:cNvPr>
                  <p:cNvSpPr/>
                  <p:nvPr/>
                </p:nvSpPr>
                <p:spPr>
                  <a:xfrm>
                    <a:off x="1995409" y="5266530"/>
                    <a:ext cx="527076" cy="527076"/>
                  </a:xfrm>
                  <a:prstGeom prst="ellipse">
                    <a:avLst/>
                  </a:prstGeom>
                  <a:solidFill>
                    <a:schemeClr val="bg1"/>
                  </a:solidFill>
                  <a:ln w="317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36000" rIns="0" bIns="0" rtlCol="0" anchor="ctr">
                    <a:scene3d>
                      <a:camera prst="orthographicFront"/>
                      <a:lightRig rig="threePt" dir="t"/>
                    </a:scene3d>
                    <a:sp3d/>
                  </a:bodyPr>
                  <a:lstStyle/>
                  <a:p>
                    <a:pPr algn="ctr" defTabSz="509457" latinLnBrk="0"/>
                    <a:endParaRPr lang="ko-KR" altLang="en-US" sz="1400" kern="0" dirty="0" err="1">
                      <a:ln>
                        <a:solidFill>
                          <a:srgbClr val="4F81BD">
                            <a:alpha val="0"/>
                          </a:srgbClr>
                        </a:solidFill>
                      </a:ln>
                      <a:solidFill>
                        <a:srgbClr val="2D7CBD"/>
                      </a:solidFill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244" name="타원 243">
                    <a:extLst>
                      <a:ext uri="{FF2B5EF4-FFF2-40B4-BE49-F238E27FC236}">
                        <a16:creationId xmlns:a16="http://schemas.microsoft.com/office/drawing/2014/main" id="{0C49CA5E-321A-4F8C-A87C-D9BBCC29BC60}"/>
                      </a:ext>
                    </a:extLst>
                  </p:cNvPr>
                  <p:cNvSpPr/>
                  <p:nvPr/>
                </p:nvSpPr>
                <p:spPr>
                  <a:xfrm>
                    <a:off x="2057849" y="5334662"/>
                    <a:ext cx="396000" cy="396000"/>
                  </a:xfrm>
                  <a:prstGeom prst="ellipse">
                    <a:avLst/>
                  </a:prstGeom>
                  <a:solidFill>
                    <a:schemeClr val="bg1"/>
                  </a:solidFill>
                  <a:ln w="31750">
                    <a:solidFill>
                      <a:srgbClr val="AFBCC9"/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36000" rIns="0" bIns="0" rtlCol="0" anchor="ctr">
                    <a:scene3d>
                      <a:camera prst="orthographicFront"/>
                      <a:lightRig rig="threePt" dir="t"/>
                    </a:scene3d>
                    <a:sp3d/>
                  </a:bodyPr>
                  <a:lstStyle/>
                  <a:p>
                    <a:pPr algn="ctr" defTabSz="509457" latinLnBrk="0"/>
                    <a:r>
                      <a:rPr lang="en-US" altLang="ko-KR" sz="1400" kern="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2D7CBD"/>
                        </a:solidFill>
                        <a:latin typeface="+mj-ea"/>
                        <a:ea typeface="+mj-ea"/>
                      </a:rPr>
                      <a:t>06</a:t>
                    </a:r>
                    <a:endParaRPr lang="ko-KR" altLang="en-US" sz="1400" kern="0" dirty="0" err="1">
                      <a:ln>
                        <a:solidFill>
                          <a:srgbClr val="4F81BD">
                            <a:alpha val="0"/>
                          </a:srgbClr>
                        </a:solidFill>
                      </a:ln>
                      <a:solidFill>
                        <a:srgbClr val="2D7CBD"/>
                      </a:solidFill>
                      <a:latin typeface="+mj-ea"/>
                      <a:ea typeface="+mj-ea"/>
                    </a:endParaRPr>
                  </a:p>
                </p:txBody>
              </p:sp>
            </p:grpSp>
            <p:grpSp>
              <p:nvGrpSpPr>
                <p:cNvPr id="245" name="그룹 244">
                  <a:extLst>
                    <a:ext uri="{FF2B5EF4-FFF2-40B4-BE49-F238E27FC236}">
                      <a16:creationId xmlns:a16="http://schemas.microsoft.com/office/drawing/2014/main" id="{11EED4B8-41C5-48F8-AD4D-871AF76AF58E}"/>
                    </a:ext>
                  </a:extLst>
                </p:cNvPr>
                <p:cNvGrpSpPr/>
                <p:nvPr/>
              </p:nvGrpSpPr>
              <p:grpSpPr>
                <a:xfrm>
                  <a:off x="1916832" y="6777694"/>
                  <a:ext cx="527076" cy="527076"/>
                  <a:chOff x="1995409" y="5266530"/>
                  <a:chExt cx="527076" cy="527076"/>
                </a:xfrm>
              </p:grpSpPr>
              <p:sp>
                <p:nvSpPr>
                  <p:cNvPr id="246" name="타원 245">
                    <a:extLst>
                      <a:ext uri="{FF2B5EF4-FFF2-40B4-BE49-F238E27FC236}">
                        <a16:creationId xmlns:a16="http://schemas.microsoft.com/office/drawing/2014/main" id="{FB8CC26E-CFC1-4411-8AA4-33DE69ADF699}"/>
                      </a:ext>
                    </a:extLst>
                  </p:cNvPr>
                  <p:cNvSpPr/>
                  <p:nvPr/>
                </p:nvSpPr>
                <p:spPr>
                  <a:xfrm>
                    <a:off x="1995409" y="5266530"/>
                    <a:ext cx="527076" cy="527076"/>
                  </a:xfrm>
                  <a:prstGeom prst="ellipse">
                    <a:avLst/>
                  </a:prstGeom>
                  <a:solidFill>
                    <a:schemeClr val="bg1"/>
                  </a:solidFill>
                  <a:ln w="317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36000" rIns="0" bIns="0" rtlCol="0" anchor="ctr">
                    <a:scene3d>
                      <a:camera prst="orthographicFront"/>
                      <a:lightRig rig="threePt" dir="t"/>
                    </a:scene3d>
                    <a:sp3d/>
                  </a:bodyPr>
                  <a:lstStyle/>
                  <a:p>
                    <a:pPr algn="ctr" defTabSz="509457" latinLnBrk="0"/>
                    <a:endParaRPr lang="ko-KR" altLang="en-US" sz="1400" kern="0" dirty="0" err="1">
                      <a:ln>
                        <a:solidFill>
                          <a:srgbClr val="4F81BD">
                            <a:alpha val="0"/>
                          </a:srgbClr>
                        </a:solidFill>
                      </a:ln>
                      <a:solidFill>
                        <a:srgbClr val="2D7CBD"/>
                      </a:solidFill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247" name="타원 246">
                    <a:extLst>
                      <a:ext uri="{FF2B5EF4-FFF2-40B4-BE49-F238E27FC236}">
                        <a16:creationId xmlns:a16="http://schemas.microsoft.com/office/drawing/2014/main" id="{510A2266-3751-42BA-BD47-9D13B4632704}"/>
                      </a:ext>
                    </a:extLst>
                  </p:cNvPr>
                  <p:cNvSpPr/>
                  <p:nvPr/>
                </p:nvSpPr>
                <p:spPr>
                  <a:xfrm>
                    <a:off x="2057849" y="5334662"/>
                    <a:ext cx="396000" cy="396000"/>
                  </a:xfrm>
                  <a:prstGeom prst="ellipse">
                    <a:avLst/>
                  </a:prstGeom>
                  <a:solidFill>
                    <a:schemeClr val="bg1"/>
                  </a:solidFill>
                  <a:ln w="31750">
                    <a:solidFill>
                      <a:srgbClr val="AFBCC9"/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36000" rIns="0" bIns="0" rtlCol="0" anchor="ctr">
                    <a:scene3d>
                      <a:camera prst="orthographicFront"/>
                      <a:lightRig rig="threePt" dir="t"/>
                    </a:scene3d>
                    <a:sp3d/>
                  </a:bodyPr>
                  <a:lstStyle/>
                  <a:p>
                    <a:pPr algn="ctr" defTabSz="509457" latinLnBrk="0"/>
                    <a:r>
                      <a:rPr lang="en-US" altLang="ko-KR" sz="1400" kern="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2D7CBD"/>
                        </a:solidFill>
                        <a:latin typeface="+mj-ea"/>
                        <a:ea typeface="+mj-ea"/>
                      </a:rPr>
                      <a:t>07</a:t>
                    </a:r>
                    <a:endParaRPr lang="ko-KR" altLang="en-US" sz="1400" kern="0" dirty="0" err="1">
                      <a:ln>
                        <a:solidFill>
                          <a:srgbClr val="4F81BD">
                            <a:alpha val="0"/>
                          </a:srgbClr>
                        </a:solidFill>
                      </a:ln>
                      <a:solidFill>
                        <a:srgbClr val="2D7CBD"/>
                      </a:solidFill>
                      <a:latin typeface="+mj-ea"/>
                      <a:ea typeface="+mj-ea"/>
                    </a:endParaRPr>
                  </a:p>
                </p:txBody>
              </p:sp>
            </p:grpSp>
          </p:grpSp>
          <p:grpSp>
            <p:nvGrpSpPr>
              <p:cNvPr id="280" name="Group 11">
                <a:extLst>
                  <a:ext uri="{FF2B5EF4-FFF2-40B4-BE49-F238E27FC236}">
                    <a16:creationId xmlns:a16="http://schemas.microsoft.com/office/drawing/2014/main" id="{BEC9E35A-E840-4FE4-A38F-95FCD8F704C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68880" y="6124868"/>
                <a:ext cx="495238" cy="481379"/>
                <a:chOff x="741401" y="720479"/>
                <a:chExt cx="9929088" cy="9651382"/>
              </a:xfrm>
            </p:grpSpPr>
            <p:grpSp>
              <p:nvGrpSpPr>
                <p:cNvPr id="281" name="Group 12">
                  <a:extLst>
                    <a:ext uri="{FF2B5EF4-FFF2-40B4-BE49-F238E27FC236}">
                      <a16:creationId xmlns:a16="http://schemas.microsoft.com/office/drawing/2014/main" id="{0FE17609-49DB-41AA-9A31-8D9EA1DCF6A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5938614" y="3054803"/>
                  <a:ext cx="4731875" cy="4831423"/>
                  <a:chOff x="-1" y="0"/>
                  <a:chExt cx="4731875" cy="4831422"/>
                </a:xfrm>
              </p:grpSpPr>
              <p:sp>
                <p:nvSpPr>
                  <p:cNvPr id="300" name="Oval 13">
                    <a:extLst>
                      <a:ext uri="{FF2B5EF4-FFF2-40B4-BE49-F238E27FC236}">
                        <a16:creationId xmlns:a16="http://schemas.microsoft.com/office/drawing/2014/main" id="{E9CB67A7-1B04-42F4-AACB-5A14F1FA693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08737" y="459956"/>
                    <a:ext cx="3910352" cy="3910405"/>
                  </a:xfrm>
                  <a:prstGeom prst="ellipse">
                    <a:avLst/>
                  </a:prstGeom>
                  <a:solidFill>
                    <a:srgbClr val="A3A4A3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12700" cap="flat" cmpd="sng">
                        <a:solidFill>
                          <a:srgbClr val="000000"/>
                        </a:solidFill>
                        <a:prstDash val="solid"/>
                        <a:miter lim="400000"/>
                        <a:headEnd type="none" w="med" len="med"/>
                        <a:tailEnd type="none" w="med" len="med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rgbClr val="000000">
                              <a:alpha val="74998"/>
                            </a:srgbClr>
                          </a:outerShdw>
                        </a:effectLst>
                      </a14:hiddenEffects>
                    </a:ext>
                  </a:extLst>
                </p:spPr>
                <p:txBody>
                  <a:bodyPr lIns="50800" tIns="50800" rIns="50800" bIns="50800" anchor="ctr"/>
                  <a:lstStyle>
                    <a:lvl1pPr>
                      <a:defRPr sz="2200" baseline="55000">
                        <a:solidFill>
                          <a:srgbClr val="7B7B7B"/>
                        </a:solidFill>
                        <a:latin typeface="Open Sans" charset="0"/>
                        <a:ea typeface="Open Sans" charset="0"/>
                        <a:cs typeface="Open Sans" charset="0"/>
                        <a:sym typeface="Open Sans" charset="0"/>
                      </a:defRPr>
                    </a:lvl1pPr>
                    <a:lvl2pPr marL="742950" indent="-285750">
                      <a:defRPr sz="2200" baseline="55000">
                        <a:solidFill>
                          <a:srgbClr val="7B7B7B"/>
                        </a:solidFill>
                        <a:latin typeface="Open Sans" charset="0"/>
                        <a:ea typeface="Open Sans" charset="0"/>
                        <a:cs typeface="Open Sans" charset="0"/>
                        <a:sym typeface="Open Sans" charset="0"/>
                      </a:defRPr>
                    </a:lvl2pPr>
                    <a:lvl3pPr marL="1143000" indent="-228600">
                      <a:defRPr sz="2200" baseline="55000">
                        <a:solidFill>
                          <a:srgbClr val="7B7B7B"/>
                        </a:solidFill>
                        <a:latin typeface="Open Sans" charset="0"/>
                        <a:ea typeface="Open Sans" charset="0"/>
                        <a:cs typeface="Open Sans" charset="0"/>
                        <a:sym typeface="Open Sans" charset="0"/>
                      </a:defRPr>
                    </a:lvl3pPr>
                    <a:lvl4pPr marL="1600200" indent="-228600">
                      <a:defRPr sz="2200" baseline="55000">
                        <a:solidFill>
                          <a:srgbClr val="7B7B7B"/>
                        </a:solidFill>
                        <a:latin typeface="Open Sans" charset="0"/>
                        <a:ea typeface="Open Sans" charset="0"/>
                        <a:cs typeface="Open Sans" charset="0"/>
                        <a:sym typeface="Open Sans" charset="0"/>
                      </a:defRPr>
                    </a:lvl4pPr>
                    <a:lvl5pPr marL="2057400" indent="-228600">
                      <a:defRPr sz="2200" baseline="55000">
                        <a:solidFill>
                          <a:srgbClr val="7B7B7B"/>
                        </a:solidFill>
                        <a:latin typeface="Open Sans" charset="0"/>
                        <a:ea typeface="Open Sans" charset="0"/>
                        <a:cs typeface="Open Sans" charset="0"/>
                        <a:sym typeface="Open Sans" charset="0"/>
                      </a:defRPr>
                    </a:lvl5pPr>
                    <a:lvl6pPr marL="2514600" indent="-228600" defTabSz="8255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200" baseline="55000">
                        <a:solidFill>
                          <a:srgbClr val="7B7B7B"/>
                        </a:solidFill>
                        <a:latin typeface="Open Sans" charset="0"/>
                        <a:ea typeface="Open Sans" charset="0"/>
                        <a:cs typeface="Open Sans" charset="0"/>
                        <a:sym typeface="Open Sans" charset="0"/>
                      </a:defRPr>
                    </a:lvl6pPr>
                    <a:lvl7pPr marL="2971800" indent="-228600" defTabSz="8255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200" baseline="55000">
                        <a:solidFill>
                          <a:srgbClr val="7B7B7B"/>
                        </a:solidFill>
                        <a:latin typeface="Open Sans" charset="0"/>
                        <a:ea typeface="Open Sans" charset="0"/>
                        <a:cs typeface="Open Sans" charset="0"/>
                        <a:sym typeface="Open Sans" charset="0"/>
                      </a:defRPr>
                    </a:lvl7pPr>
                    <a:lvl8pPr marL="3429000" indent="-228600" defTabSz="8255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200" baseline="55000">
                        <a:solidFill>
                          <a:srgbClr val="7B7B7B"/>
                        </a:solidFill>
                        <a:latin typeface="Open Sans" charset="0"/>
                        <a:ea typeface="Open Sans" charset="0"/>
                        <a:cs typeface="Open Sans" charset="0"/>
                        <a:sym typeface="Open Sans" charset="0"/>
                      </a:defRPr>
                    </a:lvl8pPr>
                    <a:lvl9pPr marL="3886200" indent="-228600" defTabSz="8255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200" baseline="55000">
                        <a:solidFill>
                          <a:srgbClr val="7B7B7B"/>
                        </a:solidFill>
                        <a:latin typeface="Open Sans" charset="0"/>
                        <a:ea typeface="Open Sans" charset="0"/>
                        <a:cs typeface="Open Sans" charset="0"/>
                        <a:sym typeface="Open Sans" charset="0"/>
                      </a:defRPr>
                    </a:lvl9pPr>
                  </a:lstStyle>
                  <a:p>
                    <a:pPr marL="0" marR="0" lvl="0" indent="0" algn="ctr" defTabSz="825500" eaLnBrk="1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32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+mn-ea"/>
                      <a:ea typeface="+mn-ea"/>
                      <a:cs typeface="Pretendard ExtraLight" panose="02000303000000020004" pitchFamily="50" charset="-127"/>
                      <a:sym typeface="Helvetica Light" panose="020B0403020202020204" pitchFamily="34" charset="0"/>
                    </a:endParaRPr>
                  </a:p>
                </p:txBody>
              </p:sp>
              <p:sp>
                <p:nvSpPr>
                  <p:cNvPr id="301" name="Oval 14">
                    <a:extLst>
                      <a:ext uri="{FF2B5EF4-FFF2-40B4-BE49-F238E27FC236}">
                        <a16:creationId xmlns:a16="http://schemas.microsoft.com/office/drawing/2014/main" id="{D574D39F-C9A6-446E-A195-81EEEF9CBC4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118410" y="1169640"/>
                    <a:ext cx="2492592" cy="2491037"/>
                  </a:xfrm>
                  <a:prstGeom prst="ellipse">
                    <a:avLst/>
                  </a:prstGeom>
                  <a:solidFill>
                    <a:srgbClr val="F0F0F0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12700" cap="flat" cmpd="sng">
                        <a:solidFill>
                          <a:srgbClr val="000000"/>
                        </a:solidFill>
                        <a:prstDash val="solid"/>
                        <a:miter lim="400000"/>
                        <a:headEnd type="none" w="med" len="med"/>
                        <a:tailEnd type="none" w="med" len="med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rgbClr val="000000">
                              <a:alpha val="74998"/>
                            </a:srgbClr>
                          </a:outerShdw>
                        </a:effectLst>
                      </a14:hiddenEffects>
                    </a:ext>
                  </a:extLst>
                </p:spPr>
                <p:txBody>
                  <a:bodyPr lIns="50800" tIns="50800" rIns="50800" bIns="50800" anchor="ctr"/>
                  <a:lstStyle>
                    <a:lvl1pPr>
                      <a:defRPr sz="2200" baseline="55000">
                        <a:solidFill>
                          <a:srgbClr val="7B7B7B"/>
                        </a:solidFill>
                        <a:latin typeface="Open Sans" charset="0"/>
                        <a:ea typeface="Open Sans" charset="0"/>
                        <a:cs typeface="Open Sans" charset="0"/>
                        <a:sym typeface="Open Sans" charset="0"/>
                      </a:defRPr>
                    </a:lvl1pPr>
                    <a:lvl2pPr marL="742950" indent="-285750">
                      <a:defRPr sz="2200" baseline="55000">
                        <a:solidFill>
                          <a:srgbClr val="7B7B7B"/>
                        </a:solidFill>
                        <a:latin typeface="Open Sans" charset="0"/>
                        <a:ea typeface="Open Sans" charset="0"/>
                        <a:cs typeface="Open Sans" charset="0"/>
                        <a:sym typeface="Open Sans" charset="0"/>
                      </a:defRPr>
                    </a:lvl2pPr>
                    <a:lvl3pPr marL="1143000" indent="-228600">
                      <a:defRPr sz="2200" baseline="55000">
                        <a:solidFill>
                          <a:srgbClr val="7B7B7B"/>
                        </a:solidFill>
                        <a:latin typeface="Open Sans" charset="0"/>
                        <a:ea typeface="Open Sans" charset="0"/>
                        <a:cs typeface="Open Sans" charset="0"/>
                        <a:sym typeface="Open Sans" charset="0"/>
                      </a:defRPr>
                    </a:lvl3pPr>
                    <a:lvl4pPr marL="1600200" indent="-228600">
                      <a:defRPr sz="2200" baseline="55000">
                        <a:solidFill>
                          <a:srgbClr val="7B7B7B"/>
                        </a:solidFill>
                        <a:latin typeface="Open Sans" charset="0"/>
                        <a:ea typeface="Open Sans" charset="0"/>
                        <a:cs typeface="Open Sans" charset="0"/>
                        <a:sym typeface="Open Sans" charset="0"/>
                      </a:defRPr>
                    </a:lvl4pPr>
                    <a:lvl5pPr marL="2057400" indent="-228600">
                      <a:defRPr sz="2200" baseline="55000">
                        <a:solidFill>
                          <a:srgbClr val="7B7B7B"/>
                        </a:solidFill>
                        <a:latin typeface="Open Sans" charset="0"/>
                        <a:ea typeface="Open Sans" charset="0"/>
                        <a:cs typeface="Open Sans" charset="0"/>
                        <a:sym typeface="Open Sans" charset="0"/>
                      </a:defRPr>
                    </a:lvl5pPr>
                    <a:lvl6pPr marL="2514600" indent="-228600" defTabSz="8255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200" baseline="55000">
                        <a:solidFill>
                          <a:srgbClr val="7B7B7B"/>
                        </a:solidFill>
                        <a:latin typeface="Open Sans" charset="0"/>
                        <a:ea typeface="Open Sans" charset="0"/>
                        <a:cs typeface="Open Sans" charset="0"/>
                        <a:sym typeface="Open Sans" charset="0"/>
                      </a:defRPr>
                    </a:lvl6pPr>
                    <a:lvl7pPr marL="2971800" indent="-228600" defTabSz="8255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200" baseline="55000">
                        <a:solidFill>
                          <a:srgbClr val="7B7B7B"/>
                        </a:solidFill>
                        <a:latin typeface="Open Sans" charset="0"/>
                        <a:ea typeface="Open Sans" charset="0"/>
                        <a:cs typeface="Open Sans" charset="0"/>
                        <a:sym typeface="Open Sans" charset="0"/>
                      </a:defRPr>
                    </a:lvl7pPr>
                    <a:lvl8pPr marL="3429000" indent="-228600" defTabSz="8255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200" baseline="55000">
                        <a:solidFill>
                          <a:srgbClr val="7B7B7B"/>
                        </a:solidFill>
                        <a:latin typeface="Open Sans" charset="0"/>
                        <a:ea typeface="Open Sans" charset="0"/>
                        <a:cs typeface="Open Sans" charset="0"/>
                        <a:sym typeface="Open Sans" charset="0"/>
                      </a:defRPr>
                    </a:lvl8pPr>
                    <a:lvl9pPr marL="3886200" indent="-228600" defTabSz="8255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200" baseline="55000">
                        <a:solidFill>
                          <a:srgbClr val="7B7B7B"/>
                        </a:solidFill>
                        <a:latin typeface="Open Sans" charset="0"/>
                        <a:ea typeface="Open Sans" charset="0"/>
                        <a:cs typeface="Open Sans" charset="0"/>
                        <a:sym typeface="Open Sans" charset="0"/>
                      </a:defRPr>
                    </a:lvl9pPr>
                  </a:lstStyle>
                  <a:p>
                    <a:pPr marL="0" marR="0" lvl="0" indent="0" algn="ctr" defTabSz="825500" eaLnBrk="1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32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+mn-ea"/>
                      <a:ea typeface="+mn-ea"/>
                      <a:cs typeface="Pretendard ExtraLight" panose="02000303000000020004" pitchFamily="50" charset="-127"/>
                      <a:sym typeface="Helvetica Light" panose="020B0403020202020204" pitchFamily="34" charset="0"/>
                    </a:endParaRPr>
                  </a:p>
                </p:txBody>
              </p:sp>
              <p:sp>
                <p:nvSpPr>
                  <p:cNvPr id="302" name="AutoShape 15">
                    <a:extLst>
                      <a:ext uri="{FF2B5EF4-FFF2-40B4-BE49-F238E27FC236}">
                        <a16:creationId xmlns:a16="http://schemas.microsoft.com/office/drawing/2014/main" id="{E4944AC6-4A93-4BC1-B36B-339D38F0319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828085" y="-465"/>
                    <a:ext cx="1076418" cy="541392"/>
                  </a:xfrm>
                  <a:custGeom>
                    <a:avLst/>
                    <a:gdLst>
                      <a:gd name="T0" fmla="*/ 538209 w 21600"/>
                      <a:gd name="T1" fmla="*/ 270696 h 21600"/>
                      <a:gd name="T2" fmla="*/ 538209 w 21600"/>
                      <a:gd name="T3" fmla="*/ 270696 h 21600"/>
                      <a:gd name="T4" fmla="*/ 538209 w 21600"/>
                      <a:gd name="T5" fmla="*/ 270696 h 21600"/>
                      <a:gd name="T6" fmla="*/ 538209 w 21600"/>
                      <a:gd name="T7" fmla="*/ 270696 h 2160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1600" h="21600">
                        <a:moveTo>
                          <a:pt x="3731" y="739"/>
                        </a:moveTo>
                        <a:cubicBezTo>
                          <a:pt x="4070" y="261"/>
                          <a:pt x="4475" y="3"/>
                          <a:pt x="4891" y="0"/>
                        </a:cubicBezTo>
                        <a:cubicBezTo>
                          <a:pt x="5628" y="0"/>
                          <a:pt x="6364" y="0"/>
                          <a:pt x="7101" y="0"/>
                        </a:cubicBezTo>
                        <a:cubicBezTo>
                          <a:pt x="8321" y="0"/>
                          <a:pt x="9541" y="0"/>
                          <a:pt x="10761" y="0"/>
                        </a:cubicBezTo>
                        <a:cubicBezTo>
                          <a:pt x="11981" y="0"/>
                          <a:pt x="13201" y="0"/>
                          <a:pt x="14421" y="0"/>
                        </a:cubicBezTo>
                        <a:cubicBezTo>
                          <a:pt x="15158" y="0"/>
                          <a:pt x="15894" y="0"/>
                          <a:pt x="16631" y="0"/>
                        </a:cubicBezTo>
                        <a:cubicBezTo>
                          <a:pt x="17020" y="1"/>
                          <a:pt x="17400" y="226"/>
                          <a:pt x="17727" y="649"/>
                        </a:cubicBezTo>
                        <a:cubicBezTo>
                          <a:pt x="18123" y="1162"/>
                          <a:pt x="18416" y="1935"/>
                          <a:pt x="18556" y="2834"/>
                        </a:cubicBezTo>
                        <a:cubicBezTo>
                          <a:pt x="18713" y="3780"/>
                          <a:pt x="18871" y="4724"/>
                          <a:pt x="19030" y="5669"/>
                        </a:cubicBezTo>
                        <a:cubicBezTo>
                          <a:pt x="19347" y="7558"/>
                          <a:pt x="19666" y="9446"/>
                          <a:pt x="19979" y="11338"/>
                        </a:cubicBezTo>
                        <a:cubicBezTo>
                          <a:pt x="20539" y="14725"/>
                          <a:pt x="21079" y="18126"/>
                          <a:pt x="21600" y="21538"/>
                        </a:cubicBezTo>
                        <a:lnTo>
                          <a:pt x="0" y="21600"/>
                        </a:lnTo>
                        <a:cubicBezTo>
                          <a:pt x="474" y="18156"/>
                          <a:pt x="989" y="14734"/>
                          <a:pt x="1543" y="11338"/>
                        </a:cubicBezTo>
                        <a:cubicBezTo>
                          <a:pt x="1852" y="9443"/>
                          <a:pt x="2174" y="7557"/>
                          <a:pt x="2492" y="5669"/>
                        </a:cubicBezTo>
                        <a:cubicBezTo>
                          <a:pt x="2651" y="4725"/>
                          <a:pt x="2809" y="3780"/>
                          <a:pt x="2966" y="2834"/>
                        </a:cubicBezTo>
                        <a:cubicBezTo>
                          <a:pt x="3098" y="1987"/>
                          <a:pt x="3367" y="1251"/>
                          <a:pt x="3731" y="739"/>
                        </a:cubicBezTo>
                        <a:close/>
                      </a:path>
                    </a:pathLst>
                  </a:custGeom>
                  <a:solidFill>
                    <a:srgbClr val="A3A4A3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12700" cap="flat" cmpd="sng">
                        <a:solidFill>
                          <a:srgbClr val="000000"/>
                        </a:solidFill>
                        <a:prstDash val="solid"/>
                        <a:miter lim="400000"/>
                        <a:headEnd type="none" w="med" len="med"/>
                        <a:tailEnd type="none" w="med" len="med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rgbClr val="000000">
                              <a:alpha val="74997"/>
                            </a:srgbClr>
                          </a:outerShdw>
                        </a:effectLst>
                      </a14:hiddenEffects>
                    </a:ext>
                  </a:extLst>
                </p:spPr>
                <p:txBody>
                  <a:bodyPr lIns="50800" tIns="50800" rIns="50800" bIns="50800" anchor="ctr"/>
                  <a:lstStyle/>
                  <a:p>
                    <a:pPr marL="0" marR="0" lvl="0" indent="0" defTabSz="8255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RU" sz="2200" b="0" i="0" u="none" strike="noStrike" kern="0" cap="none" spc="0" normalizeH="0" baseline="55000" noProof="0" dirty="0">
                      <a:ln>
                        <a:noFill/>
                      </a:ln>
                      <a:solidFill>
                        <a:srgbClr val="7B7B7B"/>
                      </a:solidFill>
                      <a:effectLst/>
                      <a:uLnTx/>
                      <a:uFillTx/>
                      <a:latin typeface="+mn-ea"/>
                      <a:cs typeface="Pretendard" panose="02000503000000020004" pitchFamily="50" charset="-127"/>
                      <a:sym typeface="Open Sans" charset="0"/>
                    </a:endParaRPr>
                  </a:p>
                </p:txBody>
              </p:sp>
              <p:sp>
                <p:nvSpPr>
                  <p:cNvPr id="303" name="AutoShape 16">
                    <a:extLst>
                      <a:ext uri="{FF2B5EF4-FFF2-40B4-BE49-F238E27FC236}">
                        <a16:creationId xmlns:a16="http://schemas.microsoft.com/office/drawing/2014/main" id="{6959F455-0B35-4826-AE1A-C37F928416A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rot="10800000">
                    <a:off x="1828085" y="4289390"/>
                    <a:ext cx="1076418" cy="541392"/>
                  </a:xfrm>
                  <a:custGeom>
                    <a:avLst/>
                    <a:gdLst>
                      <a:gd name="T0" fmla="*/ 538209 w 21600"/>
                      <a:gd name="T1" fmla="*/ 270696 h 21600"/>
                      <a:gd name="T2" fmla="*/ 538209 w 21600"/>
                      <a:gd name="T3" fmla="*/ 270696 h 21600"/>
                      <a:gd name="T4" fmla="*/ 538209 w 21600"/>
                      <a:gd name="T5" fmla="*/ 270696 h 21600"/>
                      <a:gd name="T6" fmla="*/ 538209 w 21600"/>
                      <a:gd name="T7" fmla="*/ 270696 h 2160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1600" h="21600">
                        <a:moveTo>
                          <a:pt x="3731" y="739"/>
                        </a:moveTo>
                        <a:cubicBezTo>
                          <a:pt x="4070" y="261"/>
                          <a:pt x="4475" y="3"/>
                          <a:pt x="4891" y="0"/>
                        </a:cubicBezTo>
                        <a:cubicBezTo>
                          <a:pt x="5628" y="0"/>
                          <a:pt x="6364" y="0"/>
                          <a:pt x="7101" y="0"/>
                        </a:cubicBezTo>
                        <a:cubicBezTo>
                          <a:pt x="8321" y="0"/>
                          <a:pt x="9541" y="0"/>
                          <a:pt x="10761" y="0"/>
                        </a:cubicBezTo>
                        <a:cubicBezTo>
                          <a:pt x="11981" y="0"/>
                          <a:pt x="13201" y="0"/>
                          <a:pt x="14421" y="0"/>
                        </a:cubicBezTo>
                        <a:cubicBezTo>
                          <a:pt x="15158" y="0"/>
                          <a:pt x="15894" y="0"/>
                          <a:pt x="16631" y="0"/>
                        </a:cubicBezTo>
                        <a:cubicBezTo>
                          <a:pt x="17020" y="1"/>
                          <a:pt x="17400" y="226"/>
                          <a:pt x="17727" y="649"/>
                        </a:cubicBezTo>
                        <a:cubicBezTo>
                          <a:pt x="18123" y="1162"/>
                          <a:pt x="18416" y="1935"/>
                          <a:pt x="18556" y="2834"/>
                        </a:cubicBezTo>
                        <a:cubicBezTo>
                          <a:pt x="18713" y="3780"/>
                          <a:pt x="18871" y="4724"/>
                          <a:pt x="19030" y="5669"/>
                        </a:cubicBezTo>
                        <a:cubicBezTo>
                          <a:pt x="19347" y="7558"/>
                          <a:pt x="19666" y="9446"/>
                          <a:pt x="19979" y="11338"/>
                        </a:cubicBezTo>
                        <a:cubicBezTo>
                          <a:pt x="20539" y="14725"/>
                          <a:pt x="21079" y="18126"/>
                          <a:pt x="21600" y="21538"/>
                        </a:cubicBezTo>
                        <a:lnTo>
                          <a:pt x="0" y="21600"/>
                        </a:lnTo>
                        <a:cubicBezTo>
                          <a:pt x="474" y="18156"/>
                          <a:pt x="989" y="14734"/>
                          <a:pt x="1543" y="11338"/>
                        </a:cubicBezTo>
                        <a:cubicBezTo>
                          <a:pt x="1852" y="9443"/>
                          <a:pt x="2174" y="7557"/>
                          <a:pt x="2492" y="5669"/>
                        </a:cubicBezTo>
                        <a:cubicBezTo>
                          <a:pt x="2651" y="4725"/>
                          <a:pt x="2809" y="3780"/>
                          <a:pt x="2966" y="2834"/>
                        </a:cubicBezTo>
                        <a:cubicBezTo>
                          <a:pt x="3098" y="1987"/>
                          <a:pt x="3367" y="1251"/>
                          <a:pt x="3731" y="739"/>
                        </a:cubicBezTo>
                        <a:close/>
                      </a:path>
                    </a:pathLst>
                  </a:custGeom>
                  <a:solidFill>
                    <a:srgbClr val="A3A4A3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12700" cap="flat" cmpd="sng">
                        <a:solidFill>
                          <a:srgbClr val="000000"/>
                        </a:solidFill>
                        <a:prstDash val="solid"/>
                        <a:miter lim="400000"/>
                        <a:headEnd type="none" w="med" len="med"/>
                        <a:tailEnd type="none" w="med" len="med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rgbClr val="000000">
                              <a:alpha val="74997"/>
                            </a:srgbClr>
                          </a:outerShdw>
                        </a:effectLst>
                      </a14:hiddenEffects>
                    </a:ext>
                  </a:extLst>
                </p:spPr>
                <p:txBody>
                  <a:bodyPr lIns="50800" tIns="50800" rIns="50800" bIns="50800" anchor="ctr"/>
                  <a:lstStyle/>
                  <a:p>
                    <a:pPr marL="0" marR="0" lvl="0" indent="0" defTabSz="8255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RU" sz="2200" b="0" i="0" u="none" strike="noStrike" kern="0" cap="none" spc="0" normalizeH="0" baseline="55000" noProof="0" dirty="0">
                      <a:ln>
                        <a:noFill/>
                      </a:ln>
                      <a:solidFill>
                        <a:srgbClr val="7B7B7B"/>
                      </a:solidFill>
                      <a:effectLst/>
                      <a:uLnTx/>
                      <a:uFillTx/>
                      <a:latin typeface="+mn-ea"/>
                      <a:cs typeface="Pretendard" panose="02000503000000020004" pitchFamily="50" charset="-127"/>
                      <a:sym typeface="Open Sans" charset="0"/>
                    </a:endParaRPr>
                  </a:p>
                </p:txBody>
              </p:sp>
              <p:sp>
                <p:nvSpPr>
                  <p:cNvPr id="304" name="AutoShape 17">
                    <a:extLst>
                      <a:ext uri="{FF2B5EF4-FFF2-40B4-BE49-F238E27FC236}">
                        <a16:creationId xmlns:a16="http://schemas.microsoft.com/office/drawing/2014/main" id="{F82CD76D-987E-4B27-A118-A7D198ED562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rot="3621921">
                    <a:off x="3691963" y="1083910"/>
                    <a:ext cx="1078021" cy="541385"/>
                  </a:xfrm>
                  <a:custGeom>
                    <a:avLst/>
                    <a:gdLst>
                      <a:gd name="T0" fmla="*/ 539011 w 21600"/>
                      <a:gd name="T1" fmla="*/ 270693 h 21600"/>
                      <a:gd name="T2" fmla="*/ 539011 w 21600"/>
                      <a:gd name="T3" fmla="*/ 270693 h 21600"/>
                      <a:gd name="T4" fmla="*/ 539011 w 21600"/>
                      <a:gd name="T5" fmla="*/ 270693 h 21600"/>
                      <a:gd name="T6" fmla="*/ 539011 w 21600"/>
                      <a:gd name="T7" fmla="*/ 270693 h 2160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1600" h="21600">
                        <a:moveTo>
                          <a:pt x="3731" y="739"/>
                        </a:moveTo>
                        <a:cubicBezTo>
                          <a:pt x="4070" y="261"/>
                          <a:pt x="4475" y="3"/>
                          <a:pt x="4891" y="0"/>
                        </a:cubicBezTo>
                        <a:cubicBezTo>
                          <a:pt x="5628" y="0"/>
                          <a:pt x="6364" y="0"/>
                          <a:pt x="7101" y="0"/>
                        </a:cubicBezTo>
                        <a:cubicBezTo>
                          <a:pt x="8321" y="0"/>
                          <a:pt x="9541" y="0"/>
                          <a:pt x="10761" y="0"/>
                        </a:cubicBezTo>
                        <a:cubicBezTo>
                          <a:pt x="11981" y="0"/>
                          <a:pt x="13201" y="0"/>
                          <a:pt x="14421" y="0"/>
                        </a:cubicBezTo>
                        <a:cubicBezTo>
                          <a:pt x="15158" y="0"/>
                          <a:pt x="15894" y="0"/>
                          <a:pt x="16631" y="0"/>
                        </a:cubicBezTo>
                        <a:cubicBezTo>
                          <a:pt x="17020" y="1"/>
                          <a:pt x="17400" y="226"/>
                          <a:pt x="17727" y="649"/>
                        </a:cubicBezTo>
                        <a:cubicBezTo>
                          <a:pt x="18123" y="1162"/>
                          <a:pt x="18416" y="1935"/>
                          <a:pt x="18556" y="2834"/>
                        </a:cubicBezTo>
                        <a:cubicBezTo>
                          <a:pt x="18713" y="3780"/>
                          <a:pt x="18871" y="4724"/>
                          <a:pt x="19030" y="5669"/>
                        </a:cubicBezTo>
                        <a:cubicBezTo>
                          <a:pt x="19347" y="7558"/>
                          <a:pt x="19666" y="9446"/>
                          <a:pt x="19979" y="11338"/>
                        </a:cubicBezTo>
                        <a:cubicBezTo>
                          <a:pt x="20539" y="14725"/>
                          <a:pt x="21079" y="18126"/>
                          <a:pt x="21600" y="21538"/>
                        </a:cubicBezTo>
                        <a:lnTo>
                          <a:pt x="0" y="21600"/>
                        </a:lnTo>
                        <a:cubicBezTo>
                          <a:pt x="474" y="18156"/>
                          <a:pt x="989" y="14734"/>
                          <a:pt x="1543" y="11338"/>
                        </a:cubicBezTo>
                        <a:cubicBezTo>
                          <a:pt x="1852" y="9443"/>
                          <a:pt x="2174" y="7557"/>
                          <a:pt x="2492" y="5669"/>
                        </a:cubicBezTo>
                        <a:cubicBezTo>
                          <a:pt x="2651" y="4725"/>
                          <a:pt x="2809" y="3780"/>
                          <a:pt x="2966" y="2834"/>
                        </a:cubicBezTo>
                        <a:cubicBezTo>
                          <a:pt x="3098" y="1987"/>
                          <a:pt x="3367" y="1251"/>
                          <a:pt x="3731" y="739"/>
                        </a:cubicBezTo>
                        <a:close/>
                      </a:path>
                    </a:pathLst>
                  </a:custGeom>
                  <a:solidFill>
                    <a:srgbClr val="A3A4A3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12700" cap="flat" cmpd="sng">
                        <a:solidFill>
                          <a:srgbClr val="000000"/>
                        </a:solidFill>
                        <a:prstDash val="solid"/>
                        <a:miter lim="400000"/>
                        <a:headEnd type="none" w="med" len="med"/>
                        <a:tailEnd type="none" w="med" len="med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rgbClr val="000000">
                              <a:alpha val="74997"/>
                            </a:srgbClr>
                          </a:outerShdw>
                        </a:effectLst>
                      </a14:hiddenEffects>
                    </a:ext>
                  </a:extLst>
                </p:spPr>
                <p:txBody>
                  <a:bodyPr lIns="50800" tIns="50800" rIns="50800" bIns="50800" anchor="ctr"/>
                  <a:lstStyle/>
                  <a:p>
                    <a:pPr marL="0" marR="0" lvl="0" indent="0" defTabSz="8255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RU" sz="2200" b="0" i="0" u="none" strike="noStrike" kern="0" cap="none" spc="0" normalizeH="0" baseline="55000" noProof="0" dirty="0">
                      <a:ln>
                        <a:noFill/>
                      </a:ln>
                      <a:solidFill>
                        <a:srgbClr val="7B7B7B"/>
                      </a:solidFill>
                      <a:effectLst/>
                      <a:uLnTx/>
                      <a:uFillTx/>
                      <a:latin typeface="+mn-ea"/>
                      <a:cs typeface="Pretendard" panose="02000503000000020004" pitchFamily="50" charset="-127"/>
                      <a:sym typeface="Open Sans" charset="0"/>
                    </a:endParaRPr>
                  </a:p>
                </p:txBody>
              </p:sp>
              <p:sp>
                <p:nvSpPr>
                  <p:cNvPr id="305" name="AutoShape 18">
                    <a:extLst>
                      <a:ext uri="{FF2B5EF4-FFF2-40B4-BE49-F238E27FC236}">
                        <a16:creationId xmlns:a16="http://schemas.microsoft.com/office/drawing/2014/main" id="{3964CEC4-3D9F-47E3-93CF-5CBCD3B3FC5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rot="-7178079">
                    <a:off x="-37397" y="3205023"/>
                    <a:ext cx="1078021" cy="541384"/>
                  </a:xfrm>
                  <a:custGeom>
                    <a:avLst/>
                    <a:gdLst>
                      <a:gd name="T0" fmla="*/ 539011 w 21600"/>
                      <a:gd name="T1" fmla="*/ 270692 h 21600"/>
                      <a:gd name="T2" fmla="*/ 539011 w 21600"/>
                      <a:gd name="T3" fmla="*/ 270692 h 21600"/>
                      <a:gd name="T4" fmla="*/ 539011 w 21600"/>
                      <a:gd name="T5" fmla="*/ 270692 h 21600"/>
                      <a:gd name="T6" fmla="*/ 539011 w 21600"/>
                      <a:gd name="T7" fmla="*/ 270692 h 2160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1600" h="21600">
                        <a:moveTo>
                          <a:pt x="3731" y="739"/>
                        </a:moveTo>
                        <a:cubicBezTo>
                          <a:pt x="4070" y="261"/>
                          <a:pt x="4475" y="3"/>
                          <a:pt x="4891" y="0"/>
                        </a:cubicBezTo>
                        <a:cubicBezTo>
                          <a:pt x="5628" y="0"/>
                          <a:pt x="6364" y="0"/>
                          <a:pt x="7101" y="0"/>
                        </a:cubicBezTo>
                        <a:cubicBezTo>
                          <a:pt x="8321" y="0"/>
                          <a:pt x="9541" y="0"/>
                          <a:pt x="10761" y="0"/>
                        </a:cubicBezTo>
                        <a:cubicBezTo>
                          <a:pt x="11981" y="0"/>
                          <a:pt x="13201" y="0"/>
                          <a:pt x="14421" y="0"/>
                        </a:cubicBezTo>
                        <a:cubicBezTo>
                          <a:pt x="15158" y="0"/>
                          <a:pt x="15894" y="0"/>
                          <a:pt x="16631" y="0"/>
                        </a:cubicBezTo>
                        <a:cubicBezTo>
                          <a:pt x="17020" y="1"/>
                          <a:pt x="17400" y="226"/>
                          <a:pt x="17727" y="649"/>
                        </a:cubicBezTo>
                        <a:cubicBezTo>
                          <a:pt x="18123" y="1162"/>
                          <a:pt x="18416" y="1935"/>
                          <a:pt x="18556" y="2834"/>
                        </a:cubicBezTo>
                        <a:cubicBezTo>
                          <a:pt x="18713" y="3780"/>
                          <a:pt x="18871" y="4724"/>
                          <a:pt x="19030" y="5669"/>
                        </a:cubicBezTo>
                        <a:cubicBezTo>
                          <a:pt x="19347" y="7558"/>
                          <a:pt x="19666" y="9446"/>
                          <a:pt x="19979" y="11338"/>
                        </a:cubicBezTo>
                        <a:cubicBezTo>
                          <a:pt x="20539" y="14725"/>
                          <a:pt x="21079" y="18126"/>
                          <a:pt x="21600" y="21538"/>
                        </a:cubicBezTo>
                        <a:lnTo>
                          <a:pt x="0" y="21600"/>
                        </a:lnTo>
                        <a:cubicBezTo>
                          <a:pt x="474" y="18156"/>
                          <a:pt x="989" y="14734"/>
                          <a:pt x="1543" y="11338"/>
                        </a:cubicBezTo>
                        <a:cubicBezTo>
                          <a:pt x="1852" y="9443"/>
                          <a:pt x="2174" y="7557"/>
                          <a:pt x="2492" y="5669"/>
                        </a:cubicBezTo>
                        <a:cubicBezTo>
                          <a:pt x="2651" y="4725"/>
                          <a:pt x="2809" y="3780"/>
                          <a:pt x="2966" y="2834"/>
                        </a:cubicBezTo>
                        <a:cubicBezTo>
                          <a:pt x="3098" y="1987"/>
                          <a:pt x="3367" y="1251"/>
                          <a:pt x="3731" y="739"/>
                        </a:cubicBezTo>
                        <a:close/>
                      </a:path>
                    </a:pathLst>
                  </a:custGeom>
                  <a:solidFill>
                    <a:srgbClr val="A3A4A3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12700" cap="flat" cmpd="sng">
                        <a:solidFill>
                          <a:srgbClr val="000000"/>
                        </a:solidFill>
                        <a:prstDash val="solid"/>
                        <a:miter lim="400000"/>
                        <a:headEnd type="none" w="med" len="med"/>
                        <a:tailEnd type="none" w="med" len="med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rgbClr val="000000">
                              <a:alpha val="74997"/>
                            </a:srgbClr>
                          </a:outerShdw>
                        </a:effectLst>
                      </a14:hiddenEffects>
                    </a:ext>
                  </a:extLst>
                </p:spPr>
                <p:txBody>
                  <a:bodyPr lIns="50800" tIns="50800" rIns="50800" bIns="50800" anchor="ctr"/>
                  <a:lstStyle/>
                  <a:p>
                    <a:pPr marL="0" marR="0" lvl="0" indent="0" defTabSz="8255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RU" sz="2200" b="0" i="0" u="none" strike="noStrike" kern="0" cap="none" spc="0" normalizeH="0" baseline="55000" noProof="0" dirty="0">
                      <a:ln>
                        <a:noFill/>
                      </a:ln>
                      <a:solidFill>
                        <a:srgbClr val="7B7B7B"/>
                      </a:solidFill>
                      <a:effectLst/>
                      <a:uLnTx/>
                      <a:uFillTx/>
                      <a:latin typeface="+mn-ea"/>
                      <a:cs typeface="Pretendard" panose="02000503000000020004" pitchFamily="50" charset="-127"/>
                      <a:sym typeface="Open Sans" charset="0"/>
                    </a:endParaRPr>
                  </a:p>
                </p:txBody>
              </p:sp>
              <p:sp>
                <p:nvSpPr>
                  <p:cNvPr id="306" name="AutoShape 19">
                    <a:extLst>
                      <a:ext uri="{FF2B5EF4-FFF2-40B4-BE49-F238E27FC236}">
                        <a16:creationId xmlns:a16="http://schemas.microsoft.com/office/drawing/2014/main" id="{29D344C8-B895-466D-81E6-2F2B684A55C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rot="-3611180">
                    <a:off x="-35016" y="1078354"/>
                    <a:ext cx="1076433" cy="541385"/>
                  </a:xfrm>
                  <a:custGeom>
                    <a:avLst/>
                    <a:gdLst>
                      <a:gd name="T0" fmla="*/ 538217 w 21600"/>
                      <a:gd name="T1" fmla="*/ 270693 h 21600"/>
                      <a:gd name="T2" fmla="*/ 538217 w 21600"/>
                      <a:gd name="T3" fmla="*/ 270693 h 21600"/>
                      <a:gd name="T4" fmla="*/ 538217 w 21600"/>
                      <a:gd name="T5" fmla="*/ 270693 h 21600"/>
                      <a:gd name="T6" fmla="*/ 538217 w 21600"/>
                      <a:gd name="T7" fmla="*/ 270693 h 2160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1600" h="21600">
                        <a:moveTo>
                          <a:pt x="3731" y="739"/>
                        </a:moveTo>
                        <a:cubicBezTo>
                          <a:pt x="4070" y="261"/>
                          <a:pt x="4475" y="3"/>
                          <a:pt x="4891" y="0"/>
                        </a:cubicBezTo>
                        <a:cubicBezTo>
                          <a:pt x="5628" y="0"/>
                          <a:pt x="6364" y="0"/>
                          <a:pt x="7101" y="0"/>
                        </a:cubicBezTo>
                        <a:cubicBezTo>
                          <a:pt x="8321" y="0"/>
                          <a:pt x="9541" y="0"/>
                          <a:pt x="10761" y="0"/>
                        </a:cubicBezTo>
                        <a:cubicBezTo>
                          <a:pt x="11981" y="0"/>
                          <a:pt x="13201" y="0"/>
                          <a:pt x="14421" y="0"/>
                        </a:cubicBezTo>
                        <a:cubicBezTo>
                          <a:pt x="15158" y="0"/>
                          <a:pt x="15894" y="0"/>
                          <a:pt x="16631" y="0"/>
                        </a:cubicBezTo>
                        <a:cubicBezTo>
                          <a:pt x="17020" y="1"/>
                          <a:pt x="17400" y="226"/>
                          <a:pt x="17727" y="649"/>
                        </a:cubicBezTo>
                        <a:cubicBezTo>
                          <a:pt x="18123" y="1162"/>
                          <a:pt x="18416" y="1935"/>
                          <a:pt x="18556" y="2834"/>
                        </a:cubicBezTo>
                        <a:cubicBezTo>
                          <a:pt x="18713" y="3780"/>
                          <a:pt x="18871" y="4724"/>
                          <a:pt x="19030" y="5669"/>
                        </a:cubicBezTo>
                        <a:cubicBezTo>
                          <a:pt x="19347" y="7558"/>
                          <a:pt x="19666" y="9446"/>
                          <a:pt x="19979" y="11338"/>
                        </a:cubicBezTo>
                        <a:cubicBezTo>
                          <a:pt x="20539" y="14725"/>
                          <a:pt x="21079" y="18126"/>
                          <a:pt x="21600" y="21538"/>
                        </a:cubicBezTo>
                        <a:lnTo>
                          <a:pt x="0" y="21600"/>
                        </a:lnTo>
                        <a:cubicBezTo>
                          <a:pt x="474" y="18156"/>
                          <a:pt x="989" y="14734"/>
                          <a:pt x="1543" y="11338"/>
                        </a:cubicBezTo>
                        <a:cubicBezTo>
                          <a:pt x="1852" y="9443"/>
                          <a:pt x="2174" y="7557"/>
                          <a:pt x="2492" y="5669"/>
                        </a:cubicBezTo>
                        <a:cubicBezTo>
                          <a:pt x="2651" y="4725"/>
                          <a:pt x="2809" y="3780"/>
                          <a:pt x="2966" y="2834"/>
                        </a:cubicBezTo>
                        <a:cubicBezTo>
                          <a:pt x="3098" y="1987"/>
                          <a:pt x="3367" y="1251"/>
                          <a:pt x="3731" y="739"/>
                        </a:cubicBezTo>
                        <a:close/>
                      </a:path>
                    </a:pathLst>
                  </a:custGeom>
                  <a:solidFill>
                    <a:srgbClr val="A3A4A3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12700" cap="flat" cmpd="sng">
                        <a:solidFill>
                          <a:srgbClr val="000000"/>
                        </a:solidFill>
                        <a:prstDash val="solid"/>
                        <a:miter lim="400000"/>
                        <a:headEnd type="none" w="med" len="med"/>
                        <a:tailEnd type="none" w="med" len="med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rgbClr val="000000">
                              <a:alpha val="74997"/>
                            </a:srgbClr>
                          </a:outerShdw>
                        </a:effectLst>
                      </a14:hiddenEffects>
                    </a:ext>
                  </a:extLst>
                </p:spPr>
                <p:txBody>
                  <a:bodyPr lIns="50800" tIns="50800" rIns="50800" bIns="50800" anchor="ctr"/>
                  <a:lstStyle/>
                  <a:p>
                    <a:pPr marL="0" marR="0" lvl="0" indent="0" defTabSz="8255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RU" sz="2200" b="0" i="0" u="none" strike="noStrike" kern="0" cap="none" spc="0" normalizeH="0" baseline="55000" noProof="0" dirty="0">
                      <a:ln>
                        <a:noFill/>
                      </a:ln>
                      <a:solidFill>
                        <a:srgbClr val="7B7B7B"/>
                      </a:solidFill>
                      <a:effectLst/>
                      <a:uLnTx/>
                      <a:uFillTx/>
                      <a:latin typeface="+mn-ea"/>
                      <a:cs typeface="Pretendard" panose="02000503000000020004" pitchFamily="50" charset="-127"/>
                      <a:sym typeface="Open Sans" charset="0"/>
                    </a:endParaRPr>
                  </a:p>
                </p:txBody>
              </p:sp>
              <p:sp>
                <p:nvSpPr>
                  <p:cNvPr id="307" name="AutoShape 20">
                    <a:extLst>
                      <a:ext uri="{FF2B5EF4-FFF2-40B4-BE49-F238E27FC236}">
                        <a16:creationId xmlns:a16="http://schemas.microsoft.com/office/drawing/2014/main" id="{C0F88800-393B-47BD-B1E9-443BD5B1944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rot="7188819">
                    <a:off x="3687201" y="3211373"/>
                    <a:ext cx="1076433" cy="539797"/>
                  </a:xfrm>
                  <a:custGeom>
                    <a:avLst/>
                    <a:gdLst>
                      <a:gd name="T0" fmla="*/ 538217 w 21600"/>
                      <a:gd name="T1" fmla="*/ 269899 h 21600"/>
                      <a:gd name="T2" fmla="*/ 538217 w 21600"/>
                      <a:gd name="T3" fmla="*/ 269899 h 21600"/>
                      <a:gd name="T4" fmla="*/ 538217 w 21600"/>
                      <a:gd name="T5" fmla="*/ 269899 h 21600"/>
                      <a:gd name="T6" fmla="*/ 538217 w 21600"/>
                      <a:gd name="T7" fmla="*/ 269899 h 2160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1600" h="21600">
                        <a:moveTo>
                          <a:pt x="3731" y="739"/>
                        </a:moveTo>
                        <a:cubicBezTo>
                          <a:pt x="4070" y="261"/>
                          <a:pt x="4475" y="3"/>
                          <a:pt x="4891" y="0"/>
                        </a:cubicBezTo>
                        <a:cubicBezTo>
                          <a:pt x="5628" y="0"/>
                          <a:pt x="6364" y="0"/>
                          <a:pt x="7101" y="0"/>
                        </a:cubicBezTo>
                        <a:cubicBezTo>
                          <a:pt x="8321" y="0"/>
                          <a:pt x="9541" y="0"/>
                          <a:pt x="10761" y="0"/>
                        </a:cubicBezTo>
                        <a:cubicBezTo>
                          <a:pt x="11981" y="0"/>
                          <a:pt x="13201" y="0"/>
                          <a:pt x="14421" y="0"/>
                        </a:cubicBezTo>
                        <a:cubicBezTo>
                          <a:pt x="15158" y="0"/>
                          <a:pt x="15894" y="0"/>
                          <a:pt x="16631" y="0"/>
                        </a:cubicBezTo>
                        <a:cubicBezTo>
                          <a:pt x="17020" y="1"/>
                          <a:pt x="17400" y="226"/>
                          <a:pt x="17727" y="649"/>
                        </a:cubicBezTo>
                        <a:cubicBezTo>
                          <a:pt x="18123" y="1162"/>
                          <a:pt x="18416" y="1935"/>
                          <a:pt x="18556" y="2834"/>
                        </a:cubicBezTo>
                        <a:cubicBezTo>
                          <a:pt x="18713" y="3780"/>
                          <a:pt x="18871" y="4724"/>
                          <a:pt x="19030" y="5669"/>
                        </a:cubicBezTo>
                        <a:cubicBezTo>
                          <a:pt x="19347" y="7558"/>
                          <a:pt x="19666" y="9446"/>
                          <a:pt x="19979" y="11338"/>
                        </a:cubicBezTo>
                        <a:cubicBezTo>
                          <a:pt x="20539" y="14725"/>
                          <a:pt x="21079" y="18126"/>
                          <a:pt x="21600" y="21538"/>
                        </a:cubicBezTo>
                        <a:lnTo>
                          <a:pt x="0" y="21600"/>
                        </a:lnTo>
                        <a:cubicBezTo>
                          <a:pt x="474" y="18156"/>
                          <a:pt x="989" y="14734"/>
                          <a:pt x="1543" y="11338"/>
                        </a:cubicBezTo>
                        <a:cubicBezTo>
                          <a:pt x="1852" y="9443"/>
                          <a:pt x="2174" y="7557"/>
                          <a:pt x="2492" y="5669"/>
                        </a:cubicBezTo>
                        <a:cubicBezTo>
                          <a:pt x="2651" y="4725"/>
                          <a:pt x="2809" y="3780"/>
                          <a:pt x="2966" y="2834"/>
                        </a:cubicBezTo>
                        <a:cubicBezTo>
                          <a:pt x="3098" y="1987"/>
                          <a:pt x="3367" y="1251"/>
                          <a:pt x="3731" y="739"/>
                        </a:cubicBezTo>
                        <a:close/>
                      </a:path>
                    </a:pathLst>
                  </a:custGeom>
                  <a:solidFill>
                    <a:srgbClr val="A3A4A3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12700" cap="flat" cmpd="sng">
                        <a:solidFill>
                          <a:srgbClr val="000000"/>
                        </a:solidFill>
                        <a:prstDash val="solid"/>
                        <a:miter lim="400000"/>
                        <a:headEnd type="none" w="med" len="med"/>
                        <a:tailEnd type="none" w="med" len="med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rgbClr val="000000">
                              <a:alpha val="74997"/>
                            </a:srgbClr>
                          </a:outerShdw>
                        </a:effectLst>
                      </a14:hiddenEffects>
                    </a:ext>
                  </a:extLst>
                </p:spPr>
                <p:txBody>
                  <a:bodyPr lIns="50800" tIns="50800" rIns="50800" bIns="50800" anchor="ctr"/>
                  <a:lstStyle/>
                  <a:p>
                    <a:pPr marL="0" marR="0" lvl="0" indent="0" defTabSz="8255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RU" sz="2200" b="0" i="0" u="none" strike="noStrike" kern="0" cap="none" spc="0" normalizeH="0" baseline="55000" noProof="0" dirty="0">
                      <a:ln>
                        <a:noFill/>
                      </a:ln>
                      <a:solidFill>
                        <a:srgbClr val="7B7B7B"/>
                      </a:solidFill>
                      <a:effectLst/>
                      <a:uLnTx/>
                      <a:uFillTx/>
                      <a:latin typeface="+mn-ea"/>
                      <a:cs typeface="Pretendard" panose="02000503000000020004" pitchFamily="50" charset="-127"/>
                      <a:sym typeface="Open Sans" charset="0"/>
                    </a:endParaRPr>
                  </a:p>
                </p:txBody>
              </p:sp>
            </p:grpSp>
            <p:grpSp>
              <p:nvGrpSpPr>
                <p:cNvPr id="282" name="Group 21">
                  <a:extLst>
                    <a:ext uri="{FF2B5EF4-FFF2-40B4-BE49-F238E27FC236}">
                      <a16:creationId xmlns:a16="http://schemas.microsoft.com/office/drawing/2014/main" id="{50774BC4-4B25-4510-8387-A91F8A392E2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rot="-1499185">
                  <a:off x="4765435" y="7207484"/>
                  <a:ext cx="2802529" cy="3164377"/>
                  <a:chOff x="146690" y="-1392"/>
                  <a:chExt cx="2802529" cy="3164376"/>
                </a:xfrm>
              </p:grpSpPr>
              <p:sp>
                <p:nvSpPr>
                  <p:cNvPr id="292" name="Oval 22">
                    <a:extLst>
                      <a:ext uri="{FF2B5EF4-FFF2-40B4-BE49-F238E27FC236}">
                        <a16:creationId xmlns:a16="http://schemas.microsoft.com/office/drawing/2014/main" id="{395AAB53-2454-4AD5-B530-9740E456B89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67678" y="301625"/>
                    <a:ext cx="2565623" cy="2560895"/>
                  </a:xfrm>
                  <a:prstGeom prst="ellipse">
                    <a:avLst/>
                  </a:prstGeom>
                  <a:solidFill>
                    <a:srgbClr val="00B39C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12700" cap="flat" cmpd="sng">
                        <a:solidFill>
                          <a:srgbClr val="000000"/>
                        </a:solidFill>
                        <a:prstDash val="solid"/>
                        <a:miter lim="400000"/>
                        <a:headEnd type="none" w="med" len="med"/>
                        <a:tailEnd type="none" w="med" len="med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rgbClr val="000000">
                              <a:alpha val="74998"/>
                            </a:srgbClr>
                          </a:outerShdw>
                        </a:effectLst>
                      </a14:hiddenEffects>
                    </a:ext>
                  </a:extLst>
                </p:spPr>
                <p:txBody>
                  <a:bodyPr lIns="50800" tIns="50800" rIns="50800" bIns="50800" anchor="ctr"/>
                  <a:lstStyle>
                    <a:lvl1pPr>
                      <a:defRPr sz="2200" baseline="55000">
                        <a:solidFill>
                          <a:srgbClr val="7B7B7B"/>
                        </a:solidFill>
                        <a:latin typeface="Open Sans" charset="0"/>
                        <a:ea typeface="Open Sans" charset="0"/>
                        <a:cs typeface="Open Sans" charset="0"/>
                        <a:sym typeface="Open Sans" charset="0"/>
                      </a:defRPr>
                    </a:lvl1pPr>
                    <a:lvl2pPr marL="742950" indent="-285750">
                      <a:defRPr sz="2200" baseline="55000">
                        <a:solidFill>
                          <a:srgbClr val="7B7B7B"/>
                        </a:solidFill>
                        <a:latin typeface="Open Sans" charset="0"/>
                        <a:ea typeface="Open Sans" charset="0"/>
                        <a:cs typeface="Open Sans" charset="0"/>
                        <a:sym typeface="Open Sans" charset="0"/>
                      </a:defRPr>
                    </a:lvl2pPr>
                    <a:lvl3pPr marL="1143000" indent="-228600">
                      <a:defRPr sz="2200" baseline="55000">
                        <a:solidFill>
                          <a:srgbClr val="7B7B7B"/>
                        </a:solidFill>
                        <a:latin typeface="Open Sans" charset="0"/>
                        <a:ea typeface="Open Sans" charset="0"/>
                        <a:cs typeface="Open Sans" charset="0"/>
                        <a:sym typeface="Open Sans" charset="0"/>
                      </a:defRPr>
                    </a:lvl3pPr>
                    <a:lvl4pPr marL="1600200" indent="-228600">
                      <a:defRPr sz="2200" baseline="55000">
                        <a:solidFill>
                          <a:srgbClr val="7B7B7B"/>
                        </a:solidFill>
                        <a:latin typeface="Open Sans" charset="0"/>
                        <a:ea typeface="Open Sans" charset="0"/>
                        <a:cs typeface="Open Sans" charset="0"/>
                        <a:sym typeface="Open Sans" charset="0"/>
                      </a:defRPr>
                    </a:lvl4pPr>
                    <a:lvl5pPr marL="2057400" indent="-228600">
                      <a:defRPr sz="2200" baseline="55000">
                        <a:solidFill>
                          <a:srgbClr val="7B7B7B"/>
                        </a:solidFill>
                        <a:latin typeface="Open Sans" charset="0"/>
                        <a:ea typeface="Open Sans" charset="0"/>
                        <a:cs typeface="Open Sans" charset="0"/>
                        <a:sym typeface="Open Sans" charset="0"/>
                      </a:defRPr>
                    </a:lvl5pPr>
                    <a:lvl6pPr marL="2514600" indent="-228600" defTabSz="8255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200" baseline="55000">
                        <a:solidFill>
                          <a:srgbClr val="7B7B7B"/>
                        </a:solidFill>
                        <a:latin typeface="Open Sans" charset="0"/>
                        <a:ea typeface="Open Sans" charset="0"/>
                        <a:cs typeface="Open Sans" charset="0"/>
                        <a:sym typeface="Open Sans" charset="0"/>
                      </a:defRPr>
                    </a:lvl6pPr>
                    <a:lvl7pPr marL="2971800" indent="-228600" defTabSz="8255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200" baseline="55000">
                        <a:solidFill>
                          <a:srgbClr val="7B7B7B"/>
                        </a:solidFill>
                        <a:latin typeface="Open Sans" charset="0"/>
                        <a:ea typeface="Open Sans" charset="0"/>
                        <a:cs typeface="Open Sans" charset="0"/>
                        <a:sym typeface="Open Sans" charset="0"/>
                      </a:defRPr>
                    </a:lvl7pPr>
                    <a:lvl8pPr marL="3429000" indent="-228600" defTabSz="8255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200" baseline="55000">
                        <a:solidFill>
                          <a:srgbClr val="7B7B7B"/>
                        </a:solidFill>
                        <a:latin typeface="Open Sans" charset="0"/>
                        <a:ea typeface="Open Sans" charset="0"/>
                        <a:cs typeface="Open Sans" charset="0"/>
                        <a:sym typeface="Open Sans" charset="0"/>
                      </a:defRPr>
                    </a:lvl8pPr>
                    <a:lvl9pPr marL="3886200" indent="-228600" defTabSz="8255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200" baseline="55000">
                        <a:solidFill>
                          <a:srgbClr val="7B7B7B"/>
                        </a:solidFill>
                        <a:latin typeface="Open Sans" charset="0"/>
                        <a:ea typeface="Open Sans" charset="0"/>
                        <a:cs typeface="Open Sans" charset="0"/>
                        <a:sym typeface="Open Sans" charset="0"/>
                      </a:defRPr>
                    </a:lvl9pPr>
                  </a:lstStyle>
                  <a:p>
                    <a:pPr marL="0" marR="0" lvl="0" indent="0" algn="ctr" defTabSz="825500" eaLnBrk="1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32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+mn-ea"/>
                      <a:ea typeface="+mn-ea"/>
                      <a:cs typeface="Pretendard ExtraLight" panose="02000303000000020004" pitchFamily="50" charset="-127"/>
                      <a:sym typeface="Helvetica Light" panose="020B0403020202020204" pitchFamily="34" charset="0"/>
                    </a:endParaRPr>
                  </a:p>
                </p:txBody>
              </p:sp>
              <p:sp>
                <p:nvSpPr>
                  <p:cNvPr id="293" name="Oval 23">
                    <a:extLst>
                      <a:ext uri="{FF2B5EF4-FFF2-40B4-BE49-F238E27FC236}">
                        <a16:creationId xmlns:a16="http://schemas.microsoft.com/office/drawing/2014/main" id="{E1DCDA96-A826-419A-A5F1-E8245F9DFBF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730313" y="763954"/>
                    <a:ext cx="1635267" cy="1632114"/>
                  </a:xfrm>
                  <a:prstGeom prst="ellipse">
                    <a:avLst/>
                  </a:prstGeom>
                  <a:solidFill>
                    <a:srgbClr val="F0F0F0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12700" cap="flat" cmpd="sng">
                        <a:solidFill>
                          <a:srgbClr val="000000"/>
                        </a:solidFill>
                        <a:prstDash val="solid"/>
                        <a:miter lim="400000"/>
                        <a:headEnd type="none" w="med" len="med"/>
                        <a:tailEnd type="none" w="med" len="med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rgbClr val="000000">
                              <a:alpha val="74998"/>
                            </a:srgbClr>
                          </a:outerShdw>
                        </a:effectLst>
                      </a14:hiddenEffects>
                    </a:ext>
                  </a:extLst>
                </p:spPr>
                <p:txBody>
                  <a:bodyPr lIns="50800" tIns="50800" rIns="50800" bIns="50800" anchor="ctr"/>
                  <a:lstStyle>
                    <a:lvl1pPr>
                      <a:defRPr sz="2200" baseline="55000">
                        <a:solidFill>
                          <a:srgbClr val="7B7B7B"/>
                        </a:solidFill>
                        <a:latin typeface="Open Sans" charset="0"/>
                        <a:ea typeface="Open Sans" charset="0"/>
                        <a:cs typeface="Open Sans" charset="0"/>
                        <a:sym typeface="Open Sans" charset="0"/>
                      </a:defRPr>
                    </a:lvl1pPr>
                    <a:lvl2pPr marL="742950" indent="-285750">
                      <a:defRPr sz="2200" baseline="55000">
                        <a:solidFill>
                          <a:srgbClr val="7B7B7B"/>
                        </a:solidFill>
                        <a:latin typeface="Open Sans" charset="0"/>
                        <a:ea typeface="Open Sans" charset="0"/>
                        <a:cs typeface="Open Sans" charset="0"/>
                        <a:sym typeface="Open Sans" charset="0"/>
                      </a:defRPr>
                    </a:lvl2pPr>
                    <a:lvl3pPr marL="1143000" indent="-228600">
                      <a:defRPr sz="2200" baseline="55000">
                        <a:solidFill>
                          <a:srgbClr val="7B7B7B"/>
                        </a:solidFill>
                        <a:latin typeface="Open Sans" charset="0"/>
                        <a:ea typeface="Open Sans" charset="0"/>
                        <a:cs typeface="Open Sans" charset="0"/>
                        <a:sym typeface="Open Sans" charset="0"/>
                      </a:defRPr>
                    </a:lvl3pPr>
                    <a:lvl4pPr marL="1600200" indent="-228600">
                      <a:defRPr sz="2200" baseline="55000">
                        <a:solidFill>
                          <a:srgbClr val="7B7B7B"/>
                        </a:solidFill>
                        <a:latin typeface="Open Sans" charset="0"/>
                        <a:ea typeface="Open Sans" charset="0"/>
                        <a:cs typeface="Open Sans" charset="0"/>
                        <a:sym typeface="Open Sans" charset="0"/>
                      </a:defRPr>
                    </a:lvl4pPr>
                    <a:lvl5pPr marL="2057400" indent="-228600">
                      <a:defRPr sz="2200" baseline="55000">
                        <a:solidFill>
                          <a:srgbClr val="7B7B7B"/>
                        </a:solidFill>
                        <a:latin typeface="Open Sans" charset="0"/>
                        <a:ea typeface="Open Sans" charset="0"/>
                        <a:cs typeface="Open Sans" charset="0"/>
                        <a:sym typeface="Open Sans" charset="0"/>
                      </a:defRPr>
                    </a:lvl5pPr>
                    <a:lvl6pPr marL="2514600" indent="-228600" defTabSz="8255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200" baseline="55000">
                        <a:solidFill>
                          <a:srgbClr val="7B7B7B"/>
                        </a:solidFill>
                        <a:latin typeface="Open Sans" charset="0"/>
                        <a:ea typeface="Open Sans" charset="0"/>
                        <a:cs typeface="Open Sans" charset="0"/>
                        <a:sym typeface="Open Sans" charset="0"/>
                      </a:defRPr>
                    </a:lvl6pPr>
                    <a:lvl7pPr marL="2971800" indent="-228600" defTabSz="8255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200" baseline="55000">
                        <a:solidFill>
                          <a:srgbClr val="7B7B7B"/>
                        </a:solidFill>
                        <a:latin typeface="Open Sans" charset="0"/>
                        <a:ea typeface="Open Sans" charset="0"/>
                        <a:cs typeface="Open Sans" charset="0"/>
                        <a:sym typeface="Open Sans" charset="0"/>
                      </a:defRPr>
                    </a:lvl7pPr>
                    <a:lvl8pPr marL="3429000" indent="-228600" defTabSz="8255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200" baseline="55000">
                        <a:solidFill>
                          <a:srgbClr val="7B7B7B"/>
                        </a:solidFill>
                        <a:latin typeface="Open Sans" charset="0"/>
                        <a:ea typeface="Open Sans" charset="0"/>
                        <a:cs typeface="Open Sans" charset="0"/>
                        <a:sym typeface="Open Sans" charset="0"/>
                      </a:defRPr>
                    </a:lvl8pPr>
                    <a:lvl9pPr marL="3886200" indent="-228600" defTabSz="8255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200" baseline="55000">
                        <a:solidFill>
                          <a:srgbClr val="7B7B7B"/>
                        </a:solidFill>
                        <a:latin typeface="Open Sans" charset="0"/>
                        <a:ea typeface="Open Sans" charset="0"/>
                        <a:cs typeface="Open Sans" charset="0"/>
                        <a:sym typeface="Open Sans" charset="0"/>
                      </a:defRPr>
                    </a:lvl9pPr>
                  </a:lstStyle>
                  <a:p>
                    <a:pPr marL="0" marR="0" lvl="0" indent="0" algn="ctr" defTabSz="825500" eaLnBrk="1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32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+mn-ea"/>
                      <a:ea typeface="+mn-ea"/>
                      <a:cs typeface="Pretendard ExtraLight" panose="02000303000000020004" pitchFamily="50" charset="-127"/>
                      <a:sym typeface="Helvetica Light" panose="020B0403020202020204" pitchFamily="34" charset="0"/>
                    </a:endParaRPr>
                  </a:p>
                </p:txBody>
              </p:sp>
              <p:sp>
                <p:nvSpPr>
                  <p:cNvPr id="294" name="AutoShape 24">
                    <a:extLst>
                      <a:ext uri="{FF2B5EF4-FFF2-40B4-BE49-F238E27FC236}">
                        <a16:creationId xmlns:a16="http://schemas.microsoft.com/office/drawing/2014/main" id="{8C9874DA-ADE2-4363-A269-AF0FDD5DF87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197498" y="-3114"/>
                    <a:ext cx="706500" cy="354047"/>
                  </a:xfrm>
                  <a:custGeom>
                    <a:avLst/>
                    <a:gdLst>
                      <a:gd name="T0" fmla="*/ 353250 w 21600"/>
                      <a:gd name="T1" fmla="*/ 177024 h 21600"/>
                      <a:gd name="T2" fmla="*/ 353250 w 21600"/>
                      <a:gd name="T3" fmla="*/ 177024 h 21600"/>
                      <a:gd name="T4" fmla="*/ 353250 w 21600"/>
                      <a:gd name="T5" fmla="*/ 177024 h 21600"/>
                      <a:gd name="T6" fmla="*/ 353250 w 21600"/>
                      <a:gd name="T7" fmla="*/ 177024 h 2160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1600" h="21600">
                        <a:moveTo>
                          <a:pt x="3731" y="739"/>
                        </a:moveTo>
                        <a:cubicBezTo>
                          <a:pt x="4070" y="261"/>
                          <a:pt x="4475" y="3"/>
                          <a:pt x="4891" y="0"/>
                        </a:cubicBezTo>
                        <a:cubicBezTo>
                          <a:pt x="5628" y="0"/>
                          <a:pt x="6364" y="0"/>
                          <a:pt x="7101" y="0"/>
                        </a:cubicBezTo>
                        <a:cubicBezTo>
                          <a:pt x="8321" y="0"/>
                          <a:pt x="9541" y="0"/>
                          <a:pt x="10761" y="0"/>
                        </a:cubicBezTo>
                        <a:cubicBezTo>
                          <a:pt x="11981" y="0"/>
                          <a:pt x="13201" y="0"/>
                          <a:pt x="14421" y="0"/>
                        </a:cubicBezTo>
                        <a:cubicBezTo>
                          <a:pt x="15158" y="0"/>
                          <a:pt x="15894" y="0"/>
                          <a:pt x="16631" y="0"/>
                        </a:cubicBezTo>
                        <a:cubicBezTo>
                          <a:pt x="17020" y="1"/>
                          <a:pt x="17400" y="226"/>
                          <a:pt x="17727" y="649"/>
                        </a:cubicBezTo>
                        <a:cubicBezTo>
                          <a:pt x="18123" y="1162"/>
                          <a:pt x="18416" y="1935"/>
                          <a:pt x="18556" y="2834"/>
                        </a:cubicBezTo>
                        <a:cubicBezTo>
                          <a:pt x="18713" y="3780"/>
                          <a:pt x="18871" y="4724"/>
                          <a:pt x="19030" y="5669"/>
                        </a:cubicBezTo>
                        <a:cubicBezTo>
                          <a:pt x="19347" y="7558"/>
                          <a:pt x="19666" y="9446"/>
                          <a:pt x="19979" y="11338"/>
                        </a:cubicBezTo>
                        <a:cubicBezTo>
                          <a:pt x="20539" y="14725"/>
                          <a:pt x="21079" y="18126"/>
                          <a:pt x="21600" y="21538"/>
                        </a:cubicBezTo>
                        <a:lnTo>
                          <a:pt x="0" y="21600"/>
                        </a:lnTo>
                        <a:cubicBezTo>
                          <a:pt x="474" y="18156"/>
                          <a:pt x="989" y="14734"/>
                          <a:pt x="1543" y="11338"/>
                        </a:cubicBezTo>
                        <a:cubicBezTo>
                          <a:pt x="1852" y="9443"/>
                          <a:pt x="2174" y="7557"/>
                          <a:pt x="2492" y="5669"/>
                        </a:cubicBezTo>
                        <a:cubicBezTo>
                          <a:pt x="2651" y="4725"/>
                          <a:pt x="2809" y="3780"/>
                          <a:pt x="2966" y="2834"/>
                        </a:cubicBezTo>
                        <a:cubicBezTo>
                          <a:pt x="3098" y="1987"/>
                          <a:pt x="3367" y="1251"/>
                          <a:pt x="3731" y="739"/>
                        </a:cubicBezTo>
                        <a:close/>
                      </a:path>
                    </a:pathLst>
                  </a:custGeom>
                  <a:solidFill>
                    <a:srgbClr val="00B39C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12700" cap="flat" cmpd="sng">
                        <a:solidFill>
                          <a:srgbClr val="000000"/>
                        </a:solidFill>
                        <a:prstDash val="solid"/>
                        <a:miter lim="400000"/>
                        <a:headEnd type="none" w="med" len="med"/>
                        <a:tailEnd type="none" w="med" len="med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rgbClr val="000000">
                              <a:alpha val="74997"/>
                            </a:srgbClr>
                          </a:outerShdw>
                        </a:effectLst>
                      </a14:hiddenEffects>
                    </a:ext>
                  </a:extLst>
                </p:spPr>
                <p:txBody>
                  <a:bodyPr lIns="50800" tIns="50800" rIns="50800" bIns="50800" anchor="ctr"/>
                  <a:lstStyle/>
                  <a:p>
                    <a:pPr marL="0" marR="0" lvl="0" indent="0" defTabSz="8255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RU" sz="2200" b="0" i="0" u="none" strike="noStrike" kern="0" cap="none" spc="0" normalizeH="0" baseline="55000" noProof="0" dirty="0">
                      <a:ln>
                        <a:noFill/>
                      </a:ln>
                      <a:solidFill>
                        <a:srgbClr val="7B7B7B"/>
                      </a:solidFill>
                      <a:effectLst/>
                      <a:uLnTx/>
                      <a:uFillTx/>
                      <a:latin typeface="+mn-ea"/>
                      <a:cs typeface="Pretendard" panose="02000503000000020004" pitchFamily="50" charset="-127"/>
                      <a:sym typeface="Open Sans" charset="0"/>
                    </a:endParaRPr>
                  </a:p>
                </p:txBody>
              </p:sp>
              <p:sp>
                <p:nvSpPr>
                  <p:cNvPr id="295" name="AutoShape 25">
                    <a:extLst>
                      <a:ext uri="{FF2B5EF4-FFF2-40B4-BE49-F238E27FC236}">
                        <a16:creationId xmlns:a16="http://schemas.microsoft.com/office/drawing/2014/main" id="{E4B2C02D-382B-4EAB-9FFA-2BAD60C02CB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rot="10800000">
                    <a:off x="1197554" y="2808221"/>
                    <a:ext cx="706500" cy="354048"/>
                  </a:xfrm>
                  <a:custGeom>
                    <a:avLst/>
                    <a:gdLst>
                      <a:gd name="T0" fmla="*/ 353250 w 21600"/>
                      <a:gd name="T1" fmla="*/ 177024 h 21600"/>
                      <a:gd name="T2" fmla="*/ 353250 w 21600"/>
                      <a:gd name="T3" fmla="*/ 177024 h 21600"/>
                      <a:gd name="T4" fmla="*/ 353250 w 21600"/>
                      <a:gd name="T5" fmla="*/ 177024 h 21600"/>
                      <a:gd name="T6" fmla="*/ 353250 w 21600"/>
                      <a:gd name="T7" fmla="*/ 177024 h 2160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1600" h="21600">
                        <a:moveTo>
                          <a:pt x="3731" y="739"/>
                        </a:moveTo>
                        <a:cubicBezTo>
                          <a:pt x="4070" y="261"/>
                          <a:pt x="4475" y="3"/>
                          <a:pt x="4891" y="0"/>
                        </a:cubicBezTo>
                        <a:cubicBezTo>
                          <a:pt x="5628" y="0"/>
                          <a:pt x="6364" y="0"/>
                          <a:pt x="7101" y="0"/>
                        </a:cubicBezTo>
                        <a:cubicBezTo>
                          <a:pt x="8321" y="0"/>
                          <a:pt x="9541" y="0"/>
                          <a:pt x="10761" y="0"/>
                        </a:cubicBezTo>
                        <a:cubicBezTo>
                          <a:pt x="11981" y="0"/>
                          <a:pt x="13201" y="0"/>
                          <a:pt x="14421" y="0"/>
                        </a:cubicBezTo>
                        <a:cubicBezTo>
                          <a:pt x="15158" y="0"/>
                          <a:pt x="15894" y="0"/>
                          <a:pt x="16631" y="0"/>
                        </a:cubicBezTo>
                        <a:cubicBezTo>
                          <a:pt x="17020" y="1"/>
                          <a:pt x="17400" y="226"/>
                          <a:pt x="17727" y="649"/>
                        </a:cubicBezTo>
                        <a:cubicBezTo>
                          <a:pt x="18123" y="1162"/>
                          <a:pt x="18416" y="1935"/>
                          <a:pt x="18556" y="2834"/>
                        </a:cubicBezTo>
                        <a:cubicBezTo>
                          <a:pt x="18713" y="3780"/>
                          <a:pt x="18871" y="4724"/>
                          <a:pt x="19030" y="5669"/>
                        </a:cubicBezTo>
                        <a:cubicBezTo>
                          <a:pt x="19347" y="7558"/>
                          <a:pt x="19666" y="9446"/>
                          <a:pt x="19979" y="11338"/>
                        </a:cubicBezTo>
                        <a:cubicBezTo>
                          <a:pt x="20539" y="14725"/>
                          <a:pt x="21079" y="18126"/>
                          <a:pt x="21600" y="21538"/>
                        </a:cubicBezTo>
                        <a:lnTo>
                          <a:pt x="0" y="21600"/>
                        </a:lnTo>
                        <a:cubicBezTo>
                          <a:pt x="474" y="18156"/>
                          <a:pt x="989" y="14734"/>
                          <a:pt x="1543" y="11338"/>
                        </a:cubicBezTo>
                        <a:cubicBezTo>
                          <a:pt x="1852" y="9443"/>
                          <a:pt x="2174" y="7557"/>
                          <a:pt x="2492" y="5669"/>
                        </a:cubicBezTo>
                        <a:cubicBezTo>
                          <a:pt x="2651" y="4725"/>
                          <a:pt x="2809" y="3780"/>
                          <a:pt x="2966" y="2834"/>
                        </a:cubicBezTo>
                        <a:cubicBezTo>
                          <a:pt x="3098" y="1987"/>
                          <a:pt x="3367" y="1251"/>
                          <a:pt x="3731" y="739"/>
                        </a:cubicBezTo>
                        <a:close/>
                      </a:path>
                    </a:pathLst>
                  </a:custGeom>
                  <a:solidFill>
                    <a:srgbClr val="00B39C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12700" cap="flat" cmpd="sng">
                        <a:solidFill>
                          <a:srgbClr val="000000"/>
                        </a:solidFill>
                        <a:prstDash val="solid"/>
                        <a:miter lim="400000"/>
                        <a:headEnd type="none" w="med" len="med"/>
                        <a:tailEnd type="none" w="med" len="med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rgbClr val="000000">
                              <a:alpha val="74997"/>
                            </a:srgbClr>
                          </a:outerShdw>
                        </a:effectLst>
                      </a14:hiddenEffects>
                    </a:ext>
                  </a:extLst>
                </p:spPr>
                <p:txBody>
                  <a:bodyPr lIns="50800" tIns="50800" rIns="50800" bIns="50800" anchor="ctr"/>
                  <a:lstStyle/>
                  <a:p>
                    <a:pPr marL="0" marR="0" lvl="0" indent="0" defTabSz="8255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RU" sz="2200" b="0" i="0" u="none" strike="noStrike" kern="0" cap="none" spc="0" normalizeH="0" baseline="55000" noProof="0" dirty="0">
                      <a:ln>
                        <a:noFill/>
                      </a:ln>
                      <a:solidFill>
                        <a:srgbClr val="7B7B7B"/>
                      </a:solidFill>
                      <a:effectLst/>
                      <a:uLnTx/>
                      <a:uFillTx/>
                      <a:latin typeface="+mn-ea"/>
                      <a:cs typeface="Pretendard" panose="02000503000000020004" pitchFamily="50" charset="-127"/>
                      <a:sym typeface="Open Sans" charset="0"/>
                    </a:endParaRPr>
                  </a:p>
                </p:txBody>
              </p:sp>
              <p:sp>
                <p:nvSpPr>
                  <p:cNvPr id="296" name="AutoShape 26">
                    <a:extLst>
                      <a:ext uri="{FF2B5EF4-FFF2-40B4-BE49-F238E27FC236}">
                        <a16:creationId xmlns:a16="http://schemas.microsoft.com/office/drawing/2014/main" id="{06A44FC6-BCAF-41CB-83C7-8A5AAD9ACBE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rot="3621921">
                    <a:off x="2417908" y="707223"/>
                    <a:ext cx="704921" cy="355631"/>
                  </a:xfrm>
                  <a:custGeom>
                    <a:avLst/>
                    <a:gdLst>
                      <a:gd name="T0" fmla="*/ 352461 w 21600"/>
                      <a:gd name="T1" fmla="*/ 177816 h 21600"/>
                      <a:gd name="T2" fmla="*/ 352461 w 21600"/>
                      <a:gd name="T3" fmla="*/ 177816 h 21600"/>
                      <a:gd name="T4" fmla="*/ 352461 w 21600"/>
                      <a:gd name="T5" fmla="*/ 177816 h 21600"/>
                      <a:gd name="T6" fmla="*/ 352461 w 21600"/>
                      <a:gd name="T7" fmla="*/ 177816 h 2160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1600" h="21600">
                        <a:moveTo>
                          <a:pt x="3731" y="739"/>
                        </a:moveTo>
                        <a:cubicBezTo>
                          <a:pt x="4070" y="261"/>
                          <a:pt x="4475" y="3"/>
                          <a:pt x="4891" y="0"/>
                        </a:cubicBezTo>
                        <a:cubicBezTo>
                          <a:pt x="5628" y="0"/>
                          <a:pt x="6364" y="0"/>
                          <a:pt x="7101" y="0"/>
                        </a:cubicBezTo>
                        <a:cubicBezTo>
                          <a:pt x="8321" y="0"/>
                          <a:pt x="9541" y="0"/>
                          <a:pt x="10761" y="0"/>
                        </a:cubicBezTo>
                        <a:cubicBezTo>
                          <a:pt x="11981" y="0"/>
                          <a:pt x="13201" y="0"/>
                          <a:pt x="14421" y="0"/>
                        </a:cubicBezTo>
                        <a:cubicBezTo>
                          <a:pt x="15158" y="0"/>
                          <a:pt x="15894" y="0"/>
                          <a:pt x="16631" y="0"/>
                        </a:cubicBezTo>
                        <a:cubicBezTo>
                          <a:pt x="17020" y="1"/>
                          <a:pt x="17400" y="226"/>
                          <a:pt x="17727" y="649"/>
                        </a:cubicBezTo>
                        <a:cubicBezTo>
                          <a:pt x="18123" y="1162"/>
                          <a:pt x="18416" y="1935"/>
                          <a:pt x="18556" y="2834"/>
                        </a:cubicBezTo>
                        <a:cubicBezTo>
                          <a:pt x="18713" y="3780"/>
                          <a:pt x="18871" y="4724"/>
                          <a:pt x="19030" y="5669"/>
                        </a:cubicBezTo>
                        <a:cubicBezTo>
                          <a:pt x="19347" y="7558"/>
                          <a:pt x="19666" y="9446"/>
                          <a:pt x="19979" y="11338"/>
                        </a:cubicBezTo>
                        <a:cubicBezTo>
                          <a:pt x="20539" y="14725"/>
                          <a:pt x="21079" y="18126"/>
                          <a:pt x="21600" y="21538"/>
                        </a:cubicBezTo>
                        <a:lnTo>
                          <a:pt x="0" y="21600"/>
                        </a:lnTo>
                        <a:cubicBezTo>
                          <a:pt x="474" y="18156"/>
                          <a:pt x="989" y="14734"/>
                          <a:pt x="1543" y="11338"/>
                        </a:cubicBezTo>
                        <a:cubicBezTo>
                          <a:pt x="1852" y="9443"/>
                          <a:pt x="2174" y="7557"/>
                          <a:pt x="2492" y="5669"/>
                        </a:cubicBezTo>
                        <a:cubicBezTo>
                          <a:pt x="2651" y="4725"/>
                          <a:pt x="2809" y="3780"/>
                          <a:pt x="2966" y="2834"/>
                        </a:cubicBezTo>
                        <a:cubicBezTo>
                          <a:pt x="3098" y="1987"/>
                          <a:pt x="3367" y="1251"/>
                          <a:pt x="3731" y="739"/>
                        </a:cubicBezTo>
                        <a:close/>
                      </a:path>
                    </a:pathLst>
                  </a:custGeom>
                  <a:solidFill>
                    <a:srgbClr val="00B39C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12700" cap="flat" cmpd="sng">
                        <a:solidFill>
                          <a:srgbClr val="000000"/>
                        </a:solidFill>
                        <a:prstDash val="solid"/>
                        <a:miter lim="400000"/>
                        <a:headEnd type="none" w="med" len="med"/>
                        <a:tailEnd type="none" w="med" len="med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rgbClr val="000000">
                              <a:alpha val="74997"/>
                            </a:srgbClr>
                          </a:outerShdw>
                        </a:effectLst>
                      </a14:hiddenEffects>
                    </a:ext>
                  </a:extLst>
                </p:spPr>
                <p:txBody>
                  <a:bodyPr lIns="50800" tIns="50800" rIns="50800" bIns="50800" anchor="ctr"/>
                  <a:lstStyle/>
                  <a:p>
                    <a:pPr marL="0" marR="0" lvl="0" indent="0" defTabSz="8255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RU" sz="2200" b="0" i="0" u="none" strike="noStrike" kern="0" cap="none" spc="0" normalizeH="0" baseline="55000" noProof="0" dirty="0">
                      <a:ln>
                        <a:noFill/>
                      </a:ln>
                      <a:solidFill>
                        <a:srgbClr val="7B7B7B"/>
                      </a:solidFill>
                      <a:effectLst/>
                      <a:uLnTx/>
                      <a:uFillTx/>
                      <a:latin typeface="+mn-ea"/>
                      <a:cs typeface="Pretendard" panose="02000503000000020004" pitchFamily="50" charset="-127"/>
                      <a:sym typeface="Open Sans" charset="0"/>
                    </a:endParaRPr>
                  </a:p>
                </p:txBody>
              </p:sp>
              <p:sp>
                <p:nvSpPr>
                  <p:cNvPr id="297" name="AutoShape 27">
                    <a:extLst>
                      <a:ext uri="{FF2B5EF4-FFF2-40B4-BE49-F238E27FC236}">
                        <a16:creationId xmlns:a16="http://schemas.microsoft.com/office/drawing/2014/main" id="{54FA8B6D-2057-421F-A459-B88D511F671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rot="-7178079">
                    <a:off x="-29022" y="2101820"/>
                    <a:ext cx="706509" cy="355631"/>
                  </a:xfrm>
                  <a:custGeom>
                    <a:avLst/>
                    <a:gdLst>
                      <a:gd name="T0" fmla="*/ 353255 w 21600"/>
                      <a:gd name="T1" fmla="*/ 177816 h 21600"/>
                      <a:gd name="T2" fmla="*/ 353255 w 21600"/>
                      <a:gd name="T3" fmla="*/ 177816 h 21600"/>
                      <a:gd name="T4" fmla="*/ 353255 w 21600"/>
                      <a:gd name="T5" fmla="*/ 177816 h 21600"/>
                      <a:gd name="T6" fmla="*/ 353255 w 21600"/>
                      <a:gd name="T7" fmla="*/ 177816 h 2160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1600" h="21600">
                        <a:moveTo>
                          <a:pt x="3731" y="739"/>
                        </a:moveTo>
                        <a:cubicBezTo>
                          <a:pt x="4070" y="261"/>
                          <a:pt x="4475" y="3"/>
                          <a:pt x="4891" y="0"/>
                        </a:cubicBezTo>
                        <a:cubicBezTo>
                          <a:pt x="5628" y="0"/>
                          <a:pt x="6364" y="0"/>
                          <a:pt x="7101" y="0"/>
                        </a:cubicBezTo>
                        <a:cubicBezTo>
                          <a:pt x="8321" y="0"/>
                          <a:pt x="9541" y="0"/>
                          <a:pt x="10761" y="0"/>
                        </a:cubicBezTo>
                        <a:cubicBezTo>
                          <a:pt x="11981" y="0"/>
                          <a:pt x="13201" y="0"/>
                          <a:pt x="14421" y="0"/>
                        </a:cubicBezTo>
                        <a:cubicBezTo>
                          <a:pt x="15158" y="0"/>
                          <a:pt x="15894" y="0"/>
                          <a:pt x="16631" y="0"/>
                        </a:cubicBezTo>
                        <a:cubicBezTo>
                          <a:pt x="17020" y="1"/>
                          <a:pt x="17400" y="226"/>
                          <a:pt x="17727" y="649"/>
                        </a:cubicBezTo>
                        <a:cubicBezTo>
                          <a:pt x="18123" y="1162"/>
                          <a:pt x="18416" y="1935"/>
                          <a:pt x="18556" y="2834"/>
                        </a:cubicBezTo>
                        <a:cubicBezTo>
                          <a:pt x="18713" y="3780"/>
                          <a:pt x="18871" y="4724"/>
                          <a:pt x="19030" y="5669"/>
                        </a:cubicBezTo>
                        <a:cubicBezTo>
                          <a:pt x="19347" y="7558"/>
                          <a:pt x="19666" y="9446"/>
                          <a:pt x="19979" y="11338"/>
                        </a:cubicBezTo>
                        <a:cubicBezTo>
                          <a:pt x="20539" y="14725"/>
                          <a:pt x="21079" y="18126"/>
                          <a:pt x="21600" y="21538"/>
                        </a:cubicBezTo>
                        <a:lnTo>
                          <a:pt x="0" y="21600"/>
                        </a:lnTo>
                        <a:cubicBezTo>
                          <a:pt x="474" y="18156"/>
                          <a:pt x="989" y="14734"/>
                          <a:pt x="1543" y="11338"/>
                        </a:cubicBezTo>
                        <a:cubicBezTo>
                          <a:pt x="1852" y="9443"/>
                          <a:pt x="2174" y="7557"/>
                          <a:pt x="2492" y="5669"/>
                        </a:cubicBezTo>
                        <a:cubicBezTo>
                          <a:pt x="2651" y="4725"/>
                          <a:pt x="2809" y="3780"/>
                          <a:pt x="2966" y="2834"/>
                        </a:cubicBezTo>
                        <a:cubicBezTo>
                          <a:pt x="3098" y="1987"/>
                          <a:pt x="3367" y="1251"/>
                          <a:pt x="3731" y="739"/>
                        </a:cubicBezTo>
                        <a:close/>
                      </a:path>
                    </a:pathLst>
                  </a:custGeom>
                  <a:solidFill>
                    <a:srgbClr val="00B39C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12700" cap="flat" cmpd="sng">
                        <a:solidFill>
                          <a:srgbClr val="000000"/>
                        </a:solidFill>
                        <a:prstDash val="solid"/>
                        <a:miter lim="400000"/>
                        <a:headEnd type="none" w="med" len="med"/>
                        <a:tailEnd type="none" w="med" len="med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rgbClr val="000000">
                              <a:alpha val="74997"/>
                            </a:srgbClr>
                          </a:outerShdw>
                        </a:effectLst>
                      </a14:hiddenEffects>
                    </a:ext>
                  </a:extLst>
                </p:spPr>
                <p:txBody>
                  <a:bodyPr lIns="50800" tIns="50800" rIns="50800" bIns="50800" anchor="ctr"/>
                  <a:lstStyle/>
                  <a:p>
                    <a:pPr marL="0" marR="0" lvl="0" indent="0" defTabSz="8255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RU" sz="2200" b="0" i="0" u="none" strike="noStrike" kern="0" cap="none" spc="0" normalizeH="0" baseline="55000" noProof="0" dirty="0">
                      <a:ln>
                        <a:noFill/>
                      </a:ln>
                      <a:solidFill>
                        <a:srgbClr val="7B7B7B"/>
                      </a:solidFill>
                      <a:effectLst/>
                      <a:uLnTx/>
                      <a:uFillTx/>
                      <a:latin typeface="+mn-ea"/>
                      <a:cs typeface="Pretendard" panose="02000503000000020004" pitchFamily="50" charset="-127"/>
                      <a:sym typeface="Open Sans" charset="0"/>
                    </a:endParaRPr>
                  </a:p>
                </p:txBody>
              </p:sp>
              <p:sp>
                <p:nvSpPr>
                  <p:cNvPr id="298" name="AutoShape 28">
                    <a:extLst>
                      <a:ext uri="{FF2B5EF4-FFF2-40B4-BE49-F238E27FC236}">
                        <a16:creationId xmlns:a16="http://schemas.microsoft.com/office/drawing/2014/main" id="{8A10CA35-5D26-43F9-B305-DC7DFB92423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rot="-3611180">
                    <a:off x="-23099" y="706726"/>
                    <a:ext cx="706509" cy="354043"/>
                  </a:xfrm>
                  <a:custGeom>
                    <a:avLst/>
                    <a:gdLst>
                      <a:gd name="T0" fmla="*/ 353255 w 21600"/>
                      <a:gd name="T1" fmla="*/ 177022 h 21600"/>
                      <a:gd name="T2" fmla="*/ 353255 w 21600"/>
                      <a:gd name="T3" fmla="*/ 177022 h 21600"/>
                      <a:gd name="T4" fmla="*/ 353255 w 21600"/>
                      <a:gd name="T5" fmla="*/ 177022 h 21600"/>
                      <a:gd name="T6" fmla="*/ 353255 w 21600"/>
                      <a:gd name="T7" fmla="*/ 177022 h 2160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1600" h="21600">
                        <a:moveTo>
                          <a:pt x="3731" y="739"/>
                        </a:moveTo>
                        <a:cubicBezTo>
                          <a:pt x="4070" y="261"/>
                          <a:pt x="4475" y="3"/>
                          <a:pt x="4891" y="0"/>
                        </a:cubicBezTo>
                        <a:cubicBezTo>
                          <a:pt x="5628" y="0"/>
                          <a:pt x="6364" y="0"/>
                          <a:pt x="7101" y="0"/>
                        </a:cubicBezTo>
                        <a:cubicBezTo>
                          <a:pt x="8321" y="0"/>
                          <a:pt x="9541" y="0"/>
                          <a:pt x="10761" y="0"/>
                        </a:cubicBezTo>
                        <a:cubicBezTo>
                          <a:pt x="11981" y="0"/>
                          <a:pt x="13201" y="0"/>
                          <a:pt x="14421" y="0"/>
                        </a:cubicBezTo>
                        <a:cubicBezTo>
                          <a:pt x="15158" y="0"/>
                          <a:pt x="15894" y="0"/>
                          <a:pt x="16631" y="0"/>
                        </a:cubicBezTo>
                        <a:cubicBezTo>
                          <a:pt x="17020" y="1"/>
                          <a:pt x="17400" y="226"/>
                          <a:pt x="17727" y="649"/>
                        </a:cubicBezTo>
                        <a:cubicBezTo>
                          <a:pt x="18123" y="1162"/>
                          <a:pt x="18416" y="1935"/>
                          <a:pt x="18556" y="2834"/>
                        </a:cubicBezTo>
                        <a:cubicBezTo>
                          <a:pt x="18713" y="3780"/>
                          <a:pt x="18871" y="4724"/>
                          <a:pt x="19030" y="5669"/>
                        </a:cubicBezTo>
                        <a:cubicBezTo>
                          <a:pt x="19347" y="7558"/>
                          <a:pt x="19666" y="9446"/>
                          <a:pt x="19979" y="11338"/>
                        </a:cubicBezTo>
                        <a:cubicBezTo>
                          <a:pt x="20539" y="14725"/>
                          <a:pt x="21079" y="18126"/>
                          <a:pt x="21600" y="21538"/>
                        </a:cubicBezTo>
                        <a:lnTo>
                          <a:pt x="0" y="21600"/>
                        </a:lnTo>
                        <a:cubicBezTo>
                          <a:pt x="474" y="18156"/>
                          <a:pt x="989" y="14734"/>
                          <a:pt x="1543" y="11338"/>
                        </a:cubicBezTo>
                        <a:cubicBezTo>
                          <a:pt x="1852" y="9443"/>
                          <a:pt x="2174" y="7557"/>
                          <a:pt x="2492" y="5669"/>
                        </a:cubicBezTo>
                        <a:cubicBezTo>
                          <a:pt x="2651" y="4725"/>
                          <a:pt x="2809" y="3780"/>
                          <a:pt x="2966" y="2834"/>
                        </a:cubicBezTo>
                        <a:cubicBezTo>
                          <a:pt x="3098" y="1987"/>
                          <a:pt x="3367" y="1251"/>
                          <a:pt x="3731" y="739"/>
                        </a:cubicBezTo>
                        <a:close/>
                      </a:path>
                    </a:pathLst>
                  </a:custGeom>
                  <a:solidFill>
                    <a:srgbClr val="00B39C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12700" cap="flat" cmpd="sng">
                        <a:solidFill>
                          <a:srgbClr val="000000"/>
                        </a:solidFill>
                        <a:prstDash val="solid"/>
                        <a:miter lim="400000"/>
                        <a:headEnd type="none" w="med" len="med"/>
                        <a:tailEnd type="none" w="med" len="med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rgbClr val="000000">
                              <a:alpha val="74997"/>
                            </a:srgbClr>
                          </a:outerShdw>
                        </a:effectLst>
                      </a14:hiddenEffects>
                    </a:ext>
                  </a:extLst>
                </p:spPr>
                <p:txBody>
                  <a:bodyPr lIns="50800" tIns="50800" rIns="50800" bIns="50800" anchor="ctr"/>
                  <a:lstStyle/>
                  <a:p>
                    <a:pPr marL="0" marR="0" lvl="0" indent="0" defTabSz="8255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RU" sz="2200" b="0" i="0" u="none" strike="noStrike" kern="0" cap="none" spc="0" normalizeH="0" baseline="55000" noProof="0" dirty="0">
                      <a:ln>
                        <a:noFill/>
                      </a:ln>
                      <a:solidFill>
                        <a:srgbClr val="7B7B7B"/>
                      </a:solidFill>
                      <a:effectLst/>
                      <a:uLnTx/>
                      <a:uFillTx/>
                      <a:latin typeface="+mn-ea"/>
                      <a:cs typeface="Pretendard" panose="02000503000000020004" pitchFamily="50" charset="-127"/>
                      <a:sym typeface="Open Sans" charset="0"/>
                    </a:endParaRPr>
                  </a:p>
                </p:txBody>
              </p:sp>
              <p:sp>
                <p:nvSpPr>
                  <p:cNvPr id="299" name="AutoShape 29">
                    <a:extLst>
                      <a:ext uri="{FF2B5EF4-FFF2-40B4-BE49-F238E27FC236}">
                        <a16:creationId xmlns:a16="http://schemas.microsoft.com/office/drawing/2014/main" id="{800A89EC-751E-425C-9DC4-26FA35A37EB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rot="7188819">
                    <a:off x="2415362" y="2100594"/>
                    <a:ext cx="706508" cy="354044"/>
                  </a:xfrm>
                  <a:custGeom>
                    <a:avLst/>
                    <a:gdLst>
                      <a:gd name="T0" fmla="*/ 353254 w 21600"/>
                      <a:gd name="T1" fmla="*/ 177022 h 21600"/>
                      <a:gd name="T2" fmla="*/ 353254 w 21600"/>
                      <a:gd name="T3" fmla="*/ 177022 h 21600"/>
                      <a:gd name="T4" fmla="*/ 353254 w 21600"/>
                      <a:gd name="T5" fmla="*/ 177022 h 21600"/>
                      <a:gd name="T6" fmla="*/ 353254 w 21600"/>
                      <a:gd name="T7" fmla="*/ 177022 h 2160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1600" h="21600">
                        <a:moveTo>
                          <a:pt x="3731" y="739"/>
                        </a:moveTo>
                        <a:cubicBezTo>
                          <a:pt x="4070" y="261"/>
                          <a:pt x="4475" y="3"/>
                          <a:pt x="4891" y="0"/>
                        </a:cubicBezTo>
                        <a:cubicBezTo>
                          <a:pt x="5628" y="0"/>
                          <a:pt x="6364" y="0"/>
                          <a:pt x="7101" y="0"/>
                        </a:cubicBezTo>
                        <a:cubicBezTo>
                          <a:pt x="8321" y="0"/>
                          <a:pt x="9541" y="0"/>
                          <a:pt x="10761" y="0"/>
                        </a:cubicBezTo>
                        <a:cubicBezTo>
                          <a:pt x="11981" y="0"/>
                          <a:pt x="13201" y="0"/>
                          <a:pt x="14421" y="0"/>
                        </a:cubicBezTo>
                        <a:cubicBezTo>
                          <a:pt x="15158" y="0"/>
                          <a:pt x="15894" y="0"/>
                          <a:pt x="16631" y="0"/>
                        </a:cubicBezTo>
                        <a:cubicBezTo>
                          <a:pt x="17020" y="1"/>
                          <a:pt x="17400" y="226"/>
                          <a:pt x="17727" y="649"/>
                        </a:cubicBezTo>
                        <a:cubicBezTo>
                          <a:pt x="18123" y="1162"/>
                          <a:pt x="18416" y="1935"/>
                          <a:pt x="18556" y="2834"/>
                        </a:cubicBezTo>
                        <a:cubicBezTo>
                          <a:pt x="18713" y="3780"/>
                          <a:pt x="18871" y="4724"/>
                          <a:pt x="19030" y="5669"/>
                        </a:cubicBezTo>
                        <a:cubicBezTo>
                          <a:pt x="19347" y="7558"/>
                          <a:pt x="19666" y="9446"/>
                          <a:pt x="19979" y="11338"/>
                        </a:cubicBezTo>
                        <a:cubicBezTo>
                          <a:pt x="20539" y="14725"/>
                          <a:pt x="21079" y="18126"/>
                          <a:pt x="21600" y="21538"/>
                        </a:cubicBezTo>
                        <a:lnTo>
                          <a:pt x="0" y="21600"/>
                        </a:lnTo>
                        <a:cubicBezTo>
                          <a:pt x="474" y="18156"/>
                          <a:pt x="989" y="14734"/>
                          <a:pt x="1543" y="11338"/>
                        </a:cubicBezTo>
                        <a:cubicBezTo>
                          <a:pt x="1852" y="9443"/>
                          <a:pt x="2174" y="7557"/>
                          <a:pt x="2492" y="5669"/>
                        </a:cubicBezTo>
                        <a:cubicBezTo>
                          <a:pt x="2651" y="4725"/>
                          <a:pt x="2809" y="3780"/>
                          <a:pt x="2966" y="2834"/>
                        </a:cubicBezTo>
                        <a:cubicBezTo>
                          <a:pt x="3098" y="1987"/>
                          <a:pt x="3367" y="1251"/>
                          <a:pt x="3731" y="739"/>
                        </a:cubicBezTo>
                        <a:close/>
                      </a:path>
                    </a:pathLst>
                  </a:custGeom>
                  <a:solidFill>
                    <a:srgbClr val="00B39C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12700" cap="flat" cmpd="sng">
                        <a:solidFill>
                          <a:srgbClr val="000000"/>
                        </a:solidFill>
                        <a:prstDash val="solid"/>
                        <a:miter lim="400000"/>
                        <a:headEnd type="none" w="med" len="med"/>
                        <a:tailEnd type="none" w="med" len="med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rgbClr val="000000">
                              <a:alpha val="74997"/>
                            </a:srgbClr>
                          </a:outerShdw>
                        </a:effectLst>
                      </a14:hiddenEffects>
                    </a:ext>
                  </a:extLst>
                </p:spPr>
                <p:txBody>
                  <a:bodyPr lIns="50800" tIns="50800" rIns="50800" bIns="50800" anchor="ctr"/>
                  <a:lstStyle/>
                  <a:p>
                    <a:pPr marL="0" marR="0" lvl="0" indent="0" defTabSz="8255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RU" sz="2200" b="0" i="0" u="none" strike="noStrike" kern="0" cap="none" spc="0" normalizeH="0" baseline="55000" noProof="0" dirty="0">
                      <a:ln>
                        <a:noFill/>
                      </a:ln>
                      <a:solidFill>
                        <a:srgbClr val="7B7B7B"/>
                      </a:solidFill>
                      <a:effectLst/>
                      <a:uLnTx/>
                      <a:uFillTx/>
                      <a:latin typeface="+mn-ea"/>
                      <a:cs typeface="Pretendard" panose="02000503000000020004" pitchFamily="50" charset="-127"/>
                      <a:sym typeface="Open Sans" charset="0"/>
                    </a:endParaRPr>
                  </a:p>
                </p:txBody>
              </p:sp>
            </p:grpSp>
            <p:grpSp>
              <p:nvGrpSpPr>
                <p:cNvPr id="283" name="Group 30">
                  <a:extLst>
                    <a:ext uri="{FF2B5EF4-FFF2-40B4-BE49-F238E27FC236}">
                      <a16:creationId xmlns:a16="http://schemas.microsoft.com/office/drawing/2014/main" id="{A141FF1C-913C-4538-9EE5-205CCA1005B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rot="1076488">
                  <a:off x="741401" y="720479"/>
                  <a:ext cx="5576599" cy="5693918"/>
                  <a:chOff x="-1" y="0"/>
                  <a:chExt cx="5576599" cy="5693918"/>
                </a:xfrm>
              </p:grpSpPr>
              <p:sp>
                <p:nvSpPr>
                  <p:cNvPr id="284" name="Oval 31">
                    <a:extLst>
                      <a:ext uri="{FF2B5EF4-FFF2-40B4-BE49-F238E27FC236}">
                        <a16:creationId xmlns:a16="http://schemas.microsoft.com/office/drawing/2014/main" id="{525DDAC3-070F-4BDE-81CC-836DBA1C07E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79840" y="539038"/>
                    <a:ext cx="4610501" cy="4608975"/>
                  </a:xfrm>
                  <a:prstGeom prst="ellipse">
                    <a:avLst/>
                  </a:prstGeom>
                  <a:solidFill>
                    <a:srgbClr val="5F5D5F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12700" cap="flat" cmpd="sng">
                        <a:solidFill>
                          <a:srgbClr val="000000"/>
                        </a:solidFill>
                        <a:prstDash val="solid"/>
                        <a:miter lim="400000"/>
                        <a:headEnd type="none" w="med" len="med"/>
                        <a:tailEnd type="none" w="med" len="med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rgbClr val="000000">
                              <a:alpha val="74998"/>
                            </a:srgbClr>
                          </a:outerShdw>
                        </a:effectLst>
                      </a14:hiddenEffects>
                    </a:ext>
                  </a:extLst>
                </p:spPr>
                <p:txBody>
                  <a:bodyPr lIns="50800" tIns="50800" rIns="50800" bIns="50800" anchor="ctr"/>
                  <a:lstStyle>
                    <a:lvl1pPr>
                      <a:defRPr sz="2200" baseline="55000">
                        <a:solidFill>
                          <a:srgbClr val="7B7B7B"/>
                        </a:solidFill>
                        <a:latin typeface="Open Sans" charset="0"/>
                        <a:ea typeface="Open Sans" charset="0"/>
                        <a:cs typeface="Open Sans" charset="0"/>
                        <a:sym typeface="Open Sans" charset="0"/>
                      </a:defRPr>
                    </a:lvl1pPr>
                    <a:lvl2pPr marL="742950" indent="-285750">
                      <a:defRPr sz="2200" baseline="55000">
                        <a:solidFill>
                          <a:srgbClr val="7B7B7B"/>
                        </a:solidFill>
                        <a:latin typeface="Open Sans" charset="0"/>
                        <a:ea typeface="Open Sans" charset="0"/>
                        <a:cs typeface="Open Sans" charset="0"/>
                        <a:sym typeface="Open Sans" charset="0"/>
                      </a:defRPr>
                    </a:lvl2pPr>
                    <a:lvl3pPr marL="1143000" indent="-228600">
                      <a:defRPr sz="2200" baseline="55000">
                        <a:solidFill>
                          <a:srgbClr val="7B7B7B"/>
                        </a:solidFill>
                        <a:latin typeface="Open Sans" charset="0"/>
                        <a:ea typeface="Open Sans" charset="0"/>
                        <a:cs typeface="Open Sans" charset="0"/>
                        <a:sym typeface="Open Sans" charset="0"/>
                      </a:defRPr>
                    </a:lvl3pPr>
                    <a:lvl4pPr marL="1600200" indent="-228600">
                      <a:defRPr sz="2200" baseline="55000">
                        <a:solidFill>
                          <a:srgbClr val="7B7B7B"/>
                        </a:solidFill>
                        <a:latin typeface="Open Sans" charset="0"/>
                        <a:ea typeface="Open Sans" charset="0"/>
                        <a:cs typeface="Open Sans" charset="0"/>
                        <a:sym typeface="Open Sans" charset="0"/>
                      </a:defRPr>
                    </a:lvl4pPr>
                    <a:lvl5pPr marL="2057400" indent="-228600">
                      <a:defRPr sz="2200" baseline="55000">
                        <a:solidFill>
                          <a:srgbClr val="7B7B7B"/>
                        </a:solidFill>
                        <a:latin typeface="Open Sans" charset="0"/>
                        <a:ea typeface="Open Sans" charset="0"/>
                        <a:cs typeface="Open Sans" charset="0"/>
                        <a:sym typeface="Open Sans" charset="0"/>
                      </a:defRPr>
                    </a:lvl5pPr>
                    <a:lvl6pPr marL="2514600" indent="-228600" defTabSz="8255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200" baseline="55000">
                        <a:solidFill>
                          <a:srgbClr val="7B7B7B"/>
                        </a:solidFill>
                        <a:latin typeface="Open Sans" charset="0"/>
                        <a:ea typeface="Open Sans" charset="0"/>
                        <a:cs typeface="Open Sans" charset="0"/>
                        <a:sym typeface="Open Sans" charset="0"/>
                      </a:defRPr>
                    </a:lvl6pPr>
                    <a:lvl7pPr marL="2971800" indent="-228600" defTabSz="8255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200" baseline="55000">
                        <a:solidFill>
                          <a:srgbClr val="7B7B7B"/>
                        </a:solidFill>
                        <a:latin typeface="Open Sans" charset="0"/>
                        <a:ea typeface="Open Sans" charset="0"/>
                        <a:cs typeface="Open Sans" charset="0"/>
                        <a:sym typeface="Open Sans" charset="0"/>
                      </a:defRPr>
                    </a:lvl7pPr>
                    <a:lvl8pPr marL="3429000" indent="-228600" defTabSz="8255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200" baseline="55000">
                        <a:solidFill>
                          <a:srgbClr val="7B7B7B"/>
                        </a:solidFill>
                        <a:latin typeface="Open Sans" charset="0"/>
                        <a:ea typeface="Open Sans" charset="0"/>
                        <a:cs typeface="Open Sans" charset="0"/>
                        <a:sym typeface="Open Sans" charset="0"/>
                      </a:defRPr>
                    </a:lvl8pPr>
                    <a:lvl9pPr marL="3886200" indent="-228600" defTabSz="8255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200" baseline="55000">
                        <a:solidFill>
                          <a:srgbClr val="7B7B7B"/>
                        </a:solidFill>
                        <a:latin typeface="Open Sans" charset="0"/>
                        <a:ea typeface="Open Sans" charset="0"/>
                        <a:cs typeface="Open Sans" charset="0"/>
                        <a:sym typeface="Open Sans" charset="0"/>
                      </a:defRPr>
                    </a:lvl9pPr>
                  </a:lstStyle>
                  <a:p>
                    <a:pPr marL="0" marR="0" lvl="0" indent="0" algn="ctr" defTabSz="825500" eaLnBrk="1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32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+mn-ea"/>
                      <a:ea typeface="+mn-ea"/>
                      <a:cs typeface="Pretendard ExtraLight" panose="02000303000000020004" pitchFamily="50" charset="-127"/>
                      <a:sym typeface="Helvetica Light" panose="020B0403020202020204" pitchFamily="34" charset="0"/>
                    </a:endParaRPr>
                  </a:p>
                </p:txBody>
              </p:sp>
              <p:sp>
                <p:nvSpPr>
                  <p:cNvPr id="285" name="Oval 32">
                    <a:extLst>
                      <a:ext uri="{FF2B5EF4-FFF2-40B4-BE49-F238E27FC236}">
                        <a16:creationId xmlns:a16="http://schemas.microsoft.com/office/drawing/2014/main" id="{4B359B4A-8C51-447B-AE17-B85EC1BCF31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316525" y="1374147"/>
                    <a:ext cx="2937130" cy="2938757"/>
                  </a:xfrm>
                  <a:prstGeom prst="ellipse">
                    <a:avLst/>
                  </a:prstGeom>
                  <a:solidFill>
                    <a:srgbClr val="F0F0F0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12700" cap="flat" cmpd="sng">
                        <a:solidFill>
                          <a:srgbClr val="000000"/>
                        </a:solidFill>
                        <a:prstDash val="solid"/>
                        <a:miter lim="400000"/>
                        <a:headEnd type="none" w="med" len="med"/>
                        <a:tailEnd type="none" w="med" len="med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rgbClr val="000000">
                              <a:alpha val="74998"/>
                            </a:srgbClr>
                          </a:outerShdw>
                        </a:effectLst>
                      </a14:hiddenEffects>
                    </a:ext>
                  </a:extLst>
                </p:spPr>
                <p:txBody>
                  <a:bodyPr lIns="50800" tIns="50800" rIns="50800" bIns="50800" anchor="ctr"/>
                  <a:lstStyle>
                    <a:lvl1pPr>
                      <a:defRPr sz="2200" baseline="55000">
                        <a:solidFill>
                          <a:srgbClr val="7B7B7B"/>
                        </a:solidFill>
                        <a:latin typeface="Open Sans" charset="0"/>
                        <a:ea typeface="Open Sans" charset="0"/>
                        <a:cs typeface="Open Sans" charset="0"/>
                        <a:sym typeface="Open Sans" charset="0"/>
                      </a:defRPr>
                    </a:lvl1pPr>
                    <a:lvl2pPr marL="742950" indent="-285750">
                      <a:defRPr sz="2200" baseline="55000">
                        <a:solidFill>
                          <a:srgbClr val="7B7B7B"/>
                        </a:solidFill>
                        <a:latin typeface="Open Sans" charset="0"/>
                        <a:ea typeface="Open Sans" charset="0"/>
                        <a:cs typeface="Open Sans" charset="0"/>
                        <a:sym typeface="Open Sans" charset="0"/>
                      </a:defRPr>
                    </a:lvl2pPr>
                    <a:lvl3pPr marL="1143000" indent="-228600">
                      <a:defRPr sz="2200" baseline="55000">
                        <a:solidFill>
                          <a:srgbClr val="7B7B7B"/>
                        </a:solidFill>
                        <a:latin typeface="Open Sans" charset="0"/>
                        <a:ea typeface="Open Sans" charset="0"/>
                        <a:cs typeface="Open Sans" charset="0"/>
                        <a:sym typeface="Open Sans" charset="0"/>
                      </a:defRPr>
                    </a:lvl3pPr>
                    <a:lvl4pPr marL="1600200" indent="-228600">
                      <a:defRPr sz="2200" baseline="55000">
                        <a:solidFill>
                          <a:srgbClr val="7B7B7B"/>
                        </a:solidFill>
                        <a:latin typeface="Open Sans" charset="0"/>
                        <a:ea typeface="Open Sans" charset="0"/>
                        <a:cs typeface="Open Sans" charset="0"/>
                        <a:sym typeface="Open Sans" charset="0"/>
                      </a:defRPr>
                    </a:lvl4pPr>
                    <a:lvl5pPr marL="2057400" indent="-228600">
                      <a:defRPr sz="2200" baseline="55000">
                        <a:solidFill>
                          <a:srgbClr val="7B7B7B"/>
                        </a:solidFill>
                        <a:latin typeface="Open Sans" charset="0"/>
                        <a:ea typeface="Open Sans" charset="0"/>
                        <a:cs typeface="Open Sans" charset="0"/>
                        <a:sym typeface="Open Sans" charset="0"/>
                      </a:defRPr>
                    </a:lvl5pPr>
                    <a:lvl6pPr marL="2514600" indent="-228600" defTabSz="8255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200" baseline="55000">
                        <a:solidFill>
                          <a:srgbClr val="7B7B7B"/>
                        </a:solidFill>
                        <a:latin typeface="Open Sans" charset="0"/>
                        <a:ea typeface="Open Sans" charset="0"/>
                        <a:cs typeface="Open Sans" charset="0"/>
                        <a:sym typeface="Open Sans" charset="0"/>
                      </a:defRPr>
                    </a:lvl6pPr>
                    <a:lvl7pPr marL="2971800" indent="-228600" defTabSz="8255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200" baseline="55000">
                        <a:solidFill>
                          <a:srgbClr val="7B7B7B"/>
                        </a:solidFill>
                        <a:latin typeface="Open Sans" charset="0"/>
                        <a:ea typeface="Open Sans" charset="0"/>
                        <a:cs typeface="Open Sans" charset="0"/>
                        <a:sym typeface="Open Sans" charset="0"/>
                      </a:defRPr>
                    </a:lvl7pPr>
                    <a:lvl8pPr marL="3429000" indent="-228600" defTabSz="8255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200" baseline="55000">
                        <a:solidFill>
                          <a:srgbClr val="7B7B7B"/>
                        </a:solidFill>
                        <a:latin typeface="Open Sans" charset="0"/>
                        <a:ea typeface="Open Sans" charset="0"/>
                        <a:cs typeface="Open Sans" charset="0"/>
                        <a:sym typeface="Open Sans" charset="0"/>
                      </a:defRPr>
                    </a:lvl8pPr>
                    <a:lvl9pPr marL="3886200" indent="-228600" defTabSz="8255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200" baseline="55000">
                        <a:solidFill>
                          <a:srgbClr val="7B7B7B"/>
                        </a:solidFill>
                        <a:latin typeface="Open Sans" charset="0"/>
                        <a:ea typeface="Open Sans" charset="0"/>
                        <a:cs typeface="Open Sans" charset="0"/>
                        <a:sym typeface="Open Sans" charset="0"/>
                      </a:defRPr>
                    </a:lvl9pPr>
                  </a:lstStyle>
                  <a:p>
                    <a:pPr marL="0" marR="0" lvl="0" indent="0" algn="ctr" defTabSz="825500" eaLnBrk="1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32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+mn-ea"/>
                      <a:ea typeface="+mn-ea"/>
                      <a:cs typeface="Pretendard ExtraLight" panose="02000303000000020004" pitchFamily="50" charset="-127"/>
                      <a:sym typeface="Helvetica Light" panose="020B0403020202020204" pitchFamily="34" charset="0"/>
                    </a:endParaRPr>
                  </a:p>
                </p:txBody>
              </p:sp>
              <p:sp>
                <p:nvSpPr>
                  <p:cNvPr id="286" name="AutoShape 33">
                    <a:extLst>
                      <a:ext uri="{FF2B5EF4-FFF2-40B4-BE49-F238E27FC236}">
                        <a16:creationId xmlns:a16="http://schemas.microsoft.com/office/drawing/2014/main" id="{2D818A1C-E285-47E2-B31F-11488013BA7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48117" y="-1273"/>
                    <a:ext cx="1273286" cy="636652"/>
                  </a:xfrm>
                  <a:custGeom>
                    <a:avLst/>
                    <a:gdLst>
                      <a:gd name="T0" fmla="*/ 636643 w 21600"/>
                      <a:gd name="T1" fmla="*/ 318326 h 21600"/>
                      <a:gd name="T2" fmla="*/ 636643 w 21600"/>
                      <a:gd name="T3" fmla="*/ 318326 h 21600"/>
                      <a:gd name="T4" fmla="*/ 636643 w 21600"/>
                      <a:gd name="T5" fmla="*/ 318326 h 21600"/>
                      <a:gd name="T6" fmla="*/ 636643 w 21600"/>
                      <a:gd name="T7" fmla="*/ 318326 h 2160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1600" h="21600">
                        <a:moveTo>
                          <a:pt x="3731" y="739"/>
                        </a:moveTo>
                        <a:cubicBezTo>
                          <a:pt x="4070" y="261"/>
                          <a:pt x="4475" y="3"/>
                          <a:pt x="4891" y="0"/>
                        </a:cubicBezTo>
                        <a:cubicBezTo>
                          <a:pt x="5628" y="0"/>
                          <a:pt x="6364" y="0"/>
                          <a:pt x="7101" y="0"/>
                        </a:cubicBezTo>
                        <a:cubicBezTo>
                          <a:pt x="8321" y="0"/>
                          <a:pt x="9541" y="0"/>
                          <a:pt x="10761" y="0"/>
                        </a:cubicBezTo>
                        <a:cubicBezTo>
                          <a:pt x="11981" y="0"/>
                          <a:pt x="13201" y="0"/>
                          <a:pt x="14421" y="0"/>
                        </a:cubicBezTo>
                        <a:cubicBezTo>
                          <a:pt x="15158" y="0"/>
                          <a:pt x="15894" y="0"/>
                          <a:pt x="16631" y="0"/>
                        </a:cubicBezTo>
                        <a:cubicBezTo>
                          <a:pt x="17020" y="1"/>
                          <a:pt x="17400" y="226"/>
                          <a:pt x="17727" y="649"/>
                        </a:cubicBezTo>
                        <a:cubicBezTo>
                          <a:pt x="18123" y="1162"/>
                          <a:pt x="18416" y="1935"/>
                          <a:pt x="18556" y="2834"/>
                        </a:cubicBezTo>
                        <a:cubicBezTo>
                          <a:pt x="18713" y="3780"/>
                          <a:pt x="18871" y="4724"/>
                          <a:pt x="19030" y="5669"/>
                        </a:cubicBezTo>
                        <a:cubicBezTo>
                          <a:pt x="19347" y="7558"/>
                          <a:pt x="19666" y="9446"/>
                          <a:pt x="19979" y="11338"/>
                        </a:cubicBezTo>
                        <a:cubicBezTo>
                          <a:pt x="20539" y="14725"/>
                          <a:pt x="21079" y="18126"/>
                          <a:pt x="21600" y="21538"/>
                        </a:cubicBezTo>
                        <a:lnTo>
                          <a:pt x="0" y="21600"/>
                        </a:lnTo>
                        <a:cubicBezTo>
                          <a:pt x="474" y="18156"/>
                          <a:pt x="989" y="14734"/>
                          <a:pt x="1543" y="11338"/>
                        </a:cubicBezTo>
                        <a:cubicBezTo>
                          <a:pt x="1852" y="9443"/>
                          <a:pt x="2174" y="7557"/>
                          <a:pt x="2492" y="5669"/>
                        </a:cubicBezTo>
                        <a:cubicBezTo>
                          <a:pt x="2651" y="4725"/>
                          <a:pt x="2809" y="3780"/>
                          <a:pt x="2966" y="2834"/>
                        </a:cubicBezTo>
                        <a:cubicBezTo>
                          <a:pt x="3098" y="1987"/>
                          <a:pt x="3367" y="1251"/>
                          <a:pt x="3731" y="739"/>
                        </a:cubicBezTo>
                        <a:close/>
                      </a:path>
                    </a:pathLst>
                  </a:custGeom>
                  <a:solidFill>
                    <a:srgbClr val="5F5D5F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12700" cap="flat" cmpd="sng">
                        <a:solidFill>
                          <a:srgbClr val="000000"/>
                        </a:solidFill>
                        <a:prstDash val="solid"/>
                        <a:miter lim="400000"/>
                        <a:headEnd type="none" w="med" len="med"/>
                        <a:tailEnd type="none" w="med" len="med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rgbClr val="000000">
                              <a:alpha val="74997"/>
                            </a:srgbClr>
                          </a:outerShdw>
                        </a:effectLst>
                      </a14:hiddenEffects>
                    </a:ext>
                  </a:extLst>
                </p:spPr>
                <p:txBody>
                  <a:bodyPr lIns="50800" tIns="50800" rIns="50800" bIns="50800" anchor="ctr"/>
                  <a:lstStyle/>
                  <a:p>
                    <a:pPr marL="0" marR="0" lvl="0" indent="0" defTabSz="8255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RU" sz="2200" b="0" i="0" u="none" strike="noStrike" kern="0" cap="none" spc="0" normalizeH="0" baseline="55000" noProof="0" dirty="0">
                      <a:ln>
                        <a:noFill/>
                      </a:ln>
                      <a:solidFill>
                        <a:srgbClr val="7B7B7B"/>
                      </a:solidFill>
                      <a:effectLst/>
                      <a:uLnTx/>
                      <a:uFillTx/>
                      <a:latin typeface="+mn-ea"/>
                      <a:cs typeface="Pretendard" panose="02000503000000020004" pitchFamily="50" charset="-127"/>
                      <a:sym typeface="Open Sans" charset="0"/>
                    </a:endParaRPr>
                  </a:p>
                </p:txBody>
              </p:sp>
              <p:sp>
                <p:nvSpPr>
                  <p:cNvPr id="287" name="AutoShape 34">
                    <a:extLst>
                      <a:ext uri="{FF2B5EF4-FFF2-40B4-BE49-F238E27FC236}">
                        <a16:creationId xmlns:a16="http://schemas.microsoft.com/office/drawing/2014/main" id="{67F46B82-9557-44C8-9F88-2B597AC58AC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rot="10800000">
                    <a:off x="2153382" y="5055960"/>
                    <a:ext cx="1268523" cy="636651"/>
                  </a:xfrm>
                  <a:custGeom>
                    <a:avLst/>
                    <a:gdLst>
                      <a:gd name="T0" fmla="*/ 634262 w 21600"/>
                      <a:gd name="T1" fmla="*/ 318326 h 21600"/>
                      <a:gd name="T2" fmla="*/ 634262 w 21600"/>
                      <a:gd name="T3" fmla="*/ 318326 h 21600"/>
                      <a:gd name="T4" fmla="*/ 634262 w 21600"/>
                      <a:gd name="T5" fmla="*/ 318326 h 21600"/>
                      <a:gd name="T6" fmla="*/ 634262 w 21600"/>
                      <a:gd name="T7" fmla="*/ 318326 h 2160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1600" h="21600">
                        <a:moveTo>
                          <a:pt x="3731" y="739"/>
                        </a:moveTo>
                        <a:cubicBezTo>
                          <a:pt x="4070" y="261"/>
                          <a:pt x="4475" y="3"/>
                          <a:pt x="4891" y="0"/>
                        </a:cubicBezTo>
                        <a:cubicBezTo>
                          <a:pt x="5628" y="0"/>
                          <a:pt x="6364" y="0"/>
                          <a:pt x="7101" y="0"/>
                        </a:cubicBezTo>
                        <a:cubicBezTo>
                          <a:pt x="8321" y="0"/>
                          <a:pt x="9541" y="0"/>
                          <a:pt x="10761" y="0"/>
                        </a:cubicBezTo>
                        <a:cubicBezTo>
                          <a:pt x="11981" y="0"/>
                          <a:pt x="13201" y="0"/>
                          <a:pt x="14421" y="0"/>
                        </a:cubicBezTo>
                        <a:cubicBezTo>
                          <a:pt x="15158" y="0"/>
                          <a:pt x="15894" y="0"/>
                          <a:pt x="16631" y="0"/>
                        </a:cubicBezTo>
                        <a:cubicBezTo>
                          <a:pt x="17020" y="1"/>
                          <a:pt x="17400" y="226"/>
                          <a:pt x="17727" y="649"/>
                        </a:cubicBezTo>
                        <a:cubicBezTo>
                          <a:pt x="18123" y="1162"/>
                          <a:pt x="18416" y="1935"/>
                          <a:pt x="18556" y="2834"/>
                        </a:cubicBezTo>
                        <a:cubicBezTo>
                          <a:pt x="18713" y="3780"/>
                          <a:pt x="18871" y="4724"/>
                          <a:pt x="19030" y="5669"/>
                        </a:cubicBezTo>
                        <a:cubicBezTo>
                          <a:pt x="19347" y="7558"/>
                          <a:pt x="19666" y="9446"/>
                          <a:pt x="19979" y="11338"/>
                        </a:cubicBezTo>
                        <a:cubicBezTo>
                          <a:pt x="20539" y="14725"/>
                          <a:pt x="21079" y="18126"/>
                          <a:pt x="21600" y="21538"/>
                        </a:cubicBezTo>
                        <a:lnTo>
                          <a:pt x="0" y="21600"/>
                        </a:lnTo>
                        <a:cubicBezTo>
                          <a:pt x="474" y="18156"/>
                          <a:pt x="989" y="14734"/>
                          <a:pt x="1543" y="11338"/>
                        </a:cubicBezTo>
                        <a:cubicBezTo>
                          <a:pt x="1852" y="9443"/>
                          <a:pt x="2174" y="7557"/>
                          <a:pt x="2492" y="5669"/>
                        </a:cubicBezTo>
                        <a:cubicBezTo>
                          <a:pt x="2651" y="4725"/>
                          <a:pt x="2809" y="3780"/>
                          <a:pt x="2966" y="2834"/>
                        </a:cubicBezTo>
                        <a:cubicBezTo>
                          <a:pt x="3098" y="1987"/>
                          <a:pt x="3367" y="1251"/>
                          <a:pt x="3731" y="739"/>
                        </a:cubicBezTo>
                        <a:close/>
                      </a:path>
                    </a:pathLst>
                  </a:custGeom>
                  <a:solidFill>
                    <a:srgbClr val="5F5D5F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12700" cap="flat" cmpd="sng">
                        <a:solidFill>
                          <a:srgbClr val="000000"/>
                        </a:solidFill>
                        <a:prstDash val="solid"/>
                        <a:miter lim="400000"/>
                        <a:headEnd type="none" w="med" len="med"/>
                        <a:tailEnd type="none" w="med" len="med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rgbClr val="000000">
                              <a:alpha val="74997"/>
                            </a:srgbClr>
                          </a:outerShdw>
                        </a:effectLst>
                      </a14:hiddenEffects>
                    </a:ext>
                  </a:extLst>
                </p:spPr>
                <p:txBody>
                  <a:bodyPr lIns="50800" tIns="50800" rIns="50800" bIns="50800" anchor="ctr"/>
                  <a:lstStyle/>
                  <a:p>
                    <a:pPr marL="0" marR="0" lvl="0" indent="0" defTabSz="8255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RU" sz="2200" b="0" i="0" u="none" strike="noStrike" kern="0" cap="none" spc="0" normalizeH="0" baseline="55000" noProof="0" dirty="0">
                      <a:ln>
                        <a:noFill/>
                      </a:ln>
                      <a:solidFill>
                        <a:srgbClr val="7B7B7B"/>
                      </a:solidFill>
                      <a:effectLst/>
                      <a:uLnTx/>
                      <a:uFillTx/>
                      <a:latin typeface="+mn-ea"/>
                      <a:cs typeface="Pretendard" panose="02000503000000020004" pitchFamily="50" charset="-127"/>
                      <a:sym typeface="Open Sans" charset="0"/>
                    </a:endParaRPr>
                  </a:p>
                </p:txBody>
              </p:sp>
              <p:sp>
                <p:nvSpPr>
                  <p:cNvPr id="288" name="AutoShape 35">
                    <a:extLst>
                      <a:ext uri="{FF2B5EF4-FFF2-40B4-BE49-F238E27FC236}">
                        <a16:creationId xmlns:a16="http://schemas.microsoft.com/office/drawing/2014/main" id="{796156A3-6715-4FC3-A992-8BE7DFB3A53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rot="3621921">
                    <a:off x="4349053" y="1273094"/>
                    <a:ext cx="1271715" cy="638231"/>
                  </a:xfrm>
                  <a:custGeom>
                    <a:avLst/>
                    <a:gdLst>
                      <a:gd name="T0" fmla="*/ 635858 w 21600"/>
                      <a:gd name="T1" fmla="*/ 319116 h 21600"/>
                      <a:gd name="T2" fmla="*/ 635858 w 21600"/>
                      <a:gd name="T3" fmla="*/ 319116 h 21600"/>
                      <a:gd name="T4" fmla="*/ 635858 w 21600"/>
                      <a:gd name="T5" fmla="*/ 319116 h 21600"/>
                      <a:gd name="T6" fmla="*/ 635858 w 21600"/>
                      <a:gd name="T7" fmla="*/ 319116 h 2160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1600" h="21600">
                        <a:moveTo>
                          <a:pt x="3731" y="739"/>
                        </a:moveTo>
                        <a:cubicBezTo>
                          <a:pt x="4070" y="261"/>
                          <a:pt x="4475" y="3"/>
                          <a:pt x="4891" y="0"/>
                        </a:cubicBezTo>
                        <a:cubicBezTo>
                          <a:pt x="5628" y="0"/>
                          <a:pt x="6364" y="0"/>
                          <a:pt x="7101" y="0"/>
                        </a:cubicBezTo>
                        <a:cubicBezTo>
                          <a:pt x="8321" y="0"/>
                          <a:pt x="9541" y="0"/>
                          <a:pt x="10761" y="0"/>
                        </a:cubicBezTo>
                        <a:cubicBezTo>
                          <a:pt x="11981" y="0"/>
                          <a:pt x="13201" y="0"/>
                          <a:pt x="14421" y="0"/>
                        </a:cubicBezTo>
                        <a:cubicBezTo>
                          <a:pt x="15158" y="0"/>
                          <a:pt x="15894" y="0"/>
                          <a:pt x="16631" y="0"/>
                        </a:cubicBezTo>
                        <a:cubicBezTo>
                          <a:pt x="17020" y="1"/>
                          <a:pt x="17400" y="226"/>
                          <a:pt x="17727" y="649"/>
                        </a:cubicBezTo>
                        <a:cubicBezTo>
                          <a:pt x="18123" y="1162"/>
                          <a:pt x="18416" y="1935"/>
                          <a:pt x="18556" y="2834"/>
                        </a:cubicBezTo>
                        <a:cubicBezTo>
                          <a:pt x="18713" y="3780"/>
                          <a:pt x="18871" y="4724"/>
                          <a:pt x="19030" y="5669"/>
                        </a:cubicBezTo>
                        <a:cubicBezTo>
                          <a:pt x="19347" y="7558"/>
                          <a:pt x="19666" y="9446"/>
                          <a:pt x="19979" y="11338"/>
                        </a:cubicBezTo>
                        <a:cubicBezTo>
                          <a:pt x="20539" y="14725"/>
                          <a:pt x="21079" y="18126"/>
                          <a:pt x="21600" y="21538"/>
                        </a:cubicBezTo>
                        <a:lnTo>
                          <a:pt x="0" y="21600"/>
                        </a:lnTo>
                        <a:cubicBezTo>
                          <a:pt x="474" y="18156"/>
                          <a:pt x="989" y="14734"/>
                          <a:pt x="1543" y="11338"/>
                        </a:cubicBezTo>
                        <a:cubicBezTo>
                          <a:pt x="1852" y="9443"/>
                          <a:pt x="2174" y="7557"/>
                          <a:pt x="2492" y="5669"/>
                        </a:cubicBezTo>
                        <a:cubicBezTo>
                          <a:pt x="2651" y="4725"/>
                          <a:pt x="2809" y="3780"/>
                          <a:pt x="2966" y="2834"/>
                        </a:cubicBezTo>
                        <a:cubicBezTo>
                          <a:pt x="3098" y="1987"/>
                          <a:pt x="3367" y="1251"/>
                          <a:pt x="3731" y="739"/>
                        </a:cubicBezTo>
                        <a:close/>
                      </a:path>
                    </a:pathLst>
                  </a:custGeom>
                  <a:solidFill>
                    <a:srgbClr val="5F5D5F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12700" cap="flat" cmpd="sng">
                        <a:solidFill>
                          <a:srgbClr val="000000"/>
                        </a:solidFill>
                        <a:prstDash val="solid"/>
                        <a:miter lim="400000"/>
                        <a:headEnd type="none" w="med" len="med"/>
                        <a:tailEnd type="none" w="med" len="med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rgbClr val="000000">
                              <a:alpha val="74997"/>
                            </a:srgbClr>
                          </a:outerShdw>
                        </a:effectLst>
                      </a14:hiddenEffects>
                    </a:ext>
                  </a:extLst>
                </p:spPr>
                <p:txBody>
                  <a:bodyPr lIns="50800" tIns="50800" rIns="50800" bIns="50800" anchor="ctr"/>
                  <a:lstStyle/>
                  <a:p>
                    <a:pPr marL="0" marR="0" lvl="0" indent="0" defTabSz="8255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RU" sz="2200" b="0" i="0" u="none" strike="noStrike" kern="0" cap="none" spc="0" normalizeH="0" baseline="55000" noProof="0" dirty="0">
                      <a:ln>
                        <a:noFill/>
                      </a:ln>
                      <a:solidFill>
                        <a:srgbClr val="7B7B7B"/>
                      </a:solidFill>
                      <a:effectLst/>
                      <a:uLnTx/>
                      <a:uFillTx/>
                      <a:latin typeface="+mn-ea"/>
                      <a:cs typeface="Pretendard" panose="02000503000000020004" pitchFamily="50" charset="-127"/>
                      <a:sym typeface="Open Sans" charset="0"/>
                    </a:endParaRPr>
                  </a:p>
                </p:txBody>
              </p:sp>
              <p:sp>
                <p:nvSpPr>
                  <p:cNvPr id="289" name="AutoShape 36">
                    <a:extLst>
                      <a:ext uri="{FF2B5EF4-FFF2-40B4-BE49-F238E27FC236}">
                        <a16:creationId xmlns:a16="http://schemas.microsoft.com/office/drawing/2014/main" id="{A043009B-E8A4-4409-8AFC-775C80F9B36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rot="-7178079">
                    <a:off x="-48038" y="3775992"/>
                    <a:ext cx="1270128" cy="638231"/>
                  </a:xfrm>
                  <a:custGeom>
                    <a:avLst/>
                    <a:gdLst>
                      <a:gd name="T0" fmla="*/ 635064 w 21600"/>
                      <a:gd name="T1" fmla="*/ 319116 h 21600"/>
                      <a:gd name="T2" fmla="*/ 635064 w 21600"/>
                      <a:gd name="T3" fmla="*/ 319116 h 21600"/>
                      <a:gd name="T4" fmla="*/ 635064 w 21600"/>
                      <a:gd name="T5" fmla="*/ 319116 h 21600"/>
                      <a:gd name="T6" fmla="*/ 635064 w 21600"/>
                      <a:gd name="T7" fmla="*/ 319116 h 2160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1600" h="21600">
                        <a:moveTo>
                          <a:pt x="3731" y="739"/>
                        </a:moveTo>
                        <a:cubicBezTo>
                          <a:pt x="4070" y="261"/>
                          <a:pt x="4475" y="3"/>
                          <a:pt x="4891" y="0"/>
                        </a:cubicBezTo>
                        <a:cubicBezTo>
                          <a:pt x="5628" y="0"/>
                          <a:pt x="6364" y="0"/>
                          <a:pt x="7101" y="0"/>
                        </a:cubicBezTo>
                        <a:cubicBezTo>
                          <a:pt x="8321" y="0"/>
                          <a:pt x="9541" y="0"/>
                          <a:pt x="10761" y="0"/>
                        </a:cubicBezTo>
                        <a:cubicBezTo>
                          <a:pt x="11981" y="0"/>
                          <a:pt x="13201" y="0"/>
                          <a:pt x="14421" y="0"/>
                        </a:cubicBezTo>
                        <a:cubicBezTo>
                          <a:pt x="15158" y="0"/>
                          <a:pt x="15894" y="0"/>
                          <a:pt x="16631" y="0"/>
                        </a:cubicBezTo>
                        <a:cubicBezTo>
                          <a:pt x="17020" y="1"/>
                          <a:pt x="17400" y="226"/>
                          <a:pt x="17727" y="649"/>
                        </a:cubicBezTo>
                        <a:cubicBezTo>
                          <a:pt x="18123" y="1162"/>
                          <a:pt x="18416" y="1935"/>
                          <a:pt x="18556" y="2834"/>
                        </a:cubicBezTo>
                        <a:cubicBezTo>
                          <a:pt x="18713" y="3780"/>
                          <a:pt x="18871" y="4724"/>
                          <a:pt x="19030" y="5669"/>
                        </a:cubicBezTo>
                        <a:cubicBezTo>
                          <a:pt x="19347" y="7558"/>
                          <a:pt x="19666" y="9446"/>
                          <a:pt x="19979" y="11338"/>
                        </a:cubicBezTo>
                        <a:cubicBezTo>
                          <a:pt x="20539" y="14725"/>
                          <a:pt x="21079" y="18126"/>
                          <a:pt x="21600" y="21538"/>
                        </a:cubicBezTo>
                        <a:lnTo>
                          <a:pt x="0" y="21600"/>
                        </a:lnTo>
                        <a:cubicBezTo>
                          <a:pt x="474" y="18156"/>
                          <a:pt x="989" y="14734"/>
                          <a:pt x="1543" y="11338"/>
                        </a:cubicBezTo>
                        <a:cubicBezTo>
                          <a:pt x="1852" y="9443"/>
                          <a:pt x="2174" y="7557"/>
                          <a:pt x="2492" y="5669"/>
                        </a:cubicBezTo>
                        <a:cubicBezTo>
                          <a:pt x="2651" y="4725"/>
                          <a:pt x="2809" y="3780"/>
                          <a:pt x="2966" y="2834"/>
                        </a:cubicBezTo>
                        <a:cubicBezTo>
                          <a:pt x="3098" y="1987"/>
                          <a:pt x="3367" y="1251"/>
                          <a:pt x="3731" y="739"/>
                        </a:cubicBezTo>
                        <a:close/>
                      </a:path>
                    </a:pathLst>
                  </a:custGeom>
                  <a:solidFill>
                    <a:srgbClr val="5F5D5F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12700" cap="flat" cmpd="sng">
                        <a:solidFill>
                          <a:srgbClr val="000000"/>
                        </a:solidFill>
                        <a:prstDash val="solid"/>
                        <a:miter lim="400000"/>
                        <a:headEnd type="none" w="med" len="med"/>
                        <a:tailEnd type="none" w="med" len="med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rgbClr val="000000">
                              <a:alpha val="74997"/>
                            </a:srgbClr>
                          </a:outerShdw>
                        </a:effectLst>
                      </a14:hiddenEffects>
                    </a:ext>
                  </a:extLst>
                </p:spPr>
                <p:txBody>
                  <a:bodyPr lIns="50800" tIns="50800" rIns="50800" bIns="50800" anchor="ctr"/>
                  <a:lstStyle/>
                  <a:p>
                    <a:pPr marL="0" marR="0" lvl="0" indent="0" defTabSz="8255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RU" sz="2200" b="0" i="0" u="none" strike="noStrike" kern="0" cap="none" spc="0" normalizeH="0" baseline="55000" noProof="0" dirty="0">
                      <a:ln>
                        <a:noFill/>
                      </a:ln>
                      <a:solidFill>
                        <a:srgbClr val="7B7B7B"/>
                      </a:solidFill>
                      <a:effectLst/>
                      <a:uLnTx/>
                      <a:uFillTx/>
                      <a:latin typeface="+mn-ea"/>
                      <a:cs typeface="Pretendard" panose="02000503000000020004" pitchFamily="50" charset="-127"/>
                      <a:sym typeface="Open Sans" charset="0"/>
                    </a:endParaRPr>
                  </a:p>
                </p:txBody>
              </p:sp>
              <p:sp>
                <p:nvSpPr>
                  <p:cNvPr id="290" name="AutoShape 37">
                    <a:extLst>
                      <a:ext uri="{FF2B5EF4-FFF2-40B4-BE49-F238E27FC236}">
                        <a16:creationId xmlns:a16="http://schemas.microsoft.com/office/drawing/2014/main" id="{56315078-0186-4258-AADB-DF143403FEA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rot="-3611180">
                    <a:off x="-44542" y="1271645"/>
                    <a:ext cx="1270128" cy="638231"/>
                  </a:xfrm>
                  <a:custGeom>
                    <a:avLst/>
                    <a:gdLst>
                      <a:gd name="T0" fmla="*/ 635064 w 21600"/>
                      <a:gd name="T1" fmla="*/ 319116 h 21600"/>
                      <a:gd name="T2" fmla="*/ 635064 w 21600"/>
                      <a:gd name="T3" fmla="*/ 319116 h 21600"/>
                      <a:gd name="T4" fmla="*/ 635064 w 21600"/>
                      <a:gd name="T5" fmla="*/ 319116 h 21600"/>
                      <a:gd name="T6" fmla="*/ 635064 w 21600"/>
                      <a:gd name="T7" fmla="*/ 319116 h 2160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1600" h="21600">
                        <a:moveTo>
                          <a:pt x="3731" y="739"/>
                        </a:moveTo>
                        <a:cubicBezTo>
                          <a:pt x="4070" y="261"/>
                          <a:pt x="4475" y="3"/>
                          <a:pt x="4891" y="0"/>
                        </a:cubicBezTo>
                        <a:cubicBezTo>
                          <a:pt x="5628" y="0"/>
                          <a:pt x="6364" y="0"/>
                          <a:pt x="7101" y="0"/>
                        </a:cubicBezTo>
                        <a:cubicBezTo>
                          <a:pt x="8321" y="0"/>
                          <a:pt x="9541" y="0"/>
                          <a:pt x="10761" y="0"/>
                        </a:cubicBezTo>
                        <a:cubicBezTo>
                          <a:pt x="11981" y="0"/>
                          <a:pt x="13201" y="0"/>
                          <a:pt x="14421" y="0"/>
                        </a:cubicBezTo>
                        <a:cubicBezTo>
                          <a:pt x="15158" y="0"/>
                          <a:pt x="15894" y="0"/>
                          <a:pt x="16631" y="0"/>
                        </a:cubicBezTo>
                        <a:cubicBezTo>
                          <a:pt x="17020" y="1"/>
                          <a:pt x="17400" y="226"/>
                          <a:pt x="17727" y="649"/>
                        </a:cubicBezTo>
                        <a:cubicBezTo>
                          <a:pt x="18123" y="1162"/>
                          <a:pt x="18416" y="1935"/>
                          <a:pt x="18556" y="2834"/>
                        </a:cubicBezTo>
                        <a:cubicBezTo>
                          <a:pt x="18713" y="3780"/>
                          <a:pt x="18871" y="4724"/>
                          <a:pt x="19030" y="5669"/>
                        </a:cubicBezTo>
                        <a:cubicBezTo>
                          <a:pt x="19347" y="7558"/>
                          <a:pt x="19666" y="9446"/>
                          <a:pt x="19979" y="11338"/>
                        </a:cubicBezTo>
                        <a:cubicBezTo>
                          <a:pt x="20539" y="14725"/>
                          <a:pt x="21079" y="18126"/>
                          <a:pt x="21600" y="21538"/>
                        </a:cubicBezTo>
                        <a:lnTo>
                          <a:pt x="0" y="21600"/>
                        </a:lnTo>
                        <a:cubicBezTo>
                          <a:pt x="474" y="18156"/>
                          <a:pt x="989" y="14734"/>
                          <a:pt x="1543" y="11338"/>
                        </a:cubicBezTo>
                        <a:cubicBezTo>
                          <a:pt x="1852" y="9443"/>
                          <a:pt x="2174" y="7557"/>
                          <a:pt x="2492" y="5669"/>
                        </a:cubicBezTo>
                        <a:cubicBezTo>
                          <a:pt x="2651" y="4725"/>
                          <a:pt x="2809" y="3780"/>
                          <a:pt x="2966" y="2834"/>
                        </a:cubicBezTo>
                        <a:cubicBezTo>
                          <a:pt x="3098" y="1987"/>
                          <a:pt x="3367" y="1251"/>
                          <a:pt x="3731" y="739"/>
                        </a:cubicBezTo>
                        <a:close/>
                      </a:path>
                    </a:pathLst>
                  </a:custGeom>
                  <a:solidFill>
                    <a:srgbClr val="5F5D5F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12700" cap="flat" cmpd="sng">
                        <a:solidFill>
                          <a:srgbClr val="000000"/>
                        </a:solidFill>
                        <a:prstDash val="solid"/>
                        <a:miter lim="400000"/>
                        <a:headEnd type="none" w="med" len="med"/>
                        <a:tailEnd type="none" w="med" len="med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rgbClr val="000000">
                              <a:alpha val="74997"/>
                            </a:srgbClr>
                          </a:outerShdw>
                        </a:effectLst>
                      </a14:hiddenEffects>
                    </a:ext>
                  </a:extLst>
                </p:spPr>
                <p:txBody>
                  <a:bodyPr lIns="50800" tIns="50800" rIns="50800" bIns="50800" anchor="ctr"/>
                  <a:lstStyle/>
                  <a:p>
                    <a:pPr marL="0" marR="0" lvl="0" indent="0" defTabSz="8255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RU" sz="2200" b="0" i="0" u="none" strike="noStrike" kern="0" cap="none" spc="0" normalizeH="0" baseline="55000" noProof="0" dirty="0">
                      <a:ln>
                        <a:noFill/>
                      </a:ln>
                      <a:solidFill>
                        <a:srgbClr val="7B7B7B"/>
                      </a:solidFill>
                      <a:effectLst/>
                      <a:uLnTx/>
                      <a:uFillTx/>
                      <a:latin typeface="+mn-ea"/>
                      <a:cs typeface="Pretendard" panose="02000503000000020004" pitchFamily="50" charset="-127"/>
                      <a:sym typeface="Open Sans" charset="0"/>
                    </a:endParaRPr>
                  </a:p>
                </p:txBody>
              </p:sp>
              <p:sp>
                <p:nvSpPr>
                  <p:cNvPr id="291" name="AutoShape 38">
                    <a:extLst>
                      <a:ext uri="{FF2B5EF4-FFF2-40B4-BE49-F238E27FC236}">
                        <a16:creationId xmlns:a16="http://schemas.microsoft.com/office/drawing/2014/main" id="{A046413E-C70B-4AC4-8BA3-73D6669190B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rot="7188819">
                    <a:off x="4344553" y="3782197"/>
                    <a:ext cx="1270128" cy="638231"/>
                  </a:xfrm>
                  <a:custGeom>
                    <a:avLst/>
                    <a:gdLst>
                      <a:gd name="T0" fmla="*/ 635064 w 21600"/>
                      <a:gd name="T1" fmla="*/ 319116 h 21600"/>
                      <a:gd name="T2" fmla="*/ 635064 w 21600"/>
                      <a:gd name="T3" fmla="*/ 319116 h 21600"/>
                      <a:gd name="T4" fmla="*/ 635064 w 21600"/>
                      <a:gd name="T5" fmla="*/ 319116 h 21600"/>
                      <a:gd name="T6" fmla="*/ 635064 w 21600"/>
                      <a:gd name="T7" fmla="*/ 319116 h 2160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1600" h="21600">
                        <a:moveTo>
                          <a:pt x="3731" y="739"/>
                        </a:moveTo>
                        <a:cubicBezTo>
                          <a:pt x="4070" y="261"/>
                          <a:pt x="4475" y="3"/>
                          <a:pt x="4891" y="0"/>
                        </a:cubicBezTo>
                        <a:cubicBezTo>
                          <a:pt x="5628" y="0"/>
                          <a:pt x="6364" y="0"/>
                          <a:pt x="7101" y="0"/>
                        </a:cubicBezTo>
                        <a:cubicBezTo>
                          <a:pt x="8321" y="0"/>
                          <a:pt x="9541" y="0"/>
                          <a:pt x="10761" y="0"/>
                        </a:cubicBezTo>
                        <a:cubicBezTo>
                          <a:pt x="11981" y="0"/>
                          <a:pt x="13201" y="0"/>
                          <a:pt x="14421" y="0"/>
                        </a:cubicBezTo>
                        <a:cubicBezTo>
                          <a:pt x="15158" y="0"/>
                          <a:pt x="15894" y="0"/>
                          <a:pt x="16631" y="0"/>
                        </a:cubicBezTo>
                        <a:cubicBezTo>
                          <a:pt x="17020" y="1"/>
                          <a:pt x="17400" y="226"/>
                          <a:pt x="17727" y="649"/>
                        </a:cubicBezTo>
                        <a:cubicBezTo>
                          <a:pt x="18123" y="1162"/>
                          <a:pt x="18416" y="1935"/>
                          <a:pt x="18556" y="2834"/>
                        </a:cubicBezTo>
                        <a:cubicBezTo>
                          <a:pt x="18713" y="3780"/>
                          <a:pt x="18871" y="4724"/>
                          <a:pt x="19030" y="5669"/>
                        </a:cubicBezTo>
                        <a:cubicBezTo>
                          <a:pt x="19347" y="7558"/>
                          <a:pt x="19666" y="9446"/>
                          <a:pt x="19979" y="11338"/>
                        </a:cubicBezTo>
                        <a:cubicBezTo>
                          <a:pt x="20539" y="14725"/>
                          <a:pt x="21079" y="18126"/>
                          <a:pt x="21600" y="21538"/>
                        </a:cubicBezTo>
                        <a:lnTo>
                          <a:pt x="0" y="21600"/>
                        </a:lnTo>
                        <a:cubicBezTo>
                          <a:pt x="474" y="18156"/>
                          <a:pt x="989" y="14734"/>
                          <a:pt x="1543" y="11338"/>
                        </a:cubicBezTo>
                        <a:cubicBezTo>
                          <a:pt x="1852" y="9443"/>
                          <a:pt x="2174" y="7557"/>
                          <a:pt x="2492" y="5669"/>
                        </a:cubicBezTo>
                        <a:cubicBezTo>
                          <a:pt x="2651" y="4725"/>
                          <a:pt x="2809" y="3780"/>
                          <a:pt x="2966" y="2834"/>
                        </a:cubicBezTo>
                        <a:cubicBezTo>
                          <a:pt x="3098" y="1987"/>
                          <a:pt x="3367" y="1251"/>
                          <a:pt x="3731" y="739"/>
                        </a:cubicBezTo>
                        <a:close/>
                      </a:path>
                    </a:pathLst>
                  </a:custGeom>
                  <a:solidFill>
                    <a:srgbClr val="5F5D5F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12700" cap="flat" cmpd="sng">
                        <a:solidFill>
                          <a:srgbClr val="000000"/>
                        </a:solidFill>
                        <a:prstDash val="solid"/>
                        <a:miter lim="400000"/>
                        <a:headEnd type="none" w="med" len="med"/>
                        <a:tailEnd type="none" w="med" len="med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rgbClr val="000000">
                              <a:alpha val="74997"/>
                            </a:srgbClr>
                          </a:outerShdw>
                        </a:effectLst>
                      </a14:hiddenEffects>
                    </a:ext>
                  </a:extLst>
                </p:spPr>
                <p:txBody>
                  <a:bodyPr lIns="50800" tIns="50800" rIns="50800" bIns="50800" anchor="ctr"/>
                  <a:lstStyle/>
                  <a:p>
                    <a:pPr marL="0" marR="0" lvl="0" indent="0" defTabSz="8255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RU" sz="2200" b="0" i="0" u="none" strike="noStrike" kern="0" cap="none" spc="0" normalizeH="0" baseline="55000" noProof="0" dirty="0">
                      <a:ln>
                        <a:noFill/>
                      </a:ln>
                      <a:solidFill>
                        <a:srgbClr val="7B7B7B"/>
                      </a:solidFill>
                      <a:effectLst/>
                      <a:uLnTx/>
                      <a:uFillTx/>
                      <a:latin typeface="+mn-ea"/>
                      <a:cs typeface="Pretendard" panose="02000503000000020004" pitchFamily="50" charset="-127"/>
                      <a:sym typeface="Open Sans" charset="0"/>
                    </a:endParaRPr>
                  </a:p>
                </p:txBody>
              </p:sp>
            </p:grpSp>
          </p:grp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3080E76C-0346-0B53-ADC8-985D0AA30A55}"/>
              </a:ext>
            </a:extLst>
          </p:cNvPr>
          <p:cNvSpPr txBox="1"/>
          <p:nvPr/>
        </p:nvSpPr>
        <p:spPr>
          <a:xfrm>
            <a:off x="1667082" y="503378"/>
            <a:ext cx="1290418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defTabSz="987095"/>
            <a:r>
              <a:rPr lang="en-US" altLang="ko-KR" sz="800" spc="-54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Ⅱ  </a:t>
            </a:r>
            <a:r>
              <a:rPr lang="ko-KR" altLang="en-US" sz="800" spc="-54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전략 및 방법론  </a:t>
            </a:r>
            <a:r>
              <a:rPr lang="en-US" altLang="ko-KR" sz="800" spc="-54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&gt;  2. </a:t>
            </a:r>
            <a:r>
              <a:rPr lang="ko-KR" altLang="en-US" sz="800" spc="-54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개발 방법론</a:t>
            </a:r>
          </a:p>
        </p:txBody>
      </p:sp>
    </p:spTree>
    <p:extLst>
      <p:ext uri="{BB962C8B-B14F-4D97-AF65-F5344CB8AC3E}">
        <p14:creationId xmlns:p14="http://schemas.microsoft.com/office/powerpoint/2010/main" val="350168267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제목 89"/>
          <p:cNvSpPr>
            <a:spLocks noGrp="1"/>
          </p:cNvSpPr>
          <p:nvPr>
            <p:ph type="title"/>
          </p:nvPr>
        </p:nvSpPr>
        <p:spPr>
          <a:xfrm>
            <a:off x="512676" y="1064568"/>
            <a:ext cx="2664241" cy="199285"/>
          </a:xfrm>
          <a:prstGeom prst="rect">
            <a:avLst/>
          </a:prstGeom>
          <a:noFill/>
        </p:spPr>
        <p:txBody>
          <a:bodyPr wrap="none" lIns="108000" tIns="0" rIns="0" bIns="0" anchor="ctr">
            <a:spAutoFit/>
          </a:bodyPr>
          <a:lstStyle/>
          <a:p>
            <a:r>
              <a:rPr lang="en-US" altLang="ko-KR" dirty="0"/>
              <a:t>2.2 CBD </a:t>
            </a:r>
            <a:r>
              <a:rPr lang="ko-KR" altLang="en-US" dirty="0"/>
              <a:t>방법론 </a:t>
            </a:r>
            <a:r>
              <a:rPr lang="ko-KR" altLang="en-US" dirty="0" err="1"/>
              <a:t>테일러링</a:t>
            </a:r>
            <a:r>
              <a:rPr lang="ko-KR" altLang="en-US" dirty="0"/>
              <a:t> 활용방안</a:t>
            </a:r>
          </a:p>
        </p:txBody>
      </p:sp>
      <p:grpSp>
        <p:nvGrpSpPr>
          <p:cNvPr id="648" name="그룹 647">
            <a:extLst>
              <a:ext uri="{FF2B5EF4-FFF2-40B4-BE49-F238E27FC236}">
                <a16:creationId xmlns:a16="http://schemas.microsoft.com/office/drawing/2014/main" id="{4BA11E3E-80DD-49F1-88C5-EBA29C94EA96}"/>
              </a:ext>
            </a:extLst>
          </p:cNvPr>
          <p:cNvGrpSpPr/>
          <p:nvPr/>
        </p:nvGrpSpPr>
        <p:grpSpPr>
          <a:xfrm>
            <a:off x="440668" y="1064568"/>
            <a:ext cx="66431" cy="180000"/>
            <a:chOff x="447632" y="1870808"/>
            <a:chExt cx="66431" cy="247087"/>
          </a:xfrm>
        </p:grpSpPr>
        <p:sp>
          <p:nvSpPr>
            <p:cNvPr id="649" name="직사각형 648">
              <a:extLst>
                <a:ext uri="{FF2B5EF4-FFF2-40B4-BE49-F238E27FC236}">
                  <a16:creationId xmlns:a16="http://schemas.microsoft.com/office/drawing/2014/main" id="{0CA8AFA8-5006-4D37-8FD5-40F6510F477D}"/>
                </a:ext>
              </a:extLst>
            </p:cNvPr>
            <p:cNvSpPr/>
            <p:nvPr/>
          </p:nvSpPr>
          <p:spPr>
            <a:xfrm>
              <a:off x="447632" y="1990162"/>
              <a:ext cx="66431" cy="12773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/>
            </a:bodyPr>
            <a:lstStyle/>
            <a:p>
              <a:pPr algn="ctr"/>
              <a:endParaRPr lang="ko-KR" altLang="en-US">
                <a:ln>
                  <a:solidFill>
                    <a:srgbClr val="02A1B2">
                      <a:alpha val="0"/>
                    </a:srgbClr>
                  </a:solidFill>
                </a:ln>
              </a:endParaRPr>
            </a:p>
          </p:txBody>
        </p:sp>
        <p:sp>
          <p:nvSpPr>
            <p:cNvPr id="650" name="직사각형 649">
              <a:extLst>
                <a:ext uri="{FF2B5EF4-FFF2-40B4-BE49-F238E27FC236}">
                  <a16:creationId xmlns:a16="http://schemas.microsoft.com/office/drawing/2014/main" id="{21B5B813-75AE-46D5-8B6D-0ABAB8FBB4C0}"/>
                </a:ext>
              </a:extLst>
            </p:cNvPr>
            <p:cNvSpPr/>
            <p:nvPr/>
          </p:nvSpPr>
          <p:spPr>
            <a:xfrm>
              <a:off x="447632" y="1870808"/>
              <a:ext cx="66431" cy="127733"/>
            </a:xfrm>
            <a:prstGeom prst="rect">
              <a:avLst/>
            </a:prstGeom>
            <a:solidFill>
              <a:srgbClr val="B71B6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/>
            </a:bodyPr>
            <a:lstStyle/>
            <a:p>
              <a:pPr algn="ctr"/>
              <a:endParaRPr lang="ko-KR" altLang="en-US">
                <a:ln>
                  <a:solidFill>
                    <a:srgbClr val="02A1B2">
                      <a:alpha val="0"/>
                    </a:srgbClr>
                  </a:solidFill>
                </a:ln>
              </a:endParaRPr>
            </a:p>
          </p:txBody>
        </p:sp>
      </p:grpSp>
      <p:sp>
        <p:nvSpPr>
          <p:cNvPr id="651" name="직사각형 650">
            <a:extLst>
              <a:ext uri="{FF2B5EF4-FFF2-40B4-BE49-F238E27FC236}">
                <a16:creationId xmlns:a16="http://schemas.microsoft.com/office/drawing/2014/main" id="{88DFA697-F641-4014-8F34-DC14508799E0}"/>
              </a:ext>
            </a:extLst>
          </p:cNvPr>
          <p:cNvSpPr/>
          <p:nvPr/>
        </p:nvSpPr>
        <p:spPr>
          <a:xfrm>
            <a:off x="5206867" y="1065770"/>
            <a:ext cx="1209800" cy="17763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36000" rIns="72000" bIns="18000" rtlCol="0" anchor="ctr">
            <a:spAutoFit/>
          </a:bodyPr>
          <a:lstStyle/>
          <a:p>
            <a:pPr algn="r"/>
            <a:r>
              <a: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요구사항 번호</a:t>
            </a:r>
            <a:r>
              <a:rPr lang="en-US" altLang="ko-KR" sz="8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: </a:t>
            </a:r>
            <a:r>
              <a:rPr lang="en-US" altLang="ko-KR" sz="800">
                <a:solidFill>
                  <a:srgbClr val="0070C0"/>
                </a:solidFill>
                <a:latin typeface="+mj-ea"/>
                <a:ea typeface="+mj-ea"/>
              </a:rPr>
              <a:t>ABC-001</a:t>
            </a:r>
            <a:endParaRPr lang="ko-KR" altLang="en-US" sz="800" dirty="0">
              <a:solidFill>
                <a:srgbClr val="0070C0"/>
              </a:solidFill>
              <a:latin typeface="+mj-ea"/>
              <a:ea typeface="+mj-ea"/>
            </a:endParaRPr>
          </a:p>
        </p:txBody>
      </p:sp>
      <p:sp>
        <p:nvSpPr>
          <p:cNvPr id="652" name="AutoShape 165">
            <a:extLst>
              <a:ext uri="{FF2B5EF4-FFF2-40B4-BE49-F238E27FC236}">
                <a16:creationId xmlns:a16="http://schemas.microsoft.com/office/drawing/2014/main" id="{A1BD697B-66C3-48C5-B2D9-42AC7B60FF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668" y="1568624"/>
            <a:ext cx="5976000" cy="647237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3175" algn="ctr">
            <a:solidFill>
              <a:schemeClr val="bg1">
                <a:lumMod val="95000"/>
              </a:schemeClr>
            </a:solidFill>
            <a:round/>
            <a:headEnd/>
            <a:tailEnd/>
          </a:ln>
          <a:effectLst/>
        </p:spPr>
        <p:txBody>
          <a:bodyPr wrap="square" lIns="144000" tIns="36000" rIns="72000" bIns="36000" anchor="ctr"/>
          <a:lstStyle/>
          <a:p>
            <a:pPr marL="85725" lvl="1" indent="-85725" defTabSz="914400" fontAlgn="ctr">
              <a:lnSpc>
                <a:spcPct val="110000"/>
              </a:lnSpc>
              <a:spcAft>
                <a:spcPts val="300"/>
              </a:spcAft>
              <a:buFont typeface="Arial" pitchFamily="34" charset="0"/>
              <a:buChar char="•"/>
              <a:defRPr/>
            </a:pPr>
            <a:r>
              <a:rPr lang="ko-KR" altLang="en-US" sz="1000" dirty="0">
                <a:latin typeface="+mn-ea"/>
                <a:sym typeface="Monotype Sorts"/>
              </a:rPr>
              <a:t>운영관리 효율화 제고 및 고효율의 품질 서비스를 만족하는 정보시스템 개발을 위한 </a:t>
            </a:r>
            <a:r>
              <a:rPr lang="ko-KR" altLang="en-US" sz="1000" dirty="0" err="1">
                <a:latin typeface="+mn-ea"/>
                <a:sym typeface="Monotype Sorts"/>
              </a:rPr>
              <a:t>테일러링</a:t>
            </a:r>
            <a:r>
              <a:rPr lang="ko-KR" altLang="en-US" sz="1000" dirty="0">
                <a:latin typeface="+mn-ea"/>
                <a:sym typeface="Monotype Sorts"/>
              </a:rPr>
              <a:t> 적용 기준 준수</a:t>
            </a:r>
            <a:endParaRPr lang="en-US" altLang="ko-KR" sz="1000" dirty="0">
              <a:latin typeface="+mn-ea"/>
              <a:sym typeface="Monotype Sorts"/>
            </a:endParaRPr>
          </a:p>
          <a:p>
            <a:pPr marL="85725" lvl="1" indent="-85725" defTabSz="914400" fontAlgn="ctr">
              <a:lnSpc>
                <a:spcPct val="110000"/>
              </a:lnSpc>
              <a:spcAft>
                <a:spcPts val="300"/>
              </a:spcAft>
              <a:buFont typeface="Arial" pitchFamily="34" charset="0"/>
              <a:buChar char="•"/>
              <a:defRPr/>
            </a:pPr>
            <a:r>
              <a:rPr lang="ko-KR" altLang="en-US" sz="1000" dirty="0">
                <a:latin typeface="+mn-ea"/>
                <a:sym typeface="Monotype Sorts"/>
              </a:rPr>
              <a:t>본 사업의 환경과 특성</a:t>
            </a:r>
            <a:r>
              <a:rPr lang="en-US" altLang="ko-KR" sz="1000" dirty="0">
                <a:latin typeface="+mn-ea"/>
                <a:sym typeface="Monotype Sorts"/>
              </a:rPr>
              <a:t>, </a:t>
            </a:r>
            <a:r>
              <a:rPr lang="ko-KR" altLang="en-US" sz="1000" dirty="0">
                <a:latin typeface="+mn-ea"/>
                <a:sym typeface="Monotype Sorts"/>
              </a:rPr>
              <a:t>위험요소</a:t>
            </a:r>
            <a:r>
              <a:rPr lang="en-US" altLang="ko-KR" sz="1000" dirty="0">
                <a:latin typeface="+mn-ea"/>
                <a:sym typeface="Monotype Sorts"/>
              </a:rPr>
              <a:t>, </a:t>
            </a:r>
            <a:r>
              <a:rPr lang="ko-KR" altLang="en-US" sz="1000" dirty="0">
                <a:latin typeface="+mn-ea"/>
                <a:sym typeface="Monotype Sorts"/>
              </a:rPr>
              <a:t>고려사항에 적합하게 </a:t>
            </a:r>
            <a:r>
              <a:rPr lang="ko-KR" altLang="en-US" sz="1000" dirty="0" err="1">
                <a:latin typeface="+mn-ea"/>
                <a:sym typeface="Monotype Sorts"/>
              </a:rPr>
              <a:t>테일러링</a:t>
            </a:r>
            <a:r>
              <a:rPr lang="ko-KR" altLang="en-US" sz="1000" dirty="0">
                <a:latin typeface="+mn-ea"/>
                <a:sym typeface="Monotype Sorts"/>
              </a:rPr>
              <a:t> 적용</a:t>
            </a:r>
            <a:endParaRPr kumimoji="1" lang="en-US" altLang="ko-KR" sz="1000" kern="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grpSp>
        <p:nvGrpSpPr>
          <p:cNvPr id="653" name="그룹 652">
            <a:extLst>
              <a:ext uri="{FF2B5EF4-FFF2-40B4-BE49-F238E27FC236}">
                <a16:creationId xmlns:a16="http://schemas.microsoft.com/office/drawing/2014/main" id="{7B6A778D-F13B-4E26-A855-48C0EF4AE9DE}"/>
              </a:ext>
            </a:extLst>
          </p:cNvPr>
          <p:cNvGrpSpPr/>
          <p:nvPr/>
        </p:nvGrpSpPr>
        <p:grpSpPr>
          <a:xfrm>
            <a:off x="440668" y="2504728"/>
            <a:ext cx="5976000" cy="184666"/>
            <a:chOff x="4503039" y="5804479"/>
            <a:chExt cx="5976000" cy="184666"/>
          </a:xfrm>
        </p:grpSpPr>
        <p:cxnSp>
          <p:nvCxnSpPr>
            <p:cNvPr id="654" name="직선 연결선 653">
              <a:extLst>
                <a:ext uri="{FF2B5EF4-FFF2-40B4-BE49-F238E27FC236}">
                  <a16:creationId xmlns:a16="http://schemas.microsoft.com/office/drawing/2014/main" id="{1C37DEE5-3766-411F-8F39-C9B8D4BFAAB5}"/>
                </a:ext>
              </a:extLst>
            </p:cNvPr>
            <p:cNvCxnSpPr>
              <a:cxnSpLocks/>
            </p:cNvCxnSpPr>
            <p:nvPr/>
          </p:nvCxnSpPr>
          <p:spPr>
            <a:xfrm>
              <a:off x="4503039" y="5948495"/>
              <a:ext cx="5976000" cy="0"/>
            </a:xfrm>
            <a:prstGeom prst="line">
              <a:avLst/>
            </a:prstGeom>
            <a:ln w="12700" cap="flat">
              <a:solidFill>
                <a:srgbClr val="BAC0CE"/>
              </a:solidFill>
              <a:miter lim="800000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5" name="TextBox 654">
              <a:extLst>
                <a:ext uri="{FF2B5EF4-FFF2-40B4-BE49-F238E27FC236}">
                  <a16:creationId xmlns:a16="http://schemas.microsoft.com/office/drawing/2014/main" id="{603DF49D-3746-4EFA-89CE-72DC89736D6F}"/>
                </a:ext>
              </a:extLst>
            </p:cNvPr>
            <p:cNvSpPr txBox="1"/>
            <p:nvPr/>
          </p:nvSpPr>
          <p:spPr>
            <a:xfrm flipH="1">
              <a:off x="4503039" y="5804479"/>
              <a:ext cx="3295825" cy="18466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</p:spPr>
          <p:txBody>
            <a:bodyPr wrap="none" lIns="0" tIns="0" rIns="108000" bIns="0" rtlCol="0" anchor="b">
              <a:spAutoFit/>
            </a:bodyPr>
            <a:lstStyle/>
            <a:p>
              <a:pPr lvl="0" defTabSz="478031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ko-KR" sz="1200" dirty="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CBD </a:t>
              </a:r>
              <a:r>
                <a:rPr lang="ko-KR" altLang="en-US" sz="1200" dirty="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방법론 적용 지침을 준수한 </a:t>
              </a:r>
              <a:r>
                <a:rPr lang="ko-KR" altLang="en-US" sz="1200" dirty="0" err="1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테일러링</a:t>
              </a:r>
              <a:r>
                <a:rPr lang="ko-KR" altLang="en-US" sz="1200" dirty="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 활용 방안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85394244-6BCB-700C-9DB3-B366C1C26643}"/>
              </a:ext>
            </a:extLst>
          </p:cNvPr>
          <p:cNvSpPr txBox="1"/>
          <p:nvPr/>
        </p:nvSpPr>
        <p:spPr>
          <a:xfrm>
            <a:off x="1667082" y="503378"/>
            <a:ext cx="1290418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defTabSz="987095"/>
            <a:r>
              <a:rPr lang="en-US" altLang="ko-KR" sz="800" spc="-54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Ⅱ  </a:t>
            </a:r>
            <a:r>
              <a:rPr lang="ko-KR" altLang="en-US" sz="800" spc="-54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전략 및 방법론  </a:t>
            </a:r>
            <a:r>
              <a:rPr lang="en-US" altLang="ko-KR" sz="800" spc="-54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&gt;  2. </a:t>
            </a:r>
            <a:r>
              <a:rPr lang="ko-KR" altLang="en-US" sz="800" spc="-54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개발 방법론</a:t>
            </a:r>
          </a:p>
        </p:txBody>
      </p:sp>
      <p:grpSp>
        <p:nvGrpSpPr>
          <p:cNvPr id="535" name="그룹 534">
            <a:extLst>
              <a:ext uri="{FF2B5EF4-FFF2-40B4-BE49-F238E27FC236}">
                <a16:creationId xmlns:a16="http://schemas.microsoft.com/office/drawing/2014/main" id="{96E2BEF6-F050-49D1-803E-1076E76975E6}"/>
              </a:ext>
            </a:extLst>
          </p:cNvPr>
          <p:cNvGrpSpPr/>
          <p:nvPr/>
        </p:nvGrpSpPr>
        <p:grpSpPr>
          <a:xfrm>
            <a:off x="440667" y="6101332"/>
            <a:ext cx="5983445" cy="3280361"/>
            <a:chOff x="440667" y="6101332"/>
            <a:chExt cx="5983445" cy="3280361"/>
          </a:xfrm>
        </p:grpSpPr>
        <p:grpSp>
          <p:nvGrpSpPr>
            <p:cNvPr id="536" name="그룹 535">
              <a:extLst>
                <a:ext uri="{FF2B5EF4-FFF2-40B4-BE49-F238E27FC236}">
                  <a16:creationId xmlns:a16="http://schemas.microsoft.com/office/drawing/2014/main" id="{0B391291-BA98-459F-AC33-E628EFA77C3D}"/>
                </a:ext>
              </a:extLst>
            </p:cNvPr>
            <p:cNvGrpSpPr/>
            <p:nvPr/>
          </p:nvGrpSpPr>
          <p:grpSpPr>
            <a:xfrm>
              <a:off x="440667" y="6105176"/>
              <a:ext cx="1864800" cy="432000"/>
              <a:chOff x="440667" y="6105176"/>
              <a:chExt cx="1864800" cy="432000"/>
            </a:xfrm>
          </p:grpSpPr>
          <p:sp>
            <p:nvSpPr>
              <p:cNvPr id="943" name="Rectangle 508">
                <a:extLst>
                  <a:ext uri="{FF2B5EF4-FFF2-40B4-BE49-F238E27FC236}">
                    <a16:creationId xmlns:a16="http://schemas.microsoft.com/office/drawing/2014/main" id="{1D63ACD2-F0F4-4620-978E-ECFC04CD3E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0667" y="6105176"/>
                <a:ext cx="1864800" cy="432000"/>
              </a:xfrm>
              <a:prstGeom prst="rect">
                <a:avLst/>
              </a:prstGeom>
              <a:solidFill>
                <a:srgbClr val="D6DCE5"/>
              </a:solidFill>
              <a:ln w="9525" algn="ctr">
                <a:noFill/>
                <a:miter lim="800000"/>
                <a:headEnd/>
                <a:tailEnd type="none" w="sm" len="sm"/>
              </a:ln>
            </p:spPr>
            <p:txBody>
              <a:bodyPr wrap="none" lIns="396000" tIns="0" rIns="36000" bIns="0" anchor="ctr"/>
              <a:lstStyle/>
              <a:p>
                <a:pPr lvl="0" defTabSz="985838"/>
                <a:r>
                  <a:rPr lang="en-US" altLang="ko-KR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 SemiBold" panose="02000703000000020004" pitchFamily="50" charset="-127"/>
                    <a:ea typeface="Pretendard SemiBold" panose="02000703000000020004" pitchFamily="50" charset="-127"/>
                  </a:rPr>
                  <a:t>CBSD</a:t>
                </a:r>
                <a:r>
                  <a:rPr lang="ko-KR" alt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 SemiBold" panose="02000703000000020004" pitchFamily="50" charset="-127"/>
                    <a:ea typeface="Pretendard SemiBold" panose="02000703000000020004" pitchFamily="50" charset="-127"/>
                  </a:rPr>
                  <a:t>및</a:t>
                </a:r>
                <a:r>
                  <a:rPr lang="en-US" altLang="ko-KR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 SemiBold" panose="02000703000000020004" pitchFamily="50" charset="-127"/>
                    <a:ea typeface="Pretendard SemiBold" panose="02000703000000020004" pitchFamily="50" charset="-127"/>
                  </a:rPr>
                  <a:t>CD</a:t>
                </a:r>
                <a:r>
                  <a:rPr lang="ko-KR" alt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 SemiBold" panose="02000703000000020004" pitchFamily="50" charset="-127"/>
                    <a:ea typeface="Pretendard SemiBold" panose="02000703000000020004" pitchFamily="50" charset="-127"/>
                  </a:rPr>
                  <a:t>에 따른</a:t>
                </a:r>
                <a:br>
                  <a:rPr lang="en-US" altLang="ko-KR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 SemiBold" panose="02000703000000020004" pitchFamily="50" charset="-127"/>
                    <a:ea typeface="Pretendard SemiBold" panose="02000703000000020004" pitchFamily="50" charset="-127"/>
                  </a:rPr>
                </a:br>
                <a:r>
                  <a:rPr lang="ko-KR" altLang="en-US" sz="9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 SemiBold" panose="02000703000000020004" pitchFamily="50" charset="-127"/>
                    <a:ea typeface="Pretendard SemiBold" panose="02000703000000020004" pitchFamily="50" charset="-127"/>
                  </a:rPr>
                  <a:t>테일러링</a:t>
                </a:r>
                <a:endParaRPr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</a:endParaRPr>
              </a:p>
            </p:txBody>
          </p:sp>
          <p:sp>
            <p:nvSpPr>
              <p:cNvPr id="944" name="직사각형 943">
                <a:extLst>
                  <a:ext uri="{FF2B5EF4-FFF2-40B4-BE49-F238E27FC236}">
                    <a16:creationId xmlns:a16="http://schemas.microsoft.com/office/drawing/2014/main" id="{AC593DF6-AFCE-4725-AB40-5237475638F5}"/>
                  </a:ext>
                </a:extLst>
              </p:cNvPr>
              <p:cNvSpPr/>
              <p:nvPr/>
            </p:nvSpPr>
            <p:spPr>
              <a:xfrm>
                <a:off x="512704" y="6197924"/>
                <a:ext cx="216000" cy="216000"/>
              </a:xfrm>
              <a:prstGeom prst="rect">
                <a:avLst/>
              </a:prstGeom>
              <a:gradFill>
                <a:gsLst>
                  <a:gs pos="100000">
                    <a:srgbClr val="44546A"/>
                  </a:gs>
                  <a:gs pos="0">
                    <a:srgbClr val="4E6485"/>
                  </a:gs>
                </a:gsLst>
                <a:lin ang="7200000" scaled="0"/>
              </a:gradFill>
              <a:ln>
                <a:noFill/>
              </a:ln>
              <a:effectLst/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100" spc="-40" dirty="0">
                    <a:ln>
                      <a:solidFill>
                        <a:srgbClr val="CCCCCC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latin typeface="+mj-ea"/>
                    <a:ea typeface="+mj-ea"/>
                  </a:rPr>
                  <a:t>1</a:t>
                </a:r>
                <a:endParaRPr lang="ko-KR" altLang="en-US" sz="1100" spc="-40" dirty="0">
                  <a:ln>
                    <a:solidFill>
                      <a:srgbClr val="CCCCCC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</p:grpSp>
        <p:grpSp>
          <p:nvGrpSpPr>
            <p:cNvPr id="537" name="그룹 536">
              <a:extLst>
                <a:ext uri="{FF2B5EF4-FFF2-40B4-BE49-F238E27FC236}">
                  <a16:creationId xmlns:a16="http://schemas.microsoft.com/office/drawing/2014/main" id="{F4F80749-6CC6-42FD-99EF-E7756DD74AA8}"/>
                </a:ext>
              </a:extLst>
            </p:cNvPr>
            <p:cNvGrpSpPr/>
            <p:nvPr/>
          </p:nvGrpSpPr>
          <p:grpSpPr>
            <a:xfrm>
              <a:off x="440667" y="6579229"/>
              <a:ext cx="1864800" cy="432000"/>
              <a:chOff x="440667" y="6579229"/>
              <a:chExt cx="1864800" cy="432000"/>
            </a:xfrm>
          </p:grpSpPr>
          <p:sp>
            <p:nvSpPr>
              <p:cNvPr id="941" name="Rectangle 693">
                <a:extLst>
                  <a:ext uri="{FF2B5EF4-FFF2-40B4-BE49-F238E27FC236}">
                    <a16:creationId xmlns:a16="http://schemas.microsoft.com/office/drawing/2014/main" id="{04BB1960-4221-47E9-A6DD-7279E31D35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0667" y="6579229"/>
                <a:ext cx="1864800" cy="432000"/>
              </a:xfrm>
              <a:prstGeom prst="rect">
                <a:avLst/>
              </a:prstGeom>
              <a:solidFill>
                <a:srgbClr val="BBCBDC">
                  <a:alpha val="50000"/>
                </a:srgbClr>
              </a:solidFill>
              <a:ln w="9525" algn="ctr">
                <a:noFill/>
                <a:miter lim="800000"/>
                <a:headEnd/>
                <a:tailEnd type="none" w="sm" len="sm"/>
              </a:ln>
            </p:spPr>
            <p:txBody>
              <a:bodyPr wrap="none" lIns="396000" tIns="0" rIns="36000" bIns="0" anchor="ctr"/>
              <a:lstStyle/>
              <a:p>
                <a:pPr lvl="0" defTabSz="985838"/>
                <a:r>
                  <a:rPr lang="ko-KR" alt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 SemiBold" panose="02000703000000020004" pitchFamily="50" charset="-127"/>
                    <a:ea typeface="Pretendard SemiBold" panose="02000703000000020004" pitchFamily="50" charset="-127"/>
                  </a:rPr>
                  <a:t>시스템 규모와 개발 기간에</a:t>
                </a:r>
                <a:br>
                  <a:rPr lang="en-US" altLang="ko-KR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 SemiBold" panose="02000703000000020004" pitchFamily="50" charset="-127"/>
                    <a:ea typeface="Pretendard SemiBold" panose="02000703000000020004" pitchFamily="50" charset="-127"/>
                  </a:rPr>
                </a:br>
                <a:r>
                  <a:rPr lang="ko-KR" alt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 SemiBold" panose="02000703000000020004" pitchFamily="50" charset="-127"/>
                    <a:ea typeface="Pretendard SemiBold" panose="02000703000000020004" pitchFamily="50" charset="-127"/>
                  </a:rPr>
                  <a:t>따른 </a:t>
                </a:r>
                <a:r>
                  <a:rPr lang="ko-KR" altLang="en-US" sz="9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 SemiBold" panose="02000703000000020004" pitchFamily="50" charset="-127"/>
                    <a:ea typeface="Pretendard SemiBold" panose="02000703000000020004" pitchFamily="50" charset="-127"/>
                  </a:rPr>
                  <a:t>테일러링</a:t>
                </a:r>
                <a:endParaRPr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</a:endParaRPr>
              </a:p>
            </p:txBody>
          </p:sp>
          <p:sp>
            <p:nvSpPr>
              <p:cNvPr id="942" name="직사각형 941">
                <a:extLst>
                  <a:ext uri="{FF2B5EF4-FFF2-40B4-BE49-F238E27FC236}">
                    <a16:creationId xmlns:a16="http://schemas.microsoft.com/office/drawing/2014/main" id="{438CFC4C-E977-4C0F-900B-2934D0EF998B}"/>
                  </a:ext>
                </a:extLst>
              </p:cNvPr>
              <p:cNvSpPr/>
              <p:nvPr/>
            </p:nvSpPr>
            <p:spPr>
              <a:xfrm>
                <a:off x="512704" y="6671977"/>
                <a:ext cx="216000" cy="216000"/>
              </a:xfrm>
              <a:prstGeom prst="rect">
                <a:avLst/>
              </a:prstGeom>
              <a:gradFill>
                <a:gsLst>
                  <a:gs pos="100000">
                    <a:srgbClr val="44546A"/>
                  </a:gs>
                  <a:gs pos="0">
                    <a:srgbClr val="4E6485"/>
                  </a:gs>
                </a:gsLst>
                <a:lin ang="7200000" scaled="0"/>
              </a:gradFill>
              <a:ln>
                <a:noFill/>
              </a:ln>
              <a:effectLst/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100" spc="-40" dirty="0">
                    <a:ln>
                      <a:solidFill>
                        <a:srgbClr val="CCCCCC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latin typeface="+mj-ea"/>
                    <a:ea typeface="+mj-ea"/>
                  </a:rPr>
                  <a:t>2</a:t>
                </a:r>
                <a:endParaRPr lang="ko-KR" altLang="en-US" sz="1100" spc="-40" dirty="0">
                  <a:ln>
                    <a:solidFill>
                      <a:srgbClr val="CCCCCC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</p:grpSp>
        <p:grpSp>
          <p:nvGrpSpPr>
            <p:cNvPr id="538" name="그룹 537">
              <a:extLst>
                <a:ext uri="{FF2B5EF4-FFF2-40B4-BE49-F238E27FC236}">
                  <a16:creationId xmlns:a16="http://schemas.microsoft.com/office/drawing/2014/main" id="{8361EA73-152C-4A52-B0D7-D742C49761DB}"/>
                </a:ext>
              </a:extLst>
            </p:cNvPr>
            <p:cNvGrpSpPr/>
            <p:nvPr/>
          </p:nvGrpSpPr>
          <p:grpSpPr>
            <a:xfrm>
              <a:off x="440667" y="7053282"/>
              <a:ext cx="1864800" cy="432000"/>
              <a:chOff x="440667" y="7053282"/>
              <a:chExt cx="1864800" cy="432000"/>
            </a:xfrm>
          </p:grpSpPr>
          <p:sp>
            <p:nvSpPr>
              <p:cNvPr id="939" name="Rectangle 694">
                <a:extLst>
                  <a:ext uri="{FF2B5EF4-FFF2-40B4-BE49-F238E27FC236}">
                    <a16:creationId xmlns:a16="http://schemas.microsoft.com/office/drawing/2014/main" id="{3D553870-2E2F-48B1-89B5-E03DB34CE6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0667" y="7053282"/>
                <a:ext cx="1864800" cy="432000"/>
              </a:xfrm>
              <a:prstGeom prst="rect">
                <a:avLst/>
              </a:prstGeom>
              <a:solidFill>
                <a:srgbClr val="D6DCE5"/>
              </a:solidFill>
              <a:ln w="9525" algn="ctr">
                <a:noFill/>
                <a:miter lim="800000"/>
                <a:headEnd/>
                <a:tailEnd type="none" w="sm" len="sm"/>
              </a:ln>
            </p:spPr>
            <p:txBody>
              <a:bodyPr wrap="none" lIns="396000" tIns="0" rIns="36000" bIns="0" anchor="ctr"/>
              <a:lstStyle/>
              <a:p>
                <a:pPr defTabSz="985838"/>
                <a:r>
                  <a:rPr lang="ko-KR" alt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 SemiBold" panose="02000703000000020004" pitchFamily="50" charset="-127"/>
                    <a:ea typeface="Pretendard SemiBold" panose="02000703000000020004" pitchFamily="50" charset="-127"/>
                  </a:rPr>
                  <a:t>상용</a:t>
                </a:r>
                <a:r>
                  <a:rPr lang="en-US" altLang="ko-KR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 SemiBold" panose="02000703000000020004" pitchFamily="50" charset="-127"/>
                    <a:ea typeface="Pretendard SemiBold" panose="02000703000000020004" pitchFamily="50" charset="-127"/>
                  </a:rPr>
                  <a:t>SW </a:t>
                </a:r>
                <a:r>
                  <a:rPr lang="ko-KR" alt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 SemiBold" panose="02000703000000020004" pitchFamily="50" charset="-127"/>
                    <a:ea typeface="Pretendard SemiBold" panose="02000703000000020004" pitchFamily="50" charset="-127"/>
                  </a:rPr>
                  <a:t>패키지 도입에</a:t>
                </a:r>
                <a:br>
                  <a:rPr lang="en-US" altLang="ko-KR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 SemiBold" panose="02000703000000020004" pitchFamily="50" charset="-127"/>
                    <a:ea typeface="Pretendard SemiBold" panose="02000703000000020004" pitchFamily="50" charset="-127"/>
                  </a:rPr>
                </a:br>
                <a:r>
                  <a:rPr lang="ko-KR" alt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 SemiBold" panose="02000703000000020004" pitchFamily="50" charset="-127"/>
                    <a:ea typeface="Pretendard SemiBold" panose="02000703000000020004" pitchFamily="50" charset="-127"/>
                  </a:rPr>
                  <a:t>따른 </a:t>
                </a:r>
                <a:r>
                  <a:rPr lang="ko-KR" altLang="en-US" sz="9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 SemiBold" panose="02000703000000020004" pitchFamily="50" charset="-127"/>
                    <a:ea typeface="Pretendard SemiBold" panose="02000703000000020004" pitchFamily="50" charset="-127"/>
                  </a:rPr>
                  <a:t>테일러링</a:t>
                </a:r>
                <a:endParaRPr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</a:endParaRPr>
              </a:p>
            </p:txBody>
          </p:sp>
          <p:sp>
            <p:nvSpPr>
              <p:cNvPr id="940" name="직사각형 939">
                <a:extLst>
                  <a:ext uri="{FF2B5EF4-FFF2-40B4-BE49-F238E27FC236}">
                    <a16:creationId xmlns:a16="http://schemas.microsoft.com/office/drawing/2014/main" id="{A2ED094D-7459-4D6C-8ECD-09B5AA335345}"/>
                  </a:ext>
                </a:extLst>
              </p:cNvPr>
              <p:cNvSpPr/>
              <p:nvPr/>
            </p:nvSpPr>
            <p:spPr>
              <a:xfrm>
                <a:off x="512704" y="7146030"/>
                <a:ext cx="216000" cy="216000"/>
              </a:xfrm>
              <a:prstGeom prst="rect">
                <a:avLst/>
              </a:prstGeom>
              <a:gradFill>
                <a:gsLst>
                  <a:gs pos="100000">
                    <a:srgbClr val="44546A"/>
                  </a:gs>
                  <a:gs pos="0">
                    <a:srgbClr val="4E6485"/>
                  </a:gs>
                </a:gsLst>
                <a:lin ang="7200000" scaled="0"/>
              </a:gradFill>
              <a:ln>
                <a:noFill/>
              </a:ln>
              <a:effectLst/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100" spc="-40" dirty="0">
                    <a:ln>
                      <a:solidFill>
                        <a:srgbClr val="CCCCCC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latin typeface="+mj-ea"/>
                    <a:ea typeface="+mj-ea"/>
                  </a:rPr>
                  <a:t>3</a:t>
                </a:r>
                <a:endParaRPr lang="ko-KR" altLang="en-US" sz="1100" spc="-40" dirty="0">
                  <a:ln>
                    <a:solidFill>
                      <a:srgbClr val="CCCCCC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</p:grpSp>
        <p:grpSp>
          <p:nvGrpSpPr>
            <p:cNvPr id="539" name="그룹 538">
              <a:extLst>
                <a:ext uri="{FF2B5EF4-FFF2-40B4-BE49-F238E27FC236}">
                  <a16:creationId xmlns:a16="http://schemas.microsoft.com/office/drawing/2014/main" id="{57C82FEE-1A2B-4034-8986-B24C6A90E4FE}"/>
                </a:ext>
              </a:extLst>
            </p:cNvPr>
            <p:cNvGrpSpPr/>
            <p:nvPr/>
          </p:nvGrpSpPr>
          <p:grpSpPr>
            <a:xfrm>
              <a:off x="440667" y="7527335"/>
              <a:ext cx="1864800" cy="432000"/>
              <a:chOff x="440667" y="7527335"/>
              <a:chExt cx="1864800" cy="432000"/>
            </a:xfrm>
          </p:grpSpPr>
          <p:sp>
            <p:nvSpPr>
              <p:cNvPr id="937" name="Rectangle 695">
                <a:extLst>
                  <a:ext uri="{FF2B5EF4-FFF2-40B4-BE49-F238E27FC236}">
                    <a16:creationId xmlns:a16="http://schemas.microsoft.com/office/drawing/2014/main" id="{389866DB-FFEC-4FB0-9420-3E99380946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0667" y="7527335"/>
                <a:ext cx="1864800" cy="432000"/>
              </a:xfrm>
              <a:prstGeom prst="rect">
                <a:avLst/>
              </a:prstGeom>
              <a:solidFill>
                <a:srgbClr val="BBCBDC">
                  <a:alpha val="50000"/>
                </a:srgbClr>
              </a:solidFill>
              <a:ln w="9525" algn="ctr">
                <a:noFill/>
                <a:miter lim="800000"/>
                <a:headEnd/>
                <a:tailEnd type="none" w="sm" len="sm"/>
              </a:ln>
            </p:spPr>
            <p:txBody>
              <a:bodyPr wrap="none" lIns="396000" tIns="0" rIns="36000" bIns="0" anchor="ctr"/>
              <a:lstStyle/>
              <a:p>
                <a:pPr lvl="0" defTabSz="985838"/>
                <a:r>
                  <a:rPr lang="ko-KR" alt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 SemiBold" panose="02000703000000020004" pitchFamily="50" charset="-127"/>
                    <a:ea typeface="Pretendard SemiBold" panose="02000703000000020004" pitchFamily="50" charset="-127"/>
                  </a:rPr>
                  <a:t>유지보수 수행시에</a:t>
                </a:r>
                <a:br>
                  <a:rPr lang="en-US" altLang="ko-KR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 SemiBold" panose="02000703000000020004" pitchFamily="50" charset="-127"/>
                    <a:ea typeface="Pretendard SemiBold" panose="02000703000000020004" pitchFamily="50" charset="-127"/>
                  </a:rPr>
                </a:br>
                <a:r>
                  <a:rPr lang="ko-KR" alt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 SemiBold" panose="02000703000000020004" pitchFamily="50" charset="-127"/>
                    <a:ea typeface="Pretendard SemiBold" panose="02000703000000020004" pitchFamily="50" charset="-127"/>
                  </a:rPr>
                  <a:t>따른 </a:t>
                </a:r>
                <a:r>
                  <a:rPr lang="ko-KR" altLang="en-US" sz="9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 SemiBold" panose="02000703000000020004" pitchFamily="50" charset="-127"/>
                    <a:ea typeface="Pretendard SemiBold" panose="02000703000000020004" pitchFamily="50" charset="-127"/>
                  </a:rPr>
                  <a:t>테일러링</a:t>
                </a:r>
                <a:endParaRPr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</a:endParaRPr>
              </a:p>
            </p:txBody>
          </p:sp>
          <p:sp>
            <p:nvSpPr>
              <p:cNvPr id="938" name="직사각형 937">
                <a:extLst>
                  <a:ext uri="{FF2B5EF4-FFF2-40B4-BE49-F238E27FC236}">
                    <a16:creationId xmlns:a16="http://schemas.microsoft.com/office/drawing/2014/main" id="{CF800E86-CC97-4D60-9017-55CDE06236A1}"/>
                  </a:ext>
                </a:extLst>
              </p:cNvPr>
              <p:cNvSpPr/>
              <p:nvPr/>
            </p:nvSpPr>
            <p:spPr>
              <a:xfrm>
                <a:off x="512704" y="7620083"/>
                <a:ext cx="216000" cy="216000"/>
              </a:xfrm>
              <a:prstGeom prst="rect">
                <a:avLst/>
              </a:prstGeom>
              <a:gradFill>
                <a:gsLst>
                  <a:gs pos="100000">
                    <a:srgbClr val="44546A"/>
                  </a:gs>
                  <a:gs pos="0">
                    <a:srgbClr val="4E6485"/>
                  </a:gs>
                </a:gsLst>
                <a:lin ang="7200000" scaled="0"/>
              </a:gradFill>
              <a:ln>
                <a:noFill/>
              </a:ln>
              <a:effectLst/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100" spc="-40" dirty="0">
                    <a:ln>
                      <a:solidFill>
                        <a:srgbClr val="CCCCCC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latin typeface="+mj-ea"/>
                    <a:ea typeface="+mj-ea"/>
                  </a:rPr>
                  <a:t>4</a:t>
                </a:r>
                <a:endParaRPr lang="ko-KR" altLang="en-US" sz="1100" spc="-40" dirty="0">
                  <a:ln>
                    <a:solidFill>
                      <a:srgbClr val="CCCCCC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</p:grpSp>
        <p:grpSp>
          <p:nvGrpSpPr>
            <p:cNvPr id="540" name="그룹 539">
              <a:extLst>
                <a:ext uri="{FF2B5EF4-FFF2-40B4-BE49-F238E27FC236}">
                  <a16:creationId xmlns:a16="http://schemas.microsoft.com/office/drawing/2014/main" id="{A8186FEC-3448-4136-9C55-C2EAF4D8CADA}"/>
                </a:ext>
              </a:extLst>
            </p:cNvPr>
            <p:cNvGrpSpPr/>
            <p:nvPr/>
          </p:nvGrpSpPr>
          <p:grpSpPr>
            <a:xfrm>
              <a:off x="440667" y="8001388"/>
              <a:ext cx="1864800" cy="432000"/>
              <a:chOff x="440667" y="8001388"/>
              <a:chExt cx="1864800" cy="432000"/>
            </a:xfrm>
          </p:grpSpPr>
          <p:sp>
            <p:nvSpPr>
              <p:cNvPr id="935" name="Rectangle 696">
                <a:extLst>
                  <a:ext uri="{FF2B5EF4-FFF2-40B4-BE49-F238E27FC236}">
                    <a16:creationId xmlns:a16="http://schemas.microsoft.com/office/drawing/2014/main" id="{9AB319E9-8233-43F2-A104-400C081A82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0667" y="8001388"/>
                <a:ext cx="1864800" cy="432000"/>
              </a:xfrm>
              <a:prstGeom prst="rect">
                <a:avLst/>
              </a:prstGeom>
              <a:solidFill>
                <a:srgbClr val="D6DCE5"/>
              </a:solidFill>
              <a:ln w="9525" algn="ctr">
                <a:noFill/>
                <a:miter lim="800000"/>
                <a:headEnd/>
                <a:tailEnd type="none" w="sm" len="sm"/>
              </a:ln>
            </p:spPr>
            <p:txBody>
              <a:bodyPr wrap="none" lIns="396000" tIns="0" rIns="36000" bIns="0" anchor="ctr"/>
              <a:lstStyle/>
              <a:p>
                <a:pPr defTabSz="985838"/>
                <a:r>
                  <a:rPr lang="en-US" altLang="ko-KR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 SemiBold" panose="02000703000000020004" pitchFamily="50" charset="-127"/>
                    <a:ea typeface="Pretendard SemiBold" panose="02000703000000020004" pitchFamily="50" charset="-127"/>
                  </a:rPr>
                  <a:t>SW </a:t>
                </a:r>
                <a:r>
                  <a:rPr lang="ko-KR" alt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 SemiBold" panose="02000703000000020004" pitchFamily="50" charset="-127"/>
                    <a:ea typeface="Pretendard SemiBold" panose="02000703000000020004" pitchFamily="50" charset="-127"/>
                  </a:rPr>
                  <a:t>수명 주기모델에</a:t>
                </a:r>
              </a:p>
              <a:p>
                <a:pPr defTabSz="985838"/>
                <a:r>
                  <a:rPr lang="ko-KR" alt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 SemiBold" panose="02000703000000020004" pitchFamily="50" charset="-127"/>
                    <a:ea typeface="Pretendard SemiBold" panose="02000703000000020004" pitchFamily="50" charset="-127"/>
                  </a:rPr>
                  <a:t>따른 </a:t>
                </a:r>
                <a:r>
                  <a:rPr lang="ko-KR" altLang="en-US" sz="9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 SemiBold" panose="02000703000000020004" pitchFamily="50" charset="-127"/>
                    <a:ea typeface="Pretendard SemiBold" panose="02000703000000020004" pitchFamily="50" charset="-127"/>
                  </a:rPr>
                  <a:t>테일러링</a:t>
                </a:r>
                <a:endParaRPr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</a:endParaRPr>
              </a:p>
            </p:txBody>
          </p:sp>
          <p:sp>
            <p:nvSpPr>
              <p:cNvPr id="936" name="직사각형 935">
                <a:extLst>
                  <a:ext uri="{FF2B5EF4-FFF2-40B4-BE49-F238E27FC236}">
                    <a16:creationId xmlns:a16="http://schemas.microsoft.com/office/drawing/2014/main" id="{1612BD5D-9415-4F5D-819F-46E3D4DECFA9}"/>
                  </a:ext>
                </a:extLst>
              </p:cNvPr>
              <p:cNvSpPr/>
              <p:nvPr/>
            </p:nvSpPr>
            <p:spPr>
              <a:xfrm>
                <a:off x="512704" y="8094136"/>
                <a:ext cx="216000" cy="216000"/>
              </a:xfrm>
              <a:prstGeom prst="rect">
                <a:avLst/>
              </a:prstGeom>
              <a:gradFill>
                <a:gsLst>
                  <a:gs pos="100000">
                    <a:srgbClr val="44546A"/>
                  </a:gs>
                  <a:gs pos="0">
                    <a:srgbClr val="4E6485"/>
                  </a:gs>
                </a:gsLst>
                <a:lin ang="7200000" scaled="0"/>
              </a:gradFill>
              <a:ln>
                <a:noFill/>
              </a:ln>
              <a:effectLst/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100" spc="-40" dirty="0">
                    <a:ln>
                      <a:solidFill>
                        <a:srgbClr val="CCCCCC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latin typeface="+mj-ea"/>
                    <a:ea typeface="+mj-ea"/>
                  </a:rPr>
                  <a:t>5</a:t>
                </a:r>
                <a:endParaRPr lang="ko-KR" altLang="en-US" sz="1100" spc="-40" dirty="0">
                  <a:ln>
                    <a:solidFill>
                      <a:srgbClr val="CCCCCC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</p:grpSp>
        <p:grpSp>
          <p:nvGrpSpPr>
            <p:cNvPr id="541" name="그룹 540">
              <a:extLst>
                <a:ext uri="{FF2B5EF4-FFF2-40B4-BE49-F238E27FC236}">
                  <a16:creationId xmlns:a16="http://schemas.microsoft.com/office/drawing/2014/main" id="{5F043F1D-B99F-4E36-8B9D-0CF054044CA3}"/>
                </a:ext>
              </a:extLst>
            </p:cNvPr>
            <p:cNvGrpSpPr/>
            <p:nvPr/>
          </p:nvGrpSpPr>
          <p:grpSpPr>
            <a:xfrm>
              <a:off x="440667" y="8475441"/>
              <a:ext cx="1864800" cy="432000"/>
              <a:chOff x="440667" y="8475441"/>
              <a:chExt cx="1864800" cy="432000"/>
            </a:xfrm>
          </p:grpSpPr>
          <p:sp>
            <p:nvSpPr>
              <p:cNvPr id="933" name="Rectangle 693">
                <a:extLst>
                  <a:ext uri="{FF2B5EF4-FFF2-40B4-BE49-F238E27FC236}">
                    <a16:creationId xmlns:a16="http://schemas.microsoft.com/office/drawing/2014/main" id="{F7AA3C89-F4C6-4818-AACE-A19CA8B9E5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0667" y="8475441"/>
                <a:ext cx="1864800" cy="432000"/>
              </a:xfrm>
              <a:prstGeom prst="rect">
                <a:avLst/>
              </a:prstGeom>
              <a:solidFill>
                <a:srgbClr val="BBCBDC">
                  <a:alpha val="50000"/>
                </a:srgbClr>
              </a:solidFill>
              <a:ln w="9525" algn="ctr">
                <a:noFill/>
                <a:miter lim="800000"/>
                <a:headEnd/>
                <a:tailEnd type="none" w="sm" len="sm"/>
              </a:ln>
            </p:spPr>
            <p:txBody>
              <a:bodyPr wrap="none" lIns="396000" tIns="0" rIns="36000" bIns="0" anchor="ctr"/>
              <a:lstStyle/>
              <a:p>
                <a:pPr lvl="0" defTabSz="985838"/>
                <a:r>
                  <a:rPr lang="ko-KR" alt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 SemiBold" panose="02000703000000020004" pitchFamily="50" charset="-127"/>
                    <a:ea typeface="Pretendard SemiBold" panose="02000703000000020004" pitchFamily="50" charset="-127"/>
                  </a:rPr>
                  <a:t>공공 도메인에 따른</a:t>
                </a:r>
                <a:br>
                  <a:rPr lang="en-US" altLang="ko-KR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 SemiBold" panose="02000703000000020004" pitchFamily="50" charset="-127"/>
                    <a:ea typeface="Pretendard SemiBold" panose="02000703000000020004" pitchFamily="50" charset="-127"/>
                  </a:rPr>
                </a:br>
                <a:r>
                  <a:rPr lang="ko-KR" altLang="en-US" sz="9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 SemiBold" panose="02000703000000020004" pitchFamily="50" charset="-127"/>
                    <a:ea typeface="Pretendard SemiBold" panose="02000703000000020004" pitchFamily="50" charset="-127"/>
                  </a:rPr>
                  <a:t>테일러링</a:t>
                </a:r>
                <a:endParaRPr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</a:endParaRPr>
              </a:p>
            </p:txBody>
          </p:sp>
          <p:sp>
            <p:nvSpPr>
              <p:cNvPr id="934" name="직사각형 933">
                <a:extLst>
                  <a:ext uri="{FF2B5EF4-FFF2-40B4-BE49-F238E27FC236}">
                    <a16:creationId xmlns:a16="http://schemas.microsoft.com/office/drawing/2014/main" id="{8963BF36-7C7B-47E9-9AF2-EC35D8C4427B}"/>
                  </a:ext>
                </a:extLst>
              </p:cNvPr>
              <p:cNvSpPr/>
              <p:nvPr/>
            </p:nvSpPr>
            <p:spPr>
              <a:xfrm>
                <a:off x="512704" y="8568189"/>
                <a:ext cx="216000" cy="216000"/>
              </a:xfrm>
              <a:prstGeom prst="rect">
                <a:avLst/>
              </a:prstGeom>
              <a:gradFill>
                <a:gsLst>
                  <a:gs pos="100000">
                    <a:srgbClr val="44546A"/>
                  </a:gs>
                  <a:gs pos="0">
                    <a:srgbClr val="4E6485"/>
                  </a:gs>
                </a:gsLst>
                <a:lin ang="7200000" scaled="0"/>
              </a:gradFill>
              <a:ln>
                <a:noFill/>
              </a:ln>
              <a:effectLst/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100" spc="-40" dirty="0">
                    <a:ln>
                      <a:solidFill>
                        <a:srgbClr val="CCCCCC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latin typeface="+mj-ea"/>
                    <a:ea typeface="+mj-ea"/>
                  </a:rPr>
                  <a:t>6</a:t>
                </a:r>
                <a:endParaRPr lang="ko-KR" altLang="en-US" sz="1100" spc="-40" dirty="0">
                  <a:ln>
                    <a:solidFill>
                      <a:srgbClr val="CCCCCC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</p:grpSp>
        <p:grpSp>
          <p:nvGrpSpPr>
            <p:cNvPr id="542" name="그룹 541">
              <a:extLst>
                <a:ext uri="{FF2B5EF4-FFF2-40B4-BE49-F238E27FC236}">
                  <a16:creationId xmlns:a16="http://schemas.microsoft.com/office/drawing/2014/main" id="{50617CDE-F389-4E7B-8E19-4876C222A197}"/>
                </a:ext>
              </a:extLst>
            </p:cNvPr>
            <p:cNvGrpSpPr/>
            <p:nvPr/>
          </p:nvGrpSpPr>
          <p:grpSpPr>
            <a:xfrm>
              <a:off x="440667" y="8949693"/>
              <a:ext cx="1864800" cy="432000"/>
              <a:chOff x="440667" y="8949693"/>
              <a:chExt cx="1864800" cy="432000"/>
            </a:xfrm>
          </p:grpSpPr>
          <p:sp>
            <p:nvSpPr>
              <p:cNvPr id="931" name="Rectangle 695">
                <a:extLst>
                  <a:ext uri="{FF2B5EF4-FFF2-40B4-BE49-F238E27FC236}">
                    <a16:creationId xmlns:a16="http://schemas.microsoft.com/office/drawing/2014/main" id="{AAB70900-F7CE-4E4F-A97C-04CAD0637F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0667" y="8949693"/>
                <a:ext cx="1864800" cy="432000"/>
              </a:xfrm>
              <a:prstGeom prst="rect">
                <a:avLst/>
              </a:prstGeom>
              <a:solidFill>
                <a:srgbClr val="D6DCE5"/>
              </a:solidFill>
              <a:ln w="9525" algn="ctr">
                <a:noFill/>
                <a:miter lim="800000"/>
                <a:headEnd/>
                <a:tailEnd type="none" w="sm" len="sm"/>
              </a:ln>
            </p:spPr>
            <p:txBody>
              <a:bodyPr wrap="none" lIns="396000" tIns="0" rIns="36000" bIns="0" anchor="ctr"/>
              <a:lstStyle/>
              <a:p>
                <a:pPr defTabSz="985838"/>
                <a:r>
                  <a:rPr lang="ko-KR" altLang="en-US" sz="9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 SemiBold" panose="02000703000000020004" pitchFamily="50" charset="-127"/>
                    <a:ea typeface="Pretendard SemiBold" panose="02000703000000020004" pitchFamily="50" charset="-127"/>
                  </a:rPr>
                  <a:t>작업별</a:t>
                </a:r>
                <a:r>
                  <a:rPr lang="ko-KR" alt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 SemiBold" panose="02000703000000020004" pitchFamily="50" charset="-127"/>
                    <a:ea typeface="Pretendard SemiBold" panose="02000703000000020004" pitchFamily="50" charset="-127"/>
                  </a:rPr>
                  <a:t> </a:t>
                </a:r>
                <a:r>
                  <a:rPr lang="ko-KR" altLang="en-US" sz="9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 SemiBold" panose="02000703000000020004" pitchFamily="50" charset="-127"/>
                    <a:ea typeface="Pretendard SemiBold" panose="02000703000000020004" pitchFamily="50" charset="-127"/>
                  </a:rPr>
                  <a:t>테일러링</a:t>
                </a:r>
                <a:endParaRPr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</a:endParaRPr>
              </a:p>
            </p:txBody>
          </p:sp>
          <p:sp>
            <p:nvSpPr>
              <p:cNvPr id="932" name="직사각형 931">
                <a:extLst>
                  <a:ext uri="{FF2B5EF4-FFF2-40B4-BE49-F238E27FC236}">
                    <a16:creationId xmlns:a16="http://schemas.microsoft.com/office/drawing/2014/main" id="{65A5B4F0-DB42-4073-8E3D-1EDC3EF3BD8D}"/>
                  </a:ext>
                </a:extLst>
              </p:cNvPr>
              <p:cNvSpPr/>
              <p:nvPr/>
            </p:nvSpPr>
            <p:spPr>
              <a:xfrm>
                <a:off x="512704" y="9042240"/>
                <a:ext cx="216000" cy="216000"/>
              </a:xfrm>
              <a:prstGeom prst="rect">
                <a:avLst/>
              </a:prstGeom>
              <a:gradFill>
                <a:gsLst>
                  <a:gs pos="100000">
                    <a:srgbClr val="44546A"/>
                  </a:gs>
                  <a:gs pos="0">
                    <a:srgbClr val="4E6485"/>
                  </a:gs>
                </a:gsLst>
                <a:lin ang="7200000" scaled="0"/>
              </a:gradFill>
              <a:ln>
                <a:noFill/>
              </a:ln>
              <a:effectLst/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100" spc="-40" dirty="0">
                    <a:ln>
                      <a:solidFill>
                        <a:srgbClr val="CCCCCC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latin typeface="+mj-ea"/>
                    <a:ea typeface="+mj-ea"/>
                  </a:rPr>
                  <a:t>7</a:t>
                </a:r>
                <a:endParaRPr lang="ko-KR" altLang="en-US" sz="1100" spc="-40" dirty="0">
                  <a:ln>
                    <a:solidFill>
                      <a:srgbClr val="CCCCCC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</p:grpSp>
        <p:grpSp>
          <p:nvGrpSpPr>
            <p:cNvPr id="545" name="그룹 544">
              <a:extLst>
                <a:ext uri="{FF2B5EF4-FFF2-40B4-BE49-F238E27FC236}">
                  <a16:creationId xmlns:a16="http://schemas.microsoft.com/office/drawing/2014/main" id="{12ED54D0-EA24-4C8C-8C3D-549E1A3E0BB9}"/>
                </a:ext>
              </a:extLst>
            </p:cNvPr>
            <p:cNvGrpSpPr/>
            <p:nvPr/>
          </p:nvGrpSpPr>
          <p:grpSpPr>
            <a:xfrm>
              <a:off x="2328863" y="6101332"/>
              <a:ext cx="2097340" cy="3275239"/>
              <a:chOff x="2328863" y="6101332"/>
              <a:chExt cx="2097340" cy="3275239"/>
            </a:xfrm>
          </p:grpSpPr>
          <p:sp>
            <p:nvSpPr>
              <p:cNvPr id="917" name="Rectangle 498">
                <a:extLst>
                  <a:ext uri="{FF2B5EF4-FFF2-40B4-BE49-F238E27FC236}">
                    <a16:creationId xmlns:a16="http://schemas.microsoft.com/office/drawing/2014/main" id="{C75A0C8A-3963-40F8-A51D-9592BA305D97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 flipH="1">
                <a:off x="2328863" y="6101332"/>
                <a:ext cx="2097340" cy="3275239"/>
              </a:xfrm>
              <a:prstGeom prst="rect">
                <a:avLst/>
              </a:prstGeom>
              <a:solidFill>
                <a:srgbClr val="F0F0F0"/>
              </a:solidFill>
              <a:ln w="9525" algn="ctr">
                <a:noFill/>
                <a:miter lim="800000"/>
                <a:headEnd/>
                <a:tailEnd type="none" w="sm" len="sm"/>
              </a:ln>
            </p:spPr>
            <p:txBody>
              <a:bodyPr tIns="118800" rIns="54000" bIns="46800"/>
              <a:lstStyle/>
              <a:p>
                <a:pPr latinLnBrk="0"/>
                <a:endParaRPr lang="ko-KR" altLang="ko-KR" sz="700" b="0" dirty="0">
                  <a:solidFill>
                    <a:prstClr val="black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</a:endParaRPr>
              </a:p>
            </p:txBody>
          </p:sp>
          <p:sp>
            <p:nvSpPr>
              <p:cNvPr id="918" name="Line 671">
                <a:extLst>
                  <a:ext uri="{FF2B5EF4-FFF2-40B4-BE49-F238E27FC236}">
                    <a16:creationId xmlns:a16="http://schemas.microsoft.com/office/drawing/2014/main" id="{D1B41298-F9A8-405E-9DD0-3ABC3407F0A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44300" y="6547138"/>
                <a:ext cx="1824995" cy="0"/>
              </a:xfrm>
              <a:prstGeom prst="line">
                <a:avLst/>
              </a:prstGeom>
              <a:noFill/>
              <a:ln w="6350">
                <a:solidFill>
                  <a:srgbClr val="C0C0C0"/>
                </a:solidFill>
                <a:prstDash val="sysDash"/>
                <a:round/>
                <a:headEnd/>
                <a:tailEnd/>
              </a:ln>
            </p:spPr>
            <p:txBody>
              <a:bodyPr/>
              <a:lstStyle/>
              <a:p>
                <a:pPr marL="87313" indent="-87313"/>
                <a:endParaRPr lang="ko-KR" altLang="en-US" b="0" dirty="0">
                  <a:solidFill>
                    <a:prstClr val="black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</a:endParaRPr>
              </a:p>
            </p:txBody>
          </p:sp>
          <p:sp>
            <p:nvSpPr>
              <p:cNvPr id="919" name="Line 858">
                <a:extLst>
                  <a:ext uri="{FF2B5EF4-FFF2-40B4-BE49-F238E27FC236}">
                    <a16:creationId xmlns:a16="http://schemas.microsoft.com/office/drawing/2014/main" id="{355B49C8-793E-4A61-A880-BBB192BAD6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44300" y="7033540"/>
                <a:ext cx="1824995" cy="0"/>
              </a:xfrm>
              <a:prstGeom prst="line">
                <a:avLst/>
              </a:prstGeom>
              <a:noFill/>
              <a:ln w="6350">
                <a:solidFill>
                  <a:srgbClr val="C0C0C0"/>
                </a:solidFill>
                <a:prstDash val="sysDash"/>
                <a:round/>
                <a:headEnd/>
                <a:tailEnd/>
              </a:ln>
            </p:spPr>
            <p:txBody>
              <a:bodyPr/>
              <a:lstStyle/>
              <a:p>
                <a:pPr marL="87313" indent="-87313"/>
                <a:endParaRPr lang="ko-KR" altLang="en-US" b="0" dirty="0">
                  <a:solidFill>
                    <a:prstClr val="black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</a:endParaRPr>
              </a:p>
            </p:txBody>
          </p:sp>
          <p:sp>
            <p:nvSpPr>
              <p:cNvPr id="920" name="Line 859">
                <a:extLst>
                  <a:ext uri="{FF2B5EF4-FFF2-40B4-BE49-F238E27FC236}">
                    <a16:creationId xmlns:a16="http://schemas.microsoft.com/office/drawing/2014/main" id="{2B8764E0-DEB1-482E-AB5B-B4234EE32AB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44300" y="7510419"/>
                <a:ext cx="1824995" cy="0"/>
              </a:xfrm>
              <a:prstGeom prst="line">
                <a:avLst/>
              </a:prstGeom>
              <a:noFill/>
              <a:ln w="6350">
                <a:solidFill>
                  <a:srgbClr val="C0C0C0"/>
                </a:solidFill>
                <a:prstDash val="sysDash"/>
                <a:round/>
                <a:headEnd/>
                <a:tailEnd/>
              </a:ln>
            </p:spPr>
            <p:txBody>
              <a:bodyPr/>
              <a:lstStyle/>
              <a:p>
                <a:pPr marL="87313" indent="-87313"/>
                <a:endParaRPr lang="ko-KR" altLang="en-US" b="0" dirty="0">
                  <a:solidFill>
                    <a:prstClr val="black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</a:endParaRPr>
              </a:p>
            </p:txBody>
          </p:sp>
          <p:sp>
            <p:nvSpPr>
              <p:cNvPr id="921" name="Line 860">
                <a:extLst>
                  <a:ext uri="{FF2B5EF4-FFF2-40B4-BE49-F238E27FC236}">
                    <a16:creationId xmlns:a16="http://schemas.microsoft.com/office/drawing/2014/main" id="{52C066C5-5317-43F0-88C4-9ACA3F97BA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44300" y="7975239"/>
                <a:ext cx="1824995" cy="0"/>
              </a:xfrm>
              <a:prstGeom prst="line">
                <a:avLst/>
              </a:prstGeom>
              <a:noFill/>
              <a:ln w="6350">
                <a:solidFill>
                  <a:srgbClr val="C0C0C0"/>
                </a:solidFill>
                <a:prstDash val="sysDash"/>
                <a:round/>
                <a:headEnd/>
                <a:tailEnd/>
              </a:ln>
            </p:spPr>
            <p:txBody>
              <a:bodyPr/>
              <a:lstStyle/>
              <a:p>
                <a:pPr marL="87313" indent="-87313"/>
                <a:endParaRPr lang="ko-KR" altLang="en-US" b="0" dirty="0">
                  <a:solidFill>
                    <a:prstClr val="black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</a:endParaRPr>
              </a:p>
            </p:txBody>
          </p:sp>
          <p:sp>
            <p:nvSpPr>
              <p:cNvPr id="922" name="Line 671">
                <a:extLst>
                  <a:ext uri="{FF2B5EF4-FFF2-40B4-BE49-F238E27FC236}">
                    <a16:creationId xmlns:a16="http://schemas.microsoft.com/office/drawing/2014/main" id="{BCE0FBAB-4799-4010-AE4A-B717F51994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44300" y="8454914"/>
                <a:ext cx="1824995" cy="0"/>
              </a:xfrm>
              <a:prstGeom prst="line">
                <a:avLst/>
              </a:prstGeom>
              <a:noFill/>
              <a:ln w="6350">
                <a:solidFill>
                  <a:srgbClr val="C0C0C0"/>
                </a:solidFill>
                <a:prstDash val="sysDash"/>
                <a:round/>
                <a:headEnd/>
                <a:tailEnd/>
              </a:ln>
            </p:spPr>
            <p:txBody>
              <a:bodyPr/>
              <a:lstStyle/>
              <a:p>
                <a:pPr marL="87313" indent="-87313"/>
                <a:endParaRPr lang="ko-KR" altLang="en-US" b="0" dirty="0">
                  <a:solidFill>
                    <a:prstClr val="black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</a:endParaRPr>
              </a:p>
            </p:txBody>
          </p:sp>
          <p:sp>
            <p:nvSpPr>
              <p:cNvPr id="923" name="Line 671">
                <a:extLst>
                  <a:ext uri="{FF2B5EF4-FFF2-40B4-BE49-F238E27FC236}">
                    <a16:creationId xmlns:a16="http://schemas.microsoft.com/office/drawing/2014/main" id="{02AEA543-DE17-4FD2-A76C-875D802BB93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44300" y="8935155"/>
                <a:ext cx="1824995" cy="0"/>
              </a:xfrm>
              <a:prstGeom prst="line">
                <a:avLst/>
              </a:prstGeom>
              <a:noFill/>
              <a:ln w="6350">
                <a:solidFill>
                  <a:srgbClr val="C0C0C0"/>
                </a:solidFill>
                <a:prstDash val="sysDash"/>
                <a:round/>
                <a:headEnd/>
                <a:tailEnd/>
              </a:ln>
            </p:spPr>
            <p:txBody>
              <a:bodyPr/>
              <a:lstStyle/>
              <a:p>
                <a:pPr marL="87313" indent="-87313"/>
                <a:endParaRPr lang="ko-KR" altLang="en-US" b="0" dirty="0">
                  <a:solidFill>
                    <a:prstClr val="black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</a:endParaRPr>
              </a:p>
            </p:txBody>
          </p:sp>
          <p:sp>
            <p:nvSpPr>
              <p:cNvPr id="924" name="Rectangle 864">
                <a:extLst>
                  <a:ext uri="{FF2B5EF4-FFF2-40B4-BE49-F238E27FC236}">
                    <a16:creationId xmlns:a16="http://schemas.microsoft.com/office/drawing/2014/main" id="{F6FE79F9-380C-4933-B889-AB4555603D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2492896" y="6656763"/>
                <a:ext cx="1872000" cy="276999"/>
              </a:xfrm>
              <a:prstGeom prst="rect">
                <a:avLst/>
              </a:prstGeom>
              <a:noFill/>
              <a:ln w="6350" algn="ctr">
                <a:noFill/>
                <a:miter lim="800000"/>
                <a:headEnd/>
                <a:tailEnd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marL="90488" indent="-90488" defTabSz="1412875" fontAlgn="ctr">
                  <a:spcAft>
                    <a:spcPct val="10000"/>
                  </a:spcAft>
                  <a:buSzPct val="100000"/>
                  <a:buFont typeface="Arial" panose="020B0604020202020204" pitchFamily="34" charset="0"/>
                  <a:buChar char="•"/>
                </a:pPr>
                <a:r>
                  <a:rPr lang="ko-KR" alt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</a:rPr>
                  <a:t>시스템을 대규모</a:t>
                </a:r>
                <a:r>
                  <a:rPr lang="en-US" altLang="ko-KR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</a:rPr>
                  <a:t>, </a:t>
                </a:r>
                <a:r>
                  <a:rPr lang="ko-KR" alt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</a:rPr>
                  <a:t>소규모로</a:t>
                </a:r>
                <a:br>
                  <a:rPr lang="en-US" altLang="ko-KR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</a:rPr>
                </a:br>
                <a:r>
                  <a:rPr lang="ko-KR" alt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</a:rPr>
                  <a:t>구분하고 필수 및 선택 산출물 정의</a:t>
                </a:r>
              </a:p>
            </p:txBody>
          </p:sp>
          <p:sp>
            <p:nvSpPr>
              <p:cNvPr id="925" name="Rectangle 864">
                <a:extLst>
                  <a:ext uri="{FF2B5EF4-FFF2-40B4-BE49-F238E27FC236}">
                    <a16:creationId xmlns:a16="http://schemas.microsoft.com/office/drawing/2014/main" id="{DE5BA8A7-ABD3-4EC6-AF7A-FC364898A635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2492896" y="7130849"/>
                <a:ext cx="1872000" cy="276999"/>
              </a:xfrm>
              <a:prstGeom prst="rect">
                <a:avLst/>
              </a:prstGeom>
              <a:noFill/>
              <a:ln w="6350" algn="ctr">
                <a:noFill/>
                <a:miter lim="800000"/>
                <a:headEnd/>
                <a:tailEnd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marL="90488" indent="-90488" defTabSz="1412875" fontAlgn="ctr">
                  <a:spcAft>
                    <a:spcPct val="10000"/>
                  </a:spcAft>
                  <a:buSzPct val="100000"/>
                  <a:buFont typeface="Arial" panose="020B0604020202020204" pitchFamily="34" charset="0"/>
                  <a:buChar char="•"/>
                </a:pPr>
                <a:r>
                  <a:rPr lang="ko-KR" alt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</a:rPr>
                  <a:t>시스템을 대규모</a:t>
                </a:r>
                <a:r>
                  <a:rPr lang="en-US" altLang="ko-KR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</a:rPr>
                  <a:t>, </a:t>
                </a:r>
                <a:r>
                  <a:rPr lang="ko-KR" alt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</a:rPr>
                  <a:t>소규모로</a:t>
                </a:r>
                <a:br>
                  <a:rPr lang="en-US" altLang="ko-KR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</a:rPr>
                </a:br>
                <a:r>
                  <a:rPr lang="ko-KR" alt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</a:rPr>
                  <a:t>구분하고 필수 및 선택 산출물 정의</a:t>
                </a:r>
              </a:p>
            </p:txBody>
          </p:sp>
          <p:sp>
            <p:nvSpPr>
              <p:cNvPr id="926" name="Rectangle 864">
                <a:extLst>
                  <a:ext uri="{FF2B5EF4-FFF2-40B4-BE49-F238E27FC236}">
                    <a16:creationId xmlns:a16="http://schemas.microsoft.com/office/drawing/2014/main" id="{BEE71F02-5EE4-4A5D-BEC7-6FDDB4BC70F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2492897" y="7604935"/>
                <a:ext cx="1872000" cy="276999"/>
              </a:xfrm>
              <a:prstGeom prst="rect">
                <a:avLst/>
              </a:prstGeom>
              <a:noFill/>
              <a:ln w="6350" algn="ctr">
                <a:noFill/>
                <a:miter lim="800000"/>
                <a:headEnd/>
                <a:tailEnd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marL="90488" indent="-90488" defTabSz="1412875" fontAlgn="ctr">
                  <a:spcAft>
                    <a:spcPct val="10000"/>
                  </a:spcAft>
                  <a:buSzPct val="100000"/>
                  <a:buFont typeface="Arial" panose="020B0604020202020204" pitchFamily="34" charset="0"/>
                  <a:buChar char="•"/>
                </a:pPr>
                <a:r>
                  <a:rPr lang="ko-KR" alt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</a:rPr>
                  <a:t>유지보수 사업 수행 시에는 전체</a:t>
                </a:r>
                <a:br>
                  <a:rPr lang="en-US" altLang="ko-KR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</a:rPr>
                </a:br>
                <a:r>
                  <a:rPr lang="ko-KR" alt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</a:rPr>
                  <a:t>프로세스 중에서 일부 프로세스</a:t>
                </a:r>
                <a:r>
                  <a:rPr lang="en-US" altLang="ko-KR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</a:rPr>
                  <a:t> </a:t>
                </a:r>
                <a:r>
                  <a:rPr lang="ko-KR" alt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</a:rPr>
                  <a:t>적용</a:t>
                </a:r>
              </a:p>
            </p:txBody>
          </p:sp>
          <p:sp>
            <p:nvSpPr>
              <p:cNvPr id="927" name="Rectangle 864">
                <a:extLst>
                  <a:ext uri="{FF2B5EF4-FFF2-40B4-BE49-F238E27FC236}">
                    <a16:creationId xmlns:a16="http://schemas.microsoft.com/office/drawing/2014/main" id="{2D541F7A-EAF3-40D5-833D-4F4142887C61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2492897" y="8079021"/>
                <a:ext cx="1872000" cy="276999"/>
              </a:xfrm>
              <a:prstGeom prst="rect">
                <a:avLst/>
              </a:prstGeom>
              <a:noFill/>
              <a:ln w="6350" algn="ctr">
                <a:noFill/>
                <a:miter lim="800000"/>
                <a:headEnd/>
                <a:tailEnd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marL="90488" indent="-90488" defTabSz="1412875" fontAlgn="ctr">
                  <a:spcAft>
                    <a:spcPct val="10000"/>
                  </a:spcAft>
                  <a:buSzPct val="100000"/>
                  <a:buFont typeface="Arial" panose="020B0604020202020204" pitchFamily="34" charset="0"/>
                  <a:buChar char="•"/>
                </a:pPr>
                <a:r>
                  <a:rPr lang="ko-KR" alt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</a:rPr>
                  <a:t>일괄</a:t>
                </a:r>
                <a:r>
                  <a:rPr lang="en-US" altLang="ko-KR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</a:rPr>
                  <a:t>, </a:t>
                </a:r>
                <a:r>
                  <a:rPr lang="ko-KR" alt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</a:rPr>
                  <a:t>점증 및 진화적 개발에 따른</a:t>
                </a:r>
                <a:br>
                  <a:rPr lang="en-US" altLang="ko-KR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</a:rPr>
                </a:br>
                <a:r>
                  <a:rPr lang="ko-KR" alt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</a:rPr>
                  <a:t>적용 방안 제시</a:t>
                </a:r>
              </a:p>
            </p:txBody>
          </p:sp>
          <p:sp>
            <p:nvSpPr>
              <p:cNvPr id="928" name="Rectangle 864">
                <a:extLst>
                  <a:ext uri="{FF2B5EF4-FFF2-40B4-BE49-F238E27FC236}">
                    <a16:creationId xmlns:a16="http://schemas.microsoft.com/office/drawing/2014/main" id="{85BD0E85-3AD3-49F2-B442-D5EE64881983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2492897" y="6182677"/>
                <a:ext cx="1811714" cy="276999"/>
              </a:xfrm>
              <a:prstGeom prst="rect">
                <a:avLst/>
              </a:prstGeom>
              <a:noFill/>
              <a:ln w="6350" algn="ctr">
                <a:noFill/>
                <a:miter lim="800000"/>
                <a:headEnd/>
                <a:tailEnd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marL="90488" indent="-90488" algn="l" defTabSz="1412875" fontAlgn="ctr" latinLnBrk="0">
                  <a:spcAft>
                    <a:spcPct val="10000"/>
                  </a:spcAft>
                  <a:buSzPct val="100000"/>
                  <a:buFont typeface="Arial" panose="020B0604020202020204" pitchFamily="34" charset="0"/>
                  <a:buChar char="•"/>
                </a:pPr>
                <a:r>
                  <a:rPr kumimoji="0" lang="en-US" altLang="ko-KR" sz="900" b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</a:rPr>
                  <a:t>CBSD</a:t>
                </a:r>
                <a:r>
                  <a:rPr kumimoji="0" lang="ko-KR" altLang="en-US" sz="900" b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</a:rPr>
                  <a:t>는 컴포넌트 기반</a:t>
                </a:r>
                <a:r>
                  <a:rPr kumimoji="0" lang="en-US" altLang="ko-KR" sz="900" b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</a:rPr>
                  <a:t> </a:t>
                </a:r>
                <a:r>
                  <a:rPr kumimoji="0" lang="ko-KR" altLang="en-US" sz="900" b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</a:rPr>
                  <a:t>시스템 개발</a:t>
                </a:r>
                <a:r>
                  <a:rPr kumimoji="0" lang="en-US" altLang="ko-KR" sz="900" b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</a:rPr>
                  <a:t>, </a:t>
                </a:r>
                <a:br>
                  <a:rPr kumimoji="0" lang="en-US" altLang="ko-KR" sz="900" b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</a:rPr>
                </a:br>
                <a:r>
                  <a:rPr kumimoji="0" lang="en-US" altLang="ko-KR" sz="900" b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</a:rPr>
                  <a:t>CD</a:t>
                </a:r>
                <a:r>
                  <a:rPr kumimoji="0" lang="ko-KR" altLang="en-US" sz="900" b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</a:rPr>
                  <a:t>는 </a:t>
                </a:r>
                <a:r>
                  <a:rPr kumimoji="0" lang="en-US" altLang="ko-KR" sz="900" b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</a:rPr>
                  <a:t>CBSD</a:t>
                </a:r>
                <a:r>
                  <a:rPr kumimoji="0" lang="ko-KR" altLang="en-US" sz="900" b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</a:rPr>
                  <a:t>에</a:t>
                </a:r>
                <a:r>
                  <a:rPr kumimoji="0" lang="en-US" altLang="ko-KR" sz="900" b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</a:rPr>
                  <a:t> </a:t>
                </a:r>
                <a:r>
                  <a:rPr kumimoji="0" lang="ko-KR" altLang="en-US" sz="900" b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</a:rPr>
                  <a:t>필요한 컴포넌트 개발</a:t>
                </a:r>
              </a:p>
            </p:txBody>
          </p:sp>
          <p:sp>
            <p:nvSpPr>
              <p:cNvPr id="929" name="Rectangle 864">
                <a:extLst>
                  <a:ext uri="{FF2B5EF4-FFF2-40B4-BE49-F238E27FC236}">
                    <a16:creationId xmlns:a16="http://schemas.microsoft.com/office/drawing/2014/main" id="{03FE933C-56A5-48D0-8D25-C40E9C402AD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2492896" y="8553107"/>
                <a:ext cx="1872000" cy="276999"/>
              </a:xfrm>
              <a:prstGeom prst="rect">
                <a:avLst/>
              </a:prstGeom>
              <a:noFill/>
              <a:ln w="6350" algn="ctr">
                <a:noFill/>
                <a:miter lim="800000"/>
                <a:headEnd/>
                <a:tailEnd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marL="90488" indent="-90488" defTabSz="1412875" fontAlgn="ctr">
                  <a:spcAft>
                    <a:spcPct val="10000"/>
                  </a:spcAft>
                  <a:buSzPct val="100000"/>
                  <a:buFont typeface="Arial" panose="020B0604020202020204" pitchFamily="34" charset="0"/>
                  <a:buChar char="•"/>
                </a:pPr>
                <a:r>
                  <a:rPr lang="ko-KR" alt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</a:rPr>
                  <a:t>업무 도메인에 따라 다르게 적용하지 않고 프로젝트 특성에</a:t>
                </a:r>
                <a:r>
                  <a:rPr lang="en-US" altLang="ko-KR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</a:rPr>
                  <a:t> </a:t>
                </a:r>
                <a:r>
                  <a:rPr lang="ko-KR" alt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</a:rPr>
                  <a:t>따라 적용</a:t>
                </a:r>
              </a:p>
            </p:txBody>
          </p:sp>
          <p:sp>
            <p:nvSpPr>
              <p:cNvPr id="930" name="Rectangle 864">
                <a:extLst>
                  <a:ext uri="{FF2B5EF4-FFF2-40B4-BE49-F238E27FC236}">
                    <a16:creationId xmlns:a16="http://schemas.microsoft.com/office/drawing/2014/main" id="{6BD13EBF-1590-492C-95D5-144D2E140A34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2492896" y="9027194"/>
                <a:ext cx="1872000" cy="276999"/>
              </a:xfrm>
              <a:prstGeom prst="rect">
                <a:avLst/>
              </a:prstGeom>
              <a:noFill/>
              <a:ln w="6350" algn="ctr">
                <a:noFill/>
                <a:miter lim="800000"/>
                <a:headEnd/>
                <a:tailEnd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marL="90488" indent="-90488" defTabSz="1412875" fontAlgn="ctr">
                  <a:spcAft>
                    <a:spcPct val="10000"/>
                  </a:spcAft>
                  <a:buSzPct val="100000"/>
                  <a:buFont typeface="Arial" panose="020B0604020202020204" pitchFamily="34" charset="0"/>
                  <a:buChar char="•"/>
                </a:pPr>
                <a:r>
                  <a:rPr lang="ko-KR" alt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</a:rPr>
                  <a:t>작업 또는 산출물의 생략</a:t>
                </a:r>
                <a:r>
                  <a:rPr lang="en-US" altLang="ko-KR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</a:rPr>
                  <a:t>, </a:t>
                </a:r>
                <a:r>
                  <a:rPr lang="ko-KR" alt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</a:rPr>
                  <a:t>산출물</a:t>
                </a:r>
                <a:br>
                  <a:rPr lang="en-US" altLang="ko-KR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</a:rPr>
                </a:br>
                <a:r>
                  <a:rPr lang="ko-KR" alt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</a:rPr>
                  <a:t>작성 시 유의사항 등을 고려하여 적용</a:t>
                </a:r>
              </a:p>
            </p:txBody>
          </p:sp>
        </p:grpSp>
        <p:grpSp>
          <p:nvGrpSpPr>
            <p:cNvPr id="546" name="그룹 545">
              <a:extLst>
                <a:ext uri="{FF2B5EF4-FFF2-40B4-BE49-F238E27FC236}">
                  <a16:creationId xmlns:a16="http://schemas.microsoft.com/office/drawing/2014/main" id="{80B8F4AC-65D2-4FC6-803A-8893E87F1765}"/>
                </a:ext>
              </a:extLst>
            </p:cNvPr>
            <p:cNvGrpSpPr/>
            <p:nvPr/>
          </p:nvGrpSpPr>
          <p:grpSpPr>
            <a:xfrm>
              <a:off x="4869160" y="6105176"/>
              <a:ext cx="1554952" cy="432000"/>
              <a:chOff x="4869160" y="6105176"/>
              <a:chExt cx="1554952" cy="432000"/>
            </a:xfrm>
          </p:grpSpPr>
          <p:sp>
            <p:nvSpPr>
              <p:cNvPr id="915" name="AutoShape 121">
                <a:extLst>
                  <a:ext uri="{FF2B5EF4-FFF2-40B4-BE49-F238E27FC236}">
                    <a16:creationId xmlns:a16="http://schemas.microsoft.com/office/drawing/2014/main" id="{47D106C3-328A-4D8F-A9F7-D1C19A2B6654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4912112" y="6105176"/>
                <a:ext cx="1512000" cy="432000"/>
              </a:xfrm>
              <a:prstGeom prst="rect">
                <a:avLst/>
              </a:prstGeom>
              <a:solidFill>
                <a:srgbClr val="D4E5F4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lIns="108000" tIns="0" rIns="0" bIns="0" rtlCol="0" anchor="ctr"/>
              <a:lstStyle/>
              <a:p>
                <a:r>
                  <a:rPr lang="en-US" altLang="ko-KR" sz="900" kern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</a:rPr>
                  <a:t> CBSD </a:t>
                </a:r>
                <a:r>
                  <a:rPr lang="ko-KR" altLang="en-US" sz="900" kern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</a:rPr>
                  <a:t>방식 개발</a:t>
                </a:r>
              </a:p>
            </p:txBody>
          </p:sp>
          <p:sp>
            <p:nvSpPr>
              <p:cNvPr id="916" name="직사각형 915">
                <a:extLst>
                  <a:ext uri="{FF2B5EF4-FFF2-40B4-BE49-F238E27FC236}">
                    <a16:creationId xmlns:a16="http://schemas.microsoft.com/office/drawing/2014/main" id="{23A08218-00D5-40E1-9DD2-9050EAAC6751}"/>
                  </a:ext>
                </a:extLst>
              </p:cNvPr>
              <p:cNvSpPr/>
              <p:nvPr/>
            </p:nvSpPr>
            <p:spPr>
              <a:xfrm>
                <a:off x="4869160" y="6105177"/>
                <a:ext cx="42952" cy="431998"/>
              </a:xfrm>
              <a:prstGeom prst="rect">
                <a:avLst/>
              </a:prstGeom>
              <a:solidFill>
                <a:srgbClr val="5A87B1"/>
              </a:solidFill>
              <a:ln>
                <a:noFill/>
              </a:ln>
            </p:spPr>
            <p:txBody>
              <a:bodyPr wrap="none" anchor="ctr"/>
              <a:lstStyle/>
              <a:p>
                <a:endParaRPr lang="ko-KR" altLang="en-US" sz="900" dirty="0">
                  <a:solidFill>
                    <a:prstClr val="white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</a:endParaRPr>
              </a:p>
            </p:txBody>
          </p:sp>
        </p:grpSp>
        <p:grpSp>
          <p:nvGrpSpPr>
            <p:cNvPr id="547" name="그룹 546">
              <a:extLst>
                <a:ext uri="{FF2B5EF4-FFF2-40B4-BE49-F238E27FC236}">
                  <a16:creationId xmlns:a16="http://schemas.microsoft.com/office/drawing/2014/main" id="{5FAB165F-D392-422A-8576-903B0FA89BB1}"/>
                </a:ext>
              </a:extLst>
            </p:cNvPr>
            <p:cNvGrpSpPr/>
            <p:nvPr/>
          </p:nvGrpSpPr>
          <p:grpSpPr>
            <a:xfrm>
              <a:off x="4869160" y="6579229"/>
              <a:ext cx="1554952" cy="432000"/>
              <a:chOff x="4869160" y="6579229"/>
              <a:chExt cx="1554952" cy="432000"/>
            </a:xfrm>
          </p:grpSpPr>
          <p:sp>
            <p:nvSpPr>
              <p:cNvPr id="913" name="AutoShape 121">
                <a:extLst>
                  <a:ext uri="{FF2B5EF4-FFF2-40B4-BE49-F238E27FC236}">
                    <a16:creationId xmlns:a16="http://schemas.microsoft.com/office/drawing/2014/main" id="{25FBC48B-7D42-4C1E-A702-EB550C676986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4912112" y="6579229"/>
                <a:ext cx="1512000" cy="432000"/>
              </a:xfrm>
              <a:prstGeom prst="rect">
                <a:avLst/>
              </a:prstGeom>
              <a:solidFill>
                <a:srgbClr val="DEEBF7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lIns="108000" tIns="0" rIns="0" bIns="0" rtlCol="0" anchor="ctr"/>
              <a:lstStyle/>
              <a:p>
                <a:r>
                  <a:rPr lang="ko-KR" altLang="en-US" sz="900" kern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</a:rPr>
                  <a:t>대규모 시스템 구축</a:t>
                </a:r>
              </a:p>
            </p:txBody>
          </p:sp>
          <p:sp>
            <p:nvSpPr>
              <p:cNvPr id="914" name="직사각형 913">
                <a:extLst>
                  <a:ext uri="{FF2B5EF4-FFF2-40B4-BE49-F238E27FC236}">
                    <a16:creationId xmlns:a16="http://schemas.microsoft.com/office/drawing/2014/main" id="{6C4C1E83-098B-402B-B6F9-917555E9D30B}"/>
                  </a:ext>
                </a:extLst>
              </p:cNvPr>
              <p:cNvSpPr/>
              <p:nvPr/>
            </p:nvSpPr>
            <p:spPr>
              <a:xfrm>
                <a:off x="4869160" y="6579230"/>
                <a:ext cx="42952" cy="431998"/>
              </a:xfrm>
              <a:prstGeom prst="rect">
                <a:avLst/>
              </a:prstGeom>
              <a:solidFill>
                <a:srgbClr val="5A87B1"/>
              </a:solidFill>
              <a:ln>
                <a:noFill/>
              </a:ln>
            </p:spPr>
            <p:txBody>
              <a:bodyPr wrap="none" anchor="ctr"/>
              <a:lstStyle/>
              <a:p>
                <a:endParaRPr lang="ko-KR" altLang="en-US" sz="900" dirty="0">
                  <a:solidFill>
                    <a:prstClr val="white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</a:endParaRPr>
              </a:p>
            </p:txBody>
          </p:sp>
        </p:grpSp>
        <p:grpSp>
          <p:nvGrpSpPr>
            <p:cNvPr id="548" name="그룹 547">
              <a:extLst>
                <a:ext uri="{FF2B5EF4-FFF2-40B4-BE49-F238E27FC236}">
                  <a16:creationId xmlns:a16="http://schemas.microsoft.com/office/drawing/2014/main" id="{761A54F6-A18A-49AC-9CD3-2BB47124FC20}"/>
                </a:ext>
              </a:extLst>
            </p:cNvPr>
            <p:cNvGrpSpPr/>
            <p:nvPr/>
          </p:nvGrpSpPr>
          <p:grpSpPr>
            <a:xfrm>
              <a:off x="4869160" y="7053282"/>
              <a:ext cx="1554952" cy="432000"/>
              <a:chOff x="4869160" y="7053282"/>
              <a:chExt cx="1554952" cy="432000"/>
            </a:xfrm>
          </p:grpSpPr>
          <p:sp>
            <p:nvSpPr>
              <p:cNvPr id="911" name="AutoShape 121">
                <a:extLst>
                  <a:ext uri="{FF2B5EF4-FFF2-40B4-BE49-F238E27FC236}">
                    <a16:creationId xmlns:a16="http://schemas.microsoft.com/office/drawing/2014/main" id="{F7744199-6075-4D53-BE35-516881D02D7E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4912112" y="7053282"/>
                <a:ext cx="1512000" cy="432000"/>
              </a:xfrm>
              <a:prstGeom prst="rect">
                <a:avLst/>
              </a:prstGeom>
              <a:solidFill>
                <a:srgbClr val="D4E5F4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lIns="108000" tIns="0" rIns="0" bIns="0" rtlCol="0" anchor="ctr"/>
              <a:lstStyle/>
              <a:p>
                <a:r>
                  <a:rPr lang="ko-KR" altLang="en-US" sz="900" kern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</a:rPr>
                  <a:t>신규 시스템 개발</a:t>
                </a:r>
              </a:p>
            </p:txBody>
          </p:sp>
          <p:sp>
            <p:nvSpPr>
              <p:cNvPr id="912" name="직사각형 911">
                <a:extLst>
                  <a:ext uri="{FF2B5EF4-FFF2-40B4-BE49-F238E27FC236}">
                    <a16:creationId xmlns:a16="http://schemas.microsoft.com/office/drawing/2014/main" id="{449CBDE4-0F54-4E6B-9C91-B1C92968FACC}"/>
                  </a:ext>
                </a:extLst>
              </p:cNvPr>
              <p:cNvSpPr/>
              <p:nvPr/>
            </p:nvSpPr>
            <p:spPr>
              <a:xfrm>
                <a:off x="4869160" y="7053283"/>
                <a:ext cx="42952" cy="431998"/>
              </a:xfrm>
              <a:prstGeom prst="rect">
                <a:avLst/>
              </a:prstGeom>
              <a:solidFill>
                <a:srgbClr val="5A87B1"/>
              </a:solidFill>
              <a:ln>
                <a:noFill/>
              </a:ln>
            </p:spPr>
            <p:txBody>
              <a:bodyPr wrap="none" anchor="ctr"/>
              <a:lstStyle/>
              <a:p>
                <a:endParaRPr lang="ko-KR" altLang="en-US" sz="900" dirty="0">
                  <a:solidFill>
                    <a:prstClr val="white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</a:endParaRPr>
              </a:p>
            </p:txBody>
          </p:sp>
        </p:grpSp>
        <p:grpSp>
          <p:nvGrpSpPr>
            <p:cNvPr id="549" name="그룹 548">
              <a:extLst>
                <a:ext uri="{FF2B5EF4-FFF2-40B4-BE49-F238E27FC236}">
                  <a16:creationId xmlns:a16="http://schemas.microsoft.com/office/drawing/2014/main" id="{36630F63-E6C2-4CA6-BBF3-1A29C6488748}"/>
                </a:ext>
              </a:extLst>
            </p:cNvPr>
            <p:cNvGrpSpPr/>
            <p:nvPr/>
          </p:nvGrpSpPr>
          <p:grpSpPr>
            <a:xfrm>
              <a:off x="4869160" y="7527335"/>
              <a:ext cx="1554952" cy="432000"/>
              <a:chOff x="4869160" y="7527335"/>
              <a:chExt cx="1554952" cy="432000"/>
            </a:xfrm>
          </p:grpSpPr>
          <p:sp>
            <p:nvSpPr>
              <p:cNvPr id="909" name="AutoShape 121">
                <a:extLst>
                  <a:ext uri="{FF2B5EF4-FFF2-40B4-BE49-F238E27FC236}">
                    <a16:creationId xmlns:a16="http://schemas.microsoft.com/office/drawing/2014/main" id="{A1FFE575-538B-4E37-96D1-6E42B797D138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4912112" y="7527335"/>
                <a:ext cx="1512000" cy="432000"/>
              </a:xfrm>
              <a:prstGeom prst="rect">
                <a:avLst/>
              </a:prstGeom>
              <a:solidFill>
                <a:srgbClr val="DEEBF7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lIns="108000" tIns="0" rIns="0" bIns="0" rtlCol="0" anchor="ctr"/>
              <a:lstStyle/>
              <a:p>
                <a:r>
                  <a:rPr lang="ko-KR" altLang="en-US" sz="900" kern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</a:rPr>
                  <a:t>유지보수사업에 적용</a:t>
                </a:r>
              </a:p>
            </p:txBody>
          </p:sp>
          <p:sp>
            <p:nvSpPr>
              <p:cNvPr id="910" name="직사각형 909">
                <a:extLst>
                  <a:ext uri="{FF2B5EF4-FFF2-40B4-BE49-F238E27FC236}">
                    <a16:creationId xmlns:a16="http://schemas.microsoft.com/office/drawing/2014/main" id="{EE6EFAD2-3164-432F-BFDC-9A31234A13EA}"/>
                  </a:ext>
                </a:extLst>
              </p:cNvPr>
              <p:cNvSpPr/>
              <p:nvPr/>
            </p:nvSpPr>
            <p:spPr>
              <a:xfrm>
                <a:off x="4869160" y="7527336"/>
                <a:ext cx="42952" cy="431998"/>
              </a:xfrm>
              <a:prstGeom prst="rect">
                <a:avLst/>
              </a:prstGeom>
              <a:solidFill>
                <a:srgbClr val="5A87B1"/>
              </a:solidFill>
              <a:ln>
                <a:noFill/>
              </a:ln>
            </p:spPr>
            <p:txBody>
              <a:bodyPr wrap="none" anchor="ctr"/>
              <a:lstStyle/>
              <a:p>
                <a:endParaRPr lang="ko-KR" altLang="en-US" sz="900" dirty="0">
                  <a:solidFill>
                    <a:prstClr val="white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</a:endParaRPr>
              </a:p>
            </p:txBody>
          </p:sp>
        </p:grpSp>
        <p:grpSp>
          <p:nvGrpSpPr>
            <p:cNvPr id="550" name="그룹 549">
              <a:extLst>
                <a:ext uri="{FF2B5EF4-FFF2-40B4-BE49-F238E27FC236}">
                  <a16:creationId xmlns:a16="http://schemas.microsoft.com/office/drawing/2014/main" id="{63D07D6A-0D43-493B-B3C6-56F642C151B0}"/>
                </a:ext>
              </a:extLst>
            </p:cNvPr>
            <p:cNvGrpSpPr/>
            <p:nvPr/>
          </p:nvGrpSpPr>
          <p:grpSpPr>
            <a:xfrm>
              <a:off x="4869160" y="8001388"/>
              <a:ext cx="1554952" cy="432000"/>
              <a:chOff x="4869160" y="8001388"/>
              <a:chExt cx="1554952" cy="432000"/>
            </a:xfrm>
          </p:grpSpPr>
          <p:sp>
            <p:nvSpPr>
              <p:cNvPr id="907" name="AutoShape 121">
                <a:extLst>
                  <a:ext uri="{FF2B5EF4-FFF2-40B4-BE49-F238E27FC236}">
                    <a16:creationId xmlns:a16="http://schemas.microsoft.com/office/drawing/2014/main" id="{941D1E02-D6DC-492B-98CF-AC61AD20C68E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4912112" y="8001388"/>
                <a:ext cx="1512000" cy="432000"/>
              </a:xfrm>
              <a:prstGeom prst="rect">
                <a:avLst/>
              </a:prstGeom>
              <a:solidFill>
                <a:srgbClr val="D4E5F4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lIns="108000" tIns="0" rIns="0" bIns="0" rtlCol="0" anchor="ctr"/>
              <a:lstStyle/>
              <a:p>
                <a:r>
                  <a:rPr lang="ko-KR" altLang="en-US" sz="900" kern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</a:rPr>
                  <a:t>일괄개발 방식</a:t>
                </a:r>
              </a:p>
            </p:txBody>
          </p:sp>
          <p:sp>
            <p:nvSpPr>
              <p:cNvPr id="908" name="직사각형 907">
                <a:extLst>
                  <a:ext uri="{FF2B5EF4-FFF2-40B4-BE49-F238E27FC236}">
                    <a16:creationId xmlns:a16="http://schemas.microsoft.com/office/drawing/2014/main" id="{3C689AB8-8D51-46F9-8BC8-0B73A77EBAAC}"/>
                  </a:ext>
                </a:extLst>
              </p:cNvPr>
              <p:cNvSpPr/>
              <p:nvPr/>
            </p:nvSpPr>
            <p:spPr>
              <a:xfrm>
                <a:off x="4869160" y="8001389"/>
                <a:ext cx="42952" cy="431998"/>
              </a:xfrm>
              <a:prstGeom prst="rect">
                <a:avLst/>
              </a:prstGeom>
              <a:solidFill>
                <a:srgbClr val="5A87B1"/>
              </a:solidFill>
              <a:ln>
                <a:noFill/>
              </a:ln>
            </p:spPr>
            <p:txBody>
              <a:bodyPr wrap="none" anchor="ctr"/>
              <a:lstStyle/>
              <a:p>
                <a:endParaRPr lang="ko-KR" altLang="en-US" sz="900" dirty="0">
                  <a:solidFill>
                    <a:prstClr val="white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</a:endParaRPr>
              </a:p>
            </p:txBody>
          </p:sp>
        </p:grpSp>
        <p:grpSp>
          <p:nvGrpSpPr>
            <p:cNvPr id="551" name="그룹 550">
              <a:extLst>
                <a:ext uri="{FF2B5EF4-FFF2-40B4-BE49-F238E27FC236}">
                  <a16:creationId xmlns:a16="http://schemas.microsoft.com/office/drawing/2014/main" id="{0EB8E778-0D0B-408E-820F-08BAEA3F2752}"/>
                </a:ext>
              </a:extLst>
            </p:cNvPr>
            <p:cNvGrpSpPr/>
            <p:nvPr/>
          </p:nvGrpSpPr>
          <p:grpSpPr>
            <a:xfrm>
              <a:off x="4869160" y="8475441"/>
              <a:ext cx="1554952" cy="432000"/>
              <a:chOff x="4869160" y="8475441"/>
              <a:chExt cx="1554952" cy="432000"/>
            </a:xfrm>
          </p:grpSpPr>
          <p:sp>
            <p:nvSpPr>
              <p:cNvPr id="905" name="AutoShape 121">
                <a:extLst>
                  <a:ext uri="{FF2B5EF4-FFF2-40B4-BE49-F238E27FC236}">
                    <a16:creationId xmlns:a16="http://schemas.microsoft.com/office/drawing/2014/main" id="{58F29091-CDA8-48F4-BBDA-9E8DA580F566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4912112" y="8475441"/>
                <a:ext cx="1512000" cy="432000"/>
              </a:xfrm>
              <a:prstGeom prst="rect">
                <a:avLst/>
              </a:prstGeom>
              <a:solidFill>
                <a:srgbClr val="DEEBF7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lIns="108000" tIns="0" rIns="0" bIns="0" rtlCol="0" anchor="ctr"/>
              <a:lstStyle/>
              <a:p>
                <a:r>
                  <a:rPr lang="ko-KR" altLang="en-US" sz="900" kern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</a:rPr>
                  <a:t>신규 정보시스템</a:t>
                </a:r>
              </a:p>
            </p:txBody>
          </p:sp>
          <p:sp>
            <p:nvSpPr>
              <p:cNvPr id="906" name="직사각형 905">
                <a:extLst>
                  <a:ext uri="{FF2B5EF4-FFF2-40B4-BE49-F238E27FC236}">
                    <a16:creationId xmlns:a16="http://schemas.microsoft.com/office/drawing/2014/main" id="{2754D37D-AB6B-478D-9E9A-EF3875A73125}"/>
                  </a:ext>
                </a:extLst>
              </p:cNvPr>
              <p:cNvSpPr/>
              <p:nvPr/>
            </p:nvSpPr>
            <p:spPr>
              <a:xfrm>
                <a:off x="4869160" y="8475442"/>
                <a:ext cx="42952" cy="431998"/>
              </a:xfrm>
              <a:prstGeom prst="rect">
                <a:avLst/>
              </a:prstGeom>
              <a:solidFill>
                <a:srgbClr val="5A87B1"/>
              </a:solidFill>
              <a:ln>
                <a:noFill/>
              </a:ln>
            </p:spPr>
            <p:txBody>
              <a:bodyPr wrap="none" anchor="ctr"/>
              <a:lstStyle/>
              <a:p>
                <a:endParaRPr lang="ko-KR" altLang="en-US" sz="900" dirty="0">
                  <a:solidFill>
                    <a:prstClr val="white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</a:endParaRPr>
              </a:p>
            </p:txBody>
          </p:sp>
        </p:grpSp>
        <p:grpSp>
          <p:nvGrpSpPr>
            <p:cNvPr id="552" name="그룹 551">
              <a:extLst>
                <a:ext uri="{FF2B5EF4-FFF2-40B4-BE49-F238E27FC236}">
                  <a16:creationId xmlns:a16="http://schemas.microsoft.com/office/drawing/2014/main" id="{0EE87806-33CC-4233-89B5-0C3021F59DBB}"/>
                </a:ext>
              </a:extLst>
            </p:cNvPr>
            <p:cNvGrpSpPr/>
            <p:nvPr/>
          </p:nvGrpSpPr>
          <p:grpSpPr>
            <a:xfrm>
              <a:off x="4869160" y="8949693"/>
              <a:ext cx="1554952" cy="432000"/>
              <a:chOff x="4869160" y="8949693"/>
              <a:chExt cx="1554952" cy="432000"/>
            </a:xfrm>
          </p:grpSpPr>
          <p:sp>
            <p:nvSpPr>
              <p:cNvPr id="903" name="AutoShape 121">
                <a:extLst>
                  <a:ext uri="{FF2B5EF4-FFF2-40B4-BE49-F238E27FC236}">
                    <a16:creationId xmlns:a16="http://schemas.microsoft.com/office/drawing/2014/main" id="{AC5BB531-65DF-4C7C-A5A9-70BCDE20409D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4912112" y="8949693"/>
                <a:ext cx="1512000" cy="432000"/>
              </a:xfrm>
              <a:prstGeom prst="rect">
                <a:avLst/>
              </a:prstGeom>
              <a:solidFill>
                <a:srgbClr val="D4E5F4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lIns="108000" tIns="0" rIns="0" bIns="0" rtlCol="0" anchor="ctr"/>
              <a:lstStyle/>
              <a:p>
                <a:r>
                  <a:rPr lang="ko-KR" altLang="en-US" sz="900" kern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</a:rPr>
                  <a:t>체계 적합한 작업</a:t>
                </a:r>
                <a:r>
                  <a:rPr lang="en-US" altLang="ko-KR" sz="900" kern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</a:rPr>
                  <a:t>/</a:t>
                </a:r>
                <a:r>
                  <a:rPr lang="ko-KR" altLang="en-US" sz="900" kern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</a:rPr>
                  <a:t>산출물 적용</a:t>
                </a:r>
              </a:p>
            </p:txBody>
          </p:sp>
          <p:sp>
            <p:nvSpPr>
              <p:cNvPr id="904" name="직사각형 903">
                <a:extLst>
                  <a:ext uri="{FF2B5EF4-FFF2-40B4-BE49-F238E27FC236}">
                    <a16:creationId xmlns:a16="http://schemas.microsoft.com/office/drawing/2014/main" id="{B20B6C7E-8AA2-4E8B-8F9A-9FDAB620E22D}"/>
                  </a:ext>
                </a:extLst>
              </p:cNvPr>
              <p:cNvSpPr/>
              <p:nvPr/>
            </p:nvSpPr>
            <p:spPr>
              <a:xfrm>
                <a:off x="4869160" y="8949694"/>
                <a:ext cx="42952" cy="431998"/>
              </a:xfrm>
              <a:prstGeom prst="rect">
                <a:avLst/>
              </a:prstGeom>
              <a:solidFill>
                <a:srgbClr val="5A87B1"/>
              </a:solidFill>
              <a:ln>
                <a:noFill/>
              </a:ln>
            </p:spPr>
            <p:txBody>
              <a:bodyPr wrap="none" anchor="ctr"/>
              <a:lstStyle/>
              <a:p>
                <a:endParaRPr lang="ko-KR" altLang="en-US" sz="900" dirty="0">
                  <a:solidFill>
                    <a:prstClr val="white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</a:endParaRPr>
              </a:p>
            </p:txBody>
          </p:sp>
        </p:grpSp>
        <p:grpSp>
          <p:nvGrpSpPr>
            <p:cNvPr id="553" name="그룹 552">
              <a:extLst>
                <a:ext uri="{FF2B5EF4-FFF2-40B4-BE49-F238E27FC236}">
                  <a16:creationId xmlns:a16="http://schemas.microsoft.com/office/drawing/2014/main" id="{C64F4B2B-2D0F-4AD8-A157-BE812959DC77}"/>
                </a:ext>
              </a:extLst>
            </p:cNvPr>
            <p:cNvGrpSpPr/>
            <p:nvPr/>
          </p:nvGrpSpPr>
          <p:grpSpPr>
            <a:xfrm>
              <a:off x="4437112" y="6105128"/>
              <a:ext cx="432000" cy="3275239"/>
              <a:chOff x="4437112" y="6105128"/>
              <a:chExt cx="432000" cy="3275239"/>
            </a:xfrm>
          </p:grpSpPr>
          <p:sp>
            <p:nvSpPr>
              <p:cNvPr id="874" name="Rectangle 498">
                <a:extLst>
                  <a:ext uri="{FF2B5EF4-FFF2-40B4-BE49-F238E27FC236}">
                    <a16:creationId xmlns:a16="http://schemas.microsoft.com/office/drawing/2014/main" id="{D79ECACE-6C84-4196-AC8F-FFBB0798F240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 flipH="1">
                <a:off x="4437112" y="6105128"/>
                <a:ext cx="432000" cy="3275239"/>
              </a:xfrm>
              <a:prstGeom prst="rect">
                <a:avLst/>
              </a:prstGeom>
              <a:solidFill>
                <a:srgbClr val="F8F8F8"/>
              </a:solidFill>
              <a:ln w="9525" algn="ctr">
                <a:noFill/>
                <a:miter lim="800000"/>
                <a:headEnd/>
                <a:tailEnd type="none" w="sm" len="sm"/>
              </a:ln>
            </p:spPr>
            <p:txBody>
              <a:bodyPr tIns="118800" rIns="54000" bIns="46800"/>
              <a:lstStyle/>
              <a:p>
                <a:pPr latinLnBrk="0"/>
                <a:endParaRPr lang="ko-KR" altLang="ko-KR" sz="700" b="0" dirty="0">
                  <a:solidFill>
                    <a:prstClr val="black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</a:endParaRPr>
              </a:p>
            </p:txBody>
          </p:sp>
          <p:grpSp>
            <p:nvGrpSpPr>
              <p:cNvPr id="875" name="그룹 874">
                <a:extLst>
                  <a:ext uri="{FF2B5EF4-FFF2-40B4-BE49-F238E27FC236}">
                    <a16:creationId xmlns:a16="http://schemas.microsoft.com/office/drawing/2014/main" id="{513412D5-8510-403D-A389-E74C09A5482F}"/>
                  </a:ext>
                </a:extLst>
              </p:cNvPr>
              <p:cNvGrpSpPr/>
              <p:nvPr/>
            </p:nvGrpSpPr>
            <p:grpSpPr>
              <a:xfrm>
                <a:off x="4536905" y="6281755"/>
                <a:ext cx="273728" cy="78843"/>
                <a:chOff x="2155287" y="1764161"/>
                <a:chExt cx="252225" cy="72649"/>
              </a:xfrm>
              <a:solidFill>
                <a:srgbClr val="0188CC"/>
              </a:solidFill>
            </p:grpSpPr>
            <p:sp>
              <p:nvSpPr>
                <p:cNvPr id="900" name="이등변 삼각형 899">
                  <a:extLst>
                    <a:ext uri="{FF2B5EF4-FFF2-40B4-BE49-F238E27FC236}">
                      <a16:creationId xmlns:a16="http://schemas.microsoft.com/office/drawing/2014/main" id="{47CD1378-8B5F-4DC8-ACEC-48F32BBC9B7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 rot="16200000" flipV="1">
                  <a:off x="2150584" y="1768864"/>
                  <a:ext cx="72640" cy="63234"/>
                </a:xfrm>
                <a:prstGeom prst="triangle">
                  <a:avLst>
                    <a:gd name="adj" fmla="val 50000"/>
                  </a:avLst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254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rot="10800000" vert="eaVert" anchor="ctr"/>
                <a:lstStyle/>
                <a:p>
                  <a:pPr latinLnBrk="0"/>
                  <a:endParaRPr lang="ko-KR" altLang="en-US" sz="1600" dirty="0">
                    <a:ln>
                      <a:solidFill>
                        <a:srgbClr val="095EBB">
                          <a:alpha val="0"/>
                        </a:srgbClr>
                      </a:solidFill>
                    </a:ln>
                    <a:solidFill>
                      <a:srgbClr val="FFFFFF"/>
                    </a:solidFill>
                    <a:latin typeface="Pretendard SemiBold" panose="02000703000000020004" pitchFamily="50" charset="-127"/>
                    <a:ea typeface="Pretendard SemiBold" panose="02000703000000020004" pitchFamily="50" charset="-127"/>
                  </a:endParaRPr>
                </a:p>
              </p:txBody>
            </p:sp>
            <p:sp>
              <p:nvSpPr>
                <p:cNvPr id="901" name="이등변 삼각형 900">
                  <a:extLst>
                    <a:ext uri="{FF2B5EF4-FFF2-40B4-BE49-F238E27FC236}">
                      <a16:creationId xmlns:a16="http://schemas.microsoft.com/office/drawing/2014/main" id="{3F58C5FF-26DE-43BE-B21C-8A89A7E768F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 rot="16200000" flipV="1">
                  <a:off x="2245076" y="1768185"/>
                  <a:ext cx="72640" cy="64609"/>
                </a:xfrm>
                <a:prstGeom prst="triangle">
                  <a:avLst>
                    <a:gd name="adj" fmla="val 50000"/>
                  </a:avLst>
                </a:prstGeom>
                <a:solidFill>
                  <a:schemeClr val="accent5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254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rot="10800000" vert="eaVert" anchor="ctr"/>
                <a:lstStyle/>
                <a:p>
                  <a:pPr latinLnBrk="0"/>
                  <a:endParaRPr lang="ko-KR" altLang="en-US" sz="1600" dirty="0">
                    <a:ln>
                      <a:solidFill>
                        <a:srgbClr val="095EBB">
                          <a:alpha val="0"/>
                        </a:srgbClr>
                      </a:solidFill>
                    </a:ln>
                    <a:solidFill>
                      <a:srgbClr val="FFFFFF"/>
                    </a:solidFill>
                    <a:latin typeface="Pretendard SemiBold" panose="02000703000000020004" pitchFamily="50" charset="-127"/>
                    <a:ea typeface="Pretendard SemiBold" panose="02000703000000020004" pitchFamily="50" charset="-127"/>
                  </a:endParaRPr>
                </a:p>
              </p:txBody>
            </p:sp>
            <p:sp>
              <p:nvSpPr>
                <p:cNvPr id="902" name="이등변 삼각형 901">
                  <a:extLst>
                    <a:ext uri="{FF2B5EF4-FFF2-40B4-BE49-F238E27FC236}">
                      <a16:creationId xmlns:a16="http://schemas.microsoft.com/office/drawing/2014/main" id="{B64963FB-BE0E-42B5-8BD7-6BE455EF85B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 rot="16200000" flipV="1">
                  <a:off x="2339575" y="1768865"/>
                  <a:ext cx="72640" cy="63234"/>
                </a:xfrm>
                <a:prstGeom prst="triangle">
                  <a:avLst>
                    <a:gd name="adj" fmla="val 50000"/>
                  </a:avLst>
                </a:prstGeom>
                <a:solidFill>
                  <a:schemeClr val="accent5">
                    <a:lumMod val="75000"/>
                  </a:scheme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254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rot="10800000" vert="eaVert" anchor="ctr"/>
                <a:lstStyle/>
                <a:p>
                  <a:pPr latinLnBrk="0"/>
                  <a:endParaRPr lang="ko-KR" altLang="en-US" sz="1600" dirty="0">
                    <a:ln>
                      <a:solidFill>
                        <a:srgbClr val="095EBB">
                          <a:alpha val="0"/>
                        </a:srgbClr>
                      </a:solidFill>
                    </a:ln>
                    <a:solidFill>
                      <a:srgbClr val="FFFFFF"/>
                    </a:solidFill>
                    <a:latin typeface="Pretendard SemiBold" panose="02000703000000020004" pitchFamily="50" charset="-127"/>
                    <a:ea typeface="Pretendard SemiBold" panose="02000703000000020004" pitchFamily="50" charset="-127"/>
                  </a:endParaRPr>
                </a:p>
              </p:txBody>
            </p:sp>
          </p:grpSp>
          <p:grpSp>
            <p:nvGrpSpPr>
              <p:cNvPr id="876" name="그룹 875">
                <a:extLst>
                  <a:ext uri="{FF2B5EF4-FFF2-40B4-BE49-F238E27FC236}">
                    <a16:creationId xmlns:a16="http://schemas.microsoft.com/office/drawing/2014/main" id="{FFE6BEEF-5572-4664-BA51-17FA048A103C}"/>
                  </a:ext>
                </a:extLst>
              </p:cNvPr>
              <p:cNvGrpSpPr/>
              <p:nvPr/>
            </p:nvGrpSpPr>
            <p:grpSpPr>
              <a:xfrm>
                <a:off x="4536905" y="6754774"/>
                <a:ext cx="273728" cy="78843"/>
                <a:chOff x="2155287" y="1764161"/>
                <a:chExt cx="252225" cy="72649"/>
              </a:xfrm>
              <a:solidFill>
                <a:srgbClr val="0188CC"/>
              </a:solidFill>
            </p:grpSpPr>
            <p:sp>
              <p:nvSpPr>
                <p:cNvPr id="897" name="이등변 삼각형 896">
                  <a:extLst>
                    <a:ext uri="{FF2B5EF4-FFF2-40B4-BE49-F238E27FC236}">
                      <a16:creationId xmlns:a16="http://schemas.microsoft.com/office/drawing/2014/main" id="{4AB90813-34DF-44F5-B8DD-B8200CA4735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 rot="16200000" flipV="1">
                  <a:off x="2150584" y="1768864"/>
                  <a:ext cx="72640" cy="63234"/>
                </a:xfrm>
                <a:prstGeom prst="triangle">
                  <a:avLst>
                    <a:gd name="adj" fmla="val 50000"/>
                  </a:avLst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254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rot="10800000" vert="eaVert" anchor="ctr"/>
                <a:lstStyle/>
                <a:p>
                  <a:pPr latinLnBrk="0"/>
                  <a:endParaRPr lang="ko-KR" altLang="en-US" sz="1600" dirty="0">
                    <a:ln>
                      <a:solidFill>
                        <a:srgbClr val="095EBB">
                          <a:alpha val="0"/>
                        </a:srgbClr>
                      </a:solidFill>
                    </a:ln>
                    <a:solidFill>
                      <a:srgbClr val="FFFFFF"/>
                    </a:solidFill>
                    <a:latin typeface="Pretendard SemiBold" panose="02000703000000020004" pitchFamily="50" charset="-127"/>
                    <a:ea typeface="Pretendard SemiBold" panose="02000703000000020004" pitchFamily="50" charset="-127"/>
                  </a:endParaRPr>
                </a:p>
              </p:txBody>
            </p:sp>
            <p:sp>
              <p:nvSpPr>
                <p:cNvPr id="898" name="이등변 삼각형 897">
                  <a:extLst>
                    <a:ext uri="{FF2B5EF4-FFF2-40B4-BE49-F238E27FC236}">
                      <a16:creationId xmlns:a16="http://schemas.microsoft.com/office/drawing/2014/main" id="{91F5323C-C2CD-423C-9B52-A139E0605DB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 rot="16200000" flipV="1">
                  <a:off x="2245076" y="1768185"/>
                  <a:ext cx="72640" cy="64609"/>
                </a:xfrm>
                <a:prstGeom prst="triangle">
                  <a:avLst>
                    <a:gd name="adj" fmla="val 50000"/>
                  </a:avLst>
                </a:prstGeom>
                <a:solidFill>
                  <a:schemeClr val="accent5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254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rot="10800000" vert="eaVert" anchor="ctr"/>
                <a:lstStyle/>
                <a:p>
                  <a:pPr latinLnBrk="0"/>
                  <a:endParaRPr lang="ko-KR" altLang="en-US" sz="1600" dirty="0">
                    <a:ln>
                      <a:solidFill>
                        <a:srgbClr val="095EBB">
                          <a:alpha val="0"/>
                        </a:srgbClr>
                      </a:solidFill>
                    </a:ln>
                    <a:solidFill>
                      <a:srgbClr val="FFFFFF"/>
                    </a:solidFill>
                    <a:latin typeface="Pretendard SemiBold" panose="02000703000000020004" pitchFamily="50" charset="-127"/>
                    <a:ea typeface="Pretendard SemiBold" panose="02000703000000020004" pitchFamily="50" charset="-127"/>
                  </a:endParaRPr>
                </a:p>
              </p:txBody>
            </p:sp>
            <p:sp>
              <p:nvSpPr>
                <p:cNvPr id="899" name="이등변 삼각형 898">
                  <a:extLst>
                    <a:ext uri="{FF2B5EF4-FFF2-40B4-BE49-F238E27FC236}">
                      <a16:creationId xmlns:a16="http://schemas.microsoft.com/office/drawing/2014/main" id="{53F4EAC7-398B-4423-9257-915A2AFBD2C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 rot="16200000" flipV="1">
                  <a:off x="2339575" y="1768865"/>
                  <a:ext cx="72640" cy="63234"/>
                </a:xfrm>
                <a:prstGeom prst="triangle">
                  <a:avLst>
                    <a:gd name="adj" fmla="val 50000"/>
                  </a:avLst>
                </a:prstGeom>
                <a:solidFill>
                  <a:schemeClr val="accent5">
                    <a:lumMod val="75000"/>
                  </a:scheme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254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rot="10800000" vert="eaVert" anchor="ctr"/>
                <a:lstStyle/>
                <a:p>
                  <a:pPr latinLnBrk="0"/>
                  <a:endParaRPr lang="ko-KR" altLang="en-US" sz="1600" dirty="0">
                    <a:ln>
                      <a:solidFill>
                        <a:srgbClr val="095EBB">
                          <a:alpha val="0"/>
                        </a:srgbClr>
                      </a:solidFill>
                    </a:ln>
                    <a:solidFill>
                      <a:srgbClr val="FFFFFF"/>
                    </a:solidFill>
                    <a:latin typeface="Pretendard SemiBold" panose="02000703000000020004" pitchFamily="50" charset="-127"/>
                    <a:ea typeface="Pretendard SemiBold" panose="02000703000000020004" pitchFamily="50" charset="-127"/>
                  </a:endParaRPr>
                </a:p>
              </p:txBody>
            </p:sp>
          </p:grpSp>
          <p:grpSp>
            <p:nvGrpSpPr>
              <p:cNvPr id="877" name="그룹 876">
                <a:extLst>
                  <a:ext uri="{FF2B5EF4-FFF2-40B4-BE49-F238E27FC236}">
                    <a16:creationId xmlns:a16="http://schemas.microsoft.com/office/drawing/2014/main" id="{391BF86F-8A20-482E-AA39-FFC6AD154C38}"/>
                  </a:ext>
                </a:extLst>
              </p:cNvPr>
              <p:cNvGrpSpPr/>
              <p:nvPr/>
            </p:nvGrpSpPr>
            <p:grpSpPr>
              <a:xfrm>
                <a:off x="4536905" y="7227793"/>
                <a:ext cx="273728" cy="78843"/>
                <a:chOff x="2155287" y="1764161"/>
                <a:chExt cx="252225" cy="72649"/>
              </a:xfrm>
              <a:solidFill>
                <a:srgbClr val="0188CC"/>
              </a:solidFill>
            </p:grpSpPr>
            <p:sp>
              <p:nvSpPr>
                <p:cNvPr id="894" name="이등변 삼각형 893">
                  <a:extLst>
                    <a:ext uri="{FF2B5EF4-FFF2-40B4-BE49-F238E27FC236}">
                      <a16:creationId xmlns:a16="http://schemas.microsoft.com/office/drawing/2014/main" id="{4CA25237-0ACC-46A2-A65D-50E8FD3E28E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 rot="16200000" flipV="1">
                  <a:off x="2150584" y="1768864"/>
                  <a:ext cx="72640" cy="63234"/>
                </a:xfrm>
                <a:prstGeom prst="triangle">
                  <a:avLst>
                    <a:gd name="adj" fmla="val 50000"/>
                  </a:avLst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254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rot="10800000" vert="eaVert" anchor="ctr"/>
                <a:lstStyle/>
                <a:p>
                  <a:pPr latinLnBrk="0"/>
                  <a:endParaRPr lang="ko-KR" altLang="en-US" sz="1600" dirty="0">
                    <a:ln>
                      <a:solidFill>
                        <a:srgbClr val="095EBB">
                          <a:alpha val="0"/>
                        </a:srgbClr>
                      </a:solidFill>
                    </a:ln>
                    <a:solidFill>
                      <a:srgbClr val="FFFFFF"/>
                    </a:solidFill>
                    <a:latin typeface="Pretendard SemiBold" panose="02000703000000020004" pitchFamily="50" charset="-127"/>
                    <a:ea typeface="Pretendard SemiBold" panose="02000703000000020004" pitchFamily="50" charset="-127"/>
                  </a:endParaRPr>
                </a:p>
              </p:txBody>
            </p:sp>
            <p:sp>
              <p:nvSpPr>
                <p:cNvPr id="895" name="이등변 삼각형 894">
                  <a:extLst>
                    <a:ext uri="{FF2B5EF4-FFF2-40B4-BE49-F238E27FC236}">
                      <a16:creationId xmlns:a16="http://schemas.microsoft.com/office/drawing/2014/main" id="{F906536E-FDAA-489E-9C1D-CE3AE4548A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 rot="16200000" flipV="1">
                  <a:off x="2245076" y="1768185"/>
                  <a:ext cx="72640" cy="64609"/>
                </a:xfrm>
                <a:prstGeom prst="triangle">
                  <a:avLst>
                    <a:gd name="adj" fmla="val 50000"/>
                  </a:avLst>
                </a:prstGeom>
                <a:solidFill>
                  <a:schemeClr val="accent5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254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rot="10800000" vert="eaVert" anchor="ctr"/>
                <a:lstStyle/>
                <a:p>
                  <a:pPr latinLnBrk="0"/>
                  <a:endParaRPr lang="ko-KR" altLang="en-US" sz="1600" dirty="0">
                    <a:ln>
                      <a:solidFill>
                        <a:srgbClr val="095EBB">
                          <a:alpha val="0"/>
                        </a:srgbClr>
                      </a:solidFill>
                    </a:ln>
                    <a:solidFill>
                      <a:srgbClr val="FFFFFF"/>
                    </a:solidFill>
                    <a:latin typeface="Pretendard SemiBold" panose="02000703000000020004" pitchFamily="50" charset="-127"/>
                    <a:ea typeface="Pretendard SemiBold" panose="02000703000000020004" pitchFamily="50" charset="-127"/>
                  </a:endParaRPr>
                </a:p>
              </p:txBody>
            </p:sp>
            <p:sp>
              <p:nvSpPr>
                <p:cNvPr id="896" name="이등변 삼각형 895">
                  <a:extLst>
                    <a:ext uri="{FF2B5EF4-FFF2-40B4-BE49-F238E27FC236}">
                      <a16:creationId xmlns:a16="http://schemas.microsoft.com/office/drawing/2014/main" id="{80AB5844-7DC0-47E6-9271-D6EB26C5F2F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 rot="16200000" flipV="1">
                  <a:off x="2339575" y="1768865"/>
                  <a:ext cx="72640" cy="63234"/>
                </a:xfrm>
                <a:prstGeom prst="triangle">
                  <a:avLst>
                    <a:gd name="adj" fmla="val 50000"/>
                  </a:avLst>
                </a:prstGeom>
                <a:solidFill>
                  <a:schemeClr val="accent5">
                    <a:lumMod val="75000"/>
                  </a:scheme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254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rot="10800000" vert="eaVert" anchor="ctr"/>
                <a:lstStyle/>
                <a:p>
                  <a:pPr latinLnBrk="0"/>
                  <a:endParaRPr lang="ko-KR" altLang="en-US" sz="1600" dirty="0">
                    <a:ln>
                      <a:solidFill>
                        <a:srgbClr val="095EBB">
                          <a:alpha val="0"/>
                        </a:srgbClr>
                      </a:solidFill>
                    </a:ln>
                    <a:solidFill>
                      <a:srgbClr val="FFFFFF"/>
                    </a:solidFill>
                    <a:latin typeface="Pretendard SemiBold" panose="02000703000000020004" pitchFamily="50" charset="-127"/>
                    <a:ea typeface="Pretendard SemiBold" panose="02000703000000020004" pitchFamily="50" charset="-127"/>
                  </a:endParaRPr>
                </a:p>
              </p:txBody>
            </p:sp>
          </p:grpSp>
          <p:grpSp>
            <p:nvGrpSpPr>
              <p:cNvPr id="878" name="그룹 877">
                <a:extLst>
                  <a:ext uri="{FF2B5EF4-FFF2-40B4-BE49-F238E27FC236}">
                    <a16:creationId xmlns:a16="http://schemas.microsoft.com/office/drawing/2014/main" id="{87BD66E0-F8D1-493F-8E0F-793EA693E025}"/>
                  </a:ext>
                </a:extLst>
              </p:cNvPr>
              <p:cNvGrpSpPr/>
              <p:nvPr/>
            </p:nvGrpSpPr>
            <p:grpSpPr>
              <a:xfrm>
                <a:off x="4536905" y="7700812"/>
                <a:ext cx="273728" cy="78843"/>
                <a:chOff x="2155287" y="1764161"/>
                <a:chExt cx="252225" cy="72649"/>
              </a:xfrm>
              <a:solidFill>
                <a:srgbClr val="0188CC"/>
              </a:solidFill>
            </p:grpSpPr>
            <p:sp>
              <p:nvSpPr>
                <p:cNvPr id="891" name="이등변 삼각형 890">
                  <a:extLst>
                    <a:ext uri="{FF2B5EF4-FFF2-40B4-BE49-F238E27FC236}">
                      <a16:creationId xmlns:a16="http://schemas.microsoft.com/office/drawing/2014/main" id="{24BEF420-DC1C-4018-AE6F-EB9A14DCB34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 rot="16200000" flipV="1">
                  <a:off x="2150584" y="1768864"/>
                  <a:ext cx="72640" cy="63234"/>
                </a:xfrm>
                <a:prstGeom prst="triangle">
                  <a:avLst>
                    <a:gd name="adj" fmla="val 50000"/>
                  </a:avLst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254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rot="10800000" vert="eaVert" anchor="ctr"/>
                <a:lstStyle/>
                <a:p>
                  <a:pPr latinLnBrk="0"/>
                  <a:endParaRPr lang="ko-KR" altLang="en-US" sz="1600" dirty="0">
                    <a:ln>
                      <a:solidFill>
                        <a:srgbClr val="095EBB">
                          <a:alpha val="0"/>
                        </a:srgbClr>
                      </a:solidFill>
                    </a:ln>
                    <a:solidFill>
                      <a:srgbClr val="FFFFFF"/>
                    </a:solidFill>
                    <a:latin typeface="Pretendard SemiBold" panose="02000703000000020004" pitchFamily="50" charset="-127"/>
                    <a:ea typeface="Pretendard SemiBold" panose="02000703000000020004" pitchFamily="50" charset="-127"/>
                  </a:endParaRPr>
                </a:p>
              </p:txBody>
            </p:sp>
            <p:sp>
              <p:nvSpPr>
                <p:cNvPr id="892" name="이등변 삼각형 891">
                  <a:extLst>
                    <a:ext uri="{FF2B5EF4-FFF2-40B4-BE49-F238E27FC236}">
                      <a16:creationId xmlns:a16="http://schemas.microsoft.com/office/drawing/2014/main" id="{B37ED837-8251-4292-9760-414659771B1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 rot="16200000" flipV="1">
                  <a:off x="2245076" y="1768185"/>
                  <a:ext cx="72640" cy="64609"/>
                </a:xfrm>
                <a:prstGeom prst="triangle">
                  <a:avLst>
                    <a:gd name="adj" fmla="val 50000"/>
                  </a:avLst>
                </a:prstGeom>
                <a:solidFill>
                  <a:schemeClr val="accent5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254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rot="10800000" vert="eaVert" anchor="ctr"/>
                <a:lstStyle/>
                <a:p>
                  <a:pPr latinLnBrk="0"/>
                  <a:endParaRPr lang="ko-KR" altLang="en-US" sz="1600" dirty="0">
                    <a:ln>
                      <a:solidFill>
                        <a:srgbClr val="095EBB">
                          <a:alpha val="0"/>
                        </a:srgbClr>
                      </a:solidFill>
                    </a:ln>
                    <a:solidFill>
                      <a:srgbClr val="FFFFFF"/>
                    </a:solidFill>
                    <a:latin typeface="Pretendard SemiBold" panose="02000703000000020004" pitchFamily="50" charset="-127"/>
                    <a:ea typeface="Pretendard SemiBold" panose="02000703000000020004" pitchFamily="50" charset="-127"/>
                  </a:endParaRPr>
                </a:p>
              </p:txBody>
            </p:sp>
            <p:sp>
              <p:nvSpPr>
                <p:cNvPr id="893" name="이등변 삼각형 892">
                  <a:extLst>
                    <a:ext uri="{FF2B5EF4-FFF2-40B4-BE49-F238E27FC236}">
                      <a16:creationId xmlns:a16="http://schemas.microsoft.com/office/drawing/2014/main" id="{18D7BCAC-9A0D-4D71-B710-E966E43CAFC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 rot="16200000" flipV="1">
                  <a:off x="2339575" y="1768865"/>
                  <a:ext cx="72640" cy="63234"/>
                </a:xfrm>
                <a:prstGeom prst="triangle">
                  <a:avLst>
                    <a:gd name="adj" fmla="val 50000"/>
                  </a:avLst>
                </a:prstGeom>
                <a:solidFill>
                  <a:schemeClr val="accent5">
                    <a:lumMod val="75000"/>
                  </a:scheme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254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rot="10800000" vert="eaVert" anchor="ctr"/>
                <a:lstStyle/>
                <a:p>
                  <a:pPr latinLnBrk="0"/>
                  <a:endParaRPr lang="ko-KR" altLang="en-US" sz="1600" dirty="0">
                    <a:ln>
                      <a:solidFill>
                        <a:srgbClr val="095EBB">
                          <a:alpha val="0"/>
                        </a:srgbClr>
                      </a:solidFill>
                    </a:ln>
                    <a:solidFill>
                      <a:srgbClr val="FFFFFF"/>
                    </a:solidFill>
                    <a:latin typeface="Pretendard SemiBold" panose="02000703000000020004" pitchFamily="50" charset="-127"/>
                    <a:ea typeface="Pretendard SemiBold" panose="02000703000000020004" pitchFamily="50" charset="-127"/>
                  </a:endParaRPr>
                </a:p>
              </p:txBody>
            </p:sp>
          </p:grpSp>
          <p:grpSp>
            <p:nvGrpSpPr>
              <p:cNvPr id="879" name="그룹 878">
                <a:extLst>
                  <a:ext uri="{FF2B5EF4-FFF2-40B4-BE49-F238E27FC236}">
                    <a16:creationId xmlns:a16="http://schemas.microsoft.com/office/drawing/2014/main" id="{931CDFB5-707B-4D8C-A7BF-0662A223C5D0}"/>
                  </a:ext>
                </a:extLst>
              </p:cNvPr>
              <p:cNvGrpSpPr/>
              <p:nvPr/>
            </p:nvGrpSpPr>
            <p:grpSpPr>
              <a:xfrm>
                <a:off x="4536905" y="8173831"/>
                <a:ext cx="273728" cy="78843"/>
                <a:chOff x="2155287" y="1764161"/>
                <a:chExt cx="252225" cy="72649"/>
              </a:xfrm>
              <a:solidFill>
                <a:srgbClr val="0188CC"/>
              </a:solidFill>
            </p:grpSpPr>
            <p:sp>
              <p:nvSpPr>
                <p:cNvPr id="888" name="이등변 삼각형 887">
                  <a:extLst>
                    <a:ext uri="{FF2B5EF4-FFF2-40B4-BE49-F238E27FC236}">
                      <a16:creationId xmlns:a16="http://schemas.microsoft.com/office/drawing/2014/main" id="{1AA1F84D-E121-43A7-84F7-C0E912AE193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 rot="16200000" flipV="1">
                  <a:off x="2150584" y="1768864"/>
                  <a:ext cx="72640" cy="63234"/>
                </a:xfrm>
                <a:prstGeom prst="triangle">
                  <a:avLst>
                    <a:gd name="adj" fmla="val 50000"/>
                  </a:avLst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254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rot="10800000" vert="eaVert" anchor="ctr"/>
                <a:lstStyle/>
                <a:p>
                  <a:pPr latinLnBrk="0"/>
                  <a:endParaRPr lang="ko-KR" altLang="en-US" sz="1600" dirty="0">
                    <a:ln>
                      <a:solidFill>
                        <a:srgbClr val="095EBB">
                          <a:alpha val="0"/>
                        </a:srgbClr>
                      </a:solidFill>
                    </a:ln>
                    <a:solidFill>
                      <a:srgbClr val="FFFFFF"/>
                    </a:solidFill>
                    <a:latin typeface="Pretendard SemiBold" panose="02000703000000020004" pitchFamily="50" charset="-127"/>
                    <a:ea typeface="Pretendard SemiBold" panose="02000703000000020004" pitchFamily="50" charset="-127"/>
                  </a:endParaRPr>
                </a:p>
              </p:txBody>
            </p:sp>
            <p:sp>
              <p:nvSpPr>
                <p:cNvPr id="889" name="이등변 삼각형 888">
                  <a:extLst>
                    <a:ext uri="{FF2B5EF4-FFF2-40B4-BE49-F238E27FC236}">
                      <a16:creationId xmlns:a16="http://schemas.microsoft.com/office/drawing/2014/main" id="{DA43250C-26F1-4023-BDD4-CF6D2EABEFE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 rot="16200000" flipV="1">
                  <a:off x="2245076" y="1768185"/>
                  <a:ext cx="72640" cy="64609"/>
                </a:xfrm>
                <a:prstGeom prst="triangle">
                  <a:avLst>
                    <a:gd name="adj" fmla="val 50000"/>
                  </a:avLst>
                </a:prstGeom>
                <a:solidFill>
                  <a:schemeClr val="accent5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254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rot="10800000" vert="eaVert" anchor="ctr"/>
                <a:lstStyle/>
                <a:p>
                  <a:pPr latinLnBrk="0"/>
                  <a:endParaRPr lang="ko-KR" altLang="en-US" sz="1600" dirty="0">
                    <a:ln>
                      <a:solidFill>
                        <a:srgbClr val="095EBB">
                          <a:alpha val="0"/>
                        </a:srgbClr>
                      </a:solidFill>
                    </a:ln>
                    <a:solidFill>
                      <a:srgbClr val="FFFFFF"/>
                    </a:solidFill>
                    <a:latin typeface="Pretendard SemiBold" panose="02000703000000020004" pitchFamily="50" charset="-127"/>
                    <a:ea typeface="Pretendard SemiBold" panose="02000703000000020004" pitchFamily="50" charset="-127"/>
                  </a:endParaRPr>
                </a:p>
              </p:txBody>
            </p:sp>
            <p:sp>
              <p:nvSpPr>
                <p:cNvPr id="890" name="이등변 삼각형 889">
                  <a:extLst>
                    <a:ext uri="{FF2B5EF4-FFF2-40B4-BE49-F238E27FC236}">
                      <a16:creationId xmlns:a16="http://schemas.microsoft.com/office/drawing/2014/main" id="{D2019733-1655-496B-8F04-03F4E8DE6AA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 rot="16200000" flipV="1">
                  <a:off x="2339575" y="1768865"/>
                  <a:ext cx="72640" cy="63234"/>
                </a:xfrm>
                <a:prstGeom prst="triangle">
                  <a:avLst>
                    <a:gd name="adj" fmla="val 50000"/>
                  </a:avLst>
                </a:prstGeom>
                <a:solidFill>
                  <a:schemeClr val="accent5">
                    <a:lumMod val="75000"/>
                  </a:scheme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254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rot="10800000" vert="eaVert" anchor="ctr"/>
                <a:lstStyle/>
                <a:p>
                  <a:pPr latinLnBrk="0"/>
                  <a:endParaRPr lang="ko-KR" altLang="en-US" sz="1600" dirty="0">
                    <a:ln>
                      <a:solidFill>
                        <a:srgbClr val="095EBB">
                          <a:alpha val="0"/>
                        </a:srgbClr>
                      </a:solidFill>
                    </a:ln>
                    <a:solidFill>
                      <a:srgbClr val="FFFFFF"/>
                    </a:solidFill>
                    <a:latin typeface="Pretendard SemiBold" panose="02000703000000020004" pitchFamily="50" charset="-127"/>
                    <a:ea typeface="Pretendard SemiBold" panose="02000703000000020004" pitchFamily="50" charset="-127"/>
                  </a:endParaRPr>
                </a:p>
              </p:txBody>
            </p:sp>
          </p:grpSp>
          <p:grpSp>
            <p:nvGrpSpPr>
              <p:cNvPr id="880" name="그룹 879">
                <a:extLst>
                  <a:ext uri="{FF2B5EF4-FFF2-40B4-BE49-F238E27FC236}">
                    <a16:creationId xmlns:a16="http://schemas.microsoft.com/office/drawing/2014/main" id="{3F70AA3D-B6C4-467F-A46F-E2FA1950D239}"/>
                  </a:ext>
                </a:extLst>
              </p:cNvPr>
              <p:cNvGrpSpPr/>
              <p:nvPr/>
            </p:nvGrpSpPr>
            <p:grpSpPr>
              <a:xfrm>
                <a:off x="4536905" y="8646850"/>
                <a:ext cx="273728" cy="78843"/>
                <a:chOff x="2155287" y="1764161"/>
                <a:chExt cx="252225" cy="72649"/>
              </a:xfrm>
              <a:solidFill>
                <a:srgbClr val="0188CC"/>
              </a:solidFill>
            </p:grpSpPr>
            <p:sp>
              <p:nvSpPr>
                <p:cNvPr id="885" name="이등변 삼각형 884">
                  <a:extLst>
                    <a:ext uri="{FF2B5EF4-FFF2-40B4-BE49-F238E27FC236}">
                      <a16:creationId xmlns:a16="http://schemas.microsoft.com/office/drawing/2014/main" id="{F32F5B7E-EA76-45D1-A66E-8089EDE3247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 rot="16200000" flipV="1">
                  <a:off x="2150584" y="1768864"/>
                  <a:ext cx="72640" cy="63234"/>
                </a:xfrm>
                <a:prstGeom prst="triangle">
                  <a:avLst>
                    <a:gd name="adj" fmla="val 50000"/>
                  </a:avLst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254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rot="10800000" vert="eaVert" anchor="ctr"/>
                <a:lstStyle/>
                <a:p>
                  <a:pPr latinLnBrk="0"/>
                  <a:endParaRPr lang="ko-KR" altLang="en-US" sz="1600" dirty="0">
                    <a:ln>
                      <a:solidFill>
                        <a:srgbClr val="095EBB">
                          <a:alpha val="0"/>
                        </a:srgbClr>
                      </a:solidFill>
                    </a:ln>
                    <a:solidFill>
                      <a:srgbClr val="FFFFFF"/>
                    </a:solidFill>
                    <a:latin typeface="Pretendard SemiBold" panose="02000703000000020004" pitchFamily="50" charset="-127"/>
                    <a:ea typeface="Pretendard SemiBold" panose="02000703000000020004" pitchFamily="50" charset="-127"/>
                  </a:endParaRPr>
                </a:p>
              </p:txBody>
            </p:sp>
            <p:sp>
              <p:nvSpPr>
                <p:cNvPr id="886" name="이등변 삼각형 885">
                  <a:extLst>
                    <a:ext uri="{FF2B5EF4-FFF2-40B4-BE49-F238E27FC236}">
                      <a16:creationId xmlns:a16="http://schemas.microsoft.com/office/drawing/2014/main" id="{37D55A69-CC56-4708-9F85-940BE761CDA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 rot="16200000" flipV="1">
                  <a:off x="2245076" y="1768185"/>
                  <a:ext cx="72640" cy="64609"/>
                </a:xfrm>
                <a:prstGeom prst="triangle">
                  <a:avLst>
                    <a:gd name="adj" fmla="val 50000"/>
                  </a:avLst>
                </a:prstGeom>
                <a:solidFill>
                  <a:schemeClr val="accent5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254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rot="10800000" vert="eaVert" anchor="ctr"/>
                <a:lstStyle/>
                <a:p>
                  <a:pPr latinLnBrk="0"/>
                  <a:endParaRPr lang="ko-KR" altLang="en-US" sz="1600" dirty="0">
                    <a:ln>
                      <a:solidFill>
                        <a:srgbClr val="095EBB">
                          <a:alpha val="0"/>
                        </a:srgbClr>
                      </a:solidFill>
                    </a:ln>
                    <a:solidFill>
                      <a:srgbClr val="FFFFFF"/>
                    </a:solidFill>
                    <a:latin typeface="Pretendard SemiBold" panose="02000703000000020004" pitchFamily="50" charset="-127"/>
                    <a:ea typeface="Pretendard SemiBold" panose="02000703000000020004" pitchFamily="50" charset="-127"/>
                  </a:endParaRPr>
                </a:p>
              </p:txBody>
            </p:sp>
            <p:sp>
              <p:nvSpPr>
                <p:cNvPr id="887" name="이등변 삼각형 886">
                  <a:extLst>
                    <a:ext uri="{FF2B5EF4-FFF2-40B4-BE49-F238E27FC236}">
                      <a16:creationId xmlns:a16="http://schemas.microsoft.com/office/drawing/2014/main" id="{BF081F85-6964-478A-9AD7-079E8309EFA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 rot="16200000" flipV="1">
                  <a:off x="2339575" y="1768865"/>
                  <a:ext cx="72640" cy="63234"/>
                </a:xfrm>
                <a:prstGeom prst="triangle">
                  <a:avLst>
                    <a:gd name="adj" fmla="val 50000"/>
                  </a:avLst>
                </a:prstGeom>
                <a:solidFill>
                  <a:schemeClr val="accent5">
                    <a:lumMod val="75000"/>
                  </a:scheme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254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rot="10800000" vert="eaVert" anchor="ctr"/>
                <a:lstStyle/>
                <a:p>
                  <a:pPr latinLnBrk="0"/>
                  <a:endParaRPr lang="ko-KR" altLang="en-US" sz="1600" dirty="0">
                    <a:ln>
                      <a:solidFill>
                        <a:srgbClr val="095EBB">
                          <a:alpha val="0"/>
                        </a:srgbClr>
                      </a:solidFill>
                    </a:ln>
                    <a:solidFill>
                      <a:srgbClr val="FFFFFF"/>
                    </a:solidFill>
                    <a:latin typeface="Pretendard SemiBold" panose="02000703000000020004" pitchFamily="50" charset="-127"/>
                    <a:ea typeface="Pretendard SemiBold" panose="02000703000000020004" pitchFamily="50" charset="-127"/>
                  </a:endParaRPr>
                </a:p>
              </p:txBody>
            </p:sp>
          </p:grpSp>
          <p:grpSp>
            <p:nvGrpSpPr>
              <p:cNvPr id="881" name="그룹 880">
                <a:extLst>
                  <a:ext uri="{FF2B5EF4-FFF2-40B4-BE49-F238E27FC236}">
                    <a16:creationId xmlns:a16="http://schemas.microsoft.com/office/drawing/2014/main" id="{CFC77027-3B8F-415D-B7AE-F27847A07A87}"/>
                  </a:ext>
                </a:extLst>
              </p:cNvPr>
              <p:cNvGrpSpPr/>
              <p:nvPr/>
            </p:nvGrpSpPr>
            <p:grpSpPr>
              <a:xfrm>
                <a:off x="4536905" y="9119870"/>
                <a:ext cx="273728" cy="78843"/>
                <a:chOff x="2155287" y="1764161"/>
                <a:chExt cx="252225" cy="72649"/>
              </a:xfrm>
              <a:solidFill>
                <a:srgbClr val="0188CC"/>
              </a:solidFill>
            </p:grpSpPr>
            <p:sp>
              <p:nvSpPr>
                <p:cNvPr id="882" name="이등변 삼각형 881">
                  <a:extLst>
                    <a:ext uri="{FF2B5EF4-FFF2-40B4-BE49-F238E27FC236}">
                      <a16:creationId xmlns:a16="http://schemas.microsoft.com/office/drawing/2014/main" id="{CB7A585C-1F9E-4101-81E8-232145DD5B7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 rot="16200000" flipV="1">
                  <a:off x="2150584" y="1768864"/>
                  <a:ext cx="72640" cy="63234"/>
                </a:xfrm>
                <a:prstGeom prst="triangle">
                  <a:avLst>
                    <a:gd name="adj" fmla="val 50000"/>
                  </a:avLst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254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rot="10800000" vert="eaVert" anchor="ctr"/>
                <a:lstStyle/>
                <a:p>
                  <a:pPr latinLnBrk="0"/>
                  <a:endParaRPr lang="ko-KR" altLang="en-US" sz="1600" dirty="0">
                    <a:ln>
                      <a:solidFill>
                        <a:srgbClr val="095EBB">
                          <a:alpha val="0"/>
                        </a:srgbClr>
                      </a:solidFill>
                    </a:ln>
                    <a:solidFill>
                      <a:srgbClr val="FFFFFF"/>
                    </a:solidFill>
                    <a:latin typeface="Pretendard SemiBold" panose="02000703000000020004" pitchFamily="50" charset="-127"/>
                    <a:ea typeface="Pretendard SemiBold" panose="02000703000000020004" pitchFamily="50" charset="-127"/>
                  </a:endParaRPr>
                </a:p>
              </p:txBody>
            </p:sp>
            <p:sp>
              <p:nvSpPr>
                <p:cNvPr id="883" name="이등변 삼각형 882">
                  <a:extLst>
                    <a:ext uri="{FF2B5EF4-FFF2-40B4-BE49-F238E27FC236}">
                      <a16:creationId xmlns:a16="http://schemas.microsoft.com/office/drawing/2014/main" id="{84C86BA1-F707-4AF4-9BA4-D8921DDDB8A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 rot="16200000" flipV="1">
                  <a:off x="2245076" y="1768185"/>
                  <a:ext cx="72640" cy="64609"/>
                </a:xfrm>
                <a:prstGeom prst="triangle">
                  <a:avLst>
                    <a:gd name="adj" fmla="val 50000"/>
                  </a:avLst>
                </a:prstGeom>
                <a:solidFill>
                  <a:schemeClr val="accent5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254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rot="10800000" vert="eaVert" anchor="ctr"/>
                <a:lstStyle/>
                <a:p>
                  <a:pPr latinLnBrk="0"/>
                  <a:endParaRPr lang="ko-KR" altLang="en-US" sz="1600" dirty="0">
                    <a:ln>
                      <a:solidFill>
                        <a:srgbClr val="095EBB">
                          <a:alpha val="0"/>
                        </a:srgbClr>
                      </a:solidFill>
                    </a:ln>
                    <a:solidFill>
                      <a:srgbClr val="FFFFFF"/>
                    </a:solidFill>
                    <a:latin typeface="Pretendard SemiBold" panose="02000703000000020004" pitchFamily="50" charset="-127"/>
                    <a:ea typeface="Pretendard SemiBold" panose="02000703000000020004" pitchFamily="50" charset="-127"/>
                  </a:endParaRPr>
                </a:p>
              </p:txBody>
            </p:sp>
            <p:sp>
              <p:nvSpPr>
                <p:cNvPr id="884" name="이등변 삼각형 883">
                  <a:extLst>
                    <a:ext uri="{FF2B5EF4-FFF2-40B4-BE49-F238E27FC236}">
                      <a16:creationId xmlns:a16="http://schemas.microsoft.com/office/drawing/2014/main" id="{54D3B41D-D2C3-49C0-868F-8A6669EE008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 rot="16200000" flipV="1">
                  <a:off x="2339575" y="1768865"/>
                  <a:ext cx="72640" cy="63234"/>
                </a:xfrm>
                <a:prstGeom prst="triangle">
                  <a:avLst>
                    <a:gd name="adj" fmla="val 50000"/>
                  </a:avLst>
                </a:prstGeom>
                <a:solidFill>
                  <a:schemeClr val="accent5">
                    <a:lumMod val="75000"/>
                  </a:scheme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254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rot="10800000" vert="eaVert" anchor="ctr"/>
                <a:lstStyle/>
                <a:p>
                  <a:pPr latinLnBrk="0"/>
                  <a:endParaRPr lang="ko-KR" altLang="en-US" sz="1600" dirty="0">
                    <a:ln>
                      <a:solidFill>
                        <a:srgbClr val="095EBB">
                          <a:alpha val="0"/>
                        </a:srgbClr>
                      </a:solidFill>
                    </a:ln>
                    <a:solidFill>
                      <a:srgbClr val="FFFFFF"/>
                    </a:solidFill>
                    <a:latin typeface="Pretendard SemiBold" panose="02000703000000020004" pitchFamily="50" charset="-127"/>
                    <a:ea typeface="Pretendard SemiBold" panose="02000703000000020004" pitchFamily="50" charset="-127"/>
                  </a:endParaRPr>
                </a:p>
              </p:txBody>
            </p:sp>
          </p:grpSp>
        </p:grpSp>
        <p:grpSp>
          <p:nvGrpSpPr>
            <p:cNvPr id="554" name="그룹 17">
              <a:extLst>
                <a:ext uri="{FF2B5EF4-FFF2-40B4-BE49-F238E27FC236}">
                  <a16:creationId xmlns:a16="http://schemas.microsoft.com/office/drawing/2014/main" id="{8133ECA0-867C-4CEE-B9EB-EA70D679E5F7}"/>
                </a:ext>
              </a:extLst>
            </p:cNvPr>
            <p:cNvGrpSpPr/>
            <p:nvPr/>
          </p:nvGrpSpPr>
          <p:grpSpPr>
            <a:xfrm>
              <a:off x="2215757" y="6167610"/>
              <a:ext cx="198683" cy="3168000"/>
              <a:chOff x="-2444669" y="6286448"/>
              <a:chExt cx="219869" cy="3903595"/>
            </a:xfrm>
          </p:grpSpPr>
          <p:grpSp>
            <p:nvGrpSpPr>
              <p:cNvPr id="558" name="Group 51">
                <a:extLst>
                  <a:ext uri="{FF2B5EF4-FFF2-40B4-BE49-F238E27FC236}">
                    <a16:creationId xmlns:a16="http://schemas.microsoft.com/office/drawing/2014/main" id="{61601CC5-BE81-45DD-9905-2441A07FFAC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16200000">
                <a:off x="-2364500" y="6206279"/>
                <a:ext cx="58738" cy="219075"/>
                <a:chOff x="919" y="4440"/>
                <a:chExt cx="66" cy="248"/>
              </a:xfrm>
            </p:grpSpPr>
            <p:grpSp>
              <p:nvGrpSpPr>
                <p:cNvPr id="867" name="Group 52">
                  <a:extLst>
                    <a:ext uri="{FF2B5EF4-FFF2-40B4-BE49-F238E27FC236}">
                      <a16:creationId xmlns:a16="http://schemas.microsoft.com/office/drawing/2014/main" id="{E3D2AD08-C1A1-490C-AB99-7647EE793E5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919" y="4440"/>
                  <a:ext cx="66" cy="66"/>
                  <a:chOff x="250" y="352"/>
                  <a:chExt cx="136" cy="136"/>
                </a:xfrm>
              </p:grpSpPr>
              <p:sp>
                <p:nvSpPr>
                  <p:cNvPr id="872" name="Oval 53">
                    <a:extLst>
                      <a:ext uri="{FF2B5EF4-FFF2-40B4-BE49-F238E27FC236}">
                        <a16:creationId xmlns:a16="http://schemas.microsoft.com/office/drawing/2014/main" id="{83A18240-3C29-4F0C-A49C-72352BAB5CF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50" y="352"/>
                    <a:ext cx="136" cy="136"/>
                  </a:xfrm>
                  <a:prstGeom prst="ellipse">
                    <a:avLst/>
                  </a:prstGeom>
                  <a:solidFill>
                    <a:schemeClr val="tx1">
                      <a:alpha val="50195"/>
                    </a:schemeClr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vert="eaVert" wrap="none" anchor="ctr"/>
                  <a:lstStyle/>
                  <a:p>
                    <a:endParaRPr lang="ko-KR" altLang="ko-KR" sz="1000" b="0" dirty="0">
                      <a:solidFill>
                        <a:prstClr val="black"/>
                      </a:solidFill>
                      <a:latin typeface="Pretendard SemiBold" panose="02000703000000020004" pitchFamily="50" charset="-127"/>
                      <a:ea typeface="Pretendard SemiBold" panose="02000703000000020004" pitchFamily="50" charset="-127"/>
                    </a:endParaRPr>
                  </a:p>
                </p:txBody>
              </p:sp>
              <p:sp>
                <p:nvSpPr>
                  <p:cNvPr id="873" name="Oval 54">
                    <a:extLst>
                      <a:ext uri="{FF2B5EF4-FFF2-40B4-BE49-F238E27FC236}">
                        <a16:creationId xmlns:a16="http://schemas.microsoft.com/office/drawing/2014/main" id="{2448F21E-8179-4E67-8547-8A219635C2B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66" y="368"/>
                    <a:ext cx="120" cy="120"/>
                  </a:xfrm>
                  <a:prstGeom prst="ellipse">
                    <a:avLst/>
                  </a:prstGeom>
                  <a:solidFill>
                    <a:schemeClr val="tx1">
                      <a:alpha val="50195"/>
                    </a:schemeClr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vert="eaVert" wrap="none" anchor="ctr"/>
                  <a:lstStyle/>
                  <a:p>
                    <a:endParaRPr lang="ko-KR" altLang="ko-KR" sz="1000" b="0" dirty="0">
                      <a:solidFill>
                        <a:prstClr val="black"/>
                      </a:solidFill>
                      <a:latin typeface="Pretendard SemiBold" panose="02000703000000020004" pitchFamily="50" charset="-127"/>
                      <a:ea typeface="Pretendard SemiBold" panose="02000703000000020004" pitchFamily="50" charset="-127"/>
                    </a:endParaRPr>
                  </a:p>
                </p:txBody>
              </p:sp>
            </p:grpSp>
            <p:grpSp>
              <p:nvGrpSpPr>
                <p:cNvPr id="868" name="Group 55">
                  <a:extLst>
                    <a:ext uri="{FF2B5EF4-FFF2-40B4-BE49-F238E27FC236}">
                      <a16:creationId xmlns:a16="http://schemas.microsoft.com/office/drawing/2014/main" id="{E7345332-85A9-49F5-9389-79B96A0E332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919" y="4622"/>
                  <a:ext cx="66" cy="66"/>
                  <a:chOff x="250" y="352"/>
                  <a:chExt cx="136" cy="136"/>
                </a:xfrm>
              </p:grpSpPr>
              <p:sp>
                <p:nvSpPr>
                  <p:cNvPr id="870" name="Oval 56">
                    <a:extLst>
                      <a:ext uri="{FF2B5EF4-FFF2-40B4-BE49-F238E27FC236}">
                        <a16:creationId xmlns:a16="http://schemas.microsoft.com/office/drawing/2014/main" id="{ECE76F3B-CCF5-4815-8D90-7D5A2EE99C0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50" y="352"/>
                    <a:ext cx="136" cy="136"/>
                  </a:xfrm>
                  <a:prstGeom prst="ellipse">
                    <a:avLst/>
                  </a:prstGeom>
                  <a:solidFill>
                    <a:schemeClr val="tx1">
                      <a:alpha val="50195"/>
                    </a:schemeClr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vert="eaVert" wrap="none" anchor="ctr"/>
                  <a:lstStyle/>
                  <a:p>
                    <a:endParaRPr lang="ko-KR" altLang="ko-KR" sz="1000" b="0" dirty="0">
                      <a:solidFill>
                        <a:prstClr val="black"/>
                      </a:solidFill>
                      <a:latin typeface="Pretendard SemiBold" panose="02000703000000020004" pitchFamily="50" charset="-127"/>
                      <a:ea typeface="Pretendard SemiBold" panose="02000703000000020004" pitchFamily="50" charset="-127"/>
                    </a:endParaRPr>
                  </a:p>
                </p:txBody>
              </p:sp>
              <p:sp>
                <p:nvSpPr>
                  <p:cNvPr id="871" name="Oval 57">
                    <a:extLst>
                      <a:ext uri="{FF2B5EF4-FFF2-40B4-BE49-F238E27FC236}">
                        <a16:creationId xmlns:a16="http://schemas.microsoft.com/office/drawing/2014/main" id="{09D7157B-A60D-41A1-8DF5-EA3B3D2EAC9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66" y="368"/>
                    <a:ext cx="120" cy="120"/>
                  </a:xfrm>
                  <a:prstGeom prst="ellipse">
                    <a:avLst/>
                  </a:prstGeom>
                  <a:solidFill>
                    <a:schemeClr val="tx1">
                      <a:alpha val="50195"/>
                    </a:schemeClr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vert="eaVert" wrap="none" anchor="ctr"/>
                  <a:lstStyle/>
                  <a:p>
                    <a:endParaRPr lang="ko-KR" altLang="ko-KR" sz="1000" b="0" dirty="0">
                      <a:solidFill>
                        <a:prstClr val="black"/>
                      </a:solidFill>
                      <a:latin typeface="Pretendard SemiBold" panose="02000703000000020004" pitchFamily="50" charset="-127"/>
                      <a:ea typeface="Pretendard SemiBold" panose="02000703000000020004" pitchFamily="50" charset="-127"/>
                    </a:endParaRPr>
                  </a:p>
                </p:txBody>
              </p:sp>
            </p:grpSp>
            <p:sp>
              <p:nvSpPr>
                <p:cNvPr id="869" name="AutoShape 58">
                  <a:extLst>
                    <a:ext uri="{FF2B5EF4-FFF2-40B4-BE49-F238E27FC236}">
                      <a16:creationId xmlns:a16="http://schemas.microsoft.com/office/drawing/2014/main" id="{F9588F82-47BB-4107-83AF-CFAB3DD702D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5400000">
                  <a:off x="849" y="4547"/>
                  <a:ext cx="208" cy="3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FFFFFF"/>
                    </a:gs>
                    <a:gs pos="100000">
                      <a:srgbClr val="C0C0C0"/>
                    </a:gs>
                  </a:gsLst>
                  <a:path path="shape">
                    <a:fillToRect l="50000" t="50000" r="50000" b="50000"/>
                  </a:path>
                </a:gradFill>
                <a:ln w="12700" algn="ctr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 wrap="none" lIns="90000" tIns="46800" rIns="10800" bIns="46800" anchor="ctr"/>
                <a:lstStyle/>
                <a:p>
                  <a:endParaRPr lang="ko-KR" altLang="ko-KR" sz="1000" b="0" dirty="0">
                    <a:solidFill>
                      <a:prstClr val="black"/>
                    </a:solidFill>
                    <a:latin typeface="Pretendard SemiBold" panose="02000703000000020004" pitchFamily="50" charset="-127"/>
                    <a:ea typeface="Pretendard SemiBold" panose="02000703000000020004" pitchFamily="50" charset="-127"/>
                  </a:endParaRPr>
                </a:p>
              </p:txBody>
            </p:sp>
          </p:grpSp>
          <p:grpSp>
            <p:nvGrpSpPr>
              <p:cNvPr id="559" name="Group 59">
                <a:extLst>
                  <a:ext uri="{FF2B5EF4-FFF2-40B4-BE49-F238E27FC236}">
                    <a16:creationId xmlns:a16="http://schemas.microsoft.com/office/drawing/2014/main" id="{BA7A5F13-544D-493C-9B30-8A508126C18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16200000">
                <a:off x="-2364500" y="6334494"/>
                <a:ext cx="58738" cy="219075"/>
                <a:chOff x="919" y="4440"/>
                <a:chExt cx="66" cy="248"/>
              </a:xfrm>
            </p:grpSpPr>
            <p:grpSp>
              <p:nvGrpSpPr>
                <p:cNvPr id="860" name="Group 60">
                  <a:extLst>
                    <a:ext uri="{FF2B5EF4-FFF2-40B4-BE49-F238E27FC236}">
                      <a16:creationId xmlns:a16="http://schemas.microsoft.com/office/drawing/2014/main" id="{23B1A582-D985-42B8-B3C4-E4609274C96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919" y="4440"/>
                  <a:ext cx="66" cy="66"/>
                  <a:chOff x="250" y="352"/>
                  <a:chExt cx="136" cy="136"/>
                </a:xfrm>
              </p:grpSpPr>
              <p:sp>
                <p:nvSpPr>
                  <p:cNvPr id="865" name="Oval 61">
                    <a:extLst>
                      <a:ext uri="{FF2B5EF4-FFF2-40B4-BE49-F238E27FC236}">
                        <a16:creationId xmlns:a16="http://schemas.microsoft.com/office/drawing/2014/main" id="{E67B51C1-705D-4466-995E-3D8F7F70024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50" y="352"/>
                    <a:ext cx="136" cy="136"/>
                  </a:xfrm>
                  <a:prstGeom prst="ellipse">
                    <a:avLst/>
                  </a:prstGeom>
                  <a:solidFill>
                    <a:schemeClr val="tx1">
                      <a:alpha val="50195"/>
                    </a:schemeClr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vert="eaVert" wrap="none" anchor="ctr"/>
                  <a:lstStyle/>
                  <a:p>
                    <a:endParaRPr lang="ko-KR" altLang="ko-KR" sz="1000" b="0" dirty="0">
                      <a:solidFill>
                        <a:prstClr val="black"/>
                      </a:solidFill>
                      <a:latin typeface="Pretendard SemiBold" panose="02000703000000020004" pitchFamily="50" charset="-127"/>
                      <a:ea typeface="Pretendard SemiBold" panose="02000703000000020004" pitchFamily="50" charset="-127"/>
                    </a:endParaRPr>
                  </a:p>
                </p:txBody>
              </p:sp>
              <p:sp>
                <p:nvSpPr>
                  <p:cNvPr id="866" name="Oval 62">
                    <a:extLst>
                      <a:ext uri="{FF2B5EF4-FFF2-40B4-BE49-F238E27FC236}">
                        <a16:creationId xmlns:a16="http://schemas.microsoft.com/office/drawing/2014/main" id="{3A429EC6-8459-4428-B6A2-CEE10E489BC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66" y="368"/>
                    <a:ext cx="120" cy="120"/>
                  </a:xfrm>
                  <a:prstGeom prst="ellipse">
                    <a:avLst/>
                  </a:prstGeom>
                  <a:solidFill>
                    <a:schemeClr val="tx1">
                      <a:alpha val="50195"/>
                    </a:schemeClr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vert="eaVert" wrap="none" anchor="ctr"/>
                  <a:lstStyle/>
                  <a:p>
                    <a:endParaRPr lang="ko-KR" altLang="ko-KR" sz="1000" b="0" dirty="0">
                      <a:solidFill>
                        <a:prstClr val="black"/>
                      </a:solidFill>
                      <a:latin typeface="Pretendard SemiBold" panose="02000703000000020004" pitchFamily="50" charset="-127"/>
                      <a:ea typeface="Pretendard SemiBold" panose="02000703000000020004" pitchFamily="50" charset="-127"/>
                    </a:endParaRPr>
                  </a:p>
                </p:txBody>
              </p:sp>
            </p:grpSp>
            <p:grpSp>
              <p:nvGrpSpPr>
                <p:cNvPr id="861" name="Group 63">
                  <a:extLst>
                    <a:ext uri="{FF2B5EF4-FFF2-40B4-BE49-F238E27FC236}">
                      <a16:creationId xmlns:a16="http://schemas.microsoft.com/office/drawing/2014/main" id="{D35E6731-E7F9-44D4-821F-6EA8617AC3C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919" y="4622"/>
                  <a:ext cx="66" cy="66"/>
                  <a:chOff x="250" y="352"/>
                  <a:chExt cx="136" cy="136"/>
                </a:xfrm>
              </p:grpSpPr>
              <p:sp>
                <p:nvSpPr>
                  <p:cNvPr id="863" name="Oval 64">
                    <a:extLst>
                      <a:ext uri="{FF2B5EF4-FFF2-40B4-BE49-F238E27FC236}">
                        <a16:creationId xmlns:a16="http://schemas.microsoft.com/office/drawing/2014/main" id="{4205B109-0F1B-4416-8BDC-DF4DD95DB04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50" y="352"/>
                    <a:ext cx="136" cy="136"/>
                  </a:xfrm>
                  <a:prstGeom prst="ellipse">
                    <a:avLst/>
                  </a:prstGeom>
                  <a:solidFill>
                    <a:schemeClr val="tx1">
                      <a:alpha val="50195"/>
                    </a:schemeClr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vert="eaVert" wrap="none" anchor="ctr"/>
                  <a:lstStyle/>
                  <a:p>
                    <a:endParaRPr lang="ko-KR" altLang="ko-KR" sz="1000" b="0" dirty="0">
                      <a:solidFill>
                        <a:prstClr val="black"/>
                      </a:solidFill>
                      <a:latin typeface="Pretendard SemiBold" panose="02000703000000020004" pitchFamily="50" charset="-127"/>
                      <a:ea typeface="Pretendard SemiBold" panose="02000703000000020004" pitchFamily="50" charset="-127"/>
                    </a:endParaRPr>
                  </a:p>
                </p:txBody>
              </p:sp>
              <p:sp>
                <p:nvSpPr>
                  <p:cNvPr id="864" name="Oval 65">
                    <a:extLst>
                      <a:ext uri="{FF2B5EF4-FFF2-40B4-BE49-F238E27FC236}">
                        <a16:creationId xmlns:a16="http://schemas.microsoft.com/office/drawing/2014/main" id="{B986A1D8-15A1-4BC0-904F-49D396A1BC0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66" y="368"/>
                    <a:ext cx="120" cy="120"/>
                  </a:xfrm>
                  <a:prstGeom prst="ellipse">
                    <a:avLst/>
                  </a:prstGeom>
                  <a:solidFill>
                    <a:schemeClr val="tx1">
                      <a:alpha val="50195"/>
                    </a:schemeClr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vert="eaVert" wrap="none" anchor="ctr"/>
                  <a:lstStyle/>
                  <a:p>
                    <a:endParaRPr lang="ko-KR" altLang="ko-KR" sz="1000" b="0" dirty="0">
                      <a:solidFill>
                        <a:prstClr val="black"/>
                      </a:solidFill>
                      <a:latin typeface="Pretendard SemiBold" panose="02000703000000020004" pitchFamily="50" charset="-127"/>
                      <a:ea typeface="Pretendard SemiBold" panose="02000703000000020004" pitchFamily="50" charset="-127"/>
                    </a:endParaRPr>
                  </a:p>
                </p:txBody>
              </p:sp>
            </p:grpSp>
            <p:sp>
              <p:nvSpPr>
                <p:cNvPr id="862" name="AutoShape 66">
                  <a:extLst>
                    <a:ext uri="{FF2B5EF4-FFF2-40B4-BE49-F238E27FC236}">
                      <a16:creationId xmlns:a16="http://schemas.microsoft.com/office/drawing/2014/main" id="{6BD272C3-972D-4C24-AA8E-3640D86B95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5400000">
                  <a:off x="849" y="4547"/>
                  <a:ext cx="208" cy="3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FFFFFF"/>
                    </a:gs>
                    <a:gs pos="100000">
                      <a:srgbClr val="C0C0C0"/>
                    </a:gs>
                  </a:gsLst>
                  <a:path path="shape">
                    <a:fillToRect l="50000" t="50000" r="50000" b="50000"/>
                  </a:path>
                </a:gradFill>
                <a:ln w="12700" algn="ctr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 wrap="none" lIns="90000" tIns="46800" rIns="10800" bIns="46800" anchor="ctr"/>
                <a:lstStyle/>
                <a:p>
                  <a:endParaRPr lang="ko-KR" altLang="ko-KR" sz="1000" b="0" dirty="0">
                    <a:solidFill>
                      <a:prstClr val="black"/>
                    </a:solidFill>
                    <a:latin typeface="Pretendard SemiBold" panose="02000703000000020004" pitchFamily="50" charset="-127"/>
                    <a:ea typeface="Pretendard SemiBold" panose="02000703000000020004" pitchFamily="50" charset="-127"/>
                  </a:endParaRPr>
                </a:p>
              </p:txBody>
            </p:sp>
          </p:grpSp>
          <p:grpSp>
            <p:nvGrpSpPr>
              <p:cNvPr id="560" name="Group 34">
                <a:extLst>
                  <a:ext uri="{FF2B5EF4-FFF2-40B4-BE49-F238E27FC236}">
                    <a16:creationId xmlns:a16="http://schemas.microsoft.com/office/drawing/2014/main" id="{8435E3D8-1D83-419D-82F8-697C2022C38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16200000">
                <a:off x="-2364500" y="6462709"/>
                <a:ext cx="58738" cy="219075"/>
                <a:chOff x="919" y="4440"/>
                <a:chExt cx="66" cy="248"/>
              </a:xfrm>
            </p:grpSpPr>
            <p:grpSp>
              <p:nvGrpSpPr>
                <p:cNvPr id="853" name="Group 35">
                  <a:extLst>
                    <a:ext uri="{FF2B5EF4-FFF2-40B4-BE49-F238E27FC236}">
                      <a16:creationId xmlns:a16="http://schemas.microsoft.com/office/drawing/2014/main" id="{5A08ACE2-A5EE-4065-A41F-6869A25627B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919" y="4440"/>
                  <a:ext cx="66" cy="66"/>
                  <a:chOff x="250" y="352"/>
                  <a:chExt cx="136" cy="136"/>
                </a:xfrm>
              </p:grpSpPr>
              <p:sp>
                <p:nvSpPr>
                  <p:cNvPr id="858" name="Oval 36">
                    <a:extLst>
                      <a:ext uri="{FF2B5EF4-FFF2-40B4-BE49-F238E27FC236}">
                        <a16:creationId xmlns:a16="http://schemas.microsoft.com/office/drawing/2014/main" id="{5A907ABE-55E9-473F-B587-C77DF4F688D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50" y="352"/>
                    <a:ext cx="136" cy="136"/>
                  </a:xfrm>
                  <a:prstGeom prst="ellipse">
                    <a:avLst/>
                  </a:prstGeom>
                  <a:solidFill>
                    <a:schemeClr val="tx1">
                      <a:alpha val="50195"/>
                    </a:schemeClr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vert="eaVert" wrap="none" anchor="ctr"/>
                  <a:lstStyle/>
                  <a:p>
                    <a:endParaRPr lang="ko-KR" altLang="ko-KR" sz="1000" b="0" dirty="0">
                      <a:solidFill>
                        <a:prstClr val="black"/>
                      </a:solidFill>
                      <a:latin typeface="Pretendard SemiBold" panose="02000703000000020004" pitchFamily="50" charset="-127"/>
                      <a:ea typeface="Pretendard SemiBold" panose="02000703000000020004" pitchFamily="50" charset="-127"/>
                    </a:endParaRPr>
                  </a:p>
                </p:txBody>
              </p:sp>
              <p:sp>
                <p:nvSpPr>
                  <p:cNvPr id="859" name="Oval 37">
                    <a:extLst>
                      <a:ext uri="{FF2B5EF4-FFF2-40B4-BE49-F238E27FC236}">
                        <a16:creationId xmlns:a16="http://schemas.microsoft.com/office/drawing/2014/main" id="{A38AD444-F008-4EFC-9D30-8F86C65EC1B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66" y="368"/>
                    <a:ext cx="120" cy="120"/>
                  </a:xfrm>
                  <a:prstGeom prst="ellipse">
                    <a:avLst/>
                  </a:prstGeom>
                  <a:solidFill>
                    <a:schemeClr val="tx1">
                      <a:alpha val="50195"/>
                    </a:schemeClr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vert="eaVert" wrap="none" anchor="ctr"/>
                  <a:lstStyle/>
                  <a:p>
                    <a:endParaRPr lang="ko-KR" altLang="ko-KR" sz="1000" b="0" dirty="0">
                      <a:solidFill>
                        <a:prstClr val="black"/>
                      </a:solidFill>
                      <a:latin typeface="Pretendard SemiBold" panose="02000703000000020004" pitchFamily="50" charset="-127"/>
                      <a:ea typeface="Pretendard SemiBold" panose="02000703000000020004" pitchFamily="50" charset="-127"/>
                    </a:endParaRPr>
                  </a:p>
                </p:txBody>
              </p:sp>
            </p:grpSp>
            <p:grpSp>
              <p:nvGrpSpPr>
                <p:cNvPr id="854" name="Group 38">
                  <a:extLst>
                    <a:ext uri="{FF2B5EF4-FFF2-40B4-BE49-F238E27FC236}">
                      <a16:creationId xmlns:a16="http://schemas.microsoft.com/office/drawing/2014/main" id="{80706087-2D3B-420E-A95D-8D4930AE526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919" y="4622"/>
                  <a:ext cx="66" cy="66"/>
                  <a:chOff x="250" y="352"/>
                  <a:chExt cx="136" cy="136"/>
                </a:xfrm>
              </p:grpSpPr>
              <p:sp>
                <p:nvSpPr>
                  <p:cNvPr id="856" name="Oval 39">
                    <a:extLst>
                      <a:ext uri="{FF2B5EF4-FFF2-40B4-BE49-F238E27FC236}">
                        <a16:creationId xmlns:a16="http://schemas.microsoft.com/office/drawing/2014/main" id="{2765506B-7000-4934-BE43-A2ADE51B2E5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50" y="352"/>
                    <a:ext cx="136" cy="136"/>
                  </a:xfrm>
                  <a:prstGeom prst="ellipse">
                    <a:avLst/>
                  </a:prstGeom>
                  <a:solidFill>
                    <a:schemeClr val="tx1">
                      <a:alpha val="50195"/>
                    </a:schemeClr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vert="eaVert" wrap="none" anchor="ctr"/>
                  <a:lstStyle/>
                  <a:p>
                    <a:endParaRPr lang="ko-KR" altLang="ko-KR" sz="1000" b="0" dirty="0">
                      <a:solidFill>
                        <a:prstClr val="black"/>
                      </a:solidFill>
                      <a:latin typeface="Pretendard SemiBold" panose="02000703000000020004" pitchFamily="50" charset="-127"/>
                      <a:ea typeface="Pretendard SemiBold" panose="02000703000000020004" pitchFamily="50" charset="-127"/>
                    </a:endParaRPr>
                  </a:p>
                </p:txBody>
              </p:sp>
              <p:sp>
                <p:nvSpPr>
                  <p:cNvPr id="857" name="Oval 40">
                    <a:extLst>
                      <a:ext uri="{FF2B5EF4-FFF2-40B4-BE49-F238E27FC236}">
                        <a16:creationId xmlns:a16="http://schemas.microsoft.com/office/drawing/2014/main" id="{ED32B4A5-64B5-422F-ACFA-B2BCD6687B2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66" y="368"/>
                    <a:ext cx="120" cy="120"/>
                  </a:xfrm>
                  <a:prstGeom prst="ellipse">
                    <a:avLst/>
                  </a:prstGeom>
                  <a:solidFill>
                    <a:schemeClr val="tx1">
                      <a:alpha val="50195"/>
                    </a:schemeClr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vert="eaVert" wrap="none" anchor="ctr"/>
                  <a:lstStyle/>
                  <a:p>
                    <a:endParaRPr lang="ko-KR" altLang="ko-KR" sz="1000" b="0" dirty="0">
                      <a:solidFill>
                        <a:prstClr val="black"/>
                      </a:solidFill>
                      <a:latin typeface="Pretendard SemiBold" panose="02000703000000020004" pitchFamily="50" charset="-127"/>
                      <a:ea typeface="Pretendard SemiBold" panose="02000703000000020004" pitchFamily="50" charset="-127"/>
                    </a:endParaRPr>
                  </a:p>
                </p:txBody>
              </p:sp>
            </p:grpSp>
            <p:sp>
              <p:nvSpPr>
                <p:cNvPr id="855" name="AutoShape 41">
                  <a:extLst>
                    <a:ext uri="{FF2B5EF4-FFF2-40B4-BE49-F238E27FC236}">
                      <a16:creationId xmlns:a16="http://schemas.microsoft.com/office/drawing/2014/main" id="{C9F7EEC5-A517-48B1-BDB0-8CAFEEC91C1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5400000">
                  <a:off x="849" y="4547"/>
                  <a:ext cx="208" cy="3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FFFFFF"/>
                    </a:gs>
                    <a:gs pos="100000">
                      <a:srgbClr val="C0C0C0"/>
                    </a:gs>
                  </a:gsLst>
                  <a:path path="shape">
                    <a:fillToRect l="50000" t="50000" r="50000" b="50000"/>
                  </a:path>
                </a:gradFill>
                <a:ln w="12700" algn="ctr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 wrap="none" lIns="90000" tIns="46800" rIns="10800" bIns="46800" anchor="ctr"/>
                <a:lstStyle/>
                <a:p>
                  <a:endParaRPr lang="ko-KR" altLang="ko-KR" sz="1000" b="0" dirty="0">
                    <a:solidFill>
                      <a:prstClr val="black"/>
                    </a:solidFill>
                    <a:latin typeface="Pretendard SemiBold" panose="02000703000000020004" pitchFamily="50" charset="-127"/>
                    <a:ea typeface="Pretendard SemiBold" panose="02000703000000020004" pitchFamily="50" charset="-127"/>
                  </a:endParaRPr>
                </a:p>
              </p:txBody>
            </p:sp>
          </p:grpSp>
          <p:grpSp>
            <p:nvGrpSpPr>
              <p:cNvPr id="561" name="Group 51">
                <a:extLst>
                  <a:ext uri="{FF2B5EF4-FFF2-40B4-BE49-F238E27FC236}">
                    <a16:creationId xmlns:a16="http://schemas.microsoft.com/office/drawing/2014/main" id="{C9B2447B-168B-480D-83DA-ABDC2E7CA8B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16200000">
                <a:off x="-2364500" y="6590924"/>
                <a:ext cx="58738" cy="219075"/>
                <a:chOff x="919" y="4440"/>
                <a:chExt cx="66" cy="248"/>
              </a:xfrm>
            </p:grpSpPr>
            <p:grpSp>
              <p:nvGrpSpPr>
                <p:cNvPr id="846" name="Group 52">
                  <a:extLst>
                    <a:ext uri="{FF2B5EF4-FFF2-40B4-BE49-F238E27FC236}">
                      <a16:creationId xmlns:a16="http://schemas.microsoft.com/office/drawing/2014/main" id="{F4A88B60-2C5B-4EA3-B435-99AAC557006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919" y="4440"/>
                  <a:ext cx="66" cy="66"/>
                  <a:chOff x="250" y="352"/>
                  <a:chExt cx="136" cy="136"/>
                </a:xfrm>
              </p:grpSpPr>
              <p:sp>
                <p:nvSpPr>
                  <p:cNvPr id="851" name="Oval 53">
                    <a:extLst>
                      <a:ext uri="{FF2B5EF4-FFF2-40B4-BE49-F238E27FC236}">
                        <a16:creationId xmlns:a16="http://schemas.microsoft.com/office/drawing/2014/main" id="{436BB540-FF1A-4391-8614-B426C207376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50" y="352"/>
                    <a:ext cx="136" cy="136"/>
                  </a:xfrm>
                  <a:prstGeom prst="ellipse">
                    <a:avLst/>
                  </a:prstGeom>
                  <a:solidFill>
                    <a:schemeClr val="tx1">
                      <a:alpha val="50195"/>
                    </a:schemeClr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vert="eaVert" wrap="none" anchor="ctr"/>
                  <a:lstStyle/>
                  <a:p>
                    <a:endParaRPr lang="ko-KR" altLang="ko-KR" sz="1000" b="0" dirty="0">
                      <a:solidFill>
                        <a:prstClr val="black"/>
                      </a:solidFill>
                      <a:latin typeface="Pretendard SemiBold" panose="02000703000000020004" pitchFamily="50" charset="-127"/>
                      <a:ea typeface="Pretendard SemiBold" panose="02000703000000020004" pitchFamily="50" charset="-127"/>
                    </a:endParaRPr>
                  </a:p>
                </p:txBody>
              </p:sp>
              <p:sp>
                <p:nvSpPr>
                  <p:cNvPr id="852" name="Oval 54">
                    <a:extLst>
                      <a:ext uri="{FF2B5EF4-FFF2-40B4-BE49-F238E27FC236}">
                        <a16:creationId xmlns:a16="http://schemas.microsoft.com/office/drawing/2014/main" id="{6BDF8F36-8427-4AA3-9429-EB91BE3C810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66" y="368"/>
                    <a:ext cx="120" cy="120"/>
                  </a:xfrm>
                  <a:prstGeom prst="ellipse">
                    <a:avLst/>
                  </a:prstGeom>
                  <a:solidFill>
                    <a:schemeClr val="tx1">
                      <a:alpha val="50195"/>
                    </a:schemeClr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vert="eaVert" wrap="none" anchor="ctr"/>
                  <a:lstStyle/>
                  <a:p>
                    <a:endParaRPr lang="ko-KR" altLang="ko-KR" sz="1000" b="0" dirty="0">
                      <a:solidFill>
                        <a:prstClr val="black"/>
                      </a:solidFill>
                      <a:latin typeface="Pretendard SemiBold" panose="02000703000000020004" pitchFamily="50" charset="-127"/>
                      <a:ea typeface="Pretendard SemiBold" panose="02000703000000020004" pitchFamily="50" charset="-127"/>
                    </a:endParaRPr>
                  </a:p>
                </p:txBody>
              </p:sp>
            </p:grpSp>
            <p:grpSp>
              <p:nvGrpSpPr>
                <p:cNvPr id="847" name="Group 55">
                  <a:extLst>
                    <a:ext uri="{FF2B5EF4-FFF2-40B4-BE49-F238E27FC236}">
                      <a16:creationId xmlns:a16="http://schemas.microsoft.com/office/drawing/2014/main" id="{A68F17BA-6C17-403B-A360-253D990AAB4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919" y="4622"/>
                  <a:ext cx="66" cy="66"/>
                  <a:chOff x="250" y="352"/>
                  <a:chExt cx="136" cy="136"/>
                </a:xfrm>
              </p:grpSpPr>
              <p:sp>
                <p:nvSpPr>
                  <p:cNvPr id="849" name="Oval 56">
                    <a:extLst>
                      <a:ext uri="{FF2B5EF4-FFF2-40B4-BE49-F238E27FC236}">
                        <a16:creationId xmlns:a16="http://schemas.microsoft.com/office/drawing/2014/main" id="{29F28704-E395-4333-BC5C-6575B6A91D1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50" y="352"/>
                    <a:ext cx="136" cy="136"/>
                  </a:xfrm>
                  <a:prstGeom prst="ellipse">
                    <a:avLst/>
                  </a:prstGeom>
                  <a:solidFill>
                    <a:schemeClr val="tx1">
                      <a:alpha val="50195"/>
                    </a:schemeClr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vert="eaVert" wrap="none" anchor="ctr"/>
                  <a:lstStyle/>
                  <a:p>
                    <a:endParaRPr lang="ko-KR" altLang="ko-KR" sz="1000" b="0" dirty="0">
                      <a:solidFill>
                        <a:prstClr val="black"/>
                      </a:solidFill>
                      <a:latin typeface="Pretendard SemiBold" panose="02000703000000020004" pitchFamily="50" charset="-127"/>
                      <a:ea typeface="Pretendard SemiBold" panose="02000703000000020004" pitchFamily="50" charset="-127"/>
                    </a:endParaRPr>
                  </a:p>
                </p:txBody>
              </p:sp>
              <p:sp>
                <p:nvSpPr>
                  <p:cNvPr id="850" name="Oval 57">
                    <a:extLst>
                      <a:ext uri="{FF2B5EF4-FFF2-40B4-BE49-F238E27FC236}">
                        <a16:creationId xmlns:a16="http://schemas.microsoft.com/office/drawing/2014/main" id="{0B265BC3-52B0-4BB1-9159-6E84F10CF0A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66" y="368"/>
                    <a:ext cx="120" cy="120"/>
                  </a:xfrm>
                  <a:prstGeom prst="ellipse">
                    <a:avLst/>
                  </a:prstGeom>
                  <a:solidFill>
                    <a:schemeClr val="tx1">
                      <a:alpha val="50195"/>
                    </a:schemeClr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vert="eaVert" wrap="none" anchor="ctr"/>
                  <a:lstStyle/>
                  <a:p>
                    <a:endParaRPr lang="ko-KR" altLang="ko-KR" sz="1000" b="0" dirty="0">
                      <a:solidFill>
                        <a:prstClr val="black"/>
                      </a:solidFill>
                      <a:latin typeface="Pretendard SemiBold" panose="02000703000000020004" pitchFamily="50" charset="-127"/>
                      <a:ea typeface="Pretendard SemiBold" panose="02000703000000020004" pitchFamily="50" charset="-127"/>
                    </a:endParaRPr>
                  </a:p>
                </p:txBody>
              </p:sp>
            </p:grpSp>
            <p:sp>
              <p:nvSpPr>
                <p:cNvPr id="848" name="AutoShape 58">
                  <a:extLst>
                    <a:ext uri="{FF2B5EF4-FFF2-40B4-BE49-F238E27FC236}">
                      <a16:creationId xmlns:a16="http://schemas.microsoft.com/office/drawing/2014/main" id="{9FFF8193-AED2-465B-93CC-EFF2E98DB44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5400000">
                  <a:off x="849" y="4547"/>
                  <a:ext cx="208" cy="3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FFFFFF"/>
                    </a:gs>
                    <a:gs pos="100000">
                      <a:srgbClr val="C0C0C0"/>
                    </a:gs>
                  </a:gsLst>
                  <a:path path="shape">
                    <a:fillToRect l="50000" t="50000" r="50000" b="50000"/>
                  </a:path>
                </a:gradFill>
                <a:ln w="12700" algn="ctr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 wrap="none" lIns="90000" tIns="46800" rIns="10800" bIns="46800" anchor="ctr"/>
                <a:lstStyle/>
                <a:p>
                  <a:endParaRPr lang="ko-KR" altLang="ko-KR" sz="1000" b="0" dirty="0">
                    <a:solidFill>
                      <a:prstClr val="black"/>
                    </a:solidFill>
                    <a:latin typeface="Pretendard SemiBold" panose="02000703000000020004" pitchFamily="50" charset="-127"/>
                    <a:ea typeface="Pretendard SemiBold" panose="02000703000000020004" pitchFamily="50" charset="-127"/>
                  </a:endParaRPr>
                </a:p>
              </p:txBody>
            </p:sp>
          </p:grpSp>
          <p:grpSp>
            <p:nvGrpSpPr>
              <p:cNvPr id="562" name="Group 59">
                <a:extLst>
                  <a:ext uri="{FF2B5EF4-FFF2-40B4-BE49-F238E27FC236}">
                    <a16:creationId xmlns:a16="http://schemas.microsoft.com/office/drawing/2014/main" id="{15619FA6-5A37-4D0F-B4B6-7D971C6B78D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16200000">
                <a:off x="-2364500" y="6719139"/>
                <a:ext cx="58738" cy="219075"/>
                <a:chOff x="919" y="4440"/>
                <a:chExt cx="66" cy="248"/>
              </a:xfrm>
            </p:grpSpPr>
            <p:grpSp>
              <p:nvGrpSpPr>
                <p:cNvPr id="839" name="Group 60">
                  <a:extLst>
                    <a:ext uri="{FF2B5EF4-FFF2-40B4-BE49-F238E27FC236}">
                      <a16:creationId xmlns:a16="http://schemas.microsoft.com/office/drawing/2014/main" id="{0CD7705C-1793-4BFB-A6FE-6D8EBCB670D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919" y="4440"/>
                  <a:ext cx="66" cy="66"/>
                  <a:chOff x="250" y="352"/>
                  <a:chExt cx="136" cy="136"/>
                </a:xfrm>
              </p:grpSpPr>
              <p:sp>
                <p:nvSpPr>
                  <p:cNvPr id="844" name="Oval 61">
                    <a:extLst>
                      <a:ext uri="{FF2B5EF4-FFF2-40B4-BE49-F238E27FC236}">
                        <a16:creationId xmlns:a16="http://schemas.microsoft.com/office/drawing/2014/main" id="{F3A52283-E70C-46C2-9B1E-7C48CDB83F6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50" y="352"/>
                    <a:ext cx="136" cy="136"/>
                  </a:xfrm>
                  <a:prstGeom prst="ellipse">
                    <a:avLst/>
                  </a:prstGeom>
                  <a:solidFill>
                    <a:schemeClr val="tx1">
                      <a:alpha val="50195"/>
                    </a:schemeClr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vert="eaVert" wrap="none" anchor="ctr"/>
                  <a:lstStyle/>
                  <a:p>
                    <a:endParaRPr lang="ko-KR" altLang="ko-KR" sz="1000" b="0" dirty="0">
                      <a:solidFill>
                        <a:prstClr val="black"/>
                      </a:solidFill>
                      <a:latin typeface="Pretendard SemiBold" panose="02000703000000020004" pitchFamily="50" charset="-127"/>
                      <a:ea typeface="Pretendard SemiBold" panose="02000703000000020004" pitchFamily="50" charset="-127"/>
                    </a:endParaRPr>
                  </a:p>
                </p:txBody>
              </p:sp>
              <p:sp>
                <p:nvSpPr>
                  <p:cNvPr id="845" name="Oval 62">
                    <a:extLst>
                      <a:ext uri="{FF2B5EF4-FFF2-40B4-BE49-F238E27FC236}">
                        <a16:creationId xmlns:a16="http://schemas.microsoft.com/office/drawing/2014/main" id="{00F3CC87-6264-4C65-917E-BA0D213898E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66" y="368"/>
                    <a:ext cx="120" cy="120"/>
                  </a:xfrm>
                  <a:prstGeom prst="ellipse">
                    <a:avLst/>
                  </a:prstGeom>
                  <a:solidFill>
                    <a:schemeClr val="tx1">
                      <a:alpha val="50195"/>
                    </a:schemeClr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vert="eaVert" wrap="none" anchor="ctr"/>
                  <a:lstStyle/>
                  <a:p>
                    <a:endParaRPr lang="ko-KR" altLang="ko-KR" sz="1000" b="0" dirty="0">
                      <a:solidFill>
                        <a:prstClr val="black"/>
                      </a:solidFill>
                      <a:latin typeface="Pretendard SemiBold" panose="02000703000000020004" pitchFamily="50" charset="-127"/>
                      <a:ea typeface="Pretendard SemiBold" panose="02000703000000020004" pitchFamily="50" charset="-127"/>
                    </a:endParaRPr>
                  </a:p>
                </p:txBody>
              </p:sp>
            </p:grpSp>
            <p:grpSp>
              <p:nvGrpSpPr>
                <p:cNvPr id="840" name="Group 63">
                  <a:extLst>
                    <a:ext uri="{FF2B5EF4-FFF2-40B4-BE49-F238E27FC236}">
                      <a16:creationId xmlns:a16="http://schemas.microsoft.com/office/drawing/2014/main" id="{8006AE71-DC16-4B48-AD77-C0CF3E0A29E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919" y="4622"/>
                  <a:ext cx="66" cy="66"/>
                  <a:chOff x="250" y="352"/>
                  <a:chExt cx="136" cy="136"/>
                </a:xfrm>
              </p:grpSpPr>
              <p:sp>
                <p:nvSpPr>
                  <p:cNvPr id="842" name="Oval 64">
                    <a:extLst>
                      <a:ext uri="{FF2B5EF4-FFF2-40B4-BE49-F238E27FC236}">
                        <a16:creationId xmlns:a16="http://schemas.microsoft.com/office/drawing/2014/main" id="{C9DBA158-65DC-43CA-8DE1-2EA177A8B8D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50" y="352"/>
                    <a:ext cx="136" cy="136"/>
                  </a:xfrm>
                  <a:prstGeom prst="ellipse">
                    <a:avLst/>
                  </a:prstGeom>
                  <a:solidFill>
                    <a:schemeClr val="tx1">
                      <a:alpha val="50195"/>
                    </a:schemeClr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vert="eaVert" wrap="none" anchor="ctr"/>
                  <a:lstStyle/>
                  <a:p>
                    <a:endParaRPr lang="ko-KR" altLang="ko-KR" sz="1000" b="0" dirty="0">
                      <a:solidFill>
                        <a:prstClr val="black"/>
                      </a:solidFill>
                      <a:latin typeface="Pretendard SemiBold" panose="02000703000000020004" pitchFamily="50" charset="-127"/>
                      <a:ea typeface="Pretendard SemiBold" panose="02000703000000020004" pitchFamily="50" charset="-127"/>
                    </a:endParaRPr>
                  </a:p>
                </p:txBody>
              </p:sp>
              <p:sp>
                <p:nvSpPr>
                  <p:cNvPr id="843" name="Oval 65">
                    <a:extLst>
                      <a:ext uri="{FF2B5EF4-FFF2-40B4-BE49-F238E27FC236}">
                        <a16:creationId xmlns:a16="http://schemas.microsoft.com/office/drawing/2014/main" id="{D7721D14-434A-4DAB-8B2B-5503BB1DF6C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66" y="368"/>
                    <a:ext cx="120" cy="120"/>
                  </a:xfrm>
                  <a:prstGeom prst="ellipse">
                    <a:avLst/>
                  </a:prstGeom>
                  <a:solidFill>
                    <a:schemeClr val="tx1">
                      <a:alpha val="50195"/>
                    </a:schemeClr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vert="eaVert" wrap="none" anchor="ctr"/>
                  <a:lstStyle/>
                  <a:p>
                    <a:endParaRPr lang="ko-KR" altLang="ko-KR" sz="1000" b="0" dirty="0">
                      <a:solidFill>
                        <a:prstClr val="black"/>
                      </a:solidFill>
                      <a:latin typeface="Pretendard SemiBold" panose="02000703000000020004" pitchFamily="50" charset="-127"/>
                      <a:ea typeface="Pretendard SemiBold" panose="02000703000000020004" pitchFamily="50" charset="-127"/>
                    </a:endParaRPr>
                  </a:p>
                </p:txBody>
              </p:sp>
            </p:grpSp>
            <p:sp>
              <p:nvSpPr>
                <p:cNvPr id="841" name="AutoShape 66">
                  <a:extLst>
                    <a:ext uri="{FF2B5EF4-FFF2-40B4-BE49-F238E27FC236}">
                      <a16:creationId xmlns:a16="http://schemas.microsoft.com/office/drawing/2014/main" id="{92140905-44F7-4AC9-A381-117F36512D7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5400000">
                  <a:off x="849" y="4547"/>
                  <a:ext cx="208" cy="3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FFFFFF"/>
                    </a:gs>
                    <a:gs pos="100000">
                      <a:srgbClr val="C0C0C0"/>
                    </a:gs>
                  </a:gsLst>
                  <a:path path="shape">
                    <a:fillToRect l="50000" t="50000" r="50000" b="50000"/>
                  </a:path>
                </a:gradFill>
                <a:ln w="12700" algn="ctr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 wrap="none" lIns="90000" tIns="46800" rIns="10800" bIns="46800" anchor="ctr"/>
                <a:lstStyle/>
                <a:p>
                  <a:endParaRPr lang="ko-KR" altLang="ko-KR" sz="1000" b="0" dirty="0">
                    <a:solidFill>
                      <a:prstClr val="black"/>
                    </a:solidFill>
                    <a:latin typeface="Pretendard SemiBold" panose="02000703000000020004" pitchFamily="50" charset="-127"/>
                    <a:ea typeface="Pretendard SemiBold" panose="02000703000000020004" pitchFamily="50" charset="-127"/>
                  </a:endParaRPr>
                </a:p>
              </p:txBody>
            </p:sp>
          </p:grpSp>
          <p:grpSp>
            <p:nvGrpSpPr>
              <p:cNvPr id="563" name="Group 34">
                <a:extLst>
                  <a:ext uri="{FF2B5EF4-FFF2-40B4-BE49-F238E27FC236}">
                    <a16:creationId xmlns:a16="http://schemas.microsoft.com/office/drawing/2014/main" id="{2392853D-1A0D-4D4D-9608-ECCD35E48C7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16200000">
                <a:off x="-2362913" y="6846560"/>
                <a:ext cx="57150" cy="219075"/>
                <a:chOff x="919" y="4440"/>
                <a:chExt cx="66" cy="248"/>
              </a:xfrm>
            </p:grpSpPr>
            <p:grpSp>
              <p:nvGrpSpPr>
                <p:cNvPr id="832" name="Group 35">
                  <a:extLst>
                    <a:ext uri="{FF2B5EF4-FFF2-40B4-BE49-F238E27FC236}">
                      <a16:creationId xmlns:a16="http://schemas.microsoft.com/office/drawing/2014/main" id="{35442ADE-6530-44CF-8AE5-AF12BB67BB7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919" y="4440"/>
                  <a:ext cx="66" cy="66"/>
                  <a:chOff x="250" y="352"/>
                  <a:chExt cx="136" cy="136"/>
                </a:xfrm>
              </p:grpSpPr>
              <p:sp>
                <p:nvSpPr>
                  <p:cNvPr id="837" name="Oval 36">
                    <a:extLst>
                      <a:ext uri="{FF2B5EF4-FFF2-40B4-BE49-F238E27FC236}">
                        <a16:creationId xmlns:a16="http://schemas.microsoft.com/office/drawing/2014/main" id="{C6CBAD23-BA8E-4019-B65B-23557E594E9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50" y="352"/>
                    <a:ext cx="136" cy="136"/>
                  </a:xfrm>
                  <a:prstGeom prst="ellipse">
                    <a:avLst/>
                  </a:prstGeom>
                  <a:solidFill>
                    <a:schemeClr val="tx1">
                      <a:alpha val="50195"/>
                    </a:schemeClr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vert="eaVert" wrap="none" anchor="ctr"/>
                  <a:lstStyle/>
                  <a:p>
                    <a:endParaRPr lang="ko-KR" altLang="ko-KR" sz="1000" b="0" dirty="0">
                      <a:solidFill>
                        <a:prstClr val="black"/>
                      </a:solidFill>
                      <a:latin typeface="Pretendard SemiBold" panose="02000703000000020004" pitchFamily="50" charset="-127"/>
                      <a:ea typeface="Pretendard SemiBold" panose="02000703000000020004" pitchFamily="50" charset="-127"/>
                    </a:endParaRPr>
                  </a:p>
                </p:txBody>
              </p:sp>
              <p:sp>
                <p:nvSpPr>
                  <p:cNvPr id="838" name="Oval 37">
                    <a:extLst>
                      <a:ext uri="{FF2B5EF4-FFF2-40B4-BE49-F238E27FC236}">
                        <a16:creationId xmlns:a16="http://schemas.microsoft.com/office/drawing/2014/main" id="{7A20AAB4-3B72-4D80-B0E6-6FB8B63072B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66" y="368"/>
                    <a:ext cx="120" cy="120"/>
                  </a:xfrm>
                  <a:prstGeom prst="ellipse">
                    <a:avLst/>
                  </a:prstGeom>
                  <a:solidFill>
                    <a:schemeClr val="tx1">
                      <a:alpha val="50195"/>
                    </a:schemeClr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vert="eaVert" wrap="none" anchor="ctr"/>
                  <a:lstStyle/>
                  <a:p>
                    <a:endParaRPr lang="ko-KR" altLang="ko-KR" sz="1000" b="0" dirty="0">
                      <a:solidFill>
                        <a:prstClr val="black"/>
                      </a:solidFill>
                      <a:latin typeface="Pretendard SemiBold" panose="02000703000000020004" pitchFamily="50" charset="-127"/>
                      <a:ea typeface="Pretendard SemiBold" panose="02000703000000020004" pitchFamily="50" charset="-127"/>
                    </a:endParaRPr>
                  </a:p>
                </p:txBody>
              </p:sp>
            </p:grpSp>
            <p:grpSp>
              <p:nvGrpSpPr>
                <p:cNvPr id="833" name="Group 38">
                  <a:extLst>
                    <a:ext uri="{FF2B5EF4-FFF2-40B4-BE49-F238E27FC236}">
                      <a16:creationId xmlns:a16="http://schemas.microsoft.com/office/drawing/2014/main" id="{FCE9C37E-230A-4049-9600-DA27C6A9C4E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919" y="4622"/>
                  <a:ext cx="66" cy="66"/>
                  <a:chOff x="250" y="352"/>
                  <a:chExt cx="136" cy="136"/>
                </a:xfrm>
              </p:grpSpPr>
              <p:sp>
                <p:nvSpPr>
                  <p:cNvPr id="835" name="Oval 39">
                    <a:extLst>
                      <a:ext uri="{FF2B5EF4-FFF2-40B4-BE49-F238E27FC236}">
                        <a16:creationId xmlns:a16="http://schemas.microsoft.com/office/drawing/2014/main" id="{0475A18A-A717-4D2D-9D91-98A9F92568F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50" y="352"/>
                    <a:ext cx="136" cy="136"/>
                  </a:xfrm>
                  <a:prstGeom prst="ellipse">
                    <a:avLst/>
                  </a:prstGeom>
                  <a:solidFill>
                    <a:schemeClr val="tx1">
                      <a:alpha val="50195"/>
                    </a:schemeClr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vert="eaVert" wrap="none" anchor="ctr"/>
                  <a:lstStyle/>
                  <a:p>
                    <a:endParaRPr lang="ko-KR" altLang="ko-KR" sz="1000" b="0" dirty="0">
                      <a:solidFill>
                        <a:prstClr val="black"/>
                      </a:solidFill>
                      <a:latin typeface="Pretendard SemiBold" panose="02000703000000020004" pitchFamily="50" charset="-127"/>
                      <a:ea typeface="Pretendard SemiBold" panose="02000703000000020004" pitchFamily="50" charset="-127"/>
                    </a:endParaRPr>
                  </a:p>
                </p:txBody>
              </p:sp>
              <p:sp>
                <p:nvSpPr>
                  <p:cNvPr id="836" name="Oval 40">
                    <a:extLst>
                      <a:ext uri="{FF2B5EF4-FFF2-40B4-BE49-F238E27FC236}">
                        <a16:creationId xmlns:a16="http://schemas.microsoft.com/office/drawing/2014/main" id="{421E405F-37CB-4B46-9AA2-3AFC576A7B4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66" y="368"/>
                    <a:ext cx="120" cy="120"/>
                  </a:xfrm>
                  <a:prstGeom prst="ellipse">
                    <a:avLst/>
                  </a:prstGeom>
                  <a:solidFill>
                    <a:schemeClr val="tx1">
                      <a:alpha val="50195"/>
                    </a:schemeClr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vert="eaVert" wrap="none" anchor="ctr"/>
                  <a:lstStyle/>
                  <a:p>
                    <a:endParaRPr lang="ko-KR" altLang="ko-KR" sz="1000" b="0" dirty="0">
                      <a:solidFill>
                        <a:prstClr val="black"/>
                      </a:solidFill>
                      <a:latin typeface="Pretendard SemiBold" panose="02000703000000020004" pitchFamily="50" charset="-127"/>
                      <a:ea typeface="Pretendard SemiBold" panose="02000703000000020004" pitchFamily="50" charset="-127"/>
                    </a:endParaRPr>
                  </a:p>
                </p:txBody>
              </p:sp>
            </p:grpSp>
            <p:sp>
              <p:nvSpPr>
                <p:cNvPr id="834" name="AutoShape 41">
                  <a:extLst>
                    <a:ext uri="{FF2B5EF4-FFF2-40B4-BE49-F238E27FC236}">
                      <a16:creationId xmlns:a16="http://schemas.microsoft.com/office/drawing/2014/main" id="{1E8B76DE-B91B-47B8-8238-7B20EE31514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5400000">
                  <a:off x="849" y="4547"/>
                  <a:ext cx="208" cy="3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FFFFFF"/>
                    </a:gs>
                    <a:gs pos="100000">
                      <a:srgbClr val="C0C0C0"/>
                    </a:gs>
                  </a:gsLst>
                  <a:path path="shape">
                    <a:fillToRect l="50000" t="50000" r="50000" b="50000"/>
                  </a:path>
                </a:gradFill>
                <a:ln w="12700" algn="ctr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 wrap="none" lIns="90000" tIns="46800" rIns="10800" bIns="46800" anchor="ctr"/>
                <a:lstStyle/>
                <a:p>
                  <a:endParaRPr lang="ko-KR" altLang="ko-KR" sz="1000" b="0" dirty="0">
                    <a:solidFill>
                      <a:prstClr val="black"/>
                    </a:solidFill>
                    <a:latin typeface="Pretendard SemiBold" panose="02000703000000020004" pitchFamily="50" charset="-127"/>
                    <a:ea typeface="Pretendard SemiBold" panose="02000703000000020004" pitchFamily="50" charset="-127"/>
                  </a:endParaRPr>
                </a:p>
              </p:txBody>
            </p:sp>
          </p:grpSp>
          <p:grpSp>
            <p:nvGrpSpPr>
              <p:cNvPr id="564" name="Group 51">
                <a:extLst>
                  <a:ext uri="{FF2B5EF4-FFF2-40B4-BE49-F238E27FC236}">
                    <a16:creationId xmlns:a16="http://schemas.microsoft.com/office/drawing/2014/main" id="{C4852BE6-1FED-445B-923C-40D2643B829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16200000">
                <a:off x="-2364500" y="6974775"/>
                <a:ext cx="60325" cy="219075"/>
                <a:chOff x="919" y="4440"/>
                <a:chExt cx="66" cy="248"/>
              </a:xfrm>
            </p:grpSpPr>
            <p:grpSp>
              <p:nvGrpSpPr>
                <p:cNvPr id="825" name="Group 52">
                  <a:extLst>
                    <a:ext uri="{FF2B5EF4-FFF2-40B4-BE49-F238E27FC236}">
                      <a16:creationId xmlns:a16="http://schemas.microsoft.com/office/drawing/2014/main" id="{C974EA33-480E-4FB1-85B9-CFF9049403C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919" y="4440"/>
                  <a:ext cx="66" cy="66"/>
                  <a:chOff x="250" y="352"/>
                  <a:chExt cx="136" cy="136"/>
                </a:xfrm>
              </p:grpSpPr>
              <p:sp>
                <p:nvSpPr>
                  <p:cNvPr id="830" name="Oval 53">
                    <a:extLst>
                      <a:ext uri="{FF2B5EF4-FFF2-40B4-BE49-F238E27FC236}">
                        <a16:creationId xmlns:a16="http://schemas.microsoft.com/office/drawing/2014/main" id="{BAB014D1-995F-4628-8BC1-F3CE8D64E3C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50" y="352"/>
                    <a:ext cx="136" cy="136"/>
                  </a:xfrm>
                  <a:prstGeom prst="ellipse">
                    <a:avLst/>
                  </a:prstGeom>
                  <a:solidFill>
                    <a:schemeClr val="tx1">
                      <a:alpha val="50195"/>
                    </a:schemeClr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vert="eaVert" wrap="none" anchor="ctr"/>
                  <a:lstStyle/>
                  <a:p>
                    <a:endParaRPr lang="ko-KR" altLang="ko-KR" sz="1000" b="0" dirty="0">
                      <a:solidFill>
                        <a:prstClr val="black"/>
                      </a:solidFill>
                      <a:latin typeface="Pretendard SemiBold" panose="02000703000000020004" pitchFamily="50" charset="-127"/>
                      <a:ea typeface="Pretendard SemiBold" panose="02000703000000020004" pitchFamily="50" charset="-127"/>
                    </a:endParaRPr>
                  </a:p>
                </p:txBody>
              </p:sp>
              <p:sp>
                <p:nvSpPr>
                  <p:cNvPr id="831" name="Oval 54">
                    <a:extLst>
                      <a:ext uri="{FF2B5EF4-FFF2-40B4-BE49-F238E27FC236}">
                        <a16:creationId xmlns:a16="http://schemas.microsoft.com/office/drawing/2014/main" id="{A7CA62FE-A3DB-4C3C-A545-635BEECE0B6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66" y="368"/>
                    <a:ext cx="120" cy="120"/>
                  </a:xfrm>
                  <a:prstGeom prst="ellipse">
                    <a:avLst/>
                  </a:prstGeom>
                  <a:solidFill>
                    <a:schemeClr val="tx1">
                      <a:alpha val="50195"/>
                    </a:schemeClr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vert="eaVert" wrap="none" anchor="ctr"/>
                  <a:lstStyle/>
                  <a:p>
                    <a:endParaRPr lang="ko-KR" altLang="ko-KR" sz="1000" b="0" dirty="0">
                      <a:solidFill>
                        <a:prstClr val="black"/>
                      </a:solidFill>
                      <a:latin typeface="Pretendard SemiBold" panose="02000703000000020004" pitchFamily="50" charset="-127"/>
                      <a:ea typeface="Pretendard SemiBold" panose="02000703000000020004" pitchFamily="50" charset="-127"/>
                    </a:endParaRPr>
                  </a:p>
                </p:txBody>
              </p:sp>
            </p:grpSp>
            <p:grpSp>
              <p:nvGrpSpPr>
                <p:cNvPr id="826" name="Group 55">
                  <a:extLst>
                    <a:ext uri="{FF2B5EF4-FFF2-40B4-BE49-F238E27FC236}">
                      <a16:creationId xmlns:a16="http://schemas.microsoft.com/office/drawing/2014/main" id="{677B3890-6E3F-4989-A399-02FC07E0187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919" y="4622"/>
                  <a:ext cx="66" cy="66"/>
                  <a:chOff x="250" y="352"/>
                  <a:chExt cx="136" cy="136"/>
                </a:xfrm>
              </p:grpSpPr>
              <p:sp>
                <p:nvSpPr>
                  <p:cNvPr id="828" name="Oval 56">
                    <a:extLst>
                      <a:ext uri="{FF2B5EF4-FFF2-40B4-BE49-F238E27FC236}">
                        <a16:creationId xmlns:a16="http://schemas.microsoft.com/office/drawing/2014/main" id="{8817D23A-F8CC-4A93-9C6E-AE09558D7C7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50" y="352"/>
                    <a:ext cx="136" cy="136"/>
                  </a:xfrm>
                  <a:prstGeom prst="ellipse">
                    <a:avLst/>
                  </a:prstGeom>
                  <a:solidFill>
                    <a:schemeClr val="tx1">
                      <a:alpha val="50195"/>
                    </a:schemeClr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vert="eaVert" wrap="none" anchor="ctr"/>
                  <a:lstStyle/>
                  <a:p>
                    <a:endParaRPr lang="ko-KR" altLang="ko-KR" sz="1000" b="0" dirty="0">
                      <a:solidFill>
                        <a:prstClr val="black"/>
                      </a:solidFill>
                      <a:latin typeface="Pretendard SemiBold" panose="02000703000000020004" pitchFamily="50" charset="-127"/>
                      <a:ea typeface="Pretendard SemiBold" panose="02000703000000020004" pitchFamily="50" charset="-127"/>
                    </a:endParaRPr>
                  </a:p>
                </p:txBody>
              </p:sp>
              <p:sp>
                <p:nvSpPr>
                  <p:cNvPr id="829" name="Oval 57">
                    <a:extLst>
                      <a:ext uri="{FF2B5EF4-FFF2-40B4-BE49-F238E27FC236}">
                        <a16:creationId xmlns:a16="http://schemas.microsoft.com/office/drawing/2014/main" id="{58AA718C-8380-4628-BE9A-926C03A04A1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66" y="368"/>
                    <a:ext cx="120" cy="120"/>
                  </a:xfrm>
                  <a:prstGeom prst="ellipse">
                    <a:avLst/>
                  </a:prstGeom>
                  <a:solidFill>
                    <a:schemeClr val="tx1">
                      <a:alpha val="50195"/>
                    </a:schemeClr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vert="eaVert" wrap="none" anchor="ctr"/>
                  <a:lstStyle/>
                  <a:p>
                    <a:endParaRPr lang="ko-KR" altLang="ko-KR" sz="1000" b="0" dirty="0">
                      <a:solidFill>
                        <a:prstClr val="black"/>
                      </a:solidFill>
                      <a:latin typeface="Pretendard SemiBold" panose="02000703000000020004" pitchFamily="50" charset="-127"/>
                      <a:ea typeface="Pretendard SemiBold" panose="02000703000000020004" pitchFamily="50" charset="-127"/>
                    </a:endParaRPr>
                  </a:p>
                </p:txBody>
              </p:sp>
            </p:grpSp>
            <p:sp>
              <p:nvSpPr>
                <p:cNvPr id="827" name="AutoShape 58">
                  <a:extLst>
                    <a:ext uri="{FF2B5EF4-FFF2-40B4-BE49-F238E27FC236}">
                      <a16:creationId xmlns:a16="http://schemas.microsoft.com/office/drawing/2014/main" id="{02377D56-DD0C-49A9-AC42-F4B969E1FF5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5400000">
                  <a:off x="849" y="4547"/>
                  <a:ext cx="208" cy="3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FFFFFF"/>
                    </a:gs>
                    <a:gs pos="100000">
                      <a:srgbClr val="C0C0C0"/>
                    </a:gs>
                  </a:gsLst>
                  <a:path path="shape">
                    <a:fillToRect l="50000" t="50000" r="50000" b="50000"/>
                  </a:path>
                </a:gradFill>
                <a:ln w="12700" algn="ctr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 wrap="none" lIns="90000" tIns="46800" rIns="10800" bIns="46800" anchor="ctr"/>
                <a:lstStyle/>
                <a:p>
                  <a:endParaRPr lang="ko-KR" altLang="ko-KR" sz="1000" b="0" dirty="0">
                    <a:solidFill>
                      <a:prstClr val="black"/>
                    </a:solidFill>
                    <a:latin typeface="Pretendard SemiBold" panose="02000703000000020004" pitchFamily="50" charset="-127"/>
                    <a:ea typeface="Pretendard SemiBold" panose="02000703000000020004" pitchFamily="50" charset="-127"/>
                  </a:endParaRPr>
                </a:p>
              </p:txBody>
            </p:sp>
          </p:grpSp>
          <p:grpSp>
            <p:nvGrpSpPr>
              <p:cNvPr id="565" name="Group 59">
                <a:extLst>
                  <a:ext uri="{FF2B5EF4-FFF2-40B4-BE49-F238E27FC236}">
                    <a16:creationId xmlns:a16="http://schemas.microsoft.com/office/drawing/2014/main" id="{15C5D736-446C-40CD-AC6C-9D6D41B17C3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16200000">
                <a:off x="-2362913" y="7102989"/>
                <a:ext cx="57150" cy="219075"/>
                <a:chOff x="919" y="4440"/>
                <a:chExt cx="66" cy="248"/>
              </a:xfrm>
            </p:grpSpPr>
            <p:grpSp>
              <p:nvGrpSpPr>
                <p:cNvPr id="818" name="Group 60">
                  <a:extLst>
                    <a:ext uri="{FF2B5EF4-FFF2-40B4-BE49-F238E27FC236}">
                      <a16:creationId xmlns:a16="http://schemas.microsoft.com/office/drawing/2014/main" id="{294A7BBE-7070-4C54-810E-9D26EFC578C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919" y="4440"/>
                  <a:ext cx="66" cy="66"/>
                  <a:chOff x="250" y="352"/>
                  <a:chExt cx="136" cy="136"/>
                </a:xfrm>
              </p:grpSpPr>
              <p:sp>
                <p:nvSpPr>
                  <p:cNvPr id="823" name="Oval 61">
                    <a:extLst>
                      <a:ext uri="{FF2B5EF4-FFF2-40B4-BE49-F238E27FC236}">
                        <a16:creationId xmlns:a16="http://schemas.microsoft.com/office/drawing/2014/main" id="{B0FD3A77-47F9-436B-972C-86BF3FA7B62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50" y="352"/>
                    <a:ext cx="136" cy="136"/>
                  </a:xfrm>
                  <a:prstGeom prst="ellipse">
                    <a:avLst/>
                  </a:prstGeom>
                  <a:solidFill>
                    <a:schemeClr val="tx1">
                      <a:alpha val="50195"/>
                    </a:schemeClr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vert="eaVert" wrap="none" anchor="ctr"/>
                  <a:lstStyle/>
                  <a:p>
                    <a:endParaRPr lang="ko-KR" altLang="ko-KR" sz="1000" b="0" dirty="0">
                      <a:solidFill>
                        <a:prstClr val="black"/>
                      </a:solidFill>
                      <a:latin typeface="Pretendard SemiBold" panose="02000703000000020004" pitchFamily="50" charset="-127"/>
                      <a:ea typeface="Pretendard SemiBold" panose="02000703000000020004" pitchFamily="50" charset="-127"/>
                    </a:endParaRPr>
                  </a:p>
                </p:txBody>
              </p:sp>
              <p:sp>
                <p:nvSpPr>
                  <p:cNvPr id="824" name="Oval 62">
                    <a:extLst>
                      <a:ext uri="{FF2B5EF4-FFF2-40B4-BE49-F238E27FC236}">
                        <a16:creationId xmlns:a16="http://schemas.microsoft.com/office/drawing/2014/main" id="{7C3B4408-FB34-4DCC-8A4E-45DE832AA23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66" y="368"/>
                    <a:ext cx="120" cy="120"/>
                  </a:xfrm>
                  <a:prstGeom prst="ellipse">
                    <a:avLst/>
                  </a:prstGeom>
                  <a:solidFill>
                    <a:schemeClr val="tx1">
                      <a:alpha val="50195"/>
                    </a:schemeClr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vert="eaVert" wrap="none" anchor="ctr"/>
                  <a:lstStyle/>
                  <a:p>
                    <a:endParaRPr lang="ko-KR" altLang="ko-KR" sz="1000" b="0" dirty="0">
                      <a:solidFill>
                        <a:prstClr val="black"/>
                      </a:solidFill>
                      <a:latin typeface="Pretendard SemiBold" panose="02000703000000020004" pitchFamily="50" charset="-127"/>
                      <a:ea typeface="Pretendard SemiBold" panose="02000703000000020004" pitchFamily="50" charset="-127"/>
                    </a:endParaRPr>
                  </a:p>
                </p:txBody>
              </p:sp>
            </p:grpSp>
            <p:grpSp>
              <p:nvGrpSpPr>
                <p:cNvPr id="819" name="Group 63">
                  <a:extLst>
                    <a:ext uri="{FF2B5EF4-FFF2-40B4-BE49-F238E27FC236}">
                      <a16:creationId xmlns:a16="http://schemas.microsoft.com/office/drawing/2014/main" id="{9E325032-D04B-43F1-90AD-281D968A404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919" y="4622"/>
                  <a:ext cx="66" cy="66"/>
                  <a:chOff x="250" y="352"/>
                  <a:chExt cx="136" cy="136"/>
                </a:xfrm>
              </p:grpSpPr>
              <p:sp>
                <p:nvSpPr>
                  <p:cNvPr id="821" name="Oval 64">
                    <a:extLst>
                      <a:ext uri="{FF2B5EF4-FFF2-40B4-BE49-F238E27FC236}">
                        <a16:creationId xmlns:a16="http://schemas.microsoft.com/office/drawing/2014/main" id="{28A49E83-1DF3-4F28-A409-AF94D1481BA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50" y="352"/>
                    <a:ext cx="136" cy="136"/>
                  </a:xfrm>
                  <a:prstGeom prst="ellipse">
                    <a:avLst/>
                  </a:prstGeom>
                  <a:solidFill>
                    <a:schemeClr val="tx1">
                      <a:alpha val="50195"/>
                    </a:schemeClr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vert="eaVert" wrap="none" anchor="ctr"/>
                  <a:lstStyle/>
                  <a:p>
                    <a:endParaRPr lang="ko-KR" altLang="ko-KR" sz="1000" b="0" dirty="0">
                      <a:solidFill>
                        <a:prstClr val="black"/>
                      </a:solidFill>
                      <a:latin typeface="Pretendard SemiBold" panose="02000703000000020004" pitchFamily="50" charset="-127"/>
                      <a:ea typeface="Pretendard SemiBold" panose="02000703000000020004" pitchFamily="50" charset="-127"/>
                    </a:endParaRPr>
                  </a:p>
                </p:txBody>
              </p:sp>
              <p:sp>
                <p:nvSpPr>
                  <p:cNvPr id="822" name="Oval 65">
                    <a:extLst>
                      <a:ext uri="{FF2B5EF4-FFF2-40B4-BE49-F238E27FC236}">
                        <a16:creationId xmlns:a16="http://schemas.microsoft.com/office/drawing/2014/main" id="{A3127A3F-0DF6-410A-96E8-24C1AA8B36E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66" y="368"/>
                    <a:ext cx="120" cy="120"/>
                  </a:xfrm>
                  <a:prstGeom prst="ellipse">
                    <a:avLst/>
                  </a:prstGeom>
                  <a:solidFill>
                    <a:schemeClr val="tx1">
                      <a:alpha val="50195"/>
                    </a:schemeClr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vert="eaVert" wrap="none" anchor="ctr"/>
                  <a:lstStyle/>
                  <a:p>
                    <a:endParaRPr lang="ko-KR" altLang="ko-KR" sz="1000" b="0" dirty="0">
                      <a:solidFill>
                        <a:prstClr val="black"/>
                      </a:solidFill>
                      <a:latin typeface="Pretendard SemiBold" panose="02000703000000020004" pitchFamily="50" charset="-127"/>
                      <a:ea typeface="Pretendard SemiBold" panose="02000703000000020004" pitchFamily="50" charset="-127"/>
                    </a:endParaRPr>
                  </a:p>
                </p:txBody>
              </p:sp>
            </p:grpSp>
            <p:sp>
              <p:nvSpPr>
                <p:cNvPr id="820" name="AutoShape 66">
                  <a:extLst>
                    <a:ext uri="{FF2B5EF4-FFF2-40B4-BE49-F238E27FC236}">
                      <a16:creationId xmlns:a16="http://schemas.microsoft.com/office/drawing/2014/main" id="{1C52D47E-71D9-4B24-8D3C-7E33E9C948B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5400000">
                  <a:off x="849" y="4547"/>
                  <a:ext cx="208" cy="3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FFFFFF"/>
                    </a:gs>
                    <a:gs pos="100000">
                      <a:srgbClr val="C0C0C0"/>
                    </a:gs>
                  </a:gsLst>
                  <a:path path="shape">
                    <a:fillToRect l="50000" t="50000" r="50000" b="50000"/>
                  </a:path>
                </a:gradFill>
                <a:ln w="12700" algn="ctr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 wrap="none" lIns="90000" tIns="46800" rIns="10800" bIns="46800" anchor="ctr"/>
                <a:lstStyle/>
                <a:p>
                  <a:endParaRPr lang="ko-KR" altLang="ko-KR" sz="1000" b="0" dirty="0">
                    <a:solidFill>
                      <a:prstClr val="black"/>
                    </a:solidFill>
                    <a:latin typeface="Pretendard SemiBold" panose="02000703000000020004" pitchFamily="50" charset="-127"/>
                    <a:ea typeface="Pretendard SemiBold" panose="02000703000000020004" pitchFamily="50" charset="-127"/>
                  </a:endParaRPr>
                </a:p>
              </p:txBody>
            </p:sp>
          </p:grpSp>
          <p:grpSp>
            <p:nvGrpSpPr>
              <p:cNvPr id="566" name="Group 34">
                <a:extLst>
                  <a:ext uri="{FF2B5EF4-FFF2-40B4-BE49-F238E27FC236}">
                    <a16:creationId xmlns:a16="http://schemas.microsoft.com/office/drawing/2014/main" id="{07D91B10-9ADE-4F7A-8CB4-5DDB11A4D7D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16200000">
                <a:off x="-2364500" y="7230410"/>
                <a:ext cx="58738" cy="219075"/>
                <a:chOff x="919" y="4440"/>
                <a:chExt cx="66" cy="248"/>
              </a:xfrm>
            </p:grpSpPr>
            <p:grpSp>
              <p:nvGrpSpPr>
                <p:cNvPr id="811" name="Group 35">
                  <a:extLst>
                    <a:ext uri="{FF2B5EF4-FFF2-40B4-BE49-F238E27FC236}">
                      <a16:creationId xmlns:a16="http://schemas.microsoft.com/office/drawing/2014/main" id="{CB5BC99E-0B5F-4E74-822F-A1198A601EB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919" y="4440"/>
                  <a:ext cx="66" cy="66"/>
                  <a:chOff x="250" y="352"/>
                  <a:chExt cx="136" cy="136"/>
                </a:xfrm>
              </p:grpSpPr>
              <p:sp>
                <p:nvSpPr>
                  <p:cNvPr id="816" name="Oval 36">
                    <a:extLst>
                      <a:ext uri="{FF2B5EF4-FFF2-40B4-BE49-F238E27FC236}">
                        <a16:creationId xmlns:a16="http://schemas.microsoft.com/office/drawing/2014/main" id="{FD6419D8-05D9-4ACA-A556-9F572F71DEF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50" y="352"/>
                    <a:ext cx="136" cy="136"/>
                  </a:xfrm>
                  <a:prstGeom prst="ellipse">
                    <a:avLst/>
                  </a:prstGeom>
                  <a:solidFill>
                    <a:schemeClr val="tx1">
                      <a:alpha val="50195"/>
                    </a:schemeClr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vert="eaVert" wrap="none" anchor="ctr"/>
                  <a:lstStyle/>
                  <a:p>
                    <a:endParaRPr lang="ko-KR" altLang="ko-KR" sz="1000" b="0" dirty="0">
                      <a:solidFill>
                        <a:prstClr val="black"/>
                      </a:solidFill>
                      <a:latin typeface="Pretendard SemiBold" panose="02000703000000020004" pitchFamily="50" charset="-127"/>
                      <a:ea typeface="Pretendard SemiBold" panose="02000703000000020004" pitchFamily="50" charset="-127"/>
                    </a:endParaRPr>
                  </a:p>
                </p:txBody>
              </p:sp>
              <p:sp>
                <p:nvSpPr>
                  <p:cNvPr id="817" name="Oval 37">
                    <a:extLst>
                      <a:ext uri="{FF2B5EF4-FFF2-40B4-BE49-F238E27FC236}">
                        <a16:creationId xmlns:a16="http://schemas.microsoft.com/office/drawing/2014/main" id="{4C7491B0-71D6-4B0D-87B2-CFF529BE125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66" y="368"/>
                    <a:ext cx="120" cy="120"/>
                  </a:xfrm>
                  <a:prstGeom prst="ellipse">
                    <a:avLst/>
                  </a:prstGeom>
                  <a:solidFill>
                    <a:schemeClr val="tx1">
                      <a:alpha val="50195"/>
                    </a:schemeClr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vert="eaVert" wrap="none" anchor="ctr"/>
                  <a:lstStyle/>
                  <a:p>
                    <a:endParaRPr lang="ko-KR" altLang="ko-KR" sz="1000" b="0" dirty="0">
                      <a:solidFill>
                        <a:prstClr val="black"/>
                      </a:solidFill>
                      <a:latin typeface="Pretendard SemiBold" panose="02000703000000020004" pitchFamily="50" charset="-127"/>
                      <a:ea typeface="Pretendard SemiBold" panose="02000703000000020004" pitchFamily="50" charset="-127"/>
                    </a:endParaRPr>
                  </a:p>
                </p:txBody>
              </p:sp>
            </p:grpSp>
            <p:grpSp>
              <p:nvGrpSpPr>
                <p:cNvPr id="812" name="Group 38">
                  <a:extLst>
                    <a:ext uri="{FF2B5EF4-FFF2-40B4-BE49-F238E27FC236}">
                      <a16:creationId xmlns:a16="http://schemas.microsoft.com/office/drawing/2014/main" id="{7EB32DB0-FC13-4BA8-A358-1838D6766F5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919" y="4622"/>
                  <a:ext cx="66" cy="66"/>
                  <a:chOff x="250" y="352"/>
                  <a:chExt cx="136" cy="136"/>
                </a:xfrm>
              </p:grpSpPr>
              <p:sp>
                <p:nvSpPr>
                  <p:cNvPr id="814" name="Oval 39">
                    <a:extLst>
                      <a:ext uri="{FF2B5EF4-FFF2-40B4-BE49-F238E27FC236}">
                        <a16:creationId xmlns:a16="http://schemas.microsoft.com/office/drawing/2014/main" id="{CECD8B91-9F69-4A8A-9E93-453D6AA170C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50" y="352"/>
                    <a:ext cx="136" cy="136"/>
                  </a:xfrm>
                  <a:prstGeom prst="ellipse">
                    <a:avLst/>
                  </a:prstGeom>
                  <a:solidFill>
                    <a:schemeClr val="tx1">
                      <a:alpha val="50195"/>
                    </a:schemeClr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vert="eaVert" wrap="none" anchor="ctr"/>
                  <a:lstStyle/>
                  <a:p>
                    <a:endParaRPr lang="ko-KR" altLang="ko-KR" sz="1000" b="0" dirty="0">
                      <a:solidFill>
                        <a:prstClr val="black"/>
                      </a:solidFill>
                      <a:latin typeface="Pretendard SemiBold" panose="02000703000000020004" pitchFamily="50" charset="-127"/>
                      <a:ea typeface="Pretendard SemiBold" panose="02000703000000020004" pitchFamily="50" charset="-127"/>
                    </a:endParaRPr>
                  </a:p>
                </p:txBody>
              </p:sp>
              <p:sp>
                <p:nvSpPr>
                  <p:cNvPr id="815" name="Oval 40">
                    <a:extLst>
                      <a:ext uri="{FF2B5EF4-FFF2-40B4-BE49-F238E27FC236}">
                        <a16:creationId xmlns:a16="http://schemas.microsoft.com/office/drawing/2014/main" id="{1013E401-7E9D-4AD5-BDC9-04D6891C8EB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66" y="368"/>
                    <a:ext cx="120" cy="120"/>
                  </a:xfrm>
                  <a:prstGeom prst="ellipse">
                    <a:avLst/>
                  </a:prstGeom>
                  <a:solidFill>
                    <a:schemeClr val="tx1">
                      <a:alpha val="50195"/>
                    </a:schemeClr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vert="eaVert" wrap="none" anchor="ctr"/>
                  <a:lstStyle/>
                  <a:p>
                    <a:endParaRPr lang="ko-KR" altLang="ko-KR" sz="1000" b="0" dirty="0">
                      <a:solidFill>
                        <a:prstClr val="black"/>
                      </a:solidFill>
                      <a:latin typeface="Pretendard SemiBold" panose="02000703000000020004" pitchFamily="50" charset="-127"/>
                      <a:ea typeface="Pretendard SemiBold" panose="02000703000000020004" pitchFamily="50" charset="-127"/>
                    </a:endParaRPr>
                  </a:p>
                </p:txBody>
              </p:sp>
            </p:grpSp>
            <p:sp>
              <p:nvSpPr>
                <p:cNvPr id="813" name="AutoShape 41">
                  <a:extLst>
                    <a:ext uri="{FF2B5EF4-FFF2-40B4-BE49-F238E27FC236}">
                      <a16:creationId xmlns:a16="http://schemas.microsoft.com/office/drawing/2014/main" id="{FEB43626-A049-4F7C-8042-178F01DC18D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5400000">
                  <a:off x="849" y="4547"/>
                  <a:ext cx="208" cy="3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FFFFFF"/>
                    </a:gs>
                    <a:gs pos="100000">
                      <a:srgbClr val="C0C0C0"/>
                    </a:gs>
                  </a:gsLst>
                  <a:path path="shape">
                    <a:fillToRect l="50000" t="50000" r="50000" b="50000"/>
                  </a:path>
                </a:gradFill>
                <a:ln w="12700" algn="ctr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 wrap="none" lIns="90000" tIns="46800" rIns="10800" bIns="46800" anchor="ctr"/>
                <a:lstStyle/>
                <a:p>
                  <a:endParaRPr lang="ko-KR" altLang="ko-KR" sz="1000" b="0" dirty="0">
                    <a:solidFill>
                      <a:prstClr val="black"/>
                    </a:solidFill>
                    <a:latin typeface="Pretendard SemiBold" panose="02000703000000020004" pitchFamily="50" charset="-127"/>
                    <a:ea typeface="Pretendard SemiBold" panose="02000703000000020004" pitchFamily="50" charset="-127"/>
                  </a:endParaRPr>
                </a:p>
              </p:txBody>
            </p:sp>
          </p:grpSp>
          <p:grpSp>
            <p:nvGrpSpPr>
              <p:cNvPr id="568" name="Group 51">
                <a:extLst>
                  <a:ext uri="{FF2B5EF4-FFF2-40B4-BE49-F238E27FC236}">
                    <a16:creationId xmlns:a16="http://schemas.microsoft.com/office/drawing/2014/main" id="{540A693E-C085-4308-B1A7-3C9694528FE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16200000">
                <a:off x="-2364500" y="7358625"/>
                <a:ext cx="58738" cy="219075"/>
                <a:chOff x="919" y="4440"/>
                <a:chExt cx="66" cy="248"/>
              </a:xfrm>
            </p:grpSpPr>
            <p:grpSp>
              <p:nvGrpSpPr>
                <p:cNvPr id="804" name="Group 52">
                  <a:extLst>
                    <a:ext uri="{FF2B5EF4-FFF2-40B4-BE49-F238E27FC236}">
                      <a16:creationId xmlns:a16="http://schemas.microsoft.com/office/drawing/2014/main" id="{BC1CB08E-7ACD-445B-A2B1-8A2CBC422C0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919" y="4440"/>
                  <a:ext cx="66" cy="66"/>
                  <a:chOff x="250" y="352"/>
                  <a:chExt cx="136" cy="136"/>
                </a:xfrm>
              </p:grpSpPr>
              <p:sp>
                <p:nvSpPr>
                  <p:cNvPr id="809" name="Oval 53">
                    <a:extLst>
                      <a:ext uri="{FF2B5EF4-FFF2-40B4-BE49-F238E27FC236}">
                        <a16:creationId xmlns:a16="http://schemas.microsoft.com/office/drawing/2014/main" id="{04659692-D7A8-44E2-970E-E1CEB6EC2B0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50" y="352"/>
                    <a:ext cx="136" cy="136"/>
                  </a:xfrm>
                  <a:prstGeom prst="ellipse">
                    <a:avLst/>
                  </a:prstGeom>
                  <a:solidFill>
                    <a:schemeClr val="tx1">
                      <a:alpha val="50195"/>
                    </a:schemeClr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vert="eaVert" wrap="none" anchor="ctr"/>
                  <a:lstStyle/>
                  <a:p>
                    <a:endParaRPr lang="ko-KR" altLang="ko-KR" sz="1000" b="0" dirty="0">
                      <a:solidFill>
                        <a:prstClr val="black"/>
                      </a:solidFill>
                      <a:latin typeface="Pretendard SemiBold" panose="02000703000000020004" pitchFamily="50" charset="-127"/>
                      <a:ea typeface="Pretendard SemiBold" panose="02000703000000020004" pitchFamily="50" charset="-127"/>
                    </a:endParaRPr>
                  </a:p>
                </p:txBody>
              </p:sp>
              <p:sp>
                <p:nvSpPr>
                  <p:cNvPr id="810" name="Oval 54">
                    <a:extLst>
                      <a:ext uri="{FF2B5EF4-FFF2-40B4-BE49-F238E27FC236}">
                        <a16:creationId xmlns:a16="http://schemas.microsoft.com/office/drawing/2014/main" id="{43F666A2-4BBD-4F6A-9E71-63D9D4CF539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66" y="368"/>
                    <a:ext cx="120" cy="120"/>
                  </a:xfrm>
                  <a:prstGeom prst="ellipse">
                    <a:avLst/>
                  </a:prstGeom>
                  <a:solidFill>
                    <a:schemeClr val="tx1">
                      <a:alpha val="50195"/>
                    </a:schemeClr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vert="eaVert" wrap="none" anchor="ctr"/>
                  <a:lstStyle/>
                  <a:p>
                    <a:endParaRPr lang="ko-KR" altLang="ko-KR" sz="1000" b="0" dirty="0">
                      <a:solidFill>
                        <a:prstClr val="black"/>
                      </a:solidFill>
                      <a:latin typeface="Pretendard SemiBold" panose="02000703000000020004" pitchFamily="50" charset="-127"/>
                      <a:ea typeface="Pretendard SemiBold" panose="02000703000000020004" pitchFamily="50" charset="-127"/>
                    </a:endParaRPr>
                  </a:p>
                </p:txBody>
              </p:sp>
            </p:grpSp>
            <p:grpSp>
              <p:nvGrpSpPr>
                <p:cNvPr id="805" name="Group 55">
                  <a:extLst>
                    <a:ext uri="{FF2B5EF4-FFF2-40B4-BE49-F238E27FC236}">
                      <a16:creationId xmlns:a16="http://schemas.microsoft.com/office/drawing/2014/main" id="{E179B813-77CB-405A-ADC0-31321F526DB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919" y="4622"/>
                  <a:ext cx="66" cy="66"/>
                  <a:chOff x="250" y="352"/>
                  <a:chExt cx="136" cy="136"/>
                </a:xfrm>
              </p:grpSpPr>
              <p:sp>
                <p:nvSpPr>
                  <p:cNvPr id="807" name="Oval 56">
                    <a:extLst>
                      <a:ext uri="{FF2B5EF4-FFF2-40B4-BE49-F238E27FC236}">
                        <a16:creationId xmlns:a16="http://schemas.microsoft.com/office/drawing/2014/main" id="{68842ED6-4F68-4CF0-978E-7849C37EF92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50" y="352"/>
                    <a:ext cx="136" cy="136"/>
                  </a:xfrm>
                  <a:prstGeom prst="ellipse">
                    <a:avLst/>
                  </a:prstGeom>
                  <a:solidFill>
                    <a:schemeClr val="tx1">
                      <a:alpha val="50195"/>
                    </a:schemeClr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vert="eaVert" wrap="none" anchor="ctr"/>
                  <a:lstStyle/>
                  <a:p>
                    <a:endParaRPr lang="ko-KR" altLang="ko-KR" sz="1000" b="0" dirty="0">
                      <a:solidFill>
                        <a:prstClr val="black"/>
                      </a:solidFill>
                      <a:latin typeface="Pretendard SemiBold" panose="02000703000000020004" pitchFamily="50" charset="-127"/>
                      <a:ea typeface="Pretendard SemiBold" panose="02000703000000020004" pitchFamily="50" charset="-127"/>
                    </a:endParaRPr>
                  </a:p>
                </p:txBody>
              </p:sp>
              <p:sp>
                <p:nvSpPr>
                  <p:cNvPr id="808" name="Oval 57">
                    <a:extLst>
                      <a:ext uri="{FF2B5EF4-FFF2-40B4-BE49-F238E27FC236}">
                        <a16:creationId xmlns:a16="http://schemas.microsoft.com/office/drawing/2014/main" id="{B00673F7-529C-4178-976A-2573921BCD6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66" y="368"/>
                    <a:ext cx="120" cy="120"/>
                  </a:xfrm>
                  <a:prstGeom prst="ellipse">
                    <a:avLst/>
                  </a:prstGeom>
                  <a:solidFill>
                    <a:schemeClr val="tx1">
                      <a:alpha val="50195"/>
                    </a:schemeClr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vert="eaVert" wrap="none" anchor="ctr"/>
                  <a:lstStyle/>
                  <a:p>
                    <a:endParaRPr lang="ko-KR" altLang="ko-KR" sz="1000" b="0" dirty="0">
                      <a:solidFill>
                        <a:prstClr val="black"/>
                      </a:solidFill>
                      <a:latin typeface="Pretendard SemiBold" panose="02000703000000020004" pitchFamily="50" charset="-127"/>
                      <a:ea typeface="Pretendard SemiBold" panose="02000703000000020004" pitchFamily="50" charset="-127"/>
                    </a:endParaRPr>
                  </a:p>
                </p:txBody>
              </p:sp>
            </p:grpSp>
            <p:sp>
              <p:nvSpPr>
                <p:cNvPr id="806" name="AutoShape 58">
                  <a:extLst>
                    <a:ext uri="{FF2B5EF4-FFF2-40B4-BE49-F238E27FC236}">
                      <a16:creationId xmlns:a16="http://schemas.microsoft.com/office/drawing/2014/main" id="{049E61BC-CE48-4F24-A4E9-A9A2E44AB92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5400000">
                  <a:off x="849" y="4547"/>
                  <a:ext cx="208" cy="3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FFFFFF"/>
                    </a:gs>
                    <a:gs pos="100000">
                      <a:srgbClr val="C0C0C0"/>
                    </a:gs>
                  </a:gsLst>
                  <a:path path="shape">
                    <a:fillToRect l="50000" t="50000" r="50000" b="50000"/>
                  </a:path>
                </a:gradFill>
                <a:ln w="12700" algn="ctr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 wrap="none" lIns="90000" tIns="46800" rIns="10800" bIns="46800" anchor="ctr"/>
                <a:lstStyle/>
                <a:p>
                  <a:endParaRPr lang="ko-KR" altLang="ko-KR" sz="1000" b="0" dirty="0">
                    <a:solidFill>
                      <a:prstClr val="black"/>
                    </a:solidFill>
                    <a:latin typeface="Pretendard SemiBold" panose="02000703000000020004" pitchFamily="50" charset="-127"/>
                    <a:ea typeface="Pretendard SemiBold" panose="02000703000000020004" pitchFamily="50" charset="-127"/>
                  </a:endParaRPr>
                </a:p>
              </p:txBody>
            </p:sp>
          </p:grpSp>
          <p:grpSp>
            <p:nvGrpSpPr>
              <p:cNvPr id="569" name="Group 59">
                <a:extLst>
                  <a:ext uri="{FF2B5EF4-FFF2-40B4-BE49-F238E27FC236}">
                    <a16:creationId xmlns:a16="http://schemas.microsoft.com/office/drawing/2014/main" id="{706CEF39-75AD-49EE-8FEC-46C6364B207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16200000">
                <a:off x="-2364500" y="7486840"/>
                <a:ext cx="58738" cy="219075"/>
                <a:chOff x="919" y="4440"/>
                <a:chExt cx="66" cy="248"/>
              </a:xfrm>
            </p:grpSpPr>
            <p:grpSp>
              <p:nvGrpSpPr>
                <p:cNvPr id="797" name="Group 60">
                  <a:extLst>
                    <a:ext uri="{FF2B5EF4-FFF2-40B4-BE49-F238E27FC236}">
                      <a16:creationId xmlns:a16="http://schemas.microsoft.com/office/drawing/2014/main" id="{BF84FC14-FC05-40B7-A891-5C916B36D5E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919" y="4440"/>
                  <a:ext cx="66" cy="66"/>
                  <a:chOff x="250" y="352"/>
                  <a:chExt cx="136" cy="136"/>
                </a:xfrm>
              </p:grpSpPr>
              <p:sp>
                <p:nvSpPr>
                  <p:cNvPr id="802" name="Oval 61">
                    <a:extLst>
                      <a:ext uri="{FF2B5EF4-FFF2-40B4-BE49-F238E27FC236}">
                        <a16:creationId xmlns:a16="http://schemas.microsoft.com/office/drawing/2014/main" id="{D51819FF-1235-41F6-A1B1-B9B294A9542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50" y="352"/>
                    <a:ext cx="136" cy="136"/>
                  </a:xfrm>
                  <a:prstGeom prst="ellipse">
                    <a:avLst/>
                  </a:prstGeom>
                  <a:solidFill>
                    <a:schemeClr val="tx1">
                      <a:alpha val="50195"/>
                    </a:schemeClr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vert="eaVert" wrap="none" anchor="ctr"/>
                  <a:lstStyle/>
                  <a:p>
                    <a:endParaRPr lang="ko-KR" altLang="ko-KR" sz="1000" b="0" dirty="0">
                      <a:solidFill>
                        <a:prstClr val="black"/>
                      </a:solidFill>
                      <a:latin typeface="Pretendard SemiBold" panose="02000703000000020004" pitchFamily="50" charset="-127"/>
                      <a:ea typeface="Pretendard SemiBold" panose="02000703000000020004" pitchFamily="50" charset="-127"/>
                    </a:endParaRPr>
                  </a:p>
                </p:txBody>
              </p:sp>
              <p:sp>
                <p:nvSpPr>
                  <p:cNvPr id="803" name="Oval 62">
                    <a:extLst>
                      <a:ext uri="{FF2B5EF4-FFF2-40B4-BE49-F238E27FC236}">
                        <a16:creationId xmlns:a16="http://schemas.microsoft.com/office/drawing/2014/main" id="{9D407044-63BF-4B70-ACC9-3EC494CDFC1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66" y="368"/>
                    <a:ext cx="120" cy="120"/>
                  </a:xfrm>
                  <a:prstGeom prst="ellipse">
                    <a:avLst/>
                  </a:prstGeom>
                  <a:solidFill>
                    <a:schemeClr val="tx1">
                      <a:alpha val="50195"/>
                    </a:schemeClr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vert="eaVert" wrap="none" anchor="ctr"/>
                  <a:lstStyle/>
                  <a:p>
                    <a:endParaRPr lang="ko-KR" altLang="ko-KR" sz="1000" b="0" dirty="0">
                      <a:solidFill>
                        <a:prstClr val="black"/>
                      </a:solidFill>
                      <a:latin typeface="Pretendard SemiBold" panose="02000703000000020004" pitchFamily="50" charset="-127"/>
                      <a:ea typeface="Pretendard SemiBold" panose="02000703000000020004" pitchFamily="50" charset="-127"/>
                    </a:endParaRPr>
                  </a:p>
                </p:txBody>
              </p:sp>
            </p:grpSp>
            <p:grpSp>
              <p:nvGrpSpPr>
                <p:cNvPr id="798" name="Group 63">
                  <a:extLst>
                    <a:ext uri="{FF2B5EF4-FFF2-40B4-BE49-F238E27FC236}">
                      <a16:creationId xmlns:a16="http://schemas.microsoft.com/office/drawing/2014/main" id="{F2477A2F-A48A-48AA-8D4C-89A637CFDFF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919" y="4622"/>
                  <a:ext cx="66" cy="66"/>
                  <a:chOff x="250" y="352"/>
                  <a:chExt cx="136" cy="136"/>
                </a:xfrm>
              </p:grpSpPr>
              <p:sp>
                <p:nvSpPr>
                  <p:cNvPr id="800" name="Oval 64">
                    <a:extLst>
                      <a:ext uri="{FF2B5EF4-FFF2-40B4-BE49-F238E27FC236}">
                        <a16:creationId xmlns:a16="http://schemas.microsoft.com/office/drawing/2014/main" id="{F94F8415-BFF9-45EE-A38A-DC6256F0535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50" y="352"/>
                    <a:ext cx="136" cy="136"/>
                  </a:xfrm>
                  <a:prstGeom prst="ellipse">
                    <a:avLst/>
                  </a:prstGeom>
                  <a:solidFill>
                    <a:schemeClr val="tx1">
                      <a:alpha val="50195"/>
                    </a:schemeClr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vert="eaVert" wrap="none" anchor="ctr"/>
                  <a:lstStyle/>
                  <a:p>
                    <a:endParaRPr lang="ko-KR" altLang="ko-KR" sz="1000" b="0" dirty="0">
                      <a:solidFill>
                        <a:prstClr val="black"/>
                      </a:solidFill>
                      <a:latin typeface="Pretendard SemiBold" panose="02000703000000020004" pitchFamily="50" charset="-127"/>
                      <a:ea typeface="Pretendard SemiBold" panose="02000703000000020004" pitchFamily="50" charset="-127"/>
                    </a:endParaRPr>
                  </a:p>
                </p:txBody>
              </p:sp>
              <p:sp>
                <p:nvSpPr>
                  <p:cNvPr id="801" name="Oval 65">
                    <a:extLst>
                      <a:ext uri="{FF2B5EF4-FFF2-40B4-BE49-F238E27FC236}">
                        <a16:creationId xmlns:a16="http://schemas.microsoft.com/office/drawing/2014/main" id="{527023A8-498D-4A0D-A765-0A000269F31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66" y="368"/>
                    <a:ext cx="120" cy="120"/>
                  </a:xfrm>
                  <a:prstGeom prst="ellipse">
                    <a:avLst/>
                  </a:prstGeom>
                  <a:solidFill>
                    <a:schemeClr val="tx1">
                      <a:alpha val="50195"/>
                    </a:schemeClr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vert="eaVert" wrap="none" anchor="ctr"/>
                  <a:lstStyle/>
                  <a:p>
                    <a:endParaRPr lang="ko-KR" altLang="ko-KR" sz="1000" b="0" dirty="0">
                      <a:solidFill>
                        <a:prstClr val="black"/>
                      </a:solidFill>
                      <a:latin typeface="Pretendard SemiBold" panose="02000703000000020004" pitchFamily="50" charset="-127"/>
                      <a:ea typeface="Pretendard SemiBold" panose="02000703000000020004" pitchFamily="50" charset="-127"/>
                    </a:endParaRPr>
                  </a:p>
                </p:txBody>
              </p:sp>
            </p:grpSp>
            <p:sp>
              <p:nvSpPr>
                <p:cNvPr id="799" name="AutoShape 66">
                  <a:extLst>
                    <a:ext uri="{FF2B5EF4-FFF2-40B4-BE49-F238E27FC236}">
                      <a16:creationId xmlns:a16="http://schemas.microsoft.com/office/drawing/2014/main" id="{1F1A1092-66EA-4D08-BEFA-D803CFF0C1A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5400000">
                  <a:off x="849" y="4547"/>
                  <a:ext cx="208" cy="3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FFFFFF"/>
                    </a:gs>
                    <a:gs pos="100000">
                      <a:srgbClr val="C0C0C0"/>
                    </a:gs>
                  </a:gsLst>
                  <a:path path="shape">
                    <a:fillToRect l="50000" t="50000" r="50000" b="50000"/>
                  </a:path>
                </a:gradFill>
                <a:ln w="12700" algn="ctr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 wrap="none" lIns="90000" tIns="46800" rIns="10800" bIns="46800" anchor="ctr"/>
                <a:lstStyle/>
                <a:p>
                  <a:endParaRPr lang="ko-KR" altLang="ko-KR" sz="1000" b="0" dirty="0">
                    <a:solidFill>
                      <a:prstClr val="black"/>
                    </a:solidFill>
                    <a:latin typeface="Pretendard SemiBold" panose="02000703000000020004" pitchFamily="50" charset="-127"/>
                    <a:ea typeface="Pretendard SemiBold" panose="02000703000000020004" pitchFamily="50" charset="-127"/>
                  </a:endParaRPr>
                </a:p>
              </p:txBody>
            </p:sp>
          </p:grpSp>
          <p:grpSp>
            <p:nvGrpSpPr>
              <p:cNvPr id="570" name="Group 34">
                <a:extLst>
                  <a:ext uri="{FF2B5EF4-FFF2-40B4-BE49-F238E27FC236}">
                    <a16:creationId xmlns:a16="http://schemas.microsoft.com/office/drawing/2014/main" id="{7F83DBDC-F565-4AF2-9D45-F951A7C4BC0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16200000">
                <a:off x="-2364500" y="7615055"/>
                <a:ext cx="58738" cy="219075"/>
                <a:chOff x="919" y="4440"/>
                <a:chExt cx="66" cy="248"/>
              </a:xfrm>
            </p:grpSpPr>
            <p:grpSp>
              <p:nvGrpSpPr>
                <p:cNvPr id="790" name="Group 35">
                  <a:extLst>
                    <a:ext uri="{FF2B5EF4-FFF2-40B4-BE49-F238E27FC236}">
                      <a16:creationId xmlns:a16="http://schemas.microsoft.com/office/drawing/2014/main" id="{72C1AED7-9B42-41C3-AF56-D42C25DE99E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919" y="4440"/>
                  <a:ext cx="66" cy="66"/>
                  <a:chOff x="250" y="352"/>
                  <a:chExt cx="136" cy="136"/>
                </a:xfrm>
              </p:grpSpPr>
              <p:sp>
                <p:nvSpPr>
                  <p:cNvPr id="795" name="Oval 36">
                    <a:extLst>
                      <a:ext uri="{FF2B5EF4-FFF2-40B4-BE49-F238E27FC236}">
                        <a16:creationId xmlns:a16="http://schemas.microsoft.com/office/drawing/2014/main" id="{A91CA6F4-028D-45D2-A1CF-E3B39EE91D5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50" y="352"/>
                    <a:ext cx="136" cy="136"/>
                  </a:xfrm>
                  <a:prstGeom prst="ellipse">
                    <a:avLst/>
                  </a:prstGeom>
                  <a:solidFill>
                    <a:schemeClr val="tx1">
                      <a:alpha val="50195"/>
                    </a:schemeClr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vert="eaVert" wrap="none" anchor="ctr"/>
                  <a:lstStyle/>
                  <a:p>
                    <a:endParaRPr lang="ko-KR" altLang="ko-KR" sz="1000" b="0" dirty="0">
                      <a:solidFill>
                        <a:prstClr val="black"/>
                      </a:solidFill>
                      <a:latin typeface="Pretendard SemiBold" panose="02000703000000020004" pitchFamily="50" charset="-127"/>
                      <a:ea typeface="Pretendard SemiBold" panose="02000703000000020004" pitchFamily="50" charset="-127"/>
                    </a:endParaRPr>
                  </a:p>
                </p:txBody>
              </p:sp>
              <p:sp>
                <p:nvSpPr>
                  <p:cNvPr id="796" name="Oval 37">
                    <a:extLst>
                      <a:ext uri="{FF2B5EF4-FFF2-40B4-BE49-F238E27FC236}">
                        <a16:creationId xmlns:a16="http://schemas.microsoft.com/office/drawing/2014/main" id="{05C3258B-AD9E-443A-AB20-98215F9379E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66" y="368"/>
                    <a:ext cx="120" cy="120"/>
                  </a:xfrm>
                  <a:prstGeom prst="ellipse">
                    <a:avLst/>
                  </a:prstGeom>
                  <a:solidFill>
                    <a:schemeClr val="tx1">
                      <a:alpha val="50195"/>
                    </a:schemeClr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vert="eaVert" wrap="none" anchor="ctr"/>
                  <a:lstStyle/>
                  <a:p>
                    <a:endParaRPr lang="ko-KR" altLang="ko-KR" sz="1000" b="0" dirty="0">
                      <a:solidFill>
                        <a:prstClr val="black"/>
                      </a:solidFill>
                      <a:latin typeface="Pretendard SemiBold" panose="02000703000000020004" pitchFamily="50" charset="-127"/>
                      <a:ea typeface="Pretendard SemiBold" panose="02000703000000020004" pitchFamily="50" charset="-127"/>
                    </a:endParaRPr>
                  </a:p>
                </p:txBody>
              </p:sp>
            </p:grpSp>
            <p:grpSp>
              <p:nvGrpSpPr>
                <p:cNvPr id="791" name="Group 38">
                  <a:extLst>
                    <a:ext uri="{FF2B5EF4-FFF2-40B4-BE49-F238E27FC236}">
                      <a16:creationId xmlns:a16="http://schemas.microsoft.com/office/drawing/2014/main" id="{EBF63F81-1A10-4019-ACA9-B04A660FE39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919" y="4622"/>
                  <a:ext cx="66" cy="66"/>
                  <a:chOff x="250" y="352"/>
                  <a:chExt cx="136" cy="136"/>
                </a:xfrm>
              </p:grpSpPr>
              <p:sp>
                <p:nvSpPr>
                  <p:cNvPr id="793" name="Oval 39">
                    <a:extLst>
                      <a:ext uri="{FF2B5EF4-FFF2-40B4-BE49-F238E27FC236}">
                        <a16:creationId xmlns:a16="http://schemas.microsoft.com/office/drawing/2014/main" id="{05FA70C8-7296-4888-A4CA-9C69D33445F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50" y="352"/>
                    <a:ext cx="136" cy="136"/>
                  </a:xfrm>
                  <a:prstGeom prst="ellipse">
                    <a:avLst/>
                  </a:prstGeom>
                  <a:solidFill>
                    <a:schemeClr val="tx1">
                      <a:alpha val="50195"/>
                    </a:schemeClr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vert="eaVert" wrap="none" anchor="ctr"/>
                  <a:lstStyle/>
                  <a:p>
                    <a:endParaRPr lang="ko-KR" altLang="ko-KR" sz="1000" b="0" dirty="0">
                      <a:solidFill>
                        <a:prstClr val="black"/>
                      </a:solidFill>
                      <a:latin typeface="Pretendard SemiBold" panose="02000703000000020004" pitchFamily="50" charset="-127"/>
                      <a:ea typeface="Pretendard SemiBold" panose="02000703000000020004" pitchFamily="50" charset="-127"/>
                    </a:endParaRPr>
                  </a:p>
                </p:txBody>
              </p:sp>
              <p:sp>
                <p:nvSpPr>
                  <p:cNvPr id="794" name="Oval 40">
                    <a:extLst>
                      <a:ext uri="{FF2B5EF4-FFF2-40B4-BE49-F238E27FC236}">
                        <a16:creationId xmlns:a16="http://schemas.microsoft.com/office/drawing/2014/main" id="{DD488C32-B24A-4441-9080-B461EC0A5DA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66" y="368"/>
                    <a:ext cx="120" cy="120"/>
                  </a:xfrm>
                  <a:prstGeom prst="ellipse">
                    <a:avLst/>
                  </a:prstGeom>
                  <a:solidFill>
                    <a:schemeClr val="tx1">
                      <a:alpha val="50195"/>
                    </a:schemeClr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vert="eaVert" wrap="none" anchor="ctr"/>
                  <a:lstStyle/>
                  <a:p>
                    <a:endParaRPr lang="ko-KR" altLang="ko-KR" sz="1000" b="0" dirty="0">
                      <a:solidFill>
                        <a:prstClr val="black"/>
                      </a:solidFill>
                      <a:latin typeface="Pretendard SemiBold" panose="02000703000000020004" pitchFamily="50" charset="-127"/>
                      <a:ea typeface="Pretendard SemiBold" panose="02000703000000020004" pitchFamily="50" charset="-127"/>
                    </a:endParaRPr>
                  </a:p>
                </p:txBody>
              </p:sp>
            </p:grpSp>
            <p:sp>
              <p:nvSpPr>
                <p:cNvPr id="792" name="AutoShape 41">
                  <a:extLst>
                    <a:ext uri="{FF2B5EF4-FFF2-40B4-BE49-F238E27FC236}">
                      <a16:creationId xmlns:a16="http://schemas.microsoft.com/office/drawing/2014/main" id="{80ADE277-C2C9-4962-B515-21F0B80F07D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5400000">
                  <a:off x="849" y="4547"/>
                  <a:ext cx="208" cy="3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FFFFFF"/>
                    </a:gs>
                    <a:gs pos="100000">
                      <a:srgbClr val="C0C0C0"/>
                    </a:gs>
                  </a:gsLst>
                  <a:path path="shape">
                    <a:fillToRect l="50000" t="50000" r="50000" b="50000"/>
                  </a:path>
                </a:gradFill>
                <a:ln w="12700" algn="ctr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 wrap="none" lIns="90000" tIns="46800" rIns="10800" bIns="46800" anchor="ctr"/>
                <a:lstStyle/>
                <a:p>
                  <a:endParaRPr lang="ko-KR" altLang="ko-KR" sz="1000" b="0" dirty="0">
                    <a:solidFill>
                      <a:prstClr val="black"/>
                    </a:solidFill>
                    <a:latin typeface="Pretendard SemiBold" panose="02000703000000020004" pitchFamily="50" charset="-127"/>
                    <a:ea typeface="Pretendard SemiBold" panose="02000703000000020004" pitchFamily="50" charset="-127"/>
                  </a:endParaRPr>
                </a:p>
              </p:txBody>
            </p:sp>
          </p:grpSp>
          <p:grpSp>
            <p:nvGrpSpPr>
              <p:cNvPr id="571" name="Group 51">
                <a:extLst>
                  <a:ext uri="{FF2B5EF4-FFF2-40B4-BE49-F238E27FC236}">
                    <a16:creationId xmlns:a16="http://schemas.microsoft.com/office/drawing/2014/main" id="{713E6245-6A07-4155-8034-EAC68EBAE23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16200000">
                <a:off x="-2364500" y="7744064"/>
                <a:ext cx="60325" cy="219075"/>
                <a:chOff x="919" y="4440"/>
                <a:chExt cx="66" cy="248"/>
              </a:xfrm>
            </p:grpSpPr>
            <p:grpSp>
              <p:nvGrpSpPr>
                <p:cNvPr id="783" name="Group 52">
                  <a:extLst>
                    <a:ext uri="{FF2B5EF4-FFF2-40B4-BE49-F238E27FC236}">
                      <a16:creationId xmlns:a16="http://schemas.microsoft.com/office/drawing/2014/main" id="{760C9BC2-29AD-4272-A311-B91A1907B4B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919" y="4440"/>
                  <a:ext cx="66" cy="66"/>
                  <a:chOff x="250" y="352"/>
                  <a:chExt cx="136" cy="136"/>
                </a:xfrm>
              </p:grpSpPr>
              <p:sp>
                <p:nvSpPr>
                  <p:cNvPr id="788" name="Oval 53">
                    <a:extLst>
                      <a:ext uri="{FF2B5EF4-FFF2-40B4-BE49-F238E27FC236}">
                        <a16:creationId xmlns:a16="http://schemas.microsoft.com/office/drawing/2014/main" id="{2444D7B9-B157-4526-907A-D44ED6E9DDC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50" y="352"/>
                    <a:ext cx="136" cy="136"/>
                  </a:xfrm>
                  <a:prstGeom prst="ellipse">
                    <a:avLst/>
                  </a:prstGeom>
                  <a:solidFill>
                    <a:schemeClr val="tx1">
                      <a:alpha val="50195"/>
                    </a:schemeClr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vert="eaVert" wrap="none" anchor="ctr"/>
                  <a:lstStyle/>
                  <a:p>
                    <a:endParaRPr lang="ko-KR" altLang="ko-KR" sz="1000" b="0" dirty="0">
                      <a:solidFill>
                        <a:prstClr val="black"/>
                      </a:solidFill>
                      <a:latin typeface="Pretendard SemiBold" panose="02000703000000020004" pitchFamily="50" charset="-127"/>
                      <a:ea typeface="Pretendard SemiBold" panose="02000703000000020004" pitchFamily="50" charset="-127"/>
                    </a:endParaRPr>
                  </a:p>
                </p:txBody>
              </p:sp>
              <p:sp>
                <p:nvSpPr>
                  <p:cNvPr id="789" name="Oval 54">
                    <a:extLst>
                      <a:ext uri="{FF2B5EF4-FFF2-40B4-BE49-F238E27FC236}">
                        <a16:creationId xmlns:a16="http://schemas.microsoft.com/office/drawing/2014/main" id="{FCE7BB3D-63FA-4F51-8BD9-ED1E0CB1232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66" y="368"/>
                    <a:ext cx="120" cy="120"/>
                  </a:xfrm>
                  <a:prstGeom prst="ellipse">
                    <a:avLst/>
                  </a:prstGeom>
                  <a:solidFill>
                    <a:schemeClr val="tx1">
                      <a:alpha val="50195"/>
                    </a:schemeClr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vert="eaVert" wrap="none" anchor="ctr"/>
                  <a:lstStyle/>
                  <a:p>
                    <a:endParaRPr lang="ko-KR" altLang="ko-KR" sz="1000" b="0" dirty="0">
                      <a:solidFill>
                        <a:prstClr val="black"/>
                      </a:solidFill>
                      <a:latin typeface="Pretendard SemiBold" panose="02000703000000020004" pitchFamily="50" charset="-127"/>
                      <a:ea typeface="Pretendard SemiBold" panose="02000703000000020004" pitchFamily="50" charset="-127"/>
                    </a:endParaRPr>
                  </a:p>
                </p:txBody>
              </p:sp>
            </p:grpSp>
            <p:grpSp>
              <p:nvGrpSpPr>
                <p:cNvPr id="784" name="Group 55">
                  <a:extLst>
                    <a:ext uri="{FF2B5EF4-FFF2-40B4-BE49-F238E27FC236}">
                      <a16:creationId xmlns:a16="http://schemas.microsoft.com/office/drawing/2014/main" id="{30C840AC-F09A-4068-B84B-D1A86FFE93E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919" y="4622"/>
                  <a:ext cx="66" cy="66"/>
                  <a:chOff x="250" y="352"/>
                  <a:chExt cx="136" cy="136"/>
                </a:xfrm>
              </p:grpSpPr>
              <p:sp>
                <p:nvSpPr>
                  <p:cNvPr id="786" name="Oval 56">
                    <a:extLst>
                      <a:ext uri="{FF2B5EF4-FFF2-40B4-BE49-F238E27FC236}">
                        <a16:creationId xmlns:a16="http://schemas.microsoft.com/office/drawing/2014/main" id="{B116CF19-9F94-48C1-B180-3BDC72DAA0B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50" y="352"/>
                    <a:ext cx="136" cy="136"/>
                  </a:xfrm>
                  <a:prstGeom prst="ellipse">
                    <a:avLst/>
                  </a:prstGeom>
                  <a:solidFill>
                    <a:schemeClr val="tx1">
                      <a:alpha val="50195"/>
                    </a:schemeClr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vert="eaVert" wrap="none" anchor="ctr"/>
                  <a:lstStyle/>
                  <a:p>
                    <a:endParaRPr lang="ko-KR" altLang="ko-KR" sz="1000" b="0" dirty="0">
                      <a:solidFill>
                        <a:prstClr val="black"/>
                      </a:solidFill>
                      <a:latin typeface="Pretendard SemiBold" panose="02000703000000020004" pitchFamily="50" charset="-127"/>
                      <a:ea typeface="Pretendard SemiBold" panose="02000703000000020004" pitchFamily="50" charset="-127"/>
                    </a:endParaRPr>
                  </a:p>
                </p:txBody>
              </p:sp>
              <p:sp>
                <p:nvSpPr>
                  <p:cNvPr id="787" name="Oval 57">
                    <a:extLst>
                      <a:ext uri="{FF2B5EF4-FFF2-40B4-BE49-F238E27FC236}">
                        <a16:creationId xmlns:a16="http://schemas.microsoft.com/office/drawing/2014/main" id="{8949CF3A-7B8C-4F42-828E-A7C0C67BFBC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66" y="368"/>
                    <a:ext cx="120" cy="120"/>
                  </a:xfrm>
                  <a:prstGeom prst="ellipse">
                    <a:avLst/>
                  </a:prstGeom>
                  <a:solidFill>
                    <a:schemeClr val="tx1">
                      <a:alpha val="50195"/>
                    </a:schemeClr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vert="eaVert" wrap="none" anchor="ctr"/>
                  <a:lstStyle/>
                  <a:p>
                    <a:endParaRPr lang="ko-KR" altLang="ko-KR" sz="1000" b="0" dirty="0">
                      <a:solidFill>
                        <a:prstClr val="black"/>
                      </a:solidFill>
                      <a:latin typeface="Pretendard SemiBold" panose="02000703000000020004" pitchFamily="50" charset="-127"/>
                      <a:ea typeface="Pretendard SemiBold" panose="02000703000000020004" pitchFamily="50" charset="-127"/>
                    </a:endParaRPr>
                  </a:p>
                </p:txBody>
              </p:sp>
            </p:grpSp>
            <p:sp>
              <p:nvSpPr>
                <p:cNvPr id="785" name="AutoShape 58">
                  <a:extLst>
                    <a:ext uri="{FF2B5EF4-FFF2-40B4-BE49-F238E27FC236}">
                      <a16:creationId xmlns:a16="http://schemas.microsoft.com/office/drawing/2014/main" id="{E2587BC5-FC1E-4409-A414-EA886DE70C2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5400000">
                  <a:off x="849" y="4547"/>
                  <a:ext cx="208" cy="3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FFFFFF"/>
                    </a:gs>
                    <a:gs pos="100000">
                      <a:srgbClr val="C0C0C0"/>
                    </a:gs>
                  </a:gsLst>
                  <a:path path="shape">
                    <a:fillToRect l="50000" t="50000" r="50000" b="50000"/>
                  </a:path>
                </a:gradFill>
                <a:ln w="12700" algn="ctr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 wrap="none" lIns="90000" tIns="46800" rIns="10800" bIns="46800" anchor="ctr"/>
                <a:lstStyle/>
                <a:p>
                  <a:endParaRPr lang="ko-KR" altLang="ko-KR" sz="1000" b="0" dirty="0">
                    <a:solidFill>
                      <a:prstClr val="black"/>
                    </a:solidFill>
                    <a:latin typeface="Pretendard SemiBold" panose="02000703000000020004" pitchFamily="50" charset="-127"/>
                    <a:ea typeface="Pretendard SemiBold" panose="02000703000000020004" pitchFamily="50" charset="-127"/>
                  </a:endParaRPr>
                </a:p>
              </p:txBody>
            </p:sp>
          </p:grpSp>
          <p:grpSp>
            <p:nvGrpSpPr>
              <p:cNvPr id="572" name="Group 59">
                <a:extLst>
                  <a:ext uri="{FF2B5EF4-FFF2-40B4-BE49-F238E27FC236}">
                    <a16:creationId xmlns:a16="http://schemas.microsoft.com/office/drawing/2014/main" id="{A00DC866-F7E5-4513-AB3C-BF53871C826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16200000">
                <a:off x="-2362913" y="7872278"/>
                <a:ext cx="57150" cy="219075"/>
                <a:chOff x="919" y="4440"/>
                <a:chExt cx="66" cy="248"/>
              </a:xfrm>
            </p:grpSpPr>
            <p:grpSp>
              <p:nvGrpSpPr>
                <p:cNvPr id="776" name="Group 60">
                  <a:extLst>
                    <a:ext uri="{FF2B5EF4-FFF2-40B4-BE49-F238E27FC236}">
                      <a16:creationId xmlns:a16="http://schemas.microsoft.com/office/drawing/2014/main" id="{38509402-43B9-46FB-A10F-6B4CC324E99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919" y="4440"/>
                  <a:ext cx="66" cy="66"/>
                  <a:chOff x="250" y="352"/>
                  <a:chExt cx="136" cy="136"/>
                </a:xfrm>
              </p:grpSpPr>
              <p:sp>
                <p:nvSpPr>
                  <p:cNvPr id="781" name="Oval 61">
                    <a:extLst>
                      <a:ext uri="{FF2B5EF4-FFF2-40B4-BE49-F238E27FC236}">
                        <a16:creationId xmlns:a16="http://schemas.microsoft.com/office/drawing/2014/main" id="{39A683A6-BBF0-4B7F-8B14-9013868C8C3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50" y="352"/>
                    <a:ext cx="136" cy="136"/>
                  </a:xfrm>
                  <a:prstGeom prst="ellipse">
                    <a:avLst/>
                  </a:prstGeom>
                  <a:solidFill>
                    <a:schemeClr val="tx1">
                      <a:alpha val="50195"/>
                    </a:schemeClr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vert="eaVert" wrap="none" anchor="ctr"/>
                  <a:lstStyle/>
                  <a:p>
                    <a:endParaRPr lang="ko-KR" altLang="ko-KR" sz="1000" b="0" dirty="0">
                      <a:solidFill>
                        <a:prstClr val="black"/>
                      </a:solidFill>
                      <a:latin typeface="Pretendard SemiBold" panose="02000703000000020004" pitchFamily="50" charset="-127"/>
                      <a:ea typeface="Pretendard SemiBold" panose="02000703000000020004" pitchFamily="50" charset="-127"/>
                    </a:endParaRPr>
                  </a:p>
                </p:txBody>
              </p:sp>
              <p:sp>
                <p:nvSpPr>
                  <p:cNvPr id="782" name="Oval 62">
                    <a:extLst>
                      <a:ext uri="{FF2B5EF4-FFF2-40B4-BE49-F238E27FC236}">
                        <a16:creationId xmlns:a16="http://schemas.microsoft.com/office/drawing/2014/main" id="{43CA075B-E888-431B-9895-59506B287A4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66" y="368"/>
                    <a:ext cx="120" cy="120"/>
                  </a:xfrm>
                  <a:prstGeom prst="ellipse">
                    <a:avLst/>
                  </a:prstGeom>
                  <a:solidFill>
                    <a:schemeClr val="tx1">
                      <a:alpha val="50195"/>
                    </a:schemeClr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vert="eaVert" wrap="none" anchor="ctr"/>
                  <a:lstStyle/>
                  <a:p>
                    <a:endParaRPr lang="ko-KR" altLang="ko-KR" sz="1000" b="0" dirty="0">
                      <a:solidFill>
                        <a:prstClr val="black"/>
                      </a:solidFill>
                      <a:latin typeface="Pretendard SemiBold" panose="02000703000000020004" pitchFamily="50" charset="-127"/>
                      <a:ea typeface="Pretendard SemiBold" panose="02000703000000020004" pitchFamily="50" charset="-127"/>
                    </a:endParaRPr>
                  </a:p>
                </p:txBody>
              </p:sp>
            </p:grpSp>
            <p:grpSp>
              <p:nvGrpSpPr>
                <p:cNvPr id="777" name="Group 63">
                  <a:extLst>
                    <a:ext uri="{FF2B5EF4-FFF2-40B4-BE49-F238E27FC236}">
                      <a16:creationId xmlns:a16="http://schemas.microsoft.com/office/drawing/2014/main" id="{0C8C5F91-9424-4001-845F-4DA90387D66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919" y="4622"/>
                  <a:ext cx="66" cy="66"/>
                  <a:chOff x="250" y="352"/>
                  <a:chExt cx="136" cy="136"/>
                </a:xfrm>
              </p:grpSpPr>
              <p:sp>
                <p:nvSpPr>
                  <p:cNvPr id="779" name="Oval 64">
                    <a:extLst>
                      <a:ext uri="{FF2B5EF4-FFF2-40B4-BE49-F238E27FC236}">
                        <a16:creationId xmlns:a16="http://schemas.microsoft.com/office/drawing/2014/main" id="{44A3CBAD-6858-436D-B44C-F9EEA4A77C1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50" y="352"/>
                    <a:ext cx="136" cy="136"/>
                  </a:xfrm>
                  <a:prstGeom prst="ellipse">
                    <a:avLst/>
                  </a:prstGeom>
                  <a:solidFill>
                    <a:schemeClr val="tx1">
                      <a:alpha val="50195"/>
                    </a:schemeClr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vert="eaVert" wrap="none" anchor="ctr"/>
                  <a:lstStyle/>
                  <a:p>
                    <a:endParaRPr lang="ko-KR" altLang="ko-KR" sz="1000" b="0" dirty="0">
                      <a:solidFill>
                        <a:prstClr val="black"/>
                      </a:solidFill>
                      <a:latin typeface="Pretendard SemiBold" panose="02000703000000020004" pitchFamily="50" charset="-127"/>
                      <a:ea typeface="Pretendard SemiBold" panose="02000703000000020004" pitchFamily="50" charset="-127"/>
                    </a:endParaRPr>
                  </a:p>
                </p:txBody>
              </p:sp>
              <p:sp>
                <p:nvSpPr>
                  <p:cNvPr id="780" name="Oval 65">
                    <a:extLst>
                      <a:ext uri="{FF2B5EF4-FFF2-40B4-BE49-F238E27FC236}">
                        <a16:creationId xmlns:a16="http://schemas.microsoft.com/office/drawing/2014/main" id="{B4F14F8D-3F85-4E76-B9A2-DCEDD4DDA6E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66" y="368"/>
                    <a:ext cx="120" cy="120"/>
                  </a:xfrm>
                  <a:prstGeom prst="ellipse">
                    <a:avLst/>
                  </a:prstGeom>
                  <a:solidFill>
                    <a:schemeClr val="tx1">
                      <a:alpha val="50195"/>
                    </a:schemeClr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vert="eaVert" wrap="none" anchor="ctr"/>
                  <a:lstStyle/>
                  <a:p>
                    <a:endParaRPr lang="ko-KR" altLang="ko-KR" sz="1000" b="0" dirty="0">
                      <a:solidFill>
                        <a:prstClr val="black"/>
                      </a:solidFill>
                      <a:latin typeface="Pretendard SemiBold" panose="02000703000000020004" pitchFamily="50" charset="-127"/>
                      <a:ea typeface="Pretendard SemiBold" panose="02000703000000020004" pitchFamily="50" charset="-127"/>
                    </a:endParaRPr>
                  </a:p>
                </p:txBody>
              </p:sp>
            </p:grpSp>
            <p:sp>
              <p:nvSpPr>
                <p:cNvPr id="778" name="AutoShape 66">
                  <a:extLst>
                    <a:ext uri="{FF2B5EF4-FFF2-40B4-BE49-F238E27FC236}">
                      <a16:creationId xmlns:a16="http://schemas.microsoft.com/office/drawing/2014/main" id="{4C3ADCC1-E0E5-4FCC-AB17-32257D46D21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5400000">
                  <a:off x="849" y="4547"/>
                  <a:ext cx="208" cy="3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FFFFFF"/>
                    </a:gs>
                    <a:gs pos="100000">
                      <a:srgbClr val="C0C0C0"/>
                    </a:gs>
                  </a:gsLst>
                  <a:path path="shape">
                    <a:fillToRect l="50000" t="50000" r="50000" b="50000"/>
                  </a:path>
                </a:gradFill>
                <a:ln w="12700" algn="ctr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 wrap="none" lIns="90000" tIns="46800" rIns="10800" bIns="46800" anchor="ctr"/>
                <a:lstStyle/>
                <a:p>
                  <a:endParaRPr lang="ko-KR" altLang="ko-KR" sz="1000" b="0" dirty="0">
                    <a:solidFill>
                      <a:prstClr val="black"/>
                    </a:solidFill>
                    <a:latin typeface="Pretendard SemiBold" panose="02000703000000020004" pitchFamily="50" charset="-127"/>
                    <a:ea typeface="Pretendard SemiBold" panose="02000703000000020004" pitchFamily="50" charset="-127"/>
                  </a:endParaRPr>
                </a:p>
              </p:txBody>
            </p:sp>
          </p:grpSp>
          <p:grpSp>
            <p:nvGrpSpPr>
              <p:cNvPr id="573" name="Group 34">
                <a:extLst>
                  <a:ext uri="{FF2B5EF4-FFF2-40B4-BE49-F238E27FC236}">
                    <a16:creationId xmlns:a16="http://schemas.microsoft.com/office/drawing/2014/main" id="{A3C4A1D4-7657-49CF-A23E-72820502B64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16200000">
                <a:off x="-2362913" y="7998905"/>
                <a:ext cx="57150" cy="219075"/>
                <a:chOff x="919" y="4440"/>
                <a:chExt cx="66" cy="248"/>
              </a:xfrm>
            </p:grpSpPr>
            <p:grpSp>
              <p:nvGrpSpPr>
                <p:cNvPr id="769" name="Group 35">
                  <a:extLst>
                    <a:ext uri="{FF2B5EF4-FFF2-40B4-BE49-F238E27FC236}">
                      <a16:creationId xmlns:a16="http://schemas.microsoft.com/office/drawing/2014/main" id="{97595750-5A28-4D93-A1D9-DF06B796C69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919" y="4440"/>
                  <a:ext cx="66" cy="66"/>
                  <a:chOff x="250" y="352"/>
                  <a:chExt cx="136" cy="136"/>
                </a:xfrm>
              </p:grpSpPr>
              <p:sp>
                <p:nvSpPr>
                  <p:cNvPr id="774" name="Oval 36">
                    <a:extLst>
                      <a:ext uri="{FF2B5EF4-FFF2-40B4-BE49-F238E27FC236}">
                        <a16:creationId xmlns:a16="http://schemas.microsoft.com/office/drawing/2014/main" id="{D3D6781A-A54D-4DAE-873A-F27AEE27A0A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50" y="352"/>
                    <a:ext cx="136" cy="136"/>
                  </a:xfrm>
                  <a:prstGeom prst="ellipse">
                    <a:avLst/>
                  </a:prstGeom>
                  <a:solidFill>
                    <a:schemeClr val="tx1">
                      <a:alpha val="50195"/>
                    </a:schemeClr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vert="eaVert" wrap="none" anchor="ctr"/>
                  <a:lstStyle/>
                  <a:p>
                    <a:endParaRPr lang="ko-KR" altLang="ko-KR" sz="1000" b="0" dirty="0">
                      <a:solidFill>
                        <a:prstClr val="black"/>
                      </a:solidFill>
                      <a:latin typeface="Pretendard SemiBold" panose="02000703000000020004" pitchFamily="50" charset="-127"/>
                      <a:ea typeface="Pretendard SemiBold" panose="02000703000000020004" pitchFamily="50" charset="-127"/>
                    </a:endParaRPr>
                  </a:p>
                </p:txBody>
              </p:sp>
              <p:sp>
                <p:nvSpPr>
                  <p:cNvPr id="775" name="Oval 37">
                    <a:extLst>
                      <a:ext uri="{FF2B5EF4-FFF2-40B4-BE49-F238E27FC236}">
                        <a16:creationId xmlns:a16="http://schemas.microsoft.com/office/drawing/2014/main" id="{D4AB6131-FE8B-4F27-A99D-42857838A9E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66" y="368"/>
                    <a:ext cx="120" cy="120"/>
                  </a:xfrm>
                  <a:prstGeom prst="ellipse">
                    <a:avLst/>
                  </a:prstGeom>
                  <a:solidFill>
                    <a:schemeClr val="tx1">
                      <a:alpha val="50195"/>
                    </a:schemeClr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vert="eaVert" wrap="none" anchor="ctr"/>
                  <a:lstStyle/>
                  <a:p>
                    <a:endParaRPr lang="ko-KR" altLang="ko-KR" sz="1000" b="0" dirty="0">
                      <a:solidFill>
                        <a:prstClr val="black"/>
                      </a:solidFill>
                      <a:latin typeface="Pretendard SemiBold" panose="02000703000000020004" pitchFamily="50" charset="-127"/>
                      <a:ea typeface="Pretendard SemiBold" panose="02000703000000020004" pitchFamily="50" charset="-127"/>
                    </a:endParaRPr>
                  </a:p>
                </p:txBody>
              </p:sp>
            </p:grpSp>
            <p:grpSp>
              <p:nvGrpSpPr>
                <p:cNvPr id="770" name="Group 38">
                  <a:extLst>
                    <a:ext uri="{FF2B5EF4-FFF2-40B4-BE49-F238E27FC236}">
                      <a16:creationId xmlns:a16="http://schemas.microsoft.com/office/drawing/2014/main" id="{C5F511C4-9979-45CE-970C-E546EFCBE80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919" y="4622"/>
                  <a:ext cx="66" cy="66"/>
                  <a:chOff x="250" y="352"/>
                  <a:chExt cx="136" cy="136"/>
                </a:xfrm>
              </p:grpSpPr>
              <p:sp>
                <p:nvSpPr>
                  <p:cNvPr id="772" name="Oval 39">
                    <a:extLst>
                      <a:ext uri="{FF2B5EF4-FFF2-40B4-BE49-F238E27FC236}">
                        <a16:creationId xmlns:a16="http://schemas.microsoft.com/office/drawing/2014/main" id="{4E848DA8-E20A-4F1E-BCB0-35319482D1F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50" y="352"/>
                    <a:ext cx="136" cy="136"/>
                  </a:xfrm>
                  <a:prstGeom prst="ellipse">
                    <a:avLst/>
                  </a:prstGeom>
                  <a:solidFill>
                    <a:schemeClr val="tx1">
                      <a:alpha val="50195"/>
                    </a:schemeClr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vert="eaVert" wrap="none" anchor="ctr"/>
                  <a:lstStyle/>
                  <a:p>
                    <a:endParaRPr lang="ko-KR" altLang="ko-KR" sz="1000" b="0" dirty="0">
                      <a:solidFill>
                        <a:prstClr val="black"/>
                      </a:solidFill>
                      <a:latin typeface="Pretendard SemiBold" panose="02000703000000020004" pitchFamily="50" charset="-127"/>
                      <a:ea typeface="Pretendard SemiBold" panose="02000703000000020004" pitchFamily="50" charset="-127"/>
                    </a:endParaRPr>
                  </a:p>
                </p:txBody>
              </p:sp>
              <p:sp>
                <p:nvSpPr>
                  <p:cNvPr id="773" name="Oval 40">
                    <a:extLst>
                      <a:ext uri="{FF2B5EF4-FFF2-40B4-BE49-F238E27FC236}">
                        <a16:creationId xmlns:a16="http://schemas.microsoft.com/office/drawing/2014/main" id="{9DA88661-76A0-4842-8930-5C3AC1F1200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66" y="368"/>
                    <a:ext cx="120" cy="120"/>
                  </a:xfrm>
                  <a:prstGeom prst="ellipse">
                    <a:avLst/>
                  </a:prstGeom>
                  <a:solidFill>
                    <a:schemeClr val="tx1">
                      <a:alpha val="50195"/>
                    </a:schemeClr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vert="eaVert" wrap="none" anchor="ctr"/>
                  <a:lstStyle/>
                  <a:p>
                    <a:endParaRPr lang="ko-KR" altLang="ko-KR" sz="1000" b="0" dirty="0">
                      <a:solidFill>
                        <a:prstClr val="black"/>
                      </a:solidFill>
                      <a:latin typeface="Pretendard SemiBold" panose="02000703000000020004" pitchFamily="50" charset="-127"/>
                      <a:ea typeface="Pretendard SemiBold" panose="02000703000000020004" pitchFamily="50" charset="-127"/>
                    </a:endParaRPr>
                  </a:p>
                </p:txBody>
              </p:sp>
            </p:grpSp>
            <p:sp>
              <p:nvSpPr>
                <p:cNvPr id="771" name="AutoShape 41">
                  <a:extLst>
                    <a:ext uri="{FF2B5EF4-FFF2-40B4-BE49-F238E27FC236}">
                      <a16:creationId xmlns:a16="http://schemas.microsoft.com/office/drawing/2014/main" id="{DD2E0AAA-0483-40BB-AA80-2ACA89F1155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5400000">
                  <a:off x="849" y="4547"/>
                  <a:ext cx="208" cy="3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FFFFFF"/>
                    </a:gs>
                    <a:gs pos="100000">
                      <a:srgbClr val="C0C0C0"/>
                    </a:gs>
                  </a:gsLst>
                  <a:path path="shape">
                    <a:fillToRect l="50000" t="50000" r="50000" b="50000"/>
                  </a:path>
                </a:gradFill>
                <a:ln w="12700" algn="ctr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 wrap="none" lIns="90000" tIns="46800" rIns="10800" bIns="46800" anchor="ctr"/>
                <a:lstStyle/>
                <a:p>
                  <a:endParaRPr lang="ko-KR" altLang="ko-KR" sz="1000" b="0" dirty="0">
                    <a:solidFill>
                      <a:prstClr val="black"/>
                    </a:solidFill>
                    <a:latin typeface="Pretendard SemiBold" panose="02000703000000020004" pitchFamily="50" charset="-127"/>
                    <a:ea typeface="Pretendard SemiBold" panose="02000703000000020004" pitchFamily="50" charset="-127"/>
                  </a:endParaRPr>
                </a:p>
              </p:txBody>
            </p:sp>
          </p:grpSp>
          <p:grpSp>
            <p:nvGrpSpPr>
              <p:cNvPr id="574" name="Group 51">
                <a:extLst>
                  <a:ext uri="{FF2B5EF4-FFF2-40B4-BE49-F238E27FC236}">
                    <a16:creationId xmlns:a16="http://schemas.microsoft.com/office/drawing/2014/main" id="{E4E244F1-291D-4A56-853F-63212D6372F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16200000">
                <a:off x="-2364500" y="8127120"/>
                <a:ext cx="60325" cy="219075"/>
                <a:chOff x="919" y="4440"/>
                <a:chExt cx="66" cy="248"/>
              </a:xfrm>
            </p:grpSpPr>
            <p:grpSp>
              <p:nvGrpSpPr>
                <p:cNvPr id="762" name="Group 52">
                  <a:extLst>
                    <a:ext uri="{FF2B5EF4-FFF2-40B4-BE49-F238E27FC236}">
                      <a16:creationId xmlns:a16="http://schemas.microsoft.com/office/drawing/2014/main" id="{494959FD-B61B-477A-824F-67CCEB0D09D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919" y="4440"/>
                  <a:ext cx="66" cy="66"/>
                  <a:chOff x="250" y="352"/>
                  <a:chExt cx="136" cy="136"/>
                </a:xfrm>
              </p:grpSpPr>
              <p:sp>
                <p:nvSpPr>
                  <p:cNvPr id="767" name="Oval 53">
                    <a:extLst>
                      <a:ext uri="{FF2B5EF4-FFF2-40B4-BE49-F238E27FC236}">
                        <a16:creationId xmlns:a16="http://schemas.microsoft.com/office/drawing/2014/main" id="{E49160A3-2040-4235-A175-6474DB639E7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50" y="352"/>
                    <a:ext cx="136" cy="136"/>
                  </a:xfrm>
                  <a:prstGeom prst="ellipse">
                    <a:avLst/>
                  </a:prstGeom>
                  <a:solidFill>
                    <a:schemeClr val="tx1">
                      <a:alpha val="50195"/>
                    </a:schemeClr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vert="eaVert" wrap="none" anchor="ctr"/>
                  <a:lstStyle/>
                  <a:p>
                    <a:endParaRPr lang="ko-KR" altLang="ko-KR" sz="1000" b="0" dirty="0">
                      <a:solidFill>
                        <a:prstClr val="black"/>
                      </a:solidFill>
                      <a:latin typeface="Pretendard SemiBold" panose="02000703000000020004" pitchFamily="50" charset="-127"/>
                      <a:ea typeface="Pretendard SemiBold" panose="02000703000000020004" pitchFamily="50" charset="-127"/>
                    </a:endParaRPr>
                  </a:p>
                </p:txBody>
              </p:sp>
              <p:sp>
                <p:nvSpPr>
                  <p:cNvPr id="768" name="Oval 54">
                    <a:extLst>
                      <a:ext uri="{FF2B5EF4-FFF2-40B4-BE49-F238E27FC236}">
                        <a16:creationId xmlns:a16="http://schemas.microsoft.com/office/drawing/2014/main" id="{9CC76640-F42D-4DD5-B0F2-9D26EC00686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66" y="368"/>
                    <a:ext cx="120" cy="120"/>
                  </a:xfrm>
                  <a:prstGeom prst="ellipse">
                    <a:avLst/>
                  </a:prstGeom>
                  <a:solidFill>
                    <a:schemeClr val="tx1">
                      <a:alpha val="50195"/>
                    </a:schemeClr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vert="eaVert" wrap="none" anchor="ctr"/>
                  <a:lstStyle/>
                  <a:p>
                    <a:endParaRPr lang="ko-KR" altLang="ko-KR" sz="1000" b="0" dirty="0">
                      <a:solidFill>
                        <a:prstClr val="black"/>
                      </a:solidFill>
                      <a:latin typeface="Pretendard SemiBold" panose="02000703000000020004" pitchFamily="50" charset="-127"/>
                      <a:ea typeface="Pretendard SemiBold" panose="02000703000000020004" pitchFamily="50" charset="-127"/>
                    </a:endParaRPr>
                  </a:p>
                </p:txBody>
              </p:sp>
            </p:grpSp>
            <p:grpSp>
              <p:nvGrpSpPr>
                <p:cNvPr id="763" name="Group 55">
                  <a:extLst>
                    <a:ext uri="{FF2B5EF4-FFF2-40B4-BE49-F238E27FC236}">
                      <a16:creationId xmlns:a16="http://schemas.microsoft.com/office/drawing/2014/main" id="{D90E78A2-7A5B-49D7-9497-CA5F2FBF09F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919" y="4622"/>
                  <a:ext cx="66" cy="66"/>
                  <a:chOff x="250" y="352"/>
                  <a:chExt cx="136" cy="136"/>
                </a:xfrm>
              </p:grpSpPr>
              <p:sp>
                <p:nvSpPr>
                  <p:cNvPr id="765" name="Oval 56">
                    <a:extLst>
                      <a:ext uri="{FF2B5EF4-FFF2-40B4-BE49-F238E27FC236}">
                        <a16:creationId xmlns:a16="http://schemas.microsoft.com/office/drawing/2014/main" id="{87AB1A8C-6FB5-4702-A8D8-4D1FFA26EC7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50" y="352"/>
                    <a:ext cx="136" cy="136"/>
                  </a:xfrm>
                  <a:prstGeom prst="ellipse">
                    <a:avLst/>
                  </a:prstGeom>
                  <a:solidFill>
                    <a:schemeClr val="tx1">
                      <a:alpha val="50195"/>
                    </a:schemeClr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vert="eaVert" wrap="none" anchor="ctr"/>
                  <a:lstStyle/>
                  <a:p>
                    <a:endParaRPr lang="ko-KR" altLang="ko-KR" sz="1000" b="0" dirty="0">
                      <a:solidFill>
                        <a:prstClr val="black"/>
                      </a:solidFill>
                      <a:latin typeface="Pretendard SemiBold" panose="02000703000000020004" pitchFamily="50" charset="-127"/>
                      <a:ea typeface="Pretendard SemiBold" panose="02000703000000020004" pitchFamily="50" charset="-127"/>
                    </a:endParaRPr>
                  </a:p>
                </p:txBody>
              </p:sp>
              <p:sp>
                <p:nvSpPr>
                  <p:cNvPr id="766" name="Oval 57">
                    <a:extLst>
                      <a:ext uri="{FF2B5EF4-FFF2-40B4-BE49-F238E27FC236}">
                        <a16:creationId xmlns:a16="http://schemas.microsoft.com/office/drawing/2014/main" id="{1207453E-BCCB-4D42-A123-E4E9094B903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66" y="368"/>
                    <a:ext cx="120" cy="120"/>
                  </a:xfrm>
                  <a:prstGeom prst="ellipse">
                    <a:avLst/>
                  </a:prstGeom>
                  <a:solidFill>
                    <a:schemeClr val="tx1">
                      <a:alpha val="50195"/>
                    </a:schemeClr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vert="eaVert" wrap="none" anchor="ctr"/>
                  <a:lstStyle/>
                  <a:p>
                    <a:endParaRPr lang="ko-KR" altLang="ko-KR" sz="1000" b="0" dirty="0">
                      <a:solidFill>
                        <a:prstClr val="black"/>
                      </a:solidFill>
                      <a:latin typeface="Pretendard SemiBold" panose="02000703000000020004" pitchFamily="50" charset="-127"/>
                      <a:ea typeface="Pretendard SemiBold" panose="02000703000000020004" pitchFamily="50" charset="-127"/>
                    </a:endParaRPr>
                  </a:p>
                </p:txBody>
              </p:sp>
            </p:grpSp>
            <p:sp>
              <p:nvSpPr>
                <p:cNvPr id="764" name="AutoShape 58">
                  <a:extLst>
                    <a:ext uri="{FF2B5EF4-FFF2-40B4-BE49-F238E27FC236}">
                      <a16:creationId xmlns:a16="http://schemas.microsoft.com/office/drawing/2014/main" id="{EB1BFC6A-865B-454F-859A-65B7F31C79F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5400000">
                  <a:off x="849" y="4547"/>
                  <a:ext cx="208" cy="3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FFFFFF"/>
                    </a:gs>
                    <a:gs pos="100000">
                      <a:srgbClr val="C0C0C0"/>
                    </a:gs>
                  </a:gsLst>
                  <a:path path="shape">
                    <a:fillToRect l="50000" t="50000" r="50000" b="50000"/>
                  </a:path>
                </a:gradFill>
                <a:ln w="12700" algn="ctr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 wrap="none" lIns="90000" tIns="46800" rIns="10800" bIns="46800" anchor="ctr"/>
                <a:lstStyle/>
                <a:p>
                  <a:endParaRPr lang="ko-KR" altLang="ko-KR" sz="1000" b="0" dirty="0">
                    <a:solidFill>
                      <a:prstClr val="black"/>
                    </a:solidFill>
                    <a:latin typeface="Pretendard SemiBold" panose="02000703000000020004" pitchFamily="50" charset="-127"/>
                    <a:ea typeface="Pretendard SemiBold" panose="02000703000000020004" pitchFamily="50" charset="-127"/>
                  </a:endParaRPr>
                </a:p>
              </p:txBody>
            </p:sp>
          </p:grpSp>
          <p:grpSp>
            <p:nvGrpSpPr>
              <p:cNvPr id="575" name="Group 34">
                <a:extLst>
                  <a:ext uri="{FF2B5EF4-FFF2-40B4-BE49-F238E27FC236}">
                    <a16:creationId xmlns:a16="http://schemas.microsoft.com/office/drawing/2014/main" id="{856CBD31-A7FA-48CA-BD94-9215AC5B8E6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16200000">
                <a:off x="-2364500" y="8256128"/>
                <a:ext cx="58738" cy="219075"/>
                <a:chOff x="919" y="4440"/>
                <a:chExt cx="66" cy="248"/>
              </a:xfrm>
            </p:grpSpPr>
            <p:grpSp>
              <p:nvGrpSpPr>
                <p:cNvPr id="755" name="Group 35">
                  <a:extLst>
                    <a:ext uri="{FF2B5EF4-FFF2-40B4-BE49-F238E27FC236}">
                      <a16:creationId xmlns:a16="http://schemas.microsoft.com/office/drawing/2014/main" id="{A5E385E4-2758-4930-AB4A-47BF7D0C574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919" y="4440"/>
                  <a:ext cx="66" cy="66"/>
                  <a:chOff x="250" y="352"/>
                  <a:chExt cx="136" cy="136"/>
                </a:xfrm>
              </p:grpSpPr>
              <p:sp>
                <p:nvSpPr>
                  <p:cNvPr id="760" name="Oval 36">
                    <a:extLst>
                      <a:ext uri="{FF2B5EF4-FFF2-40B4-BE49-F238E27FC236}">
                        <a16:creationId xmlns:a16="http://schemas.microsoft.com/office/drawing/2014/main" id="{37F9E81F-60F5-48DA-AD50-D875420858A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50" y="352"/>
                    <a:ext cx="136" cy="136"/>
                  </a:xfrm>
                  <a:prstGeom prst="ellipse">
                    <a:avLst/>
                  </a:prstGeom>
                  <a:solidFill>
                    <a:schemeClr val="tx1">
                      <a:alpha val="50195"/>
                    </a:schemeClr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vert="eaVert" wrap="none" anchor="ctr"/>
                  <a:lstStyle/>
                  <a:p>
                    <a:endParaRPr lang="ko-KR" altLang="ko-KR" sz="1000" b="0" dirty="0">
                      <a:solidFill>
                        <a:prstClr val="black"/>
                      </a:solidFill>
                      <a:latin typeface="Pretendard SemiBold" panose="02000703000000020004" pitchFamily="50" charset="-127"/>
                      <a:ea typeface="Pretendard SemiBold" panose="02000703000000020004" pitchFamily="50" charset="-127"/>
                    </a:endParaRPr>
                  </a:p>
                </p:txBody>
              </p:sp>
              <p:sp>
                <p:nvSpPr>
                  <p:cNvPr id="761" name="Oval 37">
                    <a:extLst>
                      <a:ext uri="{FF2B5EF4-FFF2-40B4-BE49-F238E27FC236}">
                        <a16:creationId xmlns:a16="http://schemas.microsoft.com/office/drawing/2014/main" id="{343CC9CB-808F-4B28-9510-EADAF83FD05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66" y="368"/>
                    <a:ext cx="120" cy="120"/>
                  </a:xfrm>
                  <a:prstGeom prst="ellipse">
                    <a:avLst/>
                  </a:prstGeom>
                  <a:solidFill>
                    <a:schemeClr val="tx1">
                      <a:alpha val="50195"/>
                    </a:schemeClr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vert="eaVert" wrap="none" anchor="ctr"/>
                  <a:lstStyle/>
                  <a:p>
                    <a:endParaRPr lang="ko-KR" altLang="ko-KR" sz="1000" b="0" dirty="0">
                      <a:solidFill>
                        <a:prstClr val="black"/>
                      </a:solidFill>
                      <a:latin typeface="Pretendard SemiBold" panose="02000703000000020004" pitchFamily="50" charset="-127"/>
                      <a:ea typeface="Pretendard SemiBold" panose="02000703000000020004" pitchFamily="50" charset="-127"/>
                    </a:endParaRPr>
                  </a:p>
                </p:txBody>
              </p:sp>
            </p:grpSp>
            <p:grpSp>
              <p:nvGrpSpPr>
                <p:cNvPr id="756" name="Group 38">
                  <a:extLst>
                    <a:ext uri="{FF2B5EF4-FFF2-40B4-BE49-F238E27FC236}">
                      <a16:creationId xmlns:a16="http://schemas.microsoft.com/office/drawing/2014/main" id="{4E9DFD92-DB0C-42D6-8721-CA740AFE3CA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919" y="4622"/>
                  <a:ext cx="66" cy="66"/>
                  <a:chOff x="250" y="352"/>
                  <a:chExt cx="136" cy="136"/>
                </a:xfrm>
              </p:grpSpPr>
              <p:sp>
                <p:nvSpPr>
                  <p:cNvPr id="758" name="Oval 39">
                    <a:extLst>
                      <a:ext uri="{FF2B5EF4-FFF2-40B4-BE49-F238E27FC236}">
                        <a16:creationId xmlns:a16="http://schemas.microsoft.com/office/drawing/2014/main" id="{D67BA4C7-CDDA-4E6C-B17C-26E8B5500BF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50" y="352"/>
                    <a:ext cx="136" cy="136"/>
                  </a:xfrm>
                  <a:prstGeom prst="ellipse">
                    <a:avLst/>
                  </a:prstGeom>
                  <a:solidFill>
                    <a:schemeClr val="tx1">
                      <a:alpha val="50195"/>
                    </a:schemeClr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vert="eaVert" wrap="none" anchor="ctr"/>
                  <a:lstStyle/>
                  <a:p>
                    <a:endParaRPr lang="ko-KR" altLang="ko-KR" sz="1000" b="0" dirty="0">
                      <a:solidFill>
                        <a:prstClr val="black"/>
                      </a:solidFill>
                      <a:latin typeface="Pretendard SemiBold" panose="02000703000000020004" pitchFamily="50" charset="-127"/>
                      <a:ea typeface="Pretendard SemiBold" panose="02000703000000020004" pitchFamily="50" charset="-127"/>
                    </a:endParaRPr>
                  </a:p>
                </p:txBody>
              </p:sp>
              <p:sp>
                <p:nvSpPr>
                  <p:cNvPr id="759" name="Oval 40">
                    <a:extLst>
                      <a:ext uri="{FF2B5EF4-FFF2-40B4-BE49-F238E27FC236}">
                        <a16:creationId xmlns:a16="http://schemas.microsoft.com/office/drawing/2014/main" id="{37451648-8495-4338-A41F-2F5B89A7BB9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66" y="368"/>
                    <a:ext cx="120" cy="120"/>
                  </a:xfrm>
                  <a:prstGeom prst="ellipse">
                    <a:avLst/>
                  </a:prstGeom>
                  <a:solidFill>
                    <a:schemeClr val="tx1">
                      <a:alpha val="50195"/>
                    </a:schemeClr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vert="eaVert" wrap="none" anchor="ctr"/>
                  <a:lstStyle/>
                  <a:p>
                    <a:endParaRPr lang="ko-KR" altLang="ko-KR" sz="1000" b="0" dirty="0">
                      <a:solidFill>
                        <a:prstClr val="black"/>
                      </a:solidFill>
                      <a:latin typeface="Pretendard SemiBold" panose="02000703000000020004" pitchFamily="50" charset="-127"/>
                      <a:ea typeface="Pretendard SemiBold" panose="02000703000000020004" pitchFamily="50" charset="-127"/>
                    </a:endParaRPr>
                  </a:p>
                </p:txBody>
              </p:sp>
            </p:grpSp>
            <p:sp>
              <p:nvSpPr>
                <p:cNvPr id="757" name="AutoShape 41">
                  <a:extLst>
                    <a:ext uri="{FF2B5EF4-FFF2-40B4-BE49-F238E27FC236}">
                      <a16:creationId xmlns:a16="http://schemas.microsoft.com/office/drawing/2014/main" id="{2A7DA04E-E58C-494A-ACE1-98699D5EF6B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5400000">
                  <a:off x="849" y="4547"/>
                  <a:ext cx="208" cy="3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FFFFFF"/>
                    </a:gs>
                    <a:gs pos="100000">
                      <a:srgbClr val="C0C0C0"/>
                    </a:gs>
                  </a:gsLst>
                  <a:path path="shape">
                    <a:fillToRect l="50000" t="50000" r="50000" b="50000"/>
                  </a:path>
                </a:gradFill>
                <a:ln w="12700" algn="ctr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 wrap="none" lIns="90000" tIns="46800" rIns="10800" bIns="46800" anchor="ctr"/>
                <a:lstStyle/>
                <a:p>
                  <a:endParaRPr lang="ko-KR" altLang="ko-KR" sz="1000" b="0" dirty="0">
                    <a:solidFill>
                      <a:prstClr val="black"/>
                    </a:solidFill>
                    <a:latin typeface="Pretendard SemiBold" panose="02000703000000020004" pitchFamily="50" charset="-127"/>
                    <a:ea typeface="Pretendard SemiBold" panose="02000703000000020004" pitchFamily="50" charset="-127"/>
                  </a:endParaRPr>
                </a:p>
              </p:txBody>
            </p:sp>
          </p:grpSp>
          <p:grpSp>
            <p:nvGrpSpPr>
              <p:cNvPr id="576" name="Group 51">
                <a:extLst>
                  <a:ext uri="{FF2B5EF4-FFF2-40B4-BE49-F238E27FC236}">
                    <a16:creationId xmlns:a16="http://schemas.microsoft.com/office/drawing/2014/main" id="{D658566A-23C7-4DD5-BF0C-40B74BE454A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16200000">
                <a:off x="-2364500" y="8384343"/>
                <a:ext cx="58738" cy="219075"/>
                <a:chOff x="919" y="4440"/>
                <a:chExt cx="66" cy="248"/>
              </a:xfrm>
            </p:grpSpPr>
            <p:grpSp>
              <p:nvGrpSpPr>
                <p:cNvPr id="748" name="Group 52">
                  <a:extLst>
                    <a:ext uri="{FF2B5EF4-FFF2-40B4-BE49-F238E27FC236}">
                      <a16:creationId xmlns:a16="http://schemas.microsoft.com/office/drawing/2014/main" id="{D94FEA46-E9FF-479C-B25B-D435C898A0B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919" y="4440"/>
                  <a:ext cx="66" cy="66"/>
                  <a:chOff x="250" y="352"/>
                  <a:chExt cx="136" cy="136"/>
                </a:xfrm>
              </p:grpSpPr>
              <p:sp>
                <p:nvSpPr>
                  <p:cNvPr id="753" name="Oval 53">
                    <a:extLst>
                      <a:ext uri="{FF2B5EF4-FFF2-40B4-BE49-F238E27FC236}">
                        <a16:creationId xmlns:a16="http://schemas.microsoft.com/office/drawing/2014/main" id="{3AFE438B-981F-4548-B547-8F75CABC5EE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50" y="352"/>
                    <a:ext cx="136" cy="136"/>
                  </a:xfrm>
                  <a:prstGeom prst="ellipse">
                    <a:avLst/>
                  </a:prstGeom>
                  <a:solidFill>
                    <a:schemeClr val="tx1">
                      <a:alpha val="50195"/>
                    </a:schemeClr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vert="eaVert" wrap="none" anchor="ctr"/>
                  <a:lstStyle/>
                  <a:p>
                    <a:endParaRPr lang="ko-KR" altLang="ko-KR" sz="1000" b="0" dirty="0">
                      <a:solidFill>
                        <a:prstClr val="black"/>
                      </a:solidFill>
                      <a:latin typeface="Pretendard SemiBold" panose="02000703000000020004" pitchFamily="50" charset="-127"/>
                      <a:ea typeface="Pretendard SemiBold" panose="02000703000000020004" pitchFamily="50" charset="-127"/>
                    </a:endParaRPr>
                  </a:p>
                </p:txBody>
              </p:sp>
              <p:sp>
                <p:nvSpPr>
                  <p:cNvPr id="754" name="Oval 54">
                    <a:extLst>
                      <a:ext uri="{FF2B5EF4-FFF2-40B4-BE49-F238E27FC236}">
                        <a16:creationId xmlns:a16="http://schemas.microsoft.com/office/drawing/2014/main" id="{E71A368A-1D4C-435A-A5DE-B9D9FC3DFB6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66" y="368"/>
                    <a:ext cx="120" cy="120"/>
                  </a:xfrm>
                  <a:prstGeom prst="ellipse">
                    <a:avLst/>
                  </a:prstGeom>
                  <a:solidFill>
                    <a:schemeClr val="tx1">
                      <a:alpha val="50195"/>
                    </a:schemeClr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vert="eaVert" wrap="none" anchor="ctr"/>
                  <a:lstStyle/>
                  <a:p>
                    <a:endParaRPr lang="ko-KR" altLang="ko-KR" sz="1000" b="0" dirty="0">
                      <a:solidFill>
                        <a:prstClr val="black"/>
                      </a:solidFill>
                      <a:latin typeface="Pretendard SemiBold" panose="02000703000000020004" pitchFamily="50" charset="-127"/>
                      <a:ea typeface="Pretendard SemiBold" panose="02000703000000020004" pitchFamily="50" charset="-127"/>
                    </a:endParaRPr>
                  </a:p>
                </p:txBody>
              </p:sp>
            </p:grpSp>
            <p:grpSp>
              <p:nvGrpSpPr>
                <p:cNvPr id="749" name="Group 55">
                  <a:extLst>
                    <a:ext uri="{FF2B5EF4-FFF2-40B4-BE49-F238E27FC236}">
                      <a16:creationId xmlns:a16="http://schemas.microsoft.com/office/drawing/2014/main" id="{4E645868-0117-4AF9-9CF3-523E3146649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919" y="4622"/>
                  <a:ext cx="66" cy="66"/>
                  <a:chOff x="250" y="352"/>
                  <a:chExt cx="136" cy="136"/>
                </a:xfrm>
              </p:grpSpPr>
              <p:sp>
                <p:nvSpPr>
                  <p:cNvPr id="751" name="Oval 56">
                    <a:extLst>
                      <a:ext uri="{FF2B5EF4-FFF2-40B4-BE49-F238E27FC236}">
                        <a16:creationId xmlns:a16="http://schemas.microsoft.com/office/drawing/2014/main" id="{7453E70D-4663-4CD9-AE8C-98A3935F3D8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50" y="352"/>
                    <a:ext cx="136" cy="136"/>
                  </a:xfrm>
                  <a:prstGeom prst="ellipse">
                    <a:avLst/>
                  </a:prstGeom>
                  <a:solidFill>
                    <a:schemeClr val="tx1">
                      <a:alpha val="50195"/>
                    </a:schemeClr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vert="eaVert" wrap="none" anchor="ctr"/>
                  <a:lstStyle/>
                  <a:p>
                    <a:endParaRPr lang="ko-KR" altLang="ko-KR" sz="1000" b="0" dirty="0">
                      <a:solidFill>
                        <a:prstClr val="black"/>
                      </a:solidFill>
                      <a:latin typeface="Pretendard SemiBold" panose="02000703000000020004" pitchFamily="50" charset="-127"/>
                      <a:ea typeface="Pretendard SemiBold" panose="02000703000000020004" pitchFamily="50" charset="-127"/>
                    </a:endParaRPr>
                  </a:p>
                </p:txBody>
              </p:sp>
              <p:sp>
                <p:nvSpPr>
                  <p:cNvPr id="752" name="Oval 57">
                    <a:extLst>
                      <a:ext uri="{FF2B5EF4-FFF2-40B4-BE49-F238E27FC236}">
                        <a16:creationId xmlns:a16="http://schemas.microsoft.com/office/drawing/2014/main" id="{6BBCF0DD-147D-42C0-87BA-6814B43E3D6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66" y="368"/>
                    <a:ext cx="120" cy="120"/>
                  </a:xfrm>
                  <a:prstGeom prst="ellipse">
                    <a:avLst/>
                  </a:prstGeom>
                  <a:solidFill>
                    <a:schemeClr val="tx1">
                      <a:alpha val="50195"/>
                    </a:schemeClr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vert="eaVert" wrap="none" anchor="ctr"/>
                  <a:lstStyle/>
                  <a:p>
                    <a:endParaRPr lang="ko-KR" altLang="ko-KR" sz="1000" b="0" dirty="0">
                      <a:solidFill>
                        <a:prstClr val="black"/>
                      </a:solidFill>
                      <a:latin typeface="Pretendard SemiBold" panose="02000703000000020004" pitchFamily="50" charset="-127"/>
                      <a:ea typeface="Pretendard SemiBold" panose="02000703000000020004" pitchFamily="50" charset="-127"/>
                    </a:endParaRPr>
                  </a:p>
                </p:txBody>
              </p:sp>
            </p:grpSp>
            <p:sp>
              <p:nvSpPr>
                <p:cNvPr id="750" name="AutoShape 58">
                  <a:extLst>
                    <a:ext uri="{FF2B5EF4-FFF2-40B4-BE49-F238E27FC236}">
                      <a16:creationId xmlns:a16="http://schemas.microsoft.com/office/drawing/2014/main" id="{8388FD3C-8124-49A5-9D92-ABB9893E9B3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5400000">
                  <a:off x="849" y="4547"/>
                  <a:ext cx="208" cy="3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FFFFFF"/>
                    </a:gs>
                    <a:gs pos="100000">
                      <a:srgbClr val="C0C0C0"/>
                    </a:gs>
                  </a:gsLst>
                  <a:path path="shape">
                    <a:fillToRect l="50000" t="50000" r="50000" b="50000"/>
                  </a:path>
                </a:gradFill>
                <a:ln w="12700" algn="ctr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 wrap="none" lIns="90000" tIns="46800" rIns="10800" bIns="46800" anchor="ctr"/>
                <a:lstStyle/>
                <a:p>
                  <a:endParaRPr lang="ko-KR" altLang="ko-KR" sz="1000" b="0" dirty="0">
                    <a:solidFill>
                      <a:prstClr val="black"/>
                    </a:solidFill>
                    <a:latin typeface="Pretendard SemiBold" panose="02000703000000020004" pitchFamily="50" charset="-127"/>
                    <a:ea typeface="Pretendard SemiBold" panose="02000703000000020004" pitchFamily="50" charset="-127"/>
                  </a:endParaRPr>
                </a:p>
              </p:txBody>
            </p:sp>
          </p:grpSp>
          <p:grpSp>
            <p:nvGrpSpPr>
              <p:cNvPr id="578" name="Group 59">
                <a:extLst>
                  <a:ext uri="{FF2B5EF4-FFF2-40B4-BE49-F238E27FC236}">
                    <a16:creationId xmlns:a16="http://schemas.microsoft.com/office/drawing/2014/main" id="{D364CB20-F1D4-4416-8D94-1C6ACC11E99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16200000">
                <a:off x="-2364500" y="8512558"/>
                <a:ext cx="58738" cy="219075"/>
                <a:chOff x="919" y="4440"/>
                <a:chExt cx="66" cy="248"/>
              </a:xfrm>
            </p:grpSpPr>
            <p:grpSp>
              <p:nvGrpSpPr>
                <p:cNvPr id="712" name="Group 60">
                  <a:extLst>
                    <a:ext uri="{FF2B5EF4-FFF2-40B4-BE49-F238E27FC236}">
                      <a16:creationId xmlns:a16="http://schemas.microsoft.com/office/drawing/2014/main" id="{7C094DEE-5B1C-4386-BF05-410A9AC3B8D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919" y="4440"/>
                  <a:ext cx="66" cy="66"/>
                  <a:chOff x="250" y="352"/>
                  <a:chExt cx="136" cy="136"/>
                </a:xfrm>
              </p:grpSpPr>
              <p:sp>
                <p:nvSpPr>
                  <p:cNvPr id="746" name="Oval 61">
                    <a:extLst>
                      <a:ext uri="{FF2B5EF4-FFF2-40B4-BE49-F238E27FC236}">
                        <a16:creationId xmlns:a16="http://schemas.microsoft.com/office/drawing/2014/main" id="{83FBD31E-A22C-4056-80E7-A5B8008038D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50" y="352"/>
                    <a:ext cx="136" cy="136"/>
                  </a:xfrm>
                  <a:prstGeom prst="ellipse">
                    <a:avLst/>
                  </a:prstGeom>
                  <a:solidFill>
                    <a:schemeClr val="tx1">
                      <a:alpha val="50195"/>
                    </a:schemeClr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vert="eaVert" wrap="none" anchor="ctr"/>
                  <a:lstStyle/>
                  <a:p>
                    <a:endParaRPr lang="ko-KR" altLang="ko-KR" sz="1000" b="0" dirty="0">
                      <a:solidFill>
                        <a:prstClr val="black"/>
                      </a:solidFill>
                      <a:latin typeface="Pretendard SemiBold" panose="02000703000000020004" pitchFamily="50" charset="-127"/>
                      <a:ea typeface="Pretendard SemiBold" panose="02000703000000020004" pitchFamily="50" charset="-127"/>
                    </a:endParaRPr>
                  </a:p>
                </p:txBody>
              </p:sp>
              <p:sp>
                <p:nvSpPr>
                  <p:cNvPr id="747" name="Oval 62">
                    <a:extLst>
                      <a:ext uri="{FF2B5EF4-FFF2-40B4-BE49-F238E27FC236}">
                        <a16:creationId xmlns:a16="http://schemas.microsoft.com/office/drawing/2014/main" id="{46855A1A-269D-4A24-9622-69392BD3611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66" y="368"/>
                    <a:ext cx="120" cy="120"/>
                  </a:xfrm>
                  <a:prstGeom prst="ellipse">
                    <a:avLst/>
                  </a:prstGeom>
                  <a:solidFill>
                    <a:schemeClr val="tx1">
                      <a:alpha val="50195"/>
                    </a:schemeClr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vert="eaVert" wrap="none" anchor="ctr"/>
                  <a:lstStyle/>
                  <a:p>
                    <a:endParaRPr lang="ko-KR" altLang="ko-KR" sz="1000" b="0" dirty="0">
                      <a:solidFill>
                        <a:prstClr val="black"/>
                      </a:solidFill>
                      <a:latin typeface="Pretendard SemiBold" panose="02000703000000020004" pitchFamily="50" charset="-127"/>
                      <a:ea typeface="Pretendard SemiBold" panose="02000703000000020004" pitchFamily="50" charset="-127"/>
                    </a:endParaRPr>
                  </a:p>
                </p:txBody>
              </p:sp>
            </p:grpSp>
            <p:grpSp>
              <p:nvGrpSpPr>
                <p:cNvPr id="713" name="Group 63">
                  <a:extLst>
                    <a:ext uri="{FF2B5EF4-FFF2-40B4-BE49-F238E27FC236}">
                      <a16:creationId xmlns:a16="http://schemas.microsoft.com/office/drawing/2014/main" id="{2D274FFB-E8EE-4395-8B67-02D4E6AA4D4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919" y="4622"/>
                  <a:ext cx="66" cy="66"/>
                  <a:chOff x="250" y="352"/>
                  <a:chExt cx="136" cy="136"/>
                </a:xfrm>
              </p:grpSpPr>
              <p:sp>
                <p:nvSpPr>
                  <p:cNvPr id="744" name="Oval 64">
                    <a:extLst>
                      <a:ext uri="{FF2B5EF4-FFF2-40B4-BE49-F238E27FC236}">
                        <a16:creationId xmlns:a16="http://schemas.microsoft.com/office/drawing/2014/main" id="{A8F130D2-97EE-41BE-A5EF-302D6E3FC39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50" y="352"/>
                    <a:ext cx="136" cy="136"/>
                  </a:xfrm>
                  <a:prstGeom prst="ellipse">
                    <a:avLst/>
                  </a:prstGeom>
                  <a:solidFill>
                    <a:schemeClr val="tx1">
                      <a:alpha val="50195"/>
                    </a:schemeClr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vert="eaVert" wrap="none" anchor="ctr"/>
                  <a:lstStyle/>
                  <a:p>
                    <a:endParaRPr lang="ko-KR" altLang="ko-KR" sz="1000" b="0" dirty="0">
                      <a:solidFill>
                        <a:prstClr val="black"/>
                      </a:solidFill>
                      <a:latin typeface="Pretendard SemiBold" panose="02000703000000020004" pitchFamily="50" charset="-127"/>
                      <a:ea typeface="Pretendard SemiBold" panose="02000703000000020004" pitchFamily="50" charset="-127"/>
                    </a:endParaRPr>
                  </a:p>
                </p:txBody>
              </p:sp>
              <p:sp>
                <p:nvSpPr>
                  <p:cNvPr id="745" name="Oval 65">
                    <a:extLst>
                      <a:ext uri="{FF2B5EF4-FFF2-40B4-BE49-F238E27FC236}">
                        <a16:creationId xmlns:a16="http://schemas.microsoft.com/office/drawing/2014/main" id="{347CB52F-D142-4AEB-BA55-8027898D611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66" y="368"/>
                    <a:ext cx="120" cy="120"/>
                  </a:xfrm>
                  <a:prstGeom prst="ellipse">
                    <a:avLst/>
                  </a:prstGeom>
                  <a:solidFill>
                    <a:schemeClr val="tx1">
                      <a:alpha val="50195"/>
                    </a:schemeClr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vert="eaVert" wrap="none" anchor="ctr"/>
                  <a:lstStyle/>
                  <a:p>
                    <a:endParaRPr lang="ko-KR" altLang="ko-KR" sz="1000" b="0" dirty="0">
                      <a:solidFill>
                        <a:prstClr val="black"/>
                      </a:solidFill>
                      <a:latin typeface="Pretendard SemiBold" panose="02000703000000020004" pitchFamily="50" charset="-127"/>
                      <a:ea typeface="Pretendard SemiBold" panose="02000703000000020004" pitchFamily="50" charset="-127"/>
                    </a:endParaRPr>
                  </a:p>
                </p:txBody>
              </p:sp>
            </p:grpSp>
            <p:sp>
              <p:nvSpPr>
                <p:cNvPr id="743" name="AutoShape 66">
                  <a:extLst>
                    <a:ext uri="{FF2B5EF4-FFF2-40B4-BE49-F238E27FC236}">
                      <a16:creationId xmlns:a16="http://schemas.microsoft.com/office/drawing/2014/main" id="{40F75332-DEED-4FED-ABB6-56F0CDBDE79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5400000">
                  <a:off x="849" y="4547"/>
                  <a:ext cx="208" cy="3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FFFFFF"/>
                    </a:gs>
                    <a:gs pos="100000">
                      <a:srgbClr val="C0C0C0"/>
                    </a:gs>
                  </a:gsLst>
                  <a:path path="shape">
                    <a:fillToRect l="50000" t="50000" r="50000" b="50000"/>
                  </a:path>
                </a:gradFill>
                <a:ln w="12700" algn="ctr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 wrap="none" lIns="90000" tIns="46800" rIns="10800" bIns="46800" anchor="ctr"/>
                <a:lstStyle/>
                <a:p>
                  <a:endParaRPr lang="ko-KR" altLang="ko-KR" sz="1000" b="0" dirty="0">
                    <a:solidFill>
                      <a:prstClr val="black"/>
                    </a:solidFill>
                    <a:latin typeface="Pretendard SemiBold" panose="02000703000000020004" pitchFamily="50" charset="-127"/>
                    <a:ea typeface="Pretendard SemiBold" panose="02000703000000020004" pitchFamily="50" charset="-127"/>
                  </a:endParaRPr>
                </a:p>
              </p:txBody>
            </p:sp>
          </p:grpSp>
          <p:grpSp>
            <p:nvGrpSpPr>
              <p:cNvPr id="579" name="Group 34">
                <a:extLst>
                  <a:ext uri="{FF2B5EF4-FFF2-40B4-BE49-F238E27FC236}">
                    <a16:creationId xmlns:a16="http://schemas.microsoft.com/office/drawing/2014/main" id="{0BA4EB84-3465-40FA-9D50-88350FF0599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16200000">
                <a:off x="-2362913" y="9537483"/>
                <a:ext cx="57150" cy="219075"/>
                <a:chOff x="919" y="4440"/>
                <a:chExt cx="66" cy="248"/>
              </a:xfrm>
            </p:grpSpPr>
            <p:grpSp>
              <p:nvGrpSpPr>
                <p:cNvPr id="705" name="Group 35">
                  <a:extLst>
                    <a:ext uri="{FF2B5EF4-FFF2-40B4-BE49-F238E27FC236}">
                      <a16:creationId xmlns:a16="http://schemas.microsoft.com/office/drawing/2014/main" id="{218D4CAC-CC17-45CA-9945-A40CF1F6312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919" y="4440"/>
                  <a:ext cx="66" cy="66"/>
                  <a:chOff x="250" y="352"/>
                  <a:chExt cx="136" cy="136"/>
                </a:xfrm>
              </p:grpSpPr>
              <p:sp>
                <p:nvSpPr>
                  <p:cNvPr id="710" name="Oval 36">
                    <a:extLst>
                      <a:ext uri="{FF2B5EF4-FFF2-40B4-BE49-F238E27FC236}">
                        <a16:creationId xmlns:a16="http://schemas.microsoft.com/office/drawing/2014/main" id="{9876FC9E-BBA7-4B6C-95A0-9DA84531706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50" y="352"/>
                    <a:ext cx="136" cy="136"/>
                  </a:xfrm>
                  <a:prstGeom prst="ellipse">
                    <a:avLst/>
                  </a:prstGeom>
                  <a:solidFill>
                    <a:schemeClr val="tx1">
                      <a:alpha val="50195"/>
                    </a:schemeClr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vert="eaVert" wrap="none" anchor="ctr"/>
                  <a:lstStyle/>
                  <a:p>
                    <a:endParaRPr lang="ko-KR" altLang="ko-KR" sz="1000" b="0" dirty="0">
                      <a:solidFill>
                        <a:prstClr val="black"/>
                      </a:solidFill>
                      <a:latin typeface="Pretendard SemiBold" panose="02000703000000020004" pitchFamily="50" charset="-127"/>
                      <a:ea typeface="Pretendard SemiBold" panose="02000703000000020004" pitchFamily="50" charset="-127"/>
                    </a:endParaRPr>
                  </a:p>
                </p:txBody>
              </p:sp>
              <p:sp>
                <p:nvSpPr>
                  <p:cNvPr id="711" name="Oval 37">
                    <a:extLst>
                      <a:ext uri="{FF2B5EF4-FFF2-40B4-BE49-F238E27FC236}">
                        <a16:creationId xmlns:a16="http://schemas.microsoft.com/office/drawing/2014/main" id="{B984CDE2-E263-4237-89FD-B9492AF52DE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66" y="368"/>
                    <a:ext cx="120" cy="120"/>
                  </a:xfrm>
                  <a:prstGeom prst="ellipse">
                    <a:avLst/>
                  </a:prstGeom>
                  <a:solidFill>
                    <a:schemeClr val="tx1">
                      <a:alpha val="50195"/>
                    </a:schemeClr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vert="eaVert" wrap="none" anchor="ctr"/>
                  <a:lstStyle/>
                  <a:p>
                    <a:endParaRPr lang="ko-KR" altLang="ko-KR" sz="1000" b="0" dirty="0">
                      <a:solidFill>
                        <a:prstClr val="black"/>
                      </a:solidFill>
                      <a:latin typeface="Pretendard SemiBold" panose="02000703000000020004" pitchFamily="50" charset="-127"/>
                      <a:ea typeface="Pretendard SemiBold" panose="02000703000000020004" pitchFamily="50" charset="-127"/>
                    </a:endParaRPr>
                  </a:p>
                </p:txBody>
              </p:sp>
            </p:grpSp>
            <p:grpSp>
              <p:nvGrpSpPr>
                <p:cNvPr id="706" name="Group 38">
                  <a:extLst>
                    <a:ext uri="{FF2B5EF4-FFF2-40B4-BE49-F238E27FC236}">
                      <a16:creationId xmlns:a16="http://schemas.microsoft.com/office/drawing/2014/main" id="{9366DEA0-3510-41E8-9050-84D66A6613B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919" y="4622"/>
                  <a:ext cx="66" cy="66"/>
                  <a:chOff x="250" y="352"/>
                  <a:chExt cx="136" cy="136"/>
                </a:xfrm>
              </p:grpSpPr>
              <p:sp>
                <p:nvSpPr>
                  <p:cNvPr id="708" name="Oval 39">
                    <a:extLst>
                      <a:ext uri="{FF2B5EF4-FFF2-40B4-BE49-F238E27FC236}">
                        <a16:creationId xmlns:a16="http://schemas.microsoft.com/office/drawing/2014/main" id="{526D86CA-F307-45B7-8DA2-E8C323A042F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50" y="352"/>
                    <a:ext cx="136" cy="136"/>
                  </a:xfrm>
                  <a:prstGeom prst="ellipse">
                    <a:avLst/>
                  </a:prstGeom>
                  <a:solidFill>
                    <a:schemeClr val="tx1">
                      <a:alpha val="50195"/>
                    </a:schemeClr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vert="eaVert" wrap="none" anchor="ctr"/>
                  <a:lstStyle/>
                  <a:p>
                    <a:endParaRPr lang="ko-KR" altLang="ko-KR" sz="1000" b="0" dirty="0">
                      <a:solidFill>
                        <a:prstClr val="black"/>
                      </a:solidFill>
                      <a:latin typeface="Pretendard SemiBold" panose="02000703000000020004" pitchFamily="50" charset="-127"/>
                      <a:ea typeface="Pretendard SemiBold" panose="02000703000000020004" pitchFamily="50" charset="-127"/>
                    </a:endParaRPr>
                  </a:p>
                </p:txBody>
              </p:sp>
              <p:sp>
                <p:nvSpPr>
                  <p:cNvPr id="709" name="Oval 40">
                    <a:extLst>
                      <a:ext uri="{FF2B5EF4-FFF2-40B4-BE49-F238E27FC236}">
                        <a16:creationId xmlns:a16="http://schemas.microsoft.com/office/drawing/2014/main" id="{E1C9EE09-9AC8-4668-B8FA-478E900FED0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66" y="368"/>
                    <a:ext cx="120" cy="120"/>
                  </a:xfrm>
                  <a:prstGeom prst="ellipse">
                    <a:avLst/>
                  </a:prstGeom>
                  <a:solidFill>
                    <a:schemeClr val="tx1">
                      <a:alpha val="50195"/>
                    </a:schemeClr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vert="eaVert" wrap="none" anchor="ctr"/>
                  <a:lstStyle/>
                  <a:p>
                    <a:endParaRPr lang="ko-KR" altLang="ko-KR" sz="1000" b="0" dirty="0">
                      <a:solidFill>
                        <a:prstClr val="black"/>
                      </a:solidFill>
                      <a:latin typeface="Pretendard SemiBold" panose="02000703000000020004" pitchFamily="50" charset="-127"/>
                      <a:ea typeface="Pretendard SemiBold" panose="02000703000000020004" pitchFamily="50" charset="-127"/>
                    </a:endParaRPr>
                  </a:p>
                </p:txBody>
              </p:sp>
            </p:grpSp>
            <p:sp>
              <p:nvSpPr>
                <p:cNvPr id="707" name="AutoShape 41">
                  <a:extLst>
                    <a:ext uri="{FF2B5EF4-FFF2-40B4-BE49-F238E27FC236}">
                      <a16:creationId xmlns:a16="http://schemas.microsoft.com/office/drawing/2014/main" id="{840ACA53-EBB3-484C-BF5E-31DA5942F10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5400000">
                  <a:off x="849" y="4547"/>
                  <a:ext cx="208" cy="3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FFFFFF"/>
                    </a:gs>
                    <a:gs pos="100000">
                      <a:srgbClr val="C0C0C0"/>
                    </a:gs>
                  </a:gsLst>
                  <a:path path="shape">
                    <a:fillToRect l="50000" t="50000" r="50000" b="50000"/>
                  </a:path>
                </a:gradFill>
                <a:ln w="12700" algn="ctr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 wrap="none" lIns="90000" tIns="46800" rIns="10800" bIns="46800" anchor="ctr"/>
                <a:lstStyle/>
                <a:p>
                  <a:endParaRPr lang="ko-KR" altLang="ko-KR" sz="1000" b="0" dirty="0">
                    <a:solidFill>
                      <a:prstClr val="black"/>
                    </a:solidFill>
                    <a:latin typeface="Pretendard SemiBold" panose="02000703000000020004" pitchFamily="50" charset="-127"/>
                    <a:ea typeface="Pretendard SemiBold" panose="02000703000000020004" pitchFamily="50" charset="-127"/>
                  </a:endParaRPr>
                </a:p>
              </p:txBody>
            </p:sp>
          </p:grpSp>
          <p:grpSp>
            <p:nvGrpSpPr>
              <p:cNvPr id="580" name="Group 51">
                <a:extLst>
                  <a:ext uri="{FF2B5EF4-FFF2-40B4-BE49-F238E27FC236}">
                    <a16:creationId xmlns:a16="http://schemas.microsoft.com/office/drawing/2014/main" id="{EFE866E6-F833-483B-97D3-657B34797E6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16200000">
                <a:off x="-2364500" y="9665698"/>
                <a:ext cx="60325" cy="219075"/>
                <a:chOff x="919" y="4440"/>
                <a:chExt cx="66" cy="248"/>
              </a:xfrm>
            </p:grpSpPr>
            <p:grpSp>
              <p:nvGrpSpPr>
                <p:cNvPr id="698" name="Group 52">
                  <a:extLst>
                    <a:ext uri="{FF2B5EF4-FFF2-40B4-BE49-F238E27FC236}">
                      <a16:creationId xmlns:a16="http://schemas.microsoft.com/office/drawing/2014/main" id="{80BC15FC-58FD-43FE-B905-3A64A45EF9E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919" y="4440"/>
                  <a:ext cx="66" cy="66"/>
                  <a:chOff x="250" y="352"/>
                  <a:chExt cx="136" cy="136"/>
                </a:xfrm>
              </p:grpSpPr>
              <p:sp>
                <p:nvSpPr>
                  <p:cNvPr id="703" name="Oval 53">
                    <a:extLst>
                      <a:ext uri="{FF2B5EF4-FFF2-40B4-BE49-F238E27FC236}">
                        <a16:creationId xmlns:a16="http://schemas.microsoft.com/office/drawing/2014/main" id="{4625F90B-07A3-455E-B81D-35C70C66760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50" y="352"/>
                    <a:ext cx="136" cy="136"/>
                  </a:xfrm>
                  <a:prstGeom prst="ellipse">
                    <a:avLst/>
                  </a:prstGeom>
                  <a:solidFill>
                    <a:schemeClr val="tx1">
                      <a:alpha val="50195"/>
                    </a:schemeClr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vert="eaVert" wrap="none" anchor="ctr"/>
                  <a:lstStyle/>
                  <a:p>
                    <a:endParaRPr lang="ko-KR" altLang="ko-KR" sz="1000" b="0" dirty="0">
                      <a:solidFill>
                        <a:prstClr val="black"/>
                      </a:solidFill>
                      <a:latin typeface="Pretendard SemiBold" panose="02000703000000020004" pitchFamily="50" charset="-127"/>
                      <a:ea typeface="Pretendard SemiBold" panose="02000703000000020004" pitchFamily="50" charset="-127"/>
                    </a:endParaRPr>
                  </a:p>
                </p:txBody>
              </p:sp>
              <p:sp>
                <p:nvSpPr>
                  <p:cNvPr id="704" name="Oval 54">
                    <a:extLst>
                      <a:ext uri="{FF2B5EF4-FFF2-40B4-BE49-F238E27FC236}">
                        <a16:creationId xmlns:a16="http://schemas.microsoft.com/office/drawing/2014/main" id="{10E60519-FC0C-4BF8-8914-EC2DC4D5333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66" y="368"/>
                    <a:ext cx="120" cy="120"/>
                  </a:xfrm>
                  <a:prstGeom prst="ellipse">
                    <a:avLst/>
                  </a:prstGeom>
                  <a:solidFill>
                    <a:schemeClr val="tx1">
                      <a:alpha val="50195"/>
                    </a:schemeClr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vert="eaVert" wrap="none" anchor="ctr"/>
                  <a:lstStyle/>
                  <a:p>
                    <a:endParaRPr lang="ko-KR" altLang="ko-KR" sz="1000" b="0" dirty="0">
                      <a:solidFill>
                        <a:prstClr val="black"/>
                      </a:solidFill>
                      <a:latin typeface="Pretendard SemiBold" panose="02000703000000020004" pitchFamily="50" charset="-127"/>
                      <a:ea typeface="Pretendard SemiBold" panose="02000703000000020004" pitchFamily="50" charset="-127"/>
                    </a:endParaRPr>
                  </a:p>
                </p:txBody>
              </p:sp>
            </p:grpSp>
            <p:grpSp>
              <p:nvGrpSpPr>
                <p:cNvPr id="699" name="Group 55">
                  <a:extLst>
                    <a:ext uri="{FF2B5EF4-FFF2-40B4-BE49-F238E27FC236}">
                      <a16:creationId xmlns:a16="http://schemas.microsoft.com/office/drawing/2014/main" id="{1044C75F-85D1-421A-A092-D4928C6A7BB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919" y="4622"/>
                  <a:ext cx="66" cy="66"/>
                  <a:chOff x="250" y="352"/>
                  <a:chExt cx="136" cy="136"/>
                </a:xfrm>
              </p:grpSpPr>
              <p:sp>
                <p:nvSpPr>
                  <p:cNvPr id="701" name="Oval 56">
                    <a:extLst>
                      <a:ext uri="{FF2B5EF4-FFF2-40B4-BE49-F238E27FC236}">
                        <a16:creationId xmlns:a16="http://schemas.microsoft.com/office/drawing/2014/main" id="{43EFFCBC-9D52-4A18-8774-85A5CED6E54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50" y="352"/>
                    <a:ext cx="136" cy="136"/>
                  </a:xfrm>
                  <a:prstGeom prst="ellipse">
                    <a:avLst/>
                  </a:prstGeom>
                  <a:solidFill>
                    <a:schemeClr val="tx1">
                      <a:alpha val="50195"/>
                    </a:schemeClr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vert="eaVert" wrap="none" anchor="ctr"/>
                  <a:lstStyle/>
                  <a:p>
                    <a:endParaRPr lang="ko-KR" altLang="ko-KR" sz="1000" b="0" dirty="0">
                      <a:solidFill>
                        <a:prstClr val="black"/>
                      </a:solidFill>
                      <a:latin typeface="Pretendard SemiBold" panose="02000703000000020004" pitchFamily="50" charset="-127"/>
                      <a:ea typeface="Pretendard SemiBold" panose="02000703000000020004" pitchFamily="50" charset="-127"/>
                    </a:endParaRPr>
                  </a:p>
                </p:txBody>
              </p:sp>
              <p:sp>
                <p:nvSpPr>
                  <p:cNvPr id="702" name="Oval 57">
                    <a:extLst>
                      <a:ext uri="{FF2B5EF4-FFF2-40B4-BE49-F238E27FC236}">
                        <a16:creationId xmlns:a16="http://schemas.microsoft.com/office/drawing/2014/main" id="{0C57BAB9-0D13-4EA9-9BE1-15DB988195B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66" y="368"/>
                    <a:ext cx="120" cy="120"/>
                  </a:xfrm>
                  <a:prstGeom prst="ellipse">
                    <a:avLst/>
                  </a:prstGeom>
                  <a:solidFill>
                    <a:schemeClr val="tx1">
                      <a:alpha val="50195"/>
                    </a:schemeClr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vert="eaVert" wrap="none" anchor="ctr"/>
                  <a:lstStyle/>
                  <a:p>
                    <a:endParaRPr lang="ko-KR" altLang="ko-KR" sz="1000" b="0" dirty="0">
                      <a:solidFill>
                        <a:prstClr val="black"/>
                      </a:solidFill>
                      <a:latin typeface="Pretendard SemiBold" panose="02000703000000020004" pitchFamily="50" charset="-127"/>
                      <a:ea typeface="Pretendard SemiBold" panose="02000703000000020004" pitchFamily="50" charset="-127"/>
                    </a:endParaRPr>
                  </a:p>
                </p:txBody>
              </p:sp>
            </p:grpSp>
            <p:sp>
              <p:nvSpPr>
                <p:cNvPr id="700" name="AutoShape 58">
                  <a:extLst>
                    <a:ext uri="{FF2B5EF4-FFF2-40B4-BE49-F238E27FC236}">
                      <a16:creationId xmlns:a16="http://schemas.microsoft.com/office/drawing/2014/main" id="{4B452469-B7AB-41D1-86F3-6A2DA0CFF04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5400000">
                  <a:off x="849" y="4547"/>
                  <a:ext cx="208" cy="3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FFFFFF"/>
                    </a:gs>
                    <a:gs pos="100000">
                      <a:srgbClr val="C0C0C0"/>
                    </a:gs>
                  </a:gsLst>
                  <a:path path="shape">
                    <a:fillToRect l="50000" t="50000" r="50000" b="50000"/>
                  </a:path>
                </a:gradFill>
                <a:ln w="12700" algn="ctr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 wrap="none" lIns="90000" tIns="46800" rIns="10800" bIns="46800" anchor="ctr"/>
                <a:lstStyle/>
                <a:p>
                  <a:endParaRPr lang="ko-KR" altLang="ko-KR" sz="1000" b="0" dirty="0">
                    <a:solidFill>
                      <a:prstClr val="black"/>
                    </a:solidFill>
                    <a:latin typeface="Pretendard SemiBold" panose="02000703000000020004" pitchFamily="50" charset="-127"/>
                    <a:ea typeface="Pretendard SemiBold" panose="02000703000000020004" pitchFamily="50" charset="-127"/>
                  </a:endParaRPr>
                </a:p>
              </p:txBody>
            </p:sp>
          </p:grpSp>
          <p:grpSp>
            <p:nvGrpSpPr>
              <p:cNvPr id="581" name="Group 34">
                <a:extLst>
                  <a:ext uri="{FF2B5EF4-FFF2-40B4-BE49-F238E27FC236}">
                    <a16:creationId xmlns:a16="http://schemas.microsoft.com/office/drawing/2014/main" id="{DB40A73F-D609-46CD-B832-AF496F0D943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16200000">
                <a:off x="-2364500" y="9794706"/>
                <a:ext cx="58738" cy="219075"/>
                <a:chOff x="919" y="4440"/>
                <a:chExt cx="66" cy="248"/>
              </a:xfrm>
            </p:grpSpPr>
            <p:grpSp>
              <p:nvGrpSpPr>
                <p:cNvPr id="691" name="Group 35">
                  <a:extLst>
                    <a:ext uri="{FF2B5EF4-FFF2-40B4-BE49-F238E27FC236}">
                      <a16:creationId xmlns:a16="http://schemas.microsoft.com/office/drawing/2014/main" id="{20E37CEC-F9B9-4DA7-B0C4-559DEF59314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919" y="4440"/>
                  <a:ext cx="66" cy="66"/>
                  <a:chOff x="250" y="352"/>
                  <a:chExt cx="136" cy="136"/>
                </a:xfrm>
              </p:grpSpPr>
              <p:sp>
                <p:nvSpPr>
                  <p:cNvPr id="696" name="Oval 36">
                    <a:extLst>
                      <a:ext uri="{FF2B5EF4-FFF2-40B4-BE49-F238E27FC236}">
                        <a16:creationId xmlns:a16="http://schemas.microsoft.com/office/drawing/2014/main" id="{8AA0CF45-9691-4E04-837B-400155035A7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50" y="352"/>
                    <a:ext cx="136" cy="136"/>
                  </a:xfrm>
                  <a:prstGeom prst="ellipse">
                    <a:avLst/>
                  </a:prstGeom>
                  <a:solidFill>
                    <a:schemeClr val="tx1">
                      <a:alpha val="50195"/>
                    </a:schemeClr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vert="eaVert" wrap="none" anchor="ctr"/>
                  <a:lstStyle/>
                  <a:p>
                    <a:endParaRPr lang="ko-KR" altLang="ko-KR" sz="1000" b="0" dirty="0">
                      <a:solidFill>
                        <a:prstClr val="black"/>
                      </a:solidFill>
                      <a:latin typeface="Pretendard SemiBold" panose="02000703000000020004" pitchFamily="50" charset="-127"/>
                      <a:ea typeface="Pretendard SemiBold" panose="02000703000000020004" pitchFamily="50" charset="-127"/>
                    </a:endParaRPr>
                  </a:p>
                </p:txBody>
              </p:sp>
              <p:sp>
                <p:nvSpPr>
                  <p:cNvPr id="697" name="Oval 37">
                    <a:extLst>
                      <a:ext uri="{FF2B5EF4-FFF2-40B4-BE49-F238E27FC236}">
                        <a16:creationId xmlns:a16="http://schemas.microsoft.com/office/drawing/2014/main" id="{2AEB1250-D81C-41E9-8F15-5474C66CF46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66" y="368"/>
                    <a:ext cx="120" cy="120"/>
                  </a:xfrm>
                  <a:prstGeom prst="ellipse">
                    <a:avLst/>
                  </a:prstGeom>
                  <a:solidFill>
                    <a:schemeClr val="tx1">
                      <a:alpha val="50195"/>
                    </a:schemeClr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vert="eaVert" wrap="none" anchor="ctr"/>
                  <a:lstStyle/>
                  <a:p>
                    <a:endParaRPr lang="ko-KR" altLang="ko-KR" sz="1000" b="0" dirty="0">
                      <a:solidFill>
                        <a:prstClr val="black"/>
                      </a:solidFill>
                      <a:latin typeface="Pretendard SemiBold" panose="02000703000000020004" pitchFamily="50" charset="-127"/>
                      <a:ea typeface="Pretendard SemiBold" panose="02000703000000020004" pitchFamily="50" charset="-127"/>
                    </a:endParaRPr>
                  </a:p>
                </p:txBody>
              </p:sp>
            </p:grpSp>
            <p:grpSp>
              <p:nvGrpSpPr>
                <p:cNvPr id="692" name="Group 38">
                  <a:extLst>
                    <a:ext uri="{FF2B5EF4-FFF2-40B4-BE49-F238E27FC236}">
                      <a16:creationId xmlns:a16="http://schemas.microsoft.com/office/drawing/2014/main" id="{965E2C25-8499-422C-9CBF-9C522887604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919" y="4622"/>
                  <a:ext cx="66" cy="66"/>
                  <a:chOff x="250" y="352"/>
                  <a:chExt cx="136" cy="136"/>
                </a:xfrm>
              </p:grpSpPr>
              <p:sp>
                <p:nvSpPr>
                  <p:cNvPr id="694" name="Oval 39">
                    <a:extLst>
                      <a:ext uri="{FF2B5EF4-FFF2-40B4-BE49-F238E27FC236}">
                        <a16:creationId xmlns:a16="http://schemas.microsoft.com/office/drawing/2014/main" id="{5A284C4E-4492-4547-8878-CB017AB302B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50" y="352"/>
                    <a:ext cx="136" cy="136"/>
                  </a:xfrm>
                  <a:prstGeom prst="ellipse">
                    <a:avLst/>
                  </a:prstGeom>
                  <a:solidFill>
                    <a:schemeClr val="tx1">
                      <a:alpha val="50195"/>
                    </a:schemeClr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vert="eaVert" wrap="none" anchor="ctr"/>
                  <a:lstStyle/>
                  <a:p>
                    <a:endParaRPr lang="ko-KR" altLang="ko-KR" sz="1000" b="0" dirty="0">
                      <a:solidFill>
                        <a:prstClr val="black"/>
                      </a:solidFill>
                      <a:latin typeface="Pretendard SemiBold" panose="02000703000000020004" pitchFamily="50" charset="-127"/>
                      <a:ea typeface="Pretendard SemiBold" panose="02000703000000020004" pitchFamily="50" charset="-127"/>
                    </a:endParaRPr>
                  </a:p>
                </p:txBody>
              </p:sp>
              <p:sp>
                <p:nvSpPr>
                  <p:cNvPr id="695" name="Oval 40">
                    <a:extLst>
                      <a:ext uri="{FF2B5EF4-FFF2-40B4-BE49-F238E27FC236}">
                        <a16:creationId xmlns:a16="http://schemas.microsoft.com/office/drawing/2014/main" id="{C558D278-8AC7-48AC-A5BA-CDCCAAB95E8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66" y="368"/>
                    <a:ext cx="120" cy="120"/>
                  </a:xfrm>
                  <a:prstGeom prst="ellipse">
                    <a:avLst/>
                  </a:prstGeom>
                  <a:solidFill>
                    <a:schemeClr val="tx1">
                      <a:alpha val="50195"/>
                    </a:schemeClr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vert="eaVert" wrap="none" anchor="ctr"/>
                  <a:lstStyle/>
                  <a:p>
                    <a:endParaRPr lang="ko-KR" altLang="ko-KR" sz="1000" b="0" dirty="0">
                      <a:solidFill>
                        <a:prstClr val="black"/>
                      </a:solidFill>
                      <a:latin typeface="Pretendard SemiBold" panose="02000703000000020004" pitchFamily="50" charset="-127"/>
                      <a:ea typeface="Pretendard SemiBold" panose="02000703000000020004" pitchFamily="50" charset="-127"/>
                    </a:endParaRPr>
                  </a:p>
                </p:txBody>
              </p:sp>
            </p:grpSp>
            <p:sp>
              <p:nvSpPr>
                <p:cNvPr id="693" name="AutoShape 41">
                  <a:extLst>
                    <a:ext uri="{FF2B5EF4-FFF2-40B4-BE49-F238E27FC236}">
                      <a16:creationId xmlns:a16="http://schemas.microsoft.com/office/drawing/2014/main" id="{BF2E9AA6-2F73-4EDC-9D97-2B215EC801E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5400000">
                  <a:off x="849" y="4547"/>
                  <a:ext cx="208" cy="3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FFFFFF"/>
                    </a:gs>
                    <a:gs pos="100000">
                      <a:srgbClr val="C0C0C0"/>
                    </a:gs>
                  </a:gsLst>
                  <a:path path="shape">
                    <a:fillToRect l="50000" t="50000" r="50000" b="50000"/>
                  </a:path>
                </a:gradFill>
                <a:ln w="12700" algn="ctr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 wrap="none" lIns="90000" tIns="46800" rIns="10800" bIns="46800" anchor="ctr"/>
                <a:lstStyle/>
                <a:p>
                  <a:endParaRPr lang="ko-KR" altLang="ko-KR" sz="1000" b="0" dirty="0">
                    <a:solidFill>
                      <a:prstClr val="black"/>
                    </a:solidFill>
                    <a:latin typeface="Pretendard SemiBold" panose="02000703000000020004" pitchFamily="50" charset="-127"/>
                    <a:ea typeface="Pretendard SemiBold" panose="02000703000000020004" pitchFamily="50" charset="-127"/>
                  </a:endParaRPr>
                </a:p>
              </p:txBody>
            </p:sp>
          </p:grpSp>
          <p:grpSp>
            <p:nvGrpSpPr>
              <p:cNvPr id="583" name="Group 51">
                <a:extLst>
                  <a:ext uri="{FF2B5EF4-FFF2-40B4-BE49-F238E27FC236}">
                    <a16:creationId xmlns:a16="http://schemas.microsoft.com/office/drawing/2014/main" id="{0114DA77-D498-4152-9EBE-B377CF7B42A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16200000">
                <a:off x="-2364500" y="9922921"/>
                <a:ext cx="58738" cy="219075"/>
                <a:chOff x="919" y="4440"/>
                <a:chExt cx="66" cy="248"/>
              </a:xfrm>
            </p:grpSpPr>
            <p:grpSp>
              <p:nvGrpSpPr>
                <p:cNvPr id="684" name="Group 52">
                  <a:extLst>
                    <a:ext uri="{FF2B5EF4-FFF2-40B4-BE49-F238E27FC236}">
                      <a16:creationId xmlns:a16="http://schemas.microsoft.com/office/drawing/2014/main" id="{F8F390FE-FC8D-4E42-9D1A-4E4EE5B5843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919" y="4440"/>
                  <a:ext cx="66" cy="66"/>
                  <a:chOff x="250" y="352"/>
                  <a:chExt cx="136" cy="136"/>
                </a:xfrm>
              </p:grpSpPr>
              <p:sp>
                <p:nvSpPr>
                  <p:cNvPr id="689" name="Oval 53">
                    <a:extLst>
                      <a:ext uri="{FF2B5EF4-FFF2-40B4-BE49-F238E27FC236}">
                        <a16:creationId xmlns:a16="http://schemas.microsoft.com/office/drawing/2014/main" id="{855FBE9A-ED31-4E5B-A628-E830653DDA7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50" y="352"/>
                    <a:ext cx="136" cy="136"/>
                  </a:xfrm>
                  <a:prstGeom prst="ellipse">
                    <a:avLst/>
                  </a:prstGeom>
                  <a:solidFill>
                    <a:schemeClr val="tx1">
                      <a:alpha val="50195"/>
                    </a:schemeClr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vert="eaVert" wrap="none" anchor="ctr"/>
                  <a:lstStyle/>
                  <a:p>
                    <a:endParaRPr lang="ko-KR" altLang="ko-KR" sz="1000" b="0" dirty="0">
                      <a:solidFill>
                        <a:prstClr val="black"/>
                      </a:solidFill>
                      <a:latin typeface="Pretendard SemiBold" panose="02000703000000020004" pitchFamily="50" charset="-127"/>
                      <a:ea typeface="Pretendard SemiBold" panose="02000703000000020004" pitchFamily="50" charset="-127"/>
                    </a:endParaRPr>
                  </a:p>
                </p:txBody>
              </p:sp>
              <p:sp>
                <p:nvSpPr>
                  <p:cNvPr id="690" name="Oval 54">
                    <a:extLst>
                      <a:ext uri="{FF2B5EF4-FFF2-40B4-BE49-F238E27FC236}">
                        <a16:creationId xmlns:a16="http://schemas.microsoft.com/office/drawing/2014/main" id="{2304D1F4-A67D-433E-A16A-420D6C4A0DE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66" y="368"/>
                    <a:ext cx="120" cy="120"/>
                  </a:xfrm>
                  <a:prstGeom prst="ellipse">
                    <a:avLst/>
                  </a:prstGeom>
                  <a:solidFill>
                    <a:schemeClr val="tx1">
                      <a:alpha val="50195"/>
                    </a:schemeClr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vert="eaVert" wrap="none" anchor="ctr"/>
                  <a:lstStyle/>
                  <a:p>
                    <a:endParaRPr lang="ko-KR" altLang="ko-KR" sz="1000" b="0" dirty="0">
                      <a:solidFill>
                        <a:prstClr val="black"/>
                      </a:solidFill>
                      <a:latin typeface="Pretendard SemiBold" panose="02000703000000020004" pitchFamily="50" charset="-127"/>
                      <a:ea typeface="Pretendard SemiBold" panose="02000703000000020004" pitchFamily="50" charset="-127"/>
                    </a:endParaRPr>
                  </a:p>
                </p:txBody>
              </p:sp>
            </p:grpSp>
            <p:grpSp>
              <p:nvGrpSpPr>
                <p:cNvPr id="685" name="Group 55">
                  <a:extLst>
                    <a:ext uri="{FF2B5EF4-FFF2-40B4-BE49-F238E27FC236}">
                      <a16:creationId xmlns:a16="http://schemas.microsoft.com/office/drawing/2014/main" id="{6EF2EFE7-4DB2-46A0-8106-67089DEC2BC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919" y="4622"/>
                  <a:ext cx="66" cy="66"/>
                  <a:chOff x="250" y="352"/>
                  <a:chExt cx="136" cy="136"/>
                </a:xfrm>
              </p:grpSpPr>
              <p:sp>
                <p:nvSpPr>
                  <p:cNvPr id="687" name="Oval 56">
                    <a:extLst>
                      <a:ext uri="{FF2B5EF4-FFF2-40B4-BE49-F238E27FC236}">
                        <a16:creationId xmlns:a16="http://schemas.microsoft.com/office/drawing/2014/main" id="{9C256C18-325F-45EE-8854-E508AC7AF34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50" y="352"/>
                    <a:ext cx="136" cy="136"/>
                  </a:xfrm>
                  <a:prstGeom prst="ellipse">
                    <a:avLst/>
                  </a:prstGeom>
                  <a:solidFill>
                    <a:schemeClr val="tx1">
                      <a:alpha val="50195"/>
                    </a:schemeClr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vert="eaVert" wrap="none" anchor="ctr"/>
                  <a:lstStyle/>
                  <a:p>
                    <a:endParaRPr lang="ko-KR" altLang="ko-KR" sz="1000" b="0" dirty="0">
                      <a:solidFill>
                        <a:prstClr val="black"/>
                      </a:solidFill>
                      <a:latin typeface="Pretendard SemiBold" panose="02000703000000020004" pitchFamily="50" charset="-127"/>
                      <a:ea typeface="Pretendard SemiBold" panose="02000703000000020004" pitchFamily="50" charset="-127"/>
                    </a:endParaRPr>
                  </a:p>
                </p:txBody>
              </p:sp>
              <p:sp>
                <p:nvSpPr>
                  <p:cNvPr id="688" name="Oval 57">
                    <a:extLst>
                      <a:ext uri="{FF2B5EF4-FFF2-40B4-BE49-F238E27FC236}">
                        <a16:creationId xmlns:a16="http://schemas.microsoft.com/office/drawing/2014/main" id="{68BCDD01-AF51-4060-AE3C-AB25E375355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66" y="368"/>
                    <a:ext cx="120" cy="120"/>
                  </a:xfrm>
                  <a:prstGeom prst="ellipse">
                    <a:avLst/>
                  </a:prstGeom>
                  <a:solidFill>
                    <a:schemeClr val="tx1">
                      <a:alpha val="50195"/>
                    </a:schemeClr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vert="eaVert" wrap="none" anchor="ctr"/>
                  <a:lstStyle/>
                  <a:p>
                    <a:endParaRPr lang="ko-KR" altLang="ko-KR" sz="1000" b="0" dirty="0">
                      <a:solidFill>
                        <a:prstClr val="black"/>
                      </a:solidFill>
                      <a:latin typeface="Pretendard SemiBold" panose="02000703000000020004" pitchFamily="50" charset="-127"/>
                      <a:ea typeface="Pretendard SemiBold" panose="02000703000000020004" pitchFamily="50" charset="-127"/>
                    </a:endParaRPr>
                  </a:p>
                </p:txBody>
              </p:sp>
            </p:grpSp>
            <p:sp>
              <p:nvSpPr>
                <p:cNvPr id="686" name="AutoShape 58">
                  <a:extLst>
                    <a:ext uri="{FF2B5EF4-FFF2-40B4-BE49-F238E27FC236}">
                      <a16:creationId xmlns:a16="http://schemas.microsoft.com/office/drawing/2014/main" id="{32723565-568A-4654-AA1B-16A6DF1F27C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5400000">
                  <a:off x="849" y="4547"/>
                  <a:ext cx="208" cy="3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FFFFFF"/>
                    </a:gs>
                    <a:gs pos="100000">
                      <a:srgbClr val="C0C0C0"/>
                    </a:gs>
                  </a:gsLst>
                  <a:path path="shape">
                    <a:fillToRect l="50000" t="50000" r="50000" b="50000"/>
                  </a:path>
                </a:gradFill>
                <a:ln w="12700" algn="ctr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 wrap="none" lIns="90000" tIns="46800" rIns="10800" bIns="46800" anchor="ctr"/>
                <a:lstStyle/>
                <a:p>
                  <a:endParaRPr lang="ko-KR" altLang="ko-KR" sz="1000" b="0" dirty="0">
                    <a:solidFill>
                      <a:prstClr val="black"/>
                    </a:solidFill>
                    <a:latin typeface="Pretendard SemiBold" panose="02000703000000020004" pitchFamily="50" charset="-127"/>
                    <a:ea typeface="Pretendard SemiBold" panose="02000703000000020004" pitchFamily="50" charset="-127"/>
                  </a:endParaRPr>
                </a:p>
              </p:txBody>
            </p:sp>
          </p:grpSp>
          <p:grpSp>
            <p:nvGrpSpPr>
              <p:cNvPr id="584" name="Group 59">
                <a:extLst>
                  <a:ext uri="{FF2B5EF4-FFF2-40B4-BE49-F238E27FC236}">
                    <a16:creationId xmlns:a16="http://schemas.microsoft.com/office/drawing/2014/main" id="{B52C6EBC-7636-405A-988B-974700913F3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16200000">
                <a:off x="-2364500" y="10051136"/>
                <a:ext cx="58738" cy="219075"/>
                <a:chOff x="919" y="4440"/>
                <a:chExt cx="66" cy="248"/>
              </a:xfrm>
            </p:grpSpPr>
            <p:grpSp>
              <p:nvGrpSpPr>
                <p:cNvPr id="677" name="Group 60">
                  <a:extLst>
                    <a:ext uri="{FF2B5EF4-FFF2-40B4-BE49-F238E27FC236}">
                      <a16:creationId xmlns:a16="http://schemas.microsoft.com/office/drawing/2014/main" id="{A9A9BC8C-416C-4580-9B96-9BA354D2F86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919" y="4440"/>
                  <a:ext cx="66" cy="66"/>
                  <a:chOff x="250" y="352"/>
                  <a:chExt cx="136" cy="136"/>
                </a:xfrm>
              </p:grpSpPr>
              <p:sp>
                <p:nvSpPr>
                  <p:cNvPr id="682" name="Oval 61">
                    <a:extLst>
                      <a:ext uri="{FF2B5EF4-FFF2-40B4-BE49-F238E27FC236}">
                        <a16:creationId xmlns:a16="http://schemas.microsoft.com/office/drawing/2014/main" id="{BBF619BA-FF28-4204-B4CA-9A568DC3FCD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50" y="352"/>
                    <a:ext cx="136" cy="136"/>
                  </a:xfrm>
                  <a:prstGeom prst="ellipse">
                    <a:avLst/>
                  </a:prstGeom>
                  <a:solidFill>
                    <a:schemeClr val="tx1">
                      <a:alpha val="50195"/>
                    </a:schemeClr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vert="eaVert" wrap="none" anchor="ctr"/>
                  <a:lstStyle/>
                  <a:p>
                    <a:endParaRPr lang="ko-KR" altLang="ko-KR" sz="1000" b="0" dirty="0">
                      <a:solidFill>
                        <a:prstClr val="black"/>
                      </a:solidFill>
                      <a:latin typeface="Pretendard SemiBold" panose="02000703000000020004" pitchFamily="50" charset="-127"/>
                      <a:ea typeface="Pretendard SemiBold" panose="02000703000000020004" pitchFamily="50" charset="-127"/>
                    </a:endParaRPr>
                  </a:p>
                </p:txBody>
              </p:sp>
              <p:sp>
                <p:nvSpPr>
                  <p:cNvPr id="683" name="Oval 62">
                    <a:extLst>
                      <a:ext uri="{FF2B5EF4-FFF2-40B4-BE49-F238E27FC236}">
                        <a16:creationId xmlns:a16="http://schemas.microsoft.com/office/drawing/2014/main" id="{2A768162-C198-41B0-B25E-C280B08B54D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66" y="368"/>
                    <a:ext cx="120" cy="120"/>
                  </a:xfrm>
                  <a:prstGeom prst="ellipse">
                    <a:avLst/>
                  </a:prstGeom>
                  <a:solidFill>
                    <a:schemeClr val="tx1">
                      <a:alpha val="50195"/>
                    </a:schemeClr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vert="eaVert" wrap="none" anchor="ctr"/>
                  <a:lstStyle/>
                  <a:p>
                    <a:endParaRPr lang="ko-KR" altLang="ko-KR" sz="1000" b="0" dirty="0">
                      <a:solidFill>
                        <a:prstClr val="black"/>
                      </a:solidFill>
                      <a:latin typeface="Pretendard SemiBold" panose="02000703000000020004" pitchFamily="50" charset="-127"/>
                      <a:ea typeface="Pretendard SemiBold" panose="02000703000000020004" pitchFamily="50" charset="-127"/>
                    </a:endParaRPr>
                  </a:p>
                </p:txBody>
              </p:sp>
            </p:grpSp>
            <p:grpSp>
              <p:nvGrpSpPr>
                <p:cNvPr id="678" name="Group 63">
                  <a:extLst>
                    <a:ext uri="{FF2B5EF4-FFF2-40B4-BE49-F238E27FC236}">
                      <a16:creationId xmlns:a16="http://schemas.microsoft.com/office/drawing/2014/main" id="{36AD417B-F0A2-48F9-9CB5-3A7A7ECF2D6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919" y="4622"/>
                  <a:ext cx="66" cy="66"/>
                  <a:chOff x="250" y="352"/>
                  <a:chExt cx="136" cy="136"/>
                </a:xfrm>
              </p:grpSpPr>
              <p:sp>
                <p:nvSpPr>
                  <p:cNvPr id="680" name="Oval 64">
                    <a:extLst>
                      <a:ext uri="{FF2B5EF4-FFF2-40B4-BE49-F238E27FC236}">
                        <a16:creationId xmlns:a16="http://schemas.microsoft.com/office/drawing/2014/main" id="{5B5AF7F3-B038-412B-906A-BBD61D1354B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50" y="352"/>
                    <a:ext cx="136" cy="136"/>
                  </a:xfrm>
                  <a:prstGeom prst="ellipse">
                    <a:avLst/>
                  </a:prstGeom>
                  <a:solidFill>
                    <a:schemeClr val="tx1">
                      <a:alpha val="50195"/>
                    </a:schemeClr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vert="eaVert" wrap="none" anchor="ctr"/>
                  <a:lstStyle/>
                  <a:p>
                    <a:endParaRPr lang="ko-KR" altLang="ko-KR" sz="1000" b="0" dirty="0">
                      <a:solidFill>
                        <a:prstClr val="black"/>
                      </a:solidFill>
                      <a:latin typeface="Pretendard SemiBold" panose="02000703000000020004" pitchFamily="50" charset="-127"/>
                      <a:ea typeface="Pretendard SemiBold" panose="02000703000000020004" pitchFamily="50" charset="-127"/>
                    </a:endParaRPr>
                  </a:p>
                </p:txBody>
              </p:sp>
              <p:sp>
                <p:nvSpPr>
                  <p:cNvPr id="681" name="Oval 65">
                    <a:extLst>
                      <a:ext uri="{FF2B5EF4-FFF2-40B4-BE49-F238E27FC236}">
                        <a16:creationId xmlns:a16="http://schemas.microsoft.com/office/drawing/2014/main" id="{51BD2027-3C44-4D24-BC6C-E39A1ACC55F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66" y="368"/>
                    <a:ext cx="120" cy="120"/>
                  </a:xfrm>
                  <a:prstGeom prst="ellipse">
                    <a:avLst/>
                  </a:prstGeom>
                  <a:solidFill>
                    <a:schemeClr val="tx1">
                      <a:alpha val="50195"/>
                    </a:schemeClr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vert="eaVert" wrap="none" anchor="ctr"/>
                  <a:lstStyle/>
                  <a:p>
                    <a:endParaRPr lang="ko-KR" altLang="ko-KR" sz="1000" b="0" dirty="0">
                      <a:solidFill>
                        <a:prstClr val="black"/>
                      </a:solidFill>
                      <a:latin typeface="Pretendard SemiBold" panose="02000703000000020004" pitchFamily="50" charset="-127"/>
                      <a:ea typeface="Pretendard SemiBold" panose="02000703000000020004" pitchFamily="50" charset="-127"/>
                    </a:endParaRPr>
                  </a:p>
                </p:txBody>
              </p:sp>
            </p:grpSp>
            <p:sp>
              <p:nvSpPr>
                <p:cNvPr id="679" name="AutoShape 66">
                  <a:extLst>
                    <a:ext uri="{FF2B5EF4-FFF2-40B4-BE49-F238E27FC236}">
                      <a16:creationId xmlns:a16="http://schemas.microsoft.com/office/drawing/2014/main" id="{3CEE9FD7-C82D-44D5-A28A-F8D9232ADDA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5400000">
                  <a:off x="849" y="4547"/>
                  <a:ext cx="208" cy="3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FFFFFF"/>
                    </a:gs>
                    <a:gs pos="100000">
                      <a:srgbClr val="C0C0C0"/>
                    </a:gs>
                  </a:gsLst>
                  <a:path path="shape">
                    <a:fillToRect l="50000" t="50000" r="50000" b="50000"/>
                  </a:path>
                </a:gradFill>
                <a:ln w="12700" algn="ctr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 wrap="none" lIns="90000" tIns="46800" rIns="10800" bIns="46800" anchor="ctr"/>
                <a:lstStyle/>
                <a:p>
                  <a:endParaRPr lang="ko-KR" altLang="ko-KR" sz="1000" b="0" dirty="0">
                    <a:solidFill>
                      <a:prstClr val="black"/>
                    </a:solidFill>
                    <a:latin typeface="Pretendard SemiBold" panose="02000703000000020004" pitchFamily="50" charset="-127"/>
                    <a:ea typeface="Pretendard SemiBold" panose="02000703000000020004" pitchFamily="50" charset="-127"/>
                  </a:endParaRPr>
                </a:p>
              </p:txBody>
            </p:sp>
          </p:grpSp>
          <p:grpSp>
            <p:nvGrpSpPr>
              <p:cNvPr id="585" name="Group 34">
                <a:extLst>
                  <a:ext uri="{FF2B5EF4-FFF2-40B4-BE49-F238E27FC236}">
                    <a16:creationId xmlns:a16="http://schemas.microsoft.com/office/drawing/2014/main" id="{5DC9016C-BB11-4FE8-87B7-C18EDE2B008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16200000">
                <a:off x="-2362913" y="8639979"/>
                <a:ext cx="57150" cy="219075"/>
                <a:chOff x="919" y="4440"/>
                <a:chExt cx="66" cy="248"/>
              </a:xfrm>
            </p:grpSpPr>
            <p:grpSp>
              <p:nvGrpSpPr>
                <p:cNvPr id="645" name="Group 35">
                  <a:extLst>
                    <a:ext uri="{FF2B5EF4-FFF2-40B4-BE49-F238E27FC236}">
                      <a16:creationId xmlns:a16="http://schemas.microsoft.com/office/drawing/2014/main" id="{37AAC708-E6FF-4C55-9AE5-6B229410DD8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919" y="4440"/>
                  <a:ext cx="66" cy="66"/>
                  <a:chOff x="250" y="352"/>
                  <a:chExt cx="136" cy="136"/>
                </a:xfrm>
              </p:grpSpPr>
              <p:sp>
                <p:nvSpPr>
                  <p:cNvPr id="675" name="Oval 36">
                    <a:extLst>
                      <a:ext uri="{FF2B5EF4-FFF2-40B4-BE49-F238E27FC236}">
                        <a16:creationId xmlns:a16="http://schemas.microsoft.com/office/drawing/2014/main" id="{A5473E21-4F1E-482E-931B-09BE4844670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50" y="352"/>
                    <a:ext cx="136" cy="136"/>
                  </a:xfrm>
                  <a:prstGeom prst="ellipse">
                    <a:avLst/>
                  </a:prstGeom>
                  <a:solidFill>
                    <a:schemeClr val="tx1">
                      <a:alpha val="50195"/>
                    </a:schemeClr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vert="eaVert" wrap="none" anchor="ctr"/>
                  <a:lstStyle/>
                  <a:p>
                    <a:endParaRPr lang="ko-KR" altLang="ko-KR" sz="1000" b="0" dirty="0">
                      <a:solidFill>
                        <a:prstClr val="black"/>
                      </a:solidFill>
                      <a:latin typeface="Pretendard SemiBold" panose="02000703000000020004" pitchFamily="50" charset="-127"/>
                      <a:ea typeface="Pretendard SemiBold" panose="02000703000000020004" pitchFamily="50" charset="-127"/>
                    </a:endParaRPr>
                  </a:p>
                </p:txBody>
              </p:sp>
              <p:sp>
                <p:nvSpPr>
                  <p:cNvPr id="676" name="Oval 37">
                    <a:extLst>
                      <a:ext uri="{FF2B5EF4-FFF2-40B4-BE49-F238E27FC236}">
                        <a16:creationId xmlns:a16="http://schemas.microsoft.com/office/drawing/2014/main" id="{ED853772-DC3D-4B1B-B289-E197FB4E68A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66" y="368"/>
                    <a:ext cx="120" cy="120"/>
                  </a:xfrm>
                  <a:prstGeom prst="ellipse">
                    <a:avLst/>
                  </a:prstGeom>
                  <a:solidFill>
                    <a:schemeClr val="tx1">
                      <a:alpha val="50195"/>
                    </a:schemeClr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vert="eaVert" wrap="none" anchor="ctr"/>
                  <a:lstStyle/>
                  <a:p>
                    <a:endParaRPr lang="ko-KR" altLang="ko-KR" sz="1000" b="0" dirty="0">
                      <a:solidFill>
                        <a:prstClr val="black"/>
                      </a:solidFill>
                      <a:latin typeface="Pretendard SemiBold" panose="02000703000000020004" pitchFamily="50" charset="-127"/>
                      <a:ea typeface="Pretendard SemiBold" panose="02000703000000020004" pitchFamily="50" charset="-127"/>
                    </a:endParaRPr>
                  </a:p>
                </p:txBody>
              </p:sp>
            </p:grpSp>
            <p:grpSp>
              <p:nvGrpSpPr>
                <p:cNvPr id="646" name="Group 38">
                  <a:extLst>
                    <a:ext uri="{FF2B5EF4-FFF2-40B4-BE49-F238E27FC236}">
                      <a16:creationId xmlns:a16="http://schemas.microsoft.com/office/drawing/2014/main" id="{DAA53F1B-FF4F-4168-B810-EDAC8AA6C03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919" y="4622"/>
                  <a:ext cx="66" cy="66"/>
                  <a:chOff x="250" y="352"/>
                  <a:chExt cx="136" cy="136"/>
                </a:xfrm>
              </p:grpSpPr>
              <p:sp>
                <p:nvSpPr>
                  <p:cNvPr id="671" name="Oval 39">
                    <a:extLst>
                      <a:ext uri="{FF2B5EF4-FFF2-40B4-BE49-F238E27FC236}">
                        <a16:creationId xmlns:a16="http://schemas.microsoft.com/office/drawing/2014/main" id="{7F9D16E4-BC97-4D42-BE2A-64C59616A21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50" y="352"/>
                    <a:ext cx="136" cy="136"/>
                  </a:xfrm>
                  <a:prstGeom prst="ellipse">
                    <a:avLst/>
                  </a:prstGeom>
                  <a:solidFill>
                    <a:schemeClr val="tx1">
                      <a:alpha val="50195"/>
                    </a:schemeClr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vert="eaVert" wrap="none" anchor="ctr"/>
                  <a:lstStyle/>
                  <a:p>
                    <a:endParaRPr lang="ko-KR" altLang="ko-KR" sz="1000" b="0" dirty="0">
                      <a:solidFill>
                        <a:prstClr val="black"/>
                      </a:solidFill>
                      <a:latin typeface="Pretendard SemiBold" panose="02000703000000020004" pitchFamily="50" charset="-127"/>
                      <a:ea typeface="Pretendard SemiBold" panose="02000703000000020004" pitchFamily="50" charset="-127"/>
                    </a:endParaRPr>
                  </a:p>
                </p:txBody>
              </p:sp>
              <p:sp>
                <p:nvSpPr>
                  <p:cNvPr id="674" name="Oval 40">
                    <a:extLst>
                      <a:ext uri="{FF2B5EF4-FFF2-40B4-BE49-F238E27FC236}">
                        <a16:creationId xmlns:a16="http://schemas.microsoft.com/office/drawing/2014/main" id="{467C92AE-F299-4D70-9311-CDDA7E3AB25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66" y="368"/>
                    <a:ext cx="120" cy="120"/>
                  </a:xfrm>
                  <a:prstGeom prst="ellipse">
                    <a:avLst/>
                  </a:prstGeom>
                  <a:solidFill>
                    <a:schemeClr val="tx1">
                      <a:alpha val="50195"/>
                    </a:schemeClr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vert="eaVert" wrap="none" anchor="ctr"/>
                  <a:lstStyle/>
                  <a:p>
                    <a:endParaRPr lang="ko-KR" altLang="ko-KR" sz="1000" b="0" dirty="0">
                      <a:solidFill>
                        <a:prstClr val="black"/>
                      </a:solidFill>
                      <a:latin typeface="Pretendard SemiBold" panose="02000703000000020004" pitchFamily="50" charset="-127"/>
                      <a:ea typeface="Pretendard SemiBold" panose="02000703000000020004" pitchFamily="50" charset="-127"/>
                    </a:endParaRPr>
                  </a:p>
                </p:txBody>
              </p:sp>
            </p:grpSp>
            <p:sp>
              <p:nvSpPr>
                <p:cNvPr id="667" name="AutoShape 41">
                  <a:extLst>
                    <a:ext uri="{FF2B5EF4-FFF2-40B4-BE49-F238E27FC236}">
                      <a16:creationId xmlns:a16="http://schemas.microsoft.com/office/drawing/2014/main" id="{5CF43EF5-27C8-494C-8083-2D3E02FEED3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5400000">
                  <a:off x="849" y="4547"/>
                  <a:ext cx="208" cy="3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FFFFFF"/>
                    </a:gs>
                    <a:gs pos="100000">
                      <a:srgbClr val="C0C0C0"/>
                    </a:gs>
                  </a:gsLst>
                  <a:path path="shape">
                    <a:fillToRect l="50000" t="50000" r="50000" b="50000"/>
                  </a:path>
                </a:gradFill>
                <a:ln w="12700" algn="ctr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 wrap="none" lIns="90000" tIns="46800" rIns="10800" bIns="46800" anchor="ctr"/>
                <a:lstStyle/>
                <a:p>
                  <a:endParaRPr lang="ko-KR" altLang="ko-KR" sz="1000" b="0" dirty="0">
                    <a:solidFill>
                      <a:prstClr val="black"/>
                    </a:solidFill>
                    <a:latin typeface="Pretendard SemiBold" panose="02000703000000020004" pitchFamily="50" charset="-127"/>
                    <a:ea typeface="Pretendard SemiBold" panose="02000703000000020004" pitchFamily="50" charset="-127"/>
                  </a:endParaRPr>
                </a:p>
              </p:txBody>
            </p:sp>
          </p:grpSp>
          <p:grpSp>
            <p:nvGrpSpPr>
              <p:cNvPr id="586" name="Group 51">
                <a:extLst>
                  <a:ext uri="{FF2B5EF4-FFF2-40B4-BE49-F238E27FC236}">
                    <a16:creationId xmlns:a16="http://schemas.microsoft.com/office/drawing/2014/main" id="{3BC02671-3F8B-47AC-A859-58D865D3444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16200000">
                <a:off x="-2364500" y="8768194"/>
                <a:ext cx="60325" cy="219075"/>
                <a:chOff x="919" y="4440"/>
                <a:chExt cx="66" cy="248"/>
              </a:xfrm>
            </p:grpSpPr>
            <p:grpSp>
              <p:nvGrpSpPr>
                <p:cNvPr id="638" name="Group 52">
                  <a:extLst>
                    <a:ext uri="{FF2B5EF4-FFF2-40B4-BE49-F238E27FC236}">
                      <a16:creationId xmlns:a16="http://schemas.microsoft.com/office/drawing/2014/main" id="{B1B4960B-728D-4628-A321-DCC84093AFC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919" y="4440"/>
                  <a:ext cx="66" cy="66"/>
                  <a:chOff x="250" y="352"/>
                  <a:chExt cx="136" cy="136"/>
                </a:xfrm>
              </p:grpSpPr>
              <p:sp>
                <p:nvSpPr>
                  <p:cNvPr id="643" name="Oval 53">
                    <a:extLst>
                      <a:ext uri="{FF2B5EF4-FFF2-40B4-BE49-F238E27FC236}">
                        <a16:creationId xmlns:a16="http://schemas.microsoft.com/office/drawing/2014/main" id="{B489BDE1-F0C8-4B62-AC14-CD85D62342F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50" y="352"/>
                    <a:ext cx="136" cy="136"/>
                  </a:xfrm>
                  <a:prstGeom prst="ellipse">
                    <a:avLst/>
                  </a:prstGeom>
                  <a:solidFill>
                    <a:schemeClr val="tx1">
                      <a:alpha val="50195"/>
                    </a:schemeClr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vert="eaVert" wrap="none" anchor="ctr"/>
                  <a:lstStyle/>
                  <a:p>
                    <a:endParaRPr lang="ko-KR" altLang="ko-KR" sz="1000" b="0" dirty="0">
                      <a:solidFill>
                        <a:prstClr val="black"/>
                      </a:solidFill>
                      <a:latin typeface="Pretendard SemiBold" panose="02000703000000020004" pitchFamily="50" charset="-127"/>
                      <a:ea typeface="Pretendard SemiBold" panose="02000703000000020004" pitchFamily="50" charset="-127"/>
                    </a:endParaRPr>
                  </a:p>
                </p:txBody>
              </p:sp>
              <p:sp>
                <p:nvSpPr>
                  <p:cNvPr id="644" name="Oval 54">
                    <a:extLst>
                      <a:ext uri="{FF2B5EF4-FFF2-40B4-BE49-F238E27FC236}">
                        <a16:creationId xmlns:a16="http://schemas.microsoft.com/office/drawing/2014/main" id="{F34D6502-E9CD-4AC7-8ED1-458F9049256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66" y="368"/>
                    <a:ext cx="120" cy="120"/>
                  </a:xfrm>
                  <a:prstGeom prst="ellipse">
                    <a:avLst/>
                  </a:prstGeom>
                  <a:solidFill>
                    <a:schemeClr val="tx1">
                      <a:alpha val="50195"/>
                    </a:schemeClr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vert="eaVert" wrap="none" anchor="ctr"/>
                  <a:lstStyle/>
                  <a:p>
                    <a:endParaRPr lang="ko-KR" altLang="ko-KR" sz="1000" b="0" dirty="0">
                      <a:solidFill>
                        <a:prstClr val="black"/>
                      </a:solidFill>
                      <a:latin typeface="Pretendard SemiBold" panose="02000703000000020004" pitchFamily="50" charset="-127"/>
                      <a:ea typeface="Pretendard SemiBold" panose="02000703000000020004" pitchFamily="50" charset="-127"/>
                    </a:endParaRPr>
                  </a:p>
                </p:txBody>
              </p:sp>
            </p:grpSp>
            <p:grpSp>
              <p:nvGrpSpPr>
                <p:cNvPr id="639" name="Group 55">
                  <a:extLst>
                    <a:ext uri="{FF2B5EF4-FFF2-40B4-BE49-F238E27FC236}">
                      <a16:creationId xmlns:a16="http://schemas.microsoft.com/office/drawing/2014/main" id="{AA0B8651-4E71-4F3C-8426-C901DE29E8B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919" y="4622"/>
                  <a:ext cx="66" cy="66"/>
                  <a:chOff x="250" y="352"/>
                  <a:chExt cx="136" cy="136"/>
                </a:xfrm>
              </p:grpSpPr>
              <p:sp>
                <p:nvSpPr>
                  <p:cNvPr id="641" name="Oval 56">
                    <a:extLst>
                      <a:ext uri="{FF2B5EF4-FFF2-40B4-BE49-F238E27FC236}">
                        <a16:creationId xmlns:a16="http://schemas.microsoft.com/office/drawing/2014/main" id="{C67B2298-9EDC-4BCC-95BC-DAD30CBC74D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50" y="352"/>
                    <a:ext cx="136" cy="136"/>
                  </a:xfrm>
                  <a:prstGeom prst="ellipse">
                    <a:avLst/>
                  </a:prstGeom>
                  <a:solidFill>
                    <a:schemeClr val="tx1">
                      <a:alpha val="50195"/>
                    </a:schemeClr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vert="eaVert" wrap="none" anchor="ctr"/>
                  <a:lstStyle/>
                  <a:p>
                    <a:endParaRPr lang="ko-KR" altLang="ko-KR" sz="1000" b="0" dirty="0">
                      <a:solidFill>
                        <a:prstClr val="black"/>
                      </a:solidFill>
                      <a:latin typeface="Pretendard SemiBold" panose="02000703000000020004" pitchFamily="50" charset="-127"/>
                      <a:ea typeface="Pretendard SemiBold" panose="02000703000000020004" pitchFamily="50" charset="-127"/>
                    </a:endParaRPr>
                  </a:p>
                </p:txBody>
              </p:sp>
              <p:sp>
                <p:nvSpPr>
                  <p:cNvPr id="642" name="Oval 57">
                    <a:extLst>
                      <a:ext uri="{FF2B5EF4-FFF2-40B4-BE49-F238E27FC236}">
                        <a16:creationId xmlns:a16="http://schemas.microsoft.com/office/drawing/2014/main" id="{86EDF64D-153A-4696-B75B-5EAE716E798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66" y="368"/>
                    <a:ext cx="120" cy="120"/>
                  </a:xfrm>
                  <a:prstGeom prst="ellipse">
                    <a:avLst/>
                  </a:prstGeom>
                  <a:solidFill>
                    <a:schemeClr val="tx1">
                      <a:alpha val="50195"/>
                    </a:schemeClr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vert="eaVert" wrap="none" anchor="ctr"/>
                  <a:lstStyle/>
                  <a:p>
                    <a:endParaRPr lang="ko-KR" altLang="ko-KR" sz="1000" b="0" dirty="0">
                      <a:solidFill>
                        <a:prstClr val="black"/>
                      </a:solidFill>
                      <a:latin typeface="Pretendard SemiBold" panose="02000703000000020004" pitchFamily="50" charset="-127"/>
                      <a:ea typeface="Pretendard SemiBold" panose="02000703000000020004" pitchFamily="50" charset="-127"/>
                    </a:endParaRPr>
                  </a:p>
                </p:txBody>
              </p:sp>
            </p:grpSp>
            <p:sp>
              <p:nvSpPr>
                <p:cNvPr id="640" name="AutoShape 58">
                  <a:extLst>
                    <a:ext uri="{FF2B5EF4-FFF2-40B4-BE49-F238E27FC236}">
                      <a16:creationId xmlns:a16="http://schemas.microsoft.com/office/drawing/2014/main" id="{D90837B6-E737-42D5-926E-C134338279B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5400000">
                  <a:off x="849" y="4547"/>
                  <a:ext cx="208" cy="3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FFFFFF"/>
                    </a:gs>
                    <a:gs pos="100000">
                      <a:srgbClr val="C0C0C0"/>
                    </a:gs>
                  </a:gsLst>
                  <a:path path="shape">
                    <a:fillToRect l="50000" t="50000" r="50000" b="50000"/>
                  </a:path>
                </a:gradFill>
                <a:ln w="12700" algn="ctr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 wrap="none" lIns="90000" tIns="46800" rIns="10800" bIns="46800" anchor="ctr"/>
                <a:lstStyle/>
                <a:p>
                  <a:endParaRPr lang="ko-KR" altLang="ko-KR" sz="1000" b="0" dirty="0">
                    <a:solidFill>
                      <a:prstClr val="black"/>
                    </a:solidFill>
                    <a:latin typeface="Pretendard SemiBold" panose="02000703000000020004" pitchFamily="50" charset="-127"/>
                    <a:ea typeface="Pretendard SemiBold" panose="02000703000000020004" pitchFamily="50" charset="-127"/>
                  </a:endParaRPr>
                </a:p>
              </p:txBody>
            </p:sp>
          </p:grpSp>
          <p:grpSp>
            <p:nvGrpSpPr>
              <p:cNvPr id="587" name="Group 34">
                <a:extLst>
                  <a:ext uri="{FF2B5EF4-FFF2-40B4-BE49-F238E27FC236}">
                    <a16:creationId xmlns:a16="http://schemas.microsoft.com/office/drawing/2014/main" id="{AA350ABF-5008-4A92-B474-5122067757F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16200000">
                <a:off x="-2364500" y="8897202"/>
                <a:ext cx="58738" cy="219075"/>
                <a:chOff x="919" y="4440"/>
                <a:chExt cx="66" cy="248"/>
              </a:xfrm>
            </p:grpSpPr>
            <p:grpSp>
              <p:nvGrpSpPr>
                <p:cNvPr id="631" name="Group 35">
                  <a:extLst>
                    <a:ext uri="{FF2B5EF4-FFF2-40B4-BE49-F238E27FC236}">
                      <a16:creationId xmlns:a16="http://schemas.microsoft.com/office/drawing/2014/main" id="{EFB499E2-5148-4F02-99C5-CFB053D9C76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919" y="4440"/>
                  <a:ext cx="66" cy="66"/>
                  <a:chOff x="250" y="352"/>
                  <a:chExt cx="136" cy="136"/>
                </a:xfrm>
              </p:grpSpPr>
              <p:sp>
                <p:nvSpPr>
                  <p:cNvPr id="636" name="Oval 36">
                    <a:extLst>
                      <a:ext uri="{FF2B5EF4-FFF2-40B4-BE49-F238E27FC236}">
                        <a16:creationId xmlns:a16="http://schemas.microsoft.com/office/drawing/2014/main" id="{1F86DAC8-0F97-4D59-9361-4210D56EC7C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50" y="352"/>
                    <a:ext cx="136" cy="136"/>
                  </a:xfrm>
                  <a:prstGeom prst="ellipse">
                    <a:avLst/>
                  </a:prstGeom>
                  <a:solidFill>
                    <a:schemeClr val="tx1">
                      <a:alpha val="50195"/>
                    </a:schemeClr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vert="eaVert" wrap="none" anchor="ctr"/>
                  <a:lstStyle/>
                  <a:p>
                    <a:endParaRPr lang="ko-KR" altLang="ko-KR" sz="1000" b="0" dirty="0">
                      <a:solidFill>
                        <a:prstClr val="black"/>
                      </a:solidFill>
                      <a:latin typeface="Pretendard SemiBold" panose="02000703000000020004" pitchFamily="50" charset="-127"/>
                      <a:ea typeface="Pretendard SemiBold" panose="02000703000000020004" pitchFamily="50" charset="-127"/>
                    </a:endParaRPr>
                  </a:p>
                </p:txBody>
              </p:sp>
              <p:sp>
                <p:nvSpPr>
                  <p:cNvPr id="637" name="Oval 37">
                    <a:extLst>
                      <a:ext uri="{FF2B5EF4-FFF2-40B4-BE49-F238E27FC236}">
                        <a16:creationId xmlns:a16="http://schemas.microsoft.com/office/drawing/2014/main" id="{41CDF391-E07D-4410-B4D4-C23B43B6438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66" y="368"/>
                    <a:ext cx="120" cy="120"/>
                  </a:xfrm>
                  <a:prstGeom prst="ellipse">
                    <a:avLst/>
                  </a:prstGeom>
                  <a:solidFill>
                    <a:schemeClr val="tx1">
                      <a:alpha val="50195"/>
                    </a:schemeClr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vert="eaVert" wrap="none" anchor="ctr"/>
                  <a:lstStyle/>
                  <a:p>
                    <a:endParaRPr lang="ko-KR" altLang="ko-KR" sz="1000" b="0" dirty="0">
                      <a:solidFill>
                        <a:prstClr val="black"/>
                      </a:solidFill>
                      <a:latin typeface="Pretendard SemiBold" panose="02000703000000020004" pitchFamily="50" charset="-127"/>
                      <a:ea typeface="Pretendard SemiBold" panose="02000703000000020004" pitchFamily="50" charset="-127"/>
                    </a:endParaRPr>
                  </a:p>
                </p:txBody>
              </p:sp>
            </p:grpSp>
            <p:grpSp>
              <p:nvGrpSpPr>
                <p:cNvPr id="632" name="Group 38">
                  <a:extLst>
                    <a:ext uri="{FF2B5EF4-FFF2-40B4-BE49-F238E27FC236}">
                      <a16:creationId xmlns:a16="http://schemas.microsoft.com/office/drawing/2014/main" id="{D0AF0310-07E9-4936-8024-B3DA2A1E87D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919" y="4622"/>
                  <a:ext cx="66" cy="66"/>
                  <a:chOff x="250" y="352"/>
                  <a:chExt cx="136" cy="136"/>
                </a:xfrm>
              </p:grpSpPr>
              <p:sp>
                <p:nvSpPr>
                  <p:cNvPr id="634" name="Oval 39">
                    <a:extLst>
                      <a:ext uri="{FF2B5EF4-FFF2-40B4-BE49-F238E27FC236}">
                        <a16:creationId xmlns:a16="http://schemas.microsoft.com/office/drawing/2014/main" id="{A4FE5053-540B-42DE-AEA8-90B061E66E9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50" y="352"/>
                    <a:ext cx="136" cy="136"/>
                  </a:xfrm>
                  <a:prstGeom prst="ellipse">
                    <a:avLst/>
                  </a:prstGeom>
                  <a:solidFill>
                    <a:schemeClr val="tx1">
                      <a:alpha val="50195"/>
                    </a:schemeClr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vert="eaVert" wrap="none" anchor="ctr"/>
                  <a:lstStyle/>
                  <a:p>
                    <a:endParaRPr lang="ko-KR" altLang="ko-KR" sz="1000" b="0" dirty="0">
                      <a:solidFill>
                        <a:prstClr val="black"/>
                      </a:solidFill>
                      <a:latin typeface="Pretendard SemiBold" panose="02000703000000020004" pitchFamily="50" charset="-127"/>
                      <a:ea typeface="Pretendard SemiBold" panose="02000703000000020004" pitchFamily="50" charset="-127"/>
                    </a:endParaRPr>
                  </a:p>
                </p:txBody>
              </p:sp>
              <p:sp>
                <p:nvSpPr>
                  <p:cNvPr id="635" name="Oval 40">
                    <a:extLst>
                      <a:ext uri="{FF2B5EF4-FFF2-40B4-BE49-F238E27FC236}">
                        <a16:creationId xmlns:a16="http://schemas.microsoft.com/office/drawing/2014/main" id="{4A6F29A7-7014-47FD-9FDA-C82D23A37EC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66" y="368"/>
                    <a:ext cx="120" cy="120"/>
                  </a:xfrm>
                  <a:prstGeom prst="ellipse">
                    <a:avLst/>
                  </a:prstGeom>
                  <a:solidFill>
                    <a:schemeClr val="tx1">
                      <a:alpha val="50195"/>
                    </a:schemeClr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vert="eaVert" wrap="none" anchor="ctr"/>
                  <a:lstStyle/>
                  <a:p>
                    <a:endParaRPr lang="ko-KR" altLang="ko-KR" sz="1000" b="0" dirty="0">
                      <a:solidFill>
                        <a:prstClr val="black"/>
                      </a:solidFill>
                      <a:latin typeface="Pretendard SemiBold" panose="02000703000000020004" pitchFamily="50" charset="-127"/>
                      <a:ea typeface="Pretendard SemiBold" panose="02000703000000020004" pitchFamily="50" charset="-127"/>
                    </a:endParaRPr>
                  </a:p>
                </p:txBody>
              </p:sp>
            </p:grpSp>
            <p:sp>
              <p:nvSpPr>
                <p:cNvPr id="633" name="AutoShape 41">
                  <a:extLst>
                    <a:ext uri="{FF2B5EF4-FFF2-40B4-BE49-F238E27FC236}">
                      <a16:creationId xmlns:a16="http://schemas.microsoft.com/office/drawing/2014/main" id="{CF1310F2-0D81-4B66-A162-85C0C2AEBEF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5400000">
                  <a:off x="849" y="4547"/>
                  <a:ext cx="208" cy="3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FFFFFF"/>
                    </a:gs>
                    <a:gs pos="100000">
                      <a:srgbClr val="C0C0C0"/>
                    </a:gs>
                  </a:gsLst>
                  <a:path path="shape">
                    <a:fillToRect l="50000" t="50000" r="50000" b="50000"/>
                  </a:path>
                </a:gradFill>
                <a:ln w="12700" algn="ctr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 wrap="none" lIns="90000" tIns="46800" rIns="10800" bIns="46800" anchor="ctr"/>
                <a:lstStyle/>
                <a:p>
                  <a:endParaRPr lang="ko-KR" altLang="ko-KR" sz="1000" b="0" dirty="0">
                    <a:solidFill>
                      <a:prstClr val="black"/>
                    </a:solidFill>
                    <a:latin typeface="Pretendard SemiBold" panose="02000703000000020004" pitchFamily="50" charset="-127"/>
                    <a:ea typeface="Pretendard SemiBold" panose="02000703000000020004" pitchFamily="50" charset="-127"/>
                  </a:endParaRPr>
                </a:p>
              </p:txBody>
            </p:sp>
          </p:grpSp>
          <p:grpSp>
            <p:nvGrpSpPr>
              <p:cNvPr id="588" name="Group 51">
                <a:extLst>
                  <a:ext uri="{FF2B5EF4-FFF2-40B4-BE49-F238E27FC236}">
                    <a16:creationId xmlns:a16="http://schemas.microsoft.com/office/drawing/2014/main" id="{298CD082-F2B6-49C2-B5DF-7B744FD767E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16200000">
                <a:off x="-2364500" y="9025417"/>
                <a:ext cx="58738" cy="219075"/>
                <a:chOff x="919" y="4440"/>
                <a:chExt cx="66" cy="248"/>
              </a:xfrm>
            </p:grpSpPr>
            <p:grpSp>
              <p:nvGrpSpPr>
                <p:cNvPr id="624" name="Group 52">
                  <a:extLst>
                    <a:ext uri="{FF2B5EF4-FFF2-40B4-BE49-F238E27FC236}">
                      <a16:creationId xmlns:a16="http://schemas.microsoft.com/office/drawing/2014/main" id="{75FCA16D-954B-4533-8762-7AEBF2DB633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919" y="4440"/>
                  <a:ext cx="66" cy="66"/>
                  <a:chOff x="250" y="352"/>
                  <a:chExt cx="136" cy="136"/>
                </a:xfrm>
              </p:grpSpPr>
              <p:sp>
                <p:nvSpPr>
                  <p:cNvPr id="629" name="Oval 53">
                    <a:extLst>
                      <a:ext uri="{FF2B5EF4-FFF2-40B4-BE49-F238E27FC236}">
                        <a16:creationId xmlns:a16="http://schemas.microsoft.com/office/drawing/2014/main" id="{9638064E-5BAC-4AA6-B893-30645AA21BD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50" y="352"/>
                    <a:ext cx="136" cy="136"/>
                  </a:xfrm>
                  <a:prstGeom prst="ellipse">
                    <a:avLst/>
                  </a:prstGeom>
                  <a:solidFill>
                    <a:schemeClr val="tx1">
                      <a:alpha val="50195"/>
                    </a:schemeClr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vert="eaVert" wrap="none" anchor="ctr"/>
                  <a:lstStyle/>
                  <a:p>
                    <a:endParaRPr lang="ko-KR" altLang="ko-KR" sz="1000" b="0" dirty="0">
                      <a:solidFill>
                        <a:prstClr val="black"/>
                      </a:solidFill>
                      <a:latin typeface="Pretendard SemiBold" panose="02000703000000020004" pitchFamily="50" charset="-127"/>
                      <a:ea typeface="Pretendard SemiBold" panose="02000703000000020004" pitchFamily="50" charset="-127"/>
                    </a:endParaRPr>
                  </a:p>
                </p:txBody>
              </p:sp>
              <p:sp>
                <p:nvSpPr>
                  <p:cNvPr id="630" name="Oval 54">
                    <a:extLst>
                      <a:ext uri="{FF2B5EF4-FFF2-40B4-BE49-F238E27FC236}">
                        <a16:creationId xmlns:a16="http://schemas.microsoft.com/office/drawing/2014/main" id="{9D092319-1171-46C4-A51D-AD156892C4B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66" y="368"/>
                    <a:ext cx="120" cy="120"/>
                  </a:xfrm>
                  <a:prstGeom prst="ellipse">
                    <a:avLst/>
                  </a:prstGeom>
                  <a:solidFill>
                    <a:schemeClr val="tx1">
                      <a:alpha val="50195"/>
                    </a:schemeClr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vert="eaVert" wrap="none" anchor="ctr"/>
                  <a:lstStyle/>
                  <a:p>
                    <a:endParaRPr lang="ko-KR" altLang="ko-KR" sz="1000" b="0" dirty="0">
                      <a:solidFill>
                        <a:prstClr val="black"/>
                      </a:solidFill>
                      <a:latin typeface="Pretendard SemiBold" panose="02000703000000020004" pitchFamily="50" charset="-127"/>
                      <a:ea typeface="Pretendard SemiBold" panose="02000703000000020004" pitchFamily="50" charset="-127"/>
                    </a:endParaRPr>
                  </a:p>
                </p:txBody>
              </p:sp>
            </p:grpSp>
            <p:grpSp>
              <p:nvGrpSpPr>
                <p:cNvPr id="625" name="Group 55">
                  <a:extLst>
                    <a:ext uri="{FF2B5EF4-FFF2-40B4-BE49-F238E27FC236}">
                      <a16:creationId xmlns:a16="http://schemas.microsoft.com/office/drawing/2014/main" id="{26DE5097-F4E8-4ABC-99A9-E8799F5A1FB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919" y="4622"/>
                  <a:ext cx="66" cy="66"/>
                  <a:chOff x="250" y="352"/>
                  <a:chExt cx="136" cy="136"/>
                </a:xfrm>
              </p:grpSpPr>
              <p:sp>
                <p:nvSpPr>
                  <p:cNvPr id="627" name="Oval 56">
                    <a:extLst>
                      <a:ext uri="{FF2B5EF4-FFF2-40B4-BE49-F238E27FC236}">
                        <a16:creationId xmlns:a16="http://schemas.microsoft.com/office/drawing/2014/main" id="{3B6341A9-4135-42F9-9952-4A716A64A49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50" y="352"/>
                    <a:ext cx="136" cy="136"/>
                  </a:xfrm>
                  <a:prstGeom prst="ellipse">
                    <a:avLst/>
                  </a:prstGeom>
                  <a:solidFill>
                    <a:schemeClr val="tx1">
                      <a:alpha val="50195"/>
                    </a:schemeClr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vert="eaVert" wrap="none" anchor="ctr"/>
                  <a:lstStyle/>
                  <a:p>
                    <a:endParaRPr lang="ko-KR" altLang="ko-KR" sz="1000" b="0" dirty="0">
                      <a:solidFill>
                        <a:prstClr val="black"/>
                      </a:solidFill>
                      <a:latin typeface="Pretendard SemiBold" panose="02000703000000020004" pitchFamily="50" charset="-127"/>
                      <a:ea typeface="Pretendard SemiBold" panose="02000703000000020004" pitchFamily="50" charset="-127"/>
                    </a:endParaRPr>
                  </a:p>
                </p:txBody>
              </p:sp>
              <p:sp>
                <p:nvSpPr>
                  <p:cNvPr id="628" name="Oval 57">
                    <a:extLst>
                      <a:ext uri="{FF2B5EF4-FFF2-40B4-BE49-F238E27FC236}">
                        <a16:creationId xmlns:a16="http://schemas.microsoft.com/office/drawing/2014/main" id="{BCA2AFD4-0632-412B-80B0-1615655844D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66" y="368"/>
                    <a:ext cx="120" cy="120"/>
                  </a:xfrm>
                  <a:prstGeom prst="ellipse">
                    <a:avLst/>
                  </a:prstGeom>
                  <a:solidFill>
                    <a:schemeClr val="tx1">
                      <a:alpha val="50195"/>
                    </a:schemeClr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vert="eaVert" wrap="none" anchor="ctr"/>
                  <a:lstStyle/>
                  <a:p>
                    <a:endParaRPr lang="ko-KR" altLang="ko-KR" sz="1000" b="0" dirty="0">
                      <a:solidFill>
                        <a:prstClr val="black"/>
                      </a:solidFill>
                      <a:latin typeface="Pretendard SemiBold" panose="02000703000000020004" pitchFamily="50" charset="-127"/>
                      <a:ea typeface="Pretendard SemiBold" panose="02000703000000020004" pitchFamily="50" charset="-127"/>
                    </a:endParaRPr>
                  </a:p>
                </p:txBody>
              </p:sp>
            </p:grpSp>
            <p:sp>
              <p:nvSpPr>
                <p:cNvPr id="626" name="AutoShape 58">
                  <a:extLst>
                    <a:ext uri="{FF2B5EF4-FFF2-40B4-BE49-F238E27FC236}">
                      <a16:creationId xmlns:a16="http://schemas.microsoft.com/office/drawing/2014/main" id="{B8146139-7156-407A-80E6-3D126B4A42A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5400000">
                  <a:off x="849" y="4547"/>
                  <a:ext cx="208" cy="3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FFFFFF"/>
                    </a:gs>
                    <a:gs pos="100000">
                      <a:srgbClr val="C0C0C0"/>
                    </a:gs>
                  </a:gsLst>
                  <a:path path="shape">
                    <a:fillToRect l="50000" t="50000" r="50000" b="50000"/>
                  </a:path>
                </a:gradFill>
                <a:ln w="12700" algn="ctr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 wrap="none" lIns="90000" tIns="46800" rIns="10800" bIns="46800" anchor="ctr"/>
                <a:lstStyle/>
                <a:p>
                  <a:endParaRPr lang="ko-KR" altLang="ko-KR" sz="1000" b="0" dirty="0">
                    <a:solidFill>
                      <a:prstClr val="black"/>
                    </a:solidFill>
                    <a:latin typeface="Pretendard SemiBold" panose="02000703000000020004" pitchFamily="50" charset="-127"/>
                    <a:ea typeface="Pretendard SemiBold" panose="02000703000000020004" pitchFamily="50" charset="-127"/>
                  </a:endParaRPr>
                </a:p>
              </p:txBody>
            </p:sp>
          </p:grpSp>
          <p:grpSp>
            <p:nvGrpSpPr>
              <p:cNvPr id="589" name="Group 59">
                <a:extLst>
                  <a:ext uri="{FF2B5EF4-FFF2-40B4-BE49-F238E27FC236}">
                    <a16:creationId xmlns:a16="http://schemas.microsoft.com/office/drawing/2014/main" id="{5C63ABB0-F5C5-4A57-BC51-601707B1296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16200000">
                <a:off x="-2364500" y="9153632"/>
                <a:ext cx="58738" cy="219075"/>
                <a:chOff x="919" y="4440"/>
                <a:chExt cx="66" cy="248"/>
              </a:xfrm>
            </p:grpSpPr>
            <p:grpSp>
              <p:nvGrpSpPr>
                <p:cNvPr id="617" name="Group 60">
                  <a:extLst>
                    <a:ext uri="{FF2B5EF4-FFF2-40B4-BE49-F238E27FC236}">
                      <a16:creationId xmlns:a16="http://schemas.microsoft.com/office/drawing/2014/main" id="{D6FC081A-F417-4316-B6FE-6CFBA86AB5F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919" y="4440"/>
                  <a:ext cx="66" cy="66"/>
                  <a:chOff x="250" y="352"/>
                  <a:chExt cx="136" cy="136"/>
                </a:xfrm>
              </p:grpSpPr>
              <p:sp>
                <p:nvSpPr>
                  <p:cNvPr id="622" name="Oval 61">
                    <a:extLst>
                      <a:ext uri="{FF2B5EF4-FFF2-40B4-BE49-F238E27FC236}">
                        <a16:creationId xmlns:a16="http://schemas.microsoft.com/office/drawing/2014/main" id="{E4456D11-0E50-4F96-AC97-30A70AF6272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50" y="352"/>
                    <a:ext cx="136" cy="136"/>
                  </a:xfrm>
                  <a:prstGeom prst="ellipse">
                    <a:avLst/>
                  </a:prstGeom>
                  <a:solidFill>
                    <a:schemeClr val="tx1">
                      <a:alpha val="50195"/>
                    </a:schemeClr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vert="eaVert" wrap="none" anchor="ctr"/>
                  <a:lstStyle/>
                  <a:p>
                    <a:endParaRPr lang="ko-KR" altLang="ko-KR" sz="1000" b="0" dirty="0">
                      <a:solidFill>
                        <a:prstClr val="black"/>
                      </a:solidFill>
                      <a:latin typeface="Pretendard SemiBold" panose="02000703000000020004" pitchFamily="50" charset="-127"/>
                      <a:ea typeface="Pretendard SemiBold" panose="02000703000000020004" pitchFamily="50" charset="-127"/>
                    </a:endParaRPr>
                  </a:p>
                </p:txBody>
              </p:sp>
              <p:sp>
                <p:nvSpPr>
                  <p:cNvPr id="623" name="Oval 62">
                    <a:extLst>
                      <a:ext uri="{FF2B5EF4-FFF2-40B4-BE49-F238E27FC236}">
                        <a16:creationId xmlns:a16="http://schemas.microsoft.com/office/drawing/2014/main" id="{6B04CA8D-68C6-4958-BE3A-B702A0C37D2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66" y="368"/>
                    <a:ext cx="120" cy="120"/>
                  </a:xfrm>
                  <a:prstGeom prst="ellipse">
                    <a:avLst/>
                  </a:prstGeom>
                  <a:solidFill>
                    <a:schemeClr val="tx1">
                      <a:alpha val="50195"/>
                    </a:schemeClr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vert="eaVert" wrap="none" anchor="ctr"/>
                  <a:lstStyle/>
                  <a:p>
                    <a:endParaRPr lang="ko-KR" altLang="ko-KR" sz="1000" b="0" dirty="0">
                      <a:solidFill>
                        <a:prstClr val="black"/>
                      </a:solidFill>
                      <a:latin typeface="Pretendard SemiBold" panose="02000703000000020004" pitchFamily="50" charset="-127"/>
                      <a:ea typeface="Pretendard SemiBold" panose="02000703000000020004" pitchFamily="50" charset="-127"/>
                    </a:endParaRPr>
                  </a:p>
                </p:txBody>
              </p:sp>
            </p:grpSp>
            <p:grpSp>
              <p:nvGrpSpPr>
                <p:cNvPr id="618" name="Group 63">
                  <a:extLst>
                    <a:ext uri="{FF2B5EF4-FFF2-40B4-BE49-F238E27FC236}">
                      <a16:creationId xmlns:a16="http://schemas.microsoft.com/office/drawing/2014/main" id="{CDD97CB6-9D7B-4A35-BFE6-4FDFF2699C8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919" y="4622"/>
                  <a:ext cx="66" cy="66"/>
                  <a:chOff x="250" y="352"/>
                  <a:chExt cx="136" cy="136"/>
                </a:xfrm>
              </p:grpSpPr>
              <p:sp>
                <p:nvSpPr>
                  <p:cNvPr id="620" name="Oval 64">
                    <a:extLst>
                      <a:ext uri="{FF2B5EF4-FFF2-40B4-BE49-F238E27FC236}">
                        <a16:creationId xmlns:a16="http://schemas.microsoft.com/office/drawing/2014/main" id="{DE00752D-DE2F-45A6-ACB9-F07C710F290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50" y="352"/>
                    <a:ext cx="136" cy="136"/>
                  </a:xfrm>
                  <a:prstGeom prst="ellipse">
                    <a:avLst/>
                  </a:prstGeom>
                  <a:solidFill>
                    <a:schemeClr val="tx1">
                      <a:alpha val="50195"/>
                    </a:schemeClr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vert="eaVert" wrap="none" anchor="ctr"/>
                  <a:lstStyle/>
                  <a:p>
                    <a:endParaRPr lang="ko-KR" altLang="ko-KR" sz="1000" b="0" dirty="0">
                      <a:solidFill>
                        <a:prstClr val="black"/>
                      </a:solidFill>
                      <a:latin typeface="Pretendard SemiBold" panose="02000703000000020004" pitchFamily="50" charset="-127"/>
                      <a:ea typeface="Pretendard SemiBold" panose="02000703000000020004" pitchFamily="50" charset="-127"/>
                    </a:endParaRPr>
                  </a:p>
                </p:txBody>
              </p:sp>
              <p:sp>
                <p:nvSpPr>
                  <p:cNvPr id="621" name="Oval 65">
                    <a:extLst>
                      <a:ext uri="{FF2B5EF4-FFF2-40B4-BE49-F238E27FC236}">
                        <a16:creationId xmlns:a16="http://schemas.microsoft.com/office/drawing/2014/main" id="{6A477C3D-E1F8-457D-8E8D-D53D0CE6789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66" y="368"/>
                    <a:ext cx="120" cy="120"/>
                  </a:xfrm>
                  <a:prstGeom prst="ellipse">
                    <a:avLst/>
                  </a:prstGeom>
                  <a:solidFill>
                    <a:schemeClr val="tx1">
                      <a:alpha val="50195"/>
                    </a:schemeClr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vert="eaVert" wrap="none" anchor="ctr"/>
                  <a:lstStyle/>
                  <a:p>
                    <a:endParaRPr lang="ko-KR" altLang="ko-KR" sz="1000" b="0" dirty="0">
                      <a:solidFill>
                        <a:prstClr val="black"/>
                      </a:solidFill>
                      <a:latin typeface="Pretendard SemiBold" panose="02000703000000020004" pitchFamily="50" charset="-127"/>
                      <a:ea typeface="Pretendard SemiBold" panose="02000703000000020004" pitchFamily="50" charset="-127"/>
                    </a:endParaRPr>
                  </a:p>
                </p:txBody>
              </p:sp>
            </p:grpSp>
            <p:sp>
              <p:nvSpPr>
                <p:cNvPr id="619" name="AutoShape 66">
                  <a:extLst>
                    <a:ext uri="{FF2B5EF4-FFF2-40B4-BE49-F238E27FC236}">
                      <a16:creationId xmlns:a16="http://schemas.microsoft.com/office/drawing/2014/main" id="{7923E7E0-0EDC-4BA6-8680-86EB209CB64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5400000">
                  <a:off x="849" y="4547"/>
                  <a:ext cx="208" cy="3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FFFFFF"/>
                    </a:gs>
                    <a:gs pos="100000">
                      <a:srgbClr val="C0C0C0"/>
                    </a:gs>
                  </a:gsLst>
                  <a:path path="shape">
                    <a:fillToRect l="50000" t="50000" r="50000" b="50000"/>
                  </a:path>
                </a:gradFill>
                <a:ln w="12700" algn="ctr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 wrap="none" lIns="90000" tIns="46800" rIns="10800" bIns="46800" anchor="ctr"/>
                <a:lstStyle/>
                <a:p>
                  <a:endParaRPr lang="ko-KR" altLang="ko-KR" sz="1000" b="0" dirty="0">
                    <a:solidFill>
                      <a:prstClr val="black"/>
                    </a:solidFill>
                    <a:latin typeface="Pretendard SemiBold" panose="02000703000000020004" pitchFamily="50" charset="-127"/>
                    <a:ea typeface="Pretendard SemiBold" panose="02000703000000020004" pitchFamily="50" charset="-127"/>
                  </a:endParaRPr>
                </a:p>
              </p:txBody>
            </p:sp>
          </p:grpSp>
          <p:grpSp>
            <p:nvGrpSpPr>
              <p:cNvPr id="592" name="Group 51">
                <a:extLst>
                  <a:ext uri="{FF2B5EF4-FFF2-40B4-BE49-F238E27FC236}">
                    <a16:creationId xmlns:a16="http://schemas.microsoft.com/office/drawing/2014/main" id="{D14B542D-2B2B-43F2-A5C8-EC39C6A13DE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16200000">
                <a:off x="-2364500" y="9281847"/>
                <a:ext cx="58738" cy="219075"/>
                <a:chOff x="919" y="4440"/>
                <a:chExt cx="66" cy="248"/>
              </a:xfrm>
            </p:grpSpPr>
            <p:grpSp>
              <p:nvGrpSpPr>
                <p:cNvPr id="608" name="Group 52">
                  <a:extLst>
                    <a:ext uri="{FF2B5EF4-FFF2-40B4-BE49-F238E27FC236}">
                      <a16:creationId xmlns:a16="http://schemas.microsoft.com/office/drawing/2014/main" id="{F884E921-66A1-4868-AA1F-76D79495843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919" y="4440"/>
                  <a:ext cx="66" cy="66"/>
                  <a:chOff x="250" y="352"/>
                  <a:chExt cx="136" cy="136"/>
                </a:xfrm>
              </p:grpSpPr>
              <p:sp>
                <p:nvSpPr>
                  <p:cNvPr id="615" name="Oval 53">
                    <a:extLst>
                      <a:ext uri="{FF2B5EF4-FFF2-40B4-BE49-F238E27FC236}">
                        <a16:creationId xmlns:a16="http://schemas.microsoft.com/office/drawing/2014/main" id="{22D035CA-F3AA-4FDF-A894-C7A60463358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50" y="352"/>
                    <a:ext cx="136" cy="136"/>
                  </a:xfrm>
                  <a:prstGeom prst="ellipse">
                    <a:avLst/>
                  </a:prstGeom>
                  <a:solidFill>
                    <a:schemeClr val="tx1">
                      <a:alpha val="50195"/>
                    </a:schemeClr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vert="eaVert" wrap="none" anchor="ctr"/>
                  <a:lstStyle/>
                  <a:p>
                    <a:endParaRPr lang="ko-KR" altLang="ko-KR" sz="1000" b="0" dirty="0">
                      <a:solidFill>
                        <a:prstClr val="black"/>
                      </a:solidFill>
                      <a:latin typeface="Pretendard SemiBold" panose="02000703000000020004" pitchFamily="50" charset="-127"/>
                      <a:ea typeface="Pretendard SemiBold" panose="02000703000000020004" pitchFamily="50" charset="-127"/>
                    </a:endParaRPr>
                  </a:p>
                </p:txBody>
              </p:sp>
              <p:sp>
                <p:nvSpPr>
                  <p:cNvPr id="616" name="Oval 54">
                    <a:extLst>
                      <a:ext uri="{FF2B5EF4-FFF2-40B4-BE49-F238E27FC236}">
                        <a16:creationId xmlns:a16="http://schemas.microsoft.com/office/drawing/2014/main" id="{BB243168-8457-48D4-A522-58DF162BBAC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66" y="368"/>
                    <a:ext cx="120" cy="120"/>
                  </a:xfrm>
                  <a:prstGeom prst="ellipse">
                    <a:avLst/>
                  </a:prstGeom>
                  <a:solidFill>
                    <a:schemeClr val="tx1">
                      <a:alpha val="50195"/>
                    </a:schemeClr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vert="eaVert" wrap="none" anchor="ctr"/>
                  <a:lstStyle/>
                  <a:p>
                    <a:endParaRPr lang="ko-KR" altLang="ko-KR" sz="1000" b="0" dirty="0">
                      <a:solidFill>
                        <a:prstClr val="black"/>
                      </a:solidFill>
                      <a:latin typeface="Pretendard SemiBold" panose="02000703000000020004" pitchFamily="50" charset="-127"/>
                      <a:ea typeface="Pretendard SemiBold" panose="02000703000000020004" pitchFamily="50" charset="-127"/>
                    </a:endParaRPr>
                  </a:p>
                </p:txBody>
              </p:sp>
            </p:grpSp>
            <p:grpSp>
              <p:nvGrpSpPr>
                <p:cNvPr id="611" name="Group 55">
                  <a:extLst>
                    <a:ext uri="{FF2B5EF4-FFF2-40B4-BE49-F238E27FC236}">
                      <a16:creationId xmlns:a16="http://schemas.microsoft.com/office/drawing/2014/main" id="{CCCAD9DD-29FA-4573-A99C-5B3A7BFC306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919" y="4622"/>
                  <a:ext cx="66" cy="66"/>
                  <a:chOff x="250" y="352"/>
                  <a:chExt cx="136" cy="136"/>
                </a:xfrm>
              </p:grpSpPr>
              <p:sp>
                <p:nvSpPr>
                  <p:cNvPr id="613" name="Oval 56">
                    <a:extLst>
                      <a:ext uri="{FF2B5EF4-FFF2-40B4-BE49-F238E27FC236}">
                        <a16:creationId xmlns:a16="http://schemas.microsoft.com/office/drawing/2014/main" id="{D66AA0B1-D236-42CB-8E3D-DE65D309956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50" y="352"/>
                    <a:ext cx="136" cy="136"/>
                  </a:xfrm>
                  <a:prstGeom prst="ellipse">
                    <a:avLst/>
                  </a:prstGeom>
                  <a:solidFill>
                    <a:schemeClr val="tx1">
                      <a:alpha val="50195"/>
                    </a:schemeClr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vert="eaVert" wrap="none" anchor="ctr"/>
                  <a:lstStyle/>
                  <a:p>
                    <a:endParaRPr lang="ko-KR" altLang="ko-KR" sz="1000" b="0" dirty="0">
                      <a:solidFill>
                        <a:prstClr val="black"/>
                      </a:solidFill>
                      <a:latin typeface="Pretendard SemiBold" panose="02000703000000020004" pitchFamily="50" charset="-127"/>
                      <a:ea typeface="Pretendard SemiBold" panose="02000703000000020004" pitchFamily="50" charset="-127"/>
                    </a:endParaRPr>
                  </a:p>
                </p:txBody>
              </p:sp>
              <p:sp>
                <p:nvSpPr>
                  <p:cNvPr id="614" name="Oval 57">
                    <a:extLst>
                      <a:ext uri="{FF2B5EF4-FFF2-40B4-BE49-F238E27FC236}">
                        <a16:creationId xmlns:a16="http://schemas.microsoft.com/office/drawing/2014/main" id="{5E08CB74-1A77-46DE-B82A-57763CFCB4C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66" y="368"/>
                    <a:ext cx="120" cy="120"/>
                  </a:xfrm>
                  <a:prstGeom prst="ellipse">
                    <a:avLst/>
                  </a:prstGeom>
                  <a:solidFill>
                    <a:schemeClr val="tx1">
                      <a:alpha val="50195"/>
                    </a:schemeClr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vert="eaVert" wrap="none" anchor="ctr"/>
                  <a:lstStyle/>
                  <a:p>
                    <a:endParaRPr lang="ko-KR" altLang="ko-KR" sz="1000" b="0" dirty="0">
                      <a:solidFill>
                        <a:prstClr val="black"/>
                      </a:solidFill>
                      <a:latin typeface="Pretendard SemiBold" panose="02000703000000020004" pitchFamily="50" charset="-127"/>
                      <a:ea typeface="Pretendard SemiBold" panose="02000703000000020004" pitchFamily="50" charset="-127"/>
                    </a:endParaRPr>
                  </a:p>
                </p:txBody>
              </p:sp>
            </p:grpSp>
            <p:sp>
              <p:nvSpPr>
                <p:cNvPr id="612" name="AutoShape 58">
                  <a:extLst>
                    <a:ext uri="{FF2B5EF4-FFF2-40B4-BE49-F238E27FC236}">
                      <a16:creationId xmlns:a16="http://schemas.microsoft.com/office/drawing/2014/main" id="{96258641-6E6F-46FD-8E4B-0C571E80B19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5400000">
                  <a:off x="849" y="4547"/>
                  <a:ext cx="208" cy="3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FFFFFF"/>
                    </a:gs>
                    <a:gs pos="100000">
                      <a:srgbClr val="C0C0C0"/>
                    </a:gs>
                  </a:gsLst>
                  <a:path path="shape">
                    <a:fillToRect l="50000" t="50000" r="50000" b="50000"/>
                  </a:path>
                </a:gradFill>
                <a:ln w="12700" algn="ctr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 wrap="none" lIns="90000" tIns="46800" rIns="10800" bIns="46800" anchor="ctr"/>
                <a:lstStyle/>
                <a:p>
                  <a:endParaRPr lang="ko-KR" altLang="ko-KR" sz="1000" b="0" dirty="0">
                    <a:solidFill>
                      <a:prstClr val="black"/>
                    </a:solidFill>
                    <a:latin typeface="Pretendard SemiBold" panose="02000703000000020004" pitchFamily="50" charset="-127"/>
                    <a:ea typeface="Pretendard SemiBold" panose="02000703000000020004" pitchFamily="50" charset="-127"/>
                  </a:endParaRPr>
                </a:p>
              </p:txBody>
            </p:sp>
          </p:grpSp>
          <p:grpSp>
            <p:nvGrpSpPr>
              <p:cNvPr id="596" name="Group 59">
                <a:extLst>
                  <a:ext uri="{FF2B5EF4-FFF2-40B4-BE49-F238E27FC236}">
                    <a16:creationId xmlns:a16="http://schemas.microsoft.com/office/drawing/2014/main" id="{8B58BCFD-C188-4B38-BEA0-8B7B1602E6B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16200000">
                <a:off x="-2364500" y="9410062"/>
                <a:ext cx="58738" cy="219075"/>
                <a:chOff x="919" y="4440"/>
                <a:chExt cx="66" cy="248"/>
              </a:xfrm>
            </p:grpSpPr>
            <p:grpSp>
              <p:nvGrpSpPr>
                <p:cNvPr id="597" name="Group 60">
                  <a:extLst>
                    <a:ext uri="{FF2B5EF4-FFF2-40B4-BE49-F238E27FC236}">
                      <a16:creationId xmlns:a16="http://schemas.microsoft.com/office/drawing/2014/main" id="{EC2B9618-59CF-4D52-B9D9-44D29417293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919" y="4440"/>
                  <a:ext cx="66" cy="66"/>
                  <a:chOff x="250" y="352"/>
                  <a:chExt cx="136" cy="136"/>
                </a:xfrm>
              </p:grpSpPr>
              <p:sp>
                <p:nvSpPr>
                  <p:cNvPr id="606" name="Oval 61">
                    <a:extLst>
                      <a:ext uri="{FF2B5EF4-FFF2-40B4-BE49-F238E27FC236}">
                        <a16:creationId xmlns:a16="http://schemas.microsoft.com/office/drawing/2014/main" id="{E838D779-797B-434E-ACF7-FD53191043D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50" y="352"/>
                    <a:ext cx="136" cy="136"/>
                  </a:xfrm>
                  <a:prstGeom prst="ellipse">
                    <a:avLst/>
                  </a:prstGeom>
                  <a:solidFill>
                    <a:schemeClr val="tx1">
                      <a:alpha val="50195"/>
                    </a:schemeClr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vert="eaVert" wrap="none" anchor="ctr"/>
                  <a:lstStyle/>
                  <a:p>
                    <a:endParaRPr lang="ko-KR" altLang="ko-KR" sz="1000" b="0" dirty="0">
                      <a:solidFill>
                        <a:prstClr val="black"/>
                      </a:solidFill>
                      <a:latin typeface="Pretendard SemiBold" panose="02000703000000020004" pitchFamily="50" charset="-127"/>
                      <a:ea typeface="Pretendard SemiBold" panose="02000703000000020004" pitchFamily="50" charset="-127"/>
                    </a:endParaRPr>
                  </a:p>
                </p:txBody>
              </p:sp>
              <p:sp>
                <p:nvSpPr>
                  <p:cNvPr id="607" name="Oval 62">
                    <a:extLst>
                      <a:ext uri="{FF2B5EF4-FFF2-40B4-BE49-F238E27FC236}">
                        <a16:creationId xmlns:a16="http://schemas.microsoft.com/office/drawing/2014/main" id="{8AB27764-70FE-46E9-96CA-44D69CA8893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66" y="368"/>
                    <a:ext cx="120" cy="120"/>
                  </a:xfrm>
                  <a:prstGeom prst="ellipse">
                    <a:avLst/>
                  </a:prstGeom>
                  <a:solidFill>
                    <a:schemeClr val="tx1">
                      <a:alpha val="50195"/>
                    </a:schemeClr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vert="eaVert" wrap="none" anchor="ctr"/>
                  <a:lstStyle/>
                  <a:p>
                    <a:endParaRPr lang="ko-KR" altLang="ko-KR" sz="1000" b="0" dirty="0">
                      <a:solidFill>
                        <a:prstClr val="black"/>
                      </a:solidFill>
                      <a:latin typeface="Pretendard SemiBold" panose="02000703000000020004" pitchFamily="50" charset="-127"/>
                      <a:ea typeface="Pretendard SemiBold" panose="02000703000000020004" pitchFamily="50" charset="-127"/>
                    </a:endParaRPr>
                  </a:p>
                </p:txBody>
              </p:sp>
            </p:grpSp>
            <p:grpSp>
              <p:nvGrpSpPr>
                <p:cNvPr id="598" name="Group 63">
                  <a:extLst>
                    <a:ext uri="{FF2B5EF4-FFF2-40B4-BE49-F238E27FC236}">
                      <a16:creationId xmlns:a16="http://schemas.microsoft.com/office/drawing/2014/main" id="{EFE1A54E-1176-4D9E-A8E8-E1AEFA9050E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919" y="4622"/>
                  <a:ext cx="66" cy="66"/>
                  <a:chOff x="250" y="352"/>
                  <a:chExt cx="136" cy="136"/>
                </a:xfrm>
              </p:grpSpPr>
              <p:sp>
                <p:nvSpPr>
                  <p:cNvPr id="602" name="Oval 64">
                    <a:extLst>
                      <a:ext uri="{FF2B5EF4-FFF2-40B4-BE49-F238E27FC236}">
                        <a16:creationId xmlns:a16="http://schemas.microsoft.com/office/drawing/2014/main" id="{1416640C-9484-46D4-B8F1-9308C138468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50" y="352"/>
                    <a:ext cx="136" cy="136"/>
                  </a:xfrm>
                  <a:prstGeom prst="ellipse">
                    <a:avLst/>
                  </a:prstGeom>
                  <a:solidFill>
                    <a:schemeClr val="tx1">
                      <a:alpha val="50195"/>
                    </a:schemeClr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vert="eaVert" wrap="none" anchor="ctr"/>
                  <a:lstStyle/>
                  <a:p>
                    <a:endParaRPr lang="ko-KR" altLang="ko-KR" sz="1000" b="0" dirty="0">
                      <a:solidFill>
                        <a:prstClr val="black"/>
                      </a:solidFill>
                      <a:latin typeface="Pretendard SemiBold" panose="02000703000000020004" pitchFamily="50" charset="-127"/>
                      <a:ea typeface="Pretendard SemiBold" panose="02000703000000020004" pitchFamily="50" charset="-127"/>
                    </a:endParaRPr>
                  </a:p>
                </p:txBody>
              </p:sp>
              <p:sp>
                <p:nvSpPr>
                  <p:cNvPr id="603" name="Oval 65">
                    <a:extLst>
                      <a:ext uri="{FF2B5EF4-FFF2-40B4-BE49-F238E27FC236}">
                        <a16:creationId xmlns:a16="http://schemas.microsoft.com/office/drawing/2014/main" id="{F4D212EF-3812-4E1F-8AA0-B69EA6617DE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66" y="368"/>
                    <a:ext cx="120" cy="120"/>
                  </a:xfrm>
                  <a:prstGeom prst="ellipse">
                    <a:avLst/>
                  </a:prstGeom>
                  <a:solidFill>
                    <a:schemeClr val="tx1">
                      <a:alpha val="50195"/>
                    </a:schemeClr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vert="eaVert" wrap="none" anchor="ctr"/>
                  <a:lstStyle/>
                  <a:p>
                    <a:endParaRPr lang="ko-KR" altLang="ko-KR" sz="1000" b="0" dirty="0">
                      <a:solidFill>
                        <a:prstClr val="black"/>
                      </a:solidFill>
                      <a:latin typeface="Pretendard SemiBold" panose="02000703000000020004" pitchFamily="50" charset="-127"/>
                      <a:ea typeface="Pretendard SemiBold" panose="02000703000000020004" pitchFamily="50" charset="-127"/>
                    </a:endParaRPr>
                  </a:p>
                </p:txBody>
              </p:sp>
            </p:grpSp>
            <p:sp>
              <p:nvSpPr>
                <p:cNvPr id="601" name="AutoShape 66">
                  <a:extLst>
                    <a:ext uri="{FF2B5EF4-FFF2-40B4-BE49-F238E27FC236}">
                      <a16:creationId xmlns:a16="http://schemas.microsoft.com/office/drawing/2014/main" id="{BB8E7F3A-7558-4864-A132-4A045061574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5400000">
                  <a:off x="849" y="4547"/>
                  <a:ext cx="208" cy="3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FFFFFF"/>
                    </a:gs>
                    <a:gs pos="100000">
                      <a:srgbClr val="C0C0C0"/>
                    </a:gs>
                  </a:gsLst>
                  <a:path path="shape">
                    <a:fillToRect l="50000" t="50000" r="50000" b="50000"/>
                  </a:path>
                </a:gradFill>
                <a:ln w="12700" algn="ctr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 wrap="none" lIns="90000" tIns="46800" rIns="10800" bIns="46800" anchor="ctr"/>
                <a:lstStyle/>
                <a:p>
                  <a:endParaRPr lang="ko-KR" altLang="ko-KR" sz="1000" b="0" dirty="0">
                    <a:solidFill>
                      <a:prstClr val="black"/>
                    </a:solidFill>
                    <a:latin typeface="Pretendard SemiBold" panose="02000703000000020004" pitchFamily="50" charset="-127"/>
                    <a:ea typeface="Pretendard SemiBold" panose="02000703000000020004" pitchFamily="50" charset="-127"/>
                  </a:endParaRPr>
                </a:p>
              </p:txBody>
            </p:sp>
          </p:grpSp>
        </p:grpSp>
      </p:grpSp>
      <p:pic>
        <p:nvPicPr>
          <p:cNvPr id="945" name="그림 944">
            <a:extLst>
              <a:ext uri="{FF2B5EF4-FFF2-40B4-BE49-F238E27FC236}">
                <a16:creationId xmlns:a16="http://schemas.microsoft.com/office/drawing/2014/main" id="{41877DD4-727D-42B6-862F-2F2D26768309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900"/>
                    </a14:imgEffect>
                    <a14:imgEffect>
                      <a14:saturation sat="7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4269" r="23698"/>
          <a:stretch/>
        </p:blipFill>
        <p:spPr>
          <a:xfrm>
            <a:off x="440668" y="2900771"/>
            <a:ext cx="2304000" cy="2952000"/>
          </a:xfrm>
          <a:prstGeom prst="rect">
            <a:avLst/>
          </a:prstGeom>
        </p:spPr>
      </p:pic>
      <p:sp>
        <p:nvSpPr>
          <p:cNvPr id="946" name="Rectangle 12">
            <a:extLst>
              <a:ext uri="{FF2B5EF4-FFF2-40B4-BE49-F238E27FC236}">
                <a16:creationId xmlns:a16="http://schemas.microsoft.com/office/drawing/2014/main" id="{AB769E97-CDDC-470F-A003-F179C78D5EEA}"/>
              </a:ext>
            </a:extLst>
          </p:cNvPr>
          <p:cNvSpPr/>
          <p:nvPr/>
        </p:nvSpPr>
        <p:spPr>
          <a:xfrm>
            <a:off x="440668" y="2900771"/>
            <a:ext cx="2304000" cy="2952000"/>
          </a:xfrm>
          <a:prstGeom prst="rect">
            <a:avLst/>
          </a:prstGeom>
          <a:solidFill>
            <a:srgbClr val="262626">
              <a:alpha val="10196"/>
            </a:srgbClr>
          </a:solidFill>
          <a:ln w="6350">
            <a:noFill/>
          </a:ln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121920" tIns="60960" rIns="121920" bIns="60960" rtlCol="0" anchor="ctr">
            <a:noAutofit/>
          </a:bodyPr>
          <a:lstStyle/>
          <a:p>
            <a:pPr algn="ctr"/>
            <a:endParaRPr lang="en-US" sz="2400" dirty="0"/>
          </a:p>
        </p:txBody>
      </p:sp>
      <p:grpSp>
        <p:nvGrpSpPr>
          <p:cNvPr id="947" name="그룹 946">
            <a:extLst>
              <a:ext uri="{FF2B5EF4-FFF2-40B4-BE49-F238E27FC236}">
                <a16:creationId xmlns:a16="http://schemas.microsoft.com/office/drawing/2014/main" id="{67868FD2-65B8-43AC-ACC5-633302B3377C}"/>
              </a:ext>
            </a:extLst>
          </p:cNvPr>
          <p:cNvGrpSpPr/>
          <p:nvPr/>
        </p:nvGrpSpPr>
        <p:grpSpPr>
          <a:xfrm>
            <a:off x="2564944" y="3030850"/>
            <a:ext cx="3753721" cy="529027"/>
            <a:chOff x="2564944" y="3019817"/>
            <a:chExt cx="3753721" cy="529027"/>
          </a:xfrm>
        </p:grpSpPr>
        <p:sp>
          <p:nvSpPr>
            <p:cNvPr id="948" name="직사각형 947">
              <a:extLst>
                <a:ext uri="{FF2B5EF4-FFF2-40B4-BE49-F238E27FC236}">
                  <a16:creationId xmlns:a16="http://schemas.microsoft.com/office/drawing/2014/main" id="{47EEC91A-B5DD-46D5-9411-C0BDE4A3AE48}"/>
                </a:ext>
              </a:extLst>
            </p:cNvPr>
            <p:cNvSpPr/>
            <p:nvPr/>
          </p:nvSpPr>
          <p:spPr>
            <a:xfrm>
              <a:off x="3006665" y="3019817"/>
              <a:ext cx="1256754" cy="203133"/>
            </a:xfrm>
            <a:prstGeom prst="rect">
              <a:avLst/>
            </a:prstGeom>
            <a:noFill/>
            <a:ln w="6350">
              <a:noFill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pPr marL="0" lvl="1">
                <a:lnSpc>
                  <a:spcPct val="110000"/>
                </a:lnSpc>
                <a:buClr>
                  <a:srgbClr val="000000"/>
                </a:buClr>
                <a:buSzPct val="70000"/>
                <a:tabLst>
                  <a:tab pos="5648325" algn="l"/>
                </a:tabLst>
              </a:pPr>
              <a:r>
                <a:rPr lang="ko-KR" altLang="en-US" sz="1200" dirty="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개발대상체계의 이해</a:t>
              </a:r>
            </a:p>
          </p:txBody>
        </p:sp>
        <p:sp>
          <p:nvSpPr>
            <p:cNvPr id="949" name="TextBox 948">
              <a:extLst>
                <a:ext uri="{FF2B5EF4-FFF2-40B4-BE49-F238E27FC236}">
                  <a16:creationId xmlns:a16="http://schemas.microsoft.com/office/drawing/2014/main" id="{FA6FBD76-E442-42C8-B92C-36A2FD40A0A8}"/>
                </a:ext>
              </a:extLst>
            </p:cNvPr>
            <p:cNvSpPr txBox="1"/>
            <p:nvPr/>
          </p:nvSpPr>
          <p:spPr>
            <a:xfrm>
              <a:off x="3006665" y="3271845"/>
              <a:ext cx="3312000" cy="276999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spAutoFit/>
            </a:bodyPr>
            <a:lstStyle>
              <a:defPPr>
                <a:defRPr lang="ko-KR"/>
              </a:defPPr>
              <a:lvl2pPr marL="82550" lvl="1" indent="-82550" algn="l" defTabSz="1042988" eaLnBrk="0" latinLnBrk="0" hangingPunct="0">
                <a:lnSpc>
                  <a:spcPct val="130000"/>
                </a:lnSpc>
                <a:spcBef>
                  <a:spcPts val="200"/>
                </a:spcBef>
                <a:spcAft>
                  <a:spcPts val="200"/>
                </a:spcAft>
                <a:buClr>
                  <a:srgbClr val="808080"/>
                </a:buClr>
                <a:buSzPct val="80000"/>
                <a:buFont typeface="Wingdings 2" pitchFamily="18" charset="2"/>
                <a:buChar char="¡"/>
                <a:tabLst>
                  <a:tab pos="5648325" algn="l"/>
                </a:tabLst>
                <a:defRPr sz="800" b="0" kern="0">
                  <a:latin typeface="Rix모던고딕 L" pitchFamily="18" charset="-127"/>
                  <a:ea typeface="Rix모던고딕 L" pitchFamily="18" charset="-127"/>
                </a:defRPr>
              </a:lvl2pPr>
            </a:lstStyle>
            <a:p>
              <a:pPr marL="0" lvl="1" indent="0">
                <a:lnSpc>
                  <a:spcPct val="100000"/>
                </a:lnSpc>
                <a:spcBef>
                  <a:spcPts val="0"/>
                </a:spcBef>
                <a:buClrTx/>
                <a:buSzPct val="100000"/>
                <a:buNone/>
              </a:pPr>
              <a:r>
                <a:rPr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개발 대상체계에 대한 완벽한 이해를 바탕으로 소프트웨어 개발 주기에 따른 작업 수행 여부 및 특성을 고려 </a:t>
              </a:r>
            </a:p>
          </p:txBody>
        </p:sp>
        <p:sp>
          <p:nvSpPr>
            <p:cNvPr id="950" name="타원 949">
              <a:extLst>
                <a:ext uri="{FF2B5EF4-FFF2-40B4-BE49-F238E27FC236}">
                  <a16:creationId xmlns:a16="http://schemas.microsoft.com/office/drawing/2014/main" id="{BB60A773-E10E-43F7-A371-813AE43676A1}"/>
                </a:ext>
              </a:extLst>
            </p:cNvPr>
            <p:cNvSpPr/>
            <p:nvPr/>
          </p:nvSpPr>
          <p:spPr>
            <a:xfrm>
              <a:off x="2564944" y="3019817"/>
              <a:ext cx="360000" cy="360000"/>
            </a:xfrm>
            <a:prstGeom prst="ellipse">
              <a:avLst/>
            </a:prstGeom>
            <a:solidFill>
              <a:srgbClr val="212E37"/>
            </a:solidFill>
            <a:ln w="317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cene3d>
                <a:camera prst="orthographicFront"/>
                <a:lightRig rig="threePt" dir="t"/>
              </a:scene3d>
              <a:sp3d/>
            </a:bodyPr>
            <a:lstStyle/>
            <a:p>
              <a:pPr algn="ctr" defTabSz="509457" latinLnBrk="0"/>
              <a:r>
                <a:rPr lang="en-US" altLang="ko-KR" sz="1400" kern="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+mj-ea"/>
                  <a:ea typeface="+mj-ea"/>
                </a:rPr>
                <a:t>01</a:t>
              </a:r>
              <a:endParaRPr lang="ko-KR" altLang="en-US" sz="1400" kern="0" dirty="0" err="1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951" name="그룹 950">
            <a:extLst>
              <a:ext uri="{FF2B5EF4-FFF2-40B4-BE49-F238E27FC236}">
                <a16:creationId xmlns:a16="http://schemas.microsoft.com/office/drawing/2014/main" id="{DF32251F-6E9A-4C96-9877-26616A9ED8EB}"/>
              </a:ext>
            </a:extLst>
          </p:cNvPr>
          <p:cNvGrpSpPr/>
          <p:nvPr/>
        </p:nvGrpSpPr>
        <p:grpSpPr>
          <a:xfrm>
            <a:off x="2564904" y="3759254"/>
            <a:ext cx="3753721" cy="529027"/>
            <a:chOff x="2564904" y="3728864"/>
            <a:chExt cx="3753721" cy="529027"/>
          </a:xfrm>
        </p:grpSpPr>
        <p:sp>
          <p:nvSpPr>
            <p:cNvPr id="952" name="직사각형 951">
              <a:extLst>
                <a:ext uri="{FF2B5EF4-FFF2-40B4-BE49-F238E27FC236}">
                  <a16:creationId xmlns:a16="http://schemas.microsoft.com/office/drawing/2014/main" id="{37AD3364-FF12-4B23-BF4C-7F195B833CB3}"/>
                </a:ext>
              </a:extLst>
            </p:cNvPr>
            <p:cNvSpPr/>
            <p:nvPr/>
          </p:nvSpPr>
          <p:spPr>
            <a:xfrm>
              <a:off x="3006625" y="3728864"/>
              <a:ext cx="1166986" cy="203133"/>
            </a:xfrm>
            <a:prstGeom prst="rect">
              <a:avLst/>
            </a:prstGeom>
            <a:noFill/>
            <a:ln w="6350">
              <a:noFill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pPr marL="0" lvl="1">
                <a:lnSpc>
                  <a:spcPct val="110000"/>
                </a:lnSpc>
                <a:buClr>
                  <a:srgbClr val="000000"/>
                </a:buClr>
                <a:buSzPct val="70000"/>
                <a:tabLst>
                  <a:tab pos="5648325" algn="l"/>
                </a:tabLst>
              </a:pPr>
              <a:r>
                <a:rPr lang="ko-KR" altLang="en-US" sz="1200" dirty="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개발 유경험자 활용</a:t>
              </a:r>
            </a:p>
          </p:txBody>
        </p:sp>
        <p:sp>
          <p:nvSpPr>
            <p:cNvPr id="953" name="TextBox 952">
              <a:extLst>
                <a:ext uri="{FF2B5EF4-FFF2-40B4-BE49-F238E27FC236}">
                  <a16:creationId xmlns:a16="http://schemas.microsoft.com/office/drawing/2014/main" id="{1E9547B0-9205-47F5-B458-2D7D5FCB530A}"/>
                </a:ext>
              </a:extLst>
            </p:cNvPr>
            <p:cNvSpPr txBox="1"/>
            <p:nvPr/>
          </p:nvSpPr>
          <p:spPr>
            <a:xfrm>
              <a:off x="3006625" y="3980892"/>
              <a:ext cx="3312000" cy="276999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spAutoFit/>
            </a:bodyPr>
            <a:lstStyle>
              <a:defPPr>
                <a:defRPr lang="ko-KR"/>
              </a:defPPr>
              <a:lvl2pPr marL="82550" lvl="1" indent="-82550" algn="l" defTabSz="1042988" eaLnBrk="0" latinLnBrk="0" hangingPunct="0">
                <a:lnSpc>
                  <a:spcPct val="130000"/>
                </a:lnSpc>
                <a:spcBef>
                  <a:spcPts val="200"/>
                </a:spcBef>
                <a:spcAft>
                  <a:spcPts val="200"/>
                </a:spcAft>
                <a:buClr>
                  <a:srgbClr val="808080"/>
                </a:buClr>
                <a:buSzPct val="80000"/>
                <a:buFont typeface="Wingdings 2" pitchFamily="18" charset="2"/>
                <a:buChar char="¡"/>
                <a:tabLst>
                  <a:tab pos="5648325" algn="l"/>
                </a:tabLst>
                <a:defRPr sz="800" b="0" kern="0">
                  <a:latin typeface="Rix모던고딕 L" pitchFamily="18" charset="-127"/>
                  <a:ea typeface="Rix모던고딕 L" pitchFamily="18" charset="-127"/>
                </a:defRPr>
              </a:lvl2pPr>
            </a:lstStyle>
            <a:p>
              <a:pPr marL="0" lvl="1" indent="0">
                <a:lnSpc>
                  <a:spcPct val="100000"/>
                </a:lnSpc>
                <a:spcBef>
                  <a:spcPts val="0"/>
                </a:spcBef>
                <a:buClrTx/>
                <a:buSzPct val="100000"/>
                <a:buNone/>
              </a:pPr>
              <a:r>
                <a:rPr lang="en-US" altLang="ko-KR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CBD </a:t>
              </a:r>
              <a:r>
                <a:rPr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개발 방법론을 적용하여 개발 된 체계의 구축 사업 참여자에 의하여 작업 및 산출물 조정 실시</a:t>
              </a:r>
            </a:p>
          </p:txBody>
        </p:sp>
        <p:sp>
          <p:nvSpPr>
            <p:cNvPr id="954" name="타원 953">
              <a:extLst>
                <a:ext uri="{FF2B5EF4-FFF2-40B4-BE49-F238E27FC236}">
                  <a16:creationId xmlns:a16="http://schemas.microsoft.com/office/drawing/2014/main" id="{5DA9B588-BBE0-4CDC-AE1D-886B008B8EE0}"/>
                </a:ext>
              </a:extLst>
            </p:cNvPr>
            <p:cNvSpPr/>
            <p:nvPr/>
          </p:nvSpPr>
          <p:spPr>
            <a:xfrm>
              <a:off x="2564904" y="3728864"/>
              <a:ext cx="360000" cy="360000"/>
            </a:xfrm>
            <a:prstGeom prst="ellipse">
              <a:avLst/>
            </a:prstGeom>
            <a:solidFill>
              <a:srgbClr val="212E37"/>
            </a:solidFill>
            <a:ln w="317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cene3d>
                <a:camera prst="orthographicFront"/>
                <a:lightRig rig="threePt" dir="t"/>
              </a:scene3d>
              <a:sp3d/>
            </a:bodyPr>
            <a:lstStyle/>
            <a:p>
              <a:pPr algn="ctr" defTabSz="509457"/>
              <a:r>
                <a:rPr lang="en-US" altLang="ko-KR" sz="1400" kern="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+mj-ea"/>
                  <a:ea typeface="+mj-ea"/>
                </a:rPr>
                <a:t>02</a:t>
              </a:r>
              <a:endParaRPr lang="ko-KR" altLang="en-US" sz="1400" kern="0" dirty="0" err="1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955" name="그룹 954">
            <a:extLst>
              <a:ext uri="{FF2B5EF4-FFF2-40B4-BE49-F238E27FC236}">
                <a16:creationId xmlns:a16="http://schemas.microsoft.com/office/drawing/2014/main" id="{B9B0F77C-4586-4B51-9608-165350F79816}"/>
              </a:ext>
            </a:extLst>
          </p:cNvPr>
          <p:cNvGrpSpPr/>
          <p:nvPr/>
        </p:nvGrpSpPr>
        <p:grpSpPr>
          <a:xfrm>
            <a:off x="2564864" y="4487658"/>
            <a:ext cx="3753721" cy="529027"/>
            <a:chOff x="2564864" y="4448944"/>
            <a:chExt cx="3753721" cy="529027"/>
          </a:xfrm>
        </p:grpSpPr>
        <p:sp>
          <p:nvSpPr>
            <p:cNvPr id="956" name="직사각형 955">
              <a:extLst>
                <a:ext uri="{FF2B5EF4-FFF2-40B4-BE49-F238E27FC236}">
                  <a16:creationId xmlns:a16="http://schemas.microsoft.com/office/drawing/2014/main" id="{7421A474-3326-4A6F-A246-66B6F3709033}"/>
                </a:ext>
              </a:extLst>
            </p:cNvPr>
            <p:cNvSpPr/>
            <p:nvPr/>
          </p:nvSpPr>
          <p:spPr>
            <a:xfrm>
              <a:off x="3006585" y="4448944"/>
              <a:ext cx="718145" cy="203133"/>
            </a:xfrm>
            <a:prstGeom prst="rect">
              <a:avLst/>
            </a:prstGeom>
            <a:noFill/>
            <a:ln w="6350">
              <a:noFill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pPr marL="0" lvl="1">
                <a:lnSpc>
                  <a:spcPct val="110000"/>
                </a:lnSpc>
                <a:buClr>
                  <a:srgbClr val="000000"/>
                </a:buClr>
                <a:buSzPct val="70000"/>
                <a:tabLst>
                  <a:tab pos="5648325" algn="l"/>
                </a:tabLst>
              </a:pPr>
              <a:r>
                <a:rPr lang="ko-KR" altLang="en-US" sz="1200" dirty="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일관성 확보</a:t>
              </a:r>
            </a:p>
          </p:txBody>
        </p:sp>
        <p:sp>
          <p:nvSpPr>
            <p:cNvPr id="957" name="TextBox 956">
              <a:extLst>
                <a:ext uri="{FF2B5EF4-FFF2-40B4-BE49-F238E27FC236}">
                  <a16:creationId xmlns:a16="http://schemas.microsoft.com/office/drawing/2014/main" id="{106D08CC-7E7C-460D-82EC-F5C317DA356E}"/>
                </a:ext>
              </a:extLst>
            </p:cNvPr>
            <p:cNvSpPr txBox="1"/>
            <p:nvPr/>
          </p:nvSpPr>
          <p:spPr>
            <a:xfrm>
              <a:off x="3006585" y="4700972"/>
              <a:ext cx="3312000" cy="276999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spAutoFit/>
            </a:bodyPr>
            <a:lstStyle>
              <a:defPPr>
                <a:defRPr lang="ko-KR"/>
              </a:defPPr>
              <a:lvl2pPr marL="82550" lvl="1" indent="-82550" algn="l" defTabSz="1042988" eaLnBrk="0" latinLnBrk="0" hangingPunct="0">
                <a:lnSpc>
                  <a:spcPct val="130000"/>
                </a:lnSpc>
                <a:spcBef>
                  <a:spcPts val="200"/>
                </a:spcBef>
                <a:spcAft>
                  <a:spcPts val="200"/>
                </a:spcAft>
                <a:buClr>
                  <a:srgbClr val="808080"/>
                </a:buClr>
                <a:buSzPct val="80000"/>
                <a:buFont typeface="Wingdings 2" pitchFamily="18" charset="2"/>
                <a:buChar char="¡"/>
                <a:tabLst>
                  <a:tab pos="5648325" algn="l"/>
                </a:tabLst>
                <a:defRPr sz="800" b="0" kern="0">
                  <a:latin typeface="Rix모던고딕 L" pitchFamily="18" charset="-127"/>
                  <a:ea typeface="Rix모던고딕 L" pitchFamily="18" charset="-127"/>
                </a:defRPr>
              </a:lvl2pPr>
            </a:lstStyle>
            <a:p>
              <a:pPr marL="0" lvl="1" indent="0">
                <a:lnSpc>
                  <a:spcPct val="100000"/>
                </a:lnSpc>
                <a:spcBef>
                  <a:spcPts val="0"/>
                </a:spcBef>
                <a:buClrTx/>
                <a:buSzPct val="100000"/>
                <a:buNone/>
              </a:pPr>
              <a:r>
                <a:rPr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품질관리 조직에서 </a:t>
              </a:r>
              <a:r>
                <a:rPr lang="ko-KR" altLang="en-US" sz="9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테일러링</a:t>
              </a:r>
              <a:r>
                <a:rPr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 방법 및 가이드를 수립하고</a:t>
              </a:r>
              <a:r>
                <a:rPr lang="en-US" altLang="ko-KR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, </a:t>
              </a:r>
              <a:r>
                <a:rPr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체계 적용 시 방법 및 가이드 준수 하여 수행</a:t>
              </a:r>
            </a:p>
          </p:txBody>
        </p:sp>
        <p:sp>
          <p:nvSpPr>
            <p:cNvPr id="958" name="타원 957">
              <a:extLst>
                <a:ext uri="{FF2B5EF4-FFF2-40B4-BE49-F238E27FC236}">
                  <a16:creationId xmlns:a16="http://schemas.microsoft.com/office/drawing/2014/main" id="{50A9C6E1-6CEB-433C-864C-37A2B74878A1}"/>
                </a:ext>
              </a:extLst>
            </p:cNvPr>
            <p:cNvSpPr/>
            <p:nvPr/>
          </p:nvSpPr>
          <p:spPr>
            <a:xfrm>
              <a:off x="2564864" y="4448944"/>
              <a:ext cx="360000" cy="360000"/>
            </a:xfrm>
            <a:prstGeom prst="ellipse">
              <a:avLst/>
            </a:prstGeom>
            <a:solidFill>
              <a:srgbClr val="212E37"/>
            </a:solidFill>
            <a:ln w="317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cene3d>
                <a:camera prst="orthographicFront"/>
                <a:lightRig rig="threePt" dir="t"/>
              </a:scene3d>
              <a:sp3d/>
            </a:bodyPr>
            <a:lstStyle/>
            <a:p>
              <a:pPr algn="ctr" defTabSz="509457"/>
              <a:r>
                <a:rPr lang="en-US" altLang="ko-KR" sz="1400" kern="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+mj-ea"/>
                  <a:ea typeface="+mj-ea"/>
                </a:rPr>
                <a:t>03</a:t>
              </a:r>
              <a:endParaRPr lang="ko-KR" altLang="en-US" sz="1400" kern="0" dirty="0" err="1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959" name="그룹 958">
            <a:extLst>
              <a:ext uri="{FF2B5EF4-FFF2-40B4-BE49-F238E27FC236}">
                <a16:creationId xmlns:a16="http://schemas.microsoft.com/office/drawing/2014/main" id="{B4F6A288-FA8E-449E-B2A5-62D5C389FA47}"/>
              </a:ext>
            </a:extLst>
          </p:cNvPr>
          <p:cNvGrpSpPr/>
          <p:nvPr/>
        </p:nvGrpSpPr>
        <p:grpSpPr>
          <a:xfrm>
            <a:off x="2564824" y="5216061"/>
            <a:ext cx="3753721" cy="529027"/>
            <a:chOff x="2564824" y="5205028"/>
            <a:chExt cx="3753721" cy="529027"/>
          </a:xfrm>
        </p:grpSpPr>
        <p:sp>
          <p:nvSpPr>
            <p:cNvPr id="960" name="직사각형 959">
              <a:extLst>
                <a:ext uri="{FF2B5EF4-FFF2-40B4-BE49-F238E27FC236}">
                  <a16:creationId xmlns:a16="http://schemas.microsoft.com/office/drawing/2014/main" id="{65F6AC86-DFDA-4706-9C6D-F82CB30ACDF7}"/>
                </a:ext>
              </a:extLst>
            </p:cNvPr>
            <p:cNvSpPr/>
            <p:nvPr/>
          </p:nvSpPr>
          <p:spPr>
            <a:xfrm>
              <a:off x="3006545" y="5205028"/>
              <a:ext cx="852798" cy="203133"/>
            </a:xfrm>
            <a:prstGeom prst="rect">
              <a:avLst/>
            </a:prstGeom>
            <a:noFill/>
            <a:ln w="6350">
              <a:noFill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pPr marL="0" lvl="1">
                <a:lnSpc>
                  <a:spcPct val="110000"/>
                </a:lnSpc>
                <a:buClr>
                  <a:srgbClr val="000000"/>
                </a:buClr>
                <a:buSzPct val="70000"/>
                <a:tabLst>
                  <a:tab pos="5648325" algn="l"/>
                </a:tabLst>
              </a:pPr>
              <a:r>
                <a:rPr lang="ko-KR" altLang="en-US" sz="1200" dirty="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전문인력 지원</a:t>
              </a:r>
            </a:p>
          </p:txBody>
        </p:sp>
        <p:sp>
          <p:nvSpPr>
            <p:cNvPr id="961" name="TextBox 960">
              <a:extLst>
                <a:ext uri="{FF2B5EF4-FFF2-40B4-BE49-F238E27FC236}">
                  <a16:creationId xmlns:a16="http://schemas.microsoft.com/office/drawing/2014/main" id="{14CEEBBF-E382-47AC-B0BF-F77C78A22B97}"/>
                </a:ext>
              </a:extLst>
            </p:cNvPr>
            <p:cNvSpPr txBox="1"/>
            <p:nvPr/>
          </p:nvSpPr>
          <p:spPr>
            <a:xfrm>
              <a:off x="3006545" y="5457056"/>
              <a:ext cx="3312000" cy="276999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spAutoFit/>
            </a:bodyPr>
            <a:lstStyle>
              <a:defPPr>
                <a:defRPr lang="ko-KR"/>
              </a:defPPr>
              <a:lvl2pPr marL="82550" lvl="1" indent="-82550" algn="l" defTabSz="1042988" eaLnBrk="0" latinLnBrk="0" hangingPunct="0">
                <a:lnSpc>
                  <a:spcPct val="130000"/>
                </a:lnSpc>
                <a:spcBef>
                  <a:spcPts val="200"/>
                </a:spcBef>
                <a:spcAft>
                  <a:spcPts val="200"/>
                </a:spcAft>
                <a:buClr>
                  <a:srgbClr val="808080"/>
                </a:buClr>
                <a:buSzPct val="80000"/>
                <a:buFont typeface="Wingdings 2" pitchFamily="18" charset="2"/>
                <a:buChar char="¡"/>
                <a:tabLst>
                  <a:tab pos="5648325" algn="l"/>
                </a:tabLst>
                <a:defRPr sz="800" b="0" kern="0">
                  <a:latin typeface="Rix모던고딕 L" pitchFamily="18" charset="-127"/>
                  <a:ea typeface="Rix모던고딕 L" pitchFamily="18" charset="-127"/>
                </a:defRPr>
              </a:lvl2pPr>
            </a:lstStyle>
            <a:p>
              <a:pPr marL="0" lvl="1" indent="0">
                <a:lnSpc>
                  <a:spcPct val="100000"/>
                </a:lnSpc>
                <a:spcBef>
                  <a:spcPts val="0"/>
                </a:spcBef>
                <a:buClrTx/>
                <a:buSzPct val="100000"/>
                <a:buNone/>
              </a:pPr>
              <a:r>
                <a:rPr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제안사 소프트웨어 공학 분야의 전문 품질관리 인력을 사업 수행 초기에 투입하여 </a:t>
              </a:r>
              <a:r>
                <a:rPr lang="ko-KR" altLang="en-US" sz="9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테일러링에</a:t>
              </a:r>
              <a:r>
                <a:rPr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 대한 기준</a:t>
              </a:r>
              <a:r>
                <a:rPr lang="en-US" altLang="ko-KR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, </a:t>
              </a:r>
              <a:r>
                <a:rPr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가이드 설정 수립 및 검토 지원 </a:t>
              </a:r>
            </a:p>
          </p:txBody>
        </p:sp>
        <p:sp>
          <p:nvSpPr>
            <p:cNvPr id="962" name="타원 961">
              <a:extLst>
                <a:ext uri="{FF2B5EF4-FFF2-40B4-BE49-F238E27FC236}">
                  <a16:creationId xmlns:a16="http://schemas.microsoft.com/office/drawing/2014/main" id="{50D129FF-2EC6-407F-B3D5-572E45E36AC6}"/>
                </a:ext>
              </a:extLst>
            </p:cNvPr>
            <p:cNvSpPr/>
            <p:nvPr/>
          </p:nvSpPr>
          <p:spPr>
            <a:xfrm>
              <a:off x="2564824" y="5205028"/>
              <a:ext cx="360000" cy="360000"/>
            </a:xfrm>
            <a:prstGeom prst="ellipse">
              <a:avLst/>
            </a:prstGeom>
            <a:solidFill>
              <a:srgbClr val="212E37"/>
            </a:solidFill>
            <a:ln w="317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cene3d>
                <a:camera prst="orthographicFront"/>
                <a:lightRig rig="threePt" dir="t"/>
              </a:scene3d>
              <a:sp3d/>
            </a:bodyPr>
            <a:lstStyle/>
            <a:p>
              <a:pPr algn="ctr" defTabSz="509457"/>
              <a:r>
                <a:rPr lang="en-US" altLang="ko-KR" sz="1400" kern="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+mj-ea"/>
                  <a:ea typeface="+mj-ea"/>
                </a:rPr>
                <a:t>04</a:t>
              </a:r>
              <a:endParaRPr lang="ko-KR" altLang="en-US" sz="1400" kern="0" dirty="0" err="1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1055321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제목 89"/>
          <p:cNvSpPr>
            <a:spLocks noGrp="1"/>
          </p:cNvSpPr>
          <p:nvPr>
            <p:ph type="title"/>
          </p:nvPr>
        </p:nvSpPr>
        <p:spPr>
          <a:xfrm>
            <a:off x="512676" y="1064568"/>
            <a:ext cx="1724882" cy="199285"/>
          </a:xfrm>
          <a:prstGeom prst="rect">
            <a:avLst/>
          </a:prstGeom>
          <a:noFill/>
        </p:spPr>
        <p:txBody>
          <a:bodyPr wrap="none" lIns="108000" tIns="0" rIns="0" bIns="0" anchor="ctr">
            <a:spAutoFit/>
          </a:bodyPr>
          <a:lstStyle/>
          <a:p>
            <a:r>
              <a:rPr lang="en-US" altLang="ko-KR" dirty="0"/>
              <a:t>1.1 </a:t>
            </a:r>
            <a:r>
              <a:rPr lang="ko-KR" altLang="en-US" dirty="0"/>
              <a:t>목표시스템 구성도</a:t>
            </a: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685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685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5C76AA17-3529-4AAF-A032-8BD3A0AF0A6E}"/>
              </a:ext>
            </a:extLst>
          </p:cNvPr>
          <p:cNvGrpSpPr/>
          <p:nvPr/>
        </p:nvGrpSpPr>
        <p:grpSpPr>
          <a:xfrm>
            <a:off x="2529000" y="4674008"/>
            <a:ext cx="1800000" cy="1251100"/>
            <a:chOff x="2529000" y="4808856"/>
            <a:chExt cx="1800000" cy="1251100"/>
          </a:xfrm>
        </p:grpSpPr>
        <p:sp>
          <p:nvSpPr>
            <p:cNvPr id="125" name="양쪽 모서리가 둥근 사각형 124"/>
            <p:cNvSpPr/>
            <p:nvPr/>
          </p:nvSpPr>
          <p:spPr bwMode="auto">
            <a:xfrm flipH="1">
              <a:off x="2529000" y="5101636"/>
              <a:ext cx="1800000" cy="958320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ysClr val="window" lastClr="FFFFFF"/>
            </a:solidFill>
            <a:ln w="6350" cap="flat" cmpd="sng" algn="ctr">
              <a:solidFill>
                <a:srgbClr val="A1AFC3"/>
              </a:solidFill>
              <a:prstDash val="solid"/>
            </a:ln>
            <a:effectLst/>
          </p:spPr>
          <p:txBody>
            <a:bodyPr lIns="180000" tIns="36000" rIns="36000" bIns="36000" anchor="ctr"/>
            <a:lstStyle/>
            <a:p>
              <a:pPr marL="90000" lvl="2" indent="-90000" defTabSz="914400" fontAlgn="base">
                <a:lnSpc>
                  <a:spcPct val="110000"/>
                </a:lnSpc>
                <a:spcBef>
                  <a:spcPct val="0"/>
                </a:spcBef>
                <a:spcAft>
                  <a:spcPts val="3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  <a:buFont typeface="Arial" pitchFamily="34" charset="0"/>
                <a:buChar char="•"/>
                <a:defRPr/>
              </a:pPr>
              <a:r>
                <a:rPr kumimoji="1" lang="ko-KR" altLang="en-US" sz="9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본인신상에 대한 정보조회</a:t>
              </a:r>
              <a:endParaRPr kumimoji="1" lang="en-US" altLang="ko-KR" sz="9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  <a:p>
              <a:pPr marL="90000" lvl="2" indent="-90000" defTabSz="914400" fontAlgn="base">
                <a:lnSpc>
                  <a:spcPct val="110000"/>
                </a:lnSpc>
                <a:spcBef>
                  <a:spcPct val="0"/>
                </a:spcBef>
                <a:spcAft>
                  <a:spcPts val="3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  <a:buFont typeface="Arial" pitchFamily="34" charset="0"/>
                <a:buChar char="•"/>
                <a:defRPr/>
              </a:pPr>
              <a:r>
                <a:rPr kumimoji="1" lang="ko-KR" altLang="en-US" sz="9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제 증명 발급 조회 및 신청</a:t>
              </a:r>
              <a:endParaRPr kumimoji="1" lang="en-US" altLang="ko-KR" sz="9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  <a:p>
              <a:pPr marL="90000" lvl="2" indent="-90000" defTabSz="914400" fontAlgn="base">
                <a:lnSpc>
                  <a:spcPct val="110000"/>
                </a:lnSpc>
                <a:spcBef>
                  <a:spcPct val="0"/>
                </a:spcBef>
                <a:spcAft>
                  <a:spcPts val="3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  <a:buFont typeface="Arial" pitchFamily="34" charset="0"/>
                <a:buChar char="•"/>
                <a:defRPr/>
              </a:pPr>
              <a:r>
                <a:rPr kumimoji="1" lang="ko-KR" altLang="en-US" sz="9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관련 전문가 활용 신청</a:t>
              </a:r>
              <a:endParaRPr kumimoji="1" lang="en-US" altLang="ko-KR" sz="9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  <a:p>
              <a:pPr marL="90000" lvl="2" indent="-90000" defTabSz="914400" fontAlgn="base">
                <a:lnSpc>
                  <a:spcPct val="110000"/>
                </a:lnSpc>
                <a:spcBef>
                  <a:spcPct val="0"/>
                </a:spcBef>
                <a:spcAft>
                  <a:spcPts val="3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  <a:buFont typeface="Arial" pitchFamily="34" charset="0"/>
                <a:buChar char="•"/>
                <a:defRPr/>
              </a:pPr>
              <a:r>
                <a:rPr kumimoji="1" lang="ko-KR" altLang="en-US" sz="9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개인업무 </a:t>
              </a:r>
              <a:r>
                <a:rPr kumimoji="1" lang="en-US" altLang="ko-KR" sz="9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One-Stop </a:t>
              </a:r>
              <a:r>
                <a:rPr kumimoji="1" lang="ko-KR" altLang="en-US" sz="9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처리</a:t>
              </a:r>
            </a:p>
          </p:txBody>
        </p:sp>
        <p:sp>
          <p:nvSpPr>
            <p:cNvPr id="126" name="양쪽 모서리가 둥근 사각형 125"/>
            <p:cNvSpPr/>
            <p:nvPr/>
          </p:nvSpPr>
          <p:spPr bwMode="auto">
            <a:xfrm flipH="1">
              <a:off x="2529000" y="4808856"/>
              <a:ext cx="1800000" cy="292780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rgbClr val="778AA5"/>
            </a:solidFill>
            <a:ln w="6350" cap="flat" cmpd="sng" algn="ctr">
              <a:solidFill>
                <a:srgbClr val="A1AFC3"/>
              </a:solidFill>
              <a:prstDash val="solid"/>
            </a:ln>
            <a:effectLst/>
          </p:spPr>
          <p:txBody>
            <a:bodyPr vert="horz" lIns="432000" tIns="36000" rIns="72000" bIns="0" anchor="ctr"/>
            <a:lstStyle/>
            <a:p>
              <a:pPr indent="-180948" algn="ctr" defTabSz="914400" fontAlgn="base">
                <a:spcAft>
                  <a:spcPct val="0"/>
                </a:spcAft>
                <a:defRPr/>
              </a:pPr>
              <a:r>
                <a:rPr kumimoji="1" lang="ko-KR" altLang="en-US" sz="1200" kern="0">
                  <a:solidFill>
                    <a:sysClr val="window" lastClr="FFFFFF"/>
                  </a:solidFill>
                  <a:latin typeface="+mj-ea"/>
                  <a:ea typeface="+mj-ea"/>
                </a:rPr>
                <a:t>일반 사용자</a:t>
              </a:r>
            </a:p>
          </p:txBody>
        </p: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A61046D7-B8B3-4286-954C-8B30E050189C}"/>
              </a:ext>
            </a:extLst>
          </p:cNvPr>
          <p:cNvGrpSpPr/>
          <p:nvPr/>
        </p:nvGrpSpPr>
        <p:grpSpPr>
          <a:xfrm>
            <a:off x="2529000" y="6582220"/>
            <a:ext cx="1800000" cy="1251100"/>
            <a:chOff x="2529000" y="6321024"/>
            <a:chExt cx="1800000" cy="1251100"/>
          </a:xfrm>
        </p:grpSpPr>
        <p:sp>
          <p:nvSpPr>
            <p:cNvPr id="128" name="양쪽 모서리가 둥근 사각형 127"/>
            <p:cNvSpPr/>
            <p:nvPr/>
          </p:nvSpPr>
          <p:spPr bwMode="auto">
            <a:xfrm flipH="1">
              <a:off x="2529000" y="6613804"/>
              <a:ext cx="1800000" cy="958320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ysClr val="window" lastClr="FFFFFF"/>
            </a:solidFill>
            <a:ln w="6350" cap="flat" cmpd="sng" algn="ctr">
              <a:solidFill>
                <a:srgbClr val="5A9BD5"/>
              </a:solidFill>
              <a:prstDash val="solid"/>
            </a:ln>
            <a:effectLst/>
          </p:spPr>
          <p:txBody>
            <a:bodyPr lIns="180000" tIns="36000" rIns="36000" bIns="36000" anchor="ctr"/>
            <a:lstStyle/>
            <a:p>
              <a:pPr marL="90000" lvl="2" indent="-90000" defTabSz="914400" fontAlgn="base">
                <a:lnSpc>
                  <a:spcPct val="110000"/>
                </a:lnSpc>
                <a:spcBef>
                  <a:spcPct val="0"/>
                </a:spcBef>
                <a:spcAft>
                  <a:spcPts val="3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  <a:buFont typeface="Arial" pitchFamily="34" charset="0"/>
                <a:buChar char="•"/>
              </a:pPr>
              <a:r>
                <a:rPr kumimoji="1" lang="ko-KR" altLang="en-US" sz="9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인사관련 신청 승인</a:t>
              </a:r>
              <a:r>
                <a:rPr kumimoji="1" lang="en-US" altLang="ko-KR" sz="9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/</a:t>
              </a:r>
              <a:r>
                <a:rPr kumimoji="1" lang="ko-KR" altLang="en-US" sz="9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변경</a:t>
              </a:r>
              <a:endParaRPr kumimoji="1" lang="en-US" altLang="ko-KR" sz="9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  <a:p>
              <a:pPr marL="90000" lvl="2" indent="-90000" defTabSz="914400" fontAlgn="base">
                <a:lnSpc>
                  <a:spcPct val="110000"/>
                </a:lnSpc>
                <a:spcBef>
                  <a:spcPct val="0"/>
                </a:spcBef>
                <a:spcAft>
                  <a:spcPts val="3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  <a:buFont typeface="Arial" pitchFamily="34" charset="0"/>
                <a:buChar char="•"/>
              </a:pPr>
              <a:r>
                <a:rPr kumimoji="1" lang="ko-KR" altLang="en-US" sz="9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다양한 인사정보 관리</a:t>
              </a:r>
              <a:endParaRPr kumimoji="1" lang="en-US" altLang="ko-KR" sz="9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  <a:p>
              <a:pPr marL="90000" lvl="2" indent="-90000" defTabSz="914400" fontAlgn="base">
                <a:lnSpc>
                  <a:spcPct val="110000"/>
                </a:lnSpc>
                <a:spcBef>
                  <a:spcPct val="0"/>
                </a:spcBef>
                <a:spcAft>
                  <a:spcPts val="3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  <a:buFont typeface="Arial" pitchFamily="34" charset="0"/>
                <a:buChar char="•"/>
              </a:pPr>
              <a:r>
                <a:rPr kumimoji="1" lang="ko-KR" altLang="en-US" sz="9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인력운영에 대한 현황파악</a:t>
              </a:r>
              <a:endParaRPr kumimoji="1" lang="en-US" altLang="ko-KR" sz="9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  <a:p>
              <a:pPr marL="90000" lvl="2" indent="-90000" defTabSz="914400" fontAlgn="base">
                <a:lnSpc>
                  <a:spcPct val="110000"/>
                </a:lnSpc>
                <a:spcBef>
                  <a:spcPct val="0"/>
                </a:spcBef>
                <a:spcAft>
                  <a:spcPts val="3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  <a:buFont typeface="Arial" pitchFamily="34" charset="0"/>
                <a:buChar char="•"/>
              </a:pPr>
              <a:r>
                <a:rPr kumimoji="1" lang="ko-KR" altLang="en-US" sz="9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근무</a:t>
              </a:r>
              <a:r>
                <a:rPr kumimoji="1" lang="en-US" altLang="ko-KR" sz="9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/</a:t>
              </a:r>
              <a:r>
                <a:rPr kumimoji="1" lang="ko-KR" altLang="en-US" sz="9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위험</a:t>
              </a:r>
              <a:r>
                <a:rPr kumimoji="1" lang="en-US" altLang="ko-KR" sz="9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/</a:t>
              </a:r>
              <a:r>
                <a:rPr kumimoji="1" lang="ko-KR" altLang="en-US" sz="9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출장 등 관리</a:t>
              </a:r>
            </a:p>
          </p:txBody>
        </p:sp>
        <p:sp>
          <p:nvSpPr>
            <p:cNvPr id="129" name="양쪽 모서리가 둥근 사각형 128"/>
            <p:cNvSpPr/>
            <p:nvPr/>
          </p:nvSpPr>
          <p:spPr bwMode="auto">
            <a:xfrm flipH="1">
              <a:off x="2529000" y="6321024"/>
              <a:ext cx="1800000" cy="292780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rgbClr val="2D7CBD"/>
            </a:solidFill>
            <a:ln w="6350" cap="flat" cmpd="sng" algn="ctr">
              <a:solidFill>
                <a:srgbClr val="5A9BD5"/>
              </a:solidFill>
              <a:prstDash val="solid"/>
            </a:ln>
            <a:effectLst/>
          </p:spPr>
          <p:txBody>
            <a:bodyPr lIns="432000" tIns="36000" rIns="72000" bIns="0" rtlCol="0" anchor="ctr"/>
            <a:lstStyle/>
            <a:p>
              <a:pPr indent="-180948" algn="ctr" defTabSz="914400" fontAlgn="base">
                <a:spcAft>
                  <a:spcPct val="0"/>
                </a:spcAft>
                <a:defRPr/>
              </a:pPr>
              <a:r>
                <a:rPr kumimoji="1" lang="ko-KR" altLang="en-US" sz="1200" kern="0">
                  <a:solidFill>
                    <a:sysClr val="window" lastClr="FFFFFF"/>
                  </a:solidFill>
                  <a:latin typeface="+mj-ea"/>
                  <a:ea typeface="+mj-ea"/>
                </a:rPr>
                <a:t>인사 담당자</a:t>
              </a:r>
            </a:p>
          </p:txBody>
        </p:sp>
      </p:grpSp>
      <p:cxnSp>
        <p:nvCxnSpPr>
          <p:cNvPr id="199" name="AutoShape 37"/>
          <p:cNvCxnSpPr>
            <a:cxnSpLocks noChangeShapeType="1"/>
            <a:stCxn id="180" idx="1"/>
            <a:endCxn id="125" idx="2"/>
          </p:cNvCxnSpPr>
          <p:nvPr/>
        </p:nvCxnSpPr>
        <p:spPr bwMode="auto">
          <a:xfrm rot="10800000">
            <a:off x="4329000" y="5445949"/>
            <a:ext cx="648172" cy="3305391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rgbClr val="4E6485"/>
            </a:solidFill>
            <a:miter lim="800000"/>
            <a:headEnd type="triangle" w="med" len="med"/>
            <a:tailEnd type="triangle" w="med" len="med"/>
          </a:ln>
        </p:spPr>
      </p:cxnSp>
      <p:cxnSp>
        <p:nvCxnSpPr>
          <p:cNvPr id="200" name="AutoShape 37"/>
          <p:cNvCxnSpPr>
            <a:cxnSpLocks noChangeShapeType="1"/>
            <a:stCxn id="177" idx="1"/>
            <a:endCxn id="128" idx="2"/>
          </p:cNvCxnSpPr>
          <p:nvPr/>
        </p:nvCxnSpPr>
        <p:spPr bwMode="auto">
          <a:xfrm rot="10800000" flipV="1">
            <a:off x="4329000" y="4791064"/>
            <a:ext cx="648172" cy="2563096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rgbClr val="4E6485"/>
            </a:solidFill>
            <a:miter lim="800000"/>
            <a:headEnd type="triangle" w="med" len="med"/>
            <a:tailEnd type="triangle" w="med" len="med"/>
          </a:ln>
        </p:spPr>
      </p:cxnSp>
      <p:cxnSp>
        <p:nvCxnSpPr>
          <p:cNvPr id="201" name="AutoShape 37"/>
          <p:cNvCxnSpPr>
            <a:cxnSpLocks noChangeShapeType="1"/>
            <a:stCxn id="125" idx="2"/>
            <a:endCxn id="179" idx="1"/>
          </p:cNvCxnSpPr>
          <p:nvPr/>
        </p:nvCxnSpPr>
        <p:spPr bwMode="auto">
          <a:xfrm>
            <a:off x="4329000" y="5445948"/>
            <a:ext cx="648172" cy="1985300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rgbClr val="4E6485"/>
            </a:solidFill>
            <a:miter lim="800000"/>
            <a:headEnd type="triangle" w="med" len="med"/>
            <a:tailEnd type="triangle" w="med" len="med"/>
          </a:ln>
        </p:spPr>
      </p:cxnSp>
      <p:cxnSp>
        <p:nvCxnSpPr>
          <p:cNvPr id="205" name="AutoShape 37"/>
          <p:cNvCxnSpPr>
            <a:cxnSpLocks noChangeShapeType="1"/>
            <a:stCxn id="128" idx="2"/>
            <a:endCxn id="178" idx="1"/>
          </p:cNvCxnSpPr>
          <p:nvPr/>
        </p:nvCxnSpPr>
        <p:spPr bwMode="auto">
          <a:xfrm flipV="1">
            <a:off x="4329000" y="6111156"/>
            <a:ext cx="648172" cy="1243004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rgbClr val="4E6485"/>
            </a:solidFill>
            <a:miter lim="800000"/>
            <a:headEnd type="triangle" w="med" len="med"/>
            <a:tailEnd type="triangle" w="med" len="med"/>
          </a:ln>
        </p:spPr>
      </p:cxnSp>
      <p:cxnSp>
        <p:nvCxnSpPr>
          <p:cNvPr id="208" name="AutoShape 37"/>
          <p:cNvCxnSpPr>
            <a:cxnSpLocks noChangeShapeType="1"/>
            <a:stCxn id="8" idx="3"/>
            <a:endCxn id="128" idx="0"/>
          </p:cNvCxnSpPr>
          <p:nvPr/>
        </p:nvCxnSpPr>
        <p:spPr bwMode="auto">
          <a:xfrm>
            <a:off x="1880668" y="4790912"/>
            <a:ext cx="648332" cy="2563248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rgbClr val="4E6485"/>
            </a:solidFill>
            <a:miter lim="800000"/>
            <a:headEnd type="triangle" w="med" len="med"/>
            <a:tailEnd type="triangle" w="med" len="med"/>
          </a:ln>
        </p:spPr>
      </p:cxnSp>
      <p:cxnSp>
        <p:nvCxnSpPr>
          <p:cNvPr id="211" name="AutoShape 37"/>
          <p:cNvCxnSpPr>
            <a:cxnSpLocks noChangeShapeType="1"/>
            <a:stCxn id="125" idx="0"/>
            <a:endCxn id="182" idx="3"/>
          </p:cNvCxnSpPr>
          <p:nvPr/>
        </p:nvCxnSpPr>
        <p:spPr bwMode="auto">
          <a:xfrm rot="10800000" flipV="1">
            <a:off x="1880668" y="5445947"/>
            <a:ext cx="648332" cy="3305391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rgbClr val="4E6485"/>
            </a:solidFill>
            <a:miter lim="800000"/>
            <a:headEnd type="triangle" w="med" len="med"/>
            <a:tailEnd type="triangle" w="med" len="med"/>
          </a:ln>
        </p:spPr>
      </p:cxnSp>
      <p:cxnSp>
        <p:nvCxnSpPr>
          <p:cNvPr id="214" name="AutoShape 37"/>
          <p:cNvCxnSpPr>
            <a:cxnSpLocks noChangeShapeType="1"/>
            <a:stCxn id="125" idx="0"/>
            <a:endCxn id="183" idx="3"/>
          </p:cNvCxnSpPr>
          <p:nvPr/>
        </p:nvCxnSpPr>
        <p:spPr bwMode="auto">
          <a:xfrm rot="10800000" flipV="1">
            <a:off x="1880668" y="5445947"/>
            <a:ext cx="648332" cy="1351331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rgbClr val="4E6485"/>
            </a:solidFill>
            <a:miter lim="800000"/>
            <a:headEnd type="triangle" w="med" len="med"/>
            <a:tailEnd type="triangle" w="med" len="med"/>
          </a:ln>
        </p:spPr>
      </p:cxnSp>
      <p:cxnSp>
        <p:nvCxnSpPr>
          <p:cNvPr id="281" name="AutoShape 34"/>
          <p:cNvCxnSpPr>
            <a:cxnSpLocks noChangeShapeType="1"/>
            <a:stCxn id="181" idx="0"/>
            <a:endCxn id="128" idx="1"/>
          </p:cNvCxnSpPr>
          <p:nvPr/>
        </p:nvCxnSpPr>
        <p:spPr bwMode="auto">
          <a:xfrm flipV="1">
            <a:off x="3429000" y="7833320"/>
            <a:ext cx="0" cy="287867"/>
          </a:xfrm>
          <a:prstGeom prst="straightConnector1">
            <a:avLst/>
          </a:prstGeom>
          <a:noFill/>
          <a:ln w="12700">
            <a:solidFill>
              <a:srgbClr val="4E6485"/>
            </a:solidFill>
            <a:miter lim="800000"/>
            <a:headEnd type="triangle" w="med" len="med"/>
            <a:tailEnd type="triangle" w="med" len="med"/>
          </a:ln>
        </p:spPr>
      </p:cxnSp>
      <p:grpSp>
        <p:nvGrpSpPr>
          <p:cNvPr id="168" name="그룹 167">
            <a:extLst>
              <a:ext uri="{FF2B5EF4-FFF2-40B4-BE49-F238E27FC236}">
                <a16:creationId xmlns:a16="http://schemas.microsoft.com/office/drawing/2014/main" id="{481B142F-A167-428E-A705-BC9D74AB2F44}"/>
              </a:ext>
            </a:extLst>
          </p:cNvPr>
          <p:cNvGrpSpPr/>
          <p:nvPr/>
        </p:nvGrpSpPr>
        <p:grpSpPr>
          <a:xfrm>
            <a:off x="440668" y="1064568"/>
            <a:ext cx="66431" cy="180000"/>
            <a:chOff x="447632" y="1870808"/>
            <a:chExt cx="66431" cy="247087"/>
          </a:xfrm>
        </p:grpSpPr>
        <p:sp>
          <p:nvSpPr>
            <p:cNvPr id="169" name="직사각형 168">
              <a:extLst>
                <a:ext uri="{FF2B5EF4-FFF2-40B4-BE49-F238E27FC236}">
                  <a16:creationId xmlns:a16="http://schemas.microsoft.com/office/drawing/2014/main" id="{54C53214-8301-4E4F-BA7A-F098BE3D1AED}"/>
                </a:ext>
              </a:extLst>
            </p:cNvPr>
            <p:cNvSpPr/>
            <p:nvPr/>
          </p:nvSpPr>
          <p:spPr>
            <a:xfrm>
              <a:off x="447632" y="1990162"/>
              <a:ext cx="66431" cy="12773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/>
            </a:bodyPr>
            <a:lstStyle/>
            <a:p>
              <a:pPr algn="ctr"/>
              <a:endParaRPr lang="ko-KR" altLang="en-US">
                <a:ln>
                  <a:solidFill>
                    <a:srgbClr val="02A1B2">
                      <a:alpha val="0"/>
                    </a:srgbClr>
                  </a:solidFill>
                </a:ln>
              </a:endParaRPr>
            </a:p>
          </p:txBody>
        </p:sp>
        <p:sp>
          <p:nvSpPr>
            <p:cNvPr id="170" name="직사각형 169">
              <a:extLst>
                <a:ext uri="{FF2B5EF4-FFF2-40B4-BE49-F238E27FC236}">
                  <a16:creationId xmlns:a16="http://schemas.microsoft.com/office/drawing/2014/main" id="{93101690-245E-4D11-895D-726672B22BAF}"/>
                </a:ext>
              </a:extLst>
            </p:cNvPr>
            <p:cNvSpPr/>
            <p:nvPr/>
          </p:nvSpPr>
          <p:spPr>
            <a:xfrm>
              <a:off x="447632" y="1870808"/>
              <a:ext cx="66431" cy="127733"/>
            </a:xfrm>
            <a:prstGeom prst="rect">
              <a:avLst/>
            </a:prstGeom>
            <a:solidFill>
              <a:srgbClr val="B71B6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/>
            </a:bodyPr>
            <a:lstStyle/>
            <a:p>
              <a:pPr algn="ctr"/>
              <a:endParaRPr lang="ko-KR" altLang="en-US">
                <a:ln>
                  <a:solidFill>
                    <a:srgbClr val="02A1B2">
                      <a:alpha val="0"/>
                    </a:srgbClr>
                  </a:solidFill>
                </a:ln>
              </a:endParaRPr>
            </a:p>
          </p:txBody>
        </p:sp>
      </p:grpSp>
      <p:sp>
        <p:nvSpPr>
          <p:cNvPr id="171" name="직사각형 170">
            <a:extLst>
              <a:ext uri="{FF2B5EF4-FFF2-40B4-BE49-F238E27FC236}">
                <a16:creationId xmlns:a16="http://schemas.microsoft.com/office/drawing/2014/main" id="{49A81107-A0F4-4BEE-863C-8AE800354869}"/>
              </a:ext>
            </a:extLst>
          </p:cNvPr>
          <p:cNvSpPr/>
          <p:nvPr/>
        </p:nvSpPr>
        <p:spPr>
          <a:xfrm>
            <a:off x="5206867" y="1065770"/>
            <a:ext cx="1209800" cy="17763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36000" rIns="72000" bIns="18000" rtlCol="0" anchor="ctr">
            <a:spAutoFit/>
          </a:bodyPr>
          <a:lstStyle/>
          <a:p>
            <a:pPr algn="r"/>
            <a:r>
              <a: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요구사항 번호</a:t>
            </a:r>
            <a:r>
              <a:rPr lang="en-US" altLang="ko-KR" sz="8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: </a:t>
            </a:r>
            <a:r>
              <a:rPr lang="en-US" altLang="ko-KR" sz="800">
                <a:solidFill>
                  <a:srgbClr val="0070C0"/>
                </a:solidFill>
                <a:latin typeface="+mj-ea"/>
                <a:ea typeface="+mj-ea"/>
              </a:rPr>
              <a:t>ABC-001</a:t>
            </a:r>
            <a:endParaRPr lang="ko-KR" altLang="en-US" sz="800" dirty="0">
              <a:solidFill>
                <a:srgbClr val="0070C0"/>
              </a:solidFill>
              <a:latin typeface="+mj-ea"/>
              <a:ea typeface="+mj-ea"/>
            </a:endParaRPr>
          </a:p>
        </p:txBody>
      </p:sp>
      <p:sp>
        <p:nvSpPr>
          <p:cNvPr id="172" name="AutoShape 165">
            <a:extLst>
              <a:ext uri="{FF2B5EF4-FFF2-40B4-BE49-F238E27FC236}">
                <a16:creationId xmlns:a16="http://schemas.microsoft.com/office/drawing/2014/main" id="{D4AA3844-A903-4A09-80B5-5521886D91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668" y="1568624"/>
            <a:ext cx="5976000" cy="647237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3175" algn="ctr">
            <a:solidFill>
              <a:schemeClr val="bg1">
                <a:lumMod val="95000"/>
              </a:schemeClr>
            </a:solidFill>
            <a:round/>
            <a:headEnd/>
            <a:tailEnd/>
          </a:ln>
          <a:effectLst/>
        </p:spPr>
        <p:txBody>
          <a:bodyPr wrap="square" lIns="144000" tIns="36000" rIns="72000" bIns="36000" anchor="ctr"/>
          <a:lstStyle/>
          <a:p>
            <a:pPr marL="85725" lvl="1" indent="-85725" defTabSz="914400" fontAlgn="ctr">
              <a:lnSpc>
                <a:spcPct val="110000"/>
              </a:lnSpc>
              <a:spcAft>
                <a:spcPts val="300"/>
              </a:spcAft>
              <a:buFont typeface="Arial" pitchFamily="34" charset="0"/>
              <a:buChar char="•"/>
              <a:defRPr/>
            </a:pPr>
            <a:r>
              <a:rPr lang="ko-KR" altLang="en-US" sz="1000">
                <a:latin typeface="+mn-ea"/>
                <a:sym typeface="Monotype Sorts"/>
              </a:rPr>
              <a:t>조직원의 인사전반에 걸친 다양한 정보를 관리하여 </a:t>
            </a:r>
            <a:r>
              <a:rPr lang="ko-KR" altLang="en-US" sz="1000">
                <a:latin typeface="+mj-ea"/>
                <a:ea typeface="+mj-ea"/>
                <a:sym typeface="Monotype Sorts"/>
              </a:rPr>
              <a:t>인적자원관리에 필요한 종합적인 정보</a:t>
            </a:r>
            <a:r>
              <a:rPr lang="ko-KR" altLang="en-US" sz="1000">
                <a:latin typeface="+mn-ea"/>
                <a:sym typeface="Monotype Sorts"/>
              </a:rPr>
              <a:t>를 제공</a:t>
            </a:r>
          </a:p>
          <a:p>
            <a:pPr marL="85725" lvl="1" indent="-85725" defTabSz="914400" fontAlgn="ctr">
              <a:lnSpc>
                <a:spcPct val="110000"/>
              </a:lnSpc>
              <a:spcAft>
                <a:spcPts val="300"/>
              </a:spcAft>
              <a:buFont typeface="Arial" pitchFamily="34" charset="0"/>
              <a:buChar char="•"/>
              <a:defRPr/>
            </a:pPr>
            <a:r>
              <a:rPr lang="ko-KR" altLang="en-US" sz="1000">
                <a:latin typeface="+mn-ea"/>
                <a:sym typeface="Monotype Sorts"/>
              </a:rPr>
              <a:t>기준정보관리</a:t>
            </a:r>
            <a:r>
              <a:rPr lang="en-US" altLang="ko-KR" sz="1000">
                <a:latin typeface="+mn-ea"/>
                <a:sym typeface="Monotype Sorts"/>
              </a:rPr>
              <a:t>, </a:t>
            </a:r>
            <a:r>
              <a:rPr lang="ko-KR" altLang="en-US" sz="1000">
                <a:latin typeface="+mn-ea"/>
                <a:sym typeface="Monotype Sorts"/>
              </a:rPr>
              <a:t>인사정보관리</a:t>
            </a:r>
            <a:r>
              <a:rPr lang="en-US" altLang="ko-KR" sz="1000">
                <a:latin typeface="+mn-ea"/>
                <a:sym typeface="Monotype Sorts"/>
              </a:rPr>
              <a:t>, </a:t>
            </a:r>
            <a:r>
              <a:rPr lang="ko-KR" altLang="en-US" sz="1000">
                <a:latin typeface="+mn-ea"/>
                <a:sym typeface="Monotype Sorts"/>
              </a:rPr>
              <a:t>발령관리</a:t>
            </a:r>
            <a:r>
              <a:rPr lang="en-US" altLang="ko-KR" sz="1000">
                <a:latin typeface="+mn-ea"/>
                <a:sym typeface="Monotype Sorts"/>
              </a:rPr>
              <a:t>, </a:t>
            </a:r>
            <a:r>
              <a:rPr lang="ko-KR" altLang="en-US" sz="1000">
                <a:latin typeface="+mn-ea"/>
                <a:sym typeface="Monotype Sorts"/>
              </a:rPr>
              <a:t>교육관리</a:t>
            </a:r>
            <a:r>
              <a:rPr lang="en-US" altLang="ko-KR" sz="1000">
                <a:latin typeface="+mn-ea"/>
                <a:sym typeface="Monotype Sorts"/>
              </a:rPr>
              <a:t>, </a:t>
            </a:r>
            <a:r>
              <a:rPr lang="ko-KR" altLang="en-US" sz="1000">
                <a:latin typeface="+mn-ea"/>
                <a:sym typeface="Monotype Sorts"/>
              </a:rPr>
              <a:t>출장관리</a:t>
            </a:r>
            <a:r>
              <a:rPr lang="en-US" altLang="ko-KR" sz="1000">
                <a:latin typeface="+mn-ea"/>
                <a:sym typeface="Monotype Sorts"/>
              </a:rPr>
              <a:t>, </a:t>
            </a:r>
            <a:r>
              <a:rPr lang="ko-KR" altLang="en-US" sz="1000">
                <a:latin typeface="+mn-ea"/>
                <a:sym typeface="Monotype Sorts"/>
              </a:rPr>
              <a:t>증명서 관리</a:t>
            </a:r>
            <a:r>
              <a:rPr lang="en-US" altLang="ko-KR" sz="1000">
                <a:latin typeface="+mn-ea"/>
                <a:sym typeface="Monotype Sorts"/>
              </a:rPr>
              <a:t>, </a:t>
            </a:r>
            <a:r>
              <a:rPr lang="ko-KR" altLang="en-US" sz="1000">
                <a:latin typeface="+mn-ea"/>
                <a:sym typeface="Monotype Sorts"/>
              </a:rPr>
              <a:t>현황관리 등의 기능 구축</a:t>
            </a:r>
          </a:p>
        </p:txBody>
      </p:sp>
      <p:grpSp>
        <p:nvGrpSpPr>
          <p:cNvPr id="173" name="그룹 172">
            <a:extLst>
              <a:ext uri="{FF2B5EF4-FFF2-40B4-BE49-F238E27FC236}">
                <a16:creationId xmlns:a16="http://schemas.microsoft.com/office/drawing/2014/main" id="{ADE90BA9-915D-498A-A63F-AD43F541580F}"/>
              </a:ext>
            </a:extLst>
          </p:cNvPr>
          <p:cNvGrpSpPr/>
          <p:nvPr/>
        </p:nvGrpSpPr>
        <p:grpSpPr>
          <a:xfrm>
            <a:off x="440668" y="2504728"/>
            <a:ext cx="5976000" cy="184666"/>
            <a:chOff x="4503039" y="5804479"/>
            <a:chExt cx="5976000" cy="184666"/>
          </a:xfrm>
        </p:grpSpPr>
        <p:cxnSp>
          <p:nvCxnSpPr>
            <p:cNvPr id="174" name="직선 연결선 173">
              <a:extLst>
                <a:ext uri="{FF2B5EF4-FFF2-40B4-BE49-F238E27FC236}">
                  <a16:creationId xmlns:a16="http://schemas.microsoft.com/office/drawing/2014/main" id="{E3888886-D74A-40F4-8242-0C5A368B9A47}"/>
                </a:ext>
              </a:extLst>
            </p:cNvPr>
            <p:cNvCxnSpPr>
              <a:cxnSpLocks/>
            </p:cNvCxnSpPr>
            <p:nvPr/>
          </p:nvCxnSpPr>
          <p:spPr>
            <a:xfrm>
              <a:off x="4503039" y="5948495"/>
              <a:ext cx="5976000" cy="0"/>
            </a:xfrm>
            <a:prstGeom prst="line">
              <a:avLst/>
            </a:prstGeom>
            <a:ln w="12700" cap="flat">
              <a:solidFill>
                <a:srgbClr val="BAC0CE"/>
              </a:solidFill>
              <a:miter lim="800000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5" name="TextBox 174">
              <a:extLst>
                <a:ext uri="{FF2B5EF4-FFF2-40B4-BE49-F238E27FC236}">
                  <a16:creationId xmlns:a16="http://schemas.microsoft.com/office/drawing/2014/main" id="{7698FD22-280E-45E5-8D88-A6E6E0925C24}"/>
                </a:ext>
              </a:extLst>
            </p:cNvPr>
            <p:cNvSpPr txBox="1"/>
            <p:nvPr/>
          </p:nvSpPr>
          <p:spPr>
            <a:xfrm flipH="1">
              <a:off x="4503039" y="5804479"/>
              <a:ext cx="1814650" cy="18466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</p:spPr>
          <p:txBody>
            <a:bodyPr wrap="none" lIns="0" tIns="0" rIns="108000" bIns="0" rtlCol="0" anchor="b">
              <a:spAutoFit/>
            </a:bodyPr>
            <a:lstStyle/>
            <a:p>
              <a:pPr lvl="0" defTabSz="478031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ko-KR" altLang="en-US" sz="120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인사관리 목표시스템 구성도</a:t>
              </a:r>
            </a:p>
          </p:txBody>
        </p:sp>
      </p:grpSp>
      <p:graphicFrame>
        <p:nvGraphicFramePr>
          <p:cNvPr id="8" name="표 8">
            <a:extLst>
              <a:ext uri="{FF2B5EF4-FFF2-40B4-BE49-F238E27FC236}">
                <a16:creationId xmlns:a16="http://schemas.microsoft.com/office/drawing/2014/main" id="{E2BF482B-B807-47D0-A3D2-03810204D3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8006596"/>
              </p:ext>
            </p:extLst>
          </p:nvPr>
        </p:nvGraphicFramePr>
        <p:xfrm>
          <a:off x="440668" y="4160912"/>
          <a:ext cx="1440000" cy="126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40000">
                  <a:extLst>
                    <a:ext uri="{9D8B030D-6E8A-4147-A177-3AD203B41FA5}">
                      <a16:colId xmlns:a16="http://schemas.microsoft.com/office/drawing/2014/main" val="1865730982"/>
                    </a:ext>
                  </a:extLst>
                </a:gridCol>
              </a:tblGrid>
              <a:tr h="242308">
                <a:tc>
                  <a:txBody>
                    <a:bodyPr/>
                    <a:lstStyle/>
                    <a:p>
                      <a:pPr marL="0" marR="0" lvl="0" indent="-180948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ts val="24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kern="0" dirty="0">
                          <a:solidFill>
                            <a:sysClr val="window" lastClr="FFFFFF"/>
                          </a:solidFill>
                          <a:latin typeface="+mj-ea"/>
                          <a:ea typeface="+mj-ea"/>
                          <a:cs typeface="+mn-cs"/>
                        </a:rPr>
                        <a:t>기준정보관리</a:t>
                      </a: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9AD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2135780"/>
                  </a:ext>
                </a:extLst>
              </a:tr>
              <a:tr h="25442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kern="0" spc="-5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통합코드관리</a:t>
                      </a:r>
                      <a:endParaRPr kumimoji="1" lang="ko-KR" altLang="en-US" sz="900" kern="0" spc="-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Pretendard ExtraLight" panose="02000303000000020004" pitchFamily="50" charset="-127"/>
                        <a:ea typeface="Pretendard ExtraLight" panose="02000303000000020004" pitchFamily="50" charset="-127"/>
                        <a:cs typeface="Pretendard ExtraLight" panose="02000303000000020004" pitchFamily="50" charset="-127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2449272"/>
                  </a:ext>
                </a:extLst>
              </a:tr>
              <a:tr h="254423">
                <a:tc>
                  <a:txBody>
                    <a:bodyPr/>
                    <a:lstStyle/>
                    <a:p>
                      <a:pPr marL="0" algn="ctr" defTabSz="914400" rtl="0" eaLnBrk="1" fontAlgn="base" latinLnBrk="1" hangingPunct="1">
                        <a:lnSpc>
                          <a:spcPct val="120000"/>
                        </a:lnSpc>
                        <a:spcAft>
                          <a:spcPct val="0"/>
                        </a:spcAft>
                      </a:pPr>
                      <a:r>
                        <a:rPr kumimoji="1" lang="ko-KR" altLang="en-US" sz="900" kern="0" spc="-5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인사코드관리</a:t>
                      </a:r>
                      <a:endParaRPr kumimoji="1" lang="ko-KR" altLang="en-US" sz="900" kern="0" spc="-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Pretendard ExtraLight" panose="02000303000000020004" pitchFamily="50" charset="-127"/>
                        <a:ea typeface="Pretendard ExtraLight" panose="02000303000000020004" pitchFamily="50" charset="-127"/>
                        <a:cs typeface="Pretendard ExtraLight" panose="02000303000000020004" pitchFamily="50" charset="-127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2040051"/>
                  </a:ext>
                </a:extLst>
              </a:tr>
              <a:tr h="254423">
                <a:tc>
                  <a:txBody>
                    <a:bodyPr/>
                    <a:lstStyle/>
                    <a:p>
                      <a:pPr marL="0" algn="ctr" defTabSz="914400" rtl="0" eaLnBrk="1" fontAlgn="base" latinLnBrk="1" hangingPunct="1">
                        <a:lnSpc>
                          <a:spcPct val="120000"/>
                        </a:lnSpc>
                        <a:spcAft>
                          <a:spcPct val="0"/>
                        </a:spcAft>
                      </a:pPr>
                      <a:r>
                        <a:rPr kumimoji="1" lang="ko-KR" altLang="en-US" sz="900" kern="0" spc="-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학교</a:t>
                      </a:r>
                      <a:r>
                        <a:rPr kumimoji="1" lang="en-US" altLang="ko-KR" sz="900" kern="0" spc="-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/</a:t>
                      </a:r>
                      <a:r>
                        <a:rPr kumimoji="1" lang="ko-KR" altLang="en-US" sz="900" kern="0" spc="-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전공 코드관리</a:t>
                      </a: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8696754"/>
                  </a:ext>
                </a:extLst>
              </a:tr>
              <a:tr h="254423">
                <a:tc>
                  <a:txBody>
                    <a:bodyPr/>
                    <a:lstStyle/>
                    <a:p>
                      <a:pPr marL="0" algn="ctr" defTabSz="914400" rtl="0" eaLnBrk="1" fontAlgn="base" latinLnBrk="1" hangingPunct="1">
                        <a:lnSpc>
                          <a:spcPct val="120000"/>
                        </a:lnSpc>
                        <a:spcAft>
                          <a:spcPct val="0"/>
                        </a:spcAft>
                      </a:pPr>
                      <a:r>
                        <a:rPr kumimoji="1" lang="ko-KR" altLang="en-US" sz="900" kern="0" spc="-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조직관리</a:t>
                      </a: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4509193"/>
                  </a:ext>
                </a:extLst>
              </a:tr>
            </a:tbl>
          </a:graphicData>
        </a:graphic>
      </p:graphicFrame>
      <p:graphicFrame>
        <p:nvGraphicFramePr>
          <p:cNvPr id="177" name="표 8">
            <a:extLst>
              <a:ext uri="{FF2B5EF4-FFF2-40B4-BE49-F238E27FC236}">
                <a16:creationId xmlns:a16="http://schemas.microsoft.com/office/drawing/2014/main" id="{C2EF4FCF-3A68-46A8-B853-957DF0DE01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8206392"/>
              </p:ext>
            </p:extLst>
          </p:nvPr>
        </p:nvGraphicFramePr>
        <p:xfrm>
          <a:off x="4977172" y="4160912"/>
          <a:ext cx="1440000" cy="126030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40000">
                  <a:extLst>
                    <a:ext uri="{9D8B030D-6E8A-4147-A177-3AD203B41FA5}">
                      <a16:colId xmlns:a16="http://schemas.microsoft.com/office/drawing/2014/main" val="1865730982"/>
                    </a:ext>
                  </a:extLst>
                </a:gridCol>
              </a:tblGrid>
              <a:tr h="252061">
                <a:tc>
                  <a:txBody>
                    <a:bodyPr/>
                    <a:lstStyle/>
                    <a:p>
                      <a:pPr marL="0" marR="0" lvl="0" indent="-180948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ts val="24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kern="0" dirty="0">
                          <a:solidFill>
                            <a:sysClr val="window" lastClr="FFFFFF"/>
                          </a:solidFill>
                          <a:latin typeface="+mj-ea"/>
                          <a:ea typeface="+mj-ea"/>
                          <a:cs typeface="+mn-cs"/>
                        </a:rPr>
                        <a:t>교육관리</a:t>
                      </a: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A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2135780"/>
                  </a:ext>
                </a:extLst>
              </a:tr>
              <a:tr h="252061">
                <a:tc>
                  <a:txBody>
                    <a:bodyPr/>
                    <a:lstStyle/>
                    <a:p>
                      <a:pPr marL="0" algn="ctr" defTabSz="914400" rtl="0" eaLnBrk="1" fontAlgn="base" latinLnBrk="1" hangingPunct="1">
                        <a:lnSpc>
                          <a:spcPct val="120000"/>
                        </a:lnSpc>
                        <a:spcAft>
                          <a:spcPct val="0"/>
                        </a:spcAft>
                      </a:pPr>
                      <a:r>
                        <a:rPr kumimoji="1" lang="ko-KR" altLang="en-US" sz="900" kern="0" spc="-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교육과정관리</a:t>
                      </a: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E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2449272"/>
                  </a:ext>
                </a:extLst>
              </a:tr>
              <a:tr h="252061">
                <a:tc>
                  <a:txBody>
                    <a:bodyPr/>
                    <a:lstStyle/>
                    <a:p>
                      <a:pPr marL="0" algn="ctr" defTabSz="914400" rtl="0" eaLnBrk="1" fontAlgn="base" latinLnBrk="1" hangingPunct="1">
                        <a:lnSpc>
                          <a:spcPct val="120000"/>
                        </a:lnSpc>
                        <a:spcAft>
                          <a:spcPct val="0"/>
                        </a:spcAft>
                      </a:pPr>
                      <a:r>
                        <a:rPr kumimoji="1" lang="ko-KR" altLang="en-US" sz="900" kern="0" spc="-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교육신청관리</a:t>
                      </a: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E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2040051"/>
                  </a:ext>
                </a:extLst>
              </a:tr>
              <a:tr h="252061">
                <a:tc>
                  <a:txBody>
                    <a:bodyPr/>
                    <a:lstStyle/>
                    <a:p>
                      <a:pPr marL="0" algn="ctr" defTabSz="914400" rtl="0" eaLnBrk="1" fontAlgn="base" latinLnBrk="1" hangingPunct="1">
                        <a:lnSpc>
                          <a:spcPct val="120000"/>
                        </a:lnSpc>
                        <a:spcAft>
                          <a:spcPct val="0"/>
                        </a:spcAft>
                      </a:pPr>
                      <a:r>
                        <a:rPr kumimoji="1" lang="ko-KR" altLang="en-US" sz="900" kern="0" spc="-5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교육이수관리</a:t>
                      </a:r>
                      <a:endParaRPr kumimoji="1" lang="ko-KR" altLang="en-US" sz="900" kern="0" spc="-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Pretendard ExtraLight" panose="02000303000000020004" pitchFamily="50" charset="-127"/>
                        <a:ea typeface="Pretendard ExtraLight" panose="02000303000000020004" pitchFamily="50" charset="-127"/>
                        <a:cs typeface="Pretendard ExtraLight" panose="02000303000000020004" pitchFamily="50" charset="-127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E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8696754"/>
                  </a:ext>
                </a:extLst>
              </a:tr>
              <a:tr h="252061">
                <a:tc>
                  <a:txBody>
                    <a:bodyPr/>
                    <a:lstStyle/>
                    <a:p>
                      <a:pPr marL="0" algn="ctr" defTabSz="914400" rtl="0" eaLnBrk="1" fontAlgn="base" latinLnBrk="1" hangingPunct="1">
                        <a:lnSpc>
                          <a:spcPct val="120000"/>
                        </a:lnSpc>
                        <a:spcAft>
                          <a:spcPct val="0"/>
                        </a:spcAft>
                      </a:pPr>
                      <a:r>
                        <a:rPr kumimoji="1" lang="ko-KR" altLang="en-US" sz="900" kern="0" spc="-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교육훈련현황</a:t>
                      </a: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E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4509193"/>
                  </a:ext>
                </a:extLst>
              </a:tr>
            </a:tbl>
          </a:graphicData>
        </a:graphic>
      </p:graphicFrame>
      <p:graphicFrame>
        <p:nvGraphicFramePr>
          <p:cNvPr id="178" name="표 8">
            <a:extLst>
              <a:ext uri="{FF2B5EF4-FFF2-40B4-BE49-F238E27FC236}">
                <a16:creationId xmlns:a16="http://schemas.microsoft.com/office/drawing/2014/main" id="{AAC6C2B4-02E8-4E00-A3E8-DB15031F65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4369006"/>
              </p:ext>
            </p:extLst>
          </p:nvPr>
        </p:nvGraphicFramePr>
        <p:xfrm>
          <a:off x="4977172" y="5481004"/>
          <a:ext cx="1440000" cy="126030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40000">
                  <a:extLst>
                    <a:ext uri="{9D8B030D-6E8A-4147-A177-3AD203B41FA5}">
                      <a16:colId xmlns:a16="http://schemas.microsoft.com/office/drawing/2014/main" val="1865730982"/>
                    </a:ext>
                  </a:extLst>
                </a:gridCol>
              </a:tblGrid>
              <a:tr h="252061">
                <a:tc>
                  <a:txBody>
                    <a:bodyPr/>
                    <a:lstStyle/>
                    <a:p>
                      <a:pPr marL="0" marR="0" lvl="0" indent="-180948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ts val="24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kern="0" dirty="0">
                          <a:solidFill>
                            <a:sysClr val="window" lastClr="FFFFFF"/>
                          </a:solidFill>
                          <a:latin typeface="+mj-ea"/>
                          <a:ea typeface="+mj-ea"/>
                          <a:cs typeface="+mn-cs"/>
                        </a:rPr>
                        <a:t>출장관리</a:t>
                      </a: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A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2135780"/>
                  </a:ext>
                </a:extLst>
              </a:tr>
              <a:tr h="252061">
                <a:tc>
                  <a:txBody>
                    <a:bodyPr/>
                    <a:lstStyle/>
                    <a:p>
                      <a:pPr marL="0" algn="ctr" defTabSz="914400" rtl="0" eaLnBrk="1" fontAlgn="base" latinLnBrk="1" hangingPunct="1">
                        <a:lnSpc>
                          <a:spcPct val="120000"/>
                        </a:lnSpc>
                        <a:spcAft>
                          <a:spcPct val="0"/>
                        </a:spcAft>
                      </a:pPr>
                      <a:r>
                        <a:rPr kumimoji="1" lang="ko-KR" altLang="en-US" sz="900" kern="0" spc="-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국내출장신청</a:t>
                      </a: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E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2449272"/>
                  </a:ext>
                </a:extLst>
              </a:tr>
              <a:tr h="252061">
                <a:tc>
                  <a:txBody>
                    <a:bodyPr/>
                    <a:lstStyle/>
                    <a:p>
                      <a:pPr marL="0" algn="ctr" defTabSz="914400" rtl="0" eaLnBrk="1" fontAlgn="base" latinLnBrk="1" hangingPunct="1">
                        <a:lnSpc>
                          <a:spcPct val="120000"/>
                        </a:lnSpc>
                        <a:spcAft>
                          <a:spcPct val="0"/>
                        </a:spcAft>
                      </a:pPr>
                      <a:r>
                        <a:rPr kumimoji="1" lang="ko-KR" altLang="en-US" sz="900" kern="0" spc="-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국외출장신청</a:t>
                      </a: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E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2040051"/>
                  </a:ext>
                </a:extLst>
              </a:tr>
              <a:tr h="252061">
                <a:tc>
                  <a:txBody>
                    <a:bodyPr/>
                    <a:lstStyle/>
                    <a:p>
                      <a:pPr marL="0" algn="ctr" defTabSz="914400" rtl="0" eaLnBrk="1" fontAlgn="base" latinLnBrk="1" hangingPunct="1">
                        <a:lnSpc>
                          <a:spcPct val="120000"/>
                        </a:lnSpc>
                        <a:spcAft>
                          <a:spcPct val="0"/>
                        </a:spcAft>
                      </a:pPr>
                      <a:r>
                        <a:rPr kumimoji="1" lang="ko-KR" altLang="en-US" sz="900" kern="0" spc="-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시내출장</a:t>
                      </a: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E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8696754"/>
                  </a:ext>
                </a:extLst>
              </a:tr>
              <a:tr h="252061">
                <a:tc>
                  <a:txBody>
                    <a:bodyPr/>
                    <a:lstStyle/>
                    <a:p>
                      <a:pPr marL="0" algn="ctr" defTabSz="914400" rtl="0" eaLnBrk="1" fontAlgn="base" latinLnBrk="1" hangingPunct="1">
                        <a:lnSpc>
                          <a:spcPct val="120000"/>
                        </a:lnSpc>
                        <a:spcAft>
                          <a:spcPct val="0"/>
                        </a:spcAft>
                      </a:pPr>
                      <a:r>
                        <a:rPr kumimoji="1" lang="ko-KR" altLang="en-US" sz="900" kern="0" spc="-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출장결과</a:t>
                      </a: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E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4509193"/>
                  </a:ext>
                </a:extLst>
              </a:tr>
            </a:tbl>
          </a:graphicData>
        </a:graphic>
      </p:graphicFrame>
      <p:graphicFrame>
        <p:nvGraphicFramePr>
          <p:cNvPr id="179" name="표 8">
            <a:extLst>
              <a:ext uri="{FF2B5EF4-FFF2-40B4-BE49-F238E27FC236}">
                <a16:creationId xmlns:a16="http://schemas.microsoft.com/office/drawing/2014/main" id="{05FE1898-B8B6-4D19-A44B-D289EDE3C2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0911510"/>
              </p:ext>
            </p:extLst>
          </p:nvPr>
        </p:nvGraphicFramePr>
        <p:xfrm>
          <a:off x="4977172" y="6801096"/>
          <a:ext cx="1440000" cy="126030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40000">
                  <a:extLst>
                    <a:ext uri="{9D8B030D-6E8A-4147-A177-3AD203B41FA5}">
                      <a16:colId xmlns:a16="http://schemas.microsoft.com/office/drawing/2014/main" val="1865730982"/>
                    </a:ext>
                  </a:extLst>
                </a:gridCol>
              </a:tblGrid>
              <a:tr h="252061">
                <a:tc>
                  <a:txBody>
                    <a:bodyPr/>
                    <a:lstStyle/>
                    <a:p>
                      <a:pPr marL="0" marR="0" lvl="0" indent="-180948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ts val="24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kern="0" dirty="0">
                          <a:solidFill>
                            <a:sysClr val="window" lastClr="FFFFFF"/>
                          </a:solidFill>
                          <a:latin typeface="+mj-ea"/>
                          <a:ea typeface="+mj-ea"/>
                          <a:cs typeface="+mn-cs"/>
                        </a:rPr>
                        <a:t>증명서관리</a:t>
                      </a: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A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2135780"/>
                  </a:ext>
                </a:extLst>
              </a:tr>
              <a:tr h="252061">
                <a:tc>
                  <a:txBody>
                    <a:bodyPr/>
                    <a:lstStyle/>
                    <a:p>
                      <a:pPr marL="0" algn="ctr" defTabSz="914400" rtl="0" eaLnBrk="1" fontAlgn="base" latinLnBrk="1" hangingPunct="1">
                        <a:lnSpc>
                          <a:spcPct val="120000"/>
                        </a:lnSpc>
                        <a:spcAft>
                          <a:spcPct val="0"/>
                        </a:spcAft>
                      </a:pPr>
                      <a:r>
                        <a:rPr kumimoji="1" lang="ko-KR" altLang="en-US" sz="900" kern="0" spc="-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재직증명</a:t>
                      </a:r>
                      <a:r>
                        <a:rPr kumimoji="1" lang="en-US" altLang="ko-KR" sz="900" kern="0" spc="-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(</a:t>
                      </a:r>
                      <a:r>
                        <a:rPr kumimoji="1" lang="ko-KR" altLang="en-US" sz="900" kern="0" spc="-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국문</a:t>
                      </a:r>
                      <a:r>
                        <a:rPr kumimoji="1" lang="en-US" altLang="ko-KR" sz="900" kern="0" spc="-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/</a:t>
                      </a:r>
                      <a:r>
                        <a:rPr kumimoji="1" lang="ko-KR" altLang="en-US" sz="900" kern="0" spc="-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영문</a:t>
                      </a:r>
                      <a:r>
                        <a:rPr kumimoji="1" lang="en-US" altLang="ko-KR" sz="900" kern="0" spc="-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)</a:t>
                      </a:r>
                      <a:endParaRPr kumimoji="1" lang="ko-KR" altLang="en-US" sz="900" kern="0" spc="-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Pretendard ExtraLight" panose="02000303000000020004" pitchFamily="50" charset="-127"/>
                        <a:ea typeface="Pretendard ExtraLight" panose="02000303000000020004" pitchFamily="50" charset="-127"/>
                        <a:cs typeface="Pretendard ExtraLight" panose="02000303000000020004" pitchFamily="50" charset="-127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E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2449272"/>
                  </a:ext>
                </a:extLst>
              </a:tr>
              <a:tr h="252061">
                <a:tc>
                  <a:txBody>
                    <a:bodyPr/>
                    <a:lstStyle/>
                    <a:p>
                      <a:pPr marL="0" algn="ctr" defTabSz="914400" rtl="0" eaLnBrk="1" fontAlgn="base" latinLnBrk="1" hangingPunct="1">
                        <a:lnSpc>
                          <a:spcPct val="120000"/>
                        </a:lnSpc>
                        <a:spcAft>
                          <a:spcPct val="0"/>
                        </a:spcAft>
                      </a:pPr>
                      <a:r>
                        <a:rPr kumimoji="1" lang="ko-KR" altLang="en-US" sz="900" kern="0" spc="-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경력증명</a:t>
                      </a:r>
                      <a:r>
                        <a:rPr kumimoji="1" lang="en-US" altLang="ko-KR" sz="900" kern="0" spc="-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(</a:t>
                      </a:r>
                      <a:r>
                        <a:rPr kumimoji="1" lang="ko-KR" altLang="en-US" sz="900" kern="0" spc="-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국문</a:t>
                      </a:r>
                      <a:r>
                        <a:rPr kumimoji="1" lang="en-US" altLang="ko-KR" sz="900" kern="0" spc="-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/</a:t>
                      </a:r>
                      <a:r>
                        <a:rPr kumimoji="1" lang="ko-KR" altLang="en-US" sz="900" kern="0" spc="-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영문</a:t>
                      </a:r>
                      <a:r>
                        <a:rPr kumimoji="1" lang="en-US" altLang="ko-KR" sz="900" kern="0" spc="-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)</a:t>
                      </a:r>
                      <a:endParaRPr kumimoji="1" lang="ko-KR" altLang="en-US" sz="900" kern="0" spc="-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Pretendard ExtraLight" panose="02000303000000020004" pitchFamily="50" charset="-127"/>
                        <a:ea typeface="Pretendard ExtraLight" panose="02000303000000020004" pitchFamily="50" charset="-127"/>
                        <a:cs typeface="Pretendard ExtraLight" panose="02000303000000020004" pitchFamily="50" charset="-127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E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2040051"/>
                  </a:ext>
                </a:extLst>
              </a:tr>
              <a:tr h="252061">
                <a:tc>
                  <a:txBody>
                    <a:bodyPr/>
                    <a:lstStyle/>
                    <a:p>
                      <a:pPr marL="0" algn="ctr" defTabSz="914400" rtl="0" eaLnBrk="1" fontAlgn="base" latinLnBrk="1" hangingPunct="1">
                        <a:lnSpc>
                          <a:spcPct val="120000"/>
                        </a:lnSpc>
                        <a:spcAft>
                          <a:spcPct val="0"/>
                        </a:spcAft>
                      </a:pPr>
                      <a:r>
                        <a:rPr kumimoji="1" lang="ko-KR" altLang="en-US" sz="900" kern="0" spc="-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증명서 접수대장</a:t>
                      </a: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E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8696754"/>
                  </a:ext>
                </a:extLst>
              </a:tr>
              <a:tr h="252061">
                <a:tc>
                  <a:txBody>
                    <a:bodyPr/>
                    <a:lstStyle/>
                    <a:p>
                      <a:pPr marL="0" algn="ctr" defTabSz="914400" rtl="0" eaLnBrk="1" fontAlgn="base" latinLnBrk="1" hangingPunct="1">
                        <a:lnSpc>
                          <a:spcPct val="120000"/>
                        </a:lnSpc>
                        <a:spcAft>
                          <a:spcPct val="0"/>
                        </a:spcAft>
                      </a:pPr>
                      <a:r>
                        <a:rPr kumimoji="1" lang="ko-KR" altLang="en-US" sz="900" kern="0" spc="-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증명서 신청현황</a:t>
                      </a: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E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4509193"/>
                  </a:ext>
                </a:extLst>
              </a:tr>
            </a:tbl>
          </a:graphicData>
        </a:graphic>
      </p:graphicFrame>
      <p:graphicFrame>
        <p:nvGraphicFramePr>
          <p:cNvPr id="180" name="표 8">
            <a:extLst>
              <a:ext uri="{FF2B5EF4-FFF2-40B4-BE49-F238E27FC236}">
                <a16:creationId xmlns:a16="http://schemas.microsoft.com/office/drawing/2014/main" id="{3BBAEE77-1798-4D4A-BCBF-42A5E3626A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2600414"/>
              </p:ext>
            </p:extLst>
          </p:nvPr>
        </p:nvGraphicFramePr>
        <p:xfrm>
          <a:off x="4977172" y="8121187"/>
          <a:ext cx="1440000" cy="126030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40000">
                  <a:extLst>
                    <a:ext uri="{9D8B030D-6E8A-4147-A177-3AD203B41FA5}">
                      <a16:colId xmlns:a16="http://schemas.microsoft.com/office/drawing/2014/main" val="1865730982"/>
                    </a:ext>
                  </a:extLst>
                </a:gridCol>
              </a:tblGrid>
              <a:tr h="252061">
                <a:tc>
                  <a:txBody>
                    <a:bodyPr/>
                    <a:lstStyle/>
                    <a:p>
                      <a:pPr marL="0" marR="0" lvl="0" indent="-180948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ts val="24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kern="0" dirty="0">
                          <a:solidFill>
                            <a:sysClr val="window" lastClr="FFFFFF"/>
                          </a:solidFill>
                          <a:latin typeface="+mj-ea"/>
                          <a:ea typeface="+mj-ea"/>
                          <a:cs typeface="+mn-cs"/>
                        </a:rPr>
                        <a:t>현황관리</a:t>
                      </a: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A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2135780"/>
                  </a:ext>
                </a:extLst>
              </a:tr>
              <a:tr h="252061">
                <a:tc>
                  <a:txBody>
                    <a:bodyPr/>
                    <a:lstStyle/>
                    <a:p>
                      <a:pPr marL="0" algn="ctr" defTabSz="914400" rtl="0" eaLnBrk="1" fontAlgn="base" latinLnBrk="1" hangingPunct="1">
                        <a:lnSpc>
                          <a:spcPct val="120000"/>
                        </a:lnSpc>
                        <a:spcAft>
                          <a:spcPct val="0"/>
                        </a:spcAft>
                      </a:pPr>
                      <a:r>
                        <a:rPr kumimoji="1" lang="ko-KR" altLang="en-US" sz="900" kern="0" spc="-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인원현황</a:t>
                      </a: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E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2449272"/>
                  </a:ext>
                </a:extLst>
              </a:tr>
              <a:tr h="252061">
                <a:tc>
                  <a:txBody>
                    <a:bodyPr/>
                    <a:lstStyle/>
                    <a:p>
                      <a:pPr marL="0" algn="ctr" defTabSz="914400" rtl="0" eaLnBrk="1" fontAlgn="base" latinLnBrk="1" hangingPunct="1">
                        <a:lnSpc>
                          <a:spcPct val="120000"/>
                        </a:lnSpc>
                        <a:spcAft>
                          <a:spcPct val="0"/>
                        </a:spcAft>
                      </a:pPr>
                      <a:r>
                        <a:rPr kumimoji="1" lang="ko-KR" altLang="en-US" sz="900" kern="0" spc="-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임직원현황</a:t>
                      </a: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E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2040051"/>
                  </a:ext>
                </a:extLst>
              </a:tr>
              <a:tr h="252061">
                <a:tc>
                  <a:txBody>
                    <a:bodyPr/>
                    <a:lstStyle/>
                    <a:p>
                      <a:pPr marL="0" algn="ctr" defTabSz="914400" rtl="0" eaLnBrk="1" fontAlgn="base" latinLnBrk="1" hangingPunct="1">
                        <a:lnSpc>
                          <a:spcPct val="120000"/>
                        </a:lnSpc>
                        <a:spcAft>
                          <a:spcPct val="0"/>
                        </a:spcAft>
                      </a:pPr>
                      <a:r>
                        <a:rPr kumimoji="1" lang="ko-KR" altLang="en-US" sz="900" kern="0" spc="-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직급별 인원현황</a:t>
                      </a: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E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8696754"/>
                  </a:ext>
                </a:extLst>
              </a:tr>
              <a:tr h="252061">
                <a:tc>
                  <a:txBody>
                    <a:bodyPr/>
                    <a:lstStyle/>
                    <a:p>
                      <a:pPr marL="0" algn="ctr" defTabSz="914400" rtl="0" eaLnBrk="1" fontAlgn="base" latinLnBrk="1" hangingPunct="1">
                        <a:lnSpc>
                          <a:spcPct val="120000"/>
                        </a:lnSpc>
                        <a:spcAft>
                          <a:spcPct val="0"/>
                        </a:spcAft>
                      </a:pPr>
                      <a:r>
                        <a:rPr kumimoji="1" lang="ko-KR" altLang="en-US" sz="900" kern="0" spc="-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부서별 인원현황</a:t>
                      </a: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E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4509193"/>
                  </a:ext>
                </a:extLst>
              </a:tr>
            </a:tbl>
          </a:graphicData>
        </a:graphic>
      </p:graphicFrame>
      <p:graphicFrame>
        <p:nvGraphicFramePr>
          <p:cNvPr id="181" name="표 8">
            <a:extLst>
              <a:ext uri="{FF2B5EF4-FFF2-40B4-BE49-F238E27FC236}">
                <a16:creationId xmlns:a16="http://schemas.microsoft.com/office/drawing/2014/main" id="{8CDB447D-CB82-40AD-A661-681EAFBE01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6957107"/>
              </p:ext>
            </p:extLst>
          </p:nvPr>
        </p:nvGraphicFramePr>
        <p:xfrm>
          <a:off x="2709000" y="8121187"/>
          <a:ext cx="1440000" cy="126030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40000">
                  <a:extLst>
                    <a:ext uri="{9D8B030D-6E8A-4147-A177-3AD203B41FA5}">
                      <a16:colId xmlns:a16="http://schemas.microsoft.com/office/drawing/2014/main" val="1865730982"/>
                    </a:ext>
                  </a:extLst>
                </a:gridCol>
              </a:tblGrid>
              <a:tr h="252061">
                <a:tc>
                  <a:txBody>
                    <a:bodyPr/>
                    <a:lstStyle/>
                    <a:p>
                      <a:pPr marL="0" marR="0" lvl="0" indent="-180948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ts val="24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kern="0" dirty="0">
                          <a:solidFill>
                            <a:sysClr val="window" lastClr="FFFFFF"/>
                          </a:solidFill>
                          <a:latin typeface="+mj-ea"/>
                          <a:ea typeface="+mj-ea"/>
                          <a:cs typeface="+mn-cs"/>
                        </a:rPr>
                        <a:t>근무관리</a:t>
                      </a: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A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2135780"/>
                  </a:ext>
                </a:extLst>
              </a:tr>
              <a:tr h="252061">
                <a:tc>
                  <a:txBody>
                    <a:bodyPr/>
                    <a:lstStyle/>
                    <a:p>
                      <a:pPr marL="0" algn="ctr" defTabSz="914400" rtl="0" eaLnBrk="1" fontAlgn="base" latinLnBrk="1" hangingPunct="1">
                        <a:lnSpc>
                          <a:spcPct val="120000"/>
                        </a:lnSpc>
                        <a:spcAft>
                          <a:spcPct val="0"/>
                        </a:spcAft>
                      </a:pPr>
                      <a:r>
                        <a:rPr kumimoji="1" lang="ko-KR" altLang="en-US" sz="900" kern="0" spc="-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근태관리</a:t>
                      </a: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E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2449272"/>
                  </a:ext>
                </a:extLst>
              </a:tr>
              <a:tr h="252061">
                <a:tc>
                  <a:txBody>
                    <a:bodyPr/>
                    <a:lstStyle/>
                    <a:p>
                      <a:pPr marL="0" algn="ctr" defTabSz="914400" rtl="0" eaLnBrk="1" fontAlgn="base" latinLnBrk="1" hangingPunct="1">
                        <a:lnSpc>
                          <a:spcPct val="120000"/>
                        </a:lnSpc>
                        <a:spcAft>
                          <a:spcPct val="0"/>
                        </a:spcAft>
                      </a:pPr>
                      <a:r>
                        <a:rPr kumimoji="1" lang="ko-KR" altLang="en-US" sz="900" kern="0" spc="-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출입관리</a:t>
                      </a: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E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2040051"/>
                  </a:ext>
                </a:extLst>
              </a:tr>
              <a:tr h="252061">
                <a:tc>
                  <a:txBody>
                    <a:bodyPr/>
                    <a:lstStyle/>
                    <a:p>
                      <a:pPr marL="0" algn="ctr" defTabSz="914400" rtl="0" eaLnBrk="1" fontAlgn="base" latinLnBrk="1" hangingPunct="1">
                        <a:lnSpc>
                          <a:spcPct val="120000"/>
                        </a:lnSpc>
                        <a:spcAft>
                          <a:spcPct val="0"/>
                        </a:spcAft>
                      </a:pPr>
                      <a:r>
                        <a:rPr kumimoji="1" lang="ko-KR" altLang="en-US" sz="900" kern="0" spc="-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일일업무</a:t>
                      </a: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E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8696754"/>
                  </a:ext>
                </a:extLst>
              </a:tr>
              <a:tr h="252061">
                <a:tc>
                  <a:txBody>
                    <a:bodyPr/>
                    <a:lstStyle/>
                    <a:p>
                      <a:pPr marL="0" algn="ctr" defTabSz="914400" rtl="0" eaLnBrk="1" fontAlgn="base" latinLnBrk="1" hangingPunct="1">
                        <a:lnSpc>
                          <a:spcPct val="120000"/>
                        </a:lnSpc>
                        <a:spcAft>
                          <a:spcPct val="0"/>
                        </a:spcAft>
                      </a:pPr>
                      <a:r>
                        <a:rPr kumimoji="1" lang="ko-KR" altLang="en-US" sz="900" kern="0" spc="-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시간외 근무관리</a:t>
                      </a: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E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4509193"/>
                  </a:ext>
                </a:extLst>
              </a:tr>
            </a:tbl>
          </a:graphicData>
        </a:graphic>
      </p:graphicFrame>
      <p:graphicFrame>
        <p:nvGraphicFramePr>
          <p:cNvPr id="182" name="표 8">
            <a:extLst>
              <a:ext uri="{FF2B5EF4-FFF2-40B4-BE49-F238E27FC236}">
                <a16:creationId xmlns:a16="http://schemas.microsoft.com/office/drawing/2014/main" id="{BC07AFF2-E8DC-4FC9-AF04-4A042E38BB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251431"/>
              </p:ext>
            </p:extLst>
          </p:nvPr>
        </p:nvGraphicFramePr>
        <p:xfrm>
          <a:off x="440668" y="8121187"/>
          <a:ext cx="1440000" cy="126030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40000">
                  <a:extLst>
                    <a:ext uri="{9D8B030D-6E8A-4147-A177-3AD203B41FA5}">
                      <a16:colId xmlns:a16="http://schemas.microsoft.com/office/drawing/2014/main" val="1865730982"/>
                    </a:ext>
                  </a:extLst>
                </a:gridCol>
              </a:tblGrid>
              <a:tr h="252061">
                <a:tc>
                  <a:txBody>
                    <a:bodyPr/>
                    <a:lstStyle/>
                    <a:p>
                      <a:pPr marL="0" marR="0" lvl="0" indent="-180948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ts val="24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kern="0" dirty="0">
                          <a:solidFill>
                            <a:sysClr val="window" lastClr="FFFFFF"/>
                          </a:solidFill>
                          <a:latin typeface="+mj-ea"/>
                          <a:ea typeface="+mj-ea"/>
                          <a:cs typeface="+mn-cs"/>
                        </a:rPr>
                        <a:t>코드관리</a:t>
                      </a: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2135780"/>
                  </a:ext>
                </a:extLst>
              </a:tr>
              <a:tr h="252061">
                <a:tc>
                  <a:txBody>
                    <a:bodyPr/>
                    <a:lstStyle/>
                    <a:p>
                      <a:pPr marL="0" algn="ctr" defTabSz="914400" rtl="0" eaLnBrk="1" fontAlgn="base" latinLnBrk="1" hangingPunct="1">
                        <a:lnSpc>
                          <a:spcPct val="120000"/>
                        </a:lnSpc>
                        <a:spcAft>
                          <a:spcPct val="0"/>
                        </a:spcAft>
                      </a:pPr>
                      <a:r>
                        <a:rPr kumimoji="1" lang="ko-KR" altLang="en-US" sz="900" kern="0" spc="-5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통합코드관리</a:t>
                      </a:r>
                      <a:endParaRPr kumimoji="1" lang="ko-KR" altLang="en-US" sz="900" kern="0" spc="-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Pretendard ExtraLight" panose="02000303000000020004" pitchFamily="50" charset="-127"/>
                        <a:ea typeface="Pretendard ExtraLight" panose="02000303000000020004" pitchFamily="50" charset="-127"/>
                        <a:cs typeface="Pretendard ExtraLight" panose="02000303000000020004" pitchFamily="50" charset="-127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2449272"/>
                  </a:ext>
                </a:extLst>
              </a:tr>
              <a:tr h="252061">
                <a:tc>
                  <a:txBody>
                    <a:bodyPr/>
                    <a:lstStyle/>
                    <a:p>
                      <a:pPr marL="0" algn="ctr" defTabSz="914400" rtl="0" eaLnBrk="1" fontAlgn="base" latinLnBrk="1" hangingPunct="1">
                        <a:lnSpc>
                          <a:spcPct val="120000"/>
                        </a:lnSpc>
                        <a:spcAft>
                          <a:spcPct val="0"/>
                        </a:spcAft>
                      </a:pPr>
                      <a:r>
                        <a:rPr kumimoji="1" lang="ko-KR" altLang="en-US" sz="900" kern="0" spc="-5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인사코드관리</a:t>
                      </a:r>
                      <a:endParaRPr kumimoji="1" lang="ko-KR" altLang="en-US" sz="900" kern="0" spc="-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Pretendard ExtraLight" panose="02000303000000020004" pitchFamily="50" charset="-127"/>
                        <a:ea typeface="Pretendard ExtraLight" panose="02000303000000020004" pitchFamily="50" charset="-127"/>
                        <a:cs typeface="Pretendard ExtraLight" panose="02000303000000020004" pitchFamily="50" charset="-127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2040051"/>
                  </a:ext>
                </a:extLst>
              </a:tr>
              <a:tr h="252061">
                <a:tc>
                  <a:txBody>
                    <a:bodyPr/>
                    <a:lstStyle/>
                    <a:p>
                      <a:pPr marL="0" algn="ctr" defTabSz="914400" rtl="0" eaLnBrk="1" fontAlgn="base" latinLnBrk="1" hangingPunct="1">
                        <a:lnSpc>
                          <a:spcPct val="120000"/>
                        </a:lnSpc>
                        <a:spcAft>
                          <a:spcPct val="0"/>
                        </a:spcAft>
                      </a:pPr>
                      <a:r>
                        <a:rPr kumimoji="1" lang="ko-KR" altLang="en-US" sz="900" kern="0" spc="-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학교</a:t>
                      </a:r>
                      <a:r>
                        <a:rPr kumimoji="1" lang="en-US" altLang="ko-KR" sz="900" kern="0" spc="-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/</a:t>
                      </a:r>
                      <a:r>
                        <a:rPr kumimoji="1" lang="ko-KR" altLang="en-US" sz="900" kern="0" spc="-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전공 코드관리</a:t>
                      </a: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8696754"/>
                  </a:ext>
                </a:extLst>
              </a:tr>
              <a:tr h="252061">
                <a:tc>
                  <a:txBody>
                    <a:bodyPr/>
                    <a:lstStyle/>
                    <a:p>
                      <a:pPr marL="0" algn="ctr" defTabSz="914400" rtl="0" eaLnBrk="1" fontAlgn="base" latinLnBrk="1" hangingPunct="1">
                        <a:lnSpc>
                          <a:spcPct val="120000"/>
                        </a:lnSpc>
                        <a:spcAft>
                          <a:spcPct val="0"/>
                        </a:spcAft>
                      </a:pPr>
                      <a:r>
                        <a:rPr kumimoji="1" lang="ko-KR" altLang="en-US" sz="900" kern="0" spc="-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조직관리</a:t>
                      </a: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4509193"/>
                  </a:ext>
                </a:extLst>
              </a:tr>
            </a:tbl>
          </a:graphicData>
        </a:graphic>
      </p:graphicFrame>
      <p:graphicFrame>
        <p:nvGraphicFramePr>
          <p:cNvPr id="183" name="표 8">
            <a:extLst>
              <a:ext uri="{FF2B5EF4-FFF2-40B4-BE49-F238E27FC236}">
                <a16:creationId xmlns:a16="http://schemas.microsoft.com/office/drawing/2014/main" id="{FC81CD82-D918-4649-A2D3-C7A31380E0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9783009"/>
              </p:ext>
            </p:extLst>
          </p:nvPr>
        </p:nvGraphicFramePr>
        <p:xfrm>
          <a:off x="440668" y="5789035"/>
          <a:ext cx="1440000" cy="20164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40000">
                  <a:extLst>
                    <a:ext uri="{9D8B030D-6E8A-4147-A177-3AD203B41FA5}">
                      <a16:colId xmlns:a16="http://schemas.microsoft.com/office/drawing/2014/main" val="1865730982"/>
                    </a:ext>
                  </a:extLst>
                </a:gridCol>
              </a:tblGrid>
              <a:tr h="252061">
                <a:tc>
                  <a:txBody>
                    <a:bodyPr/>
                    <a:lstStyle/>
                    <a:p>
                      <a:pPr marL="0" marR="0" lvl="0" indent="-180948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ts val="24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kern="0">
                          <a:solidFill>
                            <a:sysClr val="window" lastClr="FFFFFF"/>
                          </a:solidFill>
                          <a:latin typeface="+mj-ea"/>
                          <a:ea typeface="+mj-ea"/>
                          <a:cs typeface="+mn-cs"/>
                        </a:rPr>
                        <a:t>인사정보관리</a:t>
                      </a: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497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2135780"/>
                  </a:ext>
                </a:extLst>
              </a:tr>
              <a:tr h="252061">
                <a:tc>
                  <a:txBody>
                    <a:bodyPr/>
                    <a:lstStyle/>
                    <a:p>
                      <a:pPr algn="ctr" defTabSz="914400" fontAlgn="base">
                        <a:lnSpc>
                          <a:spcPct val="120000"/>
                        </a:lnSpc>
                        <a:spcAft>
                          <a:spcPct val="0"/>
                        </a:spcAft>
                      </a:pPr>
                      <a:r>
                        <a:rPr kumimoji="1" lang="ko-KR" altLang="en-US" sz="900" kern="0" spc="-5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기준정보관리</a:t>
                      </a: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6DC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2449272"/>
                  </a:ext>
                </a:extLst>
              </a:tr>
              <a:tr h="252061">
                <a:tc>
                  <a:txBody>
                    <a:bodyPr/>
                    <a:lstStyle/>
                    <a:p>
                      <a:pPr algn="ctr" defTabSz="914400" fontAlgn="base">
                        <a:lnSpc>
                          <a:spcPct val="120000"/>
                        </a:lnSpc>
                        <a:spcAft>
                          <a:spcPct val="0"/>
                        </a:spcAft>
                      </a:pPr>
                      <a:r>
                        <a:rPr kumimoji="1" lang="ko-KR" altLang="en-US" sz="900" kern="0" spc="-5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인사발령관리</a:t>
                      </a: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6DC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2040051"/>
                  </a:ext>
                </a:extLst>
              </a:tr>
              <a:tr h="252061">
                <a:tc>
                  <a:txBody>
                    <a:bodyPr/>
                    <a:lstStyle/>
                    <a:p>
                      <a:pPr algn="ctr" defTabSz="914400" fontAlgn="base">
                        <a:lnSpc>
                          <a:spcPct val="120000"/>
                        </a:lnSpc>
                        <a:spcAft>
                          <a:spcPct val="0"/>
                        </a:spcAft>
                      </a:pPr>
                      <a:r>
                        <a:rPr kumimoji="1" lang="ko-KR" altLang="en-US" sz="900" kern="0" spc="-5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인사기록관리</a:t>
                      </a: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6DC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8696754"/>
                  </a:ext>
                </a:extLst>
              </a:tr>
              <a:tr h="252061">
                <a:tc>
                  <a:txBody>
                    <a:bodyPr/>
                    <a:lstStyle/>
                    <a:p>
                      <a:pPr algn="ctr" defTabSz="914400" fontAlgn="base">
                        <a:lnSpc>
                          <a:spcPct val="120000"/>
                        </a:lnSpc>
                        <a:spcAft>
                          <a:spcPct val="0"/>
                        </a:spcAft>
                      </a:pPr>
                      <a:r>
                        <a:rPr kumimoji="1" lang="ko-KR" altLang="en-US" sz="900" kern="0" spc="-5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고용계약서</a:t>
                      </a: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6DC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4509193"/>
                  </a:ext>
                </a:extLst>
              </a:tr>
              <a:tr h="252061">
                <a:tc>
                  <a:txBody>
                    <a:bodyPr/>
                    <a:lstStyle/>
                    <a:p>
                      <a:pPr algn="ctr" defTabSz="914400" fontAlgn="base">
                        <a:lnSpc>
                          <a:spcPct val="120000"/>
                        </a:lnSpc>
                        <a:spcAft>
                          <a:spcPct val="0"/>
                        </a:spcAft>
                      </a:pPr>
                      <a:r>
                        <a:rPr kumimoji="1" lang="ko-KR" altLang="en-US" sz="900" kern="0" spc="-5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연봉계약서</a:t>
                      </a: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6DC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2774370"/>
                  </a:ext>
                </a:extLst>
              </a:tr>
              <a:tr h="252061">
                <a:tc>
                  <a:txBody>
                    <a:bodyPr/>
                    <a:lstStyle/>
                    <a:p>
                      <a:pPr algn="ctr" defTabSz="914400" fontAlgn="base">
                        <a:lnSpc>
                          <a:spcPct val="120000"/>
                        </a:lnSpc>
                        <a:spcAft>
                          <a:spcPct val="0"/>
                        </a:spcAft>
                      </a:pPr>
                      <a:r>
                        <a:rPr kumimoji="1" lang="ko-KR" altLang="en-US" sz="900" kern="0" spc="-5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인사기록표</a:t>
                      </a: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6DC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253254"/>
                  </a:ext>
                </a:extLst>
              </a:tr>
              <a:tr h="252061">
                <a:tc>
                  <a:txBody>
                    <a:bodyPr/>
                    <a:lstStyle/>
                    <a:p>
                      <a:pPr algn="ctr" defTabSz="914400" fontAlgn="base">
                        <a:lnSpc>
                          <a:spcPct val="120000"/>
                        </a:lnSpc>
                        <a:spcAft>
                          <a:spcPct val="0"/>
                        </a:spcAft>
                      </a:pPr>
                      <a:r>
                        <a:rPr kumimoji="1" lang="ko-KR" altLang="en-US" sz="900" kern="0" spc="-5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포상징계관리</a:t>
                      </a: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6DC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0939529"/>
                  </a:ext>
                </a:extLst>
              </a:tr>
            </a:tbl>
          </a:graphicData>
        </a:graphic>
      </p:graphicFrame>
      <p:grpSp>
        <p:nvGrpSpPr>
          <p:cNvPr id="207" name="그룹 206">
            <a:extLst>
              <a:ext uri="{FF2B5EF4-FFF2-40B4-BE49-F238E27FC236}">
                <a16:creationId xmlns:a16="http://schemas.microsoft.com/office/drawing/2014/main" id="{F2CBC941-ABAB-4103-9978-E09D4F523AA6}"/>
              </a:ext>
            </a:extLst>
          </p:cNvPr>
          <p:cNvGrpSpPr/>
          <p:nvPr/>
        </p:nvGrpSpPr>
        <p:grpSpPr>
          <a:xfrm>
            <a:off x="2600908" y="4470036"/>
            <a:ext cx="480822" cy="500244"/>
            <a:chOff x="2180016" y="1954460"/>
            <a:chExt cx="528904" cy="550268"/>
          </a:xfrm>
        </p:grpSpPr>
        <p:grpSp>
          <p:nvGrpSpPr>
            <p:cNvPr id="209" name="그룹 208">
              <a:extLst>
                <a:ext uri="{FF2B5EF4-FFF2-40B4-BE49-F238E27FC236}">
                  <a16:creationId xmlns:a16="http://schemas.microsoft.com/office/drawing/2014/main" id="{A0270AD7-BEA8-4AE4-826E-189B0F6290A2}"/>
                </a:ext>
              </a:extLst>
            </p:cNvPr>
            <p:cNvGrpSpPr/>
            <p:nvPr/>
          </p:nvGrpSpPr>
          <p:grpSpPr>
            <a:xfrm>
              <a:off x="2180016" y="1954460"/>
              <a:ext cx="418093" cy="550268"/>
              <a:chOff x="2509503" y="8660697"/>
              <a:chExt cx="418093" cy="550268"/>
            </a:xfrm>
          </p:grpSpPr>
          <p:sp>
            <p:nvSpPr>
              <p:cNvPr id="256" name="자유형: 도형 255">
                <a:extLst>
                  <a:ext uri="{FF2B5EF4-FFF2-40B4-BE49-F238E27FC236}">
                    <a16:creationId xmlns:a16="http://schemas.microsoft.com/office/drawing/2014/main" id="{B2E903BD-F060-48AC-B4B1-4A9C69962E6C}"/>
                  </a:ext>
                </a:extLst>
              </p:cNvPr>
              <p:cNvSpPr/>
              <p:nvPr/>
            </p:nvSpPr>
            <p:spPr>
              <a:xfrm>
                <a:off x="2512911" y="9057198"/>
                <a:ext cx="408565" cy="151725"/>
              </a:xfrm>
              <a:custGeom>
                <a:avLst/>
                <a:gdLst>
                  <a:gd name="connsiteX0" fmla="*/ 518 w 408565"/>
                  <a:gd name="connsiteY0" fmla="*/ 151726 h 151725"/>
                  <a:gd name="connsiteX1" fmla="*/ 111576 w 408565"/>
                  <a:gd name="connsiteY1" fmla="*/ 22516 h 151725"/>
                  <a:gd name="connsiteX2" fmla="*/ 165339 w 408565"/>
                  <a:gd name="connsiteY2" fmla="*/ 22516 h 151725"/>
                  <a:gd name="connsiteX3" fmla="*/ 165339 w 408565"/>
                  <a:gd name="connsiteY3" fmla="*/ 0 h 151725"/>
                  <a:gd name="connsiteX4" fmla="*/ 241454 w 408565"/>
                  <a:gd name="connsiteY4" fmla="*/ 1648 h 151725"/>
                  <a:gd name="connsiteX5" fmla="*/ 242663 w 408565"/>
                  <a:gd name="connsiteY5" fmla="*/ 22516 h 151725"/>
                  <a:gd name="connsiteX6" fmla="*/ 305488 w 408565"/>
                  <a:gd name="connsiteY6" fmla="*/ 22516 h 151725"/>
                  <a:gd name="connsiteX7" fmla="*/ 408277 w 408565"/>
                  <a:gd name="connsiteY7" fmla="*/ 151726 h 151725"/>
                  <a:gd name="connsiteX8" fmla="*/ 518 w 408565"/>
                  <a:gd name="connsiteY8" fmla="*/ 151726 h 15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08565" h="151725">
                    <a:moveTo>
                      <a:pt x="518" y="151726"/>
                    </a:moveTo>
                    <a:cubicBezTo>
                      <a:pt x="518" y="151726"/>
                      <a:pt x="-14068" y="35484"/>
                      <a:pt x="111576" y="22516"/>
                    </a:cubicBezTo>
                    <a:cubicBezTo>
                      <a:pt x="111576" y="22516"/>
                      <a:pt x="165339" y="22516"/>
                      <a:pt x="165339" y="22516"/>
                    </a:cubicBezTo>
                    <a:cubicBezTo>
                      <a:pt x="165339" y="22516"/>
                      <a:pt x="165339" y="0"/>
                      <a:pt x="165339" y="0"/>
                    </a:cubicBezTo>
                    <a:cubicBezTo>
                      <a:pt x="165339" y="0"/>
                      <a:pt x="203159" y="14768"/>
                      <a:pt x="241454" y="1648"/>
                    </a:cubicBezTo>
                    <a:cubicBezTo>
                      <a:pt x="241454" y="1648"/>
                      <a:pt x="242663" y="22516"/>
                      <a:pt x="242663" y="22516"/>
                    </a:cubicBezTo>
                    <a:cubicBezTo>
                      <a:pt x="242663" y="22516"/>
                      <a:pt x="305488" y="22516"/>
                      <a:pt x="305488" y="22516"/>
                    </a:cubicBezTo>
                    <a:cubicBezTo>
                      <a:pt x="305488" y="22516"/>
                      <a:pt x="414894" y="32445"/>
                      <a:pt x="408277" y="151726"/>
                    </a:cubicBezTo>
                    <a:cubicBezTo>
                      <a:pt x="408277" y="151726"/>
                      <a:pt x="518" y="151726"/>
                      <a:pt x="518" y="151726"/>
                    </a:cubicBezTo>
                    <a:close/>
                  </a:path>
                </a:pathLst>
              </a:custGeom>
              <a:solidFill>
                <a:srgbClr val="FFFFFF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57" name="자유형: 도형 256">
                <a:extLst>
                  <a:ext uri="{FF2B5EF4-FFF2-40B4-BE49-F238E27FC236}">
                    <a16:creationId xmlns:a16="http://schemas.microsoft.com/office/drawing/2014/main" id="{1DFBF095-D49E-4562-85CF-38C744189807}"/>
                  </a:ext>
                </a:extLst>
              </p:cNvPr>
              <p:cNvSpPr/>
              <p:nvPr/>
            </p:nvSpPr>
            <p:spPr>
              <a:xfrm>
                <a:off x="2509503" y="9076419"/>
                <a:ext cx="418093" cy="134546"/>
              </a:xfrm>
              <a:custGeom>
                <a:avLst/>
                <a:gdLst>
                  <a:gd name="connsiteX0" fmla="*/ 410639 w 418093"/>
                  <a:gd name="connsiteY0" fmla="*/ 134547 h 134546"/>
                  <a:gd name="connsiteX1" fmla="*/ 410639 w 418093"/>
                  <a:gd name="connsiteY1" fmla="*/ 134547 h 134546"/>
                  <a:gd name="connsiteX2" fmla="*/ 7812 w 418093"/>
                  <a:gd name="connsiteY2" fmla="*/ 134547 h 134546"/>
                  <a:gd name="connsiteX3" fmla="*/ 7812 w 418093"/>
                  <a:gd name="connsiteY3" fmla="*/ 134547 h 134546"/>
                  <a:gd name="connsiteX4" fmla="*/ 0 w 418093"/>
                  <a:gd name="connsiteY4" fmla="*/ 134547 h 134546"/>
                  <a:gd name="connsiteX5" fmla="*/ 1950 w 418093"/>
                  <a:gd name="connsiteY5" fmla="*/ 104261 h 134546"/>
                  <a:gd name="connsiteX6" fmla="*/ 115655 w 418093"/>
                  <a:gd name="connsiteY6" fmla="*/ 0 h 134546"/>
                  <a:gd name="connsiteX7" fmla="*/ 168747 w 418093"/>
                  <a:gd name="connsiteY7" fmla="*/ 0 h 134546"/>
                  <a:gd name="connsiteX8" fmla="*/ 168747 w 418093"/>
                  <a:gd name="connsiteY8" fmla="*/ 6041 h 134546"/>
                  <a:gd name="connsiteX9" fmla="*/ 119216 w 418093"/>
                  <a:gd name="connsiteY9" fmla="*/ 6041 h 134546"/>
                  <a:gd name="connsiteX10" fmla="*/ 9627 w 418093"/>
                  <a:gd name="connsiteY10" fmla="*/ 106398 h 134546"/>
                  <a:gd name="connsiteX11" fmla="*/ 8273 w 418093"/>
                  <a:gd name="connsiteY11" fmla="*/ 127408 h 134546"/>
                  <a:gd name="connsiteX12" fmla="*/ 409575 w 418093"/>
                  <a:gd name="connsiteY12" fmla="*/ 127408 h 134546"/>
                  <a:gd name="connsiteX13" fmla="*/ 408824 w 418093"/>
                  <a:gd name="connsiteY13" fmla="*/ 106398 h 134546"/>
                  <a:gd name="connsiteX14" fmla="*/ 299236 w 418093"/>
                  <a:gd name="connsiteY14" fmla="*/ 6041 h 134546"/>
                  <a:gd name="connsiteX15" fmla="*/ 249090 w 418093"/>
                  <a:gd name="connsiteY15" fmla="*/ 6041 h 134546"/>
                  <a:gd name="connsiteX16" fmla="*/ 249090 w 418093"/>
                  <a:gd name="connsiteY16" fmla="*/ 0 h 134546"/>
                  <a:gd name="connsiteX17" fmla="*/ 302438 w 418093"/>
                  <a:gd name="connsiteY17" fmla="*/ 0 h 134546"/>
                  <a:gd name="connsiteX18" fmla="*/ 416143 w 418093"/>
                  <a:gd name="connsiteY18" fmla="*/ 104261 h 134546"/>
                  <a:gd name="connsiteX19" fmla="*/ 418093 w 418093"/>
                  <a:gd name="connsiteY19" fmla="*/ 134547 h 134546"/>
                  <a:gd name="connsiteX20" fmla="*/ 410639 w 418093"/>
                  <a:gd name="connsiteY20" fmla="*/ 134547 h 1345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418093" h="134546">
                    <a:moveTo>
                      <a:pt x="410639" y="134547"/>
                    </a:moveTo>
                    <a:cubicBezTo>
                      <a:pt x="410639" y="134547"/>
                      <a:pt x="410639" y="134547"/>
                      <a:pt x="410639" y="134547"/>
                    </a:cubicBezTo>
                    <a:cubicBezTo>
                      <a:pt x="410639" y="134547"/>
                      <a:pt x="7812" y="134547"/>
                      <a:pt x="7812" y="134547"/>
                    </a:cubicBezTo>
                    <a:cubicBezTo>
                      <a:pt x="7812" y="134547"/>
                      <a:pt x="7812" y="134547"/>
                      <a:pt x="7812" y="134547"/>
                    </a:cubicBezTo>
                    <a:cubicBezTo>
                      <a:pt x="7812" y="134547"/>
                      <a:pt x="0" y="134547"/>
                      <a:pt x="0" y="134547"/>
                    </a:cubicBezTo>
                    <a:cubicBezTo>
                      <a:pt x="0" y="134547"/>
                      <a:pt x="1950" y="104261"/>
                      <a:pt x="1950" y="104261"/>
                    </a:cubicBezTo>
                    <a:cubicBezTo>
                      <a:pt x="5758" y="45128"/>
                      <a:pt x="57007" y="0"/>
                      <a:pt x="115655" y="0"/>
                    </a:cubicBezTo>
                    <a:cubicBezTo>
                      <a:pt x="115655" y="0"/>
                      <a:pt x="168747" y="0"/>
                      <a:pt x="168747" y="0"/>
                    </a:cubicBezTo>
                    <a:cubicBezTo>
                      <a:pt x="168747" y="0"/>
                      <a:pt x="168747" y="6041"/>
                      <a:pt x="168747" y="6041"/>
                    </a:cubicBezTo>
                    <a:cubicBezTo>
                      <a:pt x="168747" y="6041"/>
                      <a:pt x="119216" y="6041"/>
                      <a:pt x="119216" y="6041"/>
                    </a:cubicBezTo>
                    <a:cubicBezTo>
                      <a:pt x="62691" y="6041"/>
                      <a:pt x="13297" y="49479"/>
                      <a:pt x="9627" y="106398"/>
                    </a:cubicBezTo>
                    <a:cubicBezTo>
                      <a:pt x="9627" y="106398"/>
                      <a:pt x="8273" y="127408"/>
                      <a:pt x="8273" y="127408"/>
                    </a:cubicBezTo>
                    <a:cubicBezTo>
                      <a:pt x="8273" y="127408"/>
                      <a:pt x="409575" y="127408"/>
                      <a:pt x="409575" y="127408"/>
                    </a:cubicBezTo>
                    <a:cubicBezTo>
                      <a:pt x="409575" y="127408"/>
                      <a:pt x="408824" y="106398"/>
                      <a:pt x="408824" y="106398"/>
                    </a:cubicBezTo>
                    <a:cubicBezTo>
                      <a:pt x="405155" y="49479"/>
                      <a:pt x="355761" y="6041"/>
                      <a:pt x="299236" y="6041"/>
                    </a:cubicBezTo>
                    <a:cubicBezTo>
                      <a:pt x="299236" y="6041"/>
                      <a:pt x="249090" y="6041"/>
                      <a:pt x="249090" y="6041"/>
                    </a:cubicBezTo>
                    <a:cubicBezTo>
                      <a:pt x="249090" y="6041"/>
                      <a:pt x="249090" y="0"/>
                      <a:pt x="249090" y="0"/>
                    </a:cubicBezTo>
                    <a:cubicBezTo>
                      <a:pt x="249090" y="0"/>
                      <a:pt x="302438" y="0"/>
                      <a:pt x="302438" y="0"/>
                    </a:cubicBezTo>
                    <a:cubicBezTo>
                      <a:pt x="361086" y="0"/>
                      <a:pt x="412336" y="45128"/>
                      <a:pt x="416143" y="104261"/>
                    </a:cubicBezTo>
                    <a:cubicBezTo>
                      <a:pt x="416143" y="104261"/>
                      <a:pt x="418093" y="134547"/>
                      <a:pt x="418093" y="134547"/>
                    </a:cubicBezTo>
                    <a:cubicBezTo>
                      <a:pt x="418093" y="134547"/>
                      <a:pt x="410639" y="134547"/>
                      <a:pt x="410639" y="134547"/>
                    </a:cubicBezTo>
                    <a:close/>
                  </a:path>
                </a:pathLst>
              </a:custGeom>
              <a:solidFill>
                <a:srgbClr val="3B434F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58" name="자유형: 도형 257">
                <a:extLst>
                  <a:ext uri="{FF2B5EF4-FFF2-40B4-BE49-F238E27FC236}">
                    <a16:creationId xmlns:a16="http://schemas.microsoft.com/office/drawing/2014/main" id="{13DF5BCE-2C50-43DA-8D53-CACCE324455F}"/>
                  </a:ext>
                </a:extLst>
              </p:cNvPr>
              <p:cNvSpPr/>
              <p:nvPr/>
            </p:nvSpPr>
            <p:spPr>
              <a:xfrm>
                <a:off x="2675834" y="9052479"/>
                <a:ext cx="82759" cy="73914"/>
              </a:xfrm>
              <a:custGeom>
                <a:avLst/>
                <a:gdLst>
                  <a:gd name="connsiteX0" fmla="*/ 6645 w 82759"/>
                  <a:gd name="connsiteY0" fmla="*/ 2178 h 73914"/>
                  <a:gd name="connsiteX1" fmla="*/ 6645 w 82759"/>
                  <a:gd name="connsiteY1" fmla="*/ 36049 h 73914"/>
                  <a:gd name="connsiteX2" fmla="*/ 41682 w 82759"/>
                  <a:gd name="connsiteY2" fmla="*/ 67874 h 73914"/>
                  <a:gd name="connsiteX3" fmla="*/ 76719 w 82759"/>
                  <a:gd name="connsiteY3" fmla="*/ 36049 h 73914"/>
                  <a:gd name="connsiteX4" fmla="*/ 76719 w 82759"/>
                  <a:gd name="connsiteY4" fmla="*/ 2877 h 73914"/>
                  <a:gd name="connsiteX5" fmla="*/ 82760 w 82759"/>
                  <a:gd name="connsiteY5" fmla="*/ 1043 h 73914"/>
                  <a:gd name="connsiteX6" fmla="*/ 82760 w 82759"/>
                  <a:gd name="connsiteY6" fmla="*/ 36280 h 73914"/>
                  <a:gd name="connsiteX7" fmla="*/ 41380 w 82759"/>
                  <a:gd name="connsiteY7" fmla="*/ 73915 h 73914"/>
                  <a:gd name="connsiteX8" fmla="*/ 0 w 82759"/>
                  <a:gd name="connsiteY8" fmla="*/ 36280 h 73914"/>
                  <a:gd name="connsiteX9" fmla="*/ 0 w 82759"/>
                  <a:gd name="connsiteY9" fmla="*/ 0 h 73914"/>
                  <a:gd name="connsiteX10" fmla="*/ 6645 w 82759"/>
                  <a:gd name="connsiteY10" fmla="*/ 2178 h 73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82759" h="73914">
                    <a:moveTo>
                      <a:pt x="6645" y="2178"/>
                    </a:moveTo>
                    <a:cubicBezTo>
                      <a:pt x="6645" y="2178"/>
                      <a:pt x="6645" y="36049"/>
                      <a:pt x="6645" y="36049"/>
                    </a:cubicBezTo>
                    <a:cubicBezTo>
                      <a:pt x="6645" y="53625"/>
                      <a:pt x="22332" y="67874"/>
                      <a:pt x="41682" y="67874"/>
                    </a:cubicBezTo>
                    <a:cubicBezTo>
                      <a:pt x="61032" y="67874"/>
                      <a:pt x="76719" y="53625"/>
                      <a:pt x="76719" y="36049"/>
                    </a:cubicBezTo>
                    <a:cubicBezTo>
                      <a:pt x="76719" y="36049"/>
                      <a:pt x="76719" y="2877"/>
                      <a:pt x="76719" y="2877"/>
                    </a:cubicBezTo>
                    <a:cubicBezTo>
                      <a:pt x="78752" y="2314"/>
                      <a:pt x="80767" y="1703"/>
                      <a:pt x="82760" y="1043"/>
                    </a:cubicBezTo>
                    <a:cubicBezTo>
                      <a:pt x="82760" y="1043"/>
                      <a:pt x="82760" y="36280"/>
                      <a:pt x="82760" y="36280"/>
                    </a:cubicBezTo>
                    <a:cubicBezTo>
                      <a:pt x="82760" y="57065"/>
                      <a:pt x="64234" y="73915"/>
                      <a:pt x="41380" y="73915"/>
                    </a:cubicBezTo>
                    <a:cubicBezTo>
                      <a:pt x="18526" y="73915"/>
                      <a:pt x="0" y="57065"/>
                      <a:pt x="0" y="36280"/>
                    </a:cubicBezTo>
                    <a:cubicBezTo>
                      <a:pt x="0" y="36280"/>
                      <a:pt x="0" y="0"/>
                      <a:pt x="0" y="0"/>
                    </a:cubicBezTo>
                    <a:cubicBezTo>
                      <a:pt x="2189" y="787"/>
                      <a:pt x="4405" y="1510"/>
                      <a:pt x="6645" y="2178"/>
                    </a:cubicBezTo>
                    <a:close/>
                  </a:path>
                </a:pathLst>
              </a:custGeom>
              <a:solidFill>
                <a:srgbClr val="3B434F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59" name="자유형: 도형 258">
                <a:extLst>
                  <a:ext uri="{FF2B5EF4-FFF2-40B4-BE49-F238E27FC236}">
                    <a16:creationId xmlns:a16="http://schemas.microsoft.com/office/drawing/2014/main" id="{E78E7C13-38A4-4C65-BDA9-1E184813A2A7}"/>
                  </a:ext>
                </a:extLst>
              </p:cNvPr>
              <p:cNvSpPr/>
              <p:nvPr/>
            </p:nvSpPr>
            <p:spPr>
              <a:xfrm>
                <a:off x="2801926" y="9122044"/>
                <a:ext cx="24626" cy="61330"/>
              </a:xfrm>
              <a:custGeom>
                <a:avLst/>
                <a:gdLst>
                  <a:gd name="connsiteX0" fmla="*/ 24004 w 24626"/>
                  <a:gd name="connsiteY0" fmla="*/ 27015 h 61330"/>
                  <a:gd name="connsiteX1" fmla="*/ 6894 w 24626"/>
                  <a:gd name="connsiteY1" fmla="*/ 59459 h 61330"/>
                  <a:gd name="connsiteX2" fmla="*/ 2058 w 24626"/>
                  <a:gd name="connsiteY2" fmla="*/ 61006 h 61330"/>
                  <a:gd name="connsiteX3" fmla="*/ 357 w 24626"/>
                  <a:gd name="connsiteY3" fmla="*/ 56610 h 61330"/>
                  <a:gd name="connsiteX4" fmla="*/ 16883 w 24626"/>
                  <a:gd name="connsiteY4" fmla="*/ 25275 h 61330"/>
                  <a:gd name="connsiteX5" fmla="*/ 3970 w 24626"/>
                  <a:gd name="connsiteY5" fmla="*/ 4943 h 61330"/>
                  <a:gd name="connsiteX6" fmla="*/ 5297 w 24626"/>
                  <a:gd name="connsiteY6" fmla="*/ 442 h 61330"/>
                  <a:gd name="connsiteX7" fmla="*/ 10248 w 24626"/>
                  <a:gd name="connsiteY7" fmla="*/ 1648 h 61330"/>
                  <a:gd name="connsiteX8" fmla="*/ 24142 w 24626"/>
                  <a:gd name="connsiteY8" fmla="*/ 23525 h 61330"/>
                  <a:gd name="connsiteX9" fmla="*/ 24004 w 24626"/>
                  <a:gd name="connsiteY9" fmla="*/ 27015 h 613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4626" h="61330">
                    <a:moveTo>
                      <a:pt x="24004" y="27015"/>
                    </a:moveTo>
                    <a:cubicBezTo>
                      <a:pt x="24004" y="27015"/>
                      <a:pt x="6894" y="59459"/>
                      <a:pt x="6894" y="59459"/>
                    </a:cubicBezTo>
                    <a:cubicBezTo>
                      <a:pt x="6028" y="61100"/>
                      <a:pt x="3863" y="61792"/>
                      <a:pt x="2058" y="61006"/>
                    </a:cubicBezTo>
                    <a:cubicBezTo>
                      <a:pt x="253" y="60219"/>
                      <a:pt x="-508" y="58251"/>
                      <a:pt x="357" y="56610"/>
                    </a:cubicBezTo>
                    <a:cubicBezTo>
                      <a:pt x="357" y="56610"/>
                      <a:pt x="16883" y="25275"/>
                      <a:pt x="16883" y="25275"/>
                    </a:cubicBezTo>
                    <a:cubicBezTo>
                      <a:pt x="16883" y="25275"/>
                      <a:pt x="3970" y="4943"/>
                      <a:pt x="3970" y="4943"/>
                    </a:cubicBezTo>
                    <a:cubicBezTo>
                      <a:pt x="2969" y="3367"/>
                      <a:pt x="3563" y="1352"/>
                      <a:pt x="5297" y="442"/>
                    </a:cubicBezTo>
                    <a:cubicBezTo>
                      <a:pt x="7030" y="-468"/>
                      <a:pt x="9247" y="72"/>
                      <a:pt x="10248" y="1648"/>
                    </a:cubicBezTo>
                    <a:cubicBezTo>
                      <a:pt x="10248" y="1648"/>
                      <a:pt x="24142" y="23525"/>
                      <a:pt x="24142" y="23525"/>
                    </a:cubicBezTo>
                    <a:cubicBezTo>
                      <a:pt x="24858" y="24653"/>
                      <a:pt x="24754" y="26003"/>
                      <a:pt x="24004" y="27015"/>
                    </a:cubicBezTo>
                    <a:close/>
                  </a:path>
                </a:pathLst>
              </a:custGeom>
              <a:solidFill>
                <a:srgbClr val="3B434F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60" name="자유형: 도형 259">
                <a:extLst>
                  <a:ext uri="{FF2B5EF4-FFF2-40B4-BE49-F238E27FC236}">
                    <a16:creationId xmlns:a16="http://schemas.microsoft.com/office/drawing/2014/main" id="{4167F6E4-15CE-4633-B00E-360B009D4EB2}"/>
                  </a:ext>
                </a:extLst>
              </p:cNvPr>
              <p:cNvSpPr/>
              <p:nvPr/>
            </p:nvSpPr>
            <p:spPr>
              <a:xfrm>
                <a:off x="2608177" y="9121993"/>
                <a:ext cx="24758" cy="61518"/>
              </a:xfrm>
              <a:custGeom>
                <a:avLst/>
                <a:gdLst>
                  <a:gd name="connsiteX0" fmla="*/ 625 w 24758"/>
                  <a:gd name="connsiteY0" fmla="*/ 27098 h 61518"/>
                  <a:gd name="connsiteX1" fmla="*/ 17828 w 24758"/>
                  <a:gd name="connsiteY1" fmla="*/ 59642 h 61518"/>
                  <a:gd name="connsiteX2" fmla="*/ 22689 w 24758"/>
                  <a:gd name="connsiteY2" fmla="*/ 61193 h 61518"/>
                  <a:gd name="connsiteX3" fmla="*/ 24400 w 24758"/>
                  <a:gd name="connsiteY3" fmla="*/ 56784 h 61518"/>
                  <a:gd name="connsiteX4" fmla="*/ 7785 w 24758"/>
                  <a:gd name="connsiteY4" fmla="*/ 25353 h 61518"/>
                  <a:gd name="connsiteX5" fmla="*/ 20767 w 24758"/>
                  <a:gd name="connsiteY5" fmla="*/ 4958 h 61518"/>
                  <a:gd name="connsiteX6" fmla="*/ 19433 w 24758"/>
                  <a:gd name="connsiteY6" fmla="*/ 443 h 61518"/>
                  <a:gd name="connsiteX7" fmla="*/ 14456 w 24758"/>
                  <a:gd name="connsiteY7" fmla="*/ 1653 h 61518"/>
                  <a:gd name="connsiteX8" fmla="*/ 487 w 24758"/>
                  <a:gd name="connsiteY8" fmla="*/ 23598 h 61518"/>
                  <a:gd name="connsiteX9" fmla="*/ 625 w 24758"/>
                  <a:gd name="connsiteY9" fmla="*/ 27098 h 615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4758" h="61518">
                    <a:moveTo>
                      <a:pt x="625" y="27098"/>
                    </a:moveTo>
                    <a:cubicBezTo>
                      <a:pt x="625" y="27098"/>
                      <a:pt x="17828" y="59642"/>
                      <a:pt x="17828" y="59642"/>
                    </a:cubicBezTo>
                    <a:cubicBezTo>
                      <a:pt x="18698" y="61288"/>
                      <a:pt x="20874" y="61982"/>
                      <a:pt x="22689" y="61193"/>
                    </a:cubicBezTo>
                    <a:cubicBezTo>
                      <a:pt x="24504" y="60404"/>
                      <a:pt x="25270" y="58430"/>
                      <a:pt x="24400" y="56784"/>
                    </a:cubicBezTo>
                    <a:cubicBezTo>
                      <a:pt x="24400" y="56784"/>
                      <a:pt x="7785" y="25353"/>
                      <a:pt x="7785" y="25353"/>
                    </a:cubicBezTo>
                    <a:cubicBezTo>
                      <a:pt x="7785" y="25353"/>
                      <a:pt x="20767" y="4958"/>
                      <a:pt x="20767" y="4958"/>
                    </a:cubicBezTo>
                    <a:cubicBezTo>
                      <a:pt x="21773" y="3377"/>
                      <a:pt x="21176" y="1356"/>
                      <a:pt x="19433" y="443"/>
                    </a:cubicBezTo>
                    <a:cubicBezTo>
                      <a:pt x="17691" y="-469"/>
                      <a:pt x="15462" y="72"/>
                      <a:pt x="14456" y="1653"/>
                    </a:cubicBezTo>
                    <a:cubicBezTo>
                      <a:pt x="14456" y="1653"/>
                      <a:pt x="487" y="23598"/>
                      <a:pt x="487" y="23598"/>
                    </a:cubicBezTo>
                    <a:cubicBezTo>
                      <a:pt x="-233" y="24729"/>
                      <a:pt x="-128" y="26083"/>
                      <a:pt x="625" y="27098"/>
                    </a:cubicBezTo>
                    <a:close/>
                  </a:path>
                </a:pathLst>
              </a:custGeom>
              <a:solidFill>
                <a:srgbClr val="3B434F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61" name="자유형: 도형 260">
                <a:extLst>
                  <a:ext uri="{FF2B5EF4-FFF2-40B4-BE49-F238E27FC236}">
                    <a16:creationId xmlns:a16="http://schemas.microsoft.com/office/drawing/2014/main" id="{35B31058-55BC-4B4A-AA5A-F14E215A0C39}"/>
                  </a:ext>
                </a:extLst>
              </p:cNvPr>
              <p:cNvSpPr/>
              <p:nvPr/>
            </p:nvSpPr>
            <p:spPr>
              <a:xfrm>
                <a:off x="2675834" y="9075321"/>
                <a:ext cx="6644" cy="133448"/>
              </a:xfrm>
              <a:custGeom>
                <a:avLst/>
                <a:gdLst>
                  <a:gd name="connsiteX0" fmla="*/ 0 w 6644"/>
                  <a:gd name="connsiteY0" fmla="*/ 0 h 133448"/>
                  <a:gd name="connsiteX1" fmla="*/ 6645 w 6644"/>
                  <a:gd name="connsiteY1" fmla="*/ 0 h 133448"/>
                  <a:gd name="connsiteX2" fmla="*/ 6645 w 6644"/>
                  <a:gd name="connsiteY2" fmla="*/ 133449 h 133448"/>
                  <a:gd name="connsiteX3" fmla="*/ 0 w 6644"/>
                  <a:gd name="connsiteY3" fmla="*/ 133449 h 133448"/>
                  <a:gd name="connsiteX4" fmla="*/ 0 w 6644"/>
                  <a:gd name="connsiteY4" fmla="*/ 0 h 1334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644" h="133448">
                    <a:moveTo>
                      <a:pt x="0" y="0"/>
                    </a:moveTo>
                    <a:cubicBezTo>
                      <a:pt x="0" y="0"/>
                      <a:pt x="6645" y="0"/>
                      <a:pt x="6645" y="0"/>
                    </a:cubicBezTo>
                    <a:cubicBezTo>
                      <a:pt x="6645" y="0"/>
                      <a:pt x="6645" y="133449"/>
                      <a:pt x="6645" y="133449"/>
                    </a:cubicBezTo>
                    <a:cubicBezTo>
                      <a:pt x="6645" y="133449"/>
                      <a:pt x="0" y="133449"/>
                      <a:pt x="0" y="133449"/>
                    </a:cubicBezTo>
                    <a:cubicBezTo>
                      <a:pt x="0" y="133449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3B434F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62" name="자유형: 도형 261">
                <a:extLst>
                  <a:ext uri="{FF2B5EF4-FFF2-40B4-BE49-F238E27FC236}">
                    <a16:creationId xmlns:a16="http://schemas.microsoft.com/office/drawing/2014/main" id="{150B48A3-9298-47C5-B36A-9F976ABA84D6}"/>
                  </a:ext>
                </a:extLst>
              </p:cNvPr>
              <p:cNvSpPr/>
              <p:nvPr/>
            </p:nvSpPr>
            <p:spPr>
              <a:xfrm>
                <a:off x="2752553" y="9076419"/>
                <a:ext cx="6644" cy="133448"/>
              </a:xfrm>
              <a:custGeom>
                <a:avLst/>
                <a:gdLst>
                  <a:gd name="connsiteX0" fmla="*/ 0 w 6644"/>
                  <a:gd name="connsiteY0" fmla="*/ 0 h 133448"/>
                  <a:gd name="connsiteX1" fmla="*/ 6645 w 6644"/>
                  <a:gd name="connsiteY1" fmla="*/ 0 h 133448"/>
                  <a:gd name="connsiteX2" fmla="*/ 6645 w 6644"/>
                  <a:gd name="connsiteY2" fmla="*/ 133449 h 133448"/>
                  <a:gd name="connsiteX3" fmla="*/ 0 w 6644"/>
                  <a:gd name="connsiteY3" fmla="*/ 133449 h 133448"/>
                  <a:gd name="connsiteX4" fmla="*/ 0 w 6644"/>
                  <a:gd name="connsiteY4" fmla="*/ 0 h 1334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644" h="133448">
                    <a:moveTo>
                      <a:pt x="0" y="0"/>
                    </a:moveTo>
                    <a:cubicBezTo>
                      <a:pt x="0" y="0"/>
                      <a:pt x="6645" y="0"/>
                      <a:pt x="6645" y="0"/>
                    </a:cubicBezTo>
                    <a:cubicBezTo>
                      <a:pt x="6645" y="0"/>
                      <a:pt x="6645" y="133449"/>
                      <a:pt x="6645" y="133449"/>
                    </a:cubicBezTo>
                    <a:cubicBezTo>
                      <a:pt x="6645" y="133449"/>
                      <a:pt x="0" y="133449"/>
                      <a:pt x="0" y="133449"/>
                    </a:cubicBezTo>
                    <a:cubicBezTo>
                      <a:pt x="0" y="133449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3B434F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63" name="자유형: 도형 262">
                <a:extLst>
                  <a:ext uri="{FF2B5EF4-FFF2-40B4-BE49-F238E27FC236}">
                    <a16:creationId xmlns:a16="http://schemas.microsoft.com/office/drawing/2014/main" id="{7D25E92C-5541-4C73-89B5-DF03AEE936C0}"/>
                  </a:ext>
                </a:extLst>
              </p:cNvPr>
              <p:cNvSpPr/>
              <p:nvPr/>
            </p:nvSpPr>
            <p:spPr>
              <a:xfrm>
                <a:off x="2693239" y="9123974"/>
                <a:ext cx="48138" cy="83662"/>
              </a:xfrm>
              <a:custGeom>
                <a:avLst/>
                <a:gdLst>
                  <a:gd name="connsiteX0" fmla="*/ 7079 w 48138"/>
                  <a:gd name="connsiteY0" fmla="*/ 16733 h 83662"/>
                  <a:gd name="connsiteX1" fmla="*/ 24069 w 48138"/>
                  <a:gd name="connsiteY1" fmla="*/ 0 h 83662"/>
                  <a:gd name="connsiteX2" fmla="*/ 42475 w 48138"/>
                  <a:gd name="connsiteY2" fmla="*/ 16733 h 83662"/>
                  <a:gd name="connsiteX3" fmla="*/ 32564 w 48138"/>
                  <a:gd name="connsiteY3" fmla="*/ 25742 h 83662"/>
                  <a:gd name="connsiteX4" fmla="*/ 48138 w 48138"/>
                  <a:gd name="connsiteY4" fmla="*/ 83663 h 83662"/>
                  <a:gd name="connsiteX5" fmla="*/ 0 w 48138"/>
                  <a:gd name="connsiteY5" fmla="*/ 83663 h 83662"/>
                  <a:gd name="connsiteX6" fmla="*/ 16990 w 48138"/>
                  <a:gd name="connsiteY6" fmla="*/ 25742 h 83662"/>
                  <a:gd name="connsiteX7" fmla="*/ 7079 w 48138"/>
                  <a:gd name="connsiteY7" fmla="*/ 16733 h 836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8138" h="83662">
                    <a:moveTo>
                      <a:pt x="7079" y="16733"/>
                    </a:moveTo>
                    <a:cubicBezTo>
                      <a:pt x="7079" y="16733"/>
                      <a:pt x="24069" y="0"/>
                      <a:pt x="24069" y="0"/>
                    </a:cubicBezTo>
                    <a:cubicBezTo>
                      <a:pt x="24069" y="0"/>
                      <a:pt x="42475" y="16733"/>
                      <a:pt x="42475" y="16733"/>
                    </a:cubicBezTo>
                    <a:cubicBezTo>
                      <a:pt x="42475" y="16733"/>
                      <a:pt x="32564" y="25742"/>
                      <a:pt x="32564" y="25742"/>
                    </a:cubicBezTo>
                    <a:cubicBezTo>
                      <a:pt x="32564" y="25742"/>
                      <a:pt x="48138" y="83663"/>
                      <a:pt x="48138" y="83663"/>
                    </a:cubicBezTo>
                    <a:cubicBezTo>
                      <a:pt x="48138" y="83663"/>
                      <a:pt x="0" y="83663"/>
                      <a:pt x="0" y="83663"/>
                    </a:cubicBezTo>
                    <a:cubicBezTo>
                      <a:pt x="0" y="83663"/>
                      <a:pt x="16990" y="25742"/>
                      <a:pt x="16990" y="25742"/>
                    </a:cubicBezTo>
                    <a:cubicBezTo>
                      <a:pt x="16990" y="25742"/>
                      <a:pt x="7079" y="16733"/>
                      <a:pt x="7079" y="16733"/>
                    </a:cubicBezTo>
                    <a:close/>
                  </a:path>
                </a:pathLst>
              </a:custGeom>
              <a:solidFill>
                <a:srgbClr val="3B434F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64" name="자유형: 도형 263">
                <a:extLst>
                  <a:ext uri="{FF2B5EF4-FFF2-40B4-BE49-F238E27FC236}">
                    <a16:creationId xmlns:a16="http://schemas.microsoft.com/office/drawing/2014/main" id="{20F1707B-A433-4A96-8C66-BEAF20FFD05F}"/>
                  </a:ext>
                </a:extLst>
              </p:cNvPr>
              <p:cNvSpPr/>
              <p:nvPr/>
            </p:nvSpPr>
            <p:spPr>
              <a:xfrm>
                <a:off x="2689820" y="9147178"/>
                <a:ext cx="55208" cy="61443"/>
              </a:xfrm>
              <a:custGeom>
                <a:avLst/>
                <a:gdLst>
                  <a:gd name="connsiteX0" fmla="*/ 48300 w 55208"/>
                  <a:gd name="connsiteY0" fmla="*/ 61346 h 61443"/>
                  <a:gd name="connsiteX1" fmla="*/ 31177 w 55208"/>
                  <a:gd name="connsiteY1" fmla="*/ 3251 h 61443"/>
                  <a:gd name="connsiteX2" fmla="*/ 34737 w 55208"/>
                  <a:gd name="connsiteY2" fmla="*/ 2280 h 61443"/>
                  <a:gd name="connsiteX3" fmla="*/ 37098 w 55208"/>
                  <a:gd name="connsiteY3" fmla="*/ 0 h 61443"/>
                  <a:gd name="connsiteX4" fmla="*/ 55208 w 55208"/>
                  <a:gd name="connsiteY4" fmla="*/ 61444 h 61443"/>
                  <a:gd name="connsiteX5" fmla="*/ 48300 w 55208"/>
                  <a:gd name="connsiteY5" fmla="*/ 61346 h 61443"/>
                  <a:gd name="connsiteX6" fmla="*/ 0 w 55208"/>
                  <a:gd name="connsiteY6" fmla="*/ 60660 h 61443"/>
                  <a:gd name="connsiteX7" fmla="*/ 17876 w 55208"/>
                  <a:gd name="connsiteY7" fmla="*/ 282 h 61443"/>
                  <a:gd name="connsiteX8" fmla="*/ 19031 w 55208"/>
                  <a:gd name="connsiteY8" fmla="*/ 1182 h 61443"/>
                  <a:gd name="connsiteX9" fmla="*/ 22656 w 55208"/>
                  <a:gd name="connsiteY9" fmla="*/ 3379 h 61443"/>
                  <a:gd name="connsiteX10" fmla="*/ 23851 w 55208"/>
                  <a:gd name="connsiteY10" fmla="*/ 3487 h 61443"/>
                  <a:gd name="connsiteX11" fmla="*/ 6894 w 55208"/>
                  <a:gd name="connsiteY11" fmla="*/ 60758 h 61443"/>
                  <a:gd name="connsiteX12" fmla="*/ 0 w 55208"/>
                  <a:gd name="connsiteY12" fmla="*/ 60660 h 614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5208" h="61443">
                    <a:moveTo>
                      <a:pt x="48300" y="61346"/>
                    </a:moveTo>
                    <a:cubicBezTo>
                      <a:pt x="48300" y="61346"/>
                      <a:pt x="31177" y="3251"/>
                      <a:pt x="31177" y="3251"/>
                    </a:cubicBezTo>
                    <a:cubicBezTo>
                      <a:pt x="31177" y="3251"/>
                      <a:pt x="34737" y="2280"/>
                      <a:pt x="34737" y="2280"/>
                    </a:cubicBezTo>
                    <a:cubicBezTo>
                      <a:pt x="34737" y="2280"/>
                      <a:pt x="37098" y="0"/>
                      <a:pt x="37098" y="0"/>
                    </a:cubicBezTo>
                    <a:cubicBezTo>
                      <a:pt x="37098" y="0"/>
                      <a:pt x="55208" y="61444"/>
                      <a:pt x="55208" y="61444"/>
                    </a:cubicBezTo>
                    <a:cubicBezTo>
                      <a:pt x="55208" y="61444"/>
                      <a:pt x="48300" y="61346"/>
                      <a:pt x="48300" y="61346"/>
                    </a:cubicBezTo>
                    <a:close/>
                    <a:moveTo>
                      <a:pt x="0" y="60660"/>
                    </a:moveTo>
                    <a:cubicBezTo>
                      <a:pt x="0" y="60660"/>
                      <a:pt x="17876" y="282"/>
                      <a:pt x="17876" y="282"/>
                    </a:cubicBezTo>
                    <a:cubicBezTo>
                      <a:pt x="17876" y="282"/>
                      <a:pt x="19031" y="1182"/>
                      <a:pt x="19031" y="1182"/>
                    </a:cubicBezTo>
                    <a:cubicBezTo>
                      <a:pt x="19031" y="1182"/>
                      <a:pt x="22656" y="3379"/>
                      <a:pt x="22656" y="3379"/>
                    </a:cubicBezTo>
                    <a:cubicBezTo>
                      <a:pt x="22656" y="3379"/>
                      <a:pt x="23851" y="3487"/>
                      <a:pt x="23851" y="3487"/>
                    </a:cubicBezTo>
                    <a:cubicBezTo>
                      <a:pt x="23851" y="3487"/>
                      <a:pt x="6894" y="60758"/>
                      <a:pt x="6894" y="60758"/>
                    </a:cubicBezTo>
                    <a:cubicBezTo>
                      <a:pt x="6894" y="60758"/>
                      <a:pt x="0" y="60660"/>
                      <a:pt x="0" y="60660"/>
                    </a:cubicBezTo>
                    <a:close/>
                  </a:path>
                </a:pathLst>
              </a:custGeom>
              <a:solidFill>
                <a:srgbClr val="3B434F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65" name="자유형: 도형 264">
                <a:extLst>
                  <a:ext uri="{FF2B5EF4-FFF2-40B4-BE49-F238E27FC236}">
                    <a16:creationId xmlns:a16="http://schemas.microsoft.com/office/drawing/2014/main" id="{7BC48CAB-42B6-4C60-AF5C-DDFE51B05C58}"/>
                  </a:ext>
                </a:extLst>
              </p:cNvPr>
              <p:cNvSpPr/>
              <p:nvPr/>
            </p:nvSpPr>
            <p:spPr>
              <a:xfrm>
                <a:off x="2677648" y="9120621"/>
                <a:ext cx="80925" cy="40918"/>
              </a:xfrm>
              <a:custGeom>
                <a:avLst/>
                <a:gdLst>
                  <a:gd name="connsiteX0" fmla="*/ 80926 w 80925"/>
                  <a:gd name="connsiteY0" fmla="*/ 36544 h 40918"/>
                  <a:gd name="connsiteX1" fmla="*/ 76227 w 80925"/>
                  <a:gd name="connsiteY1" fmla="*/ 40816 h 40918"/>
                  <a:gd name="connsiteX2" fmla="*/ 57944 w 80925"/>
                  <a:gd name="connsiteY2" fmla="*/ 24195 h 40918"/>
                  <a:gd name="connsiteX3" fmla="*/ 41076 w 80925"/>
                  <a:gd name="connsiteY3" fmla="*/ 32681 h 40918"/>
                  <a:gd name="connsiteX4" fmla="*/ 23796 w 80925"/>
                  <a:gd name="connsiteY4" fmla="*/ 23569 h 40918"/>
                  <a:gd name="connsiteX5" fmla="*/ 4711 w 80925"/>
                  <a:gd name="connsiteY5" fmla="*/ 40919 h 40918"/>
                  <a:gd name="connsiteX6" fmla="*/ 0 w 80925"/>
                  <a:gd name="connsiteY6" fmla="*/ 36636 h 40918"/>
                  <a:gd name="connsiteX7" fmla="*/ 37575 w 80925"/>
                  <a:gd name="connsiteY7" fmla="*/ 2477 h 40918"/>
                  <a:gd name="connsiteX8" fmla="*/ 40513 w 80925"/>
                  <a:gd name="connsiteY8" fmla="*/ 0 h 40918"/>
                  <a:gd name="connsiteX9" fmla="*/ 43452 w 80925"/>
                  <a:gd name="connsiteY9" fmla="*/ 2477 h 40918"/>
                  <a:gd name="connsiteX10" fmla="*/ 80926 w 80925"/>
                  <a:gd name="connsiteY10" fmla="*/ 36544 h 40918"/>
                  <a:gd name="connsiteX11" fmla="*/ 27492 w 80925"/>
                  <a:gd name="connsiteY11" fmla="*/ 20209 h 40918"/>
                  <a:gd name="connsiteX12" fmla="*/ 40774 w 80925"/>
                  <a:gd name="connsiteY12" fmla="*/ 27739 h 40918"/>
                  <a:gd name="connsiteX13" fmla="*/ 53883 w 80925"/>
                  <a:gd name="connsiteY13" fmla="*/ 20503 h 40918"/>
                  <a:gd name="connsiteX14" fmla="*/ 40526 w 80925"/>
                  <a:gd name="connsiteY14" fmla="*/ 8360 h 40918"/>
                  <a:gd name="connsiteX15" fmla="*/ 27492 w 80925"/>
                  <a:gd name="connsiteY15" fmla="*/ 20209 h 409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80925" h="40918">
                    <a:moveTo>
                      <a:pt x="80926" y="36544"/>
                    </a:moveTo>
                    <a:cubicBezTo>
                      <a:pt x="80926" y="36544"/>
                      <a:pt x="76227" y="40816"/>
                      <a:pt x="76227" y="40816"/>
                    </a:cubicBezTo>
                    <a:cubicBezTo>
                      <a:pt x="76227" y="40816"/>
                      <a:pt x="57944" y="24195"/>
                      <a:pt x="57944" y="24195"/>
                    </a:cubicBezTo>
                    <a:cubicBezTo>
                      <a:pt x="54416" y="29289"/>
                      <a:pt x="48187" y="32681"/>
                      <a:pt x="41076" y="32681"/>
                    </a:cubicBezTo>
                    <a:cubicBezTo>
                      <a:pt x="33678" y="32681"/>
                      <a:pt x="27235" y="29010"/>
                      <a:pt x="23796" y="23569"/>
                    </a:cubicBezTo>
                    <a:cubicBezTo>
                      <a:pt x="23796" y="23569"/>
                      <a:pt x="4711" y="40919"/>
                      <a:pt x="4711" y="40919"/>
                    </a:cubicBezTo>
                    <a:cubicBezTo>
                      <a:pt x="4711" y="40919"/>
                      <a:pt x="0" y="36636"/>
                      <a:pt x="0" y="36636"/>
                    </a:cubicBezTo>
                    <a:cubicBezTo>
                      <a:pt x="0" y="36636"/>
                      <a:pt x="37575" y="2477"/>
                      <a:pt x="37575" y="2477"/>
                    </a:cubicBezTo>
                    <a:cubicBezTo>
                      <a:pt x="37575" y="2477"/>
                      <a:pt x="40513" y="0"/>
                      <a:pt x="40513" y="0"/>
                    </a:cubicBezTo>
                    <a:cubicBezTo>
                      <a:pt x="40513" y="0"/>
                      <a:pt x="43452" y="2477"/>
                      <a:pt x="43452" y="2477"/>
                    </a:cubicBezTo>
                    <a:cubicBezTo>
                      <a:pt x="43452" y="2477"/>
                      <a:pt x="80926" y="36544"/>
                      <a:pt x="80926" y="36544"/>
                    </a:cubicBezTo>
                    <a:close/>
                    <a:moveTo>
                      <a:pt x="27492" y="20209"/>
                    </a:moveTo>
                    <a:cubicBezTo>
                      <a:pt x="29901" y="24668"/>
                      <a:pt x="34940" y="27739"/>
                      <a:pt x="40774" y="27739"/>
                    </a:cubicBezTo>
                    <a:cubicBezTo>
                      <a:pt x="46477" y="27739"/>
                      <a:pt x="51413" y="24800"/>
                      <a:pt x="53883" y="20503"/>
                    </a:cubicBezTo>
                    <a:cubicBezTo>
                      <a:pt x="53883" y="20503"/>
                      <a:pt x="40526" y="8360"/>
                      <a:pt x="40526" y="8360"/>
                    </a:cubicBezTo>
                    <a:cubicBezTo>
                      <a:pt x="40526" y="8360"/>
                      <a:pt x="27492" y="20209"/>
                      <a:pt x="27492" y="20209"/>
                    </a:cubicBezTo>
                    <a:close/>
                  </a:path>
                </a:pathLst>
              </a:custGeom>
              <a:solidFill>
                <a:srgbClr val="3B434F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66" name="자유형: 도형 265">
                <a:extLst>
                  <a:ext uri="{FF2B5EF4-FFF2-40B4-BE49-F238E27FC236}">
                    <a16:creationId xmlns:a16="http://schemas.microsoft.com/office/drawing/2014/main" id="{28937774-5A46-458C-A84F-72704A56F4F5}"/>
                  </a:ext>
                </a:extLst>
              </p:cNvPr>
              <p:cNvSpPr/>
              <p:nvPr/>
            </p:nvSpPr>
            <p:spPr>
              <a:xfrm>
                <a:off x="2586446" y="8710122"/>
                <a:ext cx="265163" cy="351469"/>
              </a:xfrm>
              <a:custGeom>
                <a:avLst/>
                <a:gdLst>
                  <a:gd name="connsiteX0" fmla="*/ 132582 w 265163"/>
                  <a:gd name="connsiteY0" fmla="*/ 0 h 351469"/>
                  <a:gd name="connsiteX1" fmla="*/ 265118 w 265163"/>
                  <a:gd name="connsiteY1" fmla="*/ 140551 h 351469"/>
                  <a:gd name="connsiteX2" fmla="*/ 263068 w 265163"/>
                  <a:gd name="connsiteY2" fmla="*/ 222079 h 351469"/>
                  <a:gd name="connsiteX3" fmla="*/ 132582 w 265163"/>
                  <a:gd name="connsiteY3" fmla="*/ 351469 h 351469"/>
                  <a:gd name="connsiteX4" fmla="*/ 2096 w 265163"/>
                  <a:gd name="connsiteY4" fmla="*/ 222079 h 351469"/>
                  <a:gd name="connsiteX5" fmla="*/ 46 w 265163"/>
                  <a:gd name="connsiteY5" fmla="*/ 140551 h 351469"/>
                  <a:gd name="connsiteX6" fmla="*/ 132582 w 265163"/>
                  <a:gd name="connsiteY6" fmla="*/ 0 h 3514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65163" h="351469">
                    <a:moveTo>
                      <a:pt x="132582" y="0"/>
                    </a:moveTo>
                    <a:cubicBezTo>
                      <a:pt x="207731" y="0"/>
                      <a:pt x="267046" y="63843"/>
                      <a:pt x="265118" y="140551"/>
                    </a:cubicBezTo>
                    <a:cubicBezTo>
                      <a:pt x="265118" y="140551"/>
                      <a:pt x="263068" y="222079"/>
                      <a:pt x="263068" y="222079"/>
                    </a:cubicBezTo>
                    <a:cubicBezTo>
                      <a:pt x="261251" y="294346"/>
                      <a:pt x="202850" y="351469"/>
                      <a:pt x="132582" y="351469"/>
                    </a:cubicBezTo>
                    <a:cubicBezTo>
                      <a:pt x="62313" y="351469"/>
                      <a:pt x="3913" y="294346"/>
                      <a:pt x="2096" y="222079"/>
                    </a:cubicBezTo>
                    <a:cubicBezTo>
                      <a:pt x="2096" y="222079"/>
                      <a:pt x="46" y="140551"/>
                      <a:pt x="46" y="140551"/>
                    </a:cubicBezTo>
                    <a:cubicBezTo>
                      <a:pt x="-1883" y="63843"/>
                      <a:pt x="57432" y="0"/>
                      <a:pt x="13258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67" name="자유형: 도형 266">
                <a:extLst>
                  <a:ext uri="{FF2B5EF4-FFF2-40B4-BE49-F238E27FC236}">
                    <a16:creationId xmlns:a16="http://schemas.microsoft.com/office/drawing/2014/main" id="{5A7C3B9F-1537-4AC0-9193-2A02F72DB9B5}"/>
                  </a:ext>
                </a:extLst>
              </p:cNvPr>
              <p:cNvSpPr/>
              <p:nvPr/>
            </p:nvSpPr>
            <p:spPr>
              <a:xfrm>
                <a:off x="2579802" y="8701884"/>
                <a:ext cx="277847" cy="365747"/>
              </a:xfrm>
              <a:custGeom>
                <a:avLst/>
                <a:gdLst>
                  <a:gd name="connsiteX0" fmla="*/ 277800 w 277847"/>
                  <a:gd name="connsiteY0" fmla="*/ 146261 h 365747"/>
                  <a:gd name="connsiteX1" fmla="*/ 275652 w 277847"/>
                  <a:gd name="connsiteY1" fmla="*/ 231101 h 365747"/>
                  <a:gd name="connsiteX2" fmla="*/ 138924 w 277847"/>
                  <a:gd name="connsiteY2" fmla="*/ 365748 h 365747"/>
                  <a:gd name="connsiteX3" fmla="*/ 2196 w 277847"/>
                  <a:gd name="connsiteY3" fmla="*/ 231101 h 365747"/>
                  <a:gd name="connsiteX4" fmla="*/ 48 w 277847"/>
                  <a:gd name="connsiteY4" fmla="*/ 146261 h 365747"/>
                  <a:gd name="connsiteX5" fmla="*/ 138924 w 277847"/>
                  <a:gd name="connsiteY5" fmla="*/ 0 h 365747"/>
                  <a:gd name="connsiteX6" fmla="*/ 277800 w 277847"/>
                  <a:gd name="connsiteY6" fmla="*/ 146261 h 365747"/>
                  <a:gd name="connsiteX7" fmla="*/ 138622 w 277847"/>
                  <a:gd name="connsiteY7" fmla="*/ 8787 h 365747"/>
                  <a:gd name="connsiteX8" fmla="*/ 7898 w 277847"/>
                  <a:gd name="connsiteY8" fmla="*/ 148240 h 365747"/>
                  <a:gd name="connsiteX9" fmla="*/ 9920 w 277847"/>
                  <a:gd name="connsiteY9" fmla="*/ 229131 h 365747"/>
                  <a:gd name="connsiteX10" fmla="*/ 138622 w 277847"/>
                  <a:gd name="connsiteY10" fmla="*/ 357510 h 365747"/>
                  <a:gd name="connsiteX11" fmla="*/ 267324 w 277847"/>
                  <a:gd name="connsiteY11" fmla="*/ 229131 h 365747"/>
                  <a:gd name="connsiteX12" fmla="*/ 269346 w 277847"/>
                  <a:gd name="connsiteY12" fmla="*/ 148240 h 365747"/>
                  <a:gd name="connsiteX13" fmla="*/ 138622 w 277847"/>
                  <a:gd name="connsiteY13" fmla="*/ 8787 h 3657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77847" h="365747">
                    <a:moveTo>
                      <a:pt x="277800" y="146261"/>
                    </a:moveTo>
                    <a:cubicBezTo>
                      <a:pt x="277800" y="146261"/>
                      <a:pt x="275652" y="231101"/>
                      <a:pt x="275652" y="231101"/>
                    </a:cubicBezTo>
                    <a:cubicBezTo>
                      <a:pt x="273748" y="306304"/>
                      <a:pt x="212554" y="365748"/>
                      <a:pt x="138924" y="365748"/>
                    </a:cubicBezTo>
                    <a:cubicBezTo>
                      <a:pt x="65294" y="365748"/>
                      <a:pt x="4100" y="306304"/>
                      <a:pt x="2196" y="231101"/>
                    </a:cubicBezTo>
                    <a:cubicBezTo>
                      <a:pt x="2196" y="231101"/>
                      <a:pt x="48" y="146261"/>
                      <a:pt x="48" y="146261"/>
                    </a:cubicBezTo>
                    <a:cubicBezTo>
                      <a:pt x="-1973" y="66436"/>
                      <a:pt x="60180" y="0"/>
                      <a:pt x="138924" y="0"/>
                    </a:cubicBezTo>
                    <a:cubicBezTo>
                      <a:pt x="217668" y="0"/>
                      <a:pt x="279821" y="66436"/>
                      <a:pt x="277800" y="146261"/>
                    </a:cubicBezTo>
                    <a:close/>
                    <a:moveTo>
                      <a:pt x="138622" y="8787"/>
                    </a:moveTo>
                    <a:cubicBezTo>
                      <a:pt x="64500" y="8787"/>
                      <a:pt x="5996" y="72131"/>
                      <a:pt x="7898" y="148240"/>
                    </a:cubicBezTo>
                    <a:cubicBezTo>
                      <a:pt x="7898" y="148240"/>
                      <a:pt x="9920" y="229131"/>
                      <a:pt x="9920" y="229131"/>
                    </a:cubicBezTo>
                    <a:cubicBezTo>
                      <a:pt x="11712" y="300833"/>
                      <a:pt x="69314" y="357510"/>
                      <a:pt x="138622" y="357510"/>
                    </a:cubicBezTo>
                    <a:cubicBezTo>
                      <a:pt x="207930" y="357510"/>
                      <a:pt x="265532" y="300833"/>
                      <a:pt x="267324" y="229131"/>
                    </a:cubicBezTo>
                    <a:cubicBezTo>
                      <a:pt x="267324" y="229131"/>
                      <a:pt x="269346" y="148240"/>
                      <a:pt x="269346" y="148240"/>
                    </a:cubicBezTo>
                    <a:cubicBezTo>
                      <a:pt x="271249" y="72131"/>
                      <a:pt x="212744" y="8787"/>
                      <a:pt x="138622" y="8787"/>
                    </a:cubicBezTo>
                    <a:close/>
                  </a:path>
                </a:pathLst>
              </a:custGeom>
              <a:solidFill>
                <a:srgbClr val="3B434F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68" name="자유형: 도형 267">
                <a:extLst>
                  <a:ext uri="{FF2B5EF4-FFF2-40B4-BE49-F238E27FC236}">
                    <a16:creationId xmlns:a16="http://schemas.microsoft.com/office/drawing/2014/main" id="{9CBE7FC0-BACE-48BB-B78D-2B732C8F620C}"/>
                  </a:ext>
                </a:extLst>
              </p:cNvPr>
              <p:cNvSpPr/>
              <p:nvPr/>
            </p:nvSpPr>
            <p:spPr>
              <a:xfrm>
                <a:off x="2654317" y="8975689"/>
                <a:ext cx="130189" cy="22747"/>
              </a:xfrm>
              <a:custGeom>
                <a:avLst/>
                <a:gdLst>
                  <a:gd name="connsiteX0" fmla="*/ 129648 w 130189"/>
                  <a:gd name="connsiteY0" fmla="*/ 5834 h 22747"/>
                  <a:gd name="connsiteX1" fmla="*/ 65011 w 130189"/>
                  <a:gd name="connsiteY1" fmla="*/ 22747 h 22747"/>
                  <a:gd name="connsiteX2" fmla="*/ 374 w 130189"/>
                  <a:gd name="connsiteY2" fmla="*/ 5834 h 22747"/>
                  <a:gd name="connsiteX3" fmla="*/ 899 w 130189"/>
                  <a:gd name="connsiteY3" fmla="*/ 1525 h 22747"/>
                  <a:gd name="connsiteX4" fmla="*/ 5206 w 130189"/>
                  <a:gd name="connsiteY4" fmla="*/ 331 h 22747"/>
                  <a:gd name="connsiteX5" fmla="*/ 65011 w 130189"/>
                  <a:gd name="connsiteY5" fmla="*/ 16157 h 22747"/>
                  <a:gd name="connsiteX6" fmla="*/ 124816 w 130189"/>
                  <a:gd name="connsiteY6" fmla="*/ 331 h 22747"/>
                  <a:gd name="connsiteX7" fmla="*/ 128802 w 130189"/>
                  <a:gd name="connsiteY7" fmla="*/ 610 h 22747"/>
                  <a:gd name="connsiteX8" fmla="*/ 129648 w 130189"/>
                  <a:gd name="connsiteY8" fmla="*/ 5834 h 227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30189" h="22747">
                    <a:moveTo>
                      <a:pt x="129648" y="5834"/>
                    </a:moveTo>
                    <a:cubicBezTo>
                      <a:pt x="118668" y="14501"/>
                      <a:pt x="93868" y="22747"/>
                      <a:pt x="65011" y="22747"/>
                    </a:cubicBezTo>
                    <a:cubicBezTo>
                      <a:pt x="36155" y="22747"/>
                      <a:pt x="11354" y="14501"/>
                      <a:pt x="374" y="5834"/>
                    </a:cubicBezTo>
                    <a:cubicBezTo>
                      <a:pt x="374" y="5834"/>
                      <a:pt x="-750" y="3024"/>
                      <a:pt x="899" y="1525"/>
                    </a:cubicBezTo>
                    <a:cubicBezTo>
                      <a:pt x="2577" y="-1"/>
                      <a:pt x="5206" y="331"/>
                      <a:pt x="5206" y="331"/>
                    </a:cubicBezTo>
                    <a:cubicBezTo>
                      <a:pt x="16175" y="9004"/>
                      <a:pt x="36144" y="16157"/>
                      <a:pt x="65011" y="16157"/>
                    </a:cubicBezTo>
                    <a:cubicBezTo>
                      <a:pt x="93879" y="16157"/>
                      <a:pt x="113847" y="9004"/>
                      <a:pt x="124816" y="331"/>
                    </a:cubicBezTo>
                    <a:cubicBezTo>
                      <a:pt x="124816" y="331"/>
                      <a:pt x="127499" y="-575"/>
                      <a:pt x="128802" y="610"/>
                    </a:cubicBezTo>
                    <a:cubicBezTo>
                      <a:pt x="131313" y="2892"/>
                      <a:pt x="129648" y="5834"/>
                      <a:pt x="129648" y="5834"/>
                    </a:cubicBezTo>
                    <a:close/>
                  </a:path>
                </a:pathLst>
              </a:custGeom>
              <a:solidFill>
                <a:srgbClr val="3B434F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69" name="자유형: 도형 268">
                <a:extLst>
                  <a:ext uri="{FF2B5EF4-FFF2-40B4-BE49-F238E27FC236}">
                    <a16:creationId xmlns:a16="http://schemas.microsoft.com/office/drawing/2014/main" id="{35F0016F-E174-4683-9176-8740D94FAB09}"/>
                  </a:ext>
                </a:extLst>
              </p:cNvPr>
              <p:cNvSpPr/>
              <p:nvPr/>
            </p:nvSpPr>
            <p:spPr>
              <a:xfrm>
                <a:off x="2699393" y="9011617"/>
                <a:ext cx="38661" cy="5491"/>
              </a:xfrm>
              <a:custGeom>
                <a:avLst/>
                <a:gdLst>
                  <a:gd name="connsiteX0" fmla="*/ 0 w 38661"/>
                  <a:gd name="connsiteY0" fmla="*/ 0 h 5491"/>
                  <a:gd name="connsiteX1" fmla="*/ 38662 w 38661"/>
                  <a:gd name="connsiteY1" fmla="*/ 0 h 5491"/>
                  <a:gd name="connsiteX2" fmla="*/ 38662 w 38661"/>
                  <a:gd name="connsiteY2" fmla="*/ 5492 h 5491"/>
                  <a:gd name="connsiteX3" fmla="*/ 0 w 38661"/>
                  <a:gd name="connsiteY3" fmla="*/ 5492 h 5491"/>
                  <a:gd name="connsiteX4" fmla="*/ 0 w 38661"/>
                  <a:gd name="connsiteY4" fmla="*/ 0 h 54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661" h="5491">
                    <a:moveTo>
                      <a:pt x="0" y="0"/>
                    </a:moveTo>
                    <a:cubicBezTo>
                      <a:pt x="0" y="0"/>
                      <a:pt x="38662" y="0"/>
                      <a:pt x="38662" y="0"/>
                    </a:cubicBezTo>
                    <a:cubicBezTo>
                      <a:pt x="38662" y="0"/>
                      <a:pt x="38662" y="5492"/>
                      <a:pt x="38662" y="5492"/>
                    </a:cubicBezTo>
                    <a:cubicBezTo>
                      <a:pt x="38662" y="5492"/>
                      <a:pt x="0" y="5492"/>
                      <a:pt x="0" y="5492"/>
                    </a:cubicBezTo>
                    <a:cubicBezTo>
                      <a:pt x="0" y="5492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3B434F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70" name="자유형: 도형 269">
                <a:extLst>
                  <a:ext uri="{FF2B5EF4-FFF2-40B4-BE49-F238E27FC236}">
                    <a16:creationId xmlns:a16="http://schemas.microsoft.com/office/drawing/2014/main" id="{1158F563-21E8-436B-BEC7-30FD5C6DEA59}"/>
                  </a:ext>
                </a:extLst>
              </p:cNvPr>
              <p:cNvSpPr/>
              <p:nvPr/>
            </p:nvSpPr>
            <p:spPr>
              <a:xfrm>
                <a:off x="2549791" y="8857841"/>
                <a:ext cx="33825" cy="88979"/>
              </a:xfrm>
              <a:custGeom>
                <a:avLst/>
                <a:gdLst>
                  <a:gd name="connsiteX0" fmla="*/ 29909 w 33825"/>
                  <a:gd name="connsiteY0" fmla="*/ 2676 h 88979"/>
                  <a:gd name="connsiteX1" fmla="*/ 25656 w 33825"/>
                  <a:gd name="connsiteY1" fmla="*/ 820 h 88979"/>
                  <a:gd name="connsiteX2" fmla="*/ 20591 w 33825"/>
                  <a:gd name="connsiteY2" fmla="*/ 19 h 88979"/>
                  <a:gd name="connsiteX3" fmla="*/ 19082 w 33825"/>
                  <a:gd name="connsiteY3" fmla="*/ 8 h 88979"/>
                  <a:gd name="connsiteX4" fmla="*/ 17503 w 33825"/>
                  <a:gd name="connsiteY4" fmla="*/ 104 h 88979"/>
                  <a:gd name="connsiteX5" fmla="*/ 14209 w 33825"/>
                  <a:gd name="connsiteY5" fmla="*/ 687 h 88979"/>
                  <a:gd name="connsiteX6" fmla="*/ 2523 w 33825"/>
                  <a:gd name="connsiteY6" fmla="*/ 10536 h 88979"/>
                  <a:gd name="connsiteX7" fmla="*/ 62 w 33825"/>
                  <a:gd name="connsiteY7" fmla="*/ 21742 h 88979"/>
                  <a:gd name="connsiteX8" fmla="*/ 11 w 33825"/>
                  <a:gd name="connsiteY8" fmla="*/ 25371 h 88979"/>
                  <a:gd name="connsiteX9" fmla="*/ 222 w 33825"/>
                  <a:gd name="connsiteY9" fmla="*/ 29361 h 88979"/>
                  <a:gd name="connsiteX10" fmla="*/ 1494 w 33825"/>
                  <a:gd name="connsiteY10" fmla="*/ 38493 h 88979"/>
                  <a:gd name="connsiteX11" fmla="*/ 4847 w 33825"/>
                  <a:gd name="connsiteY11" fmla="*/ 59989 h 88979"/>
                  <a:gd name="connsiteX12" fmla="*/ 33825 w 33825"/>
                  <a:gd name="connsiteY12" fmla="*/ 88979 h 88979"/>
                  <a:gd name="connsiteX13" fmla="*/ 29909 w 33825"/>
                  <a:gd name="connsiteY13" fmla="*/ 2676 h 88979"/>
                  <a:gd name="connsiteX14" fmla="*/ 29909 w 33825"/>
                  <a:gd name="connsiteY14" fmla="*/ 2676 h 889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3825" h="88979">
                    <a:moveTo>
                      <a:pt x="29909" y="2676"/>
                    </a:moveTo>
                    <a:cubicBezTo>
                      <a:pt x="29892" y="2677"/>
                      <a:pt x="28425" y="1613"/>
                      <a:pt x="25656" y="820"/>
                    </a:cubicBezTo>
                    <a:cubicBezTo>
                      <a:pt x="24272" y="424"/>
                      <a:pt x="22552" y="99"/>
                      <a:pt x="20591" y="19"/>
                    </a:cubicBezTo>
                    <a:cubicBezTo>
                      <a:pt x="20101" y="-1"/>
                      <a:pt x="19597" y="-6"/>
                      <a:pt x="19082" y="8"/>
                    </a:cubicBezTo>
                    <a:cubicBezTo>
                      <a:pt x="18566" y="21"/>
                      <a:pt x="18039" y="52"/>
                      <a:pt x="17503" y="104"/>
                    </a:cubicBezTo>
                    <a:cubicBezTo>
                      <a:pt x="16430" y="208"/>
                      <a:pt x="15323" y="395"/>
                      <a:pt x="14209" y="687"/>
                    </a:cubicBezTo>
                    <a:cubicBezTo>
                      <a:pt x="9747" y="1852"/>
                      <a:pt x="5196" y="4686"/>
                      <a:pt x="2523" y="10536"/>
                    </a:cubicBezTo>
                    <a:cubicBezTo>
                      <a:pt x="1181" y="13460"/>
                      <a:pt x="296" y="17139"/>
                      <a:pt x="62" y="21742"/>
                    </a:cubicBezTo>
                    <a:cubicBezTo>
                      <a:pt x="4" y="22893"/>
                      <a:pt x="-14" y="24102"/>
                      <a:pt x="11" y="25371"/>
                    </a:cubicBezTo>
                    <a:cubicBezTo>
                      <a:pt x="37" y="26639"/>
                      <a:pt x="106" y="27969"/>
                      <a:pt x="222" y="29361"/>
                    </a:cubicBezTo>
                    <a:cubicBezTo>
                      <a:pt x="454" y="32146"/>
                      <a:pt x="871" y="35183"/>
                      <a:pt x="1494" y="38493"/>
                    </a:cubicBezTo>
                    <a:cubicBezTo>
                      <a:pt x="1480" y="38489"/>
                      <a:pt x="913" y="48493"/>
                      <a:pt x="4847" y="59989"/>
                    </a:cubicBezTo>
                    <a:cubicBezTo>
                      <a:pt x="8546" y="71228"/>
                      <a:pt x="17427" y="85034"/>
                      <a:pt x="33825" y="88979"/>
                    </a:cubicBezTo>
                    <a:cubicBezTo>
                      <a:pt x="31939" y="60432"/>
                      <a:pt x="31881" y="31349"/>
                      <a:pt x="29909" y="2676"/>
                    </a:cubicBezTo>
                    <a:cubicBezTo>
                      <a:pt x="29909" y="2676"/>
                      <a:pt x="29909" y="2676"/>
                      <a:pt x="29909" y="2676"/>
                    </a:cubicBezTo>
                    <a:close/>
                  </a:path>
                </a:pathLst>
              </a:custGeom>
              <a:solidFill>
                <a:srgbClr val="FFFFFF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71" name="자유형: 도형 270">
                <a:extLst>
                  <a:ext uri="{FF2B5EF4-FFF2-40B4-BE49-F238E27FC236}">
                    <a16:creationId xmlns:a16="http://schemas.microsoft.com/office/drawing/2014/main" id="{0233F5F9-8F18-4D09-A132-0C090A427C9C}"/>
                  </a:ext>
                </a:extLst>
              </p:cNvPr>
              <p:cNvSpPr/>
              <p:nvPr/>
            </p:nvSpPr>
            <p:spPr>
              <a:xfrm>
                <a:off x="2546166" y="8852284"/>
                <a:ext cx="51718" cy="101120"/>
              </a:xfrm>
              <a:custGeom>
                <a:avLst/>
                <a:gdLst>
                  <a:gd name="connsiteX0" fmla="*/ 35404 w 51718"/>
                  <a:gd name="connsiteY0" fmla="*/ 9384 h 101120"/>
                  <a:gd name="connsiteX1" fmla="*/ 7843 w 51718"/>
                  <a:gd name="connsiteY1" fmla="*/ 28036 h 101120"/>
                  <a:gd name="connsiteX2" fmla="*/ 13943 w 51718"/>
                  <a:gd name="connsiteY2" fmla="*/ 70316 h 101120"/>
                  <a:gd name="connsiteX3" fmla="*/ 43676 w 51718"/>
                  <a:gd name="connsiteY3" fmla="*/ 93855 h 101120"/>
                  <a:gd name="connsiteX4" fmla="*/ 43676 w 51718"/>
                  <a:gd name="connsiteY4" fmla="*/ 93855 h 101120"/>
                  <a:gd name="connsiteX5" fmla="*/ 43901 w 51718"/>
                  <a:gd name="connsiteY5" fmla="*/ 101121 h 101120"/>
                  <a:gd name="connsiteX6" fmla="*/ 5073 w 51718"/>
                  <a:gd name="connsiteY6" fmla="*/ 63235 h 101120"/>
                  <a:gd name="connsiteX7" fmla="*/ 113 w 51718"/>
                  <a:gd name="connsiteY7" fmla="*/ 32263 h 101120"/>
                  <a:gd name="connsiteX8" fmla="*/ 33624 w 51718"/>
                  <a:gd name="connsiteY8" fmla="*/ 1697 h 101120"/>
                  <a:gd name="connsiteX9" fmla="*/ 33624 w 51718"/>
                  <a:gd name="connsiteY9" fmla="*/ 1697 h 101120"/>
                  <a:gd name="connsiteX10" fmla="*/ 35404 w 51718"/>
                  <a:gd name="connsiteY10" fmla="*/ 9384 h 1011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51718" h="101120">
                    <a:moveTo>
                      <a:pt x="35404" y="9384"/>
                    </a:moveTo>
                    <a:cubicBezTo>
                      <a:pt x="35404" y="9384"/>
                      <a:pt x="6837" y="1337"/>
                      <a:pt x="7843" y="28036"/>
                    </a:cubicBezTo>
                    <a:cubicBezTo>
                      <a:pt x="7843" y="28036"/>
                      <a:pt x="12096" y="66749"/>
                      <a:pt x="13943" y="70316"/>
                    </a:cubicBezTo>
                    <a:cubicBezTo>
                      <a:pt x="13943" y="70316"/>
                      <a:pt x="25161" y="92857"/>
                      <a:pt x="43676" y="93855"/>
                    </a:cubicBezTo>
                    <a:cubicBezTo>
                      <a:pt x="61772" y="94832"/>
                      <a:pt x="43676" y="93855"/>
                      <a:pt x="43676" y="93855"/>
                    </a:cubicBezTo>
                    <a:cubicBezTo>
                      <a:pt x="43676" y="93855"/>
                      <a:pt x="43901" y="101121"/>
                      <a:pt x="43901" y="101121"/>
                    </a:cubicBezTo>
                    <a:cubicBezTo>
                      <a:pt x="43901" y="101121"/>
                      <a:pt x="11359" y="97328"/>
                      <a:pt x="5073" y="63235"/>
                    </a:cubicBezTo>
                    <a:cubicBezTo>
                      <a:pt x="5073" y="63235"/>
                      <a:pt x="113" y="32263"/>
                      <a:pt x="113" y="32263"/>
                    </a:cubicBezTo>
                    <a:cubicBezTo>
                      <a:pt x="113" y="32263"/>
                      <a:pt x="-3739" y="-8725"/>
                      <a:pt x="33624" y="1697"/>
                    </a:cubicBezTo>
                    <a:cubicBezTo>
                      <a:pt x="70024" y="11850"/>
                      <a:pt x="33624" y="1697"/>
                      <a:pt x="33624" y="1697"/>
                    </a:cubicBezTo>
                    <a:cubicBezTo>
                      <a:pt x="33624" y="1697"/>
                      <a:pt x="35404" y="9384"/>
                      <a:pt x="35404" y="9384"/>
                    </a:cubicBezTo>
                  </a:path>
                </a:pathLst>
              </a:custGeom>
              <a:solidFill>
                <a:srgbClr val="3B434F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72" name="자유형: 도형 271">
                <a:extLst>
                  <a:ext uri="{FF2B5EF4-FFF2-40B4-BE49-F238E27FC236}">
                    <a16:creationId xmlns:a16="http://schemas.microsoft.com/office/drawing/2014/main" id="{605B69D4-B2EC-4655-98C6-F94BBADC974C}"/>
                  </a:ext>
                </a:extLst>
              </p:cNvPr>
              <p:cNvSpPr/>
              <p:nvPr/>
            </p:nvSpPr>
            <p:spPr>
              <a:xfrm>
                <a:off x="2563268" y="8880125"/>
                <a:ext cx="21735" cy="36427"/>
              </a:xfrm>
              <a:custGeom>
                <a:avLst/>
                <a:gdLst>
                  <a:gd name="connsiteX0" fmla="*/ 8873 w 21735"/>
                  <a:gd name="connsiteY0" fmla="*/ 35329 h 36427"/>
                  <a:gd name="connsiteX1" fmla="*/ 5901 w 21735"/>
                  <a:gd name="connsiteY1" fmla="*/ 36427 h 36427"/>
                  <a:gd name="connsiteX2" fmla="*/ 2948 w 21735"/>
                  <a:gd name="connsiteY2" fmla="*/ 35329 h 36427"/>
                  <a:gd name="connsiteX3" fmla="*/ 0 w 21735"/>
                  <a:gd name="connsiteY3" fmla="*/ 8322 h 36427"/>
                  <a:gd name="connsiteX4" fmla="*/ 21328 w 21735"/>
                  <a:gd name="connsiteY4" fmla="*/ 2050 h 36427"/>
                  <a:gd name="connsiteX5" fmla="*/ 21736 w 21735"/>
                  <a:gd name="connsiteY5" fmla="*/ 9772 h 36427"/>
                  <a:gd name="connsiteX6" fmla="*/ 6906 w 21735"/>
                  <a:gd name="connsiteY6" fmla="*/ 10970 h 36427"/>
                  <a:gd name="connsiteX7" fmla="*/ 8873 w 21735"/>
                  <a:gd name="connsiteY7" fmla="*/ 35329 h 364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1735" h="36427">
                    <a:moveTo>
                      <a:pt x="8873" y="35329"/>
                    </a:moveTo>
                    <a:cubicBezTo>
                      <a:pt x="8873" y="35329"/>
                      <a:pt x="7274" y="36427"/>
                      <a:pt x="5901" y="36427"/>
                    </a:cubicBezTo>
                    <a:cubicBezTo>
                      <a:pt x="4527" y="36427"/>
                      <a:pt x="2948" y="35329"/>
                      <a:pt x="2948" y="35329"/>
                    </a:cubicBezTo>
                    <a:cubicBezTo>
                      <a:pt x="2948" y="35329"/>
                      <a:pt x="0" y="8322"/>
                      <a:pt x="0" y="8322"/>
                    </a:cubicBezTo>
                    <a:cubicBezTo>
                      <a:pt x="0" y="8322"/>
                      <a:pt x="4068" y="-4979"/>
                      <a:pt x="21328" y="2050"/>
                    </a:cubicBezTo>
                    <a:cubicBezTo>
                      <a:pt x="21328" y="2050"/>
                      <a:pt x="21736" y="9772"/>
                      <a:pt x="21736" y="9772"/>
                    </a:cubicBezTo>
                    <a:cubicBezTo>
                      <a:pt x="21736" y="9772"/>
                      <a:pt x="6593" y="4890"/>
                      <a:pt x="6906" y="10970"/>
                    </a:cubicBezTo>
                    <a:cubicBezTo>
                      <a:pt x="7207" y="16822"/>
                      <a:pt x="8873" y="35329"/>
                      <a:pt x="8873" y="35329"/>
                    </a:cubicBezTo>
                    <a:close/>
                  </a:path>
                </a:pathLst>
              </a:custGeom>
              <a:solidFill>
                <a:srgbClr val="3B434F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73" name="자유형: 도형 272">
                <a:extLst>
                  <a:ext uri="{FF2B5EF4-FFF2-40B4-BE49-F238E27FC236}">
                    <a16:creationId xmlns:a16="http://schemas.microsoft.com/office/drawing/2014/main" id="{15EE6C6D-29C6-46AD-A006-99F2E0039102}"/>
                  </a:ext>
                </a:extLst>
              </p:cNvPr>
              <p:cNvSpPr/>
              <p:nvPr/>
            </p:nvSpPr>
            <p:spPr>
              <a:xfrm>
                <a:off x="2853278" y="8857906"/>
                <a:ext cx="33973" cy="88919"/>
              </a:xfrm>
              <a:custGeom>
                <a:avLst/>
                <a:gdLst>
                  <a:gd name="connsiteX0" fmla="*/ 3933 w 33973"/>
                  <a:gd name="connsiteY0" fmla="*/ 2675 h 88919"/>
                  <a:gd name="connsiteX1" fmla="*/ 8205 w 33973"/>
                  <a:gd name="connsiteY1" fmla="*/ 819 h 88919"/>
                  <a:gd name="connsiteX2" fmla="*/ 13292 w 33973"/>
                  <a:gd name="connsiteY2" fmla="*/ 19 h 88919"/>
                  <a:gd name="connsiteX3" fmla="*/ 14808 w 33973"/>
                  <a:gd name="connsiteY3" fmla="*/ 8 h 88919"/>
                  <a:gd name="connsiteX4" fmla="*/ 16394 w 33973"/>
                  <a:gd name="connsiteY4" fmla="*/ 104 h 88919"/>
                  <a:gd name="connsiteX5" fmla="*/ 19702 w 33973"/>
                  <a:gd name="connsiteY5" fmla="*/ 686 h 88919"/>
                  <a:gd name="connsiteX6" fmla="*/ 31439 w 33973"/>
                  <a:gd name="connsiteY6" fmla="*/ 10528 h 88919"/>
                  <a:gd name="connsiteX7" fmla="*/ 33911 w 33973"/>
                  <a:gd name="connsiteY7" fmla="*/ 21728 h 88919"/>
                  <a:gd name="connsiteX8" fmla="*/ 33962 w 33973"/>
                  <a:gd name="connsiteY8" fmla="*/ 25353 h 88919"/>
                  <a:gd name="connsiteX9" fmla="*/ 33750 w 33973"/>
                  <a:gd name="connsiteY9" fmla="*/ 29341 h 88919"/>
                  <a:gd name="connsiteX10" fmla="*/ 32473 w 33973"/>
                  <a:gd name="connsiteY10" fmla="*/ 38466 h 88919"/>
                  <a:gd name="connsiteX11" fmla="*/ 29105 w 33973"/>
                  <a:gd name="connsiteY11" fmla="*/ 59948 h 88919"/>
                  <a:gd name="connsiteX12" fmla="*/ 0 w 33973"/>
                  <a:gd name="connsiteY12" fmla="*/ 88919 h 88919"/>
                  <a:gd name="connsiteX13" fmla="*/ 3933 w 33973"/>
                  <a:gd name="connsiteY13" fmla="*/ 2675 h 88919"/>
                  <a:gd name="connsiteX14" fmla="*/ 3933 w 33973"/>
                  <a:gd name="connsiteY14" fmla="*/ 2675 h 889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3973" h="88919">
                    <a:moveTo>
                      <a:pt x="3933" y="2675"/>
                    </a:moveTo>
                    <a:cubicBezTo>
                      <a:pt x="3950" y="2676"/>
                      <a:pt x="5423" y="1612"/>
                      <a:pt x="8205" y="819"/>
                    </a:cubicBezTo>
                    <a:cubicBezTo>
                      <a:pt x="9595" y="424"/>
                      <a:pt x="11323" y="99"/>
                      <a:pt x="13292" y="19"/>
                    </a:cubicBezTo>
                    <a:cubicBezTo>
                      <a:pt x="13784" y="-1"/>
                      <a:pt x="14290" y="-6"/>
                      <a:pt x="14808" y="8"/>
                    </a:cubicBezTo>
                    <a:cubicBezTo>
                      <a:pt x="15326" y="21"/>
                      <a:pt x="15856" y="52"/>
                      <a:pt x="16394" y="104"/>
                    </a:cubicBezTo>
                    <a:cubicBezTo>
                      <a:pt x="17471" y="208"/>
                      <a:pt x="18583" y="395"/>
                      <a:pt x="19702" y="686"/>
                    </a:cubicBezTo>
                    <a:cubicBezTo>
                      <a:pt x="24183" y="1851"/>
                      <a:pt x="28754" y="4683"/>
                      <a:pt x="31439" y="10528"/>
                    </a:cubicBezTo>
                    <a:cubicBezTo>
                      <a:pt x="32787" y="13451"/>
                      <a:pt x="33676" y="17128"/>
                      <a:pt x="33911" y="21728"/>
                    </a:cubicBezTo>
                    <a:cubicBezTo>
                      <a:pt x="33970" y="22878"/>
                      <a:pt x="33988" y="24085"/>
                      <a:pt x="33962" y="25353"/>
                    </a:cubicBezTo>
                    <a:cubicBezTo>
                      <a:pt x="33936" y="26621"/>
                      <a:pt x="33866" y="27950"/>
                      <a:pt x="33750" y="29341"/>
                    </a:cubicBezTo>
                    <a:cubicBezTo>
                      <a:pt x="33518" y="32124"/>
                      <a:pt x="33098" y="35159"/>
                      <a:pt x="32473" y="38466"/>
                    </a:cubicBezTo>
                    <a:cubicBezTo>
                      <a:pt x="32486" y="38463"/>
                      <a:pt x="33056" y="48461"/>
                      <a:pt x="29105" y="59948"/>
                    </a:cubicBezTo>
                    <a:cubicBezTo>
                      <a:pt x="25390" y="71180"/>
                      <a:pt x="16470" y="84976"/>
                      <a:pt x="0" y="88919"/>
                    </a:cubicBezTo>
                    <a:cubicBezTo>
                      <a:pt x="1894" y="60391"/>
                      <a:pt x="1953" y="31328"/>
                      <a:pt x="3933" y="2675"/>
                    </a:cubicBezTo>
                    <a:cubicBezTo>
                      <a:pt x="3933" y="2675"/>
                      <a:pt x="3933" y="2675"/>
                      <a:pt x="3933" y="2675"/>
                    </a:cubicBezTo>
                    <a:close/>
                  </a:path>
                </a:pathLst>
              </a:custGeom>
              <a:solidFill>
                <a:srgbClr val="FFFFFF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74" name="자유형: 도형 273">
                <a:extLst>
                  <a:ext uri="{FF2B5EF4-FFF2-40B4-BE49-F238E27FC236}">
                    <a16:creationId xmlns:a16="http://schemas.microsoft.com/office/drawing/2014/main" id="{E8C7EA5A-8886-4F1C-9641-7C673854236A}"/>
                  </a:ext>
                </a:extLst>
              </p:cNvPr>
              <p:cNvSpPr/>
              <p:nvPr/>
            </p:nvSpPr>
            <p:spPr>
              <a:xfrm>
                <a:off x="2838940" y="8852353"/>
                <a:ext cx="51945" cy="101052"/>
              </a:xfrm>
              <a:custGeom>
                <a:avLst/>
                <a:gdLst>
                  <a:gd name="connsiteX0" fmla="*/ 16387 w 51945"/>
                  <a:gd name="connsiteY0" fmla="*/ 9378 h 101052"/>
                  <a:gd name="connsiteX1" fmla="*/ 44068 w 51945"/>
                  <a:gd name="connsiteY1" fmla="*/ 28017 h 101052"/>
                  <a:gd name="connsiteX2" fmla="*/ 37942 w 51945"/>
                  <a:gd name="connsiteY2" fmla="*/ 70269 h 101052"/>
                  <a:gd name="connsiteX3" fmla="*/ 8078 w 51945"/>
                  <a:gd name="connsiteY3" fmla="*/ 93792 h 101052"/>
                  <a:gd name="connsiteX4" fmla="*/ 8078 w 51945"/>
                  <a:gd name="connsiteY4" fmla="*/ 93792 h 101052"/>
                  <a:gd name="connsiteX5" fmla="*/ 7852 w 51945"/>
                  <a:gd name="connsiteY5" fmla="*/ 101052 h 101052"/>
                  <a:gd name="connsiteX6" fmla="*/ 46850 w 51945"/>
                  <a:gd name="connsiteY6" fmla="*/ 63192 h 101052"/>
                  <a:gd name="connsiteX7" fmla="*/ 51832 w 51945"/>
                  <a:gd name="connsiteY7" fmla="*/ 32241 h 101052"/>
                  <a:gd name="connsiteX8" fmla="*/ 18174 w 51945"/>
                  <a:gd name="connsiteY8" fmla="*/ 1696 h 101052"/>
                  <a:gd name="connsiteX9" fmla="*/ 18174 w 51945"/>
                  <a:gd name="connsiteY9" fmla="*/ 1696 h 101052"/>
                  <a:gd name="connsiteX10" fmla="*/ 16387 w 51945"/>
                  <a:gd name="connsiteY10" fmla="*/ 9378 h 101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51945" h="101052">
                    <a:moveTo>
                      <a:pt x="16387" y="9378"/>
                    </a:moveTo>
                    <a:cubicBezTo>
                      <a:pt x="16387" y="9378"/>
                      <a:pt x="45078" y="1337"/>
                      <a:pt x="44068" y="28017"/>
                    </a:cubicBezTo>
                    <a:cubicBezTo>
                      <a:pt x="44068" y="28017"/>
                      <a:pt x="39797" y="66703"/>
                      <a:pt x="37942" y="70269"/>
                    </a:cubicBezTo>
                    <a:cubicBezTo>
                      <a:pt x="37942" y="70269"/>
                      <a:pt x="26674" y="92794"/>
                      <a:pt x="8078" y="93792"/>
                    </a:cubicBezTo>
                    <a:cubicBezTo>
                      <a:pt x="-10097" y="94767"/>
                      <a:pt x="8078" y="93792"/>
                      <a:pt x="8078" y="93792"/>
                    </a:cubicBezTo>
                    <a:cubicBezTo>
                      <a:pt x="8078" y="93792"/>
                      <a:pt x="7852" y="101052"/>
                      <a:pt x="7852" y="101052"/>
                    </a:cubicBezTo>
                    <a:cubicBezTo>
                      <a:pt x="7852" y="101052"/>
                      <a:pt x="40537" y="97261"/>
                      <a:pt x="46850" y="63192"/>
                    </a:cubicBezTo>
                    <a:cubicBezTo>
                      <a:pt x="46850" y="63192"/>
                      <a:pt x="51832" y="32241"/>
                      <a:pt x="51832" y="32241"/>
                    </a:cubicBezTo>
                    <a:cubicBezTo>
                      <a:pt x="51832" y="32241"/>
                      <a:pt x="55701" y="-8719"/>
                      <a:pt x="18174" y="1696"/>
                    </a:cubicBezTo>
                    <a:cubicBezTo>
                      <a:pt x="-18386" y="11841"/>
                      <a:pt x="18174" y="1696"/>
                      <a:pt x="18174" y="1696"/>
                    </a:cubicBezTo>
                    <a:cubicBezTo>
                      <a:pt x="18174" y="1696"/>
                      <a:pt x="16387" y="9378"/>
                      <a:pt x="16387" y="9378"/>
                    </a:cubicBezTo>
                  </a:path>
                </a:pathLst>
              </a:custGeom>
              <a:solidFill>
                <a:srgbClr val="3B434F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75" name="자유형: 도형 274">
                <a:extLst>
                  <a:ext uri="{FF2B5EF4-FFF2-40B4-BE49-F238E27FC236}">
                    <a16:creationId xmlns:a16="http://schemas.microsoft.com/office/drawing/2014/main" id="{42167C21-6251-4F4C-9AD7-8C7EBFA695A3}"/>
                  </a:ext>
                </a:extLst>
              </p:cNvPr>
              <p:cNvSpPr/>
              <p:nvPr/>
            </p:nvSpPr>
            <p:spPr>
              <a:xfrm>
                <a:off x="2851878" y="8880174"/>
                <a:ext cx="21830" cy="36402"/>
              </a:xfrm>
              <a:custGeom>
                <a:avLst/>
                <a:gdLst>
                  <a:gd name="connsiteX0" fmla="*/ 12919 w 21830"/>
                  <a:gd name="connsiteY0" fmla="*/ 35305 h 36402"/>
                  <a:gd name="connsiteX1" fmla="*/ 15905 w 21830"/>
                  <a:gd name="connsiteY1" fmla="*/ 36403 h 36402"/>
                  <a:gd name="connsiteX2" fmla="*/ 18870 w 21830"/>
                  <a:gd name="connsiteY2" fmla="*/ 35305 h 36402"/>
                  <a:gd name="connsiteX3" fmla="*/ 21831 w 21830"/>
                  <a:gd name="connsiteY3" fmla="*/ 8316 h 36402"/>
                  <a:gd name="connsiteX4" fmla="*/ 410 w 21830"/>
                  <a:gd name="connsiteY4" fmla="*/ 2049 h 36402"/>
                  <a:gd name="connsiteX5" fmla="*/ 0 w 21830"/>
                  <a:gd name="connsiteY5" fmla="*/ 9766 h 36402"/>
                  <a:gd name="connsiteX6" fmla="*/ 14895 w 21830"/>
                  <a:gd name="connsiteY6" fmla="*/ 10962 h 36402"/>
                  <a:gd name="connsiteX7" fmla="*/ 12919 w 21830"/>
                  <a:gd name="connsiteY7" fmla="*/ 35305 h 364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1830" h="36402">
                    <a:moveTo>
                      <a:pt x="12919" y="35305"/>
                    </a:moveTo>
                    <a:cubicBezTo>
                      <a:pt x="12919" y="35305"/>
                      <a:pt x="14525" y="36403"/>
                      <a:pt x="15905" y="36403"/>
                    </a:cubicBezTo>
                    <a:cubicBezTo>
                      <a:pt x="17284" y="36403"/>
                      <a:pt x="18870" y="35305"/>
                      <a:pt x="18870" y="35305"/>
                    </a:cubicBezTo>
                    <a:cubicBezTo>
                      <a:pt x="18870" y="35305"/>
                      <a:pt x="21831" y="8316"/>
                      <a:pt x="21831" y="8316"/>
                    </a:cubicBezTo>
                    <a:cubicBezTo>
                      <a:pt x="21831" y="8316"/>
                      <a:pt x="17746" y="-4975"/>
                      <a:pt x="410" y="2049"/>
                    </a:cubicBezTo>
                    <a:cubicBezTo>
                      <a:pt x="410" y="2049"/>
                      <a:pt x="0" y="9766"/>
                      <a:pt x="0" y="9766"/>
                    </a:cubicBezTo>
                    <a:cubicBezTo>
                      <a:pt x="0" y="9766"/>
                      <a:pt x="15210" y="4887"/>
                      <a:pt x="14895" y="10962"/>
                    </a:cubicBezTo>
                    <a:cubicBezTo>
                      <a:pt x="14592" y="16810"/>
                      <a:pt x="12919" y="35305"/>
                      <a:pt x="12919" y="35305"/>
                    </a:cubicBezTo>
                    <a:close/>
                  </a:path>
                </a:pathLst>
              </a:custGeom>
              <a:solidFill>
                <a:srgbClr val="3B434F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76" name="자유형: 도형 275">
                <a:extLst>
                  <a:ext uri="{FF2B5EF4-FFF2-40B4-BE49-F238E27FC236}">
                    <a16:creationId xmlns:a16="http://schemas.microsoft.com/office/drawing/2014/main" id="{CE38F8E4-139A-49D4-9FA1-F97B4A2A7D0E}"/>
                  </a:ext>
                </a:extLst>
              </p:cNvPr>
              <p:cNvSpPr/>
              <p:nvPr/>
            </p:nvSpPr>
            <p:spPr>
              <a:xfrm>
                <a:off x="2750929" y="8836673"/>
                <a:ext cx="79569" cy="18198"/>
              </a:xfrm>
              <a:custGeom>
                <a:avLst/>
                <a:gdLst>
                  <a:gd name="connsiteX0" fmla="*/ 6485 w 79569"/>
                  <a:gd name="connsiteY0" fmla="*/ 14999 h 18198"/>
                  <a:gd name="connsiteX1" fmla="*/ 68488 w 79569"/>
                  <a:gd name="connsiteY1" fmla="*/ 16912 h 18198"/>
                  <a:gd name="connsiteX2" fmla="*/ 75322 w 79569"/>
                  <a:gd name="connsiteY2" fmla="*/ 17875 h 18198"/>
                  <a:gd name="connsiteX3" fmla="*/ 2832 w 79569"/>
                  <a:gd name="connsiteY3" fmla="*/ 7747 h 18198"/>
                  <a:gd name="connsiteX4" fmla="*/ 4606 w 79569"/>
                  <a:gd name="connsiteY4" fmla="*/ 13144 h 18198"/>
                  <a:gd name="connsiteX5" fmla="*/ 6022 w 79569"/>
                  <a:gd name="connsiteY5" fmla="*/ 13144 h 18198"/>
                  <a:gd name="connsiteX6" fmla="*/ 67072 w 79569"/>
                  <a:gd name="connsiteY6" fmla="*/ 18199 h 18198"/>
                  <a:gd name="connsiteX7" fmla="*/ 79570 w 79569"/>
                  <a:gd name="connsiteY7" fmla="*/ 17875 h 18198"/>
                  <a:gd name="connsiteX8" fmla="*/ 0 w 79569"/>
                  <a:gd name="connsiteY8" fmla="*/ 6460 h 18198"/>
                  <a:gd name="connsiteX9" fmla="*/ 6022 w 79569"/>
                  <a:gd name="connsiteY9" fmla="*/ 14431 h 181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79569" h="18198">
                    <a:moveTo>
                      <a:pt x="6485" y="14999"/>
                    </a:moveTo>
                    <a:cubicBezTo>
                      <a:pt x="6485" y="14999"/>
                      <a:pt x="42652" y="-3799"/>
                      <a:pt x="68488" y="16912"/>
                    </a:cubicBezTo>
                    <a:cubicBezTo>
                      <a:pt x="68488" y="16912"/>
                      <a:pt x="75322" y="17875"/>
                      <a:pt x="75322" y="17875"/>
                    </a:cubicBezTo>
                    <a:cubicBezTo>
                      <a:pt x="75322" y="17875"/>
                      <a:pt x="66569" y="-11082"/>
                      <a:pt x="2832" y="7747"/>
                    </a:cubicBezTo>
                    <a:cubicBezTo>
                      <a:pt x="2832" y="7747"/>
                      <a:pt x="4606" y="13144"/>
                      <a:pt x="4606" y="13144"/>
                    </a:cubicBezTo>
                    <a:moveTo>
                      <a:pt x="6022" y="13144"/>
                    </a:moveTo>
                    <a:cubicBezTo>
                      <a:pt x="6022" y="13144"/>
                      <a:pt x="42816" y="-6068"/>
                      <a:pt x="67072" y="18199"/>
                    </a:cubicBezTo>
                    <a:cubicBezTo>
                      <a:pt x="67072" y="18199"/>
                      <a:pt x="79570" y="17875"/>
                      <a:pt x="79570" y="17875"/>
                    </a:cubicBezTo>
                    <a:cubicBezTo>
                      <a:pt x="79570" y="17875"/>
                      <a:pt x="63983" y="-13057"/>
                      <a:pt x="0" y="6460"/>
                    </a:cubicBezTo>
                    <a:cubicBezTo>
                      <a:pt x="0" y="6460"/>
                      <a:pt x="6022" y="14431"/>
                      <a:pt x="6022" y="14431"/>
                    </a:cubicBezTo>
                  </a:path>
                </a:pathLst>
              </a:custGeom>
              <a:solidFill>
                <a:srgbClr val="3B434F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77" name="자유형: 도형 276">
                <a:extLst>
                  <a:ext uri="{FF2B5EF4-FFF2-40B4-BE49-F238E27FC236}">
                    <a16:creationId xmlns:a16="http://schemas.microsoft.com/office/drawing/2014/main" id="{75990706-D5A1-469F-9368-9229C319FDD3}"/>
                  </a:ext>
                </a:extLst>
              </p:cNvPr>
              <p:cNvSpPr/>
              <p:nvPr/>
            </p:nvSpPr>
            <p:spPr>
              <a:xfrm>
                <a:off x="2606861" y="8836915"/>
                <a:ext cx="79304" cy="18037"/>
              </a:xfrm>
              <a:custGeom>
                <a:avLst/>
                <a:gdLst>
                  <a:gd name="connsiteX0" fmla="*/ 72841 w 79304"/>
                  <a:gd name="connsiteY0" fmla="*/ 14866 h 18037"/>
                  <a:gd name="connsiteX1" fmla="*/ 11045 w 79304"/>
                  <a:gd name="connsiteY1" fmla="*/ 16762 h 18037"/>
                  <a:gd name="connsiteX2" fmla="*/ 4233 w 79304"/>
                  <a:gd name="connsiteY2" fmla="*/ 17717 h 18037"/>
                  <a:gd name="connsiteX3" fmla="*/ 76482 w 79304"/>
                  <a:gd name="connsiteY3" fmla="*/ 7678 h 18037"/>
                  <a:gd name="connsiteX4" fmla="*/ 74713 w 79304"/>
                  <a:gd name="connsiteY4" fmla="*/ 13028 h 18037"/>
                  <a:gd name="connsiteX5" fmla="*/ 73302 w 79304"/>
                  <a:gd name="connsiteY5" fmla="*/ 13028 h 18037"/>
                  <a:gd name="connsiteX6" fmla="*/ 12456 w 79304"/>
                  <a:gd name="connsiteY6" fmla="*/ 18038 h 18037"/>
                  <a:gd name="connsiteX7" fmla="*/ 0 w 79304"/>
                  <a:gd name="connsiteY7" fmla="*/ 17717 h 18037"/>
                  <a:gd name="connsiteX8" fmla="*/ 79304 w 79304"/>
                  <a:gd name="connsiteY8" fmla="*/ 6402 h 18037"/>
                  <a:gd name="connsiteX9" fmla="*/ 73302 w 79304"/>
                  <a:gd name="connsiteY9" fmla="*/ 14304 h 180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79304" h="18037">
                    <a:moveTo>
                      <a:pt x="72841" y="14866"/>
                    </a:moveTo>
                    <a:cubicBezTo>
                      <a:pt x="72841" y="14866"/>
                      <a:pt x="36795" y="-3765"/>
                      <a:pt x="11045" y="16762"/>
                    </a:cubicBezTo>
                    <a:cubicBezTo>
                      <a:pt x="11045" y="16762"/>
                      <a:pt x="4233" y="17717"/>
                      <a:pt x="4233" y="17717"/>
                    </a:cubicBezTo>
                    <a:cubicBezTo>
                      <a:pt x="4233" y="17717"/>
                      <a:pt x="12957" y="-10984"/>
                      <a:pt x="76482" y="7678"/>
                    </a:cubicBezTo>
                    <a:cubicBezTo>
                      <a:pt x="76482" y="7678"/>
                      <a:pt x="74713" y="13028"/>
                      <a:pt x="74713" y="13028"/>
                    </a:cubicBezTo>
                    <a:moveTo>
                      <a:pt x="73302" y="13028"/>
                    </a:moveTo>
                    <a:cubicBezTo>
                      <a:pt x="73302" y="13028"/>
                      <a:pt x="36631" y="-6014"/>
                      <a:pt x="12456" y="18038"/>
                    </a:cubicBezTo>
                    <a:cubicBezTo>
                      <a:pt x="12456" y="18038"/>
                      <a:pt x="0" y="17717"/>
                      <a:pt x="0" y="17717"/>
                    </a:cubicBezTo>
                    <a:cubicBezTo>
                      <a:pt x="0" y="17717"/>
                      <a:pt x="15534" y="-12942"/>
                      <a:pt x="79304" y="6402"/>
                    </a:cubicBezTo>
                    <a:cubicBezTo>
                      <a:pt x="79304" y="6402"/>
                      <a:pt x="73302" y="14304"/>
                      <a:pt x="73302" y="14304"/>
                    </a:cubicBezTo>
                  </a:path>
                </a:pathLst>
              </a:custGeom>
              <a:solidFill>
                <a:srgbClr val="3B434F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78" name="자유형: 도형 277">
                <a:extLst>
                  <a:ext uri="{FF2B5EF4-FFF2-40B4-BE49-F238E27FC236}">
                    <a16:creationId xmlns:a16="http://schemas.microsoft.com/office/drawing/2014/main" id="{B71375E3-3F1A-4ED2-9851-120DA1497258}"/>
                  </a:ext>
                </a:extLst>
              </p:cNvPr>
              <p:cNvSpPr/>
              <p:nvPr/>
            </p:nvSpPr>
            <p:spPr>
              <a:xfrm>
                <a:off x="2576180" y="8665639"/>
                <a:ext cx="285110" cy="195504"/>
              </a:xfrm>
              <a:custGeom>
                <a:avLst/>
                <a:gdLst>
                  <a:gd name="connsiteX0" fmla="*/ 276465 w 285110"/>
                  <a:gd name="connsiteY0" fmla="*/ 195505 h 195504"/>
                  <a:gd name="connsiteX1" fmla="*/ 160511 w 285110"/>
                  <a:gd name="connsiteY1" fmla="*/ 32187 h 195504"/>
                  <a:gd name="connsiteX2" fmla="*/ 96494 w 285110"/>
                  <a:gd name="connsiteY2" fmla="*/ 0 h 195504"/>
                  <a:gd name="connsiteX3" fmla="*/ 88039 w 285110"/>
                  <a:gd name="connsiteY3" fmla="*/ 44108 h 195504"/>
                  <a:gd name="connsiteX4" fmla="*/ 33686 w 285110"/>
                  <a:gd name="connsiteY4" fmla="*/ 46492 h 195504"/>
                  <a:gd name="connsiteX5" fmla="*/ 32478 w 285110"/>
                  <a:gd name="connsiteY5" fmla="*/ 71526 h 195504"/>
                  <a:gd name="connsiteX6" fmla="*/ 6411 w 285110"/>
                  <a:gd name="connsiteY6" fmla="*/ 178665 h 195504"/>
                  <a:gd name="connsiteX7" fmla="*/ 7113 w 285110"/>
                  <a:gd name="connsiteY7" fmla="*/ 181200 h 195504"/>
                  <a:gd name="connsiteX8" fmla="*/ 43349 w 285110"/>
                  <a:gd name="connsiteY8" fmla="*/ 102521 h 195504"/>
                  <a:gd name="connsiteX9" fmla="*/ 191915 w 285110"/>
                  <a:gd name="connsiteY9" fmla="*/ 98944 h 195504"/>
                  <a:gd name="connsiteX10" fmla="*/ 266802 w 285110"/>
                  <a:gd name="connsiteY10" fmla="*/ 141860 h 195504"/>
                  <a:gd name="connsiteX11" fmla="*/ 276465 w 285110"/>
                  <a:gd name="connsiteY11" fmla="*/ 195505 h 1955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85110" h="195504">
                    <a:moveTo>
                      <a:pt x="276465" y="195505"/>
                    </a:moveTo>
                    <a:cubicBezTo>
                      <a:pt x="276465" y="195505"/>
                      <a:pt x="332231" y="62489"/>
                      <a:pt x="160511" y="32187"/>
                    </a:cubicBezTo>
                    <a:cubicBezTo>
                      <a:pt x="160511" y="32187"/>
                      <a:pt x="124568" y="30417"/>
                      <a:pt x="96494" y="0"/>
                    </a:cubicBezTo>
                    <a:cubicBezTo>
                      <a:pt x="96494" y="0"/>
                      <a:pt x="76439" y="24994"/>
                      <a:pt x="88039" y="44108"/>
                    </a:cubicBezTo>
                    <a:cubicBezTo>
                      <a:pt x="88039" y="44108"/>
                      <a:pt x="73278" y="55815"/>
                      <a:pt x="33686" y="46492"/>
                    </a:cubicBezTo>
                    <a:cubicBezTo>
                      <a:pt x="33686" y="46492"/>
                      <a:pt x="27694" y="58127"/>
                      <a:pt x="32478" y="71526"/>
                    </a:cubicBezTo>
                    <a:cubicBezTo>
                      <a:pt x="32478" y="71526"/>
                      <a:pt x="-17322" y="91102"/>
                      <a:pt x="6411" y="178665"/>
                    </a:cubicBezTo>
                    <a:cubicBezTo>
                      <a:pt x="6638" y="179503"/>
                      <a:pt x="6872" y="180348"/>
                      <a:pt x="7113" y="181200"/>
                    </a:cubicBezTo>
                    <a:cubicBezTo>
                      <a:pt x="7113" y="181200"/>
                      <a:pt x="28420" y="103766"/>
                      <a:pt x="43349" y="102521"/>
                    </a:cubicBezTo>
                    <a:cubicBezTo>
                      <a:pt x="43349" y="102521"/>
                      <a:pt x="123787" y="144502"/>
                      <a:pt x="191915" y="98944"/>
                    </a:cubicBezTo>
                    <a:cubicBezTo>
                      <a:pt x="191915" y="98944"/>
                      <a:pt x="225552" y="139743"/>
                      <a:pt x="266802" y="141860"/>
                    </a:cubicBezTo>
                    <a:cubicBezTo>
                      <a:pt x="266802" y="141860"/>
                      <a:pt x="274263" y="168170"/>
                      <a:pt x="276465" y="195505"/>
                    </a:cubicBezTo>
                    <a:close/>
                  </a:path>
                </a:pathLst>
              </a:custGeom>
              <a:solidFill>
                <a:srgbClr val="C1BFBD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79" name="자유형: 도형 278">
                <a:extLst>
                  <a:ext uri="{FF2B5EF4-FFF2-40B4-BE49-F238E27FC236}">
                    <a16:creationId xmlns:a16="http://schemas.microsoft.com/office/drawing/2014/main" id="{81C3C89D-CF05-4F34-81D3-A0AD33075098}"/>
                  </a:ext>
                </a:extLst>
              </p:cNvPr>
              <p:cNvSpPr/>
              <p:nvPr/>
            </p:nvSpPr>
            <p:spPr>
              <a:xfrm>
                <a:off x="2572641" y="8660697"/>
                <a:ext cx="293191" cy="204515"/>
              </a:xfrm>
              <a:custGeom>
                <a:avLst/>
                <a:gdLst>
                  <a:gd name="connsiteX0" fmla="*/ 283815 w 293191"/>
                  <a:gd name="connsiteY0" fmla="*/ 201546 h 204515"/>
                  <a:gd name="connsiteX1" fmla="*/ 276566 w 293191"/>
                  <a:gd name="connsiteY1" fmla="*/ 204292 h 204515"/>
                  <a:gd name="connsiteX2" fmla="*/ 267505 w 293191"/>
                  <a:gd name="connsiteY2" fmla="*/ 150473 h 204515"/>
                  <a:gd name="connsiteX3" fmla="*/ 194410 w 293191"/>
                  <a:gd name="connsiteY3" fmla="*/ 109285 h 204515"/>
                  <a:gd name="connsiteX4" fmla="*/ 47013 w 293191"/>
                  <a:gd name="connsiteY4" fmla="*/ 110933 h 204515"/>
                  <a:gd name="connsiteX5" fmla="*/ 14996 w 293191"/>
                  <a:gd name="connsiteY5" fmla="*/ 186718 h 204515"/>
                  <a:gd name="connsiteX6" fmla="*/ 6539 w 293191"/>
                  <a:gd name="connsiteY6" fmla="*/ 186718 h 204515"/>
                  <a:gd name="connsiteX7" fmla="*/ 31307 w 293191"/>
                  <a:gd name="connsiteY7" fmla="*/ 74687 h 204515"/>
                  <a:gd name="connsiteX8" fmla="*/ 34327 w 293191"/>
                  <a:gd name="connsiteY8" fmla="*/ 47229 h 204515"/>
                  <a:gd name="connsiteX9" fmla="*/ 86279 w 293191"/>
                  <a:gd name="connsiteY9" fmla="*/ 48327 h 204515"/>
                  <a:gd name="connsiteX10" fmla="*/ 98965 w 293191"/>
                  <a:gd name="connsiteY10" fmla="*/ 0 h 204515"/>
                  <a:gd name="connsiteX11" fmla="*/ 165414 w 293191"/>
                  <a:gd name="connsiteY11" fmla="*/ 33499 h 204515"/>
                  <a:gd name="connsiteX12" fmla="*/ 283815 w 293191"/>
                  <a:gd name="connsiteY12" fmla="*/ 201546 h 204515"/>
                  <a:gd name="connsiteX13" fmla="*/ 161790 w 293191"/>
                  <a:gd name="connsiteY13" fmla="*/ 40639 h 204515"/>
                  <a:gd name="connsiteX14" fmla="*/ 100777 w 293191"/>
                  <a:gd name="connsiteY14" fmla="*/ 11533 h 204515"/>
                  <a:gd name="connsiteX15" fmla="*/ 95944 w 293191"/>
                  <a:gd name="connsiteY15" fmla="*/ 50524 h 204515"/>
                  <a:gd name="connsiteX16" fmla="*/ 39764 w 293191"/>
                  <a:gd name="connsiteY16" fmla="*/ 56015 h 204515"/>
                  <a:gd name="connsiteX17" fmla="*/ 39764 w 293191"/>
                  <a:gd name="connsiteY17" fmla="*/ 77433 h 204515"/>
                  <a:gd name="connsiteX18" fmla="*/ 10768 w 293191"/>
                  <a:gd name="connsiteY18" fmla="*/ 169145 h 204515"/>
                  <a:gd name="connsiteX19" fmla="*/ 10768 w 293191"/>
                  <a:gd name="connsiteY19" fmla="*/ 169694 h 204515"/>
                  <a:gd name="connsiteX20" fmla="*/ 46409 w 293191"/>
                  <a:gd name="connsiteY20" fmla="*/ 103793 h 204515"/>
                  <a:gd name="connsiteX21" fmla="*/ 196827 w 293191"/>
                  <a:gd name="connsiteY21" fmla="*/ 98851 h 204515"/>
                  <a:gd name="connsiteX22" fmla="*/ 273546 w 293191"/>
                  <a:gd name="connsiteY22" fmla="*/ 143883 h 204515"/>
                  <a:gd name="connsiteX23" fmla="*/ 281399 w 293191"/>
                  <a:gd name="connsiteY23" fmla="*/ 180128 h 204515"/>
                  <a:gd name="connsiteX24" fmla="*/ 161790 w 293191"/>
                  <a:gd name="connsiteY24" fmla="*/ 40639 h 2045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293191" h="204515">
                    <a:moveTo>
                      <a:pt x="283815" y="201546"/>
                    </a:moveTo>
                    <a:cubicBezTo>
                      <a:pt x="282139" y="205681"/>
                      <a:pt x="276566" y="204292"/>
                      <a:pt x="276566" y="204292"/>
                    </a:cubicBezTo>
                    <a:cubicBezTo>
                      <a:pt x="274364" y="176957"/>
                      <a:pt x="267505" y="150473"/>
                      <a:pt x="267505" y="150473"/>
                    </a:cubicBezTo>
                    <a:cubicBezTo>
                      <a:pt x="225713" y="145686"/>
                      <a:pt x="194410" y="109285"/>
                      <a:pt x="194410" y="109285"/>
                    </a:cubicBezTo>
                    <a:cubicBezTo>
                      <a:pt x="126686" y="151599"/>
                      <a:pt x="47013" y="110933"/>
                      <a:pt x="47013" y="110933"/>
                    </a:cubicBezTo>
                    <a:cubicBezTo>
                      <a:pt x="31017" y="122989"/>
                      <a:pt x="14996" y="186718"/>
                      <a:pt x="14996" y="186718"/>
                    </a:cubicBezTo>
                    <a:cubicBezTo>
                      <a:pt x="14755" y="185867"/>
                      <a:pt x="6766" y="187557"/>
                      <a:pt x="6539" y="186718"/>
                    </a:cubicBezTo>
                    <a:cubicBezTo>
                      <a:pt x="-17193" y="99155"/>
                      <a:pt x="31307" y="74687"/>
                      <a:pt x="31307" y="74687"/>
                    </a:cubicBezTo>
                    <a:cubicBezTo>
                      <a:pt x="26522" y="61289"/>
                      <a:pt x="34327" y="47229"/>
                      <a:pt x="34327" y="47229"/>
                    </a:cubicBezTo>
                    <a:cubicBezTo>
                      <a:pt x="73919" y="56551"/>
                      <a:pt x="86279" y="48327"/>
                      <a:pt x="86279" y="48327"/>
                    </a:cubicBezTo>
                    <a:cubicBezTo>
                      <a:pt x="75812" y="24493"/>
                      <a:pt x="98965" y="0"/>
                      <a:pt x="98965" y="0"/>
                    </a:cubicBezTo>
                    <a:cubicBezTo>
                      <a:pt x="127038" y="30417"/>
                      <a:pt x="165414" y="33499"/>
                      <a:pt x="165414" y="33499"/>
                    </a:cubicBezTo>
                    <a:cubicBezTo>
                      <a:pt x="323348" y="62272"/>
                      <a:pt x="295013" y="173926"/>
                      <a:pt x="283815" y="201546"/>
                    </a:cubicBezTo>
                    <a:close/>
                    <a:moveTo>
                      <a:pt x="161790" y="40639"/>
                    </a:moveTo>
                    <a:cubicBezTo>
                      <a:pt x="161790" y="40639"/>
                      <a:pt x="129466" y="39040"/>
                      <a:pt x="100777" y="11533"/>
                    </a:cubicBezTo>
                    <a:cubicBezTo>
                      <a:pt x="100777" y="11533"/>
                      <a:pt x="84344" y="31410"/>
                      <a:pt x="95944" y="50524"/>
                    </a:cubicBezTo>
                    <a:cubicBezTo>
                      <a:pt x="95944" y="50524"/>
                      <a:pt x="79356" y="65338"/>
                      <a:pt x="39764" y="56015"/>
                    </a:cubicBezTo>
                    <a:cubicBezTo>
                      <a:pt x="39764" y="56015"/>
                      <a:pt x="36633" y="63473"/>
                      <a:pt x="39764" y="77433"/>
                    </a:cubicBezTo>
                    <a:cubicBezTo>
                      <a:pt x="39764" y="77433"/>
                      <a:pt x="-4637" y="98272"/>
                      <a:pt x="10768" y="169145"/>
                    </a:cubicBezTo>
                    <a:cubicBezTo>
                      <a:pt x="10952" y="169992"/>
                      <a:pt x="10527" y="168843"/>
                      <a:pt x="10768" y="169694"/>
                    </a:cubicBezTo>
                    <a:cubicBezTo>
                      <a:pt x="10768" y="169694"/>
                      <a:pt x="29340" y="104298"/>
                      <a:pt x="46409" y="103793"/>
                    </a:cubicBezTo>
                    <a:cubicBezTo>
                      <a:pt x="46409" y="103793"/>
                      <a:pt x="129748" y="146685"/>
                      <a:pt x="196827" y="98851"/>
                    </a:cubicBezTo>
                    <a:cubicBezTo>
                      <a:pt x="196827" y="98851"/>
                      <a:pt x="232296" y="141766"/>
                      <a:pt x="273546" y="143883"/>
                    </a:cubicBezTo>
                    <a:cubicBezTo>
                      <a:pt x="273546" y="143883"/>
                      <a:pt x="277124" y="153080"/>
                      <a:pt x="281399" y="180128"/>
                    </a:cubicBezTo>
                    <a:cubicBezTo>
                      <a:pt x="281399" y="180128"/>
                      <a:pt x="317576" y="67627"/>
                      <a:pt x="161790" y="40639"/>
                    </a:cubicBezTo>
                    <a:close/>
                  </a:path>
                </a:pathLst>
              </a:custGeom>
              <a:solidFill>
                <a:srgbClr val="3B434F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82" name="자유형: 도형 281">
                <a:extLst>
                  <a:ext uri="{FF2B5EF4-FFF2-40B4-BE49-F238E27FC236}">
                    <a16:creationId xmlns:a16="http://schemas.microsoft.com/office/drawing/2014/main" id="{1CBDEC8E-1FA9-407B-82BB-720F4AD6FEF0}"/>
                  </a:ext>
                </a:extLst>
              </p:cNvPr>
              <p:cNvSpPr/>
              <p:nvPr/>
            </p:nvSpPr>
            <p:spPr>
              <a:xfrm>
                <a:off x="2656502" y="8695294"/>
                <a:ext cx="192100" cy="96105"/>
              </a:xfrm>
              <a:custGeom>
                <a:avLst/>
                <a:gdLst>
                  <a:gd name="connsiteX0" fmla="*/ 26955 w 192100"/>
                  <a:gd name="connsiteY0" fmla="*/ 0 h 96105"/>
                  <a:gd name="connsiteX1" fmla="*/ 28384 w 192100"/>
                  <a:gd name="connsiteY1" fmla="*/ 1418 h 96105"/>
                  <a:gd name="connsiteX2" fmla="*/ 29858 w 192100"/>
                  <a:gd name="connsiteY2" fmla="*/ 4578 h 96105"/>
                  <a:gd name="connsiteX3" fmla="*/ 32581 w 192100"/>
                  <a:gd name="connsiteY3" fmla="*/ 9035 h 96105"/>
                  <a:gd name="connsiteX4" fmla="*/ 35260 w 192100"/>
                  <a:gd name="connsiteY4" fmla="*/ 12458 h 96105"/>
                  <a:gd name="connsiteX5" fmla="*/ 36957 w 192100"/>
                  <a:gd name="connsiteY5" fmla="*/ 14322 h 96105"/>
                  <a:gd name="connsiteX6" fmla="*/ 37671 w 192100"/>
                  <a:gd name="connsiteY6" fmla="*/ 15051 h 96105"/>
                  <a:gd name="connsiteX7" fmla="*/ 37894 w 192100"/>
                  <a:gd name="connsiteY7" fmla="*/ 15234 h 96105"/>
                  <a:gd name="connsiteX8" fmla="*/ 38787 w 192100"/>
                  <a:gd name="connsiteY8" fmla="*/ 16145 h 96105"/>
                  <a:gd name="connsiteX9" fmla="*/ 39680 w 192100"/>
                  <a:gd name="connsiteY9" fmla="*/ 16935 h 96105"/>
                  <a:gd name="connsiteX10" fmla="*/ 41109 w 192100"/>
                  <a:gd name="connsiteY10" fmla="*/ 18191 h 96105"/>
                  <a:gd name="connsiteX11" fmla="*/ 41444 w 192100"/>
                  <a:gd name="connsiteY11" fmla="*/ 18515 h 96105"/>
                  <a:gd name="connsiteX12" fmla="*/ 42627 w 192100"/>
                  <a:gd name="connsiteY12" fmla="*/ 19447 h 96105"/>
                  <a:gd name="connsiteX13" fmla="*/ 42828 w 192100"/>
                  <a:gd name="connsiteY13" fmla="*/ 19650 h 96105"/>
                  <a:gd name="connsiteX14" fmla="*/ 44569 w 192100"/>
                  <a:gd name="connsiteY14" fmla="*/ 20987 h 96105"/>
                  <a:gd name="connsiteX15" fmla="*/ 47494 w 192100"/>
                  <a:gd name="connsiteY15" fmla="*/ 23012 h 96105"/>
                  <a:gd name="connsiteX16" fmla="*/ 49503 w 192100"/>
                  <a:gd name="connsiteY16" fmla="*/ 24349 h 96105"/>
                  <a:gd name="connsiteX17" fmla="*/ 53209 w 192100"/>
                  <a:gd name="connsiteY17" fmla="*/ 26537 h 96105"/>
                  <a:gd name="connsiteX18" fmla="*/ 55530 w 192100"/>
                  <a:gd name="connsiteY18" fmla="*/ 27753 h 96105"/>
                  <a:gd name="connsiteX19" fmla="*/ 62406 w 192100"/>
                  <a:gd name="connsiteY19" fmla="*/ 31075 h 96105"/>
                  <a:gd name="connsiteX20" fmla="*/ 64683 w 192100"/>
                  <a:gd name="connsiteY20" fmla="*/ 32007 h 96105"/>
                  <a:gd name="connsiteX21" fmla="*/ 66201 w 192100"/>
                  <a:gd name="connsiteY21" fmla="*/ 32655 h 96105"/>
                  <a:gd name="connsiteX22" fmla="*/ 67005 w 192100"/>
                  <a:gd name="connsiteY22" fmla="*/ 32939 h 96105"/>
                  <a:gd name="connsiteX23" fmla="*/ 68835 w 192100"/>
                  <a:gd name="connsiteY23" fmla="*/ 33668 h 96105"/>
                  <a:gd name="connsiteX24" fmla="*/ 70487 w 192100"/>
                  <a:gd name="connsiteY24" fmla="*/ 34235 h 96105"/>
                  <a:gd name="connsiteX25" fmla="*/ 72363 w 192100"/>
                  <a:gd name="connsiteY25" fmla="*/ 34924 h 96105"/>
                  <a:gd name="connsiteX26" fmla="*/ 75577 w 192100"/>
                  <a:gd name="connsiteY26" fmla="*/ 35977 h 96105"/>
                  <a:gd name="connsiteX27" fmla="*/ 78904 w 192100"/>
                  <a:gd name="connsiteY27" fmla="*/ 36949 h 96105"/>
                  <a:gd name="connsiteX28" fmla="*/ 85668 w 192100"/>
                  <a:gd name="connsiteY28" fmla="*/ 38732 h 96105"/>
                  <a:gd name="connsiteX29" fmla="*/ 87722 w 192100"/>
                  <a:gd name="connsiteY29" fmla="*/ 39178 h 96105"/>
                  <a:gd name="connsiteX30" fmla="*/ 88771 w 192100"/>
                  <a:gd name="connsiteY30" fmla="*/ 39380 h 96105"/>
                  <a:gd name="connsiteX31" fmla="*/ 89128 w 192100"/>
                  <a:gd name="connsiteY31" fmla="*/ 39623 h 96105"/>
                  <a:gd name="connsiteX32" fmla="*/ 89574 w 192100"/>
                  <a:gd name="connsiteY32" fmla="*/ 40110 h 96105"/>
                  <a:gd name="connsiteX33" fmla="*/ 90177 w 192100"/>
                  <a:gd name="connsiteY33" fmla="*/ 40940 h 96105"/>
                  <a:gd name="connsiteX34" fmla="*/ 90490 w 192100"/>
                  <a:gd name="connsiteY34" fmla="*/ 42075 h 96105"/>
                  <a:gd name="connsiteX35" fmla="*/ 90400 w 192100"/>
                  <a:gd name="connsiteY35" fmla="*/ 42946 h 96105"/>
                  <a:gd name="connsiteX36" fmla="*/ 90311 w 192100"/>
                  <a:gd name="connsiteY36" fmla="*/ 43412 h 96105"/>
                  <a:gd name="connsiteX37" fmla="*/ 89664 w 192100"/>
                  <a:gd name="connsiteY37" fmla="*/ 44627 h 96105"/>
                  <a:gd name="connsiteX38" fmla="*/ 88101 w 192100"/>
                  <a:gd name="connsiteY38" fmla="*/ 44850 h 96105"/>
                  <a:gd name="connsiteX39" fmla="*/ 85154 w 192100"/>
                  <a:gd name="connsiteY39" fmla="*/ 44283 h 96105"/>
                  <a:gd name="connsiteX40" fmla="*/ 84596 w 192100"/>
                  <a:gd name="connsiteY40" fmla="*/ 44202 h 96105"/>
                  <a:gd name="connsiteX41" fmla="*/ 81248 w 192100"/>
                  <a:gd name="connsiteY41" fmla="*/ 43472 h 96105"/>
                  <a:gd name="connsiteX42" fmla="*/ 80556 w 192100"/>
                  <a:gd name="connsiteY42" fmla="*/ 43351 h 96105"/>
                  <a:gd name="connsiteX43" fmla="*/ 77966 w 192100"/>
                  <a:gd name="connsiteY43" fmla="*/ 42743 h 96105"/>
                  <a:gd name="connsiteX44" fmla="*/ 71537 w 192100"/>
                  <a:gd name="connsiteY44" fmla="*/ 40960 h 96105"/>
                  <a:gd name="connsiteX45" fmla="*/ 70130 w 192100"/>
                  <a:gd name="connsiteY45" fmla="*/ 40555 h 96105"/>
                  <a:gd name="connsiteX46" fmla="*/ 60308 w 192100"/>
                  <a:gd name="connsiteY46" fmla="*/ 36868 h 96105"/>
                  <a:gd name="connsiteX47" fmla="*/ 57897 w 192100"/>
                  <a:gd name="connsiteY47" fmla="*/ 35815 h 96105"/>
                  <a:gd name="connsiteX48" fmla="*/ 51333 w 192100"/>
                  <a:gd name="connsiteY48" fmla="*/ 32371 h 96105"/>
                  <a:gd name="connsiteX49" fmla="*/ 50507 w 192100"/>
                  <a:gd name="connsiteY49" fmla="*/ 31845 h 96105"/>
                  <a:gd name="connsiteX50" fmla="*/ 46891 w 192100"/>
                  <a:gd name="connsiteY50" fmla="*/ 29556 h 96105"/>
                  <a:gd name="connsiteX51" fmla="*/ 43431 w 192100"/>
                  <a:gd name="connsiteY51" fmla="*/ 27023 h 96105"/>
                  <a:gd name="connsiteX52" fmla="*/ 42716 w 192100"/>
                  <a:gd name="connsiteY52" fmla="*/ 26456 h 96105"/>
                  <a:gd name="connsiteX53" fmla="*/ 42493 w 192100"/>
                  <a:gd name="connsiteY53" fmla="*/ 26233 h 96105"/>
                  <a:gd name="connsiteX54" fmla="*/ 41734 w 192100"/>
                  <a:gd name="connsiteY54" fmla="*/ 25605 h 96105"/>
                  <a:gd name="connsiteX55" fmla="*/ 39970 w 192100"/>
                  <a:gd name="connsiteY55" fmla="*/ 24066 h 96105"/>
                  <a:gd name="connsiteX56" fmla="*/ 38385 w 192100"/>
                  <a:gd name="connsiteY56" fmla="*/ 22547 h 96105"/>
                  <a:gd name="connsiteX57" fmla="*/ 38073 w 192100"/>
                  <a:gd name="connsiteY57" fmla="*/ 22283 h 96105"/>
                  <a:gd name="connsiteX58" fmla="*/ 37091 w 192100"/>
                  <a:gd name="connsiteY58" fmla="*/ 21270 h 96105"/>
                  <a:gd name="connsiteX59" fmla="*/ 35461 w 192100"/>
                  <a:gd name="connsiteY59" fmla="*/ 19467 h 96105"/>
                  <a:gd name="connsiteX60" fmla="*/ 33563 w 192100"/>
                  <a:gd name="connsiteY60" fmla="*/ 17138 h 96105"/>
                  <a:gd name="connsiteX61" fmla="*/ 31844 w 192100"/>
                  <a:gd name="connsiteY61" fmla="*/ 14707 h 96105"/>
                  <a:gd name="connsiteX62" fmla="*/ 27848 w 192100"/>
                  <a:gd name="connsiteY62" fmla="*/ 7434 h 96105"/>
                  <a:gd name="connsiteX63" fmla="*/ 26777 w 192100"/>
                  <a:gd name="connsiteY63" fmla="*/ 4497 h 96105"/>
                  <a:gd name="connsiteX64" fmla="*/ 26196 w 192100"/>
                  <a:gd name="connsiteY64" fmla="*/ 2390 h 96105"/>
                  <a:gd name="connsiteX65" fmla="*/ 26107 w 192100"/>
                  <a:gd name="connsiteY65" fmla="*/ 1884 h 96105"/>
                  <a:gd name="connsiteX66" fmla="*/ 26018 w 192100"/>
                  <a:gd name="connsiteY66" fmla="*/ 587 h 96105"/>
                  <a:gd name="connsiteX67" fmla="*/ 26576 w 192100"/>
                  <a:gd name="connsiteY67" fmla="*/ 81 h 96105"/>
                  <a:gd name="connsiteX68" fmla="*/ 26955 w 192100"/>
                  <a:gd name="connsiteY68" fmla="*/ 0 h 96105"/>
                  <a:gd name="connsiteX69" fmla="*/ 15994 w 192100"/>
                  <a:gd name="connsiteY69" fmla="*/ 30386 h 96105"/>
                  <a:gd name="connsiteX70" fmla="*/ 17490 w 192100"/>
                  <a:gd name="connsiteY70" fmla="*/ 31338 h 96105"/>
                  <a:gd name="connsiteX71" fmla="*/ 18696 w 192100"/>
                  <a:gd name="connsiteY71" fmla="*/ 32554 h 96105"/>
                  <a:gd name="connsiteX72" fmla="*/ 19589 w 192100"/>
                  <a:gd name="connsiteY72" fmla="*/ 33364 h 96105"/>
                  <a:gd name="connsiteX73" fmla="*/ 20281 w 192100"/>
                  <a:gd name="connsiteY73" fmla="*/ 34012 h 96105"/>
                  <a:gd name="connsiteX74" fmla="*/ 21017 w 192100"/>
                  <a:gd name="connsiteY74" fmla="*/ 34660 h 96105"/>
                  <a:gd name="connsiteX75" fmla="*/ 21821 w 192100"/>
                  <a:gd name="connsiteY75" fmla="*/ 35390 h 96105"/>
                  <a:gd name="connsiteX76" fmla="*/ 22580 w 192100"/>
                  <a:gd name="connsiteY76" fmla="*/ 36018 h 96105"/>
                  <a:gd name="connsiteX77" fmla="*/ 24969 w 192100"/>
                  <a:gd name="connsiteY77" fmla="*/ 37881 h 96105"/>
                  <a:gd name="connsiteX78" fmla="*/ 27603 w 192100"/>
                  <a:gd name="connsiteY78" fmla="*/ 39745 h 96105"/>
                  <a:gd name="connsiteX79" fmla="*/ 31197 w 192100"/>
                  <a:gd name="connsiteY79" fmla="*/ 42014 h 96105"/>
                  <a:gd name="connsiteX80" fmla="*/ 33095 w 192100"/>
                  <a:gd name="connsiteY80" fmla="*/ 43067 h 96105"/>
                  <a:gd name="connsiteX81" fmla="*/ 34590 w 192100"/>
                  <a:gd name="connsiteY81" fmla="*/ 43918 h 96105"/>
                  <a:gd name="connsiteX82" fmla="*/ 40975 w 192100"/>
                  <a:gd name="connsiteY82" fmla="*/ 46997 h 96105"/>
                  <a:gd name="connsiteX83" fmla="*/ 46288 w 192100"/>
                  <a:gd name="connsiteY83" fmla="*/ 49144 h 96105"/>
                  <a:gd name="connsiteX84" fmla="*/ 47940 w 192100"/>
                  <a:gd name="connsiteY84" fmla="*/ 49712 h 96105"/>
                  <a:gd name="connsiteX85" fmla="*/ 51869 w 192100"/>
                  <a:gd name="connsiteY85" fmla="*/ 51049 h 96105"/>
                  <a:gd name="connsiteX86" fmla="*/ 55664 w 192100"/>
                  <a:gd name="connsiteY86" fmla="*/ 52143 h 96105"/>
                  <a:gd name="connsiteX87" fmla="*/ 56245 w 192100"/>
                  <a:gd name="connsiteY87" fmla="*/ 52264 h 96105"/>
                  <a:gd name="connsiteX88" fmla="*/ 58298 w 192100"/>
                  <a:gd name="connsiteY88" fmla="*/ 52791 h 96105"/>
                  <a:gd name="connsiteX89" fmla="*/ 59303 w 192100"/>
                  <a:gd name="connsiteY89" fmla="*/ 52993 h 96105"/>
                  <a:gd name="connsiteX90" fmla="*/ 61201 w 192100"/>
                  <a:gd name="connsiteY90" fmla="*/ 54634 h 96105"/>
                  <a:gd name="connsiteX91" fmla="*/ 60576 w 192100"/>
                  <a:gd name="connsiteY91" fmla="*/ 57815 h 96105"/>
                  <a:gd name="connsiteX92" fmla="*/ 59839 w 192100"/>
                  <a:gd name="connsiteY92" fmla="*/ 58503 h 96105"/>
                  <a:gd name="connsiteX93" fmla="*/ 58410 w 192100"/>
                  <a:gd name="connsiteY93" fmla="*/ 58382 h 96105"/>
                  <a:gd name="connsiteX94" fmla="*/ 56736 w 192100"/>
                  <a:gd name="connsiteY94" fmla="*/ 58058 h 96105"/>
                  <a:gd name="connsiteX95" fmla="*/ 53588 w 192100"/>
                  <a:gd name="connsiteY95" fmla="*/ 57328 h 96105"/>
                  <a:gd name="connsiteX96" fmla="*/ 47181 w 192100"/>
                  <a:gd name="connsiteY96" fmla="*/ 55465 h 96105"/>
                  <a:gd name="connsiteX97" fmla="*/ 33921 w 192100"/>
                  <a:gd name="connsiteY97" fmla="*/ 49590 h 96105"/>
                  <a:gd name="connsiteX98" fmla="*/ 29054 w 192100"/>
                  <a:gd name="connsiteY98" fmla="*/ 46511 h 96105"/>
                  <a:gd name="connsiteX99" fmla="*/ 27424 w 192100"/>
                  <a:gd name="connsiteY99" fmla="*/ 45296 h 96105"/>
                  <a:gd name="connsiteX100" fmla="*/ 25259 w 192100"/>
                  <a:gd name="connsiteY100" fmla="*/ 43634 h 96105"/>
                  <a:gd name="connsiteX101" fmla="*/ 25013 w 192100"/>
                  <a:gd name="connsiteY101" fmla="*/ 43391 h 96105"/>
                  <a:gd name="connsiteX102" fmla="*/ 24544 w 192100"/>
                  <a:gd name="connsiteY102" fmla="*/ 43027 h 96105"/>
                  <a:gd name="connsiteX103" fmla="*/ 24187 w 192100"/>
                  <a:gd name="connsiteY103" fmla="*/ 42682 h 96105"/>
                  <a:gd name="connsiteX104" fmla="*/ 23428 w 192100"/>
                  <a:gd name="connsiteY104" fmla="*/ 42014 h 96105"/>
                  <a:gd name="connsiteX105" fmla="*/ 22714 w 192100"/>
                  <a:gd name="connsiteY105" fmla="*/ 41345 h 96105"/>
                  <a:gd name="connsiteX106" fmla="*/ 22223 w 192100"/>
                  <a:gd name="connsiteY106" fmla="*/ 40920 h 96105"/>
                  <a:gd name="connsiteX107" fmla="*/ 20437 w 192100"/>
                  <a:gd name="connsiteY107" fmla="*/ 39056 h 96105"/>
                  <a:gd name="connsiteX108" fmla="*/ 19990 w 192100"/>
                  <a:gd name="connsiteY108" fmla="*/ 38611 h 96105"/>
                  <a:gd name="connsiteX109" fmla="*/ 18383 w 192100"/>
                  <a:gd name="connsiteY109" fmla="*/ 36727 h 96105"/>
                  <a:gd name="connsiteX110" fmla="*/ 16686 w 192100"/>
                  <a:gd name="connsiteY110" fmla="*/ 34478 h 96105"/>
                  <a:gd name="connsiteX111" fmla="*/ 16106 w 192100"/>
                  <a:gd name="connsiteY111" fmla="*/ 33567 h 96105"/>
                  <a:gd name="connsiteX112" fmla="*/ 15481 w 192100"/>
                  <a:gd name="connsiteY112" fmla="*/ 32533 h 96105"/>
                  <a:gd name="connsiteX113" fmla="*/ 15079 w 192100"/>
                  <a:gd name="connsiteY113" fmla="*/ 31845 h 96105"/>
                  <a:gd name="connsiteX114" fmla="*/ 15101 w 192100"/>
                  <a:gd name="connsiteY114" fmla="*/ 30913 h 96105"/>
                  <a:gd name="connsiteX115" fmla="*/ 15615 w 192100"/>
                  <a:gd name="connsiteY115" fmla="*/ 30467 h 96105"/>
                  <a:gd name="connsiteX116" fmla="*/ 15994 w 192100"/>
                  <a:gd name="connsiteY116" fmla="*/ 30386 h 96105"/>
                  <a:gd name="connsiteX117" fmla="*/ 993 w 192100"/>
                  <a:gd name="connsiteY117" fmla="*/ 45174 h 96105"/>
                  <a:gd name="connsiteX118" fmla="*/ 2488 w 192100"/>
                  <a:gd name="connsiteY118" fmla="*/ 46268 h 96105"/>
                  <a:gd name="connsiteX119" fmla="*/ 4408 w 192100"/>
                  <a:gd name="connsiteY119" fmla="*/ 48516 h 96105"/>
                  <a:gd name="connsiteX120" fmla="*/ 6060 w 192100"/>
                  <a:gd name="connsiteY120" fmla="*/ 50218 h 96105"/>
                  <a:gd name="connsiteX121" fmla="*/ 6641 w 192100"/>
                  <a:gd name="connsiteY121" fmla="*/ 50725 h 96105"/>
                  <a:gd name="connsiteX122" fmla="*/ 7712 w 192100"/>
                  <a:gd name="connsiteY122" fmla="*/ 51697 h 96105"/>
                  <a:gd name="connsiteX123" fmla="*/ 7935 w 192100"/>
                  <a:gd name="connsiteY123" fmla="*/ 51920 h 96105"/>
                  <a:gd name="connsiteX124" fmla="*/ 8516 w 192100"/>
                  <a:gd name="connsiteY124" fmla="*/ 52386 h 96105"/>
                  <a:gd name="connsiteX125" fmla="*/ 8806 w 192100"/>
                  <a:gd name="connsiteY125" fmla="*/ 52669 h 96105"/>
                  <a:gd name="connsiteX126" fmla="*/ 10212 w 192100"/>
                  <a:gd name="connsiteY126" fmla="*/ 53783 h 96105"/>
                  <a:gd name="connsiteX127" fmla="*/ 13740 w 192100"/>
                  <a:gd name="connsiteY127" fmla="*/ 56235 h 96105"/>
                  <a:gd name="connsiteX128" fmla="*/ 22267 w 192100"/>
                  <a:gd name="connsiteY128" fmla="*/ 60691 h 96105"/>
                  <a:gd name="connsiteX129" fmla="*/ 25259 w 192100"/>
                  <a:gd name="connsiteY129" fmla="*/ 61907 h 96105"/>
                  <a:gd name="connsiteX130" fmla="*/ 26531 w 192100"/>
                  <a:gd name="connsiteY130" fmla="*/ 62352 h 96105"/>
                  <a:gd name="connsiteX131" fmla="*/ 30170 w 192100"/>
                  <a:gd name="connsiteY131" fmla="*/ 63608 h 96105"/>
                  <a:gd name="connsiteX132" fmla="*/ 35349 w 192100"/>
                  <a:gd name="connsiteY132" fmla="*/ 65067 h 96105"/>
                  <a:gd name="connsiteX133" fmla="*/ 37180 w 192100"/>
                  <a:gd name="connsiteY133" fmla="*/ 65512 h 96105"/>
                  <a:gd name="connsiteX134" fmla="*/ 38765 w 192100"/>
                  <a:gd name="connsiteY134" fmla="*/ 65837 h 96105"/>
                  <a:gd name="connsiteX135" fmla="*/ 42091 w 192100"/>
                  <a:gd name="connsiteY135" fmla="*/ 66525 h 96105"/>
                  <a:gd name="connsiteX136" fmla="*/ 43966 w 192100"/>
                  <a:gd name="connsiteY136" fmla="*/ 66849 h 96105"/>
                  <a:gd name="connsiteX137" fmla="*/ 46020 w 192100"/>
                  <a:gd name="connsiteY137" fmla="*/ 67174 h 96105"/>
                  <a:gd name="connsiteX138" fmla="*/ 46467 w 192100"/>
                  <a:gd name="connsiteY138" fmla="*/ 67214 h 96105"/>
                  <a:gd name="connsiteX139" fmla="*/ 48632 w 192100"/>
                  <a:gd name="connsiteY139" fmla="*/ 67538 h 96105"/>
                  <a:gd name="connsiteX140" fmla="*/ 49480 w 192100"/>
                  <a:gd name="connsiteY140" fmla="*/ 67619 h 96105"/>
                  <a:gd name="connsiteX141" fmla="*/ 52539 w 192100"/>
                  <a:gd name="connsiteY141" fmla="*/ 67984 h 96105"/>
                  <a:gd name="connsiteX142" fmla="*/ 53365 w 192100"/>
                  <a:gd name="connsiteY142" fmla="*/ 68065 h 96105"/>
                  <a:gd name="connsiteX143" fmla="*/ 53633 w 192100"/>
                  <a:gd name="connsiteY143" fmla="*/ 68065 h 96105"/>
                  <a:gd name="connsiteX144" fmla="*/ 54749 w 192100"/>
                  <a:gd name="connsiteY144" fmla="*/ 68186 h 96105"/>
                  <a:gd name="connsiteX145" fmla="*/ 55039 w 192100"/>
                  <a:gd name="connsiteY145" fmla="*/ 68186 h 96105"/>
                  <a:gd name="connsiteX146" fmla="*/ 56847 w 192100"/>
                  <a:gd name="connsiteY146" fmla="*/ 68348 h 96105"/>
                  <a:gd name="connsiteX147" fmla="*/ 57227 w 192100"/>
                  <a:gd name="connsiteY147" fmla="*/ 68348 h 96105"/>
                  <a:gd name="connsiteX148" fmla="*/ 59549 w 192100"/>
                  <a:gd name="connsiteY148" fmla="*/ 68511 h 96105"/>
                  <a:gd name="connsiteX149" fmla="*/ 60397 w 192100"/>
                  <a:gd name="connsiteY149" fmla="*/ 68531 h 96105"/>
                  <a:gd name="connsiteX150" fmla="*/ 61000 w 192100"/>
                  <a:gd name="connsiteY150" fmla="*/ 68551 h 96105"/>
                  <a:gd name="connsiteX151" fmla="*/ 62652 w 192100"/>
                  <a:gd name="connsiteY151" fmla="*/ 68632 h 96105"/>
                  <a:gd name="connsiteX152" fmla="*/ 63589 w 192100"/>
                  <a:gd name="connsiteY152" fmla="*/ 68652 h 96105"/>
                  <a:gd name="connsiteX153" fmla="*/ 64348 w 192100"/>
                  <a:gd name="connsiteY153" fmla="*/ 68673 h 96105"/>
                  <a:gd name="connsiteX154" fmla="*/ 66090 w 192100"/>
                  <a:gd name="connsiteY154" fmla="*/ 68673 h 96105"/>
                  <a:gd name="connsiteX155" fmla="*/ 70130 w 192100"/>
                  <a:gd name="connsiteY155" fmla="*/ 68632 h 96105"/>
                  <a:gd name="connsiteX156" fmla="*/ 71961 w 192100"/>
                  <a:gd name="connsiteY156" fmla="*/ 68673 h 96105"/>
                  <a:gd name="connsiteX157" fmla="*/ 72764 w 192100"/>
                  <a:gd name="connsiteY157" fmla="*/ 69159 h 96105"/>
                  <a:gd name="connsiteX158" fmla="*/ 74059 w 192100"/>
                  <a:gd name="connsiteY158" fmla="*/ 70617 h 96105"/>
                  <a:gd name="connsiteX159" fmla="*/ 74193 w 192100"/>
                  <a:gd name="connsiteY159" fmla="*/ 71164 h 96105"/>
                  <a:gd name="connsiteX160" fmla="*/ 74327 w 192100"/>
                  <a:gd name="connsiteY160" fmla="*/ 72440 h 96105"/>
                  <a:gd name="connsiteX161" fmla="*/ 74104 w 192100"/>
                  <a:gd name="connsiteY161" fmla="*/ 73352 h 96105"/>
                  <a:gd name="connsiteX162" fmla="*/ 72943 w 192100"/>
                  <a:gd name="connsiteY162" fmla="*/ 74021 h 96105"/>
                  <a:gd name="connsiteX163" fmla="*/ 72363 w 192100"/>
                  <a:gd name="connsiteY163" fmla="*/ 74041 h 96105"/>
                  <a:gd name="connsiteX164" fmla="*/ 69706 w 192100"/>
                  <a:gd name="connsiteY164" fmla="*/ 74223 h 96105"/>
                  <a:gd name="connsiteX165" fmla="*/ 69193 w 192100"/>
                  <a:gd name="connsiteY165" fmla="*/ 74243 h 96105"/>
                  <a:gd name="connsiteX166" fmla="*/ 68255 w 192100"/>
                  <a:gd name="connsiteY166" fmla="*/ 74264 h 96105"/>
                  <a:gd name="connsiteX167" fmla="*/ 67228 w 192100"/>
                  <a:gd name="connsiteY167" fmla="*/ 74304 h 96105"/>
                  <a:gd name="connsiteX168" fmla="*/ 66268 w 192100"/>
                  <a:gd name="connsiteY168" fmla="*/ 74345 h 96105"/>
                  <a:gd name="connsiteX169" fmla="*/ 65911 w 192100"/>
                  <a:gd name="connsiteY169" fmla="*/ 74345 h 96105"/>
                  <a:gd name="connsiteX170" fmla="*/ 64951 w 192100"/>
                  <a:gd name="connsiteY170" fmla="*/ 74385 h 96105"/>
                  <a:gd name="connsiteX171" fmla="*/ 63656 w 192100"/>
                  <a:gd name="connsiteY171" fmla="*/ 74385 h 96105"/>
                  <a:gd name="connsiteX172" fmla="*/ 62250 w 192100"/>
                  <a:gd name="connsiteY172" fmla="*/ 74405 h 96105"/>
                  <a:gd name="connsiteX173" fmla="*/ 61089 w 192100"/>
                  <a:gd name="connsiteY173" fmla="*/ 74385 h 96105"/>
                  <a:gd name="connsiteX174" fmla="*/ 60330 w 192100"/>
                  <a:gd name="connsiteY174" fmla="*/ 74385 h 96105"/>
                  <a:gd name="connsiteX175" fmla="*/ 58790 w 192100"/>
                  <a:gd name="connsiteY175" fmla="*/ 74345 h 96105"/>
                  <a:gd name="connsiteX176" fmla="*/ 58031 w 192100"/>
                  <a:gd name="connsiteY176" fmla="*/ 74345 h 96105"/>
                  <a:gd name="connsiteX177" fmla="*/ 56602 w 192100"/>
                  <a:gd name="connsiteY177" fmla="*/ 74264 h 96105"/>
                  <a:gd name="connsiteX178" fmla="*/ 56088 w 192100"/>
                  <a:gd name="connsiteY178" fmla="*/ 74264 h 96105"/>
                  <a:gd name="connsiteX179" fmla="*/ 55039 w 192100"/>
                  <a:gd name="connsiteY179" fmla="*/ 74183 h 96105"/>
                  <a:gd name="connsiteX180" fmla="*/ 54593 w 192100"/>
                  <a:gd name="connsiteY180" fmla="*/ 74183 h 96105"/>
                  <a:gd name="connsiteX181" fmla="*/ 53767 w 192100"/>
                  <a:gd name="connsiteY181" fmla="*/ 74102 h 96105"/>
                  <a:gd name="connsiteX182" fmla="*/ 53409 w 192100"/>
                  <a:gd name="connsiteY182" fmla="*/ 74102 h 96105"/>
                  <a:gd name="connsiteX183" fmla="*/ 50820 w 192100"/>
                  <a:gd name="connsiteY183" fmla="*/ 73858 h 96105"/>
                  <a:gd name="connsiteX184" fmla="*/ 50150 w 192100"/>
                  <a:gd name="connsiteY184" fmla="*/ 73818 h 96105"/>
                  <a:gd name="connsiteX185" fmla="*/ 46913 w 192100"/>
                  <a:gd name="connsiteY185" fmla="*/ 73413 h 96105"/>
                  <a:gd name="connsiteX186" fmla="*/ 46132 w 192100"/>
                  <a:gd name="connsiteY186" fmla="*/ 73332 h 96105"/>
                  <a:gd name="connsiteX187" fmla="*/ 43207 w 192100"/>
                  <a:gd name="connsiteY187" fmla="*/ 72846 h 96105"/>
                  <a:gd name="connsiteX188" fmla="*/ 42806 w 192100"/>
                  <a:gd name="connsiteY188" fmla="*/ 72805 h 96105"/>
                  <a:gd name="connsiteX189" fmla="*/ 41421 w 192100"/>
                  <a:gd name="connsiteY189" fmla="*/ 72522 h 96105"/>
                  <a:gd name="connsiteX190" fmla="*/ 40863 w 192100"/>
                  <a:gd name="connsiteY190" fmla="*/ 72440 h 96105"/>
                  <a:gd name="connsiteX191" fmla="*/ 36309 w 192100"/>
                  <a:gd name="connsiteY191" fmla="*/ 71428 h 96105"/>
                  <a:gd name="connsiteX192" fmla="*/ 28652 w 192100"/>
                  <a:gd name="connsiteY192" fmla="*/ 69078 h 96105"/>
                  <a:gd name="connsiteX193" fmla="*/ 27045 w 192100"/>
                  <a:gd name="connsiteY193" fmla="*/ 68511 h 96105"/>
                  <a:gd name="connsiteX194" fmla="*/ 24210 w 192100"/>
                  <a:gd name="connsiteY194" fmla="*/ 67336 h 96105"/>
                  <a:gd name="connsiteX195" fmla="*/ 19946 w 192100"/>
                  <a:gd name="connsiteY195" fmla="*/ 65269 h 96105"/>
                  <a:gd name="connsiteX196" fmla="*/ 17088 w 192100"/>
                  <a:gd name="connsiteY196" fmla="*/ 63608 h 96105"/>
                  <a:gd name="connsiteX197" fmla="*/ 14856 w 192100"/>
                  <a:gd name="connsiteY197" fmla="*/ 62231 h 96105"/>
                  <a:gd name="connsiteX198" fmla="*/ 12735 w 192100"/>
                  <a:gd name="connsiteY198" fmla="*/ 60752 h 96105"/>
                  <a:gd name="connsiteX199" fmla="*/ 10659 w 192100"/>
                  <a:gd name="connsiteY199" fmla="*/ 59152 h 96105"/>
                  <a:gd name="connsiteX200" fmla="*/ 9878 w 192100"/>
                  <a:gd name="connsiteY200" fmla="*/ 58463 h 96105"/>
                  <a:gd name="connsiteX201" fmla="*/ 8047 w 192100"/>
                  <a:gd name="connsiteY201" fmla="*/ 56842 h 96105"/>
                  <a:gd name="connsiteX202" fmla="*/ 1417 w 192100"/>
                  <a:gd name="connsiteY202" fmla="*/ 49023 h 96105"/>
                  <a:gd name="connsiteX203" fmla="*/ 256 w 192100"/>
                  <a:gd name="connsiteY203" fmla="*/ 46957 h 96105"/>
                  <a:gd name="connsiteX204" fmla="*/ 77 w 192100"/>
                  <a:gd name="connsiteY204" fmla="*/ 45741 h 96105"/>
                  <a:gd name="connsiteX205" fmla="*/ 613 w 192100"/>
                  <a:gd name="connsiteY205" fmla="*/ 45255 h 96105"/>
                  <a:gd name="connsiteX206" fmla="*/ 993 w 192100"/>
                  <a:gd name="connsiteY206" fmla="*/ 45174 h 96105"/>
                  <a:gd name="connsiteX207" fmla="*/ 148733 w 192100"/>
                  <a:gd name="connsiteY207" fmla="*/ 65148 h 96105"/>
                  <a:gd name="connsiteX208" fmla="*/ 150140 w 192100"/>
                  <a:gd name="connsiteY208" fmla="*/ 66080 h 96105"/>
                  <a:gd name="connsiteX209" fmla="*/ 151211 w 192100"/>
                  <a:gd name="connsiteY209" fmla="*/ 67336 h 96105"/>
                  <a:gd name="connsiteX210" fmla="*/ 153622 w 192100"/>
                  <a:gd name="connsiteY210" fmla="*/ 69908 h 96105"/>
                  <a:gd name="connsiteX211" fmla="*/ 154515 w 192100"/>
                  <a:gd name="connsiteY211" fmla="*/ 70779 h 96105"/>
                  <a:gd name="connsiteX212" fmla="*/ 154828 w 192100"/>
                  <a:gd name="connsiteY212" fmla="*/ 71043 h 96105"/>
                  <a:gd name="connsiteX213" fmla="*/ 156100 w 192100"/>
                  <a:gd name="connsiteY213" fmla="*/ 72218 h 96105"/>
                  <a:gd name="connsiteX214" fmla="*/ 157194 w 192100"/>
                  <a:gd name="connsiteY214" fmla="*/ 73210 h 96105"/>
                  <a:gd name="connsiteX215" fmla="*/ 158801 w 192100"/>
                  <a:gd name="connsiteY215" fmla="*/ 74547 h 96105"/>
                  <a:gd name="connsiteX216" fmla="*/ 159717 w 192100"/>
                  <a:gd name="connsiteY216" fmla="*/ 75277 h 96105"/>
                  <a:gd name="connsiteX217" fmla="*/ 162797 w 192100"/>
                  <a:gd name="connsiteY217" fmla="*/ 77545 h 96105"/>
                  <a:gd name="connsiteX218" fmla="*/ 167686 w 192100"/>
                  <a:gd name="connsiteY218" fmla="*/ 80705 h 96105"/>
                  <a:gd name="connsiteX219" fmla="*/ 175589 w 192100"/>
                  <a:gd name="connsiteY219" fmla="*/ 84919 h 96105"/>
                  <a:gd name="connsiteX220" fmla="*/ 180322 w 192100"/>
                  <a:gd name="connsiteY220" fmla="*/ 87026 h 96105"/>
                  <a:gd name="connsiteX221" fmla="*/ 182018 w 192100"/>
                  <a:gd name="connsiteY221" fmla="*/ 87715 h 96105"/>
                  <a:gd name="connsiteX222" fmla="*/ 182621 w 192100"/>
                  <a:gd name="connsiteY222" fmla="*/ 87917 h 96105"/>
                  <a:gd name="connsiteX223" fmla="*/ 185367 w 192100"/>
                  <a:gd name="connsiteY223" fmla="*/ 88971 h 96105"/>
                  <a:gd name="connsiteX224" fmla="*/ 186037 w 192100"/>
                  <a:gd name="connsiteY224" fmla="*/ 89173 h 96105"/>
                  <a:gd name="connsiteX225" fmla="*/ 188738 w 192100"/>
                  <a:gd name="connsiteY225" fmla="*/ 90085 h 96105"/>
                  <a:gd name="connsiteX226" fmla="*/ 190301 w 192100"/>
                  <a:gd name="connsiteY226" fmla="*/ 90551 h 96105"/>
                  <a:gd name="connsiteX227" fmla="*/ 191930 w 192100"/>
                  <a:gd name="connsiteY227" fmla="*/ 94035 h 96105"/>
                  <a:gd name="connsiteX228" fmla="*/ 190993 w 192100"/>
                  <a:gd name="connsiteY228" fmla="*/ 95534 h 96105"/>
                  <a:gd name="connsiteX229" fmla="*/ 189966 w 192100"/>
                  <a:gd name="connsiteY229" fmla="*/ 96101 h 96105"/>
                  <a:gd name="connsiteX230" fmla="*/ 189251 w 192100"/>
                  <a:gd name="connsiteY230" fmla="*/ 95939 h 96105"/>
                  <a:gd name="connsiteX231" fmla="*/ 187398 w 192100"/>
                  <a:gd name="connsiteY231" fmla="*/ 95453 h 96105"/>
                  <a:gd name="connsiteX232" fmla="*/ 178179 w 192100"/>
                  <a:gd name="connsiteY232" fmla="*/ 92293 h 96105"/>
                  <a:gd name="connsiteX233" fmla="*/ 165097 w 192100"/>
                  <a:gd name="connsiteY233" fmla="*/ 85405 h 96105"/>
                  <a:gd name="connsiteX234" fmla="*/ 161726 w 192100"/>
                  <a:gd name="connsiteY234" fmla="*/ 82995 h 96105"/>
                  <a:gd name="connsiteX235" fmla="*/ 160766 w 192100"/>
                  <a:gd name="connsiteY235" fmla="*/ 82245 h 96105"/>
                  <a:gd name="connsiteX236" fmla="*/ 160565 w 192100"/>
                  <a:gd name="connsiteY236" fmla="*/ 82042 h 96105"/>
                  <a:gd name="connsiteX237" fmla="*/ 159292 w 192100"/>
                  <a:gd name="connsiteY237" fmla="*/ 81030 h 96105"/>
                  <a:gd name="connsiteX238" fmla="*/ 158690 w 192100"/>
                  <a:gd name="connsiteY238" fmla="*/ 80462 h 96105"/>
                  <a:gd name="connsiteX239" fmla="*/ 158087 w 192100"/>
                  <a:gd name="connsiteY239" fmla="*/ 79936 h 96105"/>
                  <a:gd name="connsiteX240" fmla="*/ 157507 w 192100"/>
                  <a:gd name="connsiteY240" fmla="*/ 79389 h 96105"/>
                  <a:gd name="connsiteX241" fmla="*/ 157082 w 192100"/>
                  <a:gd name="connsiteY241" fmla="*/ 79024 h 96105"/>
                  <a:gd name="connsiteX242" fmla="*/ 156346 w 192100"/>
                  <a:gd name="connsiteY242" fmla="*/ 78275 h 96105"/>
                  <a:gd name="connsiteX243" fmla="*/ 155944 w 192100"/>
                  <a:gd name="connsiteY243" fmla="*/ 77910 h 96105"/>
                  <a:gd name="connsiteX244" fmla="*/ 155006 w 192100"/>
                  <a:gd name="connsiteY244" fmla="*/ 76938 h 96105"/>
                  <a:gd name="connsiteX245" fmla="*/ 152752 w 192100"/>
                  <a:gd name="connsiteY245" fmla="*/ 74304 h 96105"/>
                  <a:gd name="connsiteX246" fmla="*/ 150809 w 192100"/>
                  <a:gd name="connsiteY246" fmla="*/ 71792 h 96105"/>
                  <a:gd name="connsiteX247" fmla="*/ 148666 w 192100"/>
                  <a:gd name="connsiteY247" fmla="*/ 68348 h 96105"/>
                  <a:gd name="connsiteX248" fmla="*/ 147818 w 192100"/>
                  <a:gd name="connsiteY248" fmla="*/ 66606 h 96105"/>
                  <a:gd name="connsiteX249" fmla="*/ 147840 w 192100"/>
                  <a:gd name="connsiteY249" fmla="*/ 65675 h 96105"/>
                  <a:gd name="connsiteX250" fmla="*/ 148354 w 192100"/>
                  <a:gd name="connsiteY250" fmla="*/ 65229 h 96105"/>
                  <a:gd name="connsiteX251" fmla="*/ 148733 w 192100"/>
                  <a:gd name="connsiteY251" fmla="*/ 65148 h 961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</a:cxnLst>
                <a:rect l="l" t="t" r="r" b="b"/>
                <a:pathLst>
                  <a:path w="192100" h="96105">
                    <a:moveTo>
                      <a:pt x="26955" y="0"/>
                    </a:moveTo>
                    <a:cubicBezTo>
                      <a:pt x="28063" y="19"/>
                      <a:pt x="28061" y="704"/>
                      <a:pt x="28384" y="1418"/>
                    </a:cubicBezTo>
                    <a:cubicBezTo>
                      <a:pt x="28867" y="2483"/>
                      <a:pt x="29299" y="3566"/>
                      <a:pt x="29858" y="4578"/>
                    </a:cubicBezTo>
                    <a:cubicBezTo>
                      <a:pt x="30705" y="6112"/>
                      <a:pt x="31574" y="7633"/>
                      <a:pt x="32581" y="9035"/>
                    </a:cubicBezTo>
                    <a:cubicBezTo>
                      <a:pt x="33428" y="10213"/>
                      <a:pt x="34347" y="11339"/>
                      <a:pt x="35260" y="12458"/>
                    </a:cubicBezTo>
                    <a:cubicBezTo>
                      <a:pt x="35787" y="13105"/>
                      <a:pt x="36424" y="13678"/>
                      <a:pt x="36957" y="14322"/>
                    </a:cubicBezTo>
                    <a:cubicBezTo>
                      <a:pt x="37169" y="14579"/>
                      <a:pt x="37454" y="14790"/>
                      <a:pt x="37671" y="15051"/>
                    </a:cubicBezTo>
                    <a:cubicBezTo>
                      <a:pt x="37745" y="15112"/>
                      <a:pt x="37820" y="15173"/>
                      <a:pt x="37894" y="15234"/>
                    </a:cubicBezTo>
                    <a:cubicBezTo>
                      <a:pt x="38167" y="15561"/>
                      <a:pt x="38515" y="15818"/>
                      <a:pt x="38787" y="16145"/>
                    </a:cubicBezTo>
                    <a:cubicBezTo>
                      <a:pt x="39085" y="16408"/>
                      <a:pt x="39383" y="16672"/>
                      <a:pt x="39680" y="16935"/>
                    </a:cubicBezTo>
                    <a:cubicBezTo>
                      <a:pt x="40145" y="17357"/>
                      <a:pt x="40581" y="17829"/>
                      <a:pt x="41109" y="18191"/>
                    </a:cubicBezTo>
                    <a:cubicBezTo>
                      <a:pt x="41221" y="18299"/>
                      <a:pt x="41332" y="18407"/>
                      <a:pt x="41444" y="18515"/>
                    </a:cubicBezTo>
                    <a:cubicBezTo>
                      <a:pt x="41863" y="18803"/>
                      <a:pt x="42206" y="19159"/>
                      <a:pt x="42627" y="19447"/>
                    </a:cubicBezTo>
                    <a:cubicBezTo>
                      <a:pt x="42694" y="19515"/>
                      <a:pt x="42761" y="19582"/>
                      <a:pt x="42828" y="19650"/>
                    </a:cubicBezTo>
                    <a:cubicBezTo>
                      <a:pt x="43436" y="20065"/>
                      <a:pt x="43964" y="20575"/>
                      <a:pt x="44569" y="20987"/>
                    </a:cubicBezTo>
                    <a:cubicBezTo>
                      <a:pt x="45552" y="21656"/>
                      <a:pt x="46481" y="22365"/>
                      <a:pt x="47494" y="23012"/>
                    </a:cubicBezTo>
                    <a:cubicBezTo>
                      <a:pt x="48165" y="23442"/>
                      <a:pt x="48827" y="23918"/>
                      <a:pt x="49503" y="24349"/>
                    </a:cubicBezTo>
                    <a:cubicBezTo>
                      <a:pt x="50705" y="25118"/>
                      <a:pt x="51976" y="25806"/>
                      <a:pt x="53209" y="26537"/>
                    </a:cubicBezTo>
                    <a:cubicBezTo>
                      <a:pt x="53959" y="26983"/>
                      <a:pt x="54763" y="27322"/>
                      <a:pt x="55530" y="27753"/>
                    </a:cubicBezTo>
                    <a:cubicBezTo>
                      <a:pt x="57701" y="28971"/>
                      <a:pt x="60078" y="30010"/>
                      <a:pt x="62406" y="31075"/>
                    </a:cubicBezTo>
                    <a:cubicBezTo>
                      <a:pt x="63158" y="31419"/>
                      <a:pt x="63907" y="31698"/>
                      <a:pt x="64683" y="32007"/>
                    </a:cubicBezTo>
                    <a:cubicBezTo>
                      <a:pt x="65179" y="32204"/>
                      <a:pt x="65715" y="32436"/>
                      <a:pt x="66201" y="32655"/>
                    </a:cubicBezTo>
                    <a:cubicBezTo>
                      <a:pt x="66470" y="32776"/>
                      <a:pt x="66730" y="32830"/>
                      <a:pt x="67005" y="32939"/>
                    </a:cubicBezTo>
                    <a:cubicBezTo>
                      <a:pt x="67600" y="33174"/>
                      <a:pt x="68242" y="33426"/>
                      <a:pt x="68835" y="33668"/>
                    </a:cubicBezTo>
                    <a:cubicBezTo>
                      <a:pt x="69384" y="33891"/>
                      <a:pt x="69921" y="34038"/>
                      <a:pt x="70487" y="34235"/>
                    </a:cubicBezTo>
                    <a:cubicBezTo>
                      <a:pt x="71098" y="34447"/>
                      <a:pt x="71746" y="34712"/>
                      <a:pt x="72363" y="34924"/>
                    </a:cubicBezTo>
                    <a:cubicBezTo>
                      <a:pt x="73434" y="35291"/>
                      <a:pt x="74518" y="35615"/>
                      <a:pt x="75577" y="35977"/>
                    </a:cubicBezTo>
                    <a:cubicBezTo>
                      <a:pt x="76678" y="36353"/>
                      <a:pt x="77780" y="36604"/>
                      <a:pt x="78904" y="36949"/>
                    </a:cubicBezTo>
                    <a:cubicBezTo>
                      <a:pt x="81082" y="37619"/>
                      <a:pt x="83400" y="38113"/>
                      <a:pt x="85668" y="38732"/>
                    </a:cubicBezTo>
                    <a:cubicBezTo>
                      <a:pt x="86346" y="38918"/>
                      <a:pt x="87054" y="39006"/>
                      <a:pt x="87722" y="39178"/>
                    </a:cubicBezTo>
                    <a:cubicBezTo>
                      <a:pt x="88055" y="39264"/>
                      <a:pt x="88486" y="39247"/>
                      <a:pt x="88771" y="39380"/>
                    </a:cubicBezTo>
                    <a:cubicBezTo>
                      <a:pt x="88887" y="39435"/>
                      <a:pt x="89018" y="39549"/>
                      <a:pt x="89128" y="39623"/>
                    </a:cubicBezTo>
                    <a:cubicBezTo>
                      <a:pt x="89305" y="39744"/>
                      <a:pt x="89442" y="39946"/>
                      <a:pt x="89574" y="40110"/>
                    </a:cubicBezTo>
                    <a:cubicBezTo>
                      <a:pt x="89786" y="40372"/>
                      <a:pt x="90011" y="40630"/>
                      <a:pt x="90177" y="40940"/>
                    </a:cubicBezTo>
                    <a:cubicBezTo>
                      <a:pt x="90350" y="41261"/>
                      <a:pt x="90397" y="41707"/>
                      <a:pt x="90490" y="42075"/>
                    </a:cubicBezTo>
                    <a:cubicBezTo>
                      <a:pt x="90564" y="42370"/>
                      <a:pt x="90461" y="42739"/>
                      <a:pt x="90400" y="42946"/>
                    </a:cubicBezTo>
                    <a:cubicBezTo>
                      <a:pt x="90350" y="43119"/>
                      <a:pt x="90367" y="43239"/>
                      <a:pt x="90311" y="43412"/>
                    </a:cubicBezTo>
                    <a:cubicBezTo>
                      <a:pt x="90167" y="43860"/>
                      <a:pt x="89947" y="44295"/>
                      <a:pt x="89664" y="44627"/>
                    </a:cubicBezTo>
                    <a:cubicBezTo>
                      <a:pt x="89370" y="44971"/>
                      <a:pt x="88649" y="44980"/>
                      <a:pt x="88101" y="44850"/>
                    </a:cubicBezTo>
                    <a:cubicBezTo>
                      <a:pt x="87143" y="44622"/>
                      <a:pt x="86092" y="44525"/>
                      <a:pt x="85154" y="44283"/>
                    </a:cubicBezTo>
                    <a:cubicBezTo>
                      <a:pt x="84954" y="44231"/>
                      <a:pt x="84794" y="44254"/>
                      <a:pt x="84596" y="44202"/>
                    </a:cubicBezTo>
                    <a:cubicBezTo>
                      <a:pt x="83508" y="43916"/>
                      <a:pt x="82320" y="43752"/>
                      <a:pt x="81248" y="43472"/>
                    </a:cubicBezTo>
                    <a:cubicBezTo>
                      <a:pt x="81003" y="43408"/>
                      <a:pt x="80797" y="43417"/>
                      <a:pt x="80556" y="43351"/>
                    </a:cubicBezTo>
                    <a:cubicBezTo>
                      <a:pt x="79709" y="43117"/>
                      <a:pt x="78827" y="42983"/>
                      <a:pt x="77966" y="42743"/>
                    </a:cubicBezTo>
                    <a:cubicBezTo>
                      <a:pt x="75807" y="42141"/>
                      <a:pt x="73596" y="41641"/>
                      <a:pt x="71537" y="40960"/>
                    </a:cubicBezTo>
                    <a:cubicBezTo>
                      <a:pt x="71055" y="40801"/>
                      <a:pt x="70608" y="40719"/>
                      <a:pt x="70130" y="40555"/>
                    </a:cubicBezTo>
                    <a:cubicBezTo>
                      <a:pt x="66751" y="39397"/>
                      <a:pt x="63395" y="38280"/>
                      <a:pt x="60308" y="36868"/>
                    </a:cubicBezTo>
                    <a:cubicBezTo>
                      <a:pt x="59495" y="36497"/>
                      <a:pt x="58689" y="36203"/>
                      <a:pt x="57897" y="35815"/>
                    </a:cubicBezTo>
                    <a:cubicBezTo>
                      <a:pt x="55648" y="34714"/>
                      <a:pt x="53461" y="33573"/>
                      <a:pt x="51333" y="32371"/>
                    </a:cubicBezTo>
                    <a:cubicBezTo>
                      <a:pt x="51054" y="32213"/>
                      <a:pt x="50782" y="32011"/>
                      <a:pt x="50507" y="31845"/>
                    </a:cubicBezTo>
                    <a:cubicBezTo>
                      <a:pt x="49271" y="31096"/>
                      <a:pt x="48085" y="30335"/>
                      <a:pt x="46891" y="29556"/>
                    </a:cubicBezTo>
                    <a:cubicBezTo>
                      <a:pt x="45686" y="28770"/>
                      <a:pt x="44612" y="27828"/>
                      <a:pt x="43431" y="27023"/>
                    </a:cubicBezTo>
                    <a:cubicBezTo>
                      <a:pt x="43181" y="26854"/>
                      <a:pt x="42971" y="26631"/>
                      <a:pt x="42716" y="26456"/>
                    </a:cubicBezTo>
                    <a:cubicBezTo>
                      <a:pt x="42642" y="26382"/>
                      <a:pt x="42567" y="26308"/>
                      <a:pt x="42493" y="26233"/>
                    </a:cubicBezTo>
                    <a:cubicBezTo>
                      <a:pt x="42217" y="26044"/>
                      <a:pt x="42004" y="25790"/>
                      <a:pt x="41734" y="25605"/>
                    </a:cubicBezTo>
                    <a:cubicBezTo>
                      <a:pt x="41087" y="25162"/>
                      <a:pt x="40541" y="24583"/>
                      <a:pt x="39970" y="24066"/>
                    </a:cubicBezTo>
                    <a:cubicBezTo>
                      <a:pt x="39432" y="23578"/>
                      <a:pt x="38847" y="23101"/>
                      <a:pt x="38385" y="22547"/>
                    </a:cubicBezTo>
                    <a:cubicBezTo>
                      <a:pt x="38281" y="22459"/>
                      <a:pt x="38177" y="22371"/>
                      <a:pt x="38073" y="22283"/>
                    </a:cubicBezTo>
                    <a:cubicBezTo>
                      <a:pt x="37773" y="21923"/>
                      <a:pt x="37386" y="21626"/>
                      <a:pt x="37091" y="21270"/>
                    </a:cubicBezTo>
                    <a:cubicBezTo>
                      <a:pt x="36576" y="20649"/>
                      <a:pt x="35970" y="20090"/>
                      <a:pt x="35461" y="19467"/>
                    </a:cubicBezTo>
                    <a:cubicBezTo>
                      <a:pt x="34828" y="18693"/>
                      <a:pt x="34176" y="17927"/>
                      <a:pt x="33563" y="17138"/>
                    </a:cubicBezTo>
                    <a:cubicBezTo>
                      <a:pt x="32950" y="16348"/>
                      <a:pt x="32418" y="15533"/>
                      <a:pt x="31844" y="14707"/>
                    </a:cubicBezTo>
                    <a:cubicBezTo>
                      <a:pt x="30291" y="12470"/>
                      <a:pt x="29026" y="10030"/>
                      <a:pt x="27848" y="7434"/>
                    </a:cubicBezTo>
                    <a:cubicBezTo>
                      <a:pt x="27421" y="6493"/>
                      <a:pt x="27133" y="5487"/>
                      <a:pt x="26777" y="4497"/>
                    </a:cubicBezTo>
                    <a:cubicBezTo>
                      <a:pt x="26532" y="3815"/>
                      <a:pt x="26413" y="3081"/>
                      <a:pt x="26196" y="2390"/>
                    </a:cubicBezTo>
                    <a:cubicBezTo>
                      <a:pt x="26140" y="2210"/>
                      <a:pt x="26161" y="2068"/>
                      <a:pt x="26107" y="1884"/>
                    </a:cubicBezTo>
                    <a:cubicBezTo>
                      <a:pt x="25993" y="1489"/>
                      <a:pt x="25862" y="997"/>
                      <a:pt x="26018" y="587"/>
                    </a:cubicBezTo>
                    <a:cubicBezTo>
                      <a:pt x="26088" y="404"/>
                      <a:pt x="26374" y="144"/>
                      <a:pt x="26576" y="81"/>
                    </a:cubicBezTo>
                    <a:cubicBezTo>
                      <a:pt x="26716" y="37"/>
                      <a:pt x="26853" y="70"/>
                      <a:pt x="26955" y="0"/>
                    </a:cubicBezTo>
                    <a:close/>
                    <a:moveTo>
                      <a:pt x="15994" y="30386"/>
                    </a:moveTo>
                    <a:cubicBezTo>
                      <a:pt x="16788" y="30390"/>
                      <a:pt x="17144" y="30921"/>
                      <a:pt x="17490" y="31338"/>
                    </a:cubicBezTo>
                    <a:cubicBezTo>
                      <a:pt x="17849" y="31770"/>
                      <a:pt x="18333" y="32118"/>
                      <a:pt x="18696" y="32554"/>
                    </a:cubicBezTo>
                    <a:cubicBezTo>
                      <a:pt x="18993" y="32824"/>
                      <a:pt x="19291" y="33094"/>
                      <a:pt x="19589" y="33364"/>
                    </a:cubicBezTo>
                    <a:cubicBezTo>
                      <a:pt x="19791" y="33608"/>
                      <a:pt x="20045" y="33799"/>
                      <a:pt x="20281" y="34012"/>
                    </a:cubicBezTo>
                    <a:cubicBezTo>
                      <a:pt x="20523" y="34232"/>
                      <a:pt x="20741" y="34471"/>
                      <a:pt x="21017" y="34660"/>
                    </a:cubicBezTo>
                    <a:cubicBezTo>
                      <a:pt x="21285" y="34903"/>
                      <a:pt x="21553" y="35147"/>
                      <a:pt x="21821" y="35390"/>
                    </a:cubicBezTo>
                    <a:cubicBezTo>
                      <a:pt x="22096" y="35578"/>
                      <a:pt x="22310" y="35832"/>
                      <a:pt x="22580" y="36018"/>
                    </a:cubicBezTo>
                    <a:cubicBezTo>
                      <a:pt x="23416" y="36591"/>
                      <a:pt x="24129" y="37312"/>
                      <a:pt x="24969" y="37881"/>
                    </a:cubicBezTo>
                    <a:cubicBezTo>
                      <a:pt x="25858" y="38485"/>
                      <a:pt x="26695" y="39164"/>
                      <a:pt x="27603" y="39745"/>
                    </a:cubicBezTo>
                    <a:cubicBezTo>
                      <a:pt x="28792" y="40507"/>
                      <a:pt x="29978" y="41280"/>
                      <a:pt x="31197" y="42014"/>
                    </a:cubicBezTo>
                    <a:cubicBezTo>
                      <a:pt x="31820" y="42389"/>
                      <a:pt x="32458" y="42703"/>
                      <a:pt x="33095" y="43067"/>
                    </a:cubicBezTo>
                    <a:cubicBezTo>
                      <a:pt x="33581" y="43345"/>
                      <a:pt x="34086" y="43665"/>
                      <a:pt x="34590" y="43918"/>
                    </a:cubicBezTo>
                    <a:cubicBezTo>
                      <a:pt x="36683" y="44971"/>
                      <a:pt x="38802" y="46004"/>
                      <a:pt x="40975" y="46997"/>
                    </a:cubicBezTo>
                    <a:cubicBezTo>
                      <a:pt x="42696" y="47784"/>
                      <a:pt x="44512" y="48421"/>
                      <a:pt x="46288" y="49144"/>
                    </a:cubicBezTo>
                    <a:cubicBezTo>
                      <a:pt x="46836" y="49368"/>
                      <a:pt x="47373" y="49516"/>
                      <a:pt x="47940" y="49712"/>
                    </a:cubicBezTo>
                    <a:cubicBezTo>
                      <a:pt x="49219" y="50153"/>
                      <a:pt x="50564" y="50603"/>
                      <a:pt x="51869" y="51049"/>
                    </a:cubicBezTo>
                    <a:cubicBezTo>
                      <a:pt x="53103" y="51470"/>
                      <a:pt x="54413" y="51758"/>
                      <a:pt x="55664" y="52143"/>
                    </a:cubicBezTo>
                    <a:cubicBezTo>
                      <a:pt x="55869" y="52205"/>
                      <a:pt x="56042" y="52198"/>
                      <a:pt x="56245" y="52264"/>
                    </a:cubicBezTo>
                    <a:cubicBezTo>
                      <a:pt x="56892" y="52475"/>
                      <a:pt x="57625" y="52607"/>
                      <a:pt x="58298" y="52791"/>
                    </a:cubicBezTo>
                    <a:cubicBezTo>
                      <a:pt x="58637" y="52883"/>
                      <a:pt x="58973" y="52882"/>
                      <a:pt x="59303" y="52993"/>
                    </a:cubicBezTo>
                    <a:cubicBezTo>
                      <a:pt x="60025" y="53238"/>
                      <a:pt x="60936" y="53976"/>
                      <a:pt x="61201" y="54634"/>
                    </a:cubicBezTo>
                    <a:cubicBezTo>
                      <a:pt x="61659" y="55774"/>
                      <a:pt x="61152" y="57070"/>
                      <a:pt x="60576" y="57815"/>
                    </a:cubicBezTo>
                    <a:cubicBezTo>
                      <a:pt x="60402" y="58039"/>
                      <a:pt x="60145" y="58408"/>
                      <a:pt x="59839" y="58503"/>
                    </a:cubicBezTo>
                    <a:cubicBezTo>
                      <a:pt x="59357" y="58653"/>
                      <a:pt x="58851" y="58497"/>
                      <a:pt x="58410" y="58382"/>
                    </a:cubicBezTo>
                    <a:cubicBezTo>
                      <a:pt x="57841" y="58234"/>
                      <a:pt x="57295" y="58212"/>
                      <a:pt x="56736" y="58058"/>
                    </a:cubicBezTo>
                    <a:cubicBezTo>
                      <a:pt x="55702" y="57773"/>
                      <a:pt x="54626" y="57618"/>
                      <a:pt x="53588" y="57328"/>
                    </a:cubicBezTo>
                    <a:cubicBezTo>
                      <a:pt x="51414" y="56722"/>
                      <a:pt x="49248" y="56176"/>
                      <a:pt x="47181" y="55465"/>
                    </a:cubicBezTo>
                    <a:cubicBezTo>
                      <a:pt x="42396" y="53817"/>
                      <a:pt x="37982" y="51884"/>
                      <a:pt x="33921" y="49590"/>
                    </a:cubicBezTo>
                    <a:cubicBezTo>
                      <a:pt x="32235" y="48638"/>
                      <a:pt x="30637" y="47565"/>
                      <a:pt x="29054" y="46511"/>
                    </a:cubicBezTo>
                    <a:cubicBezTo>
                      <a:pt x="28490" y="46136"/>
                      <a:pt x="27980" y="45674"/>
                      <a:pt x="27424" y="45296"/>
                    </a:cubicBezTo>
                    <a:cubicBezTo>
                      <a:pt x="26662" y="44777"/>
                      <a:pt x="26014" y="44152"/>
                      <a:pt x="25259" y="43634"/>
                    </a:cubicBezTo>
                    <a:cubicBezTo>
                      <a:pt x="25177" y="43553"/>
                      <a:pt x="25095" y="43472"/>
                      <a:pt x="25013" y="43391"/>
                    </a:cubicBezTo>
                    <a:cubicBezTo>
                      <a:pt x="24859" y="43267"/>
                      <a:pt x="24690" y="43159"/>
                      <a:pt x="24544" y="43027"/>
                    </a:cubicBezTo>
                    <a:cubicBezTo>
                      <a:pt x="24425" y="42912"/>
                      <a:pt x="24306" y="42797"/>
                      <a:pt x="24187" y="42682"/>
                    </a:cubicBezTo>
                    <a:cubicBezTo>
                      <a:pt x="23903" y="42487"/>
                      <a:pt x="23678" y="42241"/>
                      <a:pt x="23428" y="42014"/>
                    </a:cubicBezTo>
                    <a:cubicBezTo>
                      <a:pt x="23186" y="41794"/>
                      <a:pt x="22923" y="41596"/>
                      <a:pt x="22714" y="41345"/>
                    </a:cubicBezTo>
                    <a:cubicBezTo>
                      <a:pt x="22550" y="41204"/>
                      <a:pt x="22386" y="41062"/>
                      <a:pt x="22223" y="40920"/>
                    </a:cubicBezTo>
                    <a:cubicBezTo>
                      <a:pt x="21676" y="40263"/>
                      <a:pt x="20982" y="39721"/>
                      <a:pt x="20437" y="39056"/>
                    </a:cubicBezTo>
                    <a:cubicBezTo>
                      <a:pt x="20308" y="38899"/>
                      <a:pt x="20120" y="38767"/>
                      <a:pt x="19990" y="38611"/>
                    </a:cubicBezTo>
                    <a:cubicBezTo>
                      <a:pt x="19466" y="37976"/>
                      <a:pt x="18887" y="37374"/>
                      <a:pt x="18383" y="36727"/>
                    </a:cubicBezTo>
                    <a:cubicBezTo>
                      <a:pt x="17809" y="35989"/>
                      <a:pt x="17214" y="35246"/>
                      <a:pt x="16686" y="34478"/>
                    </a:cubicBezTo>
                    <a:cubicBezTo>
                      <a:pt x="16479" y="34175"/>
                      <a:pt x="16320" y="33866"/>
                      <a:pt x="16106" y="33567"/>
                    </a:cubicBezTo>
                    <a:cubicBezTo>
                      <a:pt x="15871" y="33238"/>
                      <a:pt x="15693" y="32893"/>
                      <a:pt x="15481" y="32533"/>
                    </a:cubicBezTo>
                    <a:cubicBezTo>
                      <a:pt x="15355" y="32320"/>
                      <a:pt x="15170" y="32084"/>
                      <a:pt x="15079" y="31845"/>
                    </a:cubicBezTo>
                    <a:cubicBezTo>
                      <a:pt x="14987" y="31602"/>
                      <a:pt x="14958" y="31131"/>
                      <a:pt x="15101" y="30913"/>
                    </a:cubicBezTo>
                    <a:cubicBezTo>
                      <a:pt x="15199" y="30764"/>
                      <a:pt x="15429" y="30529"/>
                      <a:pt x="15615" y="30467"/>
                    </a:cubicBezTo>
                    <a:cubicBezTo>
                      <a:pt x="15754" y="30420"/>
                      <a:pt x="15892" y="30457"/>
                      <a:pt x="15994" y="30386"/>
                    </a:cubicBezTo>
                    <a:close/>
                    <a:moveTo>
                      <a:pt x="993" y="45174"/>
                    </a:moveTo>
                    <a:cubicBezTo>
                      <a:pt x="1889" y="45184"/>
                      <a:pt x="2115" y="45785"/>
                      <a:pt x="2488" y="46268"/>
                    </a:cubicBezTo>
                    <a:cubicBezTo>
                      <a:pt x="3090" y="47045"/>
                      <a:pt x="3782" y="47761"/>
                      <a:pt x="4408" y="48516"/>
                    </a:cubicBezTo>
                    <a:cubicBezTo>
                      <a:pt x="4907" y="49119"/>
                      <a:pt x="5559" y="49616"/>
                      <a:pt x="6060" y="50218"/>
                    </a:cubicBezTo>
                    <a:cubicBezTo>
                      <a:pt x="6254" y="50387"/>
                      <a:pt x="6447" y="50556"/>
                      <a:pt x="6641" y="50725"/>
                    </a:cubicBezTo>
                    <a:cubicBezTo>
                      <a:pt x="6918" y="51058"/>
                      <a:pt x="7345" y="51445"/>
                      <a:pt x="7712" y="51697"/>
                    </a:cubicBezTo>
                    <a:cubicBezTo>
                      <a:pt x="7787" y="51771"/>
                      <a:pt x="7861" y="51845"/>
                      <a:pt x="7935" y="51920"/>
                    </a:cubicBezTo>
                    <a:cubicBezTo>
                      <a:pt x="8118" y="52086"/>
                      <a:pt x="8307" y="52243"/>
                      <a:pt x="8516" y="52386"/>
                    </a:cubicBezTo>
                    <a:cubicBezTo>
                      <a:pt x="8613" y="52480"/>
                      <a:pt x="8709" y="52575"/>
                      <a:pt x="8806" y="52669"/>
                    </a:cubicBezTo>
                    <a:cubicBezTo>
                      <a:pt x="9302" y="53010"/>
                      <a:pt x="9718" y="53449"/>
                      <a:pt x="10212" y="53783"/>
                    </a:cubicBezTo>
                    <a:cubicBezTo>
                      <a:pt x="11396" y="54584"/>
                      <a:pt x="12523" y="55457"/>
                      <a:pt x="13740" y="56235"/>
                    </a:cubicBezTo>
                    <a:cubicBezTo>
                      <a:pt x="16376" y="57919"/>
                      <a:pt x="19281" y="59326"/>
                      <a:pt x="22267" y="60691"/>
                    </a:cubicBezTo>
                    <a:cubicBezTo>
                      <a:pt x="23244" y="61137"/>
                      <a:pt x="24282" y="61468"/>
                      <a:pt x="25259" y="61907"/>
                    </a:cubicBezTo>
                    <a:cubicBezTo>
                      <a:pt x="25675" y="62094"/>
                      <a:pt x="26103" y="62187"/>
                      <a:pt x="26531" y="62352"/>
                    </a:cubicBezTo>
                    <a:cubicBezTo>
                      <a:pt x="27702" y="62803"/>
                      <a:pt x="28958" y="63196"/>
                      <a:pt x="30170" y="63608"/>
                    </a:cubicBezTo>
                    <a:cubicBezTo>
                      <a:pt x="31848" y="64179"/>
                      <a:pt x="33627" y="64538"/>
                      <a:pt x="35349" y="65067"/>
                    </a:cubicBezTo>
                    <a:cubicBezTo>
                      <a:pt x="35953" y="65252"/>
                      <a:pt x="36596" y="65335"/>
                      <a:pt x="37180" y="65512"/>
                    </a:cubicBezTo>
                    <a:cubicBezTo>
                      <a:pt x="37699" y="65670"/>
                      <a:pt x="38231" y="65696"/>
                      <a:pt x="38765" y="65837"/>
                    </a:cubicBezTo>
                    <a:cubicBezTo>
                      <a:pt x="39823" y="66115"/>
                      <a:pt x="41001" y="66270"/>
                      <a:pt x="42091" y="66525"/>
                    </a:cubicBezTo>
                    <a:cubicBezTo>
                      <a:pt x="42720" y="66673"/>
                      <a:pt x="43358" y="66707"/>
                      <a:pt x="43966" y="66849"/>
                    </a:cubicBezTo>
                    <a:cubicBezTo>
                      <a:pt x="44646" y="67008"/>
                      <a:pt x="45357" y="67026"/>
                      <a:pt x="46020" y="67174"/>
                    </a:cubicBezTo>
                    <a:cubicBezTo>
                      <a:pt x="46169" y="67187"/>
                      <a:pt x="46318" y="67201"/>
                      <a:pt x="46467" y="67214"/>
                    </a:cubicBezTo>
                    <a:cubicBezTo>
                      <a:pt x="47148" y="67371"/>
                      <a:pt x="47940" y="67389"/>
                      <a:pt x="48632" y="67538"/>
                    </a:cubicBezTo>
                    <a:cubicBezTo>
                      <a:pt x="48928" y="67602"/>
                      <a:pt x="49183" y="67556"/>
                      <a:pt x="49480" y="67619"/>
                    </a:cubicBezTo>
                    <a:cubicBezTo>
                      <a:pt x="50448" y="67824"/>
                      <a:pt x="51553" y="67783"/>
                      <a:pt x="52539" y="67984"/>
                    </a:cubicBezTo>
                    <a:cubicBezTo>
                      <a:pt x="52820" y="68041"/>
                      <a:pt x="53113" y="68014"/>
                      <a:pt x="53365" y="68065"/>
                    </a:cubicBezTo>
                    <a:cubicBezTo>
                      <a:pt x="53454" y="68065"/>
                      <a:pt x="53543" y="68065"/>
                      <a:pt x="53633" y="68065"/>
                    </a:cubicBezTo>
                    <a:cubicBezTo>
                      <a:pt x="53973" y="68134"/>
                      <a:pt x="54405" y="68118"/>
                      <a:pt x="54749" y="68186"/>
                    </a:cubicBezTo>
                    <a:cubicBezTo>
                      <a:pt x="54846" y="68186"/>
                      <a:pt x="54942" y="68186"/>
                      <a:pt x="55039" y="68186"/>
                    </a:cubicBezTo>
                    <a:cubicBezTo>
                      <a:pt x="55601" y="68299"/>
                      <a:pt x="56281" y="68236"/>
                      <a:pt x="56847" y="68348"/>
                    </a:cubicBezTo>
                    <a:cubicBezTo>
                      <a:pt x="56974" y="68348"/>
                      <a:pt x="57100" y="68348"/>
                      <a:pt x="57227" y="68348"/>
                    </a:cubicBezTo>
                    <a:cubicBezTo>
                      <a:pt x="57949" y="68492"/>
                      <a:pt x="58817" y="68366"/>
                      <a:pt x="59549" y="68511"/>
                    </a:cubicBezTo>
                    <a:cubicBezTo>
                      <a:pt x="59831" y="68517"/>
                      <a:pt x="60114" y="68524"/>
                      <a:pt x="60397" y="68531"/>
                    </a:cubicBezTo>
                    <a:cubicBezTo>
                      <a:pt x="60557" y="68562"/>
                      <a:pt x="60812" y="68514"/>
                      <a:pt x="61000" y="68551"/>
                    </a:cubicBezTo>
                    <a:cubicBezTo>
                      <a:pt x="61498" y="68649"/>
                      <a:pt x="62140" y="68563"/>
                      <a:pt x="62652" y="68632"/>
                    </a:cubicBezTo>
                    <a:cubicBezTo>
                      <a:pt x="62954" y="68673"/>
                      <a:pt x="63320" y="68599"/>
                      <a:pt x="63589" y="68652"/>
                    </a:cubicBezTo>
                    <a:cubicBezTo>
                      <a:pt x="63827" y="68699"/>
                      <a:pt x="64138" y="68631"/>
                      <a:pt x="64348" y="68673"/>
                    </a:cubicBezTo>
                    <a:cubicBezTo>
                      <a:pt x="64929" y="68673"/>
                      <a:pt x="65509" y="68673"/>
                      <a:pt x="66090" y="68673"/>
                    </a:cubicBezTo>
                    <a:cubicBezTo>
                      <a:pt x="67463" y="68673"/>
                      <a:pt x="68805" y="68638"/>
                      <a:pt x="70130" y="68632"/>
                    </a:cubicBezTo>
                    <a:cubicBezTo>
                      <a:pt x="70758" y="68629"/>
                      <a:pt x="71441" y="68505"/>
                      <a:pt x="71961" y="68673"/>
                    </a:cubicBezTo>
                    <a:cubicBezTo>
                      <a:pt x="72255" y="68768"/>
                      <a:pt x="72526" y="69002"/>
                      <a:pt x="72764" y="69159"/>
                    </a:cubicBezTo>
                    <a:cubicBezTo>
                      <a:pt x="73301" y="69512"/>
                      <a:pt x="73805" y="70018"/>
                      <a:pt x="74059" y="70617"/>
                    </a:cubicBezTo>
                    <a:cubicBezTo>
                      <a:pt x="74137" y="70800"/>
                      <a:pt x="74130" y="70961"/>
                      <a:pt x="74193" y="71164"/>
                    </a:cubicBezTo>
                    <a:cubicBezTo>
                      <a:pt x="74294" y="71489"/>
                      <a:pt x="74440" y="72001"/>
                      <a:pt x="74327" y="72440"/>
                    </a:cubicBezTo>
                    <a:cubicBezTo>
                      <a:pt x="74254" y="72727"/>
                      <a:pt x="74215" y="73073"/>
                      <a:pt x="74104" y="73352"/>
                    </a:cubicBezTo>
                    <a:cubicBezTo>
                      <a:pt x="73933" y="73782"/>
                      <a:pt x="73476" y="73908"/>
                      <a:pt x="72943" y="74021"/>
                    </a:cubicBezTo>
                    <a:cubicBezTo>
                      <a:pt x="72750" y="74027"/>
                      <a:pt x="72556" y="74034"/>
                      <a:pt x="72363" y="74041"/>
                    </a:cubicBezTo>
                    <a:cubicBezTo>
                      <a:pt x="71538" y="74204"/>
                      <a:pt x="70535" y="74060"/>
                      <a:pt x="69706" y="74223"/>
                    </a:cubicBezTo>
                    <a:cubicBezTo>
                      <a:pt x="69546" y="74254"/>
                      <a:pt x="69324" y="74217"/>
                      <a:pt x="69193" y="74243"/>
                    </a:cubicBezTo>
                    <a:cubicBezTo>
                      <a:pt x="68880" y="74250"/>
                      <a:pt x="68567" y="74257"/>
                      <a:pt x="68255" y="74264"/>
                    </a:cubicBezTo>
                    <a:cubicBezTo>
                      <a:pt x="67952" y="74323"/>
                      <a:pt x="67570" y="74237"/>
                      <a:pt x="67228" y="74304"/>
                    </a:cubicBezTo>
                    <a:cubicBezTo>
                      <a:pt x="66942" y="74360"/>
                      <a:pt x="66592" y="74345"/>
                      <a:pt x="66268" y="74345"/>
                    </a:cubicBezTo>
                    <a:cubicBezTo>
                      <a:pt x="66149" y="74345"/>
                      <a:pt x="66030" y="74345"/>
                      <a:pt x="65911" y="74345"/>
                    </a:cubicBezTo>
                    <a:cubicBezTo>
                      <a:pt x="65635" y="74399"/>
                      <a:pt x="65248" y="74385"/>
                      <a:pt x="64951" y="74385"/>
                    </a:cubicBezTo>
                    <a:cubicBezTo>
                      <a:pt x="64519" y="74385"/>
                      <a:pt x="64088" y="74385"/>
                      <a:pt x="63656" y="74385"/>
                    </a:cubicBezTo>
                    <a:cubicBezTo>
                      <a:pt x="63254" y="74463"/>
                      <a:pt x="62695" y="74405"/>
                      <a:pt x="62250" y="74405"/>
                    </a:cubicBezTo>
                    <a:cubicBezTo>
                      <a:pt x="61881" y="74405"/>
                      <a:pt x="61417" y="74449"/>
                      <a:pt x="61089" y="74385"/>
                    </a:cubicBezTo>
                    <a:cubicBezTo>
                      <a:pt x="60836" y="74385"/>
                      <a:pt x="60583" y="74385"/>
                      <a:pt x="60330" y="74385"/>
                    </a:cubicBezTo>
                    <a:cubicBezTo>
                      <a:pt x="59802" y="74385"/>
                      <a:pt x="59281" y="74385"/>
                      <a:pt x="58790" y="74345"/>
                    </a:cubicBezTo>
                    <a:cubicBezTo>
                      <a:pt x="58537" y="74345"/>
                      <a:pt x="58284" y="74345"/>
                      <a:pt x="58031" y="74345"/>
                    </a:cubicBezTo>
                    <a:cubicBezTo>
                      <a:pt x="57597" y="74259"/>
                      <a:pt x="57032" y="74348"/>
                      <a:pt x="56602" y="74264"/>
                    </a:cubicBezTo>
                    <a:cubicBezTo>
                      <a:pt x="56431" y="74264"/>
                      <a:pt x="56260" y="74264"/>
                      <a:pt x="56088" y="74264"/>
                    </a:cubicBezTo>
                    <a:cubicBezTo>
                      <a:pt x="55774" y="74201"/>
                      <a:pt x="55350" y="74244"/>
                      <a:pt x="55039" y="74183"/>
                    </a:cubicBezTo>
                    <a:cubicBezTo>
                      <a:pt x="54890" y="74183"/>
                      <a:pt x="54741" y="74183"/>
                      <a:pt x="54593" y="74183"/>
                    </a:cubicBezTo>
                    <a:cubicBezTo>
                      <a:pt x="54354" y="74135"/>
                      <a:pt x="54006" y="74149"/>
                      <a:pt x="53767" y="74102"/>
                    </a:cubicBezTo>
                    <a:cubicBezTo>
                      <a:pt x="53648" y="74102"/>
                      <a:pt x="53529" y="74102"/>
                      <a:pt x="53409" y="74102"/>
                    </a:cubicBezTo>
                    <a:cubicBezTo>
                      <a:pt x="52582" y="73936"/>
                      <a:pt x="51630" y="74023"/>
                      <a:pt x="50820" y="73858"/>
                    </a:cubicBezTo>
                    <a:cubicBezTo>
                      <a:pt x="50597" y="73845"/>
                      <a:pt x="50373" y="73831"/>
                      <a:pt x="50150" y="73818"/>
                    </a:cubicBezTo>
                    <a:cubicBezTo>
                      <a:pt x="49100" y="73601"/>
                      <a:pt x="47936" y="73634"/>
                      <a:pt x="46913" y="73413"/>
                    </a:cubicBezTo>
                    <a:cubicBezTo>
                      <a:pt x="46635" y="73353"/>
                      <a:pt x="46406" y="73393"/>
                      <a:pt x="46132" y="73332"/>
                    </a:cubicBezTo>
                    <a:cubicBezTo>
                      <a:pt x="45181" y="73121"/>
                      <a:pt x="44133" y="73062"/>
                      <a:pt x="43207" y="72846"/>
                    </a:cubicBezTo>
                    <a:cubicBezTo>
                      <a:pt x="43055" y="72810"/>
                      <a:pt x="42958" y="72841"/>
                      <a:pt x="42806" y="72805"/>
                    </a:cubicBezTo>
                    <a:cubicBezTo>
                      <a:pt x="42368" y="72701"/>
                      <a:pt x="41854" y="72633"/>
                      <a:pt x="41421" y="72522"/>
                    </a:cubicBezTo>
                    <a:cubicBezTo>
                      <a:pt x="41220" y="72469"/>
                      <a:pt x="41065" y="72493"/>
                      <a:pt x="40863" y="72440"/>
                    </a:cubicBezTo>
                    <a:cubicBezTo>
                      <a:pt x="39359" y="72047"/>
                      <a:pt x="37792" y="71841"/>
                      <a:pt x="36309" y="71428"/>
                    </a:cubicBezTo>
                    <a:cubicBezTo>
                      <a:pt x="33684" y="70696"/>
                      <a:pt x="31031" y="70042"/>
                      <a:pt x="28652" y="69078"/>
                    </a:cubicBezTo>
                    <a:cubicBezTo>
                      <a:pt x="28113" y="68859"/>
                      <a:pt x="27576" y="68733"/>
                      <a:pt x="27045" y="68511"/>
                    </a:cubicBezTo>
                    <a:cubicBezTo>
                      <a:pt x="26105" y="68117"/>
                      <a:pt x="25135" y="67759"/>
                      <a:pt x="24210" y="67336"/>
                    </a:cubicBezTo>
                    <a:cubicBezTo>
                      <a:pt x="22761" y="66673"/>
                      <a:pt x="21345" y="65976"/>
                      <a:pt x="19946" y="65269"/>
                    </a:cubicBezTo>
                    <a:cubicBezTo>
                      <a:pt x="18961" y="64773"/>
                      <a:pt x="18014" y="64166"/>
                      <a:pt x="17088" y="63608"/>
                    </a:cubicBezTo>
                    <a:cubicBezTo>
                      <a:pt x="16328" y="63151"/>
                      <a:pt x="15594" y="62703"/>
                      <a:pt x="14856" y="62231"/>
                    </a:cubicBezTo>
                    <a:cubicBezTo>
                      <a:pt x="14129" y="61766"/>
                      <a:pt x="13451" y="61233"/>
                      <a:pt x="12735" y="60752"/>
                    </a:cubicBezTo>
                    <a:cubicBezTo>
                      <a:pt x="12007" y="60263"/>
                      <a:pt x="11383" y="59648"/>
                      <a:pt x="10659" y="59152"/>
                    </a:cubicBezTo>
                    <a:cubicBezTo>
                      <a:pt x="10384" y="58963"/>
                      <a:pt x="10151" y="58651"/>
                      <a:pt x="9878" y="58463"/>
                    </a:cubicBezTo>
                    <a:cubicBezTo>
                      <a:pt x="9202" y="57999"/>
                      <a:pt x="8643" y="57383"/>
                      <a:pt x="8047" y="56842"/>
                    </a:cubicBezTo>
                    <a:cubicBezTo>
                      <a:pt x="5505" y="54536"/>
                      <a:pt x="3347" y="51885"/>
                      <a:pt x="1417" y="49023"/>
                    </a:cubicBezTo>
                    <a:cubicBezTo>
                      <a:pt x="971" y="48362"/>
                      <a:pt x="647" y="47673"/>
                      <a:pt x="256" y="46957"/>
                    </a:cubicBezTo>
                    <a:cubicBezTo>
                      <a:pt x="78" y="46630"/>
                      <a:pt x="-109" y="46190"/>
                      <a:pt x="77" y="45741"/>
                    </a:cubicBezTo>
                    <a:cubicBezTo>
                      <a:pt x="137" y="45598"/>
                      <a:pt x="456" y="45309"/>
                      <a:pt x="613" y="45255"/>
                    </a:cubicBezTo>
                    <a:cubicBezTo>
                      <a:pt x="742" y="45211"/>
                      <a:pt x="895" y="45241"/>
                      <a:pt x="993" y="45174"/>
                    </a:cubicBezTo>
                    <a:close/>
                    <a:moveTo>
                      <a:pt x="148733" y="65148"/>
                    </a:moveTo>
                    <a:cubicBezTo>
                      <a:pt x="149546" y="65156"/>
                      <a:pt x="149797" y="65646"/>
                      <a:pt x="150140" y="66080"/>
                    </a:cubicBezTo>
                    <a:cubicBezTo>
                      <a:pt x="150478" y="66508"/>
                      <a:pt x="150863" y="66909"/>
                      <a:pt x="151211" y="67336"/>
                    </a:cubicBezTo>
                    <a:cubicBezTo>
                      <a:pt x="151949" y="68241"/>
                      <a:pt x="152876" y="69013"/>
                      <a:pt x="153622" y="69908"/>
                    </a:cubicBezTo>
                    <a:cubicBezTo>
                      <a:pt x="153882" y="70221"/>
                      <a:pt x="154252" y="70463"/>
                      <a:pt x="154515" y="70779"/>
                    </a:cubicBezTo>
                    <a:cubicBezTo>
                      <a:pt x="154619" y="70867"/>
                      <a:pt x="154723" y="70955"/>
                      <a:pt x="154828" y="71043"/>
                    </a:cubicBezTo>
                    <a:cubicBezTo>
                      <a:pt x="155190" y="71478"/>
                      <a:pt x="155677" y="71834"/>
                      <a:pt x="156100" y="72218"/>
                    </a:cubicBezTo>
                    <a:cubicBezTo>
                      <a:pt x="156465" y="72548"/>
                      <a:pt x="156829" y="72879"/>
                      <a:pt x="157194" y="73210"/>
                    </a:cubicBezTo>
                    <a:cubicBezTo>
                      <a:pt x="157768" y="73604"/>
                      <a:pt x="158232" y="74157"/>
                      <a:pt x="158801" y="74547"/>
                    </a:cubicBezTo>
                    <a:cubicBezTo>
                      <a:pt x="159126" y="74770"/>
                      <a:pt x="159396" y="75058"/>
                      <a:pt x="159717" y="75277"/>
                    </a:cubicBezTo>
                    <a:cubicBezTo>
                      <a:pt x="160772" y="75997"/>
                      <a:pt x="161731" y="76834"/>
                      <a:pt x="162797" y="77545"/>
                    </a:cubicBezTo>
                    <a:cubicBezTo>
                      <a:pt x="164403" y="78616"/>
                      <a:pt x="166011" y="79697"/>
                      <a:pt x="167686" y="80705"/>
                    </a:cubicBezTo>
                    <a:cubicBezTo>
                      <a:pt x="170204" y="82221"/>
                      <a:pt x="172877" y="83590"/>
                      <a:pt x="175589" y="84919"/>
                    </a:cubicBezTo>
                    <a:cubicBezTo>
                      <a:pt x="177129" y="85674"/>
                      <a:pt x="178744" y="86315"/>
                      <a:pt x="180322" y="87026"/>
                    </a:cubicBezTo>
                    <a:cubicBezTo>
                      <a:pt x="180883" y="87278"/>
                      <a:pt x="181471" y="87468"/>
                      <a:pt x="182018" y="87715"/>
                    </a:cubicBezTo>
                    <a:cubicBezTo>
                      <a:pt x="182221" y="87806"/>
                      <a:pt x="182418" y="87826"/>
                      <a:pt x="182621" y="87917"/>
                    </a:cubicBezTo>
                    <a:cubicBezTo>
                      <a:pt x="183494" y="88309"/>
                      <a:pt x="184467" y="88606"/>
                      <a:pt x="185367" y="88971"/>
                    </a:cubicBezTo>
                    <a:cubicBezTo>
                      <a:pt x="185598" y="89064"/>
                      <a:pt x="185799" y="89091"/>
                      <a:pt x="186037" y="89173"/>
                    </a:cubicBezTo>
                    <a:cubicBezTo>
                      <a:pt x="186913" y="89475"/>
                      <a:pt x="187840" y="89783"/>
                      <a:pt x="188738" y="90085"/>
                    </a:cubicBezTo>
                    <a:cubicBezTo>
                      <a:pt x="189243" y="90254"/>
                      <a:pt x="189842" y="90320"/>
                      <a:pt x="190301" y="90551"/>
                    </a:cubicBezTo>
                    <a:cubicBezTo>
                      <a:pt x="191458" y="91132"/>
                      <a:pt x="192527" y="92380"/>
                      <a:pt x="191930" y="94035"/>
                    </a:cubicBezTo>
                    <a:cubicBezTo>
                      <a:pt x="191718" y="94624"/>
                      <a:pt x="191358" y="95082"/>
                      <a:pt x="190993" y="95534"/>
                    </a:cubicBezTo>
                    <a:cubicBezTo>
                      <a:pt x="190740" y="95845"/>
                      <a:pt x="190425" y="95969"/>
                      <a:pt x="189966" y="96101"/>
                    </a:cubicBezTo>
                    <a:cubicBezTo>
                      <a:pt x="189853" y="96133"/>
                      <a:pt x="189352" y="95972"/>
                      <a:pt x="189251" y="95939"/>
                    </a:cubicBezTo>
                    <a:cubicBezTo>
                      <a:pt x="188636" y="95736"/>
                      <a:pt x="188017" y="95640"/>
                      <a:pt x="187398" y="95453"/>
                    </a:cubicBezTo>
                    <a:cubicBezTo>
                      <a:pt x="184200" y="94486"/>
                      <a:pt x="181128" y="93463"/>
                      <a:pt x="178179" y="92293"/>
                    </a:cubicBezTo>
                    <a:cubicBezTo>
                      <a:pt x="173404" y="90398"/>
                      <a:pt x="169125" y="87980"/>
                      <a:pt x="165097" y="85405"/>
                    </a:cubicBezTo>
                    <a:cubicBezTo>
                      <a:pt x="163925" y="84656"/>
                      <a:pt x="162867" y="83771"/>
                      <a:pt x="161726" y="82995"/>
                    </a:cubicBezTo>
                    <a:cubicBezTo>
                      <a:pt x="161391" y="82767"/>
                      <a:pt x="161104" y="82477"/>
                      <a:pt x="160766" y="82245"/>
                    </a:cubicBezTo>
                    <a:cubicBezTo>
                      <a:pt x="160699" y="82178"/>
                      <a:pt x="160632" y="82110"/>
                      <a:pt x="160565" y="82042"/>
                    </a:cubicBezTo>
                    <a:cubicBezTo>
                      <a:pt x="160110" y="81731"/>
                      <a:pt x="159745" y="81340"/>
                      <a:pt x="159292" y="81030"/>
                    </a:cubicBezTo>
                    <a:cubicBezTo>
                      <a:pt x="159092" y="80841"/>
                      <a:pt x="158891" y="80651"/>
                      <a:pt x="158690" y="80462"/>
                    </a:cubicBezTo>
                    <a:cubicBezTo>
                      <a:pt x="158462" y="80306"/>
                      <a:pt x="158286" y="80117"/>
                      <a:pt x="158087" y="79936"/>
                    </a:cubicBezTo>
                    <a:cubicBezTo>
                      <a:pt x="157888" y="79755"/>
                      <a:pt x="157679" y="79596"/>
                      <a:pt x="157507" y="79389"/>
                    </a:cubicBezTo>
                    <a:cubicBezTo>
                      <a:pt x="157365" y="79267"/>
                      <a:pt x="157224" y="79146"/>
                      <a:pt x="157082" y="79024"/>
                    </a:cubicBezTo>
                    <a:cubicBezTo>
                      <a:pt x="156827" y="78792"/>
                      <a:pt x="156564" y="78537"/>
                      <a:pt x="156346" y="78275"/>
                    </a:cubicBezTo>
                    <a:cubicBezTo>
                      <a:pt x="156212" y="78153"/>
                      <a:pt x="156078" y="78031"/>
                      <a:pt x="155944" y="77910"/>
                    </a:cubicBezTo>
                    <a:cubicBezTo>
                      <a:pt x="155657" y="77565"/>
                      <a:pt x="155289" y="77279"/>
                      <a:pt x="155006" y="76938"/>
                    </a:cubicBezTo>
                    <a:cubicBezTo>
                      <a:pt x="154269" y="76048"/>
                      <a:pt x="153466" y="75223"/>
                      <a:pt x="152752" y="74304"/>
                    </a:cubicBezTo>
                    <a:cubicBezTo>
                      <a:pt x="152110" y="73478"/>
                      <a:pt x="151405" y="72659"/>
                      <a:pt x="150809" y="71792"/>
                    </a:cubicBezTo>
                    <a:cubicBezTo>
                      <a:pt x="150046" y="70681"/>
                      <a:pt x="149347" y="69536"/>
                      <a:pt x="148666" y="68348"/>
                    </a:cubicBezTo>
                    <a:cubicBezTo>
                      <a:pt x="148367" y="67827"/>
                      <a:pt x="148028" y="67174"/>
                      <a:pt x="147818" y="66606"/>
                    </a:cubicBezTo>
                    <a:cubicBezTo>
                      <a:pt x="147724" y="66354"/>
                      <a:pt x="147697" y="65902"/>
                      <a:pt x="147840" y="65675"/>
                    </a:cubicBezTo>
                    <a:cubicBezTo>
                      <a:pt x="147938" y="65519"/>
                      <a:pt x="148163" y="65294"/>
                      <a:pt x="148354" y="65229"/>
                    </a:cubicBezTo>
                    <a:cubicBezTo>
                      <a:pt x="148483" y="65185"/>
                      <a:pt x="148635" y="65215"/>
                      <a:pt x="148733" y="65148"/>
                    </a:cubicBezTo>
                    <a:close/>
                  </a:path>
                </a:pathLst>
              </a:custGeom>
              <a:solidFill>
                <a:srgbClr val="3B434F">
                  <a:alpha val="20000"/>
                </a:srgbClr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83" name="자유형: 도형 282">
                <a:extLst>
                  <a:ext uri="{FF2B5EF4-FFF2-40B4-BE49-F238E27FC236}">
                    <a16:creationId xmlns:a16="http://schemas.microsoft.com/office/drawing/2014/main" id="{DDBA381F-1C86-44D3-B578-D6DE28490767}"/>
                  </a:ext>
                </a:extLst>
              </p:cNvPr>
              <p:cNvSpPr/>
              <p:nvPr/>
            </p:nvSpPr>
            <p:spPr>
              <a:xfrm>
                <a:off x="2715416" y="8913315"/>
                <a:ext cx="25357" cy="38991"/>
              </a:xfrm>
              <a:custGeom>
                <a:avLst/>
                <a:gdLst>
                  <a:gd name="connsiteX0" fmla="*/ 14483 w 25357"/>
                  <a:gd name="connsiteY0" fmla="*/ 0 h 38991"/>
                  <a:gd name="connsiteX1" fmla="*/ 16598 w 25357"/>
                  <a:gd name="connsiteY1" fmla="*/ 0 h 38991"/>
                  <a:gd name="connsiteX2" fmla="*/ 25055 w 25357"/>
                  <a:gd name="connsiteY2" fmla="*/ 20868 h 38991"/>
                  <a:gd name="connsiteX3" fmla="*/ 24451 w 25357"/>
                  <a:gd name="connsiteY3" fmla="*/ 28557 h 38991"/>
                  <a:gd name="connsiteX4" fmla="*/ 9046 w 25357"/>
                  <a:gd name="connsiteY4" fmla="*/ 36794 h 38991"/>
                  <a:gd name="connsiteX5" fmla="*/ 4214 w 25357"/>
                  <a:gd name="connsiteY5" fmla="*/ 38991 h 38991"/>
                  <a:gd name="connsiteX6" fmla="*/ 589 w 25357"/>
                  <a:gd name="connsiteY6" fmla="*/ 35971 h 38991"/>
                  <a:gd name="connsiteX7" fmla="*/ 2704 w 25357"/>
                  <a:gd name="connsiteY7" fmla="*/ 31852 h 38991"/>
                  <a:gd name="connsiteX8" fmla="*/ 15993 w 25357"/>
                  <a:gd name="connsiteY8" fmla="*/ 26360 h 38991"/>
                  <a:gd name="connsiteX9" fmla="*/ 15993 w 25357"/>
                  <a:gd name="connsiteY9" fmla="*/ 19221 h 38991"/>
                  <a:gd name="connsiteX10" fmla="*/ 12671 w 25357"/>
                  <a:gd name="connsiteY10" fmla="*/ 8787 h 38991"/>
                  <a:gd name="connsiteX11" fmla="*/ 10859 w 25357"/>
                  <a:gd name="connsiteY11" fmla="*/ 1373 h 38991"/>
                  <a:gd name="connsiteX12" fmla="*/ 14483 w 25357"/>
                  <a:gd name="connsiteY12" fmla="*/ 0 h 389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5357" h="38991">
                    <a:moveTo>
                      <a:pt x="14483" y="0"/>
                    </a:moveTo>
                    <a:cubicBezTo>
                      <a:pt x="15188" y="0"/>
                      <a:pt x="15893" y="0"/>
                      <a:pt x="16598" y="0"/>
                    </a:cubicBezTo>
                    <a:cubicBezTo>
                      <a:pt x="20969" y="5397"/>
                      <a:pt x="22747" y="13690"/>
                      <a:pt x="25055" y="20868"/>
                    </a:cubicBezTo>
                    <a:cubicBezTo>
                      <a:pt x="25770" y="23093"/>
                      <a:pt x="25076" y="26984"/>
                      <a:pt x="24451" y="28557"/>
                    </a:cubicBezTo>
                    <a:cubicBezTo>
                      <a:pt x="22160" y="34317"/>
                      <a:pt x="14968" y="34214"/>
                      <a:pt x="9046" y="36794"/>
                    </a:cubicBezTo>
                    <a:cubicBezTo>
                      <a:pt x="7456" y="37487"/>
                      <a:pt x="6273" y="38684"/>
                      <a:pt x="4214" y="38991"/>
                    </a:cubicBezTo>
                    <a:cubicBezTo>
                      <a:pt x="2871" y="37916"/>
                      <a:pt x="1250" y="37705"/>
                      <a:pt x="589" y="35971"/>
                    </a:cubicBezTo>
                    <a:cubicBezTo>
                      <a:pt x="-1042" y="33928"/>
                      <a:pt x="1060" y="32653"/>
                      <a:pt x="2704" y="31852"/>
                    </a:cubicBezTo>
                    <a:cubicBezTo>
                      <a:pt x="5686" y="30398"/>
                      <a:pt x="14891" y="28965"/>
                      <a:pt x="15993" y="26360"/>
                    </a:cubicBezTo>
                    <a:cubicBezTo>
                      <a:pt x="17357" y="24950"/>
                      <a:pt x="16450" y="20710"/>
                      <a:pt x="15993" y="19221"/>
                    </a:cubicBezTo>
                    <a:cubicBezTo>
                      <a:pt x="14823" y="15408"/>
                      <a:pt x="14261" y="12225"/>
                      <a:pt x="12671" y="8787"/>
                    </a:cubicBezTo>
                    <a:cubicBezTo>
                      <a:pt x="11615" y="6503"/>
                      <a:pt x="9760" y="4095"/>
                      <a:pt x="10859" y="1373"/>
                    </a:cubicBezTo>
                    <a:cubicBezTo>
                      <a:pt x="11769" y="1017"/>
                      <a:pt x="13737" y="613"/>
                      <a:pt x="14483" y="0"/>
                    </a:cubicBezTo>
                    <a:close/>
                  </a:path>
                </a:pathLst>
              </a:custGeom>
              <a:solidFill>
                <a:srgbClr val="3B434F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90" name="자유형: 도형 289">
                <a:extLst>
                  <a:ext uri="{FF2B5EF4-FFF2-40B4-BE49-F238E27FC236}">
                    <a16:creationId xmlns:a16="http://schemas.microsoft.com/office/drawing/2014/main" id="{C27A32BE-AE4C-41C2-BF7D-1D0CE4D2112B}"/>
                  </a:ext>
                </a:extLst>
              </p:cNvPr>
              <p:cNvSpPr/>
              <p:nvPr/>
            </p:nvSpPr>
            <p:spPr>
              <a:xfrm>
                <a:off x="2640193" y="8866636"/>
                <a:ext cx="24163" cy="21966"/>
              </a:xfrm>
              <a:custGeom>
                <a:avLst/>
                <a:gdLst>
                  <a:gd name="connsiteX0" fmla="*/ 12082 w 24163"/>
                  <a:gd name="connsiteY0" fmla="*/ 0 h 21966"/>
                  <a:gd name="connsiteX1" fmla="*/ 24164 w 24163"/>
                  <a:gd name="connsiteY1" fmla="*/ 10983 h 21966"/>
                  <a:gd name="connsiteX2" fmla="*/ 12082 w 24163"/>
                  <a:gd name="connsiteY2" fmla="*/ 21967 h 21966"/>
                  <a:gd name="connsiteX3" fmla="*/ 0 w 24163"/>
                  <a:gd name="connsiteY3" fmla="*/ 10983 h 21966"/>
                  <a:gd name="connsiteX4" fmla="*/ 12082 w 24163"/>
                  <a:gd name="connsiteY4" fmla="*/ 0 h 219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163" h="21966">
                    <a:moveTo>
                      <a:pt x="12082" y="0"/>
                    </a:moveTo>
                    <a:cubicBezTo>
                      <a:pt x="18754" y="0"/>
                      <a:pt x="24164" y="4917"/>
                      <a:pt x="24164" y="10983"/>
                    </a:cubicBezTo>
                    <a:cubicBezTo>
                      <a:pt x="24164" y="17049"/>
                      <a:pt x="18754" y="21967"/>
                      <a:pt x="12082" y="21967"/>
                    </a:cubicBezTo>
                    <a:cubicBezTo>
                      <a:pt x="5409" y="21967"/>
                      <a:pt x="0" y="17049"/>
                      <a:pt x="0" y="10983"/>
                    </a:cubicBezTo>
                    <a:cubicBezTo>
                      <a:pt x="0" y="4917"/>
                      <a:pt x="5409" y="0"/>
                      <a:pt x="12082" y="0"/>
                    </a:cubicBezTo>
                    <a:close/>
                  </a:path>
                </a:pathLst>
              </a:custGeom>
              <a:solidFill>
                <a:srgbClr val="3B434F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91" name="자유형: 도형 290">
                <a:extLst>
                  <a:ext uri="{FF2B5EF4-FFF2-40B4-BE49-F238E27FC236}">
                    <a16:creationId xmlns:a16="http://schemas.microsoft.com/office/drawing/2014/main" id="{799F8EE1-A111-42BB-9A2B-5E112D744A29}"/>
                  </a:ext>
                </a:extLst>
              </p:cNvPr>
              <p:cNvSpPr/>
              <p:nvPr/>
            </p:nvSpPr>
            <p:spPr>
              <a:xfrm>
                <a:off x="2774300" y="8866636"/>
                <a:ext cx="24163" cy="21966"/>
              </a:xfrm>
              <a:custGeom>
                <a:avLst/>
                <a:gdLst>
                  <a:gd name="connsiteX0" fmla="*/ 12082 w 24163"/>
                  <a:gd name="connsiteY0" fmla="*/ 0 h 21966"/>
                  <a:gd name="connsiteX1" fmla="*/ 24163 w 24163"/>
                  <a:gd name="connsiteY1" fmla="*/ 10983 h 21966"/>
                  <a:gd name="connsiteX2" fmla="*/ 12082 w 24163"/>
                  <a:gd name="connsiteY2" fmla="*/ 21967 h 21966"/>
                  <a:gd name="connsiteX3" fmla="*/ 0 w 24163"/>
                  <a:gd name="connsiteY3" fmla="*/ 10983 h 21966"/>
                  <a:gd name="connsiteX4" fmla="*/ 12082 w 24163"/>
                  <a:gd name="connsiteY4" fmla="*/ 0 h 219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163" h="21966">
                    <a:moveTo>
                      <a:pt x="12082" y="0"/>
                    </a:moveTo>
                    <a:cubicBezTo>
                      <a:pt x="18754" y="0"/>
                      <a:pt x="24163" y="4917"/>
                      <a:pt x="24163" y="10983"/>
                    </a:cubicBezTo>
                    <a:cubicBezTo>
                      <a:pt x="24163" y="17049"/>
                      <a:pt x="18754" y="21967"/>
                      <a:pt x="12082" y="21967"/>
                    </a:cubicBezTo>
                    <a:cubicBezTo>
                      <a:pt x="5409" y="21967"/>
                      <a:pt x="0" y="17049"/>
                      <a:pt x="0" y="10983"/>
                    </a:cubicBezTo>
                    <a:cubicBezTo>
                      <a:pt x="0" y="4917"/>
                      <a:pt x="5409" y="0"/>
                      <a:pt x="12082" y="0"/>
                    </a:cubicBezTo>
                    <a:close/>
                  </a:path>
                </a:pathLst>
              </a:custGeom>
              <a:solidFill>
                <a:srgbClr val="3B434F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92" name="자유형: 도형 291">
                <a:extLst>
                  <a:ext uri="{FF2B5EF4-FFF2-40B4-BE49-F238E27FC236}">
                    <a16:creationId xmlns:a16="http://schemas.microsoft.com/office/drawing/2014/main" id="{8588092A-8AB8-45C0-A10B-EF0E1B1DAEB8}"/>
                  </a:ext>
                </a:extLst>
              </p:cNvPr>
              <p:cNvSpPr/>
              <p:nvPr/>
            </p:nvSpPr>
            <p:spPr>
              <a:xfrm>
                <a:off x="2776716" y="8907274"/>
                <a:ext cx="30204" cy="27458"/>
              </a:xfrm>
              <a:custGeom>
                <a:avLst/>
                <a:gdLst>
                  <a:gd name="connsiteX0" fmla="*/ 15102 w 30204"/>
                  <a:gd name="connsiteY0" fmla="*/ 0 h 27458"/>
                  <a:gd name="connsiteX1" fmla="*/ 30204 w 30204"/>
                  <a:gd name="connsiteY1" fmla="*/ 13729 h 27458"/>
                  <a:gd name="connsiteX2" fmla="*/ 15102 w 30204"/>
                  <a:gd name="connsiteY2" fmla="*/ 27459 h 27458"/>
                  <a:gd name="connsiteX3" fmla="*/ 0 w 30204"/>
                  <a:gd name="connsiteY3" fmla="*/ 13729 h 27458"/>
                  <a:gd name="connsiteX4" fmla="*/ 15102 w 30204"/>
                  <a:gd name="connsiteY4" fmla="*/ 0 h 274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0204" h="27458">
                    <a:moveTo>
                      <a:pt x="15102" y="0"/>
                    </a:moveTo>
                    <a:cubicBezTo>
                      <a:pt x="23443" y="0"/>
                      <a:pt x="30204" y="6147"/>
                      <a:pt x="30204" y="13729"/>
                    </a:cubicBezTo>
                    <a:cubicBezTo>
                      <a:pt x="30204" y="21312"/>
                      <a:pt x="23443" y="27459"/>
                      <a:pt x="15102" y="27459"/>
                    </a:cubicBezTo>
                    <a:cubicBezTo>
                      <a:pt x="6761" y="27459"/>
                      <a:pt x="0" y="21312"/>
                      <a:pt x="0" y="13729"/>
                    </a:cubicBezTo>
                    <a:cubicBezTo>
                      <a:pt x="0" y="6147"/>
                      <a:pt x="6761" y="0"/>
                      <a:pt x="15102" y="0"/>
                    </a:cubicBezTo>
                    <a:close/>
                  </a:path>
                </a:pathLst>
              </a:custGeom>
              <a:solidFill>
                <a:srgbClr val="F5F3EF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93" name="자유형: 도형 292">
                <a:extLst>
                  <a:ext uri="{FF2B5EF4-FFF2-40B4-BE49-F238E27FC236}">
                    <a16:creationId xmlns:a16="http://schemas.microsoft.com/office/drawing/2014/main" id="{F47944DB-DDC7-4F63-8BD0-5F27DBD2F63B}"/>
                  </a:ext>
                </a:extLst>
              </p:cNvPr>
              <p:cNvSpPr/>
              <p:nvPr/>
            </p:nvSpPr>
            <p:spPr>
              <a:xfrm>
                <a:off x="2630527" y="8907274"/>
                <a:ext cx="30204" cy="27458"/>
              </a:xfrm>
              <a:custGeom>
                <a:avLst/>
                <a:gdLst>
                  <a:gd name="connsiteX0" fmla="*/ 15102 w 30204"/>
                  <a:gd name="connsiteY0" fmla="*/ 0 h 27458"/>
                  <a:gd name="connsiteX1" fmla="*/ 30204 w 30204"/>
                  <a:gd name="connsiteY1" fmla="*/ 13729 h 27458"/>
                  <a:gd name="connsiteX2" fmla="*/ 15102 w 30204"/>
                  <a:gd name="connsiteY2" fmla="*/ 27459 h 27458"/>
                  <a:gd name="connsiteX3" fmla="*/ 0 w 30204"/>
                  <a:gd name="connsiteY3" fmla="*/ 13729 h 27458"/>
                  <a:gd name="connsiteX4" fmla="*/ 15102 w 30204"/>
                  <a:gd name="connsiteY4" fmla="*/ 0 h 274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0204" h="27458">
                    <a:moveTo>
                      <a:pt x="15102" y="0"/>
                    </a:moveTo>
                    <a:cubicBezTo>
                      <a:pt x="23443" y="0"/>
                      <a:pt x="30204" y="6147"/>
                      <a:pt x="30204" y="13729"/>
                    </a:cubicBezTo>
                    <a:cubicBezTo>
                      <a:pt x="30204" y="21312"/>
                      <a:pt x="23443" y="27459"/>
                      <a:pt x="15102" y="27459"/>
                    </a:cubicBezTo>
                    <a:cubicBezTo>
                      <a:pt x="6761" y="27459"/>
                      <a:pt x="0" y="21312"/>
                      <a:pt x="0" y="13729"/>
                    </a:cubicBezTo>
                    <a:cubicBezTo>
                      <a:pt x="0" y="6147"/>
                      <a:pt x="6761" y="0"/>
                      <a:pt x="15102" y="0"/>
                    </a:cubicBezTo>
                    <a:close/>
                  </a:path>
                </a:pathLst>
              </a:custGeom>
              <a:solidFill>
                <a:srgbClr val="F4F3EF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  <p:grpSp>
          <p:nvGrpSpPr>
            <p:cNvPr id="210" name="그룹 209">
              <a:extLst>
                <a:ext uri="{FF2B5EF4-FFF2-40B4-BE49-F238E27FC236}">
                  <a16:creationId xmlns:a16="http://schemas.microsoft.com/office/drawing/2014/main" id="{A98B9B1E-1A03-44AA-A359-7A2FBCD1E757}"/>
                </a:ext>
              </a:extLst>
            </p:cNvPr>
            <p:cNvGrpSpPr/>
            <p:nvPr/>
          </p:nvGrpSpPr>
          <p:grpSpPr>
            <a:xfrm>
              <a:off x="2464445" y="2247553"/>
              <a:ext cx="244475" cy="257175"/>
              <a:chOff x="3182803" y="5217782"/>
              <a:chExt cx="244475" cy="257175"/>
            </a:xfrm>
          </p:grpSpPr>
          <p:sp>
            <p:nvSpPr>
              <p:cNvPr id="251" name="Rectangle 97">
                <a:extLst>
                  <a:ext uri="{FF2B5EF4-FFF2-40B4-BE49-F238E27FC236}">
                    <a16:creationId xmlns:a16="http://schemas.microsoft.com/office/drawing/2014/main" id="{6961A765-63B1-40E1-AB2B-BB9B23B33F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30428" y="5217782"/>
                <a:ext cx="196850" cy="25400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rgbClr val="3B434F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52" name="Freeform 99">
                <a:extLst>
                  <a:ext uri="{FF2B5EF4-FFF2-40B4-BE49-F238E27FC236}">
                    <a16:creationId xmlns:a16="http://schemas.microsoft.com/office/drawing/2014/main" id="{29C3D378-2D41-49D5-9F40-EEECFED4E3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2803" y="5286044"/>
                <a:ext cx="220663" cy="188913"/>
              </a:xfrm>
              <a:custGeom>
                <a:avLst/>
                <a:gdLst>
                  <a:gd name="T0" fmla="*/ 161 w 172"/>
                  <a:gd name="T1" fmla="*/ 12 h 148"/>
                  <a:gd name="T2" fmla="*/ 57 w 172"/>
                  <a:gd name="T3" fmla="*/ 12 h 148"/>
                  <a:gd name="T4" fmla="*/ 57 w 172"/>
                  <a:gd name="T5" fmla="*/ 11 h 148"/>
                  <a:gd name="T6" fmla="*/ 46 w 172"/>
                  <a:gd name="T7" fmla="*/ 0 h 148"/>
                  <a:gd name="T8" fmla="*/ 12 w 172"/>
                  <a:gd name="T9" fmla="*/ 0 h 148"/>
                  <a:gd name="T10" fmla="*/ 0 w 172"/>
                  <a:gd name="T11" fmla="*/ 11 h 148"/>
                  <a:gd name="T12" fmla="*/ 0 w 172"/>
                  <a:gd name="T13" fmla="*/ 21 h 148"/>
                  <a:gd name="T14" fmla="*/ 0 w 172"/>
                  <a:gd name="T15" fmla="*/ 23 h 148"/>
                  <a:gd name="T16" fmla="*/ 0 w 172"/>
                  <a:gd name="T17" fmla="*/ 137 h 148"/>
                  <a:gd name="T18" fmla="*/ 11 w 172"/>
                  <a:gd name="T19" fmla="*/ 148 h 148"/>
                  <a:gd name="T20" fmla="*/ 161 w 172"/>
                  <a:gd name="T21" fmla="*/ 148 h 148"/>
                  <a:gd name="T22" fmla="*/ 172 w 172"/>
                  <a:gd name="T23" fmla="*/ 137 h 148"/>
                  <a:gd name="T24" fmla="*/ 172 w 172"/>
                  <a:gd name="T25" fmla="*/ 23 h 148"/>
                  <a:gd name="T26" fmla="*/ 161 w 172"/>
                  <a:gd name="T27" fmla="*/ 12 h 1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72" h="148">
                    <a:moveTo>
                      <a:pt x="161" y="12"/>
                    </a:moveTo>
                    <a:cubicBezTo>
                      <a:pt x="57" y="12"/>
                      <a:pt x="57" y="12"/>
                      <a:pt x="57" y="12"/>
                    </a:cubicBezTo>
                    <a:cubicBezTo>
                      <a:pt x="57" y="11"/>
                      <a:pt x="57" y="11"/>
                      <a:pt x="57" y="11"/>
                    </a:cubicBezTo>
                    <a:cubicBezTo>
                      <a:pt x="57" y="5"/>
                      <a:pt x="52" y="0"/>
                      <a:pt x="46" y="0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5" y="0"/>
                      <a:pt x="0" y="5"/>
                      <a:pt x="0" y="11"/>
                    </a:cubicBezTo>
                    <a:cubicBezTo>
                      <a:pt x="0" y="21"/>
                      <a:pt x="0" y="21"/>
                      <a:pt x="0" y="21"/>
                    </a:cubicBezTo>
                    <a:cubicBezTo>
                      <a:pt x="0" y="22"/>
                      <a:pt x="0" y="22"/>
                      <a:pt x="0" y="23"/>
                    </a:cubicBezTo>
                    <a:cubicBezTo>
                      <a:pt x="0" y="137"/>
                      <a:pt x="0" y="137"/>
                      <a:pt x="0" y="137"/>
                    </a:cubicBezTo>
                    <a:cubicBezTo>
                      <a:pt x="0" y="143"/>
                      <a:pt x="5" y="148"/>
                      <a:pt x="11" y="148"/>
                    </a:cubicBezTo>
                    <a:cubicBezTo>
                      <a:pt x="161" y="148"/>
                      <a:pt x="161" y="148"/>
                      <a:pt x="161" y="148"/>
                    </a:cubicBezTo>
                    <a:cubicBezTo>
                      <a:pt x="167" y="148"/>
                      <a:pt x="172" y="143"/>
                      <a:pt x="172" y="137"/>
                    </a:cubicBezTo>
                    <a:cubicBezTo>
                      <a:pt x="172" y="23"/>
                      <a:pt x="172" y="23"/>
                      <a:pt x="172" y="23"/>
                    </a:cubicBezTo>
                    <a:cubicBezTo>
                      <a:pt x="172" y="17"/>
                      <a:pt x="167" y="12"/>
                      <a:pt x="161" y="12"/>
                    </a:cubicBezTo>
                    <a:close/>
                  </a:path>
                </a:pathLst>
              </a:custGeom>
              <a:solidFill>
                <a:srgbClr val="8DC7EB"/>
              </a:solidFill>
              <a:ln w="9525">
                <a:solidFill>
                  <a:srgbClr val="3B434F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53" name="Rectangle 101">
                <a:extLst>
                  <a:ext uri="{FF2B5EF4-FFF2-40B4-BE49-F238E27FC236}">
                    <a16:creationId xmlns:a16="http://schemas.microsoft.com/office/drawing/2014/main" id="{E9355CA6-BBC5-4A8F-92BE-1BF596FEFA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66940" y="5251119"/>
                <a:ext cx="7938" cy="7938"/>
              </a:xfrm>
              <a:prstGeom prst="rect">
                <a:avLst/>
              </a:prstGeom>
              <a:solidFill>
                <a:srgbClr val="1E1E1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54" name="Freeform 102">
                <a:extLst>
                  <a:ext uri="{FF2B5EF4-FFF2-40B4-BE49-F238E27FC236}">
                    <a16:creationId xmlns:a16="http://schemas.microsoft.com/office/drawing/2014/main" id="{95E75AD6-E93D-4D9C-915D-C678CFC7937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292340" y="5251119"/>
                <a:ext cx="77788" cy="7938"/>
              </a:xfrm>
              <a:custGeom>
                <a:avLst/>
                <a:gdLst>
                  <a:gd name="T0" fmla="*/ 49 w 49"/>
                  <a:gd name="T1" fmla="*/ 5 h 5"/>
                  <a:gd name="T2" fmla="*/ 38 w 49"/>
                  <a:gd name="T3" fmla="*/ 5 h 5"/>
                  <a:gd name="T4" fmla="*/ 38 w 49"/>
                  <a:gd name="T5" fmla="*/ 0 h 5"/>
                  <a:gd name="T6" fmla="*/ 49 w 49"/>
                  <a:gd name="T7" fmla="*/ 0 h 5"/>
                  <a:gd name="T8" fmla="*/ 49 w 49"/>
                  <a:gd name="T9" fmla="*/ 5 h 5"/>
                  <a:gd name="T10" fmla="*/ 29 w 49"/>
                  <a:gd name="T11" fmla="*/ 5 h 5"/>
                  <a:gd name="T12" fmla="*/ 19 w 49"/>
                  <a:gd name="T13" fmla="*/ 5 h 5"/>
                  <a:gd name="T14" fmla="*/ 19 w 49"/>
                  <a:gd name="T15" fmla="*/ 0 h 5"/>
                  <a:gd name="T16" fmla="*/ 29 w 49"/>
                  <a:gd name="T17" fmla="*/ 0 h 5"/>
                  <a:gd name="T18" fmla="*/ 29 w 49"/>
                  <a:gd name="T19" fmla="*/ 5 h 5"/>
                  <a:gd name="T20" fmla="*/ 9 w 49"/>
                  <a:gd name="T21" fmla="*/ 5 h 5"/>
                  <a:gd name="T22" fmla="*/ 0 w 49"/>
                  <a:gd name="T23" fmla="*/ 5 h 5"/>
                  <a:gd name="T24" fmla="*/ 0 w 49"/>
                  <a:gd name="T25" fmla="*/ 0 h 5"/>
                  <a:gd name="T26" fmla="*/ 9 w 49"/>
                  <a:gd name="T27" fmla="*/ 0 h 5"/>
                  <a:gd name="T28" fmla="*/ 9 w 49"/>
                  <a:gd name="T29" fmla="*/ 5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9" h="5">
                    <a:moveTo>
                      <a:pt x="49" y="5"/>
                    </a:moveTo>
                    <a:lnTo>
                      <a:pt x="38" y="5"/>
                    </a:lnTo>
                    <a:lnTo>
                      <a:pt x="38" y="0"/>
                    </a:lnTo>
                    <a:lnTo>
                      <a:pt x="49" y="0"/>
                    </a:lnTo>
                    <a:lnTo>
                      <a:pt x="49" y="5"/>
                    </a:lnTo>
                    <a:close/>
                    <a:moveTo>
                      <a:pt x="29" y="5"/>
                    </a:moveTo>
                    <a:lnTo>
                      <a:pt x="19" y="5"/>
                    </a:lnTo>
                    <a:lnTo>
                      <a:pt x="19" y="0"/>
                    </a:lnTo>
                    <a:lnTo>
                      <a:pt x="29" y="0"/>
                    </a:lnTo>
                    <a:lnTo>
                      <a:pt x="29" y="5"/>
                    </a:lnTo>
                    <a:close/>
                    <a:moveTo>
                      <a:pt x="9" y="5"/>
                    </a:moveTo>
                    <a:lnTo>
                      <a:pt x="0" y="5"/>
                    </a:lnTo>
                    <a:lnTo>
                      <a:pt x="0" y="0"/>
                    </a:lnTo>
                    <a:lnTo>
                      <a:pt x="9" y="0"/>
                    </a:lnTo>
                    <a:lnTo>
                      <a:pt x="9" y="5"/>
                    </a:lnTo>
                    <a:close/>
                  </a:path>
                </a:pathLst>
              </a:custGeom>
              <a:solidFill>
                <a:srgbClr val="1E1E1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55" name="Rectangle 103">
                <a:extLst>
                  <a:ext uri="{FF2B5EF4-FFF2-40B4-BE49-F238E27FC236}">
                    <a16:creationId xmlns:a16="http://schemas.microsoft.com/office/drawing/2014/main" id="{7BD59850-5658-4439-9912-A97EB0F34B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84415" y="5251119"/>
                <a:ext cx="7938" cy="7938"/>
              </a:xfrm>
              <a:prstGeom prst="rect">
                <a:avLst/>
              </a:prstGeom>
              <a:solidFill>
                <a:srgbClr val="1E1E1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</p:grpSp>
      </p:grpSp>
      <p:grpSp>
        <p:nvGrpSpPr>
          <p:cNvPr id="294" name="그룹 293">
            <a:extLst>
              <a:ext uri="{FF2B5EF4-FFF2-40B4-BE49-F238E27FC236}">
                <a16:creationId xmlns:a16="http://schemas.microsoft.com/office/drawing/2014/main" id="{D5399357-68FF-4ADD-BCF9-A5E4DE7A23DB}"/>
              </a:ext>
            </a:extLst>
          </p:cNvPr>
          <p:cNvGrpSpPr/>
          <p:nvPr/>
        </p:nvGrpSpPr>
        <p:grpSpPr>
          <a:xfrm>
            <a:off x="2605368" y="6386750"/>
            <a:ext cx="555535" cy="496750"/>
            <a:chOff x="1378250" y="4802619"/>
            <a:chExt cx="611088" cy="546425"/>
          </a:xfrm>
        </p:grpSpPr>
        <p:grpSp>
          <p:nvGrpSpPr>
            <p:cNvPr id="295" name="그룹 294">
              <a:extLst>
                <a:ext uri="{FF2B5EF4-FFF2-40B4-BE49-F238E27FC236}">
                  <a16:creationId xmlns:a16="http://schemas.microsoft.com/office/drawing/2014/main" id="{30F7B60B-9294-4B9A-89DF-DC23B5BCC09E}"/>
                </a:ext>
              </a:extLst>
            </p:cNvPr>
            <p:cNvGrpSpPr/>
            <p:nvPr/>
          </p:nvGrpSpPr>
          <p:grpSpPr>
            <a:xfrm>
              <a:off x="1378250" y="4802619"/>
              <a:ext cx="418093" cy="546425"/>
              <a:chOff x="4957269" y="7918967"/>
              <a:chExt cx="418093" cy="546425"/>
            </a:xfrm>
          </p:grpSpPr>
          <p:sp>
            <p:nvSpPr>
              <p:cNvPr id="322" name="자유형: 도형 321">
                <a:extLst>
                  <a:ext uri="{FF2B5EF4-FFF2-40B4-BE49-F238E27FC236}">
                    <a16:creationId xmlns:a16="http://schemas.microsoft.com/office/drawing/2014/main" id="{BC679D9E-7D39-4701-84EE-252B077AEDF6}"/>
                  </a:ext>
                </a:extLst>
              </p:cNvPr>
              <p:cNvSpPr/>
              <p:nvPr/>
            </p:nvSpPr>
            <p:spPr>
              <a:xfrm>
                <a:off x="4960676" y="8311624"/>
                <a:ext cx="408565" cy="151725"/>
              </a:xfrm>
              <a:custGeom>
                <a:avLst/>
                <a:gdLst>
                  <a:gd name="connsiteX0" fmla="*/ 518 w 408565"/>
                  <a:gd name="connsiteY0" fmla="*/ 151726 h 151725"/>
                  <a:gd name="connsiteX1" fmla="*/ 111576 w 408565"/>
                  <a:gd name="connsiteY1" fmla="*/ 22516 h 151725"/>
                  <a:gd name="connsiteX2" fmla="*/ 165339 w 408565"/>
                  <a:gd name="connsiteY2" fmla="*/ 22516 h 151725"/>
                  <a:gd name="connsiteX3" fmla="*/ 165339 w 408565"/>
                  <a:gd name="connsiteY3" fmla="*/ 0 h 151725"/>
                  <a:gd name="connsiteX4" fmla="*/ 241454 w 408565"/>
                  <a:gd name="connsiteY4" fmla="*/ 1648 h 151725"/>
                  <a:gd name="connsiteX5" fmla="*/ 242663 w 408565"/>
                  <a:gd name="connsiteY5" fmla="*/ 22516 h 151725"/>
                  <a:gd name="connsiteX6" fmla="*/ 305488 w 408565"/>
                  <a:gd name="connsiteY6" fmla="*/ 22516 h 151725"/>
                  <a:gd name="connsiteX7" fmla="*/ 408277 w 408565"/>
                  <a:gd name="connsiteY7" fmla="*/ 151726 h 151725"/>
                  <a:gd name="connsiteX8" fmla="*/ 518 w 408565"/>
                  <a:gd name="connsiteY8" fmla="*/ 151726 h 15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08565" h="151725">
                    <a:moveTo>
                      <a:pt x="518" y="151726"/>
                    </a:moveTo>
                    <a:cubicBezTo>
                      <a:pt x="518" y="151726"/>
                      <a:pt x="-14068" y="35485"/>
                      <a:pt x="111576" y="22516"/>
                    </a:cubicBezTo>
                    <a:cubicBezTo>
                      <a:pt x="111576" y="22516"/>
                      <a:pt x="165339" y="22516"/>
                      <a:pt x="165339" y="22516"/>
                    </a:cubicBezTo>
                    <a:cubicBezTo>
                      <a:pt x="165339" y="22516"/>
                      <a:pt x="165339" y="0"/>
                      <a:pt x="165339" y="0"/>
                    </a:cubicBezTo>
                    <a:cubicBezTo>
                      <a:pt x="165339" y="0"/>
                      <a:pt x="203159" y="14767"/>
                      <a:pt x="241454" y="1648"/>
                    </a:cubicBezTo>
                    <a:cubicBezTo>
                      <a:pt x="241454" y="1648"/>
                      <a:pt x="242663" y="22516"/>
                      <a:pt x="242663" y="22516"/>
                    </a:cubicBezTo>
                    <a:cubicBezTo>
                      <a:pt x="242663" y="22516"/>
                      <a:pt x="305488" y="22516"/>
                      <a:pt x="305488" y="22516"/>
                    </a:cubicBezTo>
                    <a:cubicBezTo>
                      <a:pt x="305488" y="22516"/>
                      <a:pt x="414893" y="32446"/>
                      <a:pt x="408277" y="151726"/>
                    </a:cubicBezTo>
                    <a:cubicBezTo>
                      <a:pt x="408277" y="151726"/>
                      <a:pt x="518" y="151726"/>
                      <a:pt x="518" y="151726"/>
                    </a:cubicBezTo>
                    <a:close/>
                  </a:path>
                </a:pathLst>
              </a:custGeom>
              <a:solidFill>
                <a:srgbClr val="FFFFFF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23" name="자유형: 도형 322">
                <a:extLst>
                  <a:ext uri="{FF2B5EF4-FFF2-40B4-BE49-F238E27FC236}">
                    <a16:creationId xmlns:a16="http://schemas.microsoft.com/office/drawing/2014/main" id="{5D452D84-5CBE-459C-8E75-CCC3E73A32E8}"/>
                  </a:ext>
                </a:extLst>
              </p:cNvPr>
              <p:cNvSpPr/>
              <p:nvPr/>
            </p:nvSpPr>
            <p:spPr>
              <a:xfrm>
                <a:off x="4957269" y="8330845"/>
                <a:ext cx="418093" cy="134547"/>
              </a:xfrm>
              <a:custGeom>
                <a:avLst/>
                <a:gdLst>
                  <a:gd name="connsiteX0" fmla="*/ 410639 w 418093"/>
                  <a:gd name="connsiteY0" fmla="*/ 134548 h 134547"/>
                  <a:gd name="connsiteX1" fmla="*/ 410639 w 418093"/>
                  <a:gd name="connsiteY1" fmla="*/ 134548 h 134547"/>
                  <a:gd name="connsiteX2" fmla="*/ 7813 w 418093"/>
                  <a:gd name="connsiteY2" fmla="*/ 134548 h 134547"/>
                  <a:gd name="connsiteX3" fmla="*/ 7813 w 418093"/>
                  <a:gd name="connsiteY3" fmla="*/ 134548 h 134547"/>
                  <a:gd name="connsiteX4" fmla="*/ 0 w 418093"/>
                  <a:gd name="connsiteY4" fmla="*/ 134548 h 134547"/>
                  <a:gd name="connsiteX5" fmla="*/ 1950 w 418093"/>
                  <a:gd name="connsiteY5" fmla="*/ 104262 h 134547"/>
                  <a:gd name="connsiteX6" fmla="*/ 115655 w 418093"/>
                  <a:gd name="connsiteY6" fmla="*/ 0 h 134547"/>
                  <a:gd name="connsiteX7" fmla="*/ 168746 w 418093"/>
                  <a:gd name="connsiteY7" fmla="*/ 0 h 134547"/>
                  <a:gd name="connsiteX8" fmla="*/ 168746 w 418093"/>
                  <a:gd name="connsiteY8" fmla="*/ 6042 h 134547"/>
                  <a:gd name="connsiteX9" fmla="*/ 119216 w 418093"/>
                  <a:gd name="connsiteY9" fmla="*/ 6042 h 134547"/>
                  <a:gd name="connsiteX10" fmla="*/ 9626 w 418093"/>
                  <a:gd name="connsiteY10" fmla="*/ 106398 h 134547"/>
                  <a:gd name="connsiteX11" fmla="*/ 8273 w 418093"/>
                  <a:gd name="connsiteY11" fmla="*/ 127408 h 134547"/>
                  <a:gd name="connsiteX12" fmla="*/ 409574 w 418093"/>
                  <a:gd name="connsiteY12" fmla="*/ 127408 h 134547"/>
                  <a:gd name="connsiteX13" fmla="*/ 408824 w 418093"/>
                  <a:gd name="connsiteY13" fmla="*/ 106398 h 134547"/>
                  <a:gd name="connsiteX14" fmla="*/ 299236 w 418093"/>
                  <a:gd name="connsiteY14" fmla="*/ 6042 h 134547"/>
                  <a:gd name="connsiteX15" fmla="*/ 249090 w 418093"/>
                  <a:gd name="connsiteY15" fmla="*/ 6042 h 134547"/>
                  <a:gd name="connsiteX16" fmla="*/ 249090 w 418093"/>
                  <a:gd name="connsiteY16" fmla="*/ 0 h 134547"/>
                  <a:gd name="connsiteX17" fmla="*/ 302437 w 418093"/>
                  <a:gd name="connsiteY17" fmla="*/ 0 h 134547"/>
                  <a:gd name="connsiteX18" fmla="*/ 416142 w 418093"/>
                  <a:gd name="connsiteY18" fmla="*/ 104262 h 134547"/>
                  <a:gd name="connsiteX19" fmla="*/ 418093 w 418093"/>
                  <a:gd name="connsiteY19" fmla="*/ 134548 h 134547"/>
                  <a:gd name="connsiteX20" fmla="*/ 410639 w 418093"/>
                  <a:gd name="connsiteY20" fmla="*/ 134548 h 134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418093" h="134547">
                    <a:moveTo>
                      <a:pt x="410639" y="134548"/>
                    </a:moveTo>
                    <a:cubicBezTo>
                      <a:pt x="410639" y="134548"/>
                      <a:pt x="410639" y="134548"/>
                      <a:pt x="410639" y="134548"/>
                    </a:cubicBezTo>
                    <a:cubicBezTo>
                      <a:pt x="410639" y="134548"/>
                      <a:pt x="7813" y="134548"/>
                      <a:pt x="7813" y="134548"/>
                    </a:cubicBezTo>
                    <a:cubicBezTo>
                      <a:pt x="7813" y="134548"/>
                      <a:pt x="7813" y="134548"/>
                      <a:pt x="7813" y="134548"/>
                    </a:cubicBezTo>
                    <a:cubicBezTo>
                      <a:pt x="7813" y="134548"/>
                      <a:pt x="0" y="134548"/>
                      <a:pt x="0" y="134548"/>
                    </a:cubicBezTo>
                    <a:cubicBezTo>
                      <a:pt x="0" y="134548"/>
                      <a:pt x="1950" y="104262"/>
                      <a:pt x="1950" y="104262"/>
                    </a:cubicBezTo>
                    <a:cubicBezTo>
                      <a:pt x="5757" y="45129"/>
                      <a:pt x="57007" y="0"/>
                      <a:pt x="115655" y="0"/>
                    </a:cubicBezTo>
                    <a:cubicBezTo>
                      <a:pt x="115655" y="0"/>
                      <a:pt x="168746" y="0"/>
                      <a:pt x="168746" y="0"/>
                    </a:cubicBezTo>
                    <a:cubicBezTo>
                      <a:pt x="168746" y="0"/>
                      <a:pt x="168746" y="6042"/>
                      <a:pt x="168746" y="6042"/>
                    </a:cubicBezTo>
                    <a:cubicBezTo>
                      <a:pt x="168746" y="6042"/>
                      <a:pt x="119216" y="6042"/>
                      <a:pt x="119216" y="6042"/>
                    </a:cubicBezTo>
                    <a:cubicBezTo>
                      <a:pt x="62690" y="6042"/>
                      <a:pt x="13296" y="49479"/>
                      <a:pt x="9626" y="106398"/>
                    </a:cubicBezTo>
                    <a:cubicBezTo>
                      <a:pt x="9626" y="106398"/>
                      <a:pt x="8273" y="127408"/>
                      <a:pt x="8273" y="127408"/>
                    </a:cubicBezTo>
                    <a:cubicBezTo>
                      <a:pt x="8273" y="127408"/>
                      <a:pt x="409574" y="127408"/>
                      <a:pt x="409574" y="127408"/>
                    </a:cubicBezTo>
                    <a:cubicBezTo>
                      <a:pt x="409574" y="127408"/>
                      <a:pt x="408824" y="106398"/>
                      <a:pt x="408824" y="106398"/>
                    </a:cubicBezTo>
                    <a:cubicBezTo>
                      <a:pt x="405154" y="49479"/>
                      <a:pt x="355760" y="6042"/>
                      <a:pt x="299236" y="6042"/>
                    </a:cubicBezTo>
                    <a:cubicBezTo>
                      <a:pt x="299236" y="6042"/>
                      <a:pt x="249090" y="6042"/>
                      <a:pt x="249090" y="6042"/>
                    </a:cubicBezTo>
                    <a:cubicBezTo>
                      <a:pt x="249090" y="6042"/>
                      <a:pt x="249090" y="0"/>
                      <a:pt x="249090" y="0"/>
                    </a:cubicBezTo>
                    <a:cubicBezTo>
                      <a:pt x="249090" y="0"/>
                      <a:pt x="302437" y="0"/>
                      <a:pt x="302437" y="0"/>
                    </a:cubicBezTo>
                    <a:cubicBezTo>
                      <a:pt x="361086" y="0"/>
                      <a:pt x="412335" y="45129"/>
                      <a:pt x="416142" y="104262"/>
                    </a:cubicBezTo>
                    <a:cubicBezTo>
                      <a:pt x="416142" y="104262"/>
                      <a:pt x="418093" y="134548"/>
                      <a:pt x="418093" y="134548"/>
                    </a:cubicBezTo>
                    <a:cubicBezTo>
                      <a:pt x="418093" y="134548"/>
                      <a:pt x="410639" y="134548"/>
                      <a:pt x="410639" y="134548"/>
                    </a:cubicBezTo>
                    <a:close/>
                  </a:path>
                </a:pathLst>
              </a:custGeom>
              <a:solidFill>
                <a:srgbClr val="3B434F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24" name="자유형: 도형 323">
                <a:extLst>
                  <a:ext uri="{FF2B5EF4-FFF2-40B4-BE49-F238E27FC236}">
                    <a16:creationId xmlns:a16="http://schemas.microsoft.com/office/drawing/2014/main" id="{D7EBF0ED-C84A-48D4-86BB-DC5C6C9A3FDA}"/>
                  </a:ext>
                </a:extLst>
              </p:cNvPr>
              <p:cNvSpPr/>
              <p:nvPr/>
            </p:nvSpPr>
            <p:spPr>
              <a:xfrm>
                <a:off x="5123599" y="8306905"/>
                <a:ext cx="82759" cy="73914"/>
              </a:xfrm>
              <a:custGeom>
                <a:avLst/>
                <a:gdLst>
                  <a:gd name="connsiteX0" fmla="*/ 6644 w 82759"/>
                  <a:gd name="connsiteY0" fmla="*/ 2178 h 73914"/>
                  <a:gd name="connsiteX1" fmla="*/ 6644 w 82759"/>
                  <a:gd name="connsiteY1" fmla="*/ 36048 h 73914"/>
                  <a:gd name="connsiteX2" fmla="*/ 41682 w 82759"/>
                  <a:gd name="connsiteY2" fmla="*/ 67874 h 73914"/>
                  <a:gd name="connsiteX3" fmla="*/ 76718 w 82759"/>
                  <a:gd name="connsiteY3" fmla="*/ 36048 h 73914"/>
                  <a:gd name="connsiteX4" fmla="*/ 76718 w 82759"/>
                  <a:gd name="connsiteY4" fmla="*/ 2877 h 73914"/>
                  <a:gd name="connsiteX5" fmla="*/ 82760 w 82759"/>
                  <a:gd name="connsiteY5" fmla="*/ 1043 h 73914"/>
                  <a:gd name="connsiteX6" fmla="*/ 82760 w 82759"/>
                  <a:gd name="connsiteY6" fmla="*/ 36279 h 73914"/>
                  <a:gd name="connsiteX7" fmla="*/ 41379 w 82759"/>
                  <a:gd name="connsiteY7" fmla="*/ 73914 h 73914"/>
                  <a:gd name="connsiteX8" fmla="*/ 0 w 82759"/>
                  <a:gd name="connsiteY8" fmla="*/ 36279 h 73914"/>
                  <a:gd name="connsiteX9" fmla="*/ 0 w 82759"/>
                  <a:gd name="connsiteY9" fmla="*/ 0 h 73914"/>
                  <a:gd name="connsiteX10" fmla="*/ 6644 w 82759"/>
                  <a:gd name="connsiteY10" fmla="*/ 2178 h 73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82759" h="73914">
                    <a:moveTo>
                      <a:pt x="6644" y="2178"/>
                    </a:moveTo>
                    <a:cubicBezTo>
                      <a:pt x="6644" y="2178"/>
                      <a:pt x="6644" y="36048"/>
                      <a:pt x="6644" y="36048"/>
                    </a:cubicBezTo>
                    <a:cubicBezTo>
                      <a:pt x="6644" y="53625"/>
                      <a:pt x="22330" y="67874"/>
                      <a:pt x="41682" y="67874"/>
                    </a:cubicBezTo>
                    <a:cubicBezTo>
                      <a:pt x="61032" y="67874"/>
                      <a:pt x="76718" y="53625"/>
                      <a:pt x="76718" y="36048"/>
                    </a:cubicBezTo>
                    <a:cubicBezTo>
                      <a:pt x="76718" y="36048"/>
                      <a:pt x="76718" y="2877"/>
                      <a:pt x="76718" y="2877"/>
                    </a:cubicBezTo>
                    <a:cubicBezTo>
                      <a:pt x="78751" y="2314"/>
                      <a:pt x="80766" y="1703"/>
                      <a:pt x="82760" y="1043"/>
                    </a:cubicBezTo>
                    <a:cubicBezTo>
                      <a:pt x="82760" y="1043"/>
                      <a:pt x="82760" y="36279"/>
                      <a:pt x="82760" y="36279"/>
                    </a:cubicBezTo>
                    <a:cubicBezTo>
                      <a:pt x="82760" y="57064"/>
                      <a:pt x="64233" y="73914"/>
                      <a:pt x="41379" y="73914"/>
                    </a:cubicBezTo>
                    <a:cubicBezTo>
                      <a:pt x="18526" y="73914"/>
                      <a:pt x="0" y="57064"/>
                      <a:pt x="0" y="36279"/>
                    </a:cubicBezTo>
                    <a:cubicBezTo>
                      <a:pt x="0" y="36279"/>
                      <a:pt x="0" y="0"/>
                      <a:pt x="0" y="0"/>
                    </a:cubicBezTo>
                    <a:cubicBezTo>
                      <a:pt x="2189" y="786"/>
                      <a:pt x="4405" y="1510"/>
                      <a:pt x="6644" y="2178"/>
                    </a:cubicBezTo>
                    <a:close/>
                  </a:path>
                </a:pathLst>
              </a:custGeom>
              <a:solidFill>
                <a:srgbClr val="3B434F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25" name="자유형: 도형 324">
                <a:extLst>
                  <a:ext uri="{FF2B5EF4-FFF2-40B4-BE49-F238E27FC236}">
                    <a16:creationId xmlns:a16="http://schemas.microsoft.com/office/drawing/2014/main" id="{7B8CEF01-AA20-4F90-B865-2EE9267B4571}"/>
                  </a:ext>
                </a:extLst>
              </p:cNvPr>
              <p:cNvSpPr/>
              <p:nvPr/>
            </p:nvSpPr>
            <p:spPr>
              <a:xfrm>
                <a:off x="5249692" y="8376470"/>
                <a:ext cx="24625" cy="61330"/>
              </a:xfrm>
              <a:custGeom>
                <a:avLst/>
                <a:gdLst>
                  <a:gd name="connsiteX0" fmla="*/ 24004 w 24625"/>
                  <a:gd name="connsiteY0" fmla="*/ 27015 h 61330"/>
                  <a:gd name="connsiteX1" fmla="*/ 6894 w 24625"/>
                  <a:gd name="connsiteY1" fmla="*/ 59459 h 61330"/>
                  <a:gd name="connsiteX2" fmla="*/ 2057 w 24625"/>
                  <a:gd name="connsiteY2" fmla="*/ 61006 h 61330"/>
                  <a:gd name="connsiteX3" fmla="*/ 357 w 24625"/>
                  <a:gd name="connsiteY3" fmla="*/ 56611 h 61330"/>
                  <a:gd name="connsiteX4" fmla="*/ 16882 w 24625"/>
                  <a:gd name="connsiteY4" fmla="*/ 25276 h 61330"/>
                  <a:gd name="connsiteX5" fmla="*/ 3970 w 24625"/>
                  <a:gd name="connsiteY5" fmla="*/ 4943 h 61330"/>
                  <a:gd name="connsiteX6" fmla="*/ 5297 w 24625"/>
                  <a:gd name="connsiteY6" fmla="*/ 442 h 61330"/>
                  <a:gd name="connsiteX7" fmla="*/ 10248 w 24625"/>
                  <a:gd name="connsiteY7" fmla="*/ 1648 h 61330"/>
                  <a:gd name="connsiteX8" fmla="*/ 24141 w 24625"/>
                  <a:gd name="connsiteY8" fmla="*/ 23526 h 61330"/>
                  <a:gd name="connsiteX9" fmla="*/ 24004 w 24625"/>
                  <a:gd name="connsiteY9" fmla="*/ 27015 h 613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4625" h="61330">
                    <a:moveTo>
                      <a:pt x="24004" y="27015"/>
                    </a:moveTo>
                    <a:cubicBezTo>
                      <a:pt x="24004" y="27015"/>
                      <a:pt x="6894" y="59459"/>
                      <a:pt x="6894" y="59459"/>
                    </a:cubicBezTo>
                    <a:cubicBezTo>
                      <a:pt x="6027" y="61100"/>
                      <a:pt x="3862" y="61792"/>
                      <a:pt x="2057" y="61006"/>
                    </a:cubicBezTo>
                    <a:cubicBezTo>
                      <a:pt x="254" y="60220"/>
                      <a:pt x="-508" y="58252"/>
                      <a:pt x="357" y="56611"/>
                    </a:cubicBezTo>
                    <a:cubicBezTo>
                      <a:pt x="357" y="56611"/>
                      <a:pt x="16882" y="25276"/>
                      <a:pt x="16882" y="25276"/>
                    </a:cubicBezTo>
                    <a:cubicBezTo>
                      <a:pt x="16882" y="25276"/>
                      <a:pt x="3970" y="4943"/>
                      <a:pt x="3970" y="4943"/>
                    </a:cubicBezTo>
                    <a:cubicBezTo>
                      <a:pt x="2969" y="3368"/>
                      <a:pt x="3562" y="1352"/>
                      <a:pt x="5297" y="442"/>
                    </a:cubicBezTo>
                    <a:cubicBezTo>
                      <a:pt x="7030" y="-468"/>
                      <a:pt x="9247" y="73"/>
                      <a:pt x="10248" y="1648"/>
                    </a:cubicBezTo>
                    <a:cubicBezTo>
                      <a:pt x="10248" y="1648"/>
                      <a:pt x="24141" y="23526"/>
                      <a:pt x="24141" y="23526"/>
                    </a:cubicBezTo>
                    <a:cubicBezTo>
                      <a:pt x="24858" y="24653"/>
                      <a:pt x="24753" y="26003"/>
                      <a:pt x="24004" y="27015"/>
                    </a:cubicBezTo>
                    <a:close/>
                  </a:path>
                </a:pathLst>
              </a:custGeom>
              <a:solidFill>
                <a:srgbClr val="3B434F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26" name="자유형: 도형 325">
                <a:extLst>
                  <a:ext uri="{FF2B5EF4-FFF2-40B4-BE49-F238E27FC236}">
                    <a16:creationId xmlns:a16="http://schemas.microsoft.com/office/drawing/2014/main" id="{A04CDD70-BAAB-4925-B02E-37C7BEFDCDA7}"/>
                  </a:ext>
                </a:extLst>
              </p:cNvPr>
              <p:cNvSpPr/>
              <p:nvPr/>
            </p:nvSpPr>
            <p:spPr>
              <a:xfrm>
                <a:off x="5055942" y="8376418"/>
                <a:ext cx="24759" cy="61519"/>
              </a:xfrm>
              <a:custGeom>
                <a:avLst/>
                <a:gdLst>
                  <a:gd name="connsiteX0" fmla="*/ 625 w 24759"/>
                  <a:gd name="connsiteY0" fmla="*/ 27098 h 61519"/>
                  <a:gd name="connsiteX1" fmla="*/ 17829 w 24759"/>
                  <a:gd name="connsiteY1" fmla="*/ 59642 h 61519"/>
                  <a:gd name="connsiteX2" fmla="*/ 22689 w 24759"/>
                  <a:gd name="connsiteY2" fmla="*/ 61194 h 61519"/>
                  <a:gd name="connsiteX3" fmla="*/ 24400 w 24759"/>
                  <a:gd name="connsiteY3" fmla="*/ 56784 h 61519"/>
                  <a:gd name="connsiteX4" fmla="*/ 7786 w 24759"/>
                  <a:gd name="connsiteY4" fmla="*/ 25353 h 61519"/>
                  <a:gd name="connsiteX5" fmla="*/ 20768 w 24759"/>
                  <a:gd name="connsiteY5" fmla="*/ 4958 h 61519"/>
                  <a:gd name="connsiteX6" fmla="*/ 19434 w 24759"/>
                  <a:gd name="connsiteY6" fmla="*/ 443 h 61519"/>
                  <a:gd name="connsiteX7" fmla="*/ 14456 w 24759"/>
                  <a:gd name="connsiteY7" fmla="*/ 1653 h 61519"/>
                  <a:gd name="connsiteX8" fmla="*/ 488 w 24759"/>
                  <a:gd name="connsiteY8" fmla="*/ 23599 h 61519"/>
                  <a:gd name="connsiteX9" fmla="*/ 625 w 24759"/>
                  <a:gd name="connsiteY9" fmla="*/ 27098 h 615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4759" h="61519">
                    <a:moveTo>
                      <a:pt x="625" y="27098"/>
                    </a:moveTo>
                    <a:cubicBezTo>
                      <a:pt x="625" y="27098"/>
                      <a:pt x="17829" y="59642"/>
                      <a:pt x="17829" y="59642"/>
                    </a:cubicBezTo>
                    <a:cubicBezTo>
                      <a:pt x="18698" y="61288"/>
                      <a:pt x="20874" y="61983"/>
                      <a:pt x="22689" y="61194"/>
                    </a:cubicBezTo>
                    <a:cubicBezTo>
                      <a:pt x="24504" y="60405"/>
                      <a:pt x="25270" y="58431"/>
                      <a:pt x="24400" y="56784"/>
                    </a:cubicBezTo>
                    <a:cubicBezTo>
                      <a:pt x="24400" y="56784"/>
                      <a:pt x="7786" y="25353"/>
                      <a:pt x="7786" y="25353"/>
                    </a:cubicBezTo>
                    <a:cubicBezTo>
                      <a:pt x="7786" y="25353"/>
                      <a:pt x="20768" y="4958"/>
                      <a:pt x="20768" y="4958"/>
                    </a:cubicBezTo>
                    <a:cubicBezTo>
                      <a:pt x="21773" y="3378"/>
                      <a:pt x="21177" y="1357"/>
                      <a:pt x="19434" y="443"/>
                    </a:cubicBezTo>
                    <a:cubicBezTo>
                      <a:pt x="17692" y="-469"/>
                      <a:pt x="15463" y="73"/>
                      <a:pt x="14456" y="1653"/>
                    </a:cubicBezTo>
                    <a:cubicBezTo>
                      <a:pt x="14456" y="1653"/>
                      <a:pt x="488" y="23599"/>
                      <a:pt x="488" y="23599"/>
                    </a:cubicBezTo>
                    <a:cubicBezTo>
                      <a:pt x="-233" y="24729"/>
                      <a:pt x="-128" y="26084"/>
                      <a:pt x="625" y="27098"/>
                    </a:cubicBezTo>
                    <a:close/>
                  </a:path>
                </a:pathLst>
              </a:custGeom>
              <a:solidFill>
                <a:srgbClr val="3B434F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27" name="자유형: 도형 326">
                <a:extLst>
                  <a:ext uri="{FF2B5EF4-FFF2-40B4-BE49-F238E27FC236}">
                    <a16:creationId xmlns:a16="http://schemas.microsoft.com/office/drawing/2014/main" id="{6B8F347A-4610-4177-A8A7-C222CFB8578A}"/>
                  </a:ext>
                </a:extLst>
              </p:cNvPr>
              <p:cNvSpPr/>
              <p:nvPr/>
            </p:nvSpPr>
            <p:spPr>
              <a:xfrm>
                <a:off x="5123599" y="8329747"/>
                <a:ext cx="6644" cy="133448"/>
              </a:xfrm>
              <a:custGeom>
                <a:avLst/>
                <a:gdLst>
                  <a:gd name="connsiteX0" fmla="*/ 0 w 6644"/>
                  <a:gd name="connsiteY0" fmla="*/ 0 h 133448"/>
                  <a:gd name="connsiteX1" fmla="*/ 6644 w 6644"/>
                  <a:gd name="connsiteY1" fmla="*/ 0 h 133448"/>
                  <a:gd name="connsiteX2" fmla="*/ 6644 w 6644"/>
                  <a:gd name="connsiteY2" fmla="*/ 133449 h 133448"/>
                  <a:gd name="connsiteX3" fmla="*/ 0 w 6644"/>
                  <a:gd name="connsiteY3" fmla="*/ 133449 h 133448"/>
                  <a:gd name="connsiteX4" fmla="*/ 0 w 6644"/>
                  <a:gd name="connsiteY4" fmla="*/ 0 h 1334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644" h="133448">
                    <a:moveTo>
                      <a:pt x="0" y="0"/>
                    </a:moveTo>
                    <a:cubicBezTo>
                      <a:pt x="0" y="0"/>
                      <a:pt x="6644" y="0"/>
                      <a:pt x="6644" y="0"/>
                    </a:cubicBezTo>
                    <a:cubicBezTo>
                      <a:pt x="6644" y="0"/>
                      <a:pt x="6644" y="133449"/>
                      <a:pt x="6644" y="133449"/>
                    </a:cubicBezTo>
                    <a:cubicBezTo>
                      <a:pt x="6644" y="133449"/>
                      <a:pt x="0" y="133449"/>
                      <a:pt x="0" y="133449"/>
                    </a:cubicBezTo>
                    <a:cubicBezTo>
                      <a:pt x="0" y="133449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3B434F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28" name="자유형: 도형 327">
                <a:extLst>
                  <a:ext uri="{FF2B5EF4-FFF2-40B4-BE49-F238E27FC236}">
                    <a16:creationId xmlns:a16="http://schemas.microsoft.com/office/drawing/2014/main" id="{9D88D8A4-99A0-4FDD-919F-72D9CE67EC00}"/>
                  </a:ext>
                </a:extLst>
              </p:cNvPr>
              <p:cNvSpPr/>
              <p:nvPr/>
            </p:nvSpPr>
            <p:spPr>
              <a:xfrm>
                <a:off x="5200317" y="8330845"/>
                <a:ext cx="6645" cy="133448"/>
              </a:xfrm>
              <a:custGeom>
                <a:avLst/>
                <a:gdLst>
                  <a:gd name="connsiteX0" fmla="*/ 0 w 6645"/>
                  <a:gd name="connsiteY0" fmla="*/ 0 h 133448"/>
                  <a:gd name="connsiteX1" fmla="*/ 6646 w 6645"/>
                  <a:gd name="connsiteY1" fmla="*/ 0 h 133448"/>
                  <a:gd name="connsiteX2" fmla="*/ 6646 w 6645"/>
                  <a:gd name="connsiteY2" fmla="*/ 133449 h 133448"/>
                  <a:gd name="connsiteX3" fmla="*/ 0 w 6645"/>
                  <a:gd name="connsiteY3" fmla="*/ 133449 h 133448"/>
                  <a:gd name="connsiteX4" fmla="*/ 0 w 6645"/>
                  <a:gd name="connsiteY4" fmla="*/ 0 h 1334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645" h="133448">
                    <a:moveTo>
                      <a:pt x="0" y="0"/>
                    </a:moveTo>
                    <a:cubicBezTo>
                      <a:pt x="0" y="0"/>
                      <a:pt x="6646" y="0"/>
                      <a:pt x="6646" y="0"/>
                    </a:cubicBezTo>
                    <a:cubicBezTo>
                      <a:pt x="6646" y="0"/>
                      <a:pt x="6646" y="133449"/>
                      <a:pt x="6646" y="133449"/>
                    </a:cubicBezTo>
                    <a:cubicBezTo>
                      <a:pt x="6646" y="133449"/>
                      <a:pt x="0" y="133449"/>
                      <a:pt x="0" y="133449"/>
                    </a:cubicBezTo>
                    <a:cubicBezTo>
                      <a:pt x="0" y="133449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3B434F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29" name="자유형: 도형 328">
                <a:extLst>
                  <a:ext uri="{FF2B5EF4-FFF2-40B4-BE49-F238E27FC236}">
                    <a16:creationId xmlns:a16="http://schemas.microsoft.com/office/drawing/2014/main" id="{DCAD962C-4B47-46EF-AB0E-B7333130190D}"/>
                  </a:ext>
                </a:extLst>
              </p:cNvPr>
              <p:cNvSpPr/>
              <p:nvPr/>
            </p:nvSpPr>
            <p:spPr>
              <a:xfrm>
                <a:off x="5034212" y="7964548"/>
                <a:ext cx="265163" cy="351468"/>
              </a:xfrm>
              <a:custGeom>
                <a:avLst/>
                <a:gdLst>
                  <a:gd name="connsiteX0" fmla="*/ 132582 w 265163"/>
                  <a:gd name="connsiteY0" fmla="*/ 0 h 351468"/>
                  <a:gd name="connsiteX1" fmla="*/ 265118 w 265163"/>
                  <a:gd name="connsiteY1" fmla="*/ 140551 h 351468"/>
                  <a:gd name="connsiteX2" fmla="*/ 263067 w 265163"/>
                  <a:gd name="connsiteY2" fmla="*/ 222078 h 351468"/>
                  <a:gd name="connsiteX3" fmla="*/ 132582 w 265163"/>
                  <a:gd name="connsiteY3" fmla="*/ 351468 h 351468"/>
                  <a:gd name="connsiteX4" fmla="*/ 2094 w 265163"/>
                  <a:gd name="connsiteY4" fmla="*/ 222078 h 351468"/>
                  <a:gd name="connsiteX5" fmla="*/ 46 w 265163"/>
                  <a:gd name="connsiteY5" fmla="*/ 140551 h 351468"/>
                  <a:gd name="connsiteX6" fmla="*/ 132582 w 265163"/>
                  <a:gd name="connsiteY6" fmla="*/ 0 h 351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65163" h="351468">
                    <a:moveTo>
                      <a:pt x="132582" y="0"/>
                    </a:moveTo>
                    <a:cubicBezTo>
                      <a:pt x="207731" y="0"/>
                      <a:pt x="267046" y="63842"/>
                      <a:pt x="265118" y="140551"/>
                    </a:cubicBezTo>
                    <a:cubicBezTo>
                      <a:pt x="265118" y="140551"/>
                      <a:pt x="263067" y="222078"/>
                      <a:pt x="263067" y="222078"/>
                    </a:cubicBezTo>
                    <a:cubicBezTo>
                      <a:pt x="261251" y="294345"/>
                      <a:pt x="202849" y="351468"/>
                      <a:pt x="132582" y="351468"/>
                    </a:cubicBezTo>
                    <a:cubicBezTo>
                      <a:pt x="62313" y="351468"/>
                      <a:pt x="3912" y="294345"/>
                      <a:pt x="2094" y="222078"/>
                    </a:cubicBezTo>
                    <a:cubicBezTo>
                      <a:pt x="2094" y="222078"/>
                      <a:pt x="46" y="140551"/>
                      <a:pt x="46" y="140551"/>
                    </a:cubicBezTo>
                    <a:cubicBezTo>
                      <a:pt x="-1884" y="63842"/>
                      <a:pt x="57432" y="0"/>
                      <a:pt x="13258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30" name="자유형: 도형 329">
                <a:extLst>
                  <a:ext uri="{FF2B5EF4-FFF2-40B4-BE49-F238E27FC236}">
                    <a16:creationId xmlns:a16="http://schemas.microsoft.com/office/drawing/2014/main" id="{FF82E112-0199-4B8F-810C-2F01BF50B1CC}"/>
                  </a:ext>
                </a:extLst>
              </p:cNvPr>
              <p:cNvSpPr/>
              <p:nvPr/>
            </p:nvSpPr>
            <p:spPr>
              <a:xfrm>
                <a:off x="5027567" y="7956311"/>
                <a:ext cx="277847" cy="365747"/>
              </a:xfrm>
              <a:custGeom>
                <a:avLst/>
                <a:gdLst>
                  <a:gd name="connsiteX0" fmla="*/ 277800 w 277847"/>
                  <a:gd name="connsiteY0" fmla="*/ 146261 h 365747"/>
                  <a:gd name="connsiteX1" fmla="*/ 275652 w 277847"/>
                  <a:gd name="connsiteY1" fmla="*/ 231101 h 365747"/>
                  <a:gd name="connsiteX2" fmla="*/ 138924 w 277847"/>
                  <a:gd name="connsiteY2" fmla="*/ 365748 h 365747"/>
                  <a:gd name="connsiteX3" fmla="*/ 2196 w 277847"/>
                  <a:gd name="connsiteY3" fmla="*/ 231101 h 365747"/>
                  <a:gd name="connsiteX4" fmla="*/ 48 w 277847"/>
                  <a:gd name="connsiteY4" fmla="*/ 146261 h 365747"/>
                  <a:gd name="connsiteX5" fmla="*/ 138924 w 277847"/>
                  <a:gd name="connsiteY5" fmla="*/ 0 h 365747"/>
                  <a:gd name="connsiteX6" fmla="*/ 277800 w 277847"/>
                  <a:gd name="connsiteY6" fmla="*/ 146261 h 365747"/>
                  <a:gd name="connsiteX7" fmla="*/ 138622 w 277847"/>
                  <a:gd name="connsiteY7" fmla="*/ 8786 h 365747"/>
                  <a:gd name="connsiteX8" fmla="*/ 7899 w 277847"/>
                  <a:gd name="connsiteY8" fmla="*/ 148239 h 365747"/>
                  <a:gd name="connsiteX9" fmla="*/ 9920 w 277847"/>
                  <a:gd name="connsiteY9" fmla="*/ 229130 h 365747"/>
                  <a:gd name="connsiteX10" fmla="*/ 138622 w 277847"/>
                  <a:gd name="connsiteY10" fmla="*/ 357510 h 365747"/>
                  <a:gd name="connsiteX11" fmla="*/ 267326 w 277847"/>
                  <a:gd name="connsiteY11" fmla="*/ 229130 h 365747"/>
                  <a:gd name="connsiteX12" fmla="*/ 269347 w 277847"/>
                  <a:gd name="connsiteY12" fmla="*/ 148239 h 365747"/>
                  <a:gd name="connsiteX13" fmla="*/ 138622 w 277847"/>
                  <a:gd name="connsiteY13" fmla="*/ 8786 h 3657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77847" h="365747">
                    <a:moveTo>
                      <a:pt x="277800" y="146261"/>
                    </a:moveTo>
                    <a:cubicBezTo>
                      <a:pt x="277800" y="146261"/>
                      <a:pt x="275652" y="231101"/>
                      <a:pt x="275652" y="231101"/>
                    </a:cubicBezTo>
                    <a:cubicBezTo>
                      <a:pt x="273749" y="306303"/>
                      <a:pt x="212554" y="365748"/>
                      <a:pt x="138924" y="365748"/>
                    </a:cubicBezTo>
                    <a:cubicBezTo>
                      <a:pt x="65294" y="365748"/>
                      <a:pt x="4100" y="306303"/>
                      <a:pt x="2196" y="231101"/>
                    </a:cubicBezTo>
                    <a:cubicBezTo>
                      <a:pt x="2196" y="231101"/>
                      <a:pt x="48" y="146261"/>
                      <a:pt x="48" y="146261"/>
                    </a:cubicBezTo>
                    <a:cubicBezTo>
                      <a:pt x="-1972" y="66436"/>
                      <a:pt x="60180" y="0"/>
                      <a:pt x="138924" y="0"/>
                    </a:cubicBezTo>
                    <a:cubicBezTo>
                      <a:pt x="217668" y="0"/>
                      <a:pt x="279822" y="66436"/>
                      <a:pt x="277800" y="146261"/>
                    </a:cubicBezTo>
                    <a:close/>
                    <a:moveTo>
                      <a:pt x="138622" y="8786"/>
                    </a:moveTo>
                    <a:cubicBezTo>
                      <a:pt x="64501" y="8786"/>
                      <a:pt x="5996" y="72130"/>
                      <a:pt x="7899" y="148239"/>
                    </a:cubicBezTo>
                    <a:cubicBezTo>
                      <a:pt x="7899" y="148239"/>
                      <a:pt x="9920" y="229130"/>
                      <a:pt x="9920" y="229130"/>
                    </a:cubicBezTo>
                    <a:cubicBezTo>
                      <a:pt x="11713" y="300833"/>
                      <a:pt x="69315" y="357510"/>
                      <a:pt x="138622" y="357510"/>
                    </a:cubicBezTo>
                    <a:cubicBezTo>
                      <a:pt x="207931" y="357510"/>
                      <a:pt x="265533" y="300833"/>
                      <a:pt x="267326" y="229130"/>
                    </a:cubicBezTo>
                    <a:cubicBezTo>
                      <a:pt x="267326" y="229130"/>
                      <a:pt x="269347" y="148239"/>
                      <a:pt x="269347" y="148239"/>
                    </a:cubicBezTo>
                    <a:cubicBezTo>
                      <a:pt x="271249" y="72130"/>
                      <a:pt x="212745" y="8786"/>
                      <a:pt x="138622" y="8786"/>
                    </a:cubicBezTo>
                    <a:close/>
                  </a:path>
                </a:pathLst>
              </a:custGeom>
              <a:solidFill>
                <a:srgbClr val="3B434F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31" name="자유형: 도형 330">
                <a:extLst>
                  <a:ext uri="{FF2B5EF4-FFF2-40B4-BE49-F238E27FC236}">
                    <a16:creationId xmlns:a16="http://schemas.microsoft.com/office/drawing/2014/main" id="{8C70DAC0-72D2-49BF-8849-E02F9543A5EE}"/>
                  </a:ext>
                </a:extLst>
              </p:cNvPr>
              <p:cNvSpPr/>
              <p:nvPr/>
            </p:nvSpPr>
            <p:spPr>
              <a:xfrm>
                <a:off x="5027341" y="8116668"/>
                <a:ext cx="274256" cy="206488"/>
              </a:xfrm>
              <a:custGeom>
                <a:avLst/>
                <a:gdLst>
                  <a:gd name="connsiteX0" fmla="*/ 274256 w 274256"/>
                  <a:gd name="connsiteY0" fmla="*/ 0 h 206488"/>
                  <a:gd name="connsiteX1" fmla="*/ 268215 w 274256"/>
                  <a:gd name="connsiteY1" fmla="*/ 90065 h 206488"/>
                  <a:gd name="connsiteX2" fmla="*/ 137732 w 274256"/>
                  <a:gd name="connsiteY2" fmla="*/ 206336 h 206488"/>
                  <a:gd name="connsiteX3" fmla="*/ 137732 w 274256"/>
                  <a:gd name="connsiteY3" fmla="*/ 206489 h 206488"/>
                  <a:gd name="connsiteX4" fmla="*/ 137127 w 274256"/>
                  <a:gd name="connsiteY4" fmla="*/ 206413 h 206488"/>
                  <a:gd name="connsiteX5" fmla="*/ 136524 w 274256"/>
                  <a:gd name="connsiteY5" fmla="*/ 206489 h 206488"/>
                  <a:gd name="connsiteX6" fmla="*/ 136524 w 274256"/>
                  <a:gd name="connsiteY6" fmla="*/ 206336 h 206488"/>
                  <a:gd name="connsiteX7" fmla="*/ 6041 w 274256"/>
                  <a:gd name="connsiteY7" fmla="*/ 90065 h 206488"/>
                  <a:gd name="connsiteX8" fmla="*/ 0 w 274256"/>
                  <a:gd name="connsiteY8" fmla="*/ 0 h 206488"/>
                  <a:gd name="connsiteX9" fmla="*/ 49536 w 274256"/>
                  <a:gd name="connsiteY9" fmla="*/ 115326 h 206488"/>
                  <a:gd name="connsiteX10" fmla="*/ 82156 w 274256"/>
                  <a:gd name="connsiteY10" fmla="*/ 85671 h 206488"/>
                  <a:gd name="connsiteX11" fmla="*/ 137127 w 274256"/>
                  <a:gd name="connsiteY11" fmla="*/ 91464 h 206488"/>
                  <a:gd name="connsiteX12" fmla="*/ 192100 w 274256"/>
                  <a:gd name="connsiteY12" fmla="*/ 85671 h 206488"/>
                  <a:gd name="connsiteX13" fmla="*/ 224721 w 274256"/>
                  <a:gd name="connsiteY13" fmla="*/ 115326 h 206488"/>
                  <a:gd name="connsiteX14" fmla="*/ 274256 w 274256"/>
                  <a:gd name="connsiteY14" fmla="*/ 0 h 206488"/>
                  <a:gd name="connsiteX15" fmla="*/ 207084 w 274256"/>
                  <a:gd name="connsiteY15" fmla="*/ 126489 h 206488"/>
                  <a:gd name="connsiteX16" fmla="*/ 192484 w 274256"/>
                  <a:gd name="connsiteY16" fmla="*/ 108771 h 206488"/>
                  <a:gd name="connsiteX17" fmla="*/ 137732 w 274256"/>
                  <a:gd name="connsiteY17" fmla="*/ 119994 h 206488"/>
                  <a:gd name="connsiteX18" fmla="*/ 137732 w 274256"/>
                  <a:gd name="connsiteY18" fmla="*/ 119868 h 206488"/>
                  <a:gd name="connsiteX19" fmla="*/ 83364 w 274256"/>
                  <a:gd name="connsiteY19" fmla="*/ 108736 h 206488"/>
                  <a:gd name="connsiteX20" fmla="*/ 68866 w 274256"/>
                  <a:gd name="connsiteY20" fmla="*/ 126310 h 206488"/>
                  <a:gd name="connsiteX21" fmla="*/ 80947 w 274256"/>
                  <a:gd name="connsiteY21" fmla="*/ 153768 h 206488"/>
                  <a:gd name="connsiteX22" fmla="*/ 102694 w 274256"/>
                  <a:gd name="connsiteY22" fmla="*/ 174636 h 206488"/>
                  <a:gd name="connsiteX23" fmla="*/ 117192 w 274256"/>
                  <a:gd name="connsiteY23" fmla="*/ 162555 h 206488"/>
                  <a:gd name="connsiteX24" fmla="*/ 124442 w 274256"/>
                  <a:gd name="connsiteY24" fmla="*/ 148276 h 206488"/>
                  <a:gd name="connsiteX25" fmla="*/ 137732 w 274256"/>
                  <a:gd name="connsiteY25" fmla="*/ 148276 h 206488"/>
                  <a:gd name="connsiteX26" fmla="*/ 137732 w 274256"/>
                  <a:gd name="connsiteY26" fmla="*/ 148638 h 206488"/>
                  <a:gd name="connsiteX27" fmla="*/ 151116 w 274256"/>
                  <a:gd name="connsiteY27" fmla="*/ 148638 h 206488"/>
                  <a:gd name="connsiteX28" fmla="*/ 158416 w 274256"/>
                  <a:gd name="connsiteY28" fmla="*/ 163034 h 206488"/>
                  <a:gd name="connsiteX29" fmla="*/ 173016 w 274256"/>
                  <a:gd name="connsiteY29" fmla="*/ 175216 h 206488"/>
                  <a:gd name="connsiteX30" fmla="*/ 194917 w 274256"/>
                  <a:gd name="connsiteY30" fmla="*/ 154175 h 206488"/>
                  <a:gd name="connsiteX31" fmla="*/ 207084 w 274256"/>
                  <a:gd name="connsiteY31" fmla="*/ 126489 h 2064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274256" h="206488">
                    <a:moveTo>
                      <a:pt x="274256" y="0"/>
                    </a:moveTo>
                    <a:cubicBezTo>
                      <a:pt x="274256" y="0"/>
                      <a:pt x="268215" y="90065"/>
                      <a:pt x="268215" y="90065"/>
                    </a:cubicBezTo>
                    <a:cubicBezTo>
                      <a:pt x="268215" y="90065"/>
                      <a:pt x="241385" y="194027"/>
                      <a:pt x="137732" y="206336"/>
                    </a:cubicBezTo>
                    <a:cubicBezTo>
                      <a:pt x="137732" y="206336"/>
                      <a:pt x="137732" y="206489"/>
                      <a:pt x="137732" y="206489"/>
                    </a:cubicBezTo>
                    <a:cubicBezTo>
                      <a:pt x="137528" y="206466"/>
                      <a:pt x="137331" y="206436"/>
                      <a:pt x="137127" y="206413"/>
                    </a:cubicBezTo>
                    <a:cubicBezTo>
                      <a:pt x="136925" y="206436"/>
                      <a:pt x="136728" y="206466"/>
                      <a:pt x="136524" y="206489"/>
                    </a:cubicBezTo>
                    <a:cubicBezTo>
                      <a:pt x="136524" y="206489"/>
                      <a:pt x="136524" y="206336"/>
                      <a:pt x="136524" y="206336"/>
                    </a:cubicBezTo>
                    <a:cubicBezTo>
                      <a:pt x="32871" y="194027"/>
                      <a:pt x="6041" y="90065"/>
                      <a:pt x="6041" y="90065"/>
                    </a:cubicBezTo>
                    <a:cubicBezTo>
                      <a:pt x="6041" y="90065"/>
                      <a:pt x="0" y="0"/>
                      <a:pt x="0" y="0"/>
                    </a:cubicBezTo>
                    <a:cubicBezTo>
                      <a:pt x="26898" y="108539"/>
                      <a:pt x="49536" y="115326"/>
                      <a:pt x="49536" y="115326"/>
                    </a:cubicBezTo>
                    <a:cubicBezTo>
                      <a:pt x="44954" y="82413"/>
                      <a:pt x="82156" y="85671"/>
                      <a:pt x="82156" y="85671"/>
                    </a:cubicBezTo>
                    <a:cubicBezTo>
                      <a:pt x="104829" y="89152"/>
                      <a:pt x="122878" y="90836"/>
                      <a:pt x="137127" y="91464"/>
                    </a:cubicBezTo>
                    <a:cubicBezTo>
                      <a:pt x="151378" y="90836"/>
                      <a:pt x="169427" y="89152"/>
                      <a:pt x="192100" y="85671"/>
                    </a:cubicBezTo>
                    <a:cubicBezTo>
                      <a:pt x="192100" y="85671"/>
                      <a:pt x="229302" y="82413"/>
                      <a:pt x="224721" y="115326"/>
                    </a:cubicBezTo>
                    <a:cubicBezTo>
                      <a:pt x="224721" y="115326"/>
                      <a:pt x="247358" y="108539"/>
                      <a:pt x="274256" y="0"/>
                    </a:cubicBezTo>
                    <a:close/>
                    <a:moveTo>
                      <a:pt x="207084" y="126489"/>
                    </a:moveTo>
                    <a:cubicBezTo>
                      <a:pt x="205325" y="107130"/>
                      <a:pt x="192484" y="108771"/>
                      <a:pt x="192484" y="108771"/>
                    </a:cubicBezTo>
                    <a:cubicBezTo>
                      <a:pt x="169653" y="114878"/>
                      <a:pt x="151733" y="118271"/>
                      <a:pt x="137732" y="119994"/>
                    </a:cubicBezTo>
                    <a:cubicBezTo>
                      <a:pt x="137732" y="119994"/>
                      <a:pt x="137732" y="119868"/>
                      <a:pt x="137732" y="119868"/>
                    </a:cubicBezTo>
                    <a:cubicBezTo>
                      <a:pt x="123830" y="118158"/>
                      <a:pt x="106034" y="114793"/>
                      <a:pt x="83364" y="108736"/>
                    </a:cubicBezTo>
                    <a:cubicBezTo>
                      <a:pt x="83364" y="108736"/>
                      <a:pt x="70612" y="107108"/>
                      <a:pt x="68866" y="126310"/>
                    </a:cubicBezTo>
                    <a:cubicBezTo>
                      <a:pt x="68866" y="126310"/>
                      <a:pt x="63745" y="145547"/>
                      <a:pt x="80947" y="153768"/>
                    </a:cubicBezTo>
                    <a:cubicBezTo>
                      <a:pt x="80947" y="153768"/>
                      <a:pt x="102694" y="174636"/>
                      <a:pt x="102694" y="174636"/>
                    </a:cubicBezTo>
                    <a:cubicBezTo>
                      <a:pt x="102694" y="174636"/>
                      <a:pt x="117556" y="178919"/>
                      <a:pt x="117192" y="162555"/>
                    </a:cubicBezTo>
                    <a:cubicBezTo>
                      <a:pt x="117192" y="162555"/>
                      <a:pt x="115680" y="150351"/>
                      <a:pt x="124442" y="148276"/>
                    </a:cubicBezTo>
                    <a:cubicBezTo>
                      <a:pt x="124442" y="148276"/>
                      <a:pt x="137732" y="148276"/>
                      <a:pt x="137732" y="148276"/>
                    </a:cubicBezTo>
                    <a:cubicBezTo>
                      <a:pt x="137732" y="148276"/>
                      <a:pt x="137732" y="148638"/>
                      <a:pt x="137732" y="148638"/>
                    </a:cubicBezTo>
                    <a:cubicBezTo>
                      <a:pt x="137732" y="148638"/>
                      <a:pt x="151116" y="148638"/>
                      <a:pt x="151116" y="148638"/>
                    </a:cubicBezTo>
                    <a:cubicBezTo>
                      <a:pt x="159939" y="150729"/>
                      <a:pt x="158416" y="163034"/>
                      <a:pt x="158416" y="163034"/>
                    </a:cubicBezTo>
                    <a:cubicBezTo>
                      <a:pt x="158051" y="179534"/>
                      <a:pt x="173016" y="175216"/>
                      <a:pt x="173016" y="175216"/>
                    </a:cubicBezTo>
                    <a:cubicBezTo>
                      <a:pt x="173016" y="175216"/>
                      <a:pt x="194917" y="154175"/>
                      <a:pt x="194917" y="154175"/>
                    </a:cubicBezTo>
                    <a:cubicBezTo>
                      <a:pt x="212240" y="145887"/>
                      <a:pt x="207084" y="126489"/>
                      <a:pt x="207084" y="126489"/>
                    </a:cubicBezTo>
                    <a:close/>
                  </a:path>
                </a:pathLst>
              </a:custGeom>
              <a:solidFill>
                <a:srgbClr val="3B434F">
                  <a:alpha val="6000"/>
                </a:srgbClr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32" name="자유형: 도형 331">
                <a:extLst>
                  <a:ext uri="{FF2B5EF4-FFF2-40B4-BE49-F238E27FC236}">
                    <a16:creationId xmlns:a16="http://schemas.microsoft.com/office/drawing/2014/main" id="{AD18D584-D255-4211-9A33-E4586A860C8E}"/>
                  </a:ext>
                </a:extLst>
              </p:cNvPr>
              <p:cNvSpPr/>
              <p:nvPr/>
            </p:nvSpPr>
            <p:spPr>
              <a:xfrm>
                <a:off x="5149574" y="8272633"/>
                <a:ext cx="33829" cy="4392"/>
              </a:xfrm>
              <a:custGeom>
                <a:avLst/>
                <a:gdLst>
                  <a:gd name="connsiteX0" fmla="*/ 2417 w 33829"/>
                  <a:gd name="connsiteY0" fmla="*/ 0 h 4392"/>
                  <a:gd name="connsiteX1" fmla="*/ 31413 w 33829"/>
                  <a:gd name="connsiteY1" fmla="*/ 0 h 4392"/>
                  <a:gd name="connsiteX2" fmla="*/ 33830 w 33829"/>
                  <a:gd name="connsiteY2" fmla="*/ 2196 h 4392"/>
                  <a:gd name="connsiteX3" fmla="*/ 31413 w 33829"/>
                  <a:gd name="connsiteY3" fmla="*/ 4393 h 4392"/>
                  <a:gd name="connsiteX4" fmla="*/ 2417 w 33829"/>
                  <a:gd name="connsiteY4" fmla="*/ 4393 h 4392"/>
                  <a:gd name="connsiteX5" fmla="*/ 0 w 33829"/>
                  <a:gd name="connsiteY5" fmla="*/ 2196 h 4392"/>
                  <a:gd name="connsiteX6" fmla="*/ 2417 w 33829"/>
                  <a:gd name="connsiteY6" fmla="*/ 0 h 43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3829" h="4392">
                    <a:moveTo>
                      <a:pt x="2417" y="0"/>
                    </a:moveTo>
                    <a:cubicBezTo>
                      <a:pt x="2417" y="0"/>
                      <a:pt x="31413" y="0"/>
                      <a:pt x="31413" y="0"/>
                    </a:cubicBezTo>
                    <a:cubicBezTo>
                      <a:pt x="32748" y="0"/>
                      <a:pt x="33830" y="983"/>
                      <a:pt x="33830" y="2196"/>
                    </a:cubicBezTo>
                    <a:cubicBezTo>
                      <a:pt x="33830" y="3410"/>
                      <a:pt x="32748" y="4393"/>
                      <a:pt x="31413" y="4393"/>
                    </a:cubicBezTo>
                    <a:cubicBezTo>
                      <a:pt x="31413" y="4393"/>
                      <a:pt x="2417" y="4393"/>
                      <a:pt x="2417" y="4393"/>
                    </a:cubicBezTo>
                    <a:cubicBezTo>
                      <a:pt x="1082" y="4393"/>
                      <a:pt x="0" y="3410"/>
                      <a:pt x="0" y="2196"/>
                    </a:cubicBezTo>
                    <a:cubicBezTo>
                      <a:pt x="0" y="983"/>
                      <a:pt x="1082" y="0"/>
                      <a:pt x="2417" y="0"/>
                    </a:cubicBezTo>
                    <a:close/>
                  </a:path>
                </a:pathLst>
              </a:custGeom>
              <a:solidFill>
                <a:srgbClr val="3B434F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33" name="자유형: 도형 332">
                <a:extLst>
                  <a:ext uri="{FF2B5EF4-FFF2-40B4-BE49-F238E27FC236}">
                    <a16:creationId xmlns:a16="http://schemas.microsoft.com/office/drawing/2014/main" id="{605A39C5-774A-47A1-8A12-94D5A9D7BF19}"/>
                  </a:ext>
                </a:extLst>
              </p:cNvPr>
              <p:cNvSpPr/>
              <p:nvPr/>
            </p:nvSpPr>
            <p:spPr>
              <a:xfrm>
                <a:off x="5126616" y="8241878"/>
                <a:ext cx="82160" cy="14280"/>
              </a:xfrm>
              <a:custGeom>
                <a:avLst/>
                <a:gdLst>
                  <a:gd name="connsiteX0" fmla="*/ 0 w 82160"/>
                  <a:gd name="connsiteY0" fmla="*/ 4471 h 14280"/>
                  <a:gd name="connsiteX1" fmla="*/ 3365 w 82160"/>
                  <a:gd name="connsiteY1" fmla="*/ 190 h 14280"/>
                  <a:gd name="connsiteX2" fmla="*/ 40821 w 82160"/>
                  <a:gd name="connsiteY2" fmla="*/ 9077 h 14280"/>
                  <a:gd name="connsiteX3" fmla="*/ 78637 w 82160"/>
                  <a:gd name="connsiteY3" fmla="*/ 0 h 14280"/>
                  <a:gd name="connsiteX4" fmla="*/ 82161 w 82160"/>
                  <a:gd name="connsiteY4" fmla="*/ 4423 h 14280"/>
                  <a:gd name="connsiteX5" fmla="*/ 41034 w 82160"/>
                  <a:gd name="connsiteY5" fmla="*/ 14281 h 14280"/>
                  <a:gd name="connsiteX6" fmla="*/ 0 w 82160"/>
                  <a:gd name="connsiteY6" fmla="*/ 4471 h 142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2160" h="14280">
                    <a:moveTo>
                      <a:pt x="0" y="4471"/>
                    </a:moveTo>
                    <a:cubicBezTo>
                      <a:pt x="0" y="4471"/>
                      <a:pt x="3365" y="190"/>
                      <a:pt x="3365" y="190"/>
                    </a:cubicBezTo>
                    <a:cubicBezTo>
                      <a:pt x="14182" y="5815"/>
                      <a:pt x="27034" y="9077"/>
                      <a:pt x="40821" y="9077"/>
                    </a:cubicBezTo>
                    <a:cubicBezTo>
                      <a:pt x="54763" y="9077"/>
                      <a:pt x="67746" y="5741"/>
                      <a:pt x="78637" y="0"/>
                    </a:cubicBezTo>
                    <a:cubicBezTo>
                      <a:pt x="78637" y="0"/>
                      <a:pt x="82161" y="4423"/>
                      <a:pt x="82161" y="4423"/>
                    </a:cubicBezTo>
                    <a:cubicBezTo>
                      <a:pt x="70312" y="10659"/>
                      <a:pt x="56193" y="14281"/>
                      <a:pt x="41034" y="14281"/>
                    </a:cubicBezTo>
                    <a:cubicBezTo>
                      <a:pt x="25915" y="14281"/>
                      <a:pt x="11829" y="10678"/>
                      <a:pt x="0" y="4471"/>
                    </a:cubicBezTo>
                    <a:close/>
                  </a:path>
                </a:pathLst>
              </a:custGeom>
              <a:solidFill>
                <a:srgbClr val="3B434F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34" name="자유형: 도형 333">
                <a:extLst>
                  <a:ext uri="{FF2B5EF4-FFF2-40B4-BE49-F238E27FC236}">
                    <a16:creationId xmlns:a16="http://schemas.microsoft.com/office/drawing/2014/main" id="{238ED2A0-3BB8-4351-BDA2-F037432F3629}"/>
                  </a:ext>
                </a:extLst>
              </p:cNvPr>
              <p:cNvSpPr/>
              <p:nvPr/>
            </p:nvSpPr>
            <p:spPr>
              <a:xfrm>
                <a:off x="4997556" y="8112267"/>
                <a:ext cx="33824" cy="88978"/>
              </a:xfrm>
              <a:custGeom>
                <a:avLst/>
                <a:gdLst>
                  <a:gd name="connsiteX0" fmla="*/ 29908 w 33824"/>
                  <a:gd name="connsiteY0" fmla="*/ 2676 h 88978"/>
                  <a:gd name="connsiteX1" fmla="*/ 25656 w 33824"/>
                  <a:gd name="connsiteY1" fmla="*/ 820 h 88978"/>
                  <a:gd name="connsiteX2" fmla="*/ 20591 w 33824"/>
                  <a:gd name="connsiteY2" fmla="*/ 18 h 88978"/>
                  <a:gd name="connsiteX3" fmla="*/ 19081 w 33824"/>
                  <a:gd name="connsiteY3" fmla="*/ 8 h 88978"/>
                  <a:gd name="connsiteX4" fmla="*/ 17503 w 33824"/>
                  <a:gd name="connsiteY4" fmla="*/ 105 h 88978"/>
                  <a:gd name="connsiteX5" fmla="*/ 14208 w 33824"/>
                  <a:gd name="connsiteY5" fmla="*/ 686 h 88978"/>
                  <a:gd name="connsiteX6" fmla="*/ 2523 w 33824"/>
                  <a:gd name="connsiteY6" fmla="*/ 10535 h 88978"/>
                  <a:gd name="connsiteX7" fmla="*/ 62 w 33824"/>
                  <a:gd name="connsiteY7" fmla="*/ 21742 h 88978"/>
                  <a:gd name="connsiteX8" fmla="*/ 11 w 33824"/>
                  <a:gd name="connsiteY8" fmla="*/ 25371 h 88978"/>
                  <a:gd name="connsiteX9" fmla="*/ 222 w 33824"/>
                  <a:gd name="connsiteY9" fmla="*/ 29361 h 88978"/>
                  <a:gd name="connsiteX10" fmla="*/ 1494 w 33824"/>
                  <a:gd name="connsiteY10" fmla="*/ 38493 h 88978"/>
                  <a:gd name="connsiteX11" fmla="*/ 4847 w 33824"/>
                  <a:gd name="connsiteY11" fmla="*/ 59989 h 88978"/>
                  <a:gd name="connsiteX12" fmla="*/ 33824 w 33824"/>
                  <a:gd name="connsiteY12" fmla="*/ 88979 h 88978"/>
                  <a:gd name="connsiteX13" fmla="*/ 29908 w 33824"/>
                  <a:gd name="connsiteY13" fmla="*/ 2676 h 88978"/>
                  <a:gd name="connsiteX14" fmla="*/ 29908 w 33824"/>
                  <a:gd name="connsiteY14" fmla="*/ 2676 h 889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3824" h="88978">
                    <a:moveTo>
                      <a:pt x="29908" y="2676"/>
                    </a:moveTo>
                    <a:cubicBezTo>
                      <a:pt x="29891" y="2678"/>
                      <a:pt x="28426" y="1613"/>
                      <a:pt x="25656" y="820"/>
                    </a:cubicBezTo>
                    <a:cubicBezTo>
                      <a:pt x="24272" y="425"/>
                      <a:pt x="22551" y="99"/>
                      <a:pt x="20591" y="18"/>
                    </a:cubicBezTo>
                    <a:cubicBezTo>
                      <a:pt x="20101" y="-1"/>
                      <a:pt x="19597" y="-6"/>
                      <a:pt x="19081" y="8"/>
                    </a:cubicBezTo>
                    <a:cubicBezTo>
                      <a:pt x="18566" y="21"/>
                      <a:pt x="18038" y="52"/>
                      <a:pt x="17503" y="105"/>
                    </a:cubicBezTo>
                    <a:cubicBezTo>
                      <a:pt x="16429" y="209"/>
                      <a:pt x="15322" y="395"/>
                      <a:pt x="14208" y="686"/>
                    </a:cubicBezTo>
                    <a:cubicBezTo>
                      <a:pt x="9747" y="1853"/>
                      <a:pt x="5196" y="4687"/>
                      <a:pt x="2523" y="10535"/>
                    </a:cubicBezTo>
                    <a:cubicBezTo>
                      <a:pt x="1181" y="13460"/>
                      <a:pt x="296" y="17140"/>
                      <a:pt x="62" y="21742"/>
                    </a:cubicBezTo>
                    <a:cubicBezTo>
                      <a:pt x="3" y="22893"/>
                      <a:pt x="-14" y="24102"/>
                      <a:pt x="11" y="25371"/>
                    </a:cubicBezTo>
                    <a:cubicBezTo>
                      <a:pt x="37" y="26640"/>
                      <a:pt x="106" y="27968"/>
                      <a:pt x="222" y="29361"/>
                    </a:cubicBezTo>
                    <a:cubicBezTo>
                      <a:pt x="453" y="32146"/>
                      <a:pt x="871" y="35182"/>
                      <a:pt x="1494" y="38493"/>
                    </a:cubicBezTo>
                    <a:cubicBezTo>
                      <a:pt x="1480" y="38489"/>
                      <a:pt x="913" y="48494"/>
                      <a:pt x="4847" y="59989"/>
                    </a:cubicBezTo>
                    <a:cubicBezTo>
                      <a:pt x="8546" y="71228"/>
                      <a:pt x="17428" y="85034"/>
                      <a:pt x="33824" y="88979"/>
                    </a:cubicBezTo>
                    <a:cubicBezTo>
                      <a:pt x="31938" y="60432"/>
                      <a:pt x="31880" y="31349"/>
                      <a:pt x="29908" y="2676"/>
                    </a:cubicBezTo>
                    <a:cubicBezTo>
                      <a:pt x="29908" y="2676"/>
                      <a:pt x="29908" y="2676"/>
                      <a:pt x="29908" y="2676"/>
                    </a:cubicBezTo>
                    <a:close/>
                  </a:path>
                </a:pathLst>
              </a:custGeom>
              <a:solidFill>
                <a:srgbClr val="F7FBFB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35" name="자유형: 도형 334">
                <a:extLst>
                  <a:ext uri="{FF2B5EF4-FFF2-40B4-BE49-F238E27FC236}">
                    <a16:creationId xmlns:a16="http://schemas.microsoft.com/office/drawing/2014/main" id="{7CAF63E3-4357-4A8E-8DA3-498CD4372635}"/>
                  </a:ext>
                </a:extLst>
              </p:cNvPr>
              <p:cNvSpPr/>
              <p:nvPr/>
            </p:nvSpPr>
            <p:spPr>
              <a:xfrm>
                <a:off x="4993931" y="8106710"/>
                <a:ext cx="51718" cy="101120"/>
              </a:xfrm>
              <a:custGeom>
                <a:avLst/>
                <a:gdLst>
                  <a:gd name="connsiteX0" fmla="*/ 35404 w 51718"/>
                  <a:gd name="connsiteY0" fmla="*/ 9384 h 101120"/>
                  <a:gd name="connsiteX1" fmla="*/ 7843 w 51718"/>
                  <a:gd name="connsiteY1" fmla="*/ 28035 h 101120"/>
                  <a:gd name="connsiteX2" fmla="*/ 13942 w 51718"/>
                  <a:gd name="connsiteY2" fmla="*/ 70316 h 101120"/>
                  <a:gd name="connsiteX3" fmla="*/ 43676 w 51718"/>
                  <a:gd name="connsiteY3" fmla="*/ 93855 h 101120"/>
                  <a:gd name="connsiteX4" fmla="*/ 43676 w 51718"/>
                  <a:gd name="connsiteY4" fmla="*/ 93855 h 101120"/>
                  <a:gd name="connsiteX5" fmla="*/ 43901 w 51718"/>
                  <a:gd name="connsiteY5" fmla="*/ 101120 h 101120"/>
                  <a:gd name="connsiteX6" fmla="*/ 5074 w 51718"/>
                  <a:gd name="connsiteY6" fmla="*/ 63234 h 101120"/>
                  <a:gd name="connsiteX7" fmla="*/ 113 w 51718"/>
                  <a:gd name="connsiteY7" fmla="*/ 32263 h 101120"/>
                  <a:gd name="connsiteX8" fmla="*/ 33624 w 51718"/>
                  <a:gd name="connsiteY8" fmla="*/ 1697 h 101120"/>
                  <a:gd name="connsiteX9" fmla="*/ 33624 w 51718"/>
                  <a:gd name="connsiteY9" fmla="*/ 1697 h 101120"/>
                  <a:gd name="connsiteX10" fmla="*/ 35404 w 51718"/>
                  <a:gd name="connsiteY10" fmla="*/ 9384 h 1011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51718" h="101120">
                    <a:moveTo>
                      <a:pt x="35404" y="9384"/>
                    </a:moveTo>
                    <a:cubicBezTo>
                      <a:pt x="35404" y="9384"/>
                      <a:pt x="6836" y="1338"/>
                      <a:pt x="7843" y="28035"/>
                    </a:cubicBezTo>
                    <a:cubicBezTo>
                      <a:pt x="7843" y="28035"/>
                      <a:pt x="12095" y="66748"/>
                      <a:pt x="13942" y="70316"/>
                    </a:cubicBezTo>
                    <a:cubicBezTo>
                      <a:pt x="13942" y="70316"/>
                      <a:pt x="25161" y="92856"/>
                      <a:pt x="43676" y="93855"/>
                    </a:cubicBezTo>
                    <a:cubicBezTo>
                      <a:pt x="61772" y="94832"/>
                      <a:pt x="43676" y="93855"/>
                      <a:pt x="43676" y="93855"/>
                    </a:cubicBezTo>
                    <a:cubicBezTo>
                      <a:pt x="43676" y="93855"/>
                      <a:pt x="43901" y="101120"/>
                      <a:pt x="43901" y="101120"/>
                    </a:cubicBezTo>
                    <a:cubicBezTo>
                      <a:pt x="43901" y="101120"/>
                      <a:pt x="11359" y="97327"/>
                      <a:pt x="5074" y="63234"/>
                    </a:cubicBezTo>
                    <a:cubicBezTo>
                      <a:pt x="5074" y="63234"/>
                      <a:pt x="113" y="32263"/>
                      <a:pt x="113" y="32263"/>
                    </a:cubicBezTo>
                    <a:cubicBezTo>
                      <a:pt x="113" y="32263"/>
                      <a:pt x="-3740" y="-8725"/>
                      <a:pt x="33624" y="1697"/>
                    </a:cubicBezTo>
                    <a:cubicBezTo>
                      <a:pt x="70023" y="11850"/>
                      <a:pt x="33624" y="1697"/>
                      <a:pt x="33624" y="1697"/>
                    </a:cubicBezTo>
                    <a:cubicBezTo>
                      <a:pt x="33624" y="1697"/>
                      <a:pt x="35404" y="9384"/>
                      <a:pt x="35404" y="9384"/>
                    </a:cubicBezTo>
                  </a:path>
                </a:pathLst>
              </a:custGeom>
              <a:solidFill>
                <a:srgbClr val="3B434F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36" name="자유형: 도형 335">
                <a:extLst>
                  <a:ext uri="{FF2B5EF4-FFF2-40B4-BE49-F238E27FC236}">
                    <a16:creationId xmlns:a16="http://schemas.microsoft.com/office/drawing/2014/main" id="{F270639D-34FE-4D46-BDCC-6EF078A8B6B6}"/>
                  </a:ext>
                </a:extLst>
              </p:cNvPr>
              <p:cNvSpPr/>
              <p:nvPr/>
            </p:nvSpPr>
            <p:spPr>
              <a:xfrm>
                <a:off x="5011034" y="8134551"/>
                <a:ext cx="21735" cy="36427"/>
              </a:xfrm>
              <a:custGeom>
                <a:avLst/>
                <a:gdLst>
                  <a:gd name="connsiteX0" fmla="*/ 8872 w 21735"/>
                  <a:gd name="connsiteY0" fmla="*/ 35329 h 36427"/>
                  <a:gd name="connsiteX1" fmla="*/ 5900 w 21735"/>
                  <a:gd name="connsiteY1" fmla="*/ 36427 h 36427"/>
                  <a:gd name="connsiteX2" fmla="*/ 2948 w 21735"/>
                  <a:gd name="connsiteY2" fmla="*/ 35329 h 36427"/>
                  <a:gd name="connsiteX3" fmla="*/ 0 w 21735"/>
                  <a:gd name="connsiteY3" fmla="*/ 8322 h 36427"/>
                  <a:gd name="connsiteX4" fmla="*/ 21327 w 21735"/>
                  <a:gd name="connsiteY4" fmla="*/ 2050 h 36427"/>
                  <a:gd name="connsiteX5" fmla="*/ 21736 w 21735"/>
                  <a:gd name="connsiteY5" fmla="*/ 9772 h 36427"/>
                  <a:gd name="connsiteX6" fmla="*/ 6905 w 21735"/>
                  <a:gd name="connsiteY6" fmla="*/ 10969 h 36427"/>
                  <a:gd name="connsiteX7" fmla="*/ 8872 w 21735"/>
                  <a:gd name="connsiteY7" fmla="*/ 35329 h 364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1735" h="36427">
                    <a:moveTo>
                      <a:pt x="8872" y="35329"/>
                    </a:moveTo>
                    <a:cubicBezTo>
                      <a:pt x="8872" y="35329"/>
                      <a:pt x="7273" y="36427"/>
                      <a:pt x="5900" y="36427"/>
                    </a:cubicBezTo>
                    <a:cubicBezTo>
                      <a:pt x="4526" y="36427"/>
                      <a:pt x="2948" y="35329"/>
                      <a:pt x="2948" y="35329"/>
                    </a:cubicBezTo>
                    <a:cubicBezTo>
                      <a:pt x="2948" y="35329"/>
                      <a:pt x="0" y="8322"/>
                      <a:pt x="0" y="8322"/>
                    </a:cubicBezTo>
                    <a:cubicBezTo>
                      <a:pt x="0" y="8322"/>
                      <a:pt x="4066" y="-4978"/>
                      <a:pt x="21327" y="2050"/>
                    </a:cubicBezTo>
                    <a:cubicBezTo>
                      <a:pt x="21327" y="2050"/>
                      <a:pt x="21736" y="9772"/>
                      <a:pt x="21736" y="9772"/>
                    </a:cubicBezTo>
                    <a:cubicBezTo>
                      <a:pt x="21736" y="9772"/>
                      <a:pt x="6592" y="4890"/>
                      <a:pt x="6905" y="10969"/>
                    </a:cubicBezTo>
                    <a:cubicBezTo>
                      <a:pt x="7207" y="16822"/>
                      <a:pt x="8872" y="35329"/>
                      <a:pt x="8872" y="35329"/>
                    </a:cubicBezTo>
                    <a:close/>
                  </a:path>
                </a:pathLst>
              </a:custGeom>
              <a:solidFill>
                <a:srgbClr val="3B434F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37" name="자유형: 도형 336">
                <a:extLst>
                  <a:ext uri="{FF2B5EF4-FFF2-40B4-BE49-F238E27FC236}">
                    <a16:creationId xmlns:a16="http://schemas.microsoft.com/office/drawing/2014/main" id="{824363D2-0F57-4269-A994-79F253E61F04}"/>
                  </a:ext>
                </a:extLst>
              </p:cNvPr>
              <p:cNvSpPr/>
              <p:nvPr/>
            </p:nvSpPr>
            <p:spPr>
              <a:xfrm>
                <a:off x="5301042" y="8112332"/>
                <a:ext cx="33973" cy="88919"/>
              </a:xfrm>
              <a:custGeom>
                <a:avLst/>
                <a:gdLst>
                  <a:gd name="connsiteX0" fmla="*/ 3933 w 33973"/>
                  <a:gd name="connsiteY0" fmla="*/ 2674 h 88919"/>
                  <a:gd name="connsiteX1" fmla="*/ 8205 w 33973"/>
                  <a:gd name="connsiteY1" fmla="*/ 820 h 88919"/>
                  <a:gd name="connsiteX2" fmla="*/ 13292 w 33973"/>
                  <a:gd name="connsiteY2" fmla="*/ 19 h 88919"/>
                  <a:gd name="connsiteX3" fmla="*/ 14808 w 33973"/>
                  <a:gd name="connsiteY3" fmla="*/ 7 h 88919"/>
                  <a:gd name="connsiteX4" fmla="*/ 16394 w 33973"/>
                  <a:gd name="connsiteY4" fmla="*/ 104 h 88919"/>
                  <a:gd name="connsiteX5" fmla="*/ 19703 w 33973"/>
                  <a:gd name="connsiteY5" fmla="*/ 686 h 88919"/>
                  <a:gd name="connsiteX6" fmla="*/ 31440 w 33973"/>
                  <a:gd name="connsiteY6" fmla="*/ 10528 h 88919"/>
                  <a:gd name="connsiteX7" fmla="*/ 33911 w 33973"/>
                  <a:gd name="connsiteY7" fmla="*/ 21728 h 88919"/>
                  <a:gd name="connsiteX8" fmla="*/ 33962 w 33973"/>
                  <a:gd name="connsiteY8" fmla="*/ 25353 h 88919"/>
                  <a:gd name="connsiteX9" fmla="*/ 33751 w 33973"/>
                  <a:gd name="connsiteY9" fmla="*/ 29341 h 88919"/>
                  <a:gd name="connsiteX10" fmla="*/ 32473 w 33973"/>
                  <a:gd name="connsiteY10" fmla="*/ 38467 h 88919"/>
                  <a:gd name="connsiteX11" fmla="*/ 29105 w 33973"/>
                  <a:gd name="connsiteY11" fmla="*/ 59949 h 88919"/>
                  <a:gd name="connsiteX12" fmla="*/ 0 w 33973"/>
                  <a:gd name="connsiteY12" fmla="*/ 88919 h 88919"/>
                  <a:gd name="connsiteX13" fmla="*/ 3933 w 33973"/>
                  <a:gd name="connsiteY13" fmla="*/ 2674 h 88919"/>
                  <a:gd name="connsiteX14" fmla="*/ 3933 w 33973"/>
                  <a:gd name="connsiteY14" fmla="*/ 2674 h 889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3973" h="88919">
                    <a:moveTo>
                      <a:pt x="3933" y="2674"/>
                    </a:moveTo>
                    <a:cubicBezTo>
                      <a:pt x="3950" y="2676"/>
                      <a:pt x="5424" y="1611"/>
                      <a:pt x="8205" y="820"/>
                    </a:cubicBezTo>
                    <a:cubicBezTo>
                      <a:pt x="9595" y="424"/>
                      <a:pt x="11322" y="99"/>
                      <a:pt x="13292" y="19"/>
                    </a:cubicBezTo>
                    <a:cubicBezTo>
                      <a:pt x="13785" y="-2"/>
                      <a:pt x="14290" y="-5"/>
                      <a:pt x="14808" y="7"/>
                    </a:cubicBezTo>
                    <a:cubicBezTo>
                      <a:pt x="15326" y="20"/>
                      <a:pt x="15856" y="52"/>
                      <a:pt x="16394" y="104"/>
                    </a:cubicBezTo>
                    <a:cubicBezTo>
                      <a:pt x="17471" y="208"/>
                      <a:pt x="18583" y="395"/>
                      <a:pt x="19703" y="686"/>
                    </a:cubicBezTo>
                    <a:cubicBezTo>
                      <a:pt x="24184" y="1851"/>
                      <a:pt x="28754" y="4684"/>
                      <a:pt x="31440" y="10528"/>
                    </a:cubicBezTo>
                    <a:cubicBezTo>
                      <a:pt x="32786" y="13451"/>
                      <a:pt x="33676" y="17127"/>
                      <a:pt x="33911" y="21728"/>
                    </a:cubicBezTo>
                    <a:cubicBezTo>
                      <a:pt x="33970" y="22877"/>
                      <a:pt x="33988" y="24086"/>
                      <a:pt x="33962" y="25353"/>
                    </a:cubicBezTo>
                    <a:cubicBezTo>
                      <a:pt x="33936" y="26621"/>
                      <a:pt x="33867" y="27949"/>
                      <a:pt x="33751" y="29341"/>
                    </a:cubicBezTo>
                    <a:cubicBezTo>
                      <a:pt x="33518" y="32124"/>
                      <a:pt x="33098" y="35159"/>
                      <a:pt x="32473" y="38467"/>
                    </a:cubicBezTo>
                    <a:cubicBezTo>
                      <a:pt x="32486" y="38463"/>
                      <a:pt x="33057" y="48461"/>
                      <a:pt x="29105" y="59949"/>
                    </a:cubicBezTo>
                    <a:cubicBezTo>
                      <a:pt x="25390" y="71180"/>
                      <a:pt x="16470" y="84977"/>
                      <a:pt x="0" y="88919"/>
                    </a:cubicBezTo>
                    <a:cubicBezTo>
                      <a:pt x="1894" y="60391"/>
                      <a:pt x="1954" y="31328"/>
                      <a:pt x="3933" y="2674"/>
                    </a:cubicBezTo>
                    <a:cubicBezTo>
                      <a:pt x="3933" y="2674"/>
                      <a:pt x="3933" y="2674"/>
                      <a:pt x="3933" y="2674"/>
                    </a:cubicBezTo>
                    <a:close/>
                  </a:path>
                </a:pathLst>
              </a:custGeom>
              <a:solidFill>
                <a:srgbClr val="F7FBFB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38" name="자유형: 도형 337">
                <a:extLst>
                  <a:ext uri="{FF2B5EF4-FFF2-40B4-BE49-F238E27FC236}">
                    <a16:creationId xmlns:a16="http://schemas.microsoft.com/office/drawing/2014/main" id="{FC9B3852-3F35-47C7-A527-6BB65E487989}"/>
                  </a:ext>
                </a:extLst>
              </p:cNvPr>
              <p:cNvSpPr/>
              <p:nvPr/>
            </p:nvSpPr>
            <p:spPr>
              <a:xfrm>
                <a:off x="5286705" y="8106778"/>
                <a:ext cx="51945" cy="101052"/>
              </a:xfrm>
              <a:custGeom>
                <a:avLst/>
                <a:gdLst>
                  <a:gd name="connsiteX0" fmla="*/ 16387 w 51945"/>
                  <a:gd name="connsiteY0" fmla="*/ 9378 h 101052"/>
                  <a:gd name="connsiteX1" fmla="*/ 44068 w 51945"/>
                  <a:gd name="connsiteY1" fmla="*/ 28017 h 101052"/>
                  <a:gd name="connsiteX2" fmla="*/ 37942 w 51945"/>
                  <a:gd name="connsiteY2" fmla="*/ 70269 h 101052"/>
                  <a:gd name="connsiteX3" fmla="*/ 8078 w 51945"/>
                  <a:gd name="connsiteY3" fmla="*/ 93792 h 101052"/>
                  <a:gd name="connsiteX4" fmla="*/ 8078 w 51945"/>
                  <a:gd name="connsiteY4" fmla="*/ 93792 h 101052"/>
                  <a:gd name="connsiteX5" fmla="*/ 7853 w 51945"/>
                  <a:gd name="connsiteY5" fmla="*/ 101052 h 101052"/>
                  <a:gd name="connsiteX6" fmla="*/ 46850 w 51945"/>
                  <a:gd name="connsiteY6" fmla="*/ 63192 h 101052"/>
                  <a:gd name="connsiteX7" fmla="*/ 51833 w 51945"/>
                  <a:gd name="connsiteY7" fmla="*/ 32242 h 101052"/>
                  <a:gd name="connsiteX8" fmla="*/ 18174 w 51945"/>
                  <a:gd name="connsiteY8" fmla="*/ 1696 h 101052"/>
                  <a:gd name="connsiteX9" fmla="*/ 18174 w 51945"/>
                  <a:gd name="connsiteY9" fmla="*/ 1696 h 101052"/>
                  <a:gd name="connsiteX10" fmla="*/ 16387 w 51945"/>
                  <a:gd name="connsiteY10" fmla="*/ 9378 h 101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51945" h="101052">
                    <a:moveTo>
                      <a:pt x="16387" y="9378"/>
                    </a:moveTo>
                    <a:cubicBezTo>
                      <a:pt x="16387" y="9378"/>
                      <a:pt x="45078" y="1337"/>
                      <a:pt x="44068" y="28017"/>
                    </a:cubicBezTo>
                    <a:cubicBezTo>
                      <a:pt x="44068" y="28017"/>
                      <a:pt x="39797" y="66703"/>
                      <a:pt x="37942" y="70269"/>
                    </a:cubicBezTo>
                    <a:cubicBezTo>
                      <a:pt x="37942" y="70269"/>
                      <a:pt x="26673" y="92794"/>
                      <a:pt x="8078" y="93792"/>
                    </a:cubicBezTo>
                    <a:cubicBezTo>
                      <a:pt x="-10097" y="94767"/>
                      <a:pt x="8078" y="93792"/>
                      <a:pt x="8078" y="93792"/>
                    </a:cubicBezTo>
                    <a:cubicBezTo>
                      <a:pt x="8078" y="93792"/>
                      <a:pt x="7853" y="101052"/>
                      <a:pt x="7853" y="101052"/>
                    </a:cubicBezTo>
                    <a:cubicBezTo>
                      <a:pt x="7853" y="101052"/>
                      <a:pt x="40537" y="97262"/>
                      <a:pt x="46850" y="63192"/>
                    </a:cubicBezTo>
                    <a:cubicBezTo>
                      <a:pt x="46850" y="63192"/>
                      <a:pt x="51833" y="32242"/>
                      <a:pt x="51833" y="32242"/>
                    </a:cubicBezTo>
                    <a:cubicBezTo>
                      <a:pt x="51833" y="32242"/>
                      <a:pt x="55701" y="-8718"/>
                      <a:pt x="18174" y="1696"/>
                    </a:cubicBezTo>
                    <a:cubicBezTo>
                      <a:pt x="-18386" y="11842"/>
                      <a:pt x="18174" y="1696"/>
                      <a:pt x="18174" y="1696"/>
                    </a:cubicBezTo>
                    <a:cubicBezTo>
                      <a:pt x="18174" y="1696"/>
                      <a:pt x="16387" y="9378"/>
                      <a:pt x="16387" y="9378"/>
                    </a:cubicBezTo>
                  </a:path>
                </a:pathLst>
              </a:custGeom>
              <a:solidFill>
                <a:srgbClr val="3B434F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39" name="자유형: 도형 338">
                <a:extLst>
                  <a:ext uri="{FF2B5EF4-FFF2-40B4-BE49-F238E27FC236}">
                    <a16:creationId xmlns:a16="http://schemas.microsoft.com/office/drawing/2014/main" id="{59989158-A51F-4D75-BB31-552C5E99988D}"/>
                  </a:ext>
                </a:extLst>
              </p:cNvPr>
              <p:cNvSpPr/>
              <p:nvPr/>
            </p:nvSpPr>
            <p:spPr>
              <a:xfrm>
                <a:off x="5299642" y="8134600"/>
                <a:ext cx="21832" cy="36403"/>
              </a:xfrm>
              <a:custGeom>
                <a:avLst/>
                <a:gdLst>
                  <a:gd name="connsiteX0" fmla="*/ 12919 w 21832"/>
                  <a:gd name="connsiteY0" fmla="*/ 35305 h 36403"/>
                  <a:gd name="connsiteX1" fmla="*/ 15905 w 21832"/>
                  <a:gd name="connsiteY1" fmla="*/ 36403 h 36403"/>
                  <a:gd name="connsiteX2" fmla="*/ 18870 w 21832"/>
                  <a:gd name="connsiteY2" fmla="*/ 35305 h 36403"/>
                  <a:gd name="connsiteX3" fmla="*/ 21832 w 21832"/>
                  <a:gd name="connsiteY3" fmla="*/ 8316 h 36403"/>
                  <a:gd name="connsiteX4" fmla="*/ 411 w 21832"/>
                  <a:gd name="connsiteY4" fmla="*/ 2049 h 36403"/>
                  <a:gd name="connsiteX5" fmla="*/ 0 w 21832"/>
                  <a:gd name="connsiteY5" fmla="*/ 9766 h 36403"/>
                  <a:gd name="connsiteX6" fmla="*/ 14896 w 21832"/>
                  <a:gd name="connsiteY6" fmla="*/ 10962 h 36403"/>
                  <a:gd name="connsiteX7" fmla="*/ 12919 w 21832"/>
                  <a:gd name="connsiteY7" fmla="*/ 35305 h 36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1832" h="36403">
                    <a:moveTo>
                      <a:pt x="12919" y="35305"/>
                    </a:moveTo>
                    <a:cubicBezTo>
                      <a:pt x="12919" y="35305"/>
                      <a:pt x="14525" y="36403"/>
                      <a:pt x="15905" y="36403"/>
                    </a:cubicBezTo>
                    <a:cubicBezTo>
                      <a:pt x="17284" y="36403"/>
                      <a:pt x="18870" y="35305"/>
                      <a:pt x="18870" y="35305"/>
                    </a:cubicBezTo>
                    <a:cubicBezTo>
                      <a:pt x="18870" y="35305"/>
                      <a:pt x="21832" y="8316"/>
                      <a:pt x="21832" y="8316"/>
                    </a:cubicBezTo>
                    <a:cubicBezTo>
                      <a:pt x="21832" y="8316"/>
                      <a:pt x="17746" y="-4975"/>
                      <a:pt x="411" y="2049"/>
                    </a:cubicBezTo>
                    <a:cubicBezTo>
                      <a:pt x="411" y="2049"/>
                      <a:pt x="0" y="9766"/>
                      <a:pt x="0" y="9766"/>
                    </a:cubicBezTo>
                    <a:cubicBezTo>
                      <a:pt x="0" y="9766"/>
                      <a:pt x="15210" y="4887"/>
                      <a:pt x="14896" y="10962"/>
                    </a:cubicBezTo>
                    <a:cubicBezTo>
                      <a:pt x="14593" y="16811"/>
                      <a:pt x="12919" y="35305"/>
                      <a:pt x="12919" y="35305"/>
                    </a:cubicBezTo>
                    <a:close/>
                  </a:path>
                </a:pathLst>
              </a:custGeom>
              <a:solidFill>
                <a:srgbClr val="3B434F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40" name="자유형: 도형 339">
                <a:extLst>
                  <a:ext uri="{FF2B5EF4-FFF2-40B4-BE49-F238E27FC236}">
                    <a16:creationId xmlns:a16="http://schemas.microsoft.com/office/drawing/2014/main" id="{25D5846A-ADC7-470C-A3FB-474E35362B73}"/>
                  </a:ext>
                </a:extLst>
              </p:cNvPr>
              <p:cNvSpPr/>
              <p:nvPr/>
            </p:nvSpPr>
            <p:spPr>
              <a:xfrm>
                <a:off x="5163182" y="8167741"/>
                <a:ext cx="25357" cy="38991"/>
              </a:xfrm>
              <a:custGeom>
                <a:avLst/>
                <a:gdLst>
                  <a:gd name="connsiteX0" fmla="*/ 14483 w 25357"/>
                  <a:gd name="connsiteY0" fmla="*/ 0 h 38991"/>
                  <a:gd name="connsiteX1" fmla="*/ 16598 w 25357"/>
                  <a:gd name="connsiteY1" fmla="*/ 0 h 38991"/>
                  <a:gd name="connsiteX2" fmla="*/ 25054 w 25357"/>
                  <a:gd name="connsiteY2" fmla="*/ 20869 h 38991"/>
                  <a:gd name="connsiteX3" fmla="*/ 24450 w 25357"/>
                  <a:gd name="connsiteY3" fmla="*/ 28557 h 38991"/>
                  <a:gd name="connsiteX4" fmla="*/ 9046 w 25357"/>
                  <a:gd name="connsiteY4" fmla="*/ 36795 h 38991"/>
                  <a:gd name="connsiteX5" fmla="*/ 4214 w 25357"/>
                  <a:gd name="connsiteY5" fmla="*/ 38992 h 38991"/>
                  <a:gd name="connsiteX6" fmla="*/ 589 w 25357"/>
                  <a:gd name="connsiteY6" fmla="*/ 35971 h 38991"/>
                  <a:gd name="connsiteX7" fmla="*/ 2703 w 25357"/>
                  <a:gd name="connsiteY7" fmla="*/ 31852 h 38991"/>
                  <a:gd name="connsiteX8" fmla="*/ 15993 w 25357"/>
                  <a:gd name="connsiteY8" fmla="*/ 26360 h 38991"/>
                  <a:gd name="connsiteX9" fmla="*/ 15993 w 25357"/>
                  <a:gd name="connsiteY9" fmla="*/ 19222 h 38991"/>
                  <a:gd name="connsiteX10" fmla="*/ 12670 w 25357"/>
                  <a:gd name="connsiteY10" fmla="*/ 8787 h 38991"/>
                  <a:gd name="connsiteX11" fmla="*/ 10858 w 25357"/>
                  <a:gd name="connsiteY11" fmla="*/ 1373 h 38991"/>
                  <a:gd name="connsiteX12" fmla="*/ 14483 w 25357"/>
                  <a:gd name="connsiteY12" fmla="*/ 0 h 389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5357" h="38991">
                    <a:moveTo>
                      <a:pt x="14483" y="0"/>
                    </a:moveTo>
                    <a:cubicBezTo>
                      <a:pt x="15188" y="0"/>
                      <a:pt x="15893" y="0"/>
                      <a:pt x="16598" y="0"/>
                    </a:cubicBezTo>
                    <a:cubicBezTo>
                      <a:pt x="20968" y="5397"/>
                      <a:pt x="22747" y="13691"/>
                      <a:pt x="25054" y="20869"/>
                    </a:cubicBezTo>
                    <a:cubicBezTo>
                      <a:pt x="25769" y="23093"/>
                      <a:pt x="25076" y="26984"/>
                      <a:pt x="24450" y="28557"/>
                    </a:cubicBezTo>
                    <a:cubicBezTo>
                      <a:pt x="22161" y="34318"/>
                      <a:pt x="14968" y="34214"/>
                      <a:pt x="9046" y="36795"/>
                    </a:cubicBezTo>
                    <a:cubicBezTo>
                      <a:pt x="7456" y="37487"/>
                      <a:pt x="6274" y="38684"/>
                      <a:pt x="4214" y="38992"/>
                    </a:cubicBezTo>
                    <a:cubicBezTo>
                      <a:pt x="2871" y="37916"/>
                      <a:pt x="1250" y="37705"/>
                      <a:pt x="589" y="35971"/>
                    </a:cubicBezTo>
                    <a:cubicBezTo>
                      <a:pt x="-1042" y="33928"/>
                      <a:pt x="1060" y="32653"/>
                      <a:pt x="2703" y="31852"/>
                    </a:cubicBezTo>
                    <a:cubicBezTo>
                      <a:pt x="5686" y="30398"/>
                      <a:pt x="14890" y="28965"/>
                      <a:pt x="15993" y="26360"/>
                    </a:cubicBezTo>
                    <a:cubicBezTo>
                      <a:pt x="17357" y="24951"/>
                      <a:pt x="16450" y="20710"/>
                      <a:pt x="15993" y="19222"/>
                    </a:cubicBezTo>
                    <a:cubicBezTo>
                      <a:pt x="14822" y="15409"/>
                      <a:pt x="14262" y="12226"/>
                      <a:pt x="12670" y="8787"/>
                    </a:cubicBezTo>
                    <a:cubicBezTo>
                      <a:pt x="11614" y="6503"/>
                      <a:pt x="9759" y="4094"/>
                      <a:pt x="10858" y="1373"/>
                    </a:cubicBezTo>
                    <a:cubicBezTo>
                      <a:pt x="11770" y="1018"/>
                      <a:pt x="13738" y="614"/>
                      <a:pt x="14483" y="0"/>
                    </a:cubicBezTo>
                    <a:close/>
                  </a:path>
                </a:pathLst>
              </a:custGeom>
              <a:solidFill>
                <a:srgbClr val="3B434F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41" name="자유형: 도형 340">
                <a:extLst>
                  <a:ext uri="{FF2B5EF4-FFF2-40B4-BE49-F238E27FC236}">
                    <a16:creationId xmlns:a16="http://schemas.microsoft.com/office/drawing/2014/main" id="{E32598F9-64C9-41F4-BAA0-0765CFE14BBD}"/>
                  </a:ext>
                </a:extLst>
              </p:cNvPr>
              <p:cNvSpPr/>
              <p:nvPr/>
            </p:nvSpPr>
            <p:spPr>
              <a:xfrm>
                <a:off x="5087957" y="8121062"/>
                <a:ext cx="24163" cy="21965"/>
              </a:xfrm>
              <a:custGeom>
                <a:avLst/>
                <a:gdLst>
                  <a:gd name="connsiteX0" fmla="*/ 12083 w 24163"/>
                  <a:gd name="connsiteY0" fmla="*/ 0 h 21965"/>
                  <a:gd name="connsiteX1" fmla="*/ 24164 w 24163"/>
                  <a:gd name="connsiteY1" fmla="*/ 10983 h 21965"/>
                  <a:gd name="connsiteX2" fmla="*/ 12083 w 24163"/>
                  <a:gd name="connsiteY2" fmla="*/ 21966 h 21965"/>
                  <a:gd name="connsiteX3" fmla="*/ 0 w 24163"/>
                  <a:gd name="connsiteY3" fmla="*/ 10983 h 21965"/>
                  <a:gd name="connsiteX4" fmla="*/ 12083 w 24163"/>
                  <a:gd name="connsiteY4" fmla="*/ 0 h 219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163" h="21965">
                    <a:moveTo>
                      <a:pt x="12083" y="0"/>
                    </a:moveTo>
                    <a:cubicBezTo>
                      <a:pt x="18755" y="0"/>
                      <a:pt x="24164" y="4917"/>
                      <a:pt x="24164" y="10983"/>
                    </a:cubicBezTo>
                    <a:cubicBezTo>
                      <a:pt x="24164" y="17049"/>
                      <a:pt x="18755" y="21966"/>
                      <a:pt x="12083" y="21966"/>
                    </a:cubicBezTo>
                    <a:cubicBezTo>
                      <a:pt x="5410" y="21966"/>
                      <a:pt x="0" y="17049"/>
                      <a:pt x="0" y="10983"/>
                    </a:cubicBezTo>
                    <a:cubicBezTo>
                      <a:pt x="0" y="4917"/>
                      <a:pt x="5410" y="0"/>
                      <a:pt x="12083" y="0"/>
                    </a:cubicBezTo>
                    <a:close/>
                  </a:path>
                </a:pathLst>
              </a:custGeom>
              <a:solidFill>
                <a:srgbClr val="3B434F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42" name="자유형: 도형 341">
                <a:extLst>
                  <a:ext uri="{FF2B5EF4-FFF2-40B4-BE49-F238E27FC236}">
                    <a16:creationId xmlns:a16="http://schemas.microsoft.com/office/drawing/2014/main" id="{5B6A1A99-B11C-4E83-8EB6-99EB25019AA5}"/>
                  </a:ext>
                </a:extLst>
              </p:cNvPr>
              <p:cNvSpPr/>
              <p:nvPr/>
            </p:nvSpPr>
            <p:spPr>
              <a:xfrm>
                <a:off x="5222065" y="8121062"/>
                <a:ext cx="24163" cy="21965"/>
              </a:xfrm>
              <a:custGeom>
                <a:avLst/>
                <a:gdLst>
                  <a:gd name="connsiteX0" fmla="*/ 12083 w 24163"/>
                  <a:gd name="connsiteY0" fmla="*/ 0 h 21965"/>
                  <a:gd name="connsiteX1" fmla="*/ 24164 w 24163"/>
                  <a:gd name="connsiteY1" fmla="*/ 10983 h 21965"/>
                  <a:gd name="connsiteX2" fmla="*/ 12083 w 24163"/>
                  <a:gd name="connsiteY2" fmla="*/ 21966 h 21965"/>
                  <a:gd name="connsiteX3" fmla="*/ 0 w 24163"/>
                  <a:gd name="connsiteY3" fmla="*/ 10983 h 21965"/>
                  <a:gd name="connsiteX4" fmla="*/ 12083 w 24163"/>
                  <a:gd name="connsiteY4" fmla="*/ 0 h 219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163" h="21965">
                    <a:moveTo>
                      <a:pt x="12083" y="0"/>
                    </a:moveTo>
                    <a:cubicBezTo>
                      <a:pt x="18754" y="0"/>
                      <a:pt x="24164" y="4917"/>
                      <a:pt x="24164" y="10983"/>
                    </a:cubicBezTo>
                    <a:cubicBezTo>
                      <a:pt x="24164" y="17049"/>
                      <a:pt x="18754" y="21966"/>
                      <a:pt x="12083" y="21966"/>
                    </a:cubicBezTo>
                    <a:cubicBezTo>
                      <a:pt x="5410" y="21966"/>
                      <a:pt x="0" y="17049"/>
                      <a:pt x="0" y="10983"/>
                    </a:cubicBezTo>
                    <a:cubicBezTo>
                      <a:pt x="0" y="4917"/>
                      <a:pt x="5410" y="0"/>
                      <a:pt x="12083" y="0"/>
                    </a:cubicBezTo>
                    <a:close/>
                  </a:path>
                </a:pathLst>
              </a:custGeom>
              <a:solidFill>
                <a:srgbClr val="3B434F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43" name="자유형: 도형 342">
                <a:extLst>
                  <a:ext uri="{FF2B5EF4-FFF2-40B4-BE49-F238E27FC236}">
                    <a16:creationId xmlns:a16="http://schemas.microsoft.com/office/drawing/2014/main" id="{E9751B92-131C-479D-8CDB-4519160EBA5C}"/>
                  </a:ext>
                </a:extLst>
              </p:cNvPr>
              <p:cNvSpPr/>
              <p:nvPr/>
            </p:nvSpPr>
            <p:spPr>
              <a:xfrm>
                <a:off x="5224481" y="8161700"/>
                <a:ext cx="30203" cy="27458"/>
              </a:xfrm>
              <a:custGeom>
                <a:avLst/>
                <a:gdLst>
                  <a:gd name="connsiteX0" fmla="*/ 15103 w 30203"/>
                  <a:gd name="connsiteY0" fmla="*/ 0 h 27458"/>
                  <a:gd name="connsiteX1" fmla="*/ 30204 w 30203"/>
                  <a:gd name="connsiteY1" fmla="*/ 13730 h 27458"/>
                  <a:gd name="connsiteX2" fmla="*/ 15103 w 30203"/>
                  <a:gd name="connsiteY2" fmla="*/ 27458 h 27458"/>
                  <a:gd name="connsiteX3" fmla="*/ 0 w 30203"/>
                  <a:gd name="connsiteY3" fmla="*/ 13730 h 27458"/>
                  <a:gd name="connsiteX4" fmla="*/ 15103 w 30203"/>
                  <a:gd name="connsiteY4" fmla="*/ 0 h 274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0203" h="27458">
                    <a:moveTo>
                      <a:pt x="15103" y="0"/>
                    </a:moveTo>
                    <a:cubicBezTo>
                      <a:pt x="23443" y="0"/>
                      <a:pt x="30204" y="6147"/>
                      <a:pt x="30204" y="13730"/>
                    </a:cubicBezTo>
                    <a:cubicBezTo>
                      <a:pt x="30204" y="21312"/>
                      <a:pt x="23443" y="27458"/>
                      <a:pt x="15103" y="27458"/>
                    </a:cubicBezTo>
                    <a:cubicBezTo>
                      <a:pt x="6762" y="27458"/>
                      <a:pt x="0" y="21312"/>
                      <a:pt x="0" y="13730"/>
                    </a:cubicBezTo>
                    <a:cubicBezTo>
                      <a:pt x="0" y="6147"/>
                      <a:pt x="6762" y="0"/>
                      <a:pt x="15103" y="0"/>
                    </a:cubicBezTo>
                    <a:close/>
                  </a:path>
                </a:pathLst>
              </a:custGeom>
              <a:solidFill>
                <a:srgbClr val="EDF1F1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44" name="자유형: 도형 343">
                <a:extLst>
                  <a:ext uri="{FF2B5EF4-FFF2-40B4-BE49-F238E27FC236}">
                    <a16:creationId xmlns:a16="http://schemas.microsoft.com/office/drawing/2014/main" id="{5E755B94-0289-41B1-A360-317AB4352A23}"/>
                  </a:ext>
                </a:extLst>
              </p:cNvPr>
              <p:cNvSpPr/>
              <p:nvPr/>
            </p:nvSpPr>
            <p:spPr>
              <a:xfrm>
                <a:off x="5078293" y="8161700"/>
                <a:ext cx="30203" cy="27458"/>
              </a:xfrm>
              <a:custGeom>
                <a:avLst/>
                <a:gdLst>
                  <a:gd name="connsiteX0" fmla="*/ 15101 w 30203"/>
                  <a:gd name="connsiteY0" fmla="*/ 0 h 27458"/>
                  <a:gd name="connsiteX1" fmla="*/ 30204 w 30203"/>
                  <a:gd name="connsiteY1" fmla="*/ 13730 h 27458"/>
                  <a:gd name="connsiteX2" fmla="*/ 15101 w 30203"/>
                  <a:gd name="connsiteY2" fmla="*/ 27458 h 27458"/>
                  <a:gd name="connsiteX3" fmla="*/ 0 w 30203"/>
                  <a:gd name="connsiteY3" fmla="*/ 13730 h 27458"/>
                  <a:gd name="connsiteX4" fmla="*/ 15101 w 30203"/>
                  <a:gd name="connsiteY4" fmla="*/ 0 h 274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0203" h="27458">
                    <a:moveTo>
                      <a:pt x="15101" y="0"/>
                    </a:moveTo>
                    <a:cubicBezTo>
                      <a:pt x="23442" y="0"/>
                      <a:pt x="30204" y="6147"/>
                      <a:pt x="30204" y="13730"/>
                    </a:cubicBezTo>
                    <a:cubicBezTo>
                      <a:pt x="30204" y="21312"/>
                      <a:pt x="23442" y="27458"/>
                      <a:pt x="15101" y="27458"/>
                    </a:cubicBezTo>
                    <a:cubicBezTo>
                      <a:pt x="6761" y="27458"/>
                      <a:pt x="0" y="21312"/>
                      <a:pt x="0" y="13730"/>
                    </a:cubicBezTo>
                    <a:cubicBezTo>
                      <a:pt x="0" y="6147"/>
                      <a:pt x="6761" y="0"/>
                      <a:pt x="15101" y="0"/>
                    </a:cubicBezTo>
                    <a:close/>
                  </a:path>
                </a:pathLst>
              </a:custGeom>
              <a:solidFill>
                <a:srgbClr val="EDF1F1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45" name="자유형: 도형 344">
                <a:extLst>
                  <a:ext uri="{FF2B5EF4-FFF2-40B4-BE49-F238E27FC236}">
                    <a16:creationId xmlns:a16="http://schemas.microsoft.com/office/drawing/2014/main" id="{65724B3F-16F8-4731-807C-22A5865F00AF}"/>
                  </a:ext>
                </a:extLst>
              </p:cNvPr>
              <p:cNvSpPr/>
              <p:nvPr/>
            </p:nvSpPr>
            <p:spPr>
              <a:xfrm>
                <a:off x="5026340" y="8100193"/>
                <a:ext cx="280297" cy="77982"/>
              </a:xfrm>
              <a:custGeom>
                <a:avLst/>
                <a:gdLst>
                  <a:gd name="connsiteX0" fmla="*/ 260966 w 280297"/>
                  <a:gd name="connsiteY0" fmla="*/ 10984 h 77982"/>
                  <a:gd name="connsiteX1" fmla="*/ 260966 w 280297"/>
                  <a:gd name="connsiteY1" fmla="*/ 51622 h 77982"/>
                  <a:gd name="connsiteX2" fmla="*/ 232947 w 280297"/>
                  <a:gd name="connsiteY2" fmla="*/ 77938 h 77982"/>
                  <a:gd name="connsiteX3" fmla="*/ 178811 w 280297"/>
                  <a:gd name="connsiteY3" fmla="*/ 77983 h 77982"/>
                  <a:gd name="connsiteX4" fmla="*/ 151022 w 280297"/>
                  <a:gd name="connsiteY4" fmla="*/ 52720 h 77982"/>
                  <a:gd name="connsiteX5" fmla="*/ 151022 w 280297"/>
                  <a:gd name="connsiteY5" fmla="*/ 25262 h 77982"/>
                  <a:gd name="connsiteX6" fmla="*/ 129275 w 280297"/>
                  <a:gd name="connsiteY6" fmla="*/ 25262 h 77982"/>
                  <a:gd name="connsiteX7" fmla="*/ 129275 w 280297"/>
                  <a:gd name="connsiteY7" fmla="*/ 52720 h 77982"/>
                  <a:gd name="connsiteX8" fmla="*/ 101487 w 280297"/>
                  <a:gd name="connsiteY8" fmla="*/ 77983 h 77982"/>
                  <a:gd name="connsiteX9" fmla="*/ 47351 w 280297"/>
                  <a:gd name="connsiteY9" fmla="*/ 77938 h 77982"/>
                  <a:gd name="connsiteX10" fmla="*/ 19332 w 280297"/>
                  <a:gd name="connsiteY10" fmla="*/ 51622 h 77982"/>
                  <a:gd name="connsiteX11" fmla="*/ 19332 w 280297"/>
                  <a:gd name="connsiteY11" fmla="*/ 10984 h 77982"/>
                  <a:gd name="connsiteX12" fmla="*/ 0 w 280297"/>
                  <a:gd name="connsiteY12" fmla="*/ 10984 h 77982"/>
                  <a:gd name="connsiteX13" fmla="*/ 0 w 280297"/>
                  <a:gd name="connsiteY13" fmla="*/ 0 h 77982"/>
                  <a:gd name="connsiteX14" fmla="*/ 112360 w 280297"/>
                  <a:gd name="connsiteY14" fmla="*/ 0 h 77982"/>
                  <a:gd name="connsiteX15" fmla="*/ 129275 w 280297"/>
                  <a:gd name="connsiteY15" fmla="*/ 13180 h 77982"/>
                  <a:gd name="connsiteX16" fmla="*/ 151022 w 280297"/>
                  <a:gd name="connsiteY16" fmla="*/ 13180 h 77982"/>
                  <a:gd name="connsiteX17" fmla="*/ 167937 w 280297"/>
                  <a:gd name="connsiteY17" fmla="*/ 0 h 77982"/>
                  <a:gd name="connsiteX18" fmla="*/ 280298 w 280297"/>
                  <a:gd name="connsiteY18" fmla="*/ 0 h 77982"/>
                  <a:gd name="connsiteX19" fmla="*/ 280298 w 280297"/>
                  <a:gd name="connsiteY19" fmla="*/ 10984 h 77982"/>
                  <a:gd name="connsiteX20" fmla="*/ 260966 w 280297"/>
                  <a:gd name="connsiteY20" fmla="*/ 10984 h 77982"/>
                  <a:gd name="connsiteX21" fmla="*/ 117194 w 280297"/>
                  <a:gd name="connsiteY21" fmla="*/ 16475 h 77982"/>
                  <a:gd name="connsiteX22" fmla="*/ 112360 w 280297"/>
                  <a:gd name="connsiteY22" fmla="*/ 12082 h 77982"/>
                  <a:gd name="connsiteX23" fmla="*/ 31413 w 280297"/>
                  <a:gd name="connsiteY23" fmla="*/ 12082 h 77982"/>
                  <a:gd name="connsiteX24" fmla="*/ 31413 w 280297"/>
                  <a:gd name="connsiteY24" fmla="*/ 50525 h 77982"/>
                  <a:gd name="connsiteX25" fmla="*/ 49536 w 280297"/>
                  <a:gd name="connsiteY25" fmla="*/ 67000 h 77982"/>
                  <a:gd name="connsiteX26" fmla="*/ 99071 w 280297"/>
                  <a:gd name="connsiteY26" fmla="*/ 67000 h 77982"/>
                  <a:gd name="connsiteX27" fmla="*/ 117194 w 280297"/>
                  <a:gd name="connsiteY27" fmla="*/ 50525 h 77982"/>
                  <a:gd name="connsiteX28" fmla="*/ 117194 w 280297"/>
                  <a:gd name="connsiteY28" fmla="*/ 16475 h 77982"/>
                  <a:gd name="connsiteX29" fmla="*/ 248885 w 280297"/>
                  <a:gd name="connsiteY29" fmla="*/ 12082 h 77982"/>
                  <a:gd name="connsiteX30" fmla="*/ 167937 w 280297"/>
                  <a:gd name="connsiteY30" fmla="*/ 12082 h 77982"/>
                  <a:gd name="connsiteX31" fmla="*/ 163104 w 280297"/>
                  <a:gd name="connsiteY31" fmla="*/ 16475 h 77982"/>
                  <a:gd name="connsiteX32" fmla="*/ 163104 w 280297"/>
                  <a:gd name="connsiteY32" fmla="*/ 50525 h 77982"/>
                  <a:gd name="connsiteX33" fmla="*/ 181226 w 280297"/>
                  <a:gd name="connsiteY33" fmla="*/ 67000 h 77982"/>
                  <a:gd name="connsiteX34" fmla="*/ 230762 w 280297"/>
                  <a:gd name="connsiteY34" fmla="*/ 67000 h 77982"/>
                  <a:gd name="connsiteX35" fmla="*/ 248885 w 280297"/>
                  <a:gd name="connsiteY35" fmla="*/ 50525 h 77982"/>
                  <a:gd name="connsiteX36" fmla="*/ 248885 w 280297"/>
                  <a:gd name="connsiteY36" fmla="*/ 12082 h 77982"/>
                  <a:gd name="connsiteX37" fmla="*/ 231970 w 280297"/>
                  <a:gd name="connsiteY37" fmla="*/ 77983 h 77982"/>
                  <a:gd name="connsiteX38" fmla="*/ 232947 w 280297"/>
                  <a:gd name="connsiteY38" fmla="*/ 77938 h 77982"/>
                  <a:gd name="connsiteX39" fmla="*/ 231970 w 280297"/>
                  <a:gd name="connsiteY39" fmla="*/ 77983 h 77982"/>
                  <a:gd name="connsiteX40" fmla="*/ 47351 w 280297"/>
                  <a:gd name="connsiteY40" fmla="*/ 77938 h 77982"/>
                  <a:gd name="connsiteX41" fmla="*/ 48328 w 280297"/>
                  <a:gd name="connsiteY41" fmla="*/ 77983 h 77982"/>
                  <a:gd name="connsiteX42" fmla="*/ 47351 w 280297"/>
                  <a:gd name="connsiteY42" fmla="*/ 77938 h 779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</a:cxnLst>
                <a:rect l="l" t="t" r="r" b="b"/>
                <a:pathLst>
                  <a:path w="280297" h="77982">
                    <a:moveTo>
                      <a:pt x="260966" y="10984"/>
                    </a:moveTo>
                    <a:cubicBezTo>
                      <a:pt x="260966" y="10984"/>
                      <a:pt x="260966" y="51622"/>
                      <a:pt x="260966" y="51622"/>
                    </a:cubicBezTo>
                    <a:cubicBezTo>
                      <a:pt x="260966" y="61554"/>
                      <a:pt x="250310" y="77050"/>
                      <a:pt x="232947" y="77938"/>
                    </a:cubicBezTo>
                    <a:cubicBezTo>
                      <a:pt x="230395" y="77827"/>
                      <a:pt x="178811" y="77983"/>
                      <a:pt x="178811" y="77983"/>
                    </a:cubicBezTo>
                    <a:cubicBezTo>
                      <a:pt x="155621" y="77983"/>
                      <a:pt x="151022" y="52720"/>
                      <a:pt x="151022" y="52720"/>
                    </a:cubicBezTo>
                    <a:cubicBezTo>
                      <a:pt x="151022" y="52720"/>
                      <a:pt x="151022" y="25262"/>
                      <a:pt x="151022" y="25262"/>
                    </a:cubicBezTo>
                    <a:cubicBezTo>
                      <a:pt x="151022" y="25262"/>
                      <a:pt x="129275" y="25262"/>
                      <a:pt x="129275" y="25262"/>
                    </a:cubicBezTo>
                    <a:cubicBezTo>
                      <a:pt x="129275" y="25262"/>
                      <a:pt x="129275" y="52720"/>
                      <a:pt x="129275" y="52720"/>
                    </a:cubicBezTo>
                    <a:cubicBezTo>
                      <a:pt x="129275" y="52720"/>
                      <a:pt x="124677" y="77983"/>
                      <a:pt x="101487" y="77983"/>
                    </a:cubicBezTo>
                    <a:cubicBezTo>
                      <a:pt x="101487" y="77983"/>
                      <a:pt x="49902" y="77827"/>
                      <a:pt x="47351" y="77938"/>
                    </a:cubicBezTo>
                    <a:cubicBezTo>
                      <a:pt x="29987" y="77050"/>
                      <a:pt x="19332" y="61554"/>
                      <a:pt x="19332" y="51622"/>
                    </a:cubicBezTo>
                    <a:cubicBezTo>
                      <a:pt x="19332" y="51622"/>
                      <a:pt x="19332" y="10984"/>
                      <a:pt x="19332" y="10984"/>
                    </a:cubicBezTo>
                    <a:cubicBezTo>
                      <a:pt x="19332" y="10984"/>
                      <a:pt x="0" y="10984"/>
                      <a:pt x="0" y="10984"/>
                    </a:cubicBezTo>
                    <a:cubicBezTo>
                      <a:pt x="0" y="10984"/>
                      <a:pt x="0" y="0"/>
                      <a:pt x="0" y="0"/>
                    </a:cubicBezTo>
                    <a:cubicBezTo>
                      <a:pt x="0" y="0"/>
                      <a:pt x="112360" y="0"/>
                      <a:pt x="112360" y="0"/>
                    </a:cubicBezTo>
                    <a:cubicBezTo>
                      <a:pt x="112360" y="0"/>
                      <a:pt x="129275" y="2484"/>
                      <a:pt x="129275" y="13180"/>
                    </a:cubicBezTo>
                    <a:cubicBezTo>
                      <a:pt x="129275" y="13180"/>
                      <a:pt x="151022" y="13180"/>
                      <a:pt x="151022" y="13180"/>
                    </a:cubicBezTo>
                    <a:cubicBezTo>
                      <a:pt x="151022" y="2484"/>
                      <a:pt x="167937" y="0"/>
                      <a:pt x="167937" y="0"/>
                    </a:cubicBezTo>
                    <a:cubicBezTo>
                      <a:pt x="167937" y="0"/>
                      <a:pt x="280298" y="0"/>
                      <a:pt x="280298" y="0"/>
                    </a:cubicBezTo>
                    <a:cubicBezTo>
                      <a:pt x="280298" y="0"/>
                      <a:pt x="280298" y="10984"/>
                      <a:pt x="280298" y="10984"/>
                    </a:cubicBezTo>
                    <a:cubicBezTo>
                      <a:pt x="280298" y="10984"/>
                      <a:pt x="260966" y="10984"/>
                      <a:pt x="260966" y="10984"/>
                    </a:cubicBezTo>
                    <a:close/>
                    <a:moveTo>
                      <a:pt x="117194" y="16475"/>
                    </a:moveTo>
                    <a:cubicBezTo>
                      <a:pt x="117194" y="12561"/>
                      <a:pt x="112360" y="12082"/>
                      <a:pt x="112360" y="12082"/>
                    </a:cubicBezTo>
                    <a:cubicBezTo>
                      <a:pt x="112360" y="12082"/>
                      <a:pt x="31413" y="12082"/>
                      <a:pt x="31413" y="12082"/>
                    </a:cubicBezTo>
                    <a:cubicBezTo>
                      <a:pt x="31413" y="12082"/>
                      <a:pt x="31413" y="50525"/>
                      <a:pt x="31413" y="50525"/>
                    </a:cubicBezTo>
                    <a:cubicBezTo>
                      <a:pt x="31413" y="62503"/>
                      <a:pt x="49536" y="67000"/>
                      <a:pt x="49536" y="67000"/>
                    </a:cubicBezTo>
                    <a:cubicBezTo>
                      <a:pt x="49536" y="67000"/>
                      <a:pt x="99071" y="67000"/>
                      <a:pt x="99071" y="67000"/>
                    </a:cubicBezTo>
                    <a:cubicBezTo>
                      <a:pt x="116114" y="67000"/>
                      <a:pt x="117194" y="50525"/>
                      <a:pt x="117194" y="50525"/>
                    </a:cubicBezTo>
                    <a:cubicBezTo>
                      <a:pt x="117194" y="50525"/>
                      <a:pt x="117194" y="20391"/>
                      <a:pt x="117194" y="16475"/>
                    </a:cubicBezTo>
                    <a:close/>
                    <a:moveTo>
                      <a:pt x="248885" y="12082"/>
                    </a:moveTo>
                    <a:cubicBezTo>
                      <a:pt x="248885" y="12082"/>
                      <a:pt x="167937" y="12082"/>
                      <a:pt x="167937" y="12082"/>
                    </a:cubicBezTo>
                    <a:cubicBezTo>
                      <a:pt x="167937" y="12082"/>
                      <a:pt x="163104" y="12561"/>
                      <a:pt x="163104" y="16475"/>
                    </a:cubicBezTo>
                    <a:cubicBezTo>
                      <a:pt x="163104" y="20391"/>
                      <a:pt x="163104" y="50525"/>
                      <a:pt x="163104" y="50525"/>
                    </a:cubicBezTo>
                    <a:cubicBezTo>
                      <a:pt x="163104" y="50525"/>
                      <a:pt x="164184" y="67000"/>
                      <a:pt x="181226" y="67000"/>
                    </a:cubicBezTo>
                    <a:cubicBezTo>
                      <a:pt x="181226" y="67000"/>
                      <a:pt x="230762" y="67000"/>
                      <a:pt x="230762" y="67000"/>
                    </a:cubicBezTo>
                    <a:cubicBezTo>
                      <a:pt x="230762" y="67000"/>
                      <a:pt x="248885" y="62503"/>
                      <a:pt x="248885" y="50525"/>
                    </a:cubicBezTo>
                    <a:cubicBezTo>
                      <a:pt x="248885" y="50525"/>
                      <a:pt x="248885" y="12082"/>
                      <a:pt x="248885" y="12082"/>
                    </a:cubicBezTo>
                    <a:close/>
                    <a:moveTo>
                      <a:pt x="231970" y="77983"/>
                    </a:moveTo>
                    <a:cubicBezTo>
                      <a:pt x="232299" y="77976"/>
                      <a:pt x="232621" y="77954"/>
                      <a:pt x="232947" y="77938"/>
                    </a:cubicBezTo>
                    <a:cubicBezTo>
                      <a:pt x="233220" y="77949"/>
                      <a:pt x="232945" y="77965"/>
                      <a:pt x="231970" y="77983"/>
                    </a:cubicBezTo>
                    <a:close/>
                    <a:moveTo>
                      <a:pt x="47351" y="77938"/>
                    </a:moveTo>
                    <a:cubicBezTo>
                      <a:pt x="47677" y="77954"/>
                      <a:pt x="47998" y="77976"/>
                      <a:pt x="48328" y="77983"/>
                    </a:cubicBezTo>
                    <a:cubicBezTo>
                      <a:pt x="47352" y="77965"/>
                      <a:pt x="47078" y="77949"/>
                      <a:pt x="47351" y="77938"/>
                    </a:cubicBezTo>
                    <a:close/>
                  </a:path>
                </a:pathLst>
              </a:custGeom>
              <a:solidFill>
                <a:srgbClr val="3B434F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46" name="자유형: 도형 345">
                <a:extLst>
                  <a:ext uri="{FF2B5EF4-FFF2-40B4-BE49-F238E27FC236}">
                    <a16:creationId xmlns:a16="http://schemas.microsoft.com/office/drawing/2014/main" id="{90BB15B8-1D7C-414E-AF84-D88038ECFEB9}"/>
                  </a:ext>
                </a:extLst>
              </p:cNvPr>
              <p:cNvSpPr/>
              <p:nvPr/>
            </p:nvSpPr>
            <p:spPr>
              <a:xfrm>
                <a:off x="5027269" y="7923360"/>
                <a:ext cx="277627" cy="186717"/>
              </a:xfrm>
              <a:custGeom>
                <a:avLst/>
                <a:gdLst>
                  <a:gd name="connsiteX0" fmla="*/ 4364 w 277627"/>
                  <a:gd name="connsiteY0" fmla="*/ 186718 h 186717"/>
                  <a:gd name="connsiteX1" fmla="*/ 53932 w 277627"/>
                  <a:gd name="connsiteY1" fmla="*/ 91162 h 186717"/>
                  <a:gd name="connsiteX2" fmla="*/ 220769 w 277627"/>
                  <a:gd name="connsiteY2" fmla="*/ 91162 h 186717"/>
                  <a:gd name="connsiteX3" fmla="*/ 272755 w 277627"/>
                  <a:gd name="connsiteY3" fmla="*/ 186718 h 186717"/>
                  <a:gd name="connsiteX4" fmla="*/ 275176 w 277627"/>
                  <a:gd name="connsiteY4" fmla="*/ 186718 h 186717"/>
                  <a:gd name="connsiteX5" fmla="*/ 254620 w 277627"/>
                  <a:gd name="connsiteY5" fmla="*/ 63704 h 186717"/>
                  <a:gd name="connsiteX6" fmla="*/ 202635 w 277627"/>
                  <a:gd name="connsiteY6" fmla="*/ 17573 h 186717"/>
                  <a:gd name="connsiteX7" fmla="*/ 186918 w 277627"/>
                  <a:gd name="connsiteY7" fmla="*/ 26361 h 186717"/>
                  <a:gd name="connsiteX8" fmla="*/ 148232 w 277627"/>
                  <a:gd name="connsiteY8" fmla="*/ 0 h 186717"/>
                  <a:gd name="connsiteX9" fmla="*/ 116797 w 277627"/>
                  <a:gd name="connsiteY9" fmla="*/ 23066 h 186717"/>
                  <a:gd name="connsiteX10" fmla="*/ 99873 w 277627"/>
                  <a:gd name="connsiteY10" fmla="*/ 13180 h 186717"/>
                  <a:gd name="connsiteX11" fmla="*/ 62394 w 277627"/>
                  <a:gd name="connsiteY11" fmla="*/ 40639 h 186717"/>
                  <a:gd name="connsiteX12" fmla="*/ 37005 w 277627"/>
                  <a:gd name="connsiteY12" fmla="*/ 43934 h 186717"/>
                  <a:gd name="connsiteX13" fmla="*/ 23707 w 277627"/>
                  <a:gd name="connsiteY13" fmla="*/ 65901 h 186717"/>
                  <a:gd name="connsiteX14" fmla="*/ 1941 w 277627"/>
                  <a:gd name="connsiteY14" fmla="*/ 184522 h 186717"/>
                  <a:gd name="connsiteX15" fmla="*/ 4364 w 277627"/>
                  <a:gd name="connsiteY15" fmla="*/ 186718 h 1867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77627" h="186717">
                    <a:moveTo>
                      <a:pt x="4364" y="186718"/>
                    </a:moveTo>
                    <a:cubicBezTo>
                      <a:pt x="4364" y="186718"/>
                      <a:pt x="9024" y="120565"/>
                      <a:pt x="53932" y="91162"/>
                    </a:cubicBezTo>
                    <a:cubicBezTo>
                      <a:pt x="53932" y="91162"/>
                      <a:pt x="118771" y="131261"/>
                      <a:pt x="220769" y="91162"/>
                    </a:cubicBezTo>
                    <a:cubicBezTo>
                      <a:pt x="220769" y="91162"/>
                      <a:pt x="265884" y="109843"/>
                      <a:pt x="272755" y="186718"/>
                    </a:cubicBezTo>
                    <a:cubicBezTo>
                      <a:pt x="272755" y="186718"/>
                      <a:pt x="275176" y="186718"/>
                      <a:pt x="275176" y="186718"/>
                    </a:cubicBezTo>
                    <a:cubicBezTo>
                      <a:pt x="275176" y="186718"/>
                      <a:pt x="288094" y="98662"/>
                      <a:pt x="254620" y="63704"/>
                    </a:cubicBezTo>
                    <a:cubicBezTo>
                      <a:pt x="254620" y="63704"/>
                      <a:pt x="246376" y="36932"/>
                      <a:pt x="202635" y="17573"/>
                    </a:cubicBezTo>
                    <a:cubicBezTo>
                      <a:pt x="202635" y="17573"/>
                      <a:pt x="186918" y="26361"/>
                      <a:pt x="186918" y="26361"/>
                    </a:cubicBezTo>
                    <a:cubicBezTo>
                      <a:pt x="186918" y="26361"/>
                      <a:pt x="176359" y="14613"/>
                      <a:pt x="148232" y="0"/>
                    </a:cubicBezTo>
                    <a:cubicBezTo>
                      <a:pt x="148232" y="0"/>
                      <a:pt x="127429" y="8426"/>
                      <a:pt x="116797" y="23066"/>
                    </a:cubicBezTo>
                    <a:cubicBezTo>
                      <a:pt x="116797" y="23066"/>
                      <a:pt x="99873" y="13180"/>
                      <a:pt x="99873" y="13180"/>
                    </a:cubicBezTo>
                    <a:cubicBezTo>
                      <a:pt x="99873" y="13180"/>
                      <a:pt x="76221" y="23022"/>
                      <a:pt x="62394" y="40639"/>
                    </a:cubicBezTo>
                    <a:cubicBezTo>
                      <a:pt x="62394" y="40639"/>
                      <a:pt x="37005" y="43934"/>
                      <a:pt x="37005" y="43934"/>
                    </a:cubicBezTo>
                    <a:cubicBezTo>
                      <a:pt x="37005" y="43934"/>
                      <a:pt x="23707" y="65901"/>
                      <a:pt x="23707" y="65901"/>
                    </a:cubicBezTo>
                    <a:cubicBezTo>
                      <a:pt x="23707" y="65901"/>
                      <a:pt x="-8038" y="89150"/>
                      <a:pt x="1941" y="184522"/>
                    </a:cubicBezTo>
                    <a:cubicBezTo>
                      <a:pt x="1941" y="184522"/>
                      <a:pt x="4364" y="186718"/>
                      <a:pt x="4364" y="186718"/>
                    </a:cubicBezTo>
                    <a:close/>
                  </a:path>
                </a:pathLst>
              </a:custGeom>
              <a:solidFill>
                <a:schemeClr val="bg2">
                  <a:lumMod val="25000"/>
                </a:schemeClr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47" name="자유형: 도형 346">
                <a:extLst>
                  <a:ext uri="{FF2B5EF4-FFF2-40B4-BE49-F238E27FC236}">
                    <a16:creationId xmlns:a16="http://schemas.microsoft.com/office/drawing/2014/main" id="{654FAEA7-F04B-4839-80B7-6ED398F9BD96}"/>
                  </a:ext>
                </a:extLst>
              </p:cNvPr>
              <p:cNvSpPr/>
              <p:nvPr/>
            </p:nvSpPr>
            <p:spPr>
              <a:xfrm>
                <a:off x="5023645" y="7918967"/>
                <a:ext cx="286085" cy="191660"/>
              </a:xfrm>
              <a:custGeom>
                <a:avLst/>
                <a:gdLst>
                  <a:gd name="connsiteX0" fmla="*/ 283635 w 286085"/>
                  <a:gd name="connsiteY0" fmla="*/ 191111 h 191660"/>
                  <a:gd name="connsiteX1" fmla="*/ 272151 w 286085"/>
                  <a:gd name="connsiteY1" fmla="*/ 190563 h 191660"/>
                  <a:gd name="connsiteX2" fmla="*/ 224393 w 286085"/>
                  <a:gd name="connsiteY2" fmla="*/ 99950 h 191660"/>
                  <a:gd name="connsiteX3" fmla="*/ 57556 w 286085"/>
                  <a:gd name="connsiteY3" fmla="*/ 99400 h 191660"/>
                  <a:gd name="connsiteX4" fmla="*/ 12217 w 286085"/>
                  <a:gd name="connsiteY4" fmla="*/ 191661 h 191660"/>
                  <a:gd name="connsiteX5" fmla="*/ 1941 w 286085"/>
                  <a:gd name="connsiteY5" fmla="*/ 188915 h 191660"/>
                  <a:gd name="connsiteX6" fmla="*/ 23707 w 286085"/>
                  <a:gd name="connsiteY6" fmla="*/ 68647 h 191660"/>
                  <a:gd name="connsiteX7" fmla="*/ 38213 w 286085"/>
                  <a:gd name="connsiteY7" fmla="*/ 44482 h 191660"/>
                  <a:gd name="connsiteX8" fmla="*/ 64811 w 286085"/>
                  <a:gd name="connsiteY8" fmla="*/ 41187 h 191660"/>
                  <a:gd name="connsiteX9" fmla="*/ 104100 w 286085"/>
                  <a:gd name="connsiteY9" fmla="*/ 12631 h 191660"/>
                  <a:gd name="connsiteX10" fmla="*/ 119890 w 286085"/>
                  <a:gd name="connsiteY10" fmla="*/ 21967 h 191660"/>
                  <a:gd name="connsiteX11" fmla="*/ 152510 w 286085"/>
                  <a:gd name="connsiteY11" fmla="*/ 0 h 191660"/>
                  <a:gd name="connsiteX12" fmla="*/ 191171 w 286085"/>
                  <a:gd name="connsiteY12" fmla="*/ 25812 h 191660"/>
                  <a:gd name="connsiteX13" fmla="*/ 207467 w 286085"/>
                  <a:gd name="connsiteY13" fmla="*/ 17574 h 191660"/>
                  <a:gd name="connsiteX14" fmla="*/ 263078 w 286085"/>
                  <a:gd name="connsiteY14" fmla="*/ 67548 h 191660"/>
                  <a:gd name="connsiteX15" fmla="*/ 283635 w 286085"/>
                  <a:gd name="connsiteY15" fmla="*/ 191111 h 191660"/>
                  <a:gd name="connsiteX16" fmla="*/ 255205 w 286085"/>
                  <a:gd name="connsiteY16" fmla="*/ 69745 h 191660"/>
                  <a:gd name="connsiteX17" fmla="*/ 206274 w 286085"/>
                  <a:gd name="connsiteY17" fmla="*/ 26360 h 191660"/>
                  <a:gd name="connsiteX18" fmla="*/ 189963 w 286085"/>
                  <a:gd name="connsiteY18" fmla="*/ 35147 h 191660"/>
                  <a:gd name="connsiteX19" fmla="*/ 151301 w 286085"/>
                  <a:gd name="connsiteY19" fmla="*/ 8787 h 191660"/>
                  <a:gd name="connsiteX20" fmla="*/ 121702 w 286085"/>
                  <a:gd name="connsiteY20" fmla="*/ 32402 h 191660"/>
                  <a:gd name="connsiteX21" fmla="*/ 103579 w 286085"/>
                  <a:gd name="connsiteY21" fmla="*/ 21967 h 191660"/>
                  <a:gd name="connsiteX22" fmla="*/ 67937 w 286085"/>
                  <a:gd name="connsiteY22" fmla="*/ 48877 h 191660"/>
                  <a:gd name="connsiteX23" fmla="*/ 43775 w 286085"/>
                  <a:gd name="connsiteY23" fmla="*/ 52172 h 191660"/>
                  <a:gd name="connsiteX24" fmla="*/ 31089 w 286085"/>
                  <a:gd name="connsiteY24" fmla="*/ 73040 h 191660"/>
                  <a:gd name="connsiteX25" fmla="*/ 7529 w 286085"/>
                  <a:gd name="connsiteY25" fmla="*/ 165300 h 191660"/>
                  <a:gd name="connsiteX26" fmla="*/ 8132 w 286085"/>
                  <a:gd name="connsiteY26" fmla="*/ 164751 h 191660"/>
                  <a:gd name="connsiteX27" fmla="*/ 57556 w 286085"/>
                  <a:gd name="connsiteY27" fmla="*/ 90613 h 191660"/>
                  <a:gd name="connsiteX28" fmla="*/ 226206 w 286085"/>
                  <a:gd name="connsiteY28" fmla="*/ 91712 h 191660"/>
                  <a:gd name="connsiteX29" fmla="*/ 276952 w 286085"/>
                  <a:gd name="connsiteY29" fmla="*/ 165300 h 191660"/>
                  <a:gd name="connsiteX30" fmla="*/ 255205 w 286085"/>
                  <a:gd name="connsiteY30" fmla="*/ 69745 h 1916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286085" h="191660">
                    <a:moveTo>
                      <a:pt x="283635" y="191111"/>
                    </a:moveTo>
                    <a:cubicBezTo>
                      <a:pt x="283635" y="191111"/>
                      <a:pt x="272151" y="190563"/>
                      <a:pt x="272151" y="190563"/>
                    </a:cubicBezTo>
                    <a:cubicBezTo>
                      <a:pt x="265280" y="113687"/>
                      <a:pt x="224393" y="99950"/>
                      <a:pt x="224393" y="99950"/>
                    </a:cubicBezTo>
                    <a:cubicBezTo>
                      <a:pt x="122396" y="140047"/>
                      <a:pt x="57556" y="99400"/>
                      <a:pt x="57556" y="99400"/>
                    </a:cubicBezTo>
                    <a:cubicBezTo>
                      <a:pt x="18333" y="129818"/>
                      <a:pt x="12217" y="191661"/>
                      <a:pt x="12217" y="191661"/>
                    </a:cubicBezTo>
                    <a:cubicBezTo>
                      <a:pt x="12217" y="191661"/>
                      <a:pt x="1941" y="188915"/>
                      <a:pt x="1941" y="188915"/>
                    </a:cubicBezTo>
                    <a:cubicBezTo>
                      <a:pt x="-8038" y="93544"/>
                      <a:pt x="23707" y="68647"/>
                      <a:pt x="23707" y="68647"/>
                    </a:cubicBezTo>
                    <a:cubicBezTo>
                      <a:pt x="23707" y="68647"/>
                      <a:pt x="38213" y="44482"/>
                      <a:pt x="38213" y="44482"/>
                    </a:cubicBezTo>
                    <a:cubicBezTo>
                      <a:pt x="38213" y="44482"/>
                      <a:pt x="64811" y="41187"/>
                      <a:pt x="64811" y="41187"/>
                    </a:cubicBezTo>
                    <a:cubicBezTo>
                      <a:pt x="78638" y="23572"/>
                      <a:pt x="104100" y="12631"/>
                      <a:pt x="104100" y="12631"/>
                    </a:cubicBezTo>
                    <a:cubicBezTo>
                      <a:pt x="104100" y="12631"/>
                      <a:pt x="119890" y="21967"/>
                      <a:pt x="119890" y="21967"/>
                    </a:cubicBezTo>
                    <a:cubicBezTo>
                      <a:pt x="130520" y="7328"/>
                      <a:pt x="152510" y="0"/>
                      <a:pt x="152510" y="0"/>
                    </a:cubicBezTo>
                    <a:cubicBezTo>
                      <a:pt x="180637" y="14613"/>
                      <a:pt x="191171" y="25812"/>
                      <a:pt x="191171" y="25812"/>
                    </a:cubicBezTo>
                    <a:cubicBezTo>
                      <a:pt x="191171" y="25812"/>
                      <a:pt x="207467" y="17574"/>
                      <a:pt x="207467" y="17574"/>
                    </a:cubicBezTo>
                    <a:cubicBezTo>
                      <a:pt x="251208" y="36932"/>
                      <a:pt x="263078" y="67548"/>
                      <a:pt x="263078" y="67548"/>
                    </a:cubicBezTo>
                    <a:cubicBezTo>
                      <a:pt x="296551" y="102506"/>
                      <a:pt x="283635" y="191111"/>
                      <a:pt x="283635" y="191111"/>
                    </a:cubicBezTo>
                    <a:close/>
                    <a:moveTo>
                      <a:pt x="255205" y="69745"/>
                    </a:moveTo>
                    <a:cubicBezTo>
                      <a:pt x="255205" y="69745"/>
                      <a:pt x="250014" y="45718"/>
                      <a:pt x="206274" y="26360"/>
                    </a:cubicBezTo>
                    <a:cubicBezTo>
                      <a:pt x="206274" y="26360"/>
                      <a:pt x="189963" y="35147"/>
                      <a:pt x="189963" y="35147"/>
                    </a:cubicBezTo>
                    <a:cubicBezTo>
                      <a:pt x="189963" y="35147"/>
                      <a:pt x="179429" y="23400"/>
                      <a:pt x="151301" y="8787"/>
                    </a:cubicBezTo>
                    <a:cubicBezTo>
                      <a:pt x="151301" y="8787"/>
                      <a:pt x="132332" y="17762"/>
                      <a:pt x="121702" y="32402"/>
                    </a:cubicBezTo>
                    <a:cubicBezTo>
                      <a:pt x="121702" y="32402"/>
                      <a:pt x="103579" y="21967"/>
                      <a:pt x="103579" y="21967"/>
                    </a:cubicBezTo>
                    <a:cubicBezTo>
                      <a:pt x="103579" y="21967"/>
                      <a:pt x="81766" y="31260"/>
                      <a:pt x="67937" y="48877"/>
                    </a:cubicBezTo>
                    <a:cubicBezTo>
                      <a:pt x="67937" y="48877"/>
                      <a:pt x="43775" y="52172"/>
                      <a:pt x="43775" y="52172"/>
                    </a:cubicBezTo>
                    <a:cubicBezTo>
                      <a:pt x="43775" y="52172"/>
                      <a:pt x="31089" y="73040"/>
                      <a:pt x="31089" y="73040"/>
                    </a:cubicBezTo>
                    <a:cubicBezTo>
                      <a:pt x="31089" y="73040"/>
                      <a:pt x="4739" y="91335"/>
                      <a:pt x="7529" y="165300"/>
                    </a:cubicBezTo>
                    <a:cubicBezTo>
                      <a:pt x="7529" y="165300"/>
                      <a:pt x="8132" y="164751"/>
                      <a:pt x="8132" y="164751"/>
                    </a:cubicBezTo>
                    <a:cubicBezTo>
                      <a:pt x="8132" y="164751"/>
                      <a:pt x="16516" y="118774"/>
                      <a:pt x="57556" y="90613"/>
                    </a:cubicBezTo>
                    <a:cubicBezTo>
                      <a:pt x="57556" y="90613"/>
                      <a:pt x="124208" y="131810"/>
                      <a:pt x="226206" y="91712"/>
                    </a:cubicBezTo>
                    <a:cubicBezTo>
                      <a:pt x="226206" y="91712"/>
                      <a:pt x="263888" y="107822"/>
                      <a:pt x="276952" y="165300"/>
                    </a:cubicBezTo>
                    <a:cubicBezTo>
                      <a:pt x="276952" y="165300"/>
                      <a:pt x="284706" y="106182"/>
                      <a:pt x="255205" y="69745"/>
                    </a:cubicBezTo>
                    <a:close/>
                  </a:path>
                </a:pathLst>
              </a:custGeom>
              <a:solidFill>
                <a:srgbClr val="3B434F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48" name="자유형: 도형 347">
                <a:extLst>
                  <a:ext uri="{FF2B5EF4-FFF2-40B4-BE49-F238E27FC236}">
                    <a16:creationId xmlns:a16="http://schemas.microsoft.com/office/drawing/2014/main" id="{E49132C0-CF76-4447-8F3C-C29F10159C04}"/>
                  </a:ext>
                </a:extLst>
              </p:cNvPr>
              <p:cNvSpPr/>
              <p:nvPr/>
            </p:nvSpPr>
            <p:spPr>
              <a:xfrm>
                <a:off x="5141004" y="8378400"/>
                <a:ext cx="48138" cy="83662"/>
              </a:xfrm>
              <a:custGeom>
                <a:avLst/>
                <a:gdLst>
                  <a:gd name="connsiteX0" fmla="*/ 7079 w 48138"/>
                  <a:gd name="connsiteY0" fmla="*/ 16733 h 83662"/>
                  <a:gd name="connsiteX1" fmla="*/ 24069 w 48138"/>
                  <a:gd name="connsiteY1" fmla="*/ 0 h 83662"/>
                  <a:gd name="connsiteX2" fmla="*/ 42475 w 48138"/>
                  <a:gd name="connsiteY2" fmla="*/ 16733 h 83662"/>
                  <a:gd name="connsiteX3" fmla="*/ 32564 w 48138"/>
                  <a:gd name="connsiteY3" fmla="*/ 25742 h 83662"/>
                  <a:gd name="connsiteX4" fmla="*/ 48138 w 48138"/>
                  <a:gd name="connsiteY4" fmla="*/ 83663 h 83662"/>
                  <a:gd name="connsiteX5" fmla="*/ 0 w 48138"/>
                  <a:gd name="connsiteY5" fmla="*/ 83663 h 83662"/>
                  <a:gd name="connsiteX6" fmla="*/ 16990 w 48138"/>
                  <a:gd name="connsiteY6" fmla="*/ 25742 h 83662"/>
                  <a:gd name="connsiteX7" fmla="*/ 7079 w 48138"/>
                  <a:gd name="connsiteY7" fmla="*/ 16733 h 836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8138" h="83662">
                    <a:moveTo>
                      <a:pt x="7079" y="16733"/>
                    </a:moveTo>
                    <a:cubicBezTo>
                      <a:pt x="7079" y="16733"/>
                      <a:pt x="24069" y="0"/>
                      <a:pt x="24069" y="0"/>
                    </a:cubicBezTo>
                    <a:cubicBezTo>
                      <a:pt x="24069" y="0"/>
                      <a:pt x="42475" y="16733"/>
                      <a:pt x="42475" y="16733"/>
                    </a:cubicBezTo>
                    <a:cubicBezTo>
                      <a:pt x="42475" y="16733"/>
                      <a:pt x="32564" y="25742"/>
                      <a:pt x="32564" y="25742"/>
                    </a:cubicBezTo>
                    <a:cubicBezTo>
                      <a:pt x="32564" y="25742"/>
                      <a:pt x="48138" y="83663"/>
                      <a:pt x="48138" y="83663"/>
                    </a:cubicBezTo>
                    <a:cubicBezTo>
                      <a:pt x="48138" y="83663"/>
                      <a:pt x="0" y="83663"/>
                      <a:pt x="0" y="83663"/>
                    </a:cubicBezTo>
                    <a:cubicBezTo>
                      <a:pt x="0" y="83663"/>
                      <a:pt x="16990" y="25742"/>
                      <a:pt x="16990" y="25742"/>
                    </a:cubicBezTo>
                    <a:cubicBezTo>
                      <a:pt x="16990" y="25742"/>
                      <a:pt x="7079" y="16733"/>
                      <a:pt x="7079" y="16733"/>
                    </a:cubicBezTo>
                    <a:close/>
                  </a:path>
                </a:pathLst>
              </a:custGeom>
              <a:solidFill>
                <a:srgbClr val="3B434F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49" name="자유형: 도형 348">
                <a:extLst>
                  <a:ext uri="{FF2B5EF4-FFF2-40B4-BE49-F238E27FC236}">
                    <a16:creationId xmlns:a16="http://schemas.microsoft.com/office/drawing/2014/main" id="{1B23DF82-3FA0-4D00-8873-7E7A31CA1235}"/>
                  </a:ext>
                </a:extLst>
              </p:cNvPr>
              <p:cNvSpPr/>
              <p:nvPr/>
            </p:nvSpPr>
            <p:spPr>
              <a:xfrm>
                <a:off x="5137585" y="8401604"/>
                <a:ext cx="55208" cy="61444"/>
              </a:xfrm>
              <a:custGeom>
                <a:avLst/>
                <a:gdLst>
                  <a:gd name="connsiteX0" fmla="*/ 48300 w 55208"/>
                  <a:gd name="connsiteY0" fmla="*/ 61347 h 61444"/>
                  <a:gd name="connsiteX1" fmla="*/ 31177 w 55208"/>
                  <a:gd name="connsiteY1" fmla="*/ 3251 h 61444"/>
                  <a:gd name="connsiteX2" fmla="*/ 34737 w 55208"/>
                  <a:gd name="connsiteY2" fmla="*/ 2281 h 61444"/>
                  <a:gd name="connsiteX3" fmla="*/ 37098 w 55208"/>
                  <a:gd name="connsiteY3" fmla="*/ 0 h 61444"/>
                  <a:gd name="connsiteX4" fmla="*/ 55209 w 55208"/>
                  <a:gd name="connsiteY4" fmla="*/ 61444 h 61444"/>
                  <a:gd name="connsiteX5" fmla="*/ 48300 w 55208"/>
                  <a:gd name="connsiteY5" fmla="*/ 61347 h 61444"/>
                  <a:gd name="connsiteX6" fmla="*/ 0 w 55208"/>
                  <a:gd name="connsiteY6" fmla="*/ 60661 h 61444"/>
                  <a:gd name="connsiteX7" fmla="*/ 17876 w 55208"/>
                  <a:gd name="connsiteY7" fmla="*/ 283 h 61444"/>
                  <a:gd name="connsiteX8" fmla="*/ 19032 w 55208"/>
                  <a:gd name="connsiteY8" fmla="*/ 1183 h 61444"/>
                  <a:gd name="connsiteX9" fmla="*/ 22656 w 55208"/>
                  <a:gd name="connsiteY9" fmla="*/ 3379 h 61444"/>
                  <a:gd name="connsiteX10" fmla="*/ 23851 w 55208"/>
                  <a:gd name="connsiteY10" fmla="*/ 3488 h 61444"/>
                  <a:gd name="connsiteX11" fmla="*/ 6894 w 55208"/>
                  <a:gd name="connsiteY11" fmla="*/ 60758 h 61444"/>
                  <a:gd name="connsiteX12" fmla="*/ 0 w 55208"/>
                  <a:gd name="connsiteY12" fmla="*/ 60661 h 614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5208" h="61444">
                    <a:moveTo>
                      <a:pt x="48300" y="61347"/>
                    </a:moveTo>
                    <a:cubicBezTo>
                      <a:pt x="48300" y="61347"/>
                      <a:pt x="31177" y="3251"/>
                      <a:pt x="31177" y="3251"/>
                    </a:cubicBezTo>
                    <a:cubicBezTo>
                      <a:pt x="31177" y="3251"/>
                      <a:pt x="34737" y="2281"/>
                      <a:pt x="34737" y="2281"/>
                    </a:cubicBezTo>
                    <a:cubicBezTo>
                      <a:pt x="34737" y="2281"/>
                      <a:pt x="37098" y="0"/>
                      <a:pt x="37098" y="0"/>
                    </a:cubicBezTo>
                    <a:cubicBezTo>
                      <a:pt x="37098" y="0"/>
                      <a:pt x="55209" y="61444"/>
                      <a:pt x="55209" y="61444"/>
                    </a:cubicBezTo>
                    <a:cubicBezTo>
                      <a:pt x="55209" y="61444"/>
                      <a:pt x="48300" y="61347"/>
                      <a:pt x="48300" y="61347"/>
                    </a:cubicBezTo>
                    <a:close/>
                    <a:moveTo>
                      <a:pt x="0" y="60661"/>
                    </a:moveTo>
                    <a:cubicBezTo>
                      <a:pt x="0" y="60661"/>
                      <a:pt x="17876" y="283"/>
                      <a:pt x="17876" y="283"/>
                    </a:cubicBezTo>
                    <a:cubicBezTo>
                      <a:pt x="17876" y="283"/>
                      <a:pt x="19032" y="1183"/>
                      <a:pt x="19032" y="1183"/>
                    </a:cubicBezTo>
                    <a:cubicBezTo>
                      <a:pt x="19032" y="1183"/>
                      <a:pt x="22656" y="3379"/>
                      <a:pt x="22656" y="3379"/>
                    </a:cubicBezTo>
                    <a:cubicBezTo>
                      <a:pt x="22656" y="3379"/>
                      <a:pt x="23851" y="3488"/>
                      <a:pt x="23851" y="3488"/>
                    </a:cubicBezTo>
                    <a:cubicBezTo>
                      <a:pt x="23851" y="3488"/>
                      <a:pt x="6894" y="60758"/>
                      <a:pt x="6894" y="60758"/>
                    </a:cubicBezTo>
                    <a:cubicBezTo>
                      <a:pt x="6894" y="60758"/>
                      <a:pt x="0" y="60661"/>
                      <a:pt x="0" y="60661"/>
                    </a:cubicBezTo>
                    <a:close/>
                  </a:path>
                </a:pathLst>
              </a:custGeom>
              <a:solidFill>
                <a:srgbClr val="3B434F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50" name="자유형: 도형 349">
                <a:extLst>
                  <a:ext uri="{FF2B5EF4-FFF2-40B4-BE49-F238E27FC236}">
                    <a16:creationId xmlns:a16="http://schemas.microsoft.com/office/drawing/2014/main" id="{716519BD-08A6-4975-ABA6-AFD51C4F8F8E}"/>
                  </a:ext>
                </a:extLst>
              </p:cNvPr>
              <p:cNvSpPr/>
              <p:nvPr/>
            </p:nvSpPr>
            <p:spPr>
              <a:xfrm>
                <a:off x="5125413" y="8375048"/>
                <a:ext cx="80926" cy="40917"/>
              </a:xfrm>
              <a:custGeom>
                <a:avLst/>
                <a:gdLst>
                  <a:gd name="connsiteX0" fmla="*/ 80926 w 80926"/>
                  <a:gd name="connsiteY0" fmla="*/ 36544 h 40917"/>
                  <a:gd name="connsiteX1" fmla="*/ 76227 w 80926"/>
                  <a:gd name="connsiteY1" fmla="*/ 40815 h 40917"/>
                  <a:gd name="connsiteX2" fmla="*/ 57944 w 80926"/>
                  <a:gd name="connsiteY2" fmla="*/ 24194 h 40917"/>
                  <a:gd name="connsiteX3" fmla="*/ 41076 w 80926"/>
                  <a:gd name="connsiteY3" fmla="*/ 32681 h 40917"/>
                  <a:gd name="connsiteX4" fmla="*/ 23796 w 80926"/>
                  <a:gd name="connsiteY4" fmla="*/ 23568 h 40917"/>
                  <a:gd name="connsiteX5" fmla="*/ 4710 w 80926"/>
                  <a:gd name="connsiteY5" fmla="*/ 40918 h 40917"/>
                  <a:gd name="connsiteX6" fmla="*/ 0 w 80926"/>
                  <a:gd name="connsiteY6" fmla="*/ 36635 h 40917"/>
                  <a:gd name="connsiteX7" fmla="*/ 37575 w 80926"/>
                  <a:gd name="connsiteY7" fmla="*/ 2476 h 40917"/>
                  <a:gd name="connsiteX8" fmla="*/ 40513 w 80926"/>
                  <a:gd name="connsiteY8" fmla="*/ 0 h 40917"/>
                  <a:gd name="connsiteX9" fmla="*/ 43452 w 80926"/>
                  <a:gd name="connsiteY9" fmla="*/ 2476 h 40917"/>
                  <a:gd name="connsiteX10" fmla="*/ 80926 w 80926"/>
                  <a:gd name="connsiteY10" fmla="*/ 36544 h 40917"/>
                  <a:gd name="connsiteX11" fmla="*/ 27493 w 80926"/>
                  <a:gd name="connsiteY11" fmla="*/ 20208 h 40917"/>
                  <a:gd name="connsiteX12" fmla="*/ 40774 w 80926"/>
                  <a:gd name="connsiteY12" fmla="*/ 27739 h 40917"/>
                  <a:gd name="connsiteX13" fmla="*/ 53884 w 80926"/>
                  <a:gd name="connsiteY13" fmla="*/ 20503 h 40917"/>
                  <a:gd name="connsiteX14" fmla="*/ 40525 w 80926"/>
                  <a:gd name="connsiteY14" fmla="*/ 8360 h 40917"/>
                  <a:gd name="connsiteX15" fmla="*/ 27493 w 80926"/>
                  <a:gd name="connsiteY15" fmla="*/ 20208 h 409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80926" h="40917">
                    <a:moveTo>
                      <a:pt x="80926" y="36544"/>
                    </a:moveTo>
                    <a:cubicBezTo>
                      <a:pt x="80926" y="36544"/>
                      <a:pt x="76227" y="40815"/>
                      <a:pt x="76227" y="40815"/>
                    </a:cubicBezTo>
                    <a:cubicBezTo>
                      <a:pt x="76227" y="40815"/>
                      <a:pt x="57944" y="24194"/>
                      <a:pt x="57944" y="24194"/>
                    </a:cubicBezTo>
                    <a:cubicBezTo>
                      <a:pt x="54416" y="29288"/>
                      <a:pt x="48186" y="32681"/>
                      <a:pt x="41076" y="32681"/>
                    </a:cubicBezTo>
                    <a:cubicBezTo>
                      <a:pt x="33678" y="32681"/>
                      <a:pt x="27235" y="29009"/>
                      <a:pt x="23796" y="23568"/>
                    </a:cubicBezTo>
                    <a:cubicBezTo>
                      <a:pt x="23796" y="23568"/>
                      <a:pt x="4710" y="40918"/>
                      <a:pt x="4710" y="40918"/>
                    </a:cubicBezTo>
                    <a:cubicBezTo>
                      <a:pt x="4710" y="40918"/>
                      <a:pt x="0" y="36635"/>
                      <a:pt x="0" y="36635"/>
                    </a:cubicBezTo>
                    <a:cubicBezTo>
                      <a:pt x="0" y="36635"/>
                      <a:pt x="37575" y="2476"/>
                      <a:pt x="37575" y="2476"/>
                    </a:cubicBezTo>
                    <a:cubicBezTo>
                      <a:pt x="37575" y="2476"/>
                      <a:pt x="40513" y="0"/>
                      <a:pt x="40513" y="0"/>
                    </a:cubicBezTo>
                    <a:cubicBezTo>
                      <a:pt x="40513" y="0"/>
                      <a:pt x="43452" y="2476"/>
                      <a:pt x="43452" y="2476"/>
                    </a:cubicBezTo>
                    <a:cubicBezTo>
                      <a:pt x="43452" y="2476"/>
                      <a:pt x="80926" y="36544"/>
                      <a:pt x="80926" y="36544"/>
                    </a:cubicBezTo>
                    <a:close/>
                    <a:moveTo>
                      <a:pt x="27493" y="20208"/>
                    </a:moveTo>
                    <a:cubicBezTo>
                      <a:pt x="29901" y="24668"/>
                      <a:pt x="34940" y="27739"/>
                      <a:pt x="40774" y="27739"/>
                    </a:cubicBezTo>
                    <a:cubicBezTo>
                      <a:pt x="46476" y="27739"/>
                      <a:pt x="51413" y="24799"/>
                      <a:pt x="53884" y="20503"/>
                    </a:cubicBezTo>
                    <a:cubicBezTo>
                      <a:pt x="53884" y="20503"/>
                      <a:pt x="40525" y="8360"/>
                      <a:pt x="40525" y="8360"/>
                    </a:cubicBezTo>
                    <a:cubicBezTo>
                      <a:pt x="40525" y="8360"/>
                      <a:pt x="27493" y="20208"/>
                      <a:pt x="27493" y="20208"/>
                    </a:cubicBezTo>
                    <a:close/>
                  </a:path>
                </a:pathLst>
              </a:custGeom>
              <a:solidFill>
                <a:srgbClr val="3B434F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51" name="자유형: 도형 350">
                <a:extLst>
                  <a:ext uri="{FF2B5EF4-FFF2-40B4-BE49-F238E27FC236}">
                    <a16:creationId xmlns:a16="http://schemas.microsoft.com/office/drawing/2014/main" id="{5470E7DC-39C8-4186-9D19-20DB20D1455E}"/>
                  </a:ext>
                </a:extLst>
              </p:cNvPr>
              <p:cNvSpPr/>
              <p:nvPr/>
            </p:nvSpPr>
            <p:spPr>
              <a:xfrm>
                <a:off x="5115827" y="7947926"/>
                <a:ext cx="77582" cy="84899"/>
              </a:xfrm>
              <a:custGeom>
                <a:avLst/>
                <a:gdLst>
                  <a:gd name="connsiteX0" fmla="*/ 52274 w 77582"/>
                  <a:gd name="connsiteY0" fmla="*/ 155 h 84899"/>
                  <a:gd name="connsiteX1" fmla="*/ 52530 w 77582"/>
                  <a:gd name="connsiteY1" fmla="*/ 2064 h 84899"/>
                  <a:gd name="connsiteX2" fmla="*/ 51708 w 77582"/>
                  <a:gd name="connsiteY2" fmla="*/ 5415 h 84899"/>
                  <a:gd name="connsiteX3" fmla="*/ 51075 w 77582"/>
                  <a:gd name="connsiteY3" fmla="*/ 10479 h 84899"/>
                  <a:gd name="connsiteX4" fmla="*/ 51065 w 77582"/>
                  <a:gd name="connsiteY4" fmla="*/ 14681 h 84899"/>
                  <a:gd name="connsiteX5" fmla="*/ 51253 w 77582"/>
                  <a:gd name="connsiteY5" fmla="*/ 17094 h 84899"/>
                  <a:gd name="connsiteX6" fmla="*/ 51368 w 77582"/>
                  <a:gd name="connsiteY6" fmla="*/ 18066 h 84899"/>
                  <a:gd name="connsiteX7" fmla="*/ 51433 w 77582"/>
                  <a:gd name="connsiteY7" fmla="*/ 18331 h 84899"/>
                  <a:gd name="connsiteX8" fmla="*/ 51578 w 77582"/>
                  <a:gd name="connsiteY8" fmla="*/ 19545 h 84899"/>
                  <a:gd name="connsiteX9" fmla="*/ 51798 w 77582"/>
                  <a:gd name="connsiteY9" fmla="*/ 20659 h 84899"/>
                  <a:gd name="connsiteX10" fmla="*/ 52158 w 77582"/>
                  <a:gd name="connsiteY10" fmla="*/ 22437 h 84899"/>
                  <a:gd name="connsiteX11" fmla="*/ 52223 w 77582"/>
                  <a:gd name="connsiteY11" fmla="*/ 22877 h 84899"/>
                  <a:gd name="connsiteX12" fmla="*/ 52590 w 77582"/>
                  <a:gd name="connsiteY12" fmla="*/ 24261 h 84899"/>
                  <a:gd name="connsiteX13" fmla="*/ 52624 w 77582"/>
                  <a:gd name="connsiteY13" fmla="*/ 24532 h 84899"/>
                  <a:gd name="connsiteX14" fmla="*/ 53186 w 77582"/>
                  <a:gd name="connsiteY14" fmla="*/ 26540 h 84899"/>
                  <a:gd name="connsiteX15" fmla="*/ 54271 w 77582"/>
                  <a:gd name="connsiteY15" fmla="*/ 29733 h 84899"/>
                  <a:gd name="connsiteX16" fmla="*/ 55051 w 77582"/>
                  <a:gd name="connsiteY16" fmla="*/ 31884 h 84899"/>
                  <a:gd name="connsiteX17" fmla="*/ 56666 w 77582"/>
                  <a:gd name="connsiteY17" fmla="*/ 35622 h 84899"/>
                  <a:gd name="connsiteX18" fmla="*/ 57778 w 77582"/>
                  <a:gd name="connsiteY18" fmla="*/ 37838 h 84899"/>
                  <a:gd name="connsiteX19" fmla="*/ 61248 w 77582"/>
                  <a:gd name="connsiteY19" fmla="*/ 44175 h 84899"/>
                  <a:gd name="connsiteX20" fmla="*/ 62505 w 77582"/>
                  <a:gd name="connsiteY20" fmla="*/ 46136 h 84899"/>
                  <a:gd name="connsiteX21" fmla="*/ 63326 w 77582"/>
                  <a:gd name="connsiteY21" fmla="*/ 47466 h 84899"/>
                  <a:gd name="connsiteX22" fmla="*/ 63799 w 77582"/>
                  <a:gd name="connsiteY22" fmla="*/ 48121 h 84899"/>
                  <a:gd name="connsiteX23" fmla="*/ 64821 w 77582"/>
                  <a:gd name="connsiteY23" fmla="*/ 49682 h 84899"/>
                  <a:gd name="connsiteX24" fmla="*/ 65802 w 77582"/>
                  <a:gd name="connsiteY24" fmla="*/ 51017 h 84899"/>
                  <a:gd name="connsiteX25" fmla="*/ 66888 w 77582"/>
                  <a:gd name="connsiteY25" fmla="*/ 52568 h 84899"/>
                  <a:gd name="connsiteX26" fmla="*/ 68831 w 77582"/>
                  <a:gd name="connsiteY26" fmla="*/ 55124 h 84899"/>
                  <a:gd name="connsiteX27" fmla="*/ 70915 w 77582"/>
                  <a:gd name="connsiteY27" fmla="*/ 57674 h 84899"/>
                  <a:gd name="connsiteX28" fmla="*/ 75279 w 77582"/>
                  <a:gd name="connsiteY28" fmla="*/ 62699 h 84899"/>
                  <a:gd name="connsiteX29" fmla="*/ 76665 w 77582"/>
                  <a:gd name="connsiteY29" fmla="*/ 64147 h 84899"/>
                  <a:gd name="connsiteX30" fmla="*/ 77390 w 77582"/>
                  <a:gd name="connsiteY30" fmla="*/ 64867 h 84899"/>
                  <a:gd name="connsiteX31" fmla="*/ 77524 w 77582"/>
                  <a:gd name="connsiteY31" fmla="*/ 65253 h 84899"/>
                  <a:gd name="connsiteX32" fmla="*/ 77576 w 77582"/>
                  <a:gd name="connsiteY32" fmla="*/ 65885 h 84899"/>
                  <a:gd name="connsiteX33" fmla="*/ 77537 w 77582"/>
                  <a:gd name="connsiteY33" fmla="*/ 66878 h 84899"/>
                  <a:gd name="connsiteX34" fmla="*/ 77065 w 77582"/>
                  <a:gd name="connsiteY34" fmla="*/ 67967 h 84899"/>
                  <a:gd name="connsiteX35" fmla="*/ 76435 w 77582"/>
                  <a:gd name="connsiteY35" fmla="*/ 68629 h 84899"/>
                  <a:gd name="connsiteX36" fmla="*/ 76064 w 77582"/>
                  <a:gd name="connsiteY36" fmla="*/ 68960 h 84899"/>
                  <a:gd name="connsiteX37" fmla="*/ 74760 w 77582"/>
                  <a:gd name="connsiteY37" fmla="*/ 69607 h 84899"/>
                  <a:gd name="connsiteX38" fmla="*/ 73347 w 77582"/>
                  <a:gd name="connsiteY38" fmla="*/ 68962 h 84899"/>
                  <a:gd name="connsiteX39" fmla="*/ 71311 w 77582"/>
                  <a:gd name="connsiteY39" fmla="*/ 66944 h 84899"/>
                  <a:gd name="connsiteX40" fmla="*/ 70909 w 77582"/>
                  <a:gd name="connsiteY40" fmla="*/ 66582 h 84899"/>
                  <a:gd name="connsiteX41" fmla="*/ 68651 w 77582"/>
                  <a:gd name="connsiteY41" fmla="*/ 64220 h 84899"/>
                  <a:gd name="connsiteX42" fmla="*/ 68165 w 77582"/>
                  <a:gd name="connsiteY42" fmla="*/ 63756 h 84899"/>
                  <a:gd name="connsiteX43" fmla="*/ 66448 w 77582"/>
                  <a:gd name="connsiteY43" fmla="*/ 61892 h 84899"/>
                  <a:gd name="connsiteX44" fmla="*/ 62356 w 77582"/>
                  <a:gd name="connsiteY44" fmla="*/ 57044 h 84899"/>
                  <a:gd name="connsiteX45" fmla="*/ 61471 w 77582"/>
                  <a:gd name="connsiteY45" fmla="*/ 55971 h 84899"/>
                  <a:gd name="connsiteX46" fmla="*/ 55836 w 77582"/>
                  <a:gd name="connsiteY46" fmla="*/ 47780 h 84899"/>
                  <a:gd name="connsiteX47" fmla="*/ 54548 w 77582"/>
                  <a:gd name="connsiteY47" fmla="*/ 45649 h 84899"/>
                  <a:gd name="connsiteX48" fmla="*/ 51409 w 77582"/>
                  <a:gd name="connsiteY48" fmla="*/ 39378 h 84899"/>
                  <a:gd name="connsiteX49" fmla="*/ 51075 w 77582"/>
                  <a:gd name="connsiteY49" fmla="*/ 38513 h 84899"/>
                  <a:gd name="connsiteX50" fmla="*/ 49595 w 77582"/>
                  <a:gd name="connsiteY50" fmla="*/ 34739 h 84899"/>
                  <a:gd name="connsiteX51" fmla="*/ 48399 w 77582"/>
                  <a:gd name="connsiteY51" fmla="*/ 30851 h 84899"/>
                  <a:gd name="connsiteX52" fmla="*/ 48181 w 77582"/>
                  <a:gd name="connsiteY52" fmla="*/ 30011 h 84899"/>
                  <a:gd name="connsiteX53" fmla="*/ 48141 w 77582"/>
                  <a:gd name="connsiteY53" fmla="*/ 29712 h 84899"/>
                  <a:gd name="connsiteX54" fmla="*/ 47926 w 77582"/>
                  <a:gd name="connsiteY54" fmla="*/ 28800 h 84899"/>
                  <a:gd name="connsiteX55" fmla="*/ 47475 w 77582"/>
                  <a:gd name="connsiteY55" fmla="*/ 26615 h 84899"/>
                  <a:gd name="connsiteX56" fmla="*/ 47157 w 77582"/>
                  <a:gd name="connsiteY56" fmla="*/ 24541 h 84899"/>
                  <a:gd name="connsiteX57" fmla="*/ 47071 w 77582"/>
                  <a:gd name="connsiteY57" fmla="*/ 24161 h 84899"/>
                  <a:gd name="connsiteX58" fmla="*/ 46919 w 77582"/>
                  <a:gd name="connsiteY58" fmla="*/ 22819 h 84899"/>
                  <a:gd name="connsiteX59" fmla="*/ 46747 w 77582"/>
                  <a:gd name="connsiteY59" fmla="*/ 20491 h 84899"/>
                  <a:gd name="connsiteX60" fmla="*/ 46692 w 77582"/>
                  <a:gd name="connsiteY60" fmla="*/ 17592 h 84899"/>
                  <a:gd name="connsiteX61" fmla="*/ 46847 w 77582"/>
                  <a:gd name="connsiteY61" fmla="*/ 14706 h 84899"/>
                  <a:gd name="connsiteX62" fmla="*/ 48248 w 77582"/>
                  <a:gd name="connsiteY62" fmla="*/ 6676 h 84899"/>
                  <a:gd name="connsiteX63" fmla="*/ 49253 w 77582"/>
                  <a:gd name="connsiteY63" fmla="*/ 3721 h 84899"/>
                  <a:gd name="connsiteX64" fmla="*/ 50128 w 77582"/>
                  <a:gd name="connsiteY64" fmla="*/ 1699 h 84899"/>
                  <a:gd name="connsiteX65" fmla="*/ 50380 w 77582"/>
                  <a:gd name="connsiteY65" fmla="*/ 1240 h 84899"/>
                  <a:gd name="connsiteX66" fmla="*/ 51136 w 77582"/>
                  <a:gd name="connsiteY66" fmla="*/ 137 h 84899"/>
                  <a:gd name="connsiteX67" fmla="*/ 51913 w 77582"/>
                  <a:gd name="connsiteY67" fmla="*/ 20 h 84899"/>
                  <a:gd name="connsiteX68" fmla="*/ 52274 w 77582"/>
                  <a:gd name="connsiteY68" fmla="*/ 155 h 84899"/>
                  <a:gd name="connsiteX69" fmla="*/ 23925 w 77582"/>
                  <a:gd name="connsiteY69" fmla="*/ 19086 h 84899"/>
                  <a:gd name="connsiteX70" fmla="*/ 24534 w 77582"/>
                  <a:gd name="connsiteY70" fmla="*/ 20651 h 84899"/>
                  <a:gd name="connsiteX71" fmla="*/ 24736 w 77582"/>
                  <a:gd name="connsiteY71" fmla="*/ 22278 h 84899"/>
                  <a:gd name="connsiteX72" fmla="*/ 24946 w 77582"/>
                  <a:gd name="connsiteY72" fmla="*/ 23410 h 84899"/>
                  <a:gd name="connsiteX73" fmla="*/ 25094 w 77582"/>
                  <a:gd name="connsiteY73" fmla="*/ 24303 h 84899"/>
                  <a:gd name="connsiteX74" fmla="*/ 25279 w 77582"/>
                  <a:gd name="connsiteY74" fmla="*/ 25219 h 84899"/>
                  <a:gd name="connsiteX75" fmla="*/ 25467 w 77582"/>
                  <a:gd name="connsiteY75" fmla="*/ 26238 h 84899"/>
                  <a:gd name="connsiteX76" fmla="*/ 25682 w 77582"/>
                  <a:gd name="connsiteY76" fmla="*/ 27150 h 84899"/>
                  <a:gd name="connsiteX77" fmla="*/ 26434 w 77582"/>
                  <a:gd name="connsiteY77" fmla="*/ 29928 h 84899"/>
                  <a:gd name="connsiteX78" fmla="*/ 27385 w 77582"/>
                  <a:gd name="connsiteY78" fmla="*/ 32837 h 84899"/>
                  <a:gd name="connsiteX79" fmla="*/ 28859 w 77582"/>
                  <a:gd name="connsiteY79" fmla="*/ 36582 h 84899"/>
                  <a:gd name="connsiteX80" fmla="*/ 29730 w 77582"/>
                  <a:gd name="connsiteY80" fmla="*/ 38442 h 84899"/>
                  <a:gd name="connsiteX81" fmla="*/ 30402 w 77582"/>
                  <a:gd name="connsiteY81" fmla="*/ 39925 h 84899"/>
                  <a:gd name="connsiteX82" fmla="*/ 33629 w 77582"/>
                  <a:gd name="connsiteY82" fmla="*/ 45804 h 84899"/>
                  <a:gd name="connsiteX83" fmla="*/ 36578 w 77582"/>
                  <a:gd name="connsiteY83" fmla="*/ 50359 h 84899"/>
                  <a:gd name="connsiteX84" fmla="*/ 37561 w 77582"/>
                  <a:gd name="connsiteY84" fmla="*/ 51694 h 84899"/>
                  <a:gd name="connsiteX85" fmla="*/ 39903 w 77582"/>
                  <a:gd name="connsiteY85" fmla="*/ 54858 h 84899"/>
                  <a:gd name="connsiteX86" fmla="*/ 42291 w 77582"/>
                  <a:gd name="connsiteY86" fmla="*/ 57754 h 84899"/>
                  <a:gd name="connsiteX87" fmla="*/ 42685 w 77582"/>
                  <a:gd name="connsiteY87" fmla="*/ 58159 h 84899"/>
                  <a:gd name="connsiteX88" fmla="*/ 44020 w 77582"/>
                  <a:gd name="connsiteY88" fmla="*/ 59674 h 84899"/>
                  <a:gd name="connsiteX89" fmla="*/ 44708 w 77582"/>
                  <a:gd name="connsiteY89" fmla="*/ 60369 h 84899"/>
                  <a:gd name="connsiteX90" fmla="*/ 45202 w 77582"/>
                  <a:gd name="connsiteY90" fmla="*/ 62707 h 84899"/>
                  <a:gd name="connsiteX91" fmla="*/ 42659 w 77582"/>
                  <a:gd name="connsiteY91" fmla="*/ 64964 h 84899"/>
                  <a:gd name="connsiteX92" fmla="*/ 41620 w 77582"/>
                  <a:gd name="connsiteY92" fmla="*/ 65136 h 84899"/>
                  <a:gd name="connsiteX93" fmla="*/ 40536 w 77582"/>
                  <a:gd name="connsiteY93" fmla="*/ 64282 h 84899"/>
                  <a:gd name="connsiteX94" fmla="*/ 39380 w 77582"/>
                  <a:gd name="connsiteY94" fmla="*/ 63134 h 84899"/>
                  <a:gd name="connsiteX95" fmla="*/ 37285 w 77582"/>
                  <a:gd name="connsiteY95" fmla="*/ 60877 h 84899"/>
                  <a:gd name="connsiteX96" fmla="*/ 33264 w 77582"/>
                  <a:gd name="connsiteY96" fmla="*/ 55974 h 84899"/>
                  <a:gd name="connsiteX97" fmla="*/ 26231 w 77582"/>
                  <a:gd name="connsiteY97" fmla="*/ 44186 h 84899"/>
                  <a:gd name="connsiteX98" fmla="*/ 24239 w 77582"/>
                  <a:gd name="connsiteY98" fmla="*/ 39109 h 84899"/>
                  <a:gd name="connsiteX99" fmla="*/ 23691 w 77582"/>
                  <a:gd name="connsiteY99" fmla="*/ 37259 h 84899"/>
                  <a:gd name="connsiteX100" fmla="*/ 22992 w 77582"/>
                  <a:gd name="connsiteY100" fmla="*/ 34763 h 84899"/>
                  <a:gd name="connsiteX101" fmla="*/ 22947 w 77582"/>
                  <a:gd name="connsiteY101" fmla="*/ 34435 h 84899"/>
                  <a:gd name="connsiteX102" fmla="*/ 22799 w 77582"/>
                  <a:gd name="connsiteY102" fmla="*/ 33891 h 84899"/>
                  <a:gd name="connsiteX103" fmla="*/ 22729 w 77582"/>
                  <a:gd name="connsiteY103" fmla="*/ 33422 h 84899"/>
                  <a:gd name="connsiteX104" fmla="*/ 22539 w 77582"/>
                  <a:gd name="connsiteY104" fmla="*/ 32476 h 84899"/>
                  <a:gd name="connsiteX105" fmla="*/ 22385 w 77582"/>
                  <a:gd name="connsiteY105" fmla="*/ 31556 h 84899"/>
                  <a:gd name="connsiteX106" fmla="*/ 22257 w 77582"/>
                  <a:gd name="connsiteY106" fmla="*/ 30950 h 84899"/>
                  <a:gd name="connsiteX107" fmla="*/ 21995 w 77582"/>
                  <a:gd name="connsiteY107" fmla="*/ 28489 h 84899"/>
                  <a:gd name="connsiteX108" fmla="*/ 21917 w 77582"/>
                  <a:gd name="connsiteY108" fmla="*/ 27890 h 84899"/>
                  <a:gd name="connsiteX109" fmla="*/ 21814 w 77582"/>
                  <a:gd name="connsiteY109" fmla="*/ 25509 h 84899"/>
                  <a:gd name="connsiteX110" fmla="*/ 21872 w 77582"/>
                  <a:gd name="connsiteY110" fmla="*/ 22782 h 84899"/>
                  <a:gd name="connsiteX111" fmla="*/ 21982 w 77582"/>
                  <a:gd name="connsiteY111" fmla="*/ 21734 h 84899"/>
                  <a:gd name="connsiteX112" fmla="*/ 22134 w 77582"/>
                  <a:gd name="connsiteY112" fmla="*/ 20563 h 84899"/>
                  <a:gd name="connsiteX113" fmla="*/ 22247 w 77582"/>
                  <a:gd name="connsiteY113" fmla="*/ 19790 h 84899"/>
                  <a:gd name="connsiteX114" fmla="*/ 22862 w 77582"/>
                  <a:gd name="connsiteY114" fmla="*/ 19044 h 84899"/>
                  <a:gd name="connsiteX115" fmla="*/ 23564 w 77582"/>
                  <a:gd name="connsiteY115" fmla="*/ 18952 h 84899"/>
                  <a:gd name="connsiteX116" fmla="*/ 23925 w 77582"/>
                  <a:gd name="connsiteY116" fmla="*/ 19086 h 84899"/>
                  <a:gd name="connsiteX117" fmla="*/ 2263 w 77582"/>
                  <a:gd name="connsiteY117" fmla="*/ 23191 h 84899"/>
                  <a:gd name="connsiteX118" fmla="*/ 2780 w 77582"/>
                  <a:gd name="connsiteY118" fmla="*/ 24872 h 84899"/>
                  <a:gd name="connsiteX119" fmla="*/ 2904 w 77582"/>
                  <a:gd name="connsiteY119" fmla="*/ 27716 h 84899"/>
                  <a:gd name="connsiteX120" fmla="*/ 3160 w 77582"/>
                  <a:gd name="connsiteY120" fmla="*/ 29974 h 84899"/>
                  <a:gd name="connsiteX121" fmla="*/ 3309 w 77582"/>
                  <a:gd name="connsiteY121" fmla="*/ 30692 h 84899"/>
                  <a:gd name="connsiteX122" fmla="*/ 3558 w 77582"/>
                  <a:gd name="connsiteY122" fmla="*/ 32050 h 84899"/>
                  <a:gd name="connsiteX123" fmla="*/ 3598 w 77582"/>
                  <a:gd name="connsiteY123" fmla="*/ 32349 h 84899"/>
                  <a:gd name="connsiteX124" fmla="*/ 3772 w 77582"/>
                  <a:gd name="connsiteY124" fmla="*/ 33035 h 84899"/>
                  <a:gd name="connsiteX125" fmla="*/ 3827 w 77582"/>
                  <a:gd name="connsiteY125" fmla="*/ 33420 h 84899"/>
                  <a:gd name="connsiteX126" fmla="*/ 4259 w 77582"/>
                  <a:gd name="connsiteY126" fmla="*/ 35069 h 84899"/>
                  <a:gd name="connsiteX127" fmla="*/ 5562 w 77582"/>
                  <a:gd name="connsiteY127" fmla="*/ 38927 h 84899"/>
                  <a:gd name="connsiteX128" fmla="*/ 9651 w 77582"/>
                  <a:gd name="connsiteY128" fmla="*/ 47061 h 84899"/>
                  <a:gd name="connsiteX129" fmla="*/ 11307 w 77582"/>
                  <a:gd name="connsiteY129" fmla="*/ 49631 h 84899"/>
                  <a:gd name="connsiteX130" fmla="*/ 12058 w 77582"/>
                  <a:gd name="connsiteY130" fmla="*/ 50666 h 84899"/>
                  <a:gd name="connsiteX131" fmla="*/ 14215 w 77582"/>
                  <a:gd name="connsiteY131" fmla="*/ 53611 h 84899"/>
                  <a:gd name="connsiteX132" fmla="*/ 17497 w 77582"/>
                  <a:gd name="connsiteY132" fmla="*/ 57534 h 84899"/>
                  <a:gd name="connsiteX133" fmla="*/ 18701 w 77582"/>
                  <a:gd name="connsiteY133" fmla="*/ 58865 h 84899"/>
                  <a:gd name="connsiteX134" fmla="*/ 19784 w 77582"/>
                  <a:gd name="connsiteY134" fmla="*/ 59965 h 84899"/>
                  <a:gd name="connsiteX135" fmla="*/ 22049 w 77582"/>
                  <a:gd name="connsiteY135" fmla="*/ 62283 h 84899"/>
                  <a:gd name="connsiteX136" fmla="*/ 23369 w 77582"/>
                  <a:gd name="connsiteY136" fmla="*/ 63538 h 84899"/>
                  <a:gd name="connsiteX137" fmla="*/ 24833 w 77582"/>
                  <a:gd name="connsiteY137" fmla="*/ 64887 h 84899"/>
                  <a:gd name="connsiteX138" fmla="*/ 25170 w 77582"/>
                  <a:gd name="connsiteY138" fmla="*/ 65156 h 84899"/>
                  <a:gd name="connsiteX139" fmla="*/ 26724 w 77582"/>
                  <a:gd name="connsiteY139" fmla="*/ 66564 h 84899"/>
                  <a:gd name="connsiteX140" fmla="*/ 27363 w 77582"/>
                  <a:gd name="connsiteY140" fmla="*/ 67079 h 84899"/>
                  <a:gd name="connsiteX141" fmla="*/ 29618 w 77582"/>
                  <a:gd name="connsiteY141" fmla="*/ 68992 h 84899"/>
                  <a:gd name="connsiteX142" fmla="*/ 30238 w 77582"/>
                  <a:gd name="connsiteY142" fmla="*/ 69495 h 84899"/>
                  <a:gd name="connsiteX143" fmla="*/ 30456 w 77582"/>
                  <a:gd name="connsiteY143" fmla="*/ 69637 h 84899"/>
                  <a:gd name="connsiteX144" fmla="*/ 31287 w 77582"/>
                  <a:gd name="connsiteY144" fmla="*/ 70325 h 84899"/>
                  <a:gd name="connsiteX145" fmla="*/ 31522 w 77582"/>
                  <a:gd name="connsiteY145" fmla="*/ 70478 h 84899"/>
                  <a:gd name="connsiteX146" fmla="*/ 32890 w 77582"/>
                  <a:gd name="connsiteY146" fmla="*/ 71566 h 84899"/>
                  <a:gd name="connsiteX147" fmla="*/ 33199 w 77582"/>
                  <a:gd name="connsiteY147" fmla="*/ 71767 h 84899"/>
                  <a:gd name="connsiteX148" fmla="*/ 34984 w 77582"/>
                  <a:gd name="connsiteY148" fmla="*/ 73125 h 84899"/>
                  <a:gd name="connsiteX149" fmla="*/ 35662 w 77582"/>
                  <a:gd name="connsiteY149" fmla="*/ 73589 h 84899"/>
                  <a:gd name="connsiteX150" fmla="*/ 36139 w 77582"/>
                  <a:gd name="connsiteY150" fmla="*/ 73925 h 84899"/>
                  <a:gd name="connsiteX151" fmla="*/ 37432 w 77582"/>
                  <a:gd name="connsiteY151" fmla="*/ 74864 h 84899"/>
                  <a:gd name="connsiteX152" fmla="*/ 38182 w 77582"/>
                  <a:gd name="connsiteY152" fmla="*/ 75376 h 84899"/>
                  <a:gd name="connsiteX153" fmla="*/ 38787 w 77582"/>
                  <a:gd name="connsiteY153" fmla="*/ 75793 h 84899"/>
                  <a:gd name="connsiteX154" fmla="*/ 40203 w 77582"/>
                  <a:gd name="connsiteY154" fmla="*/ 76713 h 84899"/>
                  <a:gd name="connsiteX155" fmla="*/ 43517 w 77582"/>
                  <a:gd name="connsiteY155" fmla="*/ 78816 h 84899"/>
                  <a:gd name="connsiteX156" fmla="*/ 44981 w 77582"/>
                  <a:gd name="connsiteY156" fmla="*/ 79816 h 84899"/>
                  <a:gd name="connsiteX157" fmla="*/ 45324 w 77582"/>
                  <a:gd name="connsiteY157" fmla="*/ 80636 h 84899"/>
                  <a:gd name="connsiteX158" fmla="*/ 45444 w 77582"/>
                  <a:gd name="connsiteY158" fmla="*/ 82508 h 84899"/>
                  <a:gd name="connsiteX159" fmla="*/ 45204 w 77582"/>
                  <a:gd name="connsiteY159" fmla="*/ 83024 h 84899"/>
                  <a:gd name="connsiteX160" fmla="*/ 44497 w 77582"/>
                  <a:gd name="connsiteY160" fmla="*/ 84134 h 84899"/>
                  <a:gd name="connsiteX161" fmla="*/ 43732 w 77582"/>
                  <a:gd name="connsiteY161" fmla="*/ 84756 h 84899"/>
                  <a:gd name="connsiteX162" fmla="*/ 42361 w 77582"/>
                  <a:gd name="connsiteY162" fmla="*/ 84687 h 84899"/>
                  <a:gd name="connsiteX163" fmla="*/ 41875 w 77582"/>
                  <a:gd name="connsiteY163" fmla="*/ 84397 h 84899"/>
                  <a:gd name="connsiteX164" fmla="*/ 39597 w 77582"/>
                  <a:gd name="connsiteY164" fmla="*/ 83141 h 84899"/>
                  <a:gd name="connsiteX165" fmla="*/ 39166 w 77582"/>
                  <a:gd name="connsiteY165" fmla="*/ 82886 h 84899"/>
                  <a:gd name="connsiteX166" fmla="*/ 38391 w 77582"/>
                  <a:gd name="connsiteY166" fmla="*/ 82407 h 84899"/>
                  <a:gd name="connsiteX167" fmla="*/ 37528 w 77582"/>
                  <a:gd name="connsiteY167" fmla="*/ 81898 h 84899"/>
                  <a:gd name="connsiteX168" fmla="*/ 36721 w 77582"/>
                  <a:gd name="connsiteY168" fmla="*/ 81423 h 84899"/>
                  <a:gd name="connsiteX169" fmla="*/ 36431 w 77582"/>
                  <a:gd name="connsiteY169" fmla="*/ 81235 h 84899"/>
                  <a:gd name="connsiteX170" fmla="*/ 35624 w 77582"/>
                  <a:gd name="connsiteY170" fmla="*/ 80760 h 84899"/>
                  <a:gd name="connsiteX171" fmla="*/ 34571 w 77582"/>
                  <a:gd name="connsiteY171" fmla="*/ 80077 h 84899"/>
                  <a:gd name="connsiteX172" fmla="*/ 33412 w 77582"/>
                  <a:gd name="connsiteY172" fmla="*/ 79349 h 84899"/>
                  <a:gd name="connsiteX173" fmla="*/ 32481 w 77582"/>
                  <a:gd name="connsiteY173" fmla="*/ 78720 h 84899"/>
                  <a:gd name="connsiteX174" fmla="*/ 31864 w 77582"/>
                  <a:gd name="connsiteY174" fmla="*/ 78318 h 84899"/>
                  <a:gd name="connsiteX175" fmla="*/ 30636 w 77582"/>
                  <a:gd name="connsiteY175" fmla="*/ 77471 h 84899"/>
                  <a:gd name="connsiteX176" fmla="*/ 30019 w 77582"/>
                  <a:gd name="connsiteY176" fmla="*/ 77070 h 84899"/>
                  <a:gd name="connsiteX177" fmla="*/ 28909 w 77582"/>
                  <a:gd name="connsiteY177" fmla="*/ 76249 h 84899"/>
                  <a:gd name="connsiteX178" fmla="*/ 28491 w 77582"/>
                  <a:gd name="connsiteY178" fmla="*/ 75977 h 84899"/>
                  <a:gd name="connsiteX179" fmla="*/ 27688 w 77582"/>
                  <a:gd name="connsiteY179" fmla="*/ 75357 h 84899"/>
                  <a:gd name="connsiteX180" fmla="*/ 27326 w 77582"/>
                  <a:gd name="connsiteY180" fmla="*/ 75121 h 84899"/>
                  <a:gd name="connsiteX181" fmla="*/ 26704 w 77582"/>
                  <a:gd name="connsiteY181" fmla="*/ 74619 h 84899"/>
                  <a:gd name="connsiteX182" fmla="*/ 26414 w 77582"/>
                  <a:gd name="connsiteY182" fmla="*/ 74430 h 84899"/>
                  <a:gd name="connsiteX183" fmla="*/ 24463 w 77582"/>
                  <a:gd name="connsiteY183" fmla="*/ 72863 h 84899"/>
                  <a:gd name="connsiteX184" fmla="*/ 23943 w 77582"/>
                  <a:gd name="connsiteY184" fmla="*/ 72477 h 84899"/>
                  <a:gd name="connsiteX185" fmla="*/ 21569 w 77582"/>
                  <a:gd name="connsiteY185" fmla="*/ 70436 h 84899"/>
                  <a:gd name="connsiteX186" fmla="*/ 20984 w 77582"/>
                  <a:gd name="connsiteY186" fmla="*/ 69957 h 84899"/>
                  <a:gd name="connsiteX187" fmla="*/ 18916 w 77582"/>
                  <a:gd name="connsiteY187" fmla="*/ 68016 h 84899"/>
                  <a:gd name="connsiteX188" fmla="*/ 18616 w 77582"/>
                  <a:gd name="connsiteY188" fmla="*/ 67772 h 84899"/>
                  <a:gd name="connsiteX189" fmla="*/ 17670 w 77582"/>
                  <a:gd name="connsiteY189" fmla="*/ 66809 h 84899"/>
                  <a:gd name="connsiteX190" fmla="*/ 17268 w 77582"/>
                  <a:gd name="connsiteY190" fmla="*/ 66448 h 84899"/>
                  <a:gd name="connsiteX191" fmla="*/ 14210 w 77582"/>
                  <a:gd name="connsiteY191" fmla="*/ 63218 h 84899"/>
                  <a:gd name="connsiteX192" fmla="*/ 9482 w 77582"/>
                  <a:gd name="connsiteY192" fmla="*/ 57258 h 84899"/>
                  <a:gd name="connsiteX193" fmla="*/ 8538 w 77582"/>
                  <a:gd name="connsiteY193" fmla="*/ 55948 h 84899"/>
                  <a:gd name="connsiteX194" fmla="*/ 6982 w 77582"/>
                  <a:gd name="connsiteY194" fmla="*/ 53494 h 84899"/>
                  <a:gd name="connsiteX195" fmla="*/ 4834 w 77582"/>
                  <a:gd name="connsiteY195" fmla="*/ 49559 h 84899"/>
                  <a:gd name="connsiteX196" fmla="*/ 3571 w 77582"/>
                  <a:gd name="connsiteY196" fmla="*/ 46696 h 84899"/>
                  <a:gd name="connsiteX197" fmla="*/ 2635 w 77582"/>
                  <a:gd name="connsiteY197" fmla="*/ 44396 h 84899"/>
                  <a:gd name="connsiteX198" fmla="*/ 1855 w 77582"/>
                  <a:gd name="connsiteY198" fmla="*/ 42072 h 84899"/>
                  <a:gd name="connsiteX199" fmla="*/ 1190 w 77582"/>
                  <a:gd name="connsiteY199" fmla="*/ 39673 h 84899"/>
                  <a:gd name="connsiteX200" fmla="*/ 994 w 77582"/>
                  <a:gd name="connsiteY200" fmla="*/ 38699 h 84899"/>
                  <a:gd name="connsiteX201" fmla="*/ 541 w 77582"/>
                  <a:gd name="connsiteY201" fmla="*/ 36414 h 84899"/>
                  <a:gd name="connsiteX202" fmla="*/ 146 w 77582"/>
                  <a:gd name="connsiteY202" fmla="*/ 26548 h 84899"/>
                  <a:gd name="connsiteX203" fmla="*/ 523 w 77582"/>
                  <a:gd name="connsiteY203" fmla="*/ 24253 h 84899"/>
                  <a:gd name="connsiteX204" fmla="*/ 1154 w 77582"/>
                  <a:gd name="connsiteY204" fmla="*/ 23169 h 84899"/>
                  <a:gd name="connsiteX205" fmla="*/ 1902 w 77582"/>
                  <a:gd name="connsiteY205" fmla="*/ 23057 h 84899"/>
                  <a:gd name="connsiteX206" fmla="*/ 2263 w 77582"/>
                  <a:gd name="connsiteY206" fmla="*/ 23191 h 848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</a:cxnLst>
                <a:rect l="l" t="t" r="r" b="b"/>
                <a:pathLst>
                  <a:path w="77582" h="84899">
                    <a:moveTo>
                      <a:pt x="52274" y="155"/>
                    </a:moveTo>
                    <a:cubicBezTo>
                      <a:pt x="53163" y="756"/>
                      <a:pt x="52723" y="1313"/>
                      <a:pt x="52530" y="2064"/>
                    </a:cubicBezTo>
                    <a:cubicBezTo>
                      <a:pt x="52242" y="3185"/>
                      <a:pt x="51900" y="4295"/>
                      <a:pt x="51708" y="5415"/>
                    </a:cubicBezTo>
                    <a:cubicBezTo>
                      <a:pt x="51416" y="7110"/>
                      <a:pt x="51151" y="8807"/>
                      <a:pt x="51075" y="10479"/>
                    </a:cubicBezTo>
                    <a:cubicBezTo>
                      <a:pt x="51010" y="11886"/>
                      <a:pt x="51038" y="13288"/>
                      <a:pt x="51065" y="14681"/>
                    </a:cubicBezTo>
                    <a:cubicBezTo>
                      <a:pt x="51081" y="15485"/>
                      <a:pt x="51232" y="16288"/>
                      <a:pt x="51253" y="17094"/>
                    </a:cubicBezTo>
                    <a:cubicBezTo>
                      <a:pt x="51262" y="17416"/>
                      <a:pt x="51358" y="17737"/>
                      <a:pt x="51368" y="18066"/>
                    </a:cubicBezTo>
                    <a:cubicBezTo>
                      <a:pt x="51391" y="18154"/>
                      <a:pt x="51412" y="18243"/>
                      <a:pt x="51433" y="18331"/>
                    </a:cubicBezTo>
                    <a:cubicBezTo>
                      <a:pt x="51446" y="18743"/>
                      <a:pt x="51565" y="19135"/>
                      <a:pt x="51578" y="19545"/>
                    </a:cubicBezTo>
                    <a:cubicBezTo>
                      <a:pt x="51651" y="19917"/>
                      <a:pt x="51725" y="20289"/>
                      <a:pt x="51798" y="20659"/>
                    </a:cubicBezTo>
                    <a:cubicBezTo>
                      <a:pt x="51907" y="21249"/>
                      <a:pt x="51960" y="21863"/>
                      <a:pt x="52158" y="22437"/>
                    </a:cubicBezTo>
                    <a:cubicBezTo>
                      <a:pt x="52179" y="22583"/>
                      <a:pt x="52202" y="22730"/>
                      <a:pt x="52223" y="22877"/>
                    </a:cubicBezTo>
                    <a:cubicBezTo>
                      <a:pt x="52380" y="23334"/>
                      <a:pt x="52431" y="23804"/>
                      <a:pt x="52590" y="24261"/>
                    </a:cubicBezTo>
                    <a:cubicBezTo>
                      <a:pt x="52601" y="24351"/>
                      <a:pt x="52613" y="24442"/>
                      <a:pt x="52624" y="24532"/>
                    </a:cubicBezTo>
                    <a:cubicBezTo>
                      <a:pt x="52853" y="25191"/>
                      <a:pt x="52957" y="25885"/>
                      <a:pt x="53186" y="26540"/>
                    </a:cubicBezTo>
                    <a:cubicBezTo>
                      <a:pt x="53558" y="27605"/>
                      <a:pt x="53860" y="28673"/>
                      <a:pt x="54271" y="29733"/>
                    </a:cubicBezTo>
                    <a:cubicBezTo>
                      <a:pt x="54542" y="30437"/>
                      <a:pt x="54776" y="31175"/>
                      <a:pt x="55051" y="31884"/>
                    </a:cubicBezTo>
                    <a:cubicBezTo>
                      <a:pt x="55536" y="33144"/>
                      <a:pt x="56131" y="34375"/>
                      <a:pt x="56666" y="35622"/>
                    </a:cubicBezTo>
                    <a:cubicBezTo>
                      <a:pt x="56992" y="36381"/>
                      <a:pt x="57429" y="37083"/>
                      <a:pt x="57778" y="37838"/>
                    </a:cubicBezTo>
                    <a:cubicBezTo>
                      <a:pt x="58766" y="39976"/>
                      <a:pt x="60034" y="42078"/>
                      <a:pt x="61248" y="44175"/>
                    </a:cubicBezTo>
                    <a:cubicBezTo>
                      <a:pt x="61640" y="44852"/>
                      <a:pt x="62070" y="45475"/>
                      <a:pt x="62505" y="46136"/>
                    </a:cubicBezTo>
                    <a:cubicBezTo>
                      <a:pt x="62782" y="46559"/>
                      <a:pt x="63070" y="47031"/>
                      <a:pt x="63326" y="47466"/>
                    </a:cubicBezTo>
                    <a:cubicBezTo>
                      <a:pt x="63468" y="47707"/>
                      <a:pt x="63645" y="47888"/>
                      <a:pt x="63799" y="48121"/>
                    </a:cubicBezTo>
                    <a:cubicBezTo>
                      <a:pt x="64132" y="48628"/>
                      <a:pt x="64493" y="49173"/>
                      <a:pt x="64821" y="49682"/>
                    </a:cubicBezTo>
                    <a:cubicBezTo>
                      <a:pt x="65126" y="50155"/>
                      <a:pt x="65468" y="50558"/>
                      <a:pt x="65802" y="51017"/>
                    </a:cubicBezTo>
                    <a:cubicBezTo>
                      <a:pt x="66165" y="51513"/>
                      <a:pt x="66522" y="52070"/>
                      <a:pt x="66888" y="52568"/>
                    </a:cubicBezTo>
                    <a:cubicBezTo>
                      <a:pt x="67526" y="53433"/>
                      <a:pt x="68199" y="54270"/>
                      <a:pt x="68831" y="55124"/>
                    </a:cubicBezTo>
                    <a:cubicBezTo>
                      <a:pt x="69485" y="56013"/>
                      <a:pt x="70221" y="56799"/>
                      <a:pt x="70915" y="57674"/>
                    </a:cubicBezTo>
                    <a:cubicBezTo>
                      <a:pt x="72259" y="59369"/>
                      <a:pt x="73830" y="60996"/>
                      <a:pt x="75279" y="62699"/>
                    </a:cubicBezTo>
                    <a:cubicBezTo>
                      <a:pt x="75713" y="63209"/>
                      <a:pt x="76231" y="63654"/>
                      <a:pt x="76665" y="64147"/>
                    </a:cubicBezTo>
                    <a:cubicBezTo>
                      <a:pt x="76881" y="64393"/>
                      <a:pt x="77244" y="64608"/>
                      <a:pt x="77390" y="64867"/>
                    </a:cubicBezTo>
                    <a:cubicBezTo>
                      <a:pt x="77449" y="64971"/>
                      <a:pt x="77483" y="65133"/>
                      <a:pt x="77524" y="65253"/>
                    </a:cubicBezTo>
                    <a:cubicBezTo>
                      <a:pt x="77592" y="65445"/>
                      <a:pt x="77574" y="65681"/>
                      <a:pt x="77576" y="65885"/>
                    </a:cubicBezTo>
                    <a:cubicBezTo>
                      <a:pt x="77582" y="66209"/>
                      <a:pt x="77599" y="66539"/>
                      <a:pt x="77537" y="66878"/>
                    </a:cubicBezTo>
                    <a:cubicBezTo>
                      <a:pt x="77472" y="67231"/>
                      <a:pt x="77225" y="67618"/>
                      <a:pt x="77065" y="67967"/>
                    </a:cubicBezTo>
                    <a:cubicBezTo>
                      <a:pt x="76937" y="68247"/>
                      <a:pt x="76617" y="68492"/>
                      <a:pt x="76435" y="68629"/>
                    </a:cubicBezTo>
                    <a:cubicBezTo>
                      <a:pt x="76284" y="68743"/>
                      <a:pt x="76220" y="68849"/>
                      <a:pt x="76064" y="68960"/>
                    </a:cubicBezTo>
                    <a:cubicBezTo>
                      <a:pt x="75661" y="69249"/>
                      <a:pt x="75204" y="69486"/>
                      <a:pt x="74760" y="69607"/>
                    </a:cubicBezTo>
                    <a:cubicBezTo>
                      <a:pt x="74302" y="69732"/>
                      <a:pt x="73710" y="69357"/>
                      <a:pt x="73347" y="68962"/>
                    </a:cubicBezTo>
                    <a:cubicBezTo>
                      <a:pt x="72713" y="68271"/>
                      <a:pt x="71920" y="67636"/>
                      <a:pt x="71311" y="66944"/>
                    </a:cubicBezTo>
                    <a:cubicBezTo>
                      <a:pt x="71183" y="66796"/>
                      <a:pt x="71038" y="66730"/>
                      <a:pt x="70909" y="66582"/>
                    </a:cubicBezTo>
                    <a:cubicBezTo>
                      <a:pt x="70207" y="65775"/>
                      <a:pt x="69345" y="65015"/>
                      <a:pt x="68651" y="64220"/>
                    </a:cubicBezTo>
                    <a:cubicBezTo>
                      <a:pt x="68493" y="64039"/>
                      <a:pt x="68320" y="63937"/>
                      <a:pt x="68165" y="63756"/>
                    </a:cubicBezTo>
                    <a:cubicBezTo>
                      <a:pt x="67627" y="63117"/>
                      <a:pt x="66995" y="62542"/>
                      <a:pt x="66448" y="61892"/>
                    </a:cubicBezTo>
                    <a:cubicBezTo>
                      <a:pt x="65076" y="60261"/>
                      <a:pt x="63597" y="58686"/>
                      <a:pt x="62356" y="57044"/>
                    </a:cubicBezTo>
                    <a:cubicBezTo>
                      <a:pt x="62066" y="56660"/>
                      <a:pt x="61755" y="56356"/>
                      <a:pt x="61471" y="55971"/>
                    </a:cubicBezTo>
                    <a:cubicBezTo>
                      <a:pt x="59462" y="53243"/>
                      <a:pt x="57446" y="50560"/>
                      <a:pt x="55836" y="47780"/>
                    </a:cubicBezTo>
                    <a:cubicBezTo>
                      <a:pt x="55413" y="47049"/>
                      <a:pt x="54944" y="46384"/>
                      <a:pt x="54548" y="45649"/>
                    </a:cubicBezTo>
                    <a:cubicBezTo>
                      <a:pt x="53422" y="43565"/>
                      <a:pt x="52373" y="41481"/>
                      <a:pt x="51409" y="39378"/>
                    </a:cubicBezTo>
                    <a:cubicBezTo>
                      <a:pt x="51283" y="39102"/>
                      <a:pt x="51191" y="38793"/>
                      <a:pt x="51075" y="38513"/>
                    </a:cubicBezTo>
                    <a:cubicBezTo>
                      <a:pt x="50547" y="37251"/>
                      <a:pt x="50070" y="36004"/>
                      <a:pt x="49595" y="34739"/>
                    </a:cubicBezTo>
                    <a:cubicBezTo>
                      <a:pt x="49118" y="33463"/>
                      <a:pt x="48846" y="32130"/>
                      <a:pt x="48399" y="30851"/>
                    </a:cubicBezTo>
                    <a:cubicBezTo>
                      <a:pt x="48306" y="30580"/>
                      <a:pt x="48276" y="30288"/>
                      <a:pt x="48181" y="30011"/>
                    </a:cubicBezTo>
                    <a:cubicBezTo>
                      <a:pt x="48168" y="29911"/>
                      <a:pt x="48154" y="29812"/>
                      <a:pt x="48141" y="29712"/>
                    </a:cubicBezTo>
                    <a:cubicBezTo>
                      <a:pt x="48038" y="29412"/>
                      <a:pt x="48027" y="29092"/>
                      <a:pt x="47926" y="28800"/>
                    </a:cubicBezTo>
                    <a:cubicBezTo>
                      <a:pt x="47683" y="28097"/>
                      <a:pt x="47608" y="27337"/>
                      <a:pt x="47475" y="26615"/>
                    </a:cubicBezTo>
                    <a:cubicBezTo>
                      <a:pt x="47350" y="25934"/>
                      <a:pt x="47179" y="25236"/>
                      <a:pt x="47157" y="24541"/>
                    </a:cubicBezTo>
                    <a:cubicBezTo>
                      <a:pt x="47129" y="24415"/>
                      <a:pt x="47099" y="24289"/>
                      <a:pt x="47071" y="24161"/>
                    </a:cubicBezTo>
                    <a:cubicBezTo>
                      <a:pt x="47057" y="23710"/>
                      <a:pt x="46932" y="23264"/>
                      <a:pt x="46919" y="22819"/>
                    </a:cubicBezTo>
                    <a:cubicBezTo>
                      <a:pt x="46898" y="22042"/>
                      <a:pt x="46762" y="21267"/>
                      <a:pt x="46747" y="20491"/>
                    </a:cubicBezTo>
                    <a:cubicBezTo>
                      <a:pt x="46727" y="19525"/>
                      <a:pt x="46686" y="18557"/>
                      <a:pt x="46692" y="17592"/>
                    </a:cubicBezTo>
                    <a:cubicBezTo>
                      <a:pt x="46699" y="16625"/>
                      <a:pt x="46786" y="15681"/>
                      <a:pt x="46847" y="14706"/>
                    </a:cubicBezTo>
                    <a:cubicBezTo>
                      <a:pt x="47014" y="12065"/>
                      <a:pt x="47545" y="9411"/>
                      <a:pt x="48248" y="6676"/>
                    </a:cubicBezTo>
                    <a:cubicBezTo>
                      <a:pt x="48501" y="5685"/>
                      <a:pt x="48910" y="4714"/>
                      <a:pt x="49253" y="3721"/>
                    </a:cubicBezTo>
                    <a:cubicBezTo>
                      <a:pt x="49491" y="3036"/>
                      <a:pt x="49863" y="2376"/>
                      <a:pt x="50128" y="1699"/>
                    </a:cubicBezTo>
                    <a:cubicBezTo>
                      <a:pt x="50197" y="1522"/>
                      <a:pt x="50305" y="1418"/>
                      <a:pt x="50380" y="1240"/>
                    </a:cubicBezTo>
                    <a:cubicBezTo>
                      <a:pt x="50538" y="858"/>
                      <a:pt x="50748" y="388"/>
                      <a:pt x="51136" y="137"/>
                    </a:cubicBezTo>
                    <a:cubicBezTo>
                      <a:pt x="51310" y="25"/>
                      <a:pt x="51709" y="-34"/>
                      <a:pt x="51913" y="20"/>
                    </a:cubicBezTo>
                    <a:cubicBezTo>
                      <a:pt x="52056" y="59"/>
                      <a:pt x="52147" y="159"/>
                      <a:pt x="52274" y="155"/>
                    </a:cubicBezTo>
                    <a:close/>
                    <a:moveTo>
                      <a:pt x="23925" y="19086"/>
                    </a:moveTo>
                    <a:cubicBezTo>
                      <a:pt x="24568" y="19510"/>
                      <a:pt x="24518" y="20130"/>
                      <a:pt x="24534" y="20651"/>
                    </a:cubicBezTo>
                    <a:cubicBezTo>
                      <a:pt x="24549" y="21193"/>
                      <a:pt x="24721" y="21733"/>
                      <a:pt x="24736" y="22278"/>
                    </a:cubicBezTo>
                    <a:cubicBezTo>
                      <a:pt x="24806" y="22656"/>
                      <a:pt x="24876" y="23033"/>
                      <a:pt x="24946" y="23410"/>
                    </a:cubicBezTo>
                    <a:cubicBezTo>
                      <a:pt x="24954" y="23715"/>
                      <a:pt x="25039" y="24004"/>
                      <a:pt x="25094" y="24303"/>
                    </a:cubicBezTo>
                    <a:cubicBezTo>
                      <a:pt x="25151" y="24609"/>
                      <a:pt x="25175" y="24918"/>
                      <a:pt x="25279" y="25219"/>
                    </a:cubicBezTo>
                    <a:cubicBezTo>
                      <a:pt x="25341" y="25559"/>
                      <a:pt x="25403" y="25898"/>
                      <a:pt x="25467" y="26238"/>
                    </a:cubicBezTo>
                    <a:cubicBezTo>
                      <a:pt x="25569" y="26536"/>
                      <a:pt x="25582" y="26855"/>
                      <a:pt x="25682" y="27150"/>
                    </a:cubicBezTo>
                    <a:cubicBezTo>
                      <a:pt x="25996" y="28058"/>
                      <a:pt x="26115" y="29022"/>
                      <a:pt x="26434" y="29928"/>
                    </a:cubicBezTo>
                    <a:cubicBezTo>
                      <a:pt x="26772" y="30889"/>
                      <a:pt x="27019" y="31884"/>
                      <a:pt x="27385" y="32837"/>
                    </a:cubicBezTo>
                    <a:cubicBezTo>
                      <a:pt x="27867" y="34085"/>
                      <a:pt x="28337" y="35341"/>
                      <a:pt x="28859" y="36582"/>
                    </a:cubicBezTo>
                    <a:cubicBezTo>
                      <a:pt x="29127" y="37217"/>
                      <a:pt x="29445" y="37810"/>
                      <a:pt x="29730" y="38442"/>
                    </a:cubicBezTo>
                    <a:cubicBezTo>
                      <a:pt x="29948" y="38926"/>
                      <a:pt x="30155" y="39452"/>
                      <a:pt x="30402" y="39925"/>
                    </a:cubicBezTo>
                    <a:cubicBezTo>
                      <a:pt x="31433" y="41888"/>
                      <a:pt x="32496" y="43848"/>
                      <a:pt x="33629" y="45804"/>
                    </a:cubicBezTo>
                    <a:cubicBezTo>
                      <a:pt x="34525" y="47354"/>
                      <a:pt x="35596" y="48832"/>
                      <a:pt x="36578" y="50359"/>
                    </a:cubicBezTo>
                    <a:cubicBezTo>
                      <a:pt x="36881" y="50831"/>
                      <a:pt x="37224" y="51236"/>
                      <a:pt x="37561" y="51694"/>
                    </a:cubicBezTo>
                    <a:cubicBezTo>
                      <a:pt x="38318" y="52729"/>
                      <a:pt x="39125" y="53806"/>
                      <a:pt x="39903" y="54858"/>
                    </a:cubicBezTo>
                    <a:cubicBezTo>
                      <a:pt x="40636" y="55853"/>
                      <a:pt x="41518" y="56781"/>
                      <a:pt x="42291" y="57754"/>
                    </a:cubicBezTo>
                    <a:cubicBezTo>
                      <a:pt x="42417" y="57914"/>
                      <a:pt x="42563" y="58000"/>
                      <a:pt x="42685" y="58159"/>
                    </a:cubicBezTo>
                    <a:cubicBezTo>
                      <a:pt x="43077" y="58673"/>
                      <a:pt x="43589" y="59169"/>
                      <a:pt x="44020" y="59674"/>
                    </a:cubicBezTo>
                    <a:cubicBezTo>
                      <a:pt x="44237" y="59928"/>
                      <a:pt x="44511" y="60104"/>
                      <a:pt x="44708" y="60369"/>
                    </a:cubicBezTo>
                    <a:cubicBezTo>
                      <a:pt x="45138" y="60950"/>
                      <a:pt x="45407" y="62032"/>
                      <a:pt x="45202" y="62707"/>
                    </a:cubicBezTo>
                    <a:cubicBezTo>
                      <a:pt x="44847" y="63877"/>
                      <a:pt x="43605" y="64663"/>
                      <a:pt x="42659" y="64964"/>
                    </a:cubicBezTo>
                    <a:cubicBezTo>
                      <a:pt x="42375" y="65056"/>
                      <a:pt x="41930" y="65221"/>
                      <a:pt x="41620" y="65136"/>
                    </a:cubicBezTo>
                    <a:cubicBezTo>
                      <a:pt x="41132" y="65003"/>
                      <a:pt x="40820" y="64608"/>
                      <a:pt x="40536" y="64282"/>
                    </a:cubicBezTo>
                    <a:cubicBezTo>
                      <a:pt x="40166" y="63860"/>
                      <a:pt x="39737" y="63554"/>
                      <a:pt x="39380" y="63134"/>
                    </a:cubicBezTo>
                    <a:cubicBezTo>
                      <a:pt x="38720" y="62355"/>
                      <a:pt x="37945" y="61660"/>
                      <a:pt x="37285" y="60877"/>
                    </a:cubicBezTo>
                    <a:cubicBezTo>
                      <a:pt x="35904" y="59234"/>
                      <a:pt x="34490" y="57646"/>
                      <a:pt x="33264" y="55974"/>
                    </a:cubicBezTo>
                    <a:cubicBezTo>
                      <a:pt x="30425" y="52105"/>
                      <a:pt x="28068" y="48200"/>
                      <a:pt x="26231" y="44186"/>
                    </a:cubicBezTo>
                    <a:cubicBezTo>
                      <a:pt x="25468" y="42521"/>
                      <a:pt x="24854" y="40803"/>
                      <a:pt x="24239" y="39109"/>
                    </a:cubicBezTo>
                    <a:cubicBezTo>
                      <a:pt x="24021" y="38506"/>
                      <a:pt x="23901" y="37860"/>
                      <a:pt x="23691" y="37259"/>
                    </a:cubicBezTo>
                    <a:cubicBezTo>
                      <a:pt x="23403" y="36434"/>
                      <a:pt x="23275" y="35583"/>
                      <a:pt x="22992" y="34763"/>
                    </a:cubicBezTo>
                    <a:cubicBezTo>
                      <a:pt x="22976" y="34654"/>
                      <a:pt x="22962" y="34545"/>
                      <a:pt x="22947" y="34435"/>
                    </a:cubicBezTo>
                    <a:cubicBezTo>
                      <a:pt x="22901" y="34252"/>
                      <a:pt x="22833" y="34075"/>
                      <a:pt x="22799" y="33891"/>
                    </a:cubicBezTo>
                    <a:cubicBezTo>
                      <a:pt x="22775" y="33735"/>
                      <a:pt x="22751" y="33578"/>
                      <a:pt x="22729" y="33422"/>
                    </a:cubicBezTo>
                    <a:cubicBezTo>
                      <a:pt x="22621" y="33112"/>
                      <a:pt x="22597" y="32793"/>
                      <a:pt x="22539" y="32476"/>
                    </a:cubicBezTo>
                    <a:cubicBezTo>
                      <a:pt x="22482" y="32170"/>
                      <a:pt x="22395" y="31870"/>
                      <a:pt x="22385" y="31556"/>
                    </a:cubicBezTo>
                    <a:cubicBezTo>
                      <a:pt x="22342" y="31354"/>
                      <a:pt x="22300" y="31152"/>
                      <a:pt x="22257" y="30950"/>
                    </a:cubicBezTo>
                    <a:cubicBezTo>
                      <a:pt x="22232" y="30126"/>
                      <a:pt x="22014" y="29319"/>
                      <a:pt x="21995" y="28489"/>
                    </a:cubicBezTo>
                    <a:cubicBezTo>
                      <a:pt x="21991" y="28293"/>
                      <a:pt x="21923" y="28086"/>
                      <a:pt x="21917" y="27890"/>
                    </a:cubicBezTo>
                    <a:cubicBezTo>
                      <a:pt x="21896" y="27097"/>
                      <a:pt x="21810" y="26302"/>
                      <a:pt x="21814" y="25509"/>
                    </a:cubicBezTo>
                    <a:cubicBezTo>
                      <a:pt x="21818" y="24606"/>
                      <a:pt x="21810" y="23687"/>
                      <a:pt x="21872" y="22782"/>
                    </a:cubicBezTo>
                    <a:cubicBezTo>
                      <a:pt x="21896" y="22426"/>
                      <a:pt x="21964" y="22090"/>
                      <a:pt x="21982" y="21734"/>
                    </a:cubicBezTo>
                    <a:cubicBezTo>
                      <a:pt x="22001" y="21343"/>
                      <a:pt x="22077" y="20967"/>
                      <a:pt x="22134" y="20563"/>
                    </a:cubicBezTo>
                    <a:cubicBezTo>
                      <a:pt x="22168" y="20323"/>
                      <a:pt x="22168" y="20032"/>
                      <a:pt x="22247" y="19790"/>
                    </a:cubicBezTo>
                    <a:cubicBezTo>
                      <a:pt x="22328" y="19543"/>
                      <a:pt x="22605" y="19146"/>
                      <a:pt x="22862" y="19044"/>
                    </a:cubicBezTo>
                    <a:cubicBezTo>
                      <a:pt x="23036" y="18974"/>
                      <a:pt x="23373" y="18905"/>
                      <a:pt x="23564" y="18952"/>
                    </a:cubicBezTo>
                    <a:cubicBezTo>
                      <a:pt x="23707" y="18989"/>
                      <a:pt x="23796" y="19090"/>
                      <a:pt x="23925" y="19086"/>
                    </a:cubicBezTo>
                    <a:close/>
                    <a:moveTo>
                      <a:pt x="2263" y="23191"/>
                    </a:moveTo>
                    <a:cubicBezTo>
                      <a:pt x="2985" y="23674"/>
                      <a:pt x="2785" y="24281"/>
                      <a:pt x="2780" y="24872"/>
                    </a:cubicBezTo>
                    <a:cubicBezTo>
                      <a:pt x="2772" y="25822"/>
                      <a:pt x="2877" y="26770"/>
                      <a:pt x="2904" y="27716"/>
                    </a:cubicBezTo>
                    <a:cubicBezTo>
                      <a:pt x="2925" y="28469"/>
                      <a:pt x="3138" y="29219"/>
                      <a:pt x="3160" y="29974"/>
                    </a:cubicBezTo>
                    <a:cubicBezTo>
                      <a:pt x="3210" y="30214"/>
                      <a:pt x="3260" y="30453"/>
                      <a:pt x="3309" y="30692"/>
                    </a:cubicBezTo>
                    <a:cubicBezTo>
                      <a:pt x="3322" y="31111"/>
                      <a:pt x="3421" y="31650"/>
                      <a:pt x="3558" y="32050"/>
                    </a:cubicBezTo>
                    <a:cubicBezTo>
                      <a:pt x="3571" y="32149"/>
                      <a:pt x="3585" y="32250"/>
                      <a:pt x="3598" y="32349"/>
                    </a:cubicBezTo>
                    <a:cubicBezTo>
                      <a:pt x="3640" y="32581"/>
                      <a:pt x="3694" y="32808"/>
                      <a:pt x="3772" y="33035"/>
                    </a:cubicBezTo>
                    <a:cubicBezTo>
                      <a:pt x="3790" y="33164"/>
                      <a:pt x="3809" y="33291"/>
                      <a:pt x="3827" y="33420"/>
                    </a:cubicBezTo>
                    <a:cubicBezTo>
                      <a:pt x="4013" y="33958"/>
                      <a:pt x="4071" y="34536"/>
                      <a:pt x="4259" y="35069"/>
                    </a:cubicBezTo>
                    <a:cubicBezTo>
                      <a:pt x="4709" y="36347"/>
                      <a:pt x="5069" y="37652"/>
                      <a:pt x="5562" y="38927"/>
                    </a:cubicBezTo>
                    <a:cubicBezTo>
                      <a:pt x="6629" y="41692"/>
                      <a:pt x="8093" y="44371"/>
                      <a:pt x="9651" y="47061"/>
                    </a:cubicBezTo>
                    <a:cubicBezTo>
                      <a:pt x="10159" y="47940"/>
                      <a:pt x="10793" y="48757"/>
                      <a:pt x="11307" y="49631"/>
                    </a:cubicBezTo>
                    <a:cubicBezTo>
                      <a:pt x="11527" y="50003"/>
                      <a:pt x="11814" y="50305"/>
                      <a:pt x="12058" y="50666"/>
                    </a:cubicBezTo>
                    <a:cubicBezTo>
                      <a:pt x="12722" y="51650"/>
                      <a:pt x="13493" y="52634"/>
                      <a:pt x="14215" y="53611"/>
                    </a:cubicBezTo>
                    <a:cubicBezTo>
                      <a:pt x="15215" y="54962"/>
                      <a:pt x="16434" y="56194"/>
                      <a:pt x="17497" y="57534"/>
                    </a:cubicBezTo>
                    <a:cubicBezTo>
                      <a:pt x="17870" y="58004"/>
                      <a:pt x="18340" y="58412"/>
                      <a:pt x="18701" y="58865"/>
                    </a:cubicBezTo>
                    <a:cubicBezTo>
                      <a:pt x="19023" y="59266"/>
                      <a:pt x="19440" y="59569"/>
                      <a:pt x="19784" y="59965"/>
                    </a:cubicBezTo>
                    <a:cubicBezTo>
                      <a:pt x="20466" y="60752"/>
                      <a:pt x="21326" y="61501"/>
                      <a:pt x="22049" y="62283"/>
                    </a:cubicBezTo>
                    <a:cubicBezTo>
                      <a:pt x="22467" y="62736"/>
                      <a:pt x="22964" y="63102"/>
                      <a:pt x="23369" y="63538"/>
                    </a:cubicBezTo>
                    <a:cubicBezTo>
                      <a:pt x="23820" y="64027"/>
                      <a:pt x="24388" y="64417"/>
                      <a:pt x="24833" y="64887"/>
                    </a:cubicBezTo>
                    <a:cubicBezTo>
                      <a:pt x="24944" y="64977"/>
                      <a:pt x="25058" y="65067"/>
                      <a:pt x="25170" y="65156"/>
                    </a:cubicBezTo>
                    <a:cubicBezTo>
                      <a:pt x="25623" y="65645"/>
                      <a:pt x="26257" y="66077"/>
                      <a:pt x="26724" y="66564"/>
                    </a:cubicBezTo>
                    <a:cubicBezTo>
                      <a:pt x="26924" y="66773"/>
                      <a:pt x="27160" y="66871"/>
                      <a:pt x="27363" y="67079"/>
                    </a:cubicBezTo>
                    <a:cubicBezTo>
                      <a:pt x="28018" y="67757"/>
                      <a:pt x="28944" y="68307"/>
                      <a:pt x="29618" y="68992"/>
                    </a:cubicBezTo>
                    <a:cubicBezTo>
                      <a:pt x="29811" y="69187"/>
                      <a:pt x="30067" y="69320"/>
                      <a:pt x="30238" y="69495"/>
                    </a:cubicBezTo>
                    <a:cubicBezTo>
                      <a:pt x="30310" y="69541"/>
                      <a:pt x="30384" y="69589"/>
                      <a:pt x="30456" y="69637"/>
                    </a:cubicBezTo>
                    <a:cubicBezTo>
                      <a:pt x="30688" y="69872"/>
                      <a:pt x="31051" y="70087"/>
                      <a:pt x="31287" y="70325"/>
                    </a:cubicBezTo>
                    <a:cubicBezTo>
                      <a:pt x="31365" y="70375"/>
                      <a:pt x="31444" y="70427"/>
                      <a:pt x="31522" y="70478"/>
                    </a:cubicBezTo>
                    <a:cubicBezTo>
                      <a:pt x="31907" y="70867"/>
                      <a:pt x="32502" y="71175"/>
                      <a:pt x="32890" y="71566"/>
                    </a:cubicBezTo>
                    <a:cubicBezTo>
                      <a:pt x="32993" y="71633"/>
                      <a:pt x="33097" y="71700"/>
                      <a:pt x="33199" y="71767"/>
                    </a:cubicBezTo>
                    <a:cubicBezTo>
                      <a:pt x="33696" y="72265"/>
                      <a:pt x="34481" y="72622"/>
                      <a:pt x="34984" y="73125"/>
                    </a:cubicBezTo>
                    <a:cubicBezTo>
                      <a:pt x="35211" y="73281"/>
                      <a:pt x="35436" y="73435"/>
                      <a:pt x="35662" y="73589"/>
                    </a:cubicBezTo>
                    <a:cubicBezTo>
                      <a:pt x="35773" y="73700"/>
                      <a:pt x="36011" y="73795"/>
                      <a:pt x="36139" y="73925"/>
                    </a:cubicBezTo>
                    <a:cubicBezTo>
                      <a:pt x="36482" y="74268"/>
                      <a:pt x="37060" y="74537"/>
                      <a:pt x="37432" y="74864"/>
                    </a:cubicBezTo>
                    <a:cubicBezTo>
                      <a:pt x="37651" y="75057"/>
                      <a:pt x="37997" y="75191"/>
                      <a:pt x="38182" y="75376"/>
                    </a:cubicBezTo>
                    <a:cubicBezTo>
                      <a:pt x="38345" y="75539"/>
                      <a:pt x="38643" y="75649"/>
                      <a:pt x="38787" y="75793"/>
                    </a:cubicBezTo>
                    <a:cubicBezTo>
                      <a:pt x="39258" y="76101"/>
                      <a:pt x="39731" y="76407"/>
                      <a:pt x="40203" y="76713"/>
                    </a:cubicBezTo>
                    <a:cubicBezTo>
                      <a:pt x="41321" y="77439"/>
                      <a:pt x="42436" y="78120"/>
                      <a:pt x="43517" y="78816"/>
                    </a:cubicBezTo>
                    <a:cubicBezTo>
                      <a:pt x="44030" y="79146"/>
                      <a:pt x="44666" y="79405"/>
                      <a:pt x="44981" y="79816"/>
                    </a:cubicBezTo>
                    <a:cubicBezTo>
                      <a:pt x="45158" y="80049"/>
                      <a:pt x="45230" y="80383"/>
                      <a:pt x="45324" y="80636"/>
                    </a:cubicBezTo>
                    <a:cubicBezTo>
                      <a:pt x="45535" y="81208"/>
                      <a:pt x="45621" y="81886"/>
                      <a:pt x="45444" y="82508"/>
                    </a:cubicBezTo>
                    <a:cubicBezTo>
                      <a:pt x="45390" y="82697"/>
                      <a:pt x="45281" y="82826"/>
                      <a:pt x="45204" y="83024"/>
                    </a:cubicBezTo>
                    <a:cubicBezTo>
                      <a:pt x="45079" y="83342"/>
                      <a:pt x="44869" y="83835"/>
                      <a:pt x="44497" y="84134"/>
                    </a:cubicBezTo>
                    <a:cubicBezTo>
                      <a:pt x="44253" y="84327"/>
                      <a:pt x="44001" y="84588"/>
                      <a:pt x="43732" y="84756"/>
                    </a:cubicBezTo>
                    <a:cubicBezTo>
                      <a:pt x="43318" y="85016"/>
                      <a:pt x="42866" y="84877"/>
                      <a:pt x="42361" y="84687"/>
                    </a:cubicBezTo>
                    <a:cubicBezTo>
                      <a:pt x="42198" y="84590"/>
                      <a:pt x="42036" y="84494"/>
                      <a:pt x="41875" y="84397"/>
                    </a:cubicBezTo>
                    <a:cubicBezTo>
                      <a:pt x="41099" y="84095"/>
                      <a:pt x="40376" y="83446"/>
                      <a:pt x="39597" y="83141"/>
                    </a:cubicBezTo>
                    <a:cubicBezTo>
                      <a:pt x="39447" y="83082"/>
                      <a:pt x="39290" y="82935"/>
                      <a:pt x="39166" y="82886"/>
                    </a:cubicBezTo>
                    <a:cubicBezTo>
                      <a:pt x="38907" y="82727"/>
                      <a:pt x="38648" y="82567"/>
                      <a:pt x="38391" y="82407"/>
                    </a:cubicBezTo>
                    <a:cubicBezTo>
                      <a:pt x="38106" y="82296"/>
                      <a:pt x="37850" y="82024"/>
                      <a:pt x="37528" y="81898"/>
                    </a:cubicBezTo>
                    <a:cubicBezTo>
                      <a:pt x="37259" y="81792"/>
                      <a:pt x="36985" y="81594"/>
                      <a:pt x="36721" y="81423"/>
                    </a:cubicBezTo>
                    <a:cubicBezTo>
                      <a:pt x="36625" y="81361"/>
                      <a:pt x="36527" y="81298"/>
                      <a:pt x="36431" y="81235"/>
                    </a:cubicBezTo>
                    <a:cubicBezTo>
                      <a:pt x="36172" y="81132"/>
                      <a:pt x="35866" y="80917"/>
                      <a:pt x="35624" y="80760"/>
                    </a:cubicBezTo>
                    <a:cubicBezTo>
                      <a:pt x="35273" y="80532"/>
                      <a:pt x="34922" y="80304"/>
                      <a:pt x="34571" y="80077"/>
                    </a:cubicBezTo>
                    <a:cubicBezTo>
                      <a:pt x="34193" y="79927"/>
                      <a:pt x="33775" y="79585"/>
                      <a:pt x="33412" y="79349"/>
                    </a:cubicBezTo>
                    <a:cubicBezTo>
                      <a:pt x="33114" y="79155"/>
                      <a:pt x="32707" y="78945"/>
                      <a:pt x="32481" y="78720"/>
                    </a:cubicBezTo>
                    <a:cubicBezTo>
                      <a:pt x="32276" y="78586"/>
                      <a:pt x="32070" y="78452"/>
                      <a:pt x="31864" y="78318"/>
                    </a:cubicBezTo>
                    <a:cubicBezTo>
                      <a:pt x="31435" y="78039"/>
                      <a:pt x="31010" y="77764"/>
                      <a:pt x="30636" y="77471"/>
                    </a:cubicBezTo>
                    <a:cubicBezTo>
                      <a:pt x="30431" y="77338"/>
                      <a:pt x="30224" y="77204"/>
                      <a:pt x="30019" y="77070"/>
                    </a:cubicBezTo>
                    <a:cubicBezTo>
                      <a:pt x="29721" y="76771"/>
                      <a:pt x="29205" y="76545"/>
                      <a:pt x="28909" y="76249"/>
                    </a:cubicBezTo>
                    <a:cubicBezTo>
                      <a:pt x="28769" y="76159"/>
                      <a:pt x="28630" y="76068"/>
                      <a:pt x="28491" y="75977"/>
                    </a:cubicBezTo>
                    <a:cubicBezTo>
                      <a:pt x="28274" y="75761"/>
                      <a:pt x="27902" y="75572"/>
                      <a:pt x="27688" y="75357"/>
                    </a:cubicBezTo>
                    <a:cubicBezTo>
                      <a:pt x="27568" y="75278"/>
                      <a:pt x="27446" y="75200"/>
                      <a:pt x="27326" y="75121"/>
                    </a:cubicBezTo>
                    <a:cubicBezTo>
                      <a:pt x="27162" y="74956"/>
                      <a:pt x="26869" y="74784"/>
                      <a:pt x="26704" y="74619"/>
                    </a:cubicBezTo>
                    <a:cubicBezTo>
                      <a:pt x="26608" y="74556"/>
                      <a:pt x="26512" y="74493"/>
                      <a:pt x="26414" y="74430"/>
                    </a:cubicBezTo>
                    <a:cubicBezTo>
                      <a:pt x="25848" y="73858"/>
                      <a:pt x="25017" y="73426"/>
                      <a:pt x="24463" y="72863"/>
                    </a:cubicBezTo>
                    <a:cubicBezTo>
                      <a:pt x="24290" y="72735"/>
                      <a:pt x="24116" y="72606"/>
                      <a:pt x="23943" y="72477"/>
                    </a:cubicBezTo>
                    <a:cubicBezTo>
                      <a:pt x="23228" y="71745"/>
                      <a:pt x="22260" y="71157"/>
                      <a:pt x="21569" y="70436"/>
                    </a:cubicBezTo>
                    <a:cubicBezTo>
                      <a:pt x="21381" y="70240"/>
                      <a:pt x="21170" y="70152"/>
                      <a:pt x="20984" y="69957"/>
                    </a:cubicBezTo>
                    <a:cubicBezTo>
                      <a:pt x="20346" y="69283"/>
                      <a:pt x="19532" y="68682"/>
                      <a:pt x="18916" y="68016"/>
                    </a:cubicBezTo>
                    <a:cubicBezTo>
                      <a:pt x="18815" y="67907"/>
                      <a:pt x="18716" y="67881"/>
                      <a:pt x="18616" y="67772"/>
                    </a:cubicBezTo>
                    <a:cubicBezTo>
                      <a:pt x="18325" y="67455"/>
                      <a:pt x="17952" y="67128"/>
                      <a:pt x="17670" y="66809"/>
                    </a:cubicBezTo>
                    <a:cubicBezTo>
                      <a:pt x="17540" y="66660"/>
                      <a:pt x="17398" y="66598"/>
                      <a:pt x="17268" y="66448"/>
                    </a:cubicBezTo>
                    <a:cubicBezTo>
                      <a:pt x="16295" y="65333"/>
                      <a:pt x="15153" y="64336"/>
                      <a:pt x="14210" y="63218"/>
                    </a:cubicBezTo>
                    <a:cubicBezTo>
                      <a:pt x="12542" y="61234"/>
                      <a:pt x="10802" y="59300"/>
                      <a:pt x="9482" y="57258"/>
                    </a:cubicBezTo>
                    <a:cubicBezTo>
                      <a:pt x="9183" y="56796"/>
                      <a:pt x="8828" y="56409"/>
                      <a:pt x="8538" y="55948"/>
                    </a:cubicBezTo>
                    <a:cubicBezTo>
                      <a:pt x="8024" y="55131"/>
                      <a:pt x="7465" y="54326"/>
                      <a:pt x="6982" y="53494"/>
                    </a:cubicBezTo>
                    <a:cubicBezTo>
                      <a:pt x="6227" y="52188"/>
                      <a:pt x="5521" y="50873"/>
                      <a:pt x="4834" y="49559"/>
                    </a:cubicBezTo>
                    <a:cubicBezTo>
                      <a:pt x="4350" y="48635"/>
                      <a:pt x="3967" y="47640"/>
                      <a:pt x="3571" y="46696"/>
                    </a:cubicBezTo>
                    <a:cubicBezTo>
                      <a:pt x="3245" y="45923"/>
                      <a:pt x="2934" y="45171"/>
                      <a:pt x="2635" y="44396"/>
                    </a:cubicBezTo>
                    <a:cubicBezTo>
                      <a:pt x="2341" y="43634"/>
                      <a:pt x="2130" y="42841"/>
                      <a:pt x="1855" y="42072"/>
                    </a:cubicBezTo>
                    <a:cubicBezTo>
                      <a:pt x="1576" y="41289"/>
                      <a:pt x="1461" y="40459"/>
                      <a:pt x="1190" y="39673"/>
                    </a:cubicBezTo>
                    <a:cubicBezTo>
                      <a:pt x="1086" y="39374"/>
                      <a:pt x="1096" y="38997"/>
                      <a:pt x="994" y="38699"/>
                    </a:cubicBezTo>
                    <a:cubicBezTo>
                      <a:pt x="741" y="37966"/>
                      <a:pt x="680" y="37168"/>
                      <a:pt x="541" y="36414"/>
                    </a:cubicBezTo>
                    <a:cubicBezTo>
                      <a:pt x="-52" y="33193"/>
                      <a:pt x="-114" y="29896"/>
                      <a:pt x="146" y="26548"/>
                    </a:cubicBezTo>
                    <a:cubicBezTo>
                      <a:pt x="206" y="25774"/>
                      <a:pt x="383" y="25042"/>
                      <a:pt x="523" y="24253"/>
                    </a:cubicBezTo>
                    <a:cubicBezTo>
                      <a:pt x="586" y="23892"/>
                      <a:pt x="717" y="23436"/>
                      <a:pt x="1154" y="23169"/>
                    </a:cubicBezTo>
                    <a:cubicBezTo>
                      <a:pt x="1294" y="23084"/>
                      <a:pt x="1739" y="23017"/>
                      <a:pt x="1902" y="23057"/>
                    </a:cubicBezTo>
                    <a:cubicBezTo>
                      <a:pt x="2035" y="23089"/>
                      <a:pt x="2140" y="23194"/>
                      <a:pt x="2263" y="23191"/>
                    </a:cubicBezTo>
                    <a:close/>
                  </a:path>
                </a:pathLst>
              </a:custGeom>
              <a:solidFill>
                <a:srgbClr val="3B434F">
                  <a:alpha val="20000"/>
                </a:srgbClr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  <p:grpSp>
          <p:nvGrpSpPr>
            <p:cNvPr id="296" name="그룹 295">
              <a:extLst>
                <a:ext uri="{FF2B5EF4-FFF2-40B4-BE49-F238E27FC236}">
                  <a16:creationId xmlns:a16="http://schemas.microsoft.com/office/drawing/2014/main" id="{A8DC8C1A-383E-4D12-AD3B-DFF37BFDFA6B}"/>
                </a:ext>
              </a:extLst>
            </p:cNvPr>
            <p:cNvGrpSpPr/>
            <p:nvPr/>
          </p:nvGrpSpPr>
          <p:grpSpPr>
            <a:xfrm>
              <a:off x="1639688" y="5022842"/>
              <a:ext cx="349650" cy="326202"/>
              <a:chOff x="1639688" y="5022842"/>
              <a:chExt cx="349650" cy="326202"/>
            </a:xfrm>
          </p:grpSpPr>
          <p:grpSp>
            <p:nvGrpSpPr>
              <p:cNvPr id="297" name="그룹 296">
                <a:extLst>
                  <a:ext uri="{FF2B5EF4-FFF2-40B4-BE49-F238E27FC236}">
                    <a16:creationId xmlns:a16="http://schemas.microsoft.com/office/drawing/2014/main" id="{1A5488B1-C886-4D33-949C-A8F3BEFCD762}"/>
                  </a:ext>
                </a:extLst>
              </p:cNvPr>
              <p:cNvGrpSpPr/>
              <p:nvPr/>
            </p:nvGrpSpPr>
            <p:grpSpPr>
              <a:xfrm>
                <a:off x="1639688" y="5120138"/>
                <a:ext cx="281420" cy="228906"/>
                <a:chOff x="1639688" y="5120138"/>
                <a:chExt cx="281420" cy="228906"/>
              </a:xfrm>
            </p:grpSpPr>
            <p:grpSp>
              <p:nvGrpSpPr>
                <p:cNvPr id="301" name="그룹 300">
                  <a:extLst>
                    <a:ext uri="{FF2B5EF4-FFF2-40B4-BE49-F238E27FC236}">
                      <a16:creationId xmlns:a16="http://schemas.microsoft.com/office/drawing/2014/main" id="{04547D05-AAD6-4A23-863D-D378058B137A}"/>
                    </a:ext>
                  </a:extLst>
                </p:cNvPr>
                <p:cNvGrpSpPr/>
                <p:nvPr/>
              </p:nvGrpSpPr>
              <p:grpSpPr>
                <a:xfrm>
                  <a:off x="1639688" y="5120138"/>
                  <a:ext cx="281420" cy="228906"/>
                  <a:chOff x="5875685" y="4592960"/>
                  <a:chExt cx="603249" cy="539750"/>
                </a:xfrm>
              </p:grpSpPr>
              <p:sp>
                <p:nvSpPr>
                  <p:cNvPr id="311" name="AutoShape 3">
                    <a:extLst>
                      <a:ext uri="{FF2B5EF4-FFF2-40B4-BE49-F238E27FC236}">
                        <a16:creationId xmlns:a16="http://schemas.microsoft.com/office/drawing/2014/main" id="{05AD72C9-F0DC-4FEA-B51B-2F61D457DB21}"/>
                      </a:ext>
                    </a:extLst>
                  </p:cNvPr>
                  <p:cNvSpPr>
                    <a:spLocks noChangeAspect="1" noChangeArrowheads="1" noTextEdit="1"/>
                  </p:cNvSpPr>
                  <p:nvPr/>
                </p:nvSpPr>
                <p:spPr bwMode="auto">
                  <a:xfrm>
                    <a:off x="5877272" y="4592960"/>
                    <a:ext cx="601662" cy="53975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/>
                  </a:p>
                </p:txBody>
              </p:sp>
              <p:sp>
                <p:nvSpPr>
                  <p:cNvPr id="312" name="Rectangle 5">
                    <a:extLst>
                      <a:ext uri="{FF2B5EF4-FFF2-40B4-BE49-F238E27FC236}">
                        <a16:creationId xmlns:a16="http://schemas.microsoft.com/office/drawing/2014/main" id="{17A16490-48D7-4415-9812-9786BD958F7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082059" y="5042223"/>
                    <a:ext cx="187325" cy="61913"/>
                  </a:xfrm>
                  <a:prstGeom prst="rect">
                    <a:avLst/>
                  </a:pr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/>
                  </a:p>
                </p:txBody>
              </p:sp>
              <p:sp>
                <p:nvSpPr>
                  <p:cNvPr id="313" name="Freeform 6">
                    <a:extLst>
                      <a:ext uri="{FF2B5EF4-FFF2-40B4-BE49-F238E27FC236}">
                        <a16:creationId xmlns:a16="http://schemas.microsoft.com/office/drawing/2014/main" id="{844B16B5-F0DB-4157-84E9-5AEDAED2F2FD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6074122" y="5035873"/>
                    <a:ext cx="203200" cy="74613"/>
                  </a:xfrm>
                  <a:custGeom>
                    <a:avLst/>
                    <a:gdLst>
                      <a:gd name="T0" fmla="*/ 115 w 119"/>
                      <a:gd name="T1" fmla="*/ 44 h 44"/>
                      <a:gd name="T2" fmla="*/ 4 w 119"/>
                      <a:gd name="T3" fmla="*/ 44 h 44"/>
                      <a:gd name="T4" fmla="*/ 0 w 119"/>
                      <a:gd name="T5" fmla="*/ 40 h 44"/>
                      <a:gd name="T6" fmla="*/ 0 w 119"/>
                      <a:gd name="T7" fmla="*/ 4 h 44"/>
                      <a:gd name="T8" fmla="*/ 4 w 119"/>
                      <a:gd name="T9" fmla="*/ 0 h 44"/>
                      <a:gd name="T10" fmla="*/ 115 w 119"/>
                      <a:gd name="T11" fmla="*/ 0 h 44"/>
                      <a:gd name="T12" fmla="*/ 119 w 119"/>
                      <a:gd name="T13" fmla="*/ 4 h 44"/>
                      <a:gd name="T14" fmla="*/ 119 w 119"/>
                      <a:gd name="T15" fmla="*/ 40 h 44"/>
                      <a:gd name="T16" fmla="*/ 115 w 119"/>
                      <a:gd name="T17" fmla="*/ 44 h 44"/>
                      <a:gd name="T18" fmla="*/ 8 w 119"/>
                      <a:gd name="T19" fmla="*/ 36 h 44"/>
                      <a:gd name="T20" fmla="*/ 111 w 119"/>
                      <a:gd name="T21" fmla="*/ 36 h 44"/>
                      <a:gd name="T22" fmla="*/ 111 w 119"/>
                      <a:gd name="T23" fmla="*/ 8 h 44"/>
                      <a:gd name="T24" fmla="*/ 8 w 119"/>
                      <a:gd name="T25" fmla="*/ 8 h 44"/>
                      <a:gd name="T26" fmla="*/ 8 w 119"/>
                      <a:gd name="T27" fmla="*/ 36 h 4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</a:cxnLst>
                    <a:rect l="0" t="0" r="r" b="b"/>
                    <a:pathLst>
                      <a:path w="119" h="44">
                        <a:moveTo>
                          <a:pt x="115" y="44"/>
                        </a:moveTo>
                        <a:cubicBezTo>
                          <a:pt x="4" y="44"/>
                          <a:pt x="4" y="44"/>
                          <a:pt x="4" y="44"/>
                        </a:cubicBezTo>
                        <a:cubicBezTo>
                          <a:pt x="1" y="44"/>
                          <a:pt x="0" y="42"/>
                          <a:pt x="0" y="40"/>
                        </a:cubicBezTo>
                        <a:cubicBezTo>
                          <a:pt x="0" y="4"/>
                          <a:pt x="0" y="4"/>
                          <a:pt x="0" y="4"/>
                        </a:cubicBezTo>
                        <a:cubicBezTo>
                          <a:pt x="0" y="2"/>
                          <a:pt x="1" y="0"/>
                          <a:pt x="4" y="0"/>
                        </a:cubicBezTo>
                        <a:cubicBezTo>
                          <a:pt x="115" y="0"/>
                          <a:pt x="115" y="0"/>
                          <a:pt x="115" y="0"/>
                        </a:cubicBezTo>
                        <a:cubicBezTo>
                          <a:pt x="117" y="0"/>
                          <a:pt x="119" y="2"/>
                          <a:pt x="119" y="4"/>
                        </a:cubicBezTo>
                        <a:cubicBezTo>
                          <a:pt x="119" y="40"/>
                          <a:pt x="119" y="40"/>
                          <a:pt x="119" y="40"/>
                        </a:cubicBezTo>
                        <a:cubicBezTo>
                          <a:pt x="119" y="42"/>
                          <a:pt x="117" y="44"/>
                          <a:pt x="115" y="44"/>
                        </a:cubicBezTo>
                        <a:close/>
                        <a:moveTo>
                          <a:pt x="8" y="36"/>
                        </a:moveTo>
                        <a:cubicBezTo>
                          <a:pt x="111" y="36"/>
                          <a:pt x="111" y="36"/>
                          <a:pt x="111" y="36"/>
                        </a:cubicBezTo>
                        <a:cubicBezTo>
                          <a:pt x="111" y="8"/>
                          <a:pt x="111" y="8"/>
                          <a:pt x="111" y="8"/>
                        </a:cubicBezTo>
                        <a:cubicBezTo>
                          <a:pt x="8" y="8"/>
                          <a:pt x="8" y="8"/>
                          <a:pt x="8" y="8"/>
                        </a:cubicBezTo>
                        <a:lnTo>
                          <a:pt x="8" y="36"/>
                        </a:lnTo>
                        <a:close/>
                      </a:path>
                    </a:pathLst>
                  </a:custGeom>
                  <a:solidFill>
                    <a:srgbClr val="1E1E1E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/>
                  </a:p>
                </p:txBody>
              </p:sp>
              <p:sp>
                <p:nvSpPr>
                  <p:cNvPr id="314" name="Freeform 7">
                    <a:extLst>
                      <a:ext uri="{FF2B5EF4-FFF2-40B4-BE49-F238E27FC236}">
                        <a16:creationId xmlns:a16="http://schemas.microsoft.com/office/drawing/2014/main" id="{B3DA516F-2332-47EF-BBA4-C377D14BB11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6010622" y="5088260"/>
                    <a:ext cx="328612" cy="36513"/>
                  </a:xfrm>
                  <a:custGeom>
                    <a:avLst/>
                    <a:gdLst>
                      <a:gd name="T0" fmla="*/ 194 w 194"/>
                      <a:gd name="T1" fmla="*/ 16 h 21"/>
                      <a:gd name="T2" fmla="*/ 190 w 194"/>
                      <a:gd name="T3" fmla="*/ 21 h 21"/>
                      <a:gd name="T4" fmla="*/ 4 w 194"/>
                      <a:gd name="T5" fmla="*/ 21 h 21"/>
                      <a:gd name="T6" fmla="*/ 0 w 194"/>
                      <a:gd name="T7" fmla="*/ 16 h 21"/>
                      <a:gd name="T8" fmla="*/ 0 w 194"/>
                      <a:gd name="T9" fmla="*/ 5 h 21"/>
                      <a:gd name="T10" fmla="*/ 4 w 194"/>
                      <a:gd name="T11" fmla="*/ 0 h 21"/>
                      <a:gd name="T12" fmla="*/ 190 w 194"/>
                      <a:gd name="T13" fmla="*/ 0 h 21"/>
                      <a:gd name="T14" fmla="*/ 194 w 194"/>
                      <a:gd name="T15" fmla="*/ 5 h 21"/>
                      <a:gd name="T16" fmla="*/ 194 w 194"/>
                      <a:gd name="T17" fmla="*/ 16 h 2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194" h="21">
                        <a:moveTo>
                          <a:pt x="194" y="16"/>
                        </a:moveTo>
                        <a:cubicBezTo>
                          <a:pt x="194" y="19"/>
                          <a:pt x="192" y="21"/>
                          <a:pt x="190" y="21"/>
                        </a:cubicBezTo>
                        <a:cubicBezTo>
                          <a:pt x="4" y="21"/>
                          <a:pt x="4" y="21"/>
                          <a:pt x="4" y="21"/>
                        </a:cubicBezTo>
                        <a:cubicBezTo>
                          <a:pt x="2" y="21"/>
                          <a:pt x="0" y="19"/>
                          <a:pt x="0" y="16"/>
                        </a:cubicBezTo>
                        <a:cubicBezTo>
                          <a:pt x="0" y="5"/>
                          <a:pt x="0" y="5"/>
                          <a:pt x="0" y="5"/>
                        </a:cubicBezTo>
                        <a:cubicBezTo>
                          <a:pt x="0" y="2"/>
                          <a:pt x="2" y="0"/>
                          <a:pt x="4" y="0"/>
                        </a:cubicBezTo>
                        <a:cubicBezTo>
                          <a:pt x="190" y="0"/>
                          <a:pt x="190" y="0"/>
                          <a:pt x="190" y="0"/>
                        </a:cubicBezTo>
                        <a:cubicBezTo>
                          <a:pt x="192" y="0"/>
                          <a:pt x="194" y="2"/>
                          <a:pt x="194" y="5"/>
                        </a:cubicBezTo>
                        <a:lnTo>
                          <a:pt x="194" y="1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/>
                  </a:p>
                </p:txBody>
              </p:sp>
              <p:sp>
                <p:nvSpPr>
                  <p:cNvPr id="315" name="Freeform 8">
                    <a:extLst>
                      <a:ext uri="{FF2B5EF4-FFF2-40B4-BE49-F238E27FC236}">
                        <a16:creationId xmlns:a16="http://schemas.microsoft.com/office/drawing/2014/main" id="{BB976E91-A5AE-4F48-BBF8-47A482A92D67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6002684" y="5081910"/>
                    <a:ext cx="344487" cy="49213"/>
                  </a:xfrm>
                  <a:custGeom>
                    <a:avLst/>
                    <a:gdLst>
                      <a:gd name="T0" fmla="*/ 194 w 202"/>
                      <a:gd name="T1" fmla="*/ 29 h 29"/>
                      <a:gd name="T2" fmla="*/ 8 w 202"/>
                      <a:gd name="T3" fmla="*/ 29 h 29"/>
                      <a:gd name="T4" fmla="*/ 0 w 202"/>
                      <a:gd name="T5" fmla="*/ 20 h 29"/>
                      <a:gd name="T6" fmla="*/ 0 w 202"/>
                      <a:gd name="T7" fmla="*/ 9 h 29"/>
                      <a:gd name="T8" fmla="*/ 8 w 202"/>
                      <a:gd name="T9" fmla="*/ 0 h 29"/>
                      <a:gd name="T10" fmla="*/ 194 w 202"/>
                      <a:gd name="T11" fmla="*/ 0 h 29"/>
                      <a:gd name="T12" fmla="*/ 202 w 202"/>
                      <a:gd name="T13" fmla="*/ 9 h 29"/>
                      <a:gd name="T14" fmla="*/ 202 w 202"/>
                      <a:gd name="T15" fmla="*/ 20 h 29"/>
                      <a:gd name="T16" fmla="*/ 194 w 202"/>
                      <a:gd name="T17" fmla="*/ 29 h 29"/>
                      <a:gd name="T18" fmla="*/ 8 w 202"/>
                      <a:gd name="T19" fmla="*/ 21 h 29"/>
                      <a:gd name="T20" fmla="*/ 194 w 202"/>
                      <a:gd name="T21" fmla="*/ 21 h 29"/>
                      <a:gd name="T22" fmla="*/ 194 w 202"/>
                      <a:gd name="T23" fmla="*/ 20 h 29"/>
                      <a:gd name="T24" fmla="*/ 194 w 202"/>
                      <a:gd name="T25" fmla="*/ 9 h 29"/>
                      <a:gd name="T26" fmla="*/ 194 w 202"/>
                      <a:gd name="T27" fmla="*/ 8 h 29"/>
                      <a:gd name="T28" fmla="*/ 8 w 202"/>
                      <a:gd name="T29" fmla="*/ 8 h 29"/>
                      <a:gd name="T30" fmla="*/ 8 w 202"/>
                      <a:gd name="T31" fmla="*/ 9 h 29"/>
                      <a:gd name="T32" fmla="*/ 8 w 202"/>
                      <a:gd name="T33" fmla="*/ 20 h 29"/>
                      <a:gd name="T34" fmla="*/ 8 w 202"/>
                      <a:gd name="T35" fmla="*/ 21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</a:cxnLst>
                    <a:rect l="0" t="0" r="r" b="b"/>
                    <a:pathLst>
                      <a:path w="202" h="29">
                        <a:moveTo>
                          <a:pt x="194" y="29"/>
                        </a:moveTo>
                        <a:cubicBezTo>
                          <a:pt x="8" y="29"/>
                          <a:pt x="8" y="29"/>
                          <a:pt x="8" y="29"/>
                        </a:cubicBezTo>
                        <a:cubicBezTo>
                          <a:pt x="4" y="29"/>
                          <a:pt x="0" y="25"/>
                          <a:pt x="0" y="20"/>
                        </a:cubicBezTo>
                        <a:cubicBezTo>
                          <a:pt x="0" y="9"/>
                          <a:pt x="0" y="9"/>
                          <a:pt x="0" y="9"/>
                        </a:cubicBezTo>
                        <a:cubicBezTo>
                          <a:pt x="0" y="4"/>
                          <a:pt x="4" y="0"/>
                          <a:pt x="8" y="0"/>
                        </a:cubicBezTo>
                        <a:cubicBezTo>
                          <a:pt x="194" y="0"/>
                          <a:pt x="194" y="0"/>
                          <a:pt x="194" y="0"/>
                        </a:cubicBezTo>
                        <a:cubicBezTo>
                          <a:pt x="199" y="0"/>
                          <a:pt x="202" y="4"/>
                          <a:pt x="202" y="9"/>
                        </a:cubicBezTo>
                        <a:cubicBezTo>
                          <a:pt x="202" y="20"/>
                          <a:pt x="202" y="20"/>
                          <a:pt x="202" y="20"/>
                        </a:cubicBezTo>
                        <a:cubicBezTo>
                          <a:pt x="202" y="25"/>
                          <a:pt x="199" y="29"/>
                          <a:pt x="194" y="29"/>
                        </a:cubicBezTo>
                        <a:close/>
                        <a:moveTo>
                          <a:pt x="8" y="21"/>
                        </a:moveTo>
                        <a:cubicBezTo>
                          <a:pt x="194" y="21"/>
                          <a:pt x="194" y="21"/>
                          <a:pt x="194" y="21"/>
                        </a:cubicBezTo>
                        <a:cubicBezTo>
                          <a:pt x="194" y="21"/>
                          <a:pt x="194" y="21"/>
                          <a:pt x="194" y="20"/>
                        </a:cubicBezTo>
                        <a:cubicBezTo>
                          <a:pt x="194" y="9"/>
                          <a:pt x="194" y="9"/>
                          <a:pt x="194" y="9"/>
                        </a:cubicBezTo>
                        <a:cubicBezTo>
                          <a:pt x="194" y="9"/>
                          <a:pt x="194" y="8"/>
                          <a:pt x="194" y="8"/>
                        </a:cubicBezTo>
                        <a:cubicBezTo>
                          <a:pt x="8" y="8"/>
                          <a:pt x="8" y="8"/>
                          <a:pt x="8" y="8"/>
                        </a:cubicBezTo>
                        <a:cubicBezTo>
                          <a:pt x="8" y="8"/>
                          <a:pt x="8" y="9"/>
                          <a:pt x="8" y="9"/>
                        </a:cubicBezTo>
                        <a:cubicBezTo>
                          <a:pt x="8" y="20"/>
                          <a:pt x="8" y="20"/>
                          <a:pt x="8" y="20"/>
                        </a:cubicBezTo>
                        <a:cubicBezTo>
                          <a:pt x="8" y="21"/>
                          <a:pt x="8" y="21"/>
                          <a:pt x="8" y="21"/>
                        </a:cubicBezTo>
                        <a:close/>
                      </a:path>
                    </a:pathLst>
                  </a:custGeom>
                  <a:solidFill>
                    <a:srgbClr val="1E1E1E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/>
                  </a:p>
                </p:txBody>
              </p:sp>
              <p:sp>
                <p:nvSpPr>
                  <p:cNvPr id="316" name="Freeform 9">
                    <a:extLst>
                      <a:ext uri="{FF2B5EF4-FFF2-40B4-BE49-F238E27FC236}">
                        <a16:creationId xmlns:a16="http://schemas.microsoft.com/office/drawing/2014/main" id="{0464BF9A-0F4D-4953-AA93-67FA52C2CE0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882034" y="4599310"/>
                    <a:ext cx="588962" cy="449263"/>
                  </a:xfrm>
                  <a:custGeom>
                    <a:avLst/>
                    <a:gdLst>
                      <a:gd name="T0" fmla="*/ 346 w 346"/>
                      <a:gd name="T1" fmla="*/ 260 h 264"/>
                      <a:gd name="T2" fmla="*/ 342 w 346"/>
                      <a:gd name="T3" fmla="*/ 264 h 264"/>
                      <a:gd name="T4" fmla="*/ 4 w 346"/>
                      <a:gd name="T5" fmla="*/ 264 h 264"/>
                      <a:gd name="T6" fmla="*/ 0 w 346"/>
                      <a:gd name="T7" fmla="*/ 260 h 264"/>
                      <a:gd name="T8" fmla="*/ 0 w 346"/>
                      <a:gd name="T9" fmla="*/ 4 h 264"/>
                      <a:gd name="T10" fmla="*/ 4 w 346"/>
                      <a:gd name="T11" fmla="*/ 0 h 264"/>
                      <a:gd name="T12" fmla="*/ 342 w 346"/>
                      <a:gd name="T13" fmla="*/ 0 h 264"/>
                      <a:gd name="T14" fmla="*/ 346 w 346"/>
                      <a:gd name="T15" fmla="*/ 4 h 264"/>
                      <a:gd name="T16" fmla="*/ 346 w 346"/>
                      <a:gd name="T17" fmla="*/ 260 h 26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346" h="264">
                        <a:moveTo>
                          <a:pt x="346" y="260"/>
                        </a:moveTo>
                        <a:cubicBezTo>
                          <a:pt x="346" y="263"/>
                          <a:pt x="344" y="264"/>
                          <a:pt x="342" y="264"/>
                        </a:cubicBezTo>
                        <a:cubicBezTo>
                          <a:pt x="4" y="264"/>
                          <a:pt x="4" y="264"/>
                          <a:pt x="4" y="264"/>
                        </a:cubicBezTo>
                        <a:cubicBezTo>
                          <a:pt x="2" y="264"/>
                          <a:pt x="0" y="263"/>
                          <a:pt x="0" y="260"/>
                        </a:cubicBezTo>
                        <a:cubicBezTo>
                          <a:pt x="0" y="4"/>
                          <a:pt x="0" y="4"/>
                          <a:pt x="0" y="4"/>
                        </a:cubicBezTo>
                        <a:cubicBezTo>
                          <a:pt x="0" y="2"/>
                          <a:pt x="2" y="0"/>
                          <a:pt x="4" y="0"/>
                        </a:cubicBezTo>
                        <a:cubicBezTo>
                          <a:pt x="342" y="0"/>
                          <a:pt x="342" y="0"/>
                          <a:pt x="342" y="0"/>
                        </a:cubicBezTo>
                        <a:cubicBezTo>
                          <a:pt x="344" y="0"/>
                          <a:pt x="346" y="2"/>
                          <a:pt x="346" y="4"/>
                        </a:cubicBezTo>
                        <a:lnTo>
                          <a:pt x="346" y="26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/>
                  </a:p>
                </p:txBody>
              </p:sp>
              <p:sp>
                <p:nvSpPr>
                  <p:cNvPr id="317" name="Freeform 10">
                    <a:extLst>
                      <a:ext uri="{FF2B5EF4-FFF2-40B4-BE49-F238E27FC236}">
                        <a16:creationId xmlns:a16="http://schemas.microsoft.com/office/drawing/2014/main" id="{88C98742-0823-4AA7-87C8-50DEF548D290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5875685" y="4592960"/>
                    <a:ext cx="601662" cy="461963"/>
                  </a:xfrm>
                  <a:custGeom>
                    <a:avLst/>
                    <a:gdLst>
                      <a:gd name="T0" fmla="*/ 346 w 354"/>
                      <a:gd name="T1" fmla="*/ 272 h 272"/>
                      <a:gd name="T2" fmla="*/ 8 w 354"/>
                      <a:gd name="T3" fmla="*/ 272 h 272"/>
                      <a:gd name="T4" fmla="*/ 0 w 354"/>
                      <a:gd name="T5" fmla="*/ 264 h 272"/>
                      <a:gd name="T6" fmla="*/ 0 w 354"/>
                      <a:gd name="T7" fmla="*/ 8 h 272"/>
                      <a:gd name="T8" fmla="*/ 8 w 354"/>
                      <a:gd name="T9" fmla="*/ 0 h 272"/>
                      <a:gd name="T10" fmla="*/ 346 w 354"/>
                      <a:gd name="T11" fmla="*/ 0 h 272"/>
                      <a:gd name="T12" fmla="*/ 354 w 354"/>
                      <a:gd name="T13" fmla="*/ 8 h 272"/>
                      <a:gd name="T14" fmla="*/ 354 w 354"/>
                      <a:gd name="T15" fmla="*/ 264 h 272"/>
                      <a:gd name="T16" fmla="*/ 346 w 354"/>
                      <a:gd name="T17" fmla="*/ 272 h 272"/>
                      <a:gd name="T18" fmla="*/ 346 w 354"/>
                      <a:gd name="T19" fmla="*/ 264 h 272"/>
                      <a:gd name="T20" fmla="*/ 346 w 354"/>
                      <a:gd name="T21" fmla="*/ 268 h 272"/>
                      <a:gd name="T22" fmla="*/ 346 w 354"/>
                      <a:gd name="T23" fmla="*/ 264 h 272"/>
                      <a:gd name="T24" fmla="*/ 346 w 354"/>
                      <a:gd name="T25" fmla="*/ 264 h 272"/>
                      <a:gd name="T26" fmla="*/ 346 w 354"/>
                      <a:gd name="T27" fmla="*/ 8 h 272"/>
                      <a:gd name="T28" fmla="*/ 8 w 354"/>
                      <a:gd name="T29" fmla="*/ 8 h 272"/>
                      <a:gd name="T30" fmla="*/ 8 w 354"/>
                      <a:gd name="T31" fmla="*/ 264 h 272"/>
                      <a:gd name="T32" fmla="*/ 346 w 354"/>
                      <a:gd name="T33" fmla="*/ 264 h 272"/>
                      <a:gd name="T34" fmla="*/ 346 w 354"/>
                      <a:gd name="T35" fmla="*/ 8 h 27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</a:cxnLst>
                    <a:rect l="0" t="0" r="r" b="b"/>
                    <a:pathLst>
                      <a:path w="354" h="272">
                        <a:moveTo>
                          <a:pt x="346" y="272"/>
                        </a:moveTo>
                        <a:cubicBezTo>
                          <a:pt x="8" y="272"/>
                          <a:pt x="8" y="272"/>
                          <a:pt x="8" y="272"/>
                        </a:cubicBezTo>
                        <a:cubicBezTo>
                          <a:pt x="4" y="272"/>
                          <a:pt x="0" y="269"/>
                          <a:pt x="0" y="264"/>
                        </a:cubicBezTo>
                        <a:cubicBezTo>
                          <a:pt x="0" y="8"/>
                          <a:pt x="0" y="8"/>
                          <a:pt x="0" y="8"/>
                        </a:cubicBezTo>
                        <a:cubicBezTo>
                          <a:pt x="0" y="4"/>
                          <a:pt x="4" y="0"/>
                          <a:pt x="8" y="0"/>
                        </a:cubicBezTo>
                        <a:cubicBezTo>
                          <a:pt x="346" y="0"/>
                          <a:pt x="346" y="0"/>
                          <a:pt x="346" y="0"/>
                        </a:cubicBezTo>
                        <a:cubicBezTo>
                          <a:pt x="350" y="0"/>
                          <a:pt x="354" y="4"/>
                          <a:pt x="354" y="8"/>
                        </a:cubicBezTo>
                        <a:cubicBezTo>
                          <a:pt x="354" y="264"/>
                          <a:pt x="354" y="264"/>
                          <a:pt x="354" y="264"/>
                        </a:cubicBezTo>
                        <a:cubicBezTo>
                          <a:pt x="354" y="269"/>
                          <a:pt x="350" y="272"/>
                          <a:pt x="346" y="272"/>
                        </a:cubicBezTo>
                        <a:close/>
                        <a:moveTo>
                          <a:pt x="346" y="264"/>
                        </a:moveTo>
                        <a:cubicBezTo>
                          <a:pt x="346" y="268"/>
                          <a:pt x="346" y="268"/>
                          <a:pt x="346" y="268"/>
                        </a:cubicBezTo>
                        <a:cubicBezTo>
                          <a:pt x="346" y="264"/>
                          <a:pt x="346" y="264"/>
                          <a:pt x="346" y="264"/>
                        </a:cubicBezTo>
                        <a:cubicBezTo>
                          <a:pt x="346" y="264"/>
                          <a:pt x="346" y="264"/>
                          <a:pt x="346" y="264"/>
                        </a:cubicBezTo>
                        <a:close/>
                        <a:moveTo>
                          <a:pt x="346" y="8"/>
                        </a:moveTo>
                        <a:cubicBezTo>
                          <a:pt x="8" y="8"/>
                          <a:pt x="8" y="8"/>
                          <a:pt x="8" y="8"/>
                        </a:cubicBezTo>
                        <a:cubicBezTo>
                          <a:pt x="8" y="264"/>
                          <a:pt x="8" y="264"/>
                          <a:pt x="8" y="264"/>
                        </a:cubicBezTo>
                        <a:cubicBezTo>
                          <a:pt x="346" y="264"/>
                          <a:pt x="346" y="264"/>
                          <a:pt x="346" y="264"/>
                        </a:cubicBezTo>
                        <a:lnTo>
                          <a:pt x="346" y="8"/>
                        </a:lnTo>
                        <a:close/>
                      </a:path>
                    </a:pathLst>
                  </a:custGeom>
                  <a:solidFill>
                    <a:srgbClr val="1E1E1E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/>
                  </a:p>
                </p:txBody>
              </p:sp>
              <p:sp>
                <p:nvSpPr>
                  <p:cNvPr id="318" name="Rectangle 11">
                    <a:extLst>
                      <a:ext uri="{FF2B5EF4-FFF2-40B4-BE49-F238E27FC236}">
                        <a16:creationId xmlns:a16="http://schemas.microsoft.com/office/drawing/2014/main" id="{8DBA64D9-7E69-4D6B-90EB-DCF5753386D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915372" y="4632648"/>
                    <a:ext cx="522287" cy="347663"/>
                  </a:xfrm>
                  <a:prstGeom prst="rect">
                    <a:avLst/>
                  </a:pr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/>
                  </a:p>
                </p:txBody>
              </p:sp>
              <p:sp>
                <p:nvSpPr>
                  <p:cNvPr id="319" name="Freeform 12">
                    <a:extLst>
                      <a:ext uri="{FF2B5EF4-FFF2-40B4-BE49-F238E27FC236}">
                        <a16:creationId xmlns:a16="http://schemas.microsoft.com/office/drawing/2014/main" id="{5ACC37DD-3984-4FD5-958B-BFBC14C7E376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5909022" y="4626298"/>
                    <a:ext cx="534987" cy="358775"/>
                  </a:xfrm>
                  <a:custGeom>
                    <a:avLst/>
                    <a:gdLst>
                      <a:gd name="T0" fmla="*/ 311 w 314"/>
                      <a:gd name="T1" fmla="*/ 211 h 211"/>
                      <a:gd name="T2" fmla="*/ 3 w 314"/>
                      <a:gd name="T3" fmla="*/ 211 h 211"/>
                      <a:gd name="T4" fmla="*/ 0 w 314"/>
                      <a:gd name="T5" fmla="*/ 208 h 211"/>
                      <a:gd name="T6" fmla="*/ 0 w 314"/>
                      <a:gd name="T7" fmla="*/ 3 h 211"/>
                      <a:gd name="T8" fmla="*/ 3 w 314"/>
                      <a:gd name="T9" fmla="*/ 0 h 211"/>
                      <a:gd name="T10" fmla="*/ 311 w 314"/>
                      <a:gd name="T11" fmla="*/ 0 h 211"/>
                      <a:gd name="T12" fmla="*/ 314 w 314"/>
                      <a:gd name="T13" fmla="*/ 3 h 211"/>
                      <a:gd name="T14" fmla="*/ 314 w 314"/>
                      <a:gd name="T15" fmla="*/ 208 h 211"/>
                      <a:gd name="T16" fmla="*/ 311 w 314"/>
                      <a:gd name="T17" fmla="*/ 211 h 211"/>
                      <a:gd name="T18" fmla="*/ 6 w 314"/>
                      <a:gd name="T19" fmla="*/ 205 h 211"/>
                      <a:gd name="T20" fmla="*/ 308 w 314"/>
                      <a:gd name="T21" fmla="*/ 205 h 211"/>
                      <a:gd name="T22" fmla="*/ 308 w 314"/>
                      <a:gd name="T23" fmla="*/ 6 h 211"/>
                      <a:gd name="T24" fmla="*/ 6 w 314"/>
                      <a:gd name="T25" fmla="*/ 6 h 211"/>
                      <a:gd name="T26" fmla="*/ 6 w 314"/>
                      <a:gd name="T27" fmla="*/ 205 h 21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</a:cxnLst>
                    <a:rect l="0" t="0" r="r" b="b"/>
                    <a:pathLst>
                      <a:path w="314" h="211">
                        <a:moveTo>
                          <a:pt x="311" y="211"/>
                        </a:moveTo>
                        <a:cubicBezTo>
                          <a:pt x="3" y="211"/>
                          <a:pt x="3" y="211"/>
                          <a:pt x="3" y="211"/>
                        </a:cubicBezTo>
                        <a:cubicBezTo>
                          <a:pt x="2" y="211"/>
                          <a:pt x="0" y="210"/>
                          <a:pt x="0" y="208"/>
                        </a:cubicBezTo>
                        <a:cubicBezTo>
                          <a:pt x="0" y="3"/>
                          <a:pt x="0" y="3"/>
                          <a:pt x="0" y="3"/>
                        </a:cubicBezTo>
                        <a:cubicBezTo>
                          <a:pt x="0" y="2"/>
                          <a:pt x="2" y="0"/>
                          <a:pt x="3" y="0"/>
                        </a:cubicBezTo>
                        <a:cubicBezTo>
                          <a:pt x="311" y="0"/>
                          <a:pt x="311" y="0"/>
                          <a:pt x="311" y="0"/>
                        </a:cubicBezTo>
                        <a:cubicBezTo>
                          <a:pt x="313" y="0"/>
                          <a:pt x="314" y="2"/>
                          <a:pt x="314" y="3"/>
                        </a:cubicBezTo>
                        <a:cubicBezTo>
                          <a:pt x="314" y="208"/>
                          <a:pt x="314" y="208"/>
                          <a:pt x="314" y="208"/>
                        </a:cubicBezTo>
                        <a:cubicBezTo>
                          <a:pt x="314" y="210"/>
                          <a:pt x="313" y="211"/>
                          <a:pt x="311" y="211"/>
                        </a:cubicBezTo>
                        <a:close/>
                        <a:moveTo>
                          <a:pt x="6" y="205"/>
                        </a:moveTo>
                        <a:cubicBezTo>
                          <a:pt x="308" y="205"/>
                          <a:pt x="308" y="205"/>
                          <a:pt x="308" y="205"/>
                        </a:cubicBezTo>
                        <a:cubicBezTo>
                          <a:pt x="308" y="6"/>
                          <a:pt x="308" y="6"/>
                          <a:pt x="308" y="6"/>
                        </a:cubicBezTo>
                        <a:cubicBezTo>
                          <a:pt x="6" y="6"/>
                          <a:pt x="6" y="6"/>
                          <a:pt x="6" y="6"/>
                        </a:cubicBezTo>
                        <a:lnTo>
                          <a:pt x="6" y="205"/>
                        </a:lnTo>
                        <a:close/>
                      </a:path>
                    </a:pathLst>
                  </a:custGeom>
                  <a:solidFill>
                    <a:srgbClr val="1E1E1E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/>
                  </a:p>
                </p:txBody>
              </p:sp>
              <p:sp>
                <p:nvSpPr>
                  <p:cNvPr id="320" name="Oval 13">
                    <a:extLst>
                      <a:ext uri="{FF2B5EF4-FFF2-40B4-BE49-F238E27FC236}">
                        <a16:creationId xmlns:a16="http://schemas.microsoft.com/office/drawing/2014/main" id="{56CA22BE-22D7-48C3-9E47-472E435A2A3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63022" y="5000948"/>
                    <a:ext cx="30162" cy="30163"/>
                  </a:xfrm>
                  <a:prstGeom prst="ellipse">
                    <a:avLst/>
                  </a:pr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/>
                  </a:p>
                </p:txBody>
              </p:sp>
              <p:sp>
                <p:nvSpPr>
                  <p:cNvPr id="321" name="Freeform 14">
                    <a:extLst>
                      <a:ext uri="{FF2B5EF4-FFF2-40B4-BE49-F238E27FC236}">
                        <a16:creationId xmlns:a16="http://schemas.microsoft.com/office/drawing/2014/main" id="{67D1B14D-A4AA-428A-9056-05B57F8AB59F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6159847" y="4996185"/>
                    <a:ext cx="36512" cy="38100"/>
                  </a:xfrm>
                  <a:custGeom>
                    <a:avLst/>
                    <a:gdLst>
                      <a:gd name="T0" fmla="*/ 11 w 22"/>
                      <a:gd name="T1" fmla="*/ 22 h 22"/>
                      <a:gd name="T2" fmla="*/ 0 w 22"/>
                      <a:gd name="T3" fmla="*/ 11 h 22"/>
                      <a:gd name="T4" fmla="*/ 11 w 22"/>
                      <a:gd name="T5" fmla="*/ 0 h 22"/>
                      <a:gd name="T6" fmla="*/ 22 w 22"/>
                      <a:gd name="T7" fmla="*/ 11 h 22"/>
                      <a:gd name="T8" fmla="*/ 11 w 22"/>
                      <a:gd name="T9" fmla="*/ 22 h 22"/>
                      <a:gd name="T10" fmla="*/ 11 w 22"/>
                      <a:gd name="T11" fmla="*/ 4 h 22"/>
                      <a:gd name="T12" fmla="*/ 4 w 22"/>
                      <a:gd name="T13" fmla="*/ 11 h 22"/>
                      <a:gd name="T14" fmla="*/ 11 w 22"/>
                      <a:gd name="T15" fmla="*/ 18 h 22"/>
                      <a:gd name="T16" fmla="*/ 18 w 22"/>
                      <a:gd name="T17" fmla="*/ 11 h 22"/>
                      <a:gd name="T18" fmla="*/ 11 w 22"/>
                      <a:gd name="T19" fmla="*/ 4 h 2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22" h="22">
                        <a:moveTo>
                          <a:pt x="11" y="22"/>
                        </a:moveTo>
                        <a:cubicBezTo>
                          <a:pt x="5" y="22"/>
                          <a:pt x="0" y="17"/>
                          <a:pt x="0" y="11"/>
                        </a:cubicBezTo>
                        <a:cubicBezTo>
                          <a:pt x="0" y="5"/>
                          <a:pt x="5" y="0"/>
                          <a:pt x="11" y="0"/>
                        </a:cubicBezTo>
                        <a:cubicBezTo>
                          <a:pt x="17" y="0"/>
                          <a:pt x="22" y="5"/>
                          <a:pt x="22" y="11"/>
                        </a:cubicBezTo>
                        <a:cubicBezTo>
                          <a:pt x="22" y="17"/>
                          <a:pt x="17" y="22"/>
                          <a:pt x="11" y="22"/>
                        </a:cubicBezTo>
                        <a:close/>
                        <a:moveTo>
                          <a:pt x="11" y="4"/>
                        </a:moveTo>
                        <a:cubicBezTo>
                          <a:pt x="7" y="4"/>
                          <a:pt x="4" y="7"/>
                          <a:pt x="4" y="11"/>
                        </a:cubicBezTo>
                        <a:cubicBezTo>
                          <a:pt x="4" y="15"/>
                          <a:pt x="7" y="18"/>
                          <a:pt x="11" y="18"/>
                        </a:cubicBezTo>
                        <a:cubicBezTo>
                          <a:pt x="15" y="18"/>
                          <a:pt x="18" y="15"/>
                          <a:pt x="18" y="11"/>
                        </a:cubicBezTo>
                        <a:cubicBezTo>
                          <a:pt x="18" y="7"/>
                          <a:pt x="15" y="4"/>
                          <a:pt x="11" y="4"/>
                        </a:cubicBezTo>
                        <a:close/>
                      </a:path>
                    </a:pathLst>
                  </a:custGeom>
                  <a:solidFill>
                    <a:srgbClr val="1E1E1E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/>
                  </a:p>
                </p:txBody>
              </p:sp>
            </p:grpSp>
            <p:grpSp>
              <p:nvGrpSpPr>
                <p:cNvPr id="302" name="그룹 301">
                  <a:extLst>
                    <a:ext uri="{FF2B5EF4-FFF2-40B4-BE49-F238E27FC236}">
                      <a16:creationId xmlns:a16="http://schemas.microsoft.com/office/drawing/2014/main" id="{D37EBA90-1354-4CB1-9DCC-BDDA5BEAC1EE}"/>
                    </a:ext>
                  </a:extLst>
                </p:cNvPr>
                <p:cNvGrpSpPr/>
                <p:nvPr/>
              </p:nvGrpSpPr>
              <p:grpSpPr>
                <a:xfrm>
                  <a:off x="1681292" y="5173786"/>
                  <a:ext cx="196853" cy="96044"/>
                  <a:chOff x="2973403" y="6628465"/>
                  <a:chExt cx="317033" cy="127834"/>
                </a:xfrm>
              </p:grpSpPr>
              <p:sp>
                <p:nvSpPr>
                  <p:cNvPr id="303" name="Rectangle 60">
                    <a:extLst>
                      <a:ext uri="{FF2B5EF4-FFF2-40B4-BE49-F238E27FC236}">
                        <a16:creationId xmlns:a16="http://schemas.microsoft.com/office/drawing/2014/main" id="{31450B4B-B195-454D-A062-A069ED33057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139590" y="6628465"/>
                    <a:ext cx="150846" cy="7671"/>
                  </a:xfrm>
                  <a:prstGeom prst="rect">
                    <a:avLst/>
                  </a:prstGeom>
                  <a:solidFill>
                    <a:srgbClr val="1E1E1E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/>
                  </a:p>
                </p:txBody>
              </p:sp>
              <p:sp>
                <p:nvSpPr>
                  <p:cNvPr id="304" name="Rectangle 61">
                    <a:extLst>
                      <a:ext uri="{FF2B5EF4-FFF2-40B4-BE49-F238E27FC236}">
                        <a16:creationId xmlns:a16="http://schemas.microsoft.com/office/drawing/2014/main" id="{5C555A77-4E02-45EA-9569-A6CF4CDDAFB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139590" y="6654032"/>
                    <a:ext cx="150846" cy="10227"/>
                  </a:xfrm>
                  <a:prstGeom prst="rect">
                    <a:avLst/>
                  </a:prstGeom>
                  <a:solidFill>
                    <a:srgbClr val="1E1E1E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/>
                  </a:p>
                </p:txBody>
              </p:sp>
              <p:sp>
                <p:nvSpPr>
                  <p:cNvPr id="305" name="Rectangle 62">
                    <a:extLst>
                      <a:ext uri="{FF2B5EF4-FFF2-40B4-BE49-F238E27FC236}">
                        <a16:creationId xmlns:a16="http://schemas.microsoft.com/office/drawing/2014/main" id="{02A035DB-E028-4318-BD05-62011413880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139590" y="6682155"/>
                    <a:ext cx="150846" cy="10227"/>
                  </a:xfrm>
                  <a:prstGeom prst="rect">
                    <a:avLst/>
                  </a:prstGeom>
                  <a:solidFill>
                    <a:srgbClr val="1E1E1E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/>
                  </a:p>
                </p:txBody>
              </p:sp>
              <p:sp>
                <p:nvSpPr>
                  <p:cNvPr id="306" name="Rectangle 63">
                    <a:extLst>
                      <a:ext uri="{FF2B5EF4-FFF2-40B4-BE49-F238E27FC236}">
                        <a16:creationId xmlns:a16="http://schemas.microsoft.com/office/drawing/2014/main" id="{0F37F07B-6D02-4ED5-9772-DEC9F29E39C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139590" y="6712836"/>
                    <a:ext cx="150846" cy="7671"/>
                  </a:xfrm>
                  <a:prstGeom prst="rect">
                    <a:avLst/>
                  </a:prstGeom>
                  <a:solidFill>
                    <a:srgbClr val="1E1E1E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/>
                  </a:p>
                </p:txBody>
              </p:sp>
              <p:sp>
                <p:nvSpPr>
                  <p:cNvPr id="307" name="Rectangle 64">
                    <a:extLst>
                      <a:ext uri="{FF2B5EF4-FFF2-40B4-BE49-F238E27FC236}">
                        <a16:creationId xmlns:a16="http://schemas.microsoft.com/office/drawing/2014/main" id="{96B4C359-A199-45D2-A55E-F8227CEDCF8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139590" y="6743517"/>
                    <a:ext cx="150846" cy="10227"/>
                  </a:xfrm>
                  <a:prstGeom prst="rect">
                    <a:avLst/>
                  </a:prstGeom>
                  <a:solidFill>
                    <a:srgbClr val="1E1E1E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/>
                  </a:p>
                </p:txBody>
              </p:sp>
              <p:sp>
                <p:nvSpPr>
                  <p:cNvPr id="308" name="Rectangle 65">
                    <a:extLst>
                      <a:ext uri="{FF2B5EF4-FFF2-40B4-BE49-F238E27FC236}">
                        <a16:creationId xmlns:a16="http://schemas.microsoft.com/office/drawing/2014/main" id="{B9864CBE-2DC4-411E-848F-9A65A2454D4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973403" y="6679599"/>
                    <a:ext cx="30680" cy="76700"/>
                  </a:xfrm>
                  <a:prstGeom prst="rect">
                    <a:avLst/>
                  </a:prstGeom>
                  <a:solidFill>
                    <a:srgbClr val="FFCF58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/>
                  </a:p>
                </p:txBody>
              </p:sp>
              <p:sp>
                <p:nvSpPr>
                  <p:cNvPr id="309" name="Rectangle 66">
                    <a:extLst>
                      <a:ext uri="{FF2B5EF4-FFF2-40B4-BE49-F238E27FC236}">
                        <a16:creationId xmlns:a16="http://schemas.microsoft.com/office/drawing/2014/main" id="{48CF6E92-9BF6-4177-9217-4BB54E08D75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027094" y="6656588"/>
                    <a:ext cx="30680" cy="99711"/>
                  </a:xfrm>
                  <a:prstGeom prst="rect">
                    <a:avLst/>
                  </a:prstGeom>
                  <a:solidFill>
                    <a:srgbClr val="FFCF58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/>
                  </a:p>
                </p:txBody>
              </p:sp>
              <p:sp>
                <p:nvSpPr>
                  <p:cNvPr id="310" name="Rectangle 67">
                    <a:extLst>
                      <a:ext uri="{FF2B5EF4-FFF2-40B4-BE49-F238E27FC236}">
                        <a16:creationId xmlns:a16="http://schemas.microsoft.com/office/drawing/2014/main" id="{DB5E564C-721C-4FCC-8006-4119ECC983E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080786" y="6631021"/>
                    <a:ext cx="30680" cy="125278"/>
                  </a:xfrm>
                  <a:prstGeom prst="rect">
                    <a:avLst/>
                  </a:prstGeom>
                  <a:solidFill>
                    <a:srgbClr val="FFCF58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/>
                  </a:p>
                </p:txBody>
              </p:sp>
            </p:grpSp>
          </p:grpSp>
          <p:grpSp>
            <p:nvGrpSpPr>
              <p:cNvPr id="298" name="그룹 297">
                <a:extLst>
                  <a:ext uri="{FF2B5EF4-FFF2-40B4-BE49-F238E27FC236}">
                    <a16:creationId xmlns:a16="http://schemas.microsoft.com/office/drawing/2014/main" id="{B31239A8-1B4B-4135-9E80-FC89A4B24ECC}"/>
                  </a:ext>
                </a:extLst>
              </p:cNvPr>
              <p:cNvGrpSpPr/>
              <p:nvPr/>
            </p:nvGrpSpPr>
            <p:grpSpPr>
              <a:xfrm>
                <a:off x="1781536" y="5022842"/>
                <a:ext cx="207802" cy="207800"/>
                <a:chOff x="1482240" y="5709084"/>
                <a:chExt cx="182564" cy="182563"/>
              </a:xfrm>
            </p:grpSpPr>
            <p:sp>
              <p:nvSpPr>
                <p:cNvPr id="299" name="Freeform 68">
                  <a:extLst>
                    <a:ext uri="{FF2B5EF4-FFF2-40B4-BE49-F238E27FC236}">
                      <a16:creationId xmlns:a16="http://schemas.microsoft.com/office/drawing/2014/main" id="{56DCA162-CC74-47A2-B12D-EFFF6AFC4E77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485415" y="5713846"/>
                  <a:ext cx="174627" cy="174626"/>
                </a:xfrm>
                <a:custGeom>
                  <a:avLst/>
                  <a:gdLst>
                    <a:gd name="T0" fmla="*/ 132 w 132"/>
                    <a:gd name="T1" fmla="*/ 74 h 132"/>
                    <a:gd name="T2" fmla="*/ 132 w 132"/>
                    <a:gd name="T3" fmla="*/ 56 h 132"/>
                    <a:gd name="T4" fmla="*/ 122 w 132"/>
                    <a:gd name="T5" fmla="*/ 56 h 132"/>
                    <a:gd name="T6" fmla="*/ 119 w 132"/>
                    <a:gd name="T7" fmla="*/ 46 h 132"/>
                    <a:gd name="T8" fmla="*/ 128 w 132"/>
                    <a:gd name="T9" fmla="*/ 41 h 132"/>
                    <a:gd name="T10" fmla="*/ 119 w 132"/>
                    <a:gd name="T11" fmla="*/ 26 h 132"/>
                    <a:gd name="T12" fmla="*/ 111 w 132"/>
                    <a:gd name="T13" fmla="*/ 30 h 132"/>
                    <a:gd name="T14" fmla="*/ 103 w 132"/>
                    <a:gd name="T15" fmla="*/ 22 h 132"/>
                    <a:gd name="T16" fmla="*/ 108 w 132"/>
                    <a:gd name="T17" fmla="*/ 13 h 132"/>
                    <a:gd name="T18" fmla="*/ 93 w 132"/>
                    <a:gd name="T19" fmla="*/ 4 h 132"/>
                    <a:gd name="T20" fmla="*/ 88 w 132"/>
                    <a:gd name="T21" fmla="*/ 13 h 132"/>
                    <a:gd name="T22" fmla="*/ 75 w 132"/>
                    <a:gd name="T23" fmla="*/ 9 h 132"/>
                    <a:gd name="T24" fmla="*/ 75 w 132"/>
                    <a:gd name="T25" fmla="*/ 0 h 132"/>
                    <a:gd name="T26" fmla="*/ 57 w 132"/>
                    <a:gd name="T27" fmla="*/ 0 h 132"/>
                    <a:gd name="T28" fmla="*/ 57 w 132"/>
                    <a:gd name="T29" fmla="*/ 9 h 132"/>
                    <a:gd name="T30" fmla="*/ 43 w 132"/>
                    <a:gd name="T31" fmla="*/ 13 h 132"/>
                    <a:gd name="T32" fmla="*/ 38 w 132"/>
                    <a:gd name="T33" fmla="*/ 4 h 132"/>
                    <a:gd name="T34" fmla="*/ 23 w 132"/>
                    <a:gd name="T35" fmla="*/ 14 h 132"/>
                    <a:gd name="T36" fmla="*/ 28 w 132"/>
                    <a:gd name="T37" fmla="*/ 23 h 132"/>
                    <a:gd name="T38" fmla="*/ 21 w 132"/>
                    <a:gd name="T39" fmla="*/ 31 h 132"/>
                    <a:gd name="T40" fmla="*/ 12 w 132"/>
                    <a:gd name="T41" fmla="*/ 26 h 132"/>
                    <a:gd name="T42" fmla="*/ 4 w 132"/>
                    <a:gd name="T43" fmla="*/ 41 h 132"/>
                    <a:gd name="T44" fmla="*/ 13 w 132"/>
                    <a:gd name="T45" fmla="*/ 46 h 132"/>
                    <a:gd name="T46" fmla="*/ 10 w 132"/>
                    <a:gd name="T47" fmla="*/ 56 h 132"/>
                    <a:gd name="T48" fmla="*/ 0 w 132"/>
                    <a:gd name="T49" fmla="*/ 56 h 132"/>
                    <a:gd name="T50" fmla="*/ 0 w 132"/>
                    <a:gd name="T51" fmla="*/ 74 h 132"/>
                    <a:gd name="T52" fmla="*/ 10 w 132"/>
                    <a:gd name="T53" fmla="*/ 74 h 132"/>
                    <a:gd name="T54" fmla="*/ 13 w 132"/>
                    <a:gd name="T55" fmla="*/ 85 h 132"/>
                    <a:gd name="T56" fmla="*/ 4 w 132"/>
                    <a:gd name="T57" fmla="*/ 90 h 132"/>
                    <a:gd name="T58" fmla="*/ 12 w 132"/>
                    <a:gd name="T59" fmla="*/ 105 h 132"/>
                    <a:gd name="T60" fmla="*/ 22 w 132"/>
                    <a:gd name="T61" fmla="*/ 100 h 132"/>
                    <a:gd name="T62" fmla="*/ 29 w 132"/>
                    <a:gd name="T63" fmla="*/ 108 h 132"/>
                    <a:gd name="T64" fmla="*/ 24 w 132"/>
                    <a:gd name="T65" fmla="*/ 117 h 132"/>
                    <a:gd name="T66" fmla="*/ 39 w 132"/>
                    <a:gd name="T67" fmla="*/ 126 h 132"/>
                    <a:gd name="T68" fmla="*/ 44 w 132"/>
                    <a:gd name="T69" fmla="*/ 117 h 132"/>
                    <a:gd name="T70" fmla="*/ 57 w 132"/>
                    <a:gd name="T71" fmla="*/ 121 h 132"/>
                    <a:gd name="T72" fmla="*/ 57 w 132"/>
                    <a:gd name="T73" fmla="*/ 132 h 132"/>
                    <a:gd name="T74" fmla="*/ 75 w 132"/>
                    <a:gd name="T75" fmla="*/ 132 h 132"/>
                    <a:gd name="T76" fmla="*/ 75 w 132"/>
                    <a:gd name="T77" fmla="*/ 121 h 132"/>
                    <a:gd name="T78" fmla="*/ 88 w 132"/>
                    <a:gd name="T79" fmla="*/ 117 h 132"/>
                    <a:gd name="T80" fmla="*/ 93 w 132"/>
                    <a:gd name="T81" fmla="*/ 126 h 132"/>
                    <a:gd name="T82" fmla="*/ 108 w 132"/>
                    <a:gd name="T83" fmla="*/ 116 h 132"/>
                    <a:gd name="T84" fmla="*/ 103 w 132"/>
                    <a:gd name="T85" fmla="*/ 108 h 132"/>
                    <a:gd name="T86" fmla="*/ 110 w 132"/>
                    <a:gd name="T87" fmla="*/ 100 h 132"/>
                    <a:gd name="T88" fmla="*/ 119 w 132"/>
                    <a:gd name="T89" fmla="*/ 105 h 132"/>
                    <a:gd name="T90" fmla="*/ 128 w 132"/>
                    <a:gd name="T91" fmla="*/ 90 h 132"/>
                    <a:gd name="T92" fmla="*/ 119 w 132"/>
                    <a:gd name="T93" fmla="*/ 85 h 132"/>
                    <a:gd name="T94" fmla="*/ 122 w 132"/>
                    <a:gd name="T95" fmla="*/ 74 h 132"/>
                    <a:gd name="T96" fmla="*/ 132 w 132"/>
                    <a:gd name="T97" fmla="*/ 74 h 132"/>
                    <a:gd name="T98" fmla="*/ 36 w 132"/>
                    <a:gd name="T99" fmla="*/ 66 h 132"/>
                    <a:gd name="T100" fmla="*/ 66 w 132"/>
                    <a:gd name="T101" fmla="*/ 36 h 132"/>
                    <a:gd name="T102" fmla="*/ 95 w 132"/>
                    <a:gd name="T103" fmla="*/ 66 h 132"/>
                    <a:gd name="T104" fmla="*/ 66 w 132"/>
                    <a:gd name="T105" fmla="*/ 96 h 132"/>
                    <a:gd name="T106" fmla="*/ 36 w 132"/>
                    <a:gd name="T107" fmla="*/ 66 h 1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</a:cxnLst>
                  <a:rect l="0" t="0" r="r" b="b"/>
                  <a:pathLst>
                    <a:path w="132" h="132">
                      <a:moveTo>
                        <a:pt x="132" y="74"/>
                      </a:moveTo>
                      <a:cubicBezTo>
                        <a:pt x="132" y="56"/>
                        <a:pt x="132" y="56"/>
                        <a:pt x="132" y="56"/>
                      </a:cubicBezTo>
                      <a:cubicBezTo>
                        <a:pt x="122" y="56"/>
                        <a:pt x="122" y="56"/>
                        <a:pt x="122" y="56"/>
                      </a:cubicBezTo>
                      <a:cubicBezTo>
                        <a:pt x="121" y="52"/>
                        <a:pt x="121" y="49"/>
                        <a:pt x="119" y="46"/>
                      </a:cubicBezTo>
                      <a:cubicBezTo>
                        <a:pt x="128" y="41"/>
                        <a:pt x="128" y="41"/>
                        <a:pt x="128" y="41"/>
                      </a:cubicBezTo>
                      <a:cubicBezTo>
                        <a:pt x="119" y="26"/>
                        <a:pt x="119" y="26"/>
                        <a:pt x="119" y="26"/>
                      </a:cubicBezTo>
                      <a:cubicBezTo>
                        <a:pt x="111" y="30"/>
                        <a:pt x="111" y="30"/>
                        <a:pt x="111" y="30"/>
                      </a:cubicBezTo>
                      <a:cubicBezTo>
                        <a:pt x="108" y="27"/>
                        <a:pt x="106" y="24"/>
                        <a:pt x="103" y="22"/>
                      </a:cubicBezTo>
                      <a:cubicBezTo>
                        <a:pt x="108" y="13"/>
                        <a:pt x="108" y="13"/>
                        <a:pt x="108" y="13"/>
                      </a:cubicBezTo>
                      <a:cubicBezTo>
                        <a:pt x="93" y="4"/>
                        <a:pt x="93" y="4"/>
                        <a:pt x="93" y="4"/>
                      </a:cubicBezTo>
                      <a:cubicBezTo>
                        <a:pt x="88" y="13"/>
                        <a:pt x="88" y="13"/>
                        <a:pt x="88" y="13"/>
                      </a:cubicBezTo>
                      <a:cubicBezTo>
                        <a:pt x="84" y="11"/>
                        <a:pt x="79" y="10"/>
                        <a:pt x="75" y="9"/>
                      </a:cubicBezTo>
                      <a:cubicBezTo>
                        <a:pt x="75" y="0"/>
                        <a:pt x="75" y="0"/>
                        <a:pt x="75" y="0"/>
                      </a:cubicBezTo>
                      <a:cubicBezTo>
                        <a:pt x="57" y="0"/>
                        <a:pt x="57" y="0"/>
                        <a:pt x="57" y="0"/>
                      </a:cubicBezTo>
                      <a:cubicBezTo>
                        <a:pt x="57" y="9"/>
                        <a:pt x="57" y="9"/>
                        <a:pt x="57" y="9"/>
                      </a:cubicBezTo>
                      <a:cubicBezTo>
                        <a:pt x="52" y="10"/>
                        <a:pt x="48" y="11"/>
                        <a:pt x="43" y="13"/>
                      </a:cubicBezTo>
                      <a:cubicBezTo>
                        <a:pt x="38" y="4"/>
                        <a:pt x="38" y="4"/>
                        <a:pt x="38" y="4"/>
                      </a:cubicBezTo>
                      <a:cubicBezTo>
                        <a:pt x="23" y="14"/>
                        <a:pt x="23" y="14"/>
                        <a:pt x="23" y="14"/>
                      </a:cubicBezTo>
                      <a:cubicBezTo>
                        <a:pt x="28" y="23"/>
                        <a:pt x="28" y="23"/>
                        <a:pt x="28" y="23"/>
                      </a:cubicBezTo>
                      <a:cubicBezTo>
                        <a:pt x="26" y="25"/>
                        <a:pt x="23" y="28"/>
                        <a:pt x="21" y="31"/>
                      </a:cubicBezTo>
                      <a:cubicBezTo>
                        <a:pt x="12" y="26"/>
                        <a:pt x="12" y="26"/>
                        <a:pt x="12" y="26"/>
                      </a:cubicBezTo>
                      <a:cubicBezTo>
                        <a:pt x="4" y="41"/>
                        <a:pt x="4" y="41"/>
                        <a:pt x="4" y="41"/>
                      </a:cubicBezTo>
                      <a:cubicBezTo>
                        <a:pt x="13" y="46"/>
                        <a:pt x="13" y="46"/>
                        <a:pt x="13" y="46"/>
                      </a:cubicBezTo>
                      <a:cubicBezTo>
                        <a:pt x="12" y="49"/>
                        <a:pt x="11" y="53"/>
                        <a:pt x="10" y="56"/>
                      </a:cubicBezTo>
                      <a:cubicBezTo>
                        <a:pt x="0" y="56"/>
                        <a:pt x="0" y="56"/>
                        <a:pt x="0" y="56"/>
                      </a:cubicBezTo>
                      <a:cubicBezTo>
                        <a:pt x="0" y="74"/>
                        <a:pt x="0" y="74"/>
                        <a:pt x="0" y="74"/>
                      </a:cubicBezTo>
                      <a:cubicBezTo>
                        <a:pt x="10" y="74"/>
                        <a:pt x="10" y="74"/>
                        <a:pt x="10" y="74"/>
                      </a:cubicBezTo>
                      <a:cubicBezTo>
                        <a:pt x="11" y="77"/>
                        <a:pt x="12" y="81"/>
                        <a:pt x="13" y="85"/>
                      </a:cubicBezTo>
                      <a:cubicBezTo>
                        <a:pt x="4" y="90"/>
                        <a:pt x="4" y="90"/>
                        <a:pt x="4" y="90"/>
                      </a:cubicBezTo>
                      <a:cubicBezTo>
                        <a:pt x="12" y="105"/>
                        <a:pt x="12" y="105"/>
                        <a:pt x="12" y="105"/>
                      </a:cubicBezTo>
                      <a:cubicBezTo>
                        <a:pt x="22" y="100"/>
                        <a:pt x="22" y="100"/>
                        <a:pt x="22" y="100"/>
                      </a:cubicBezTo>
                      <a:cubicBezTo>
                        <a:pt x="24" y="103"/>
                        <a:pt x="26" y="106"/>
                        <a:pt x="29" y="108"/>
                      </a:cubicBezTo>
                      <a:cubicBezTo>
                        <a:pt x="24" y="117"/>
                        <a:pt x="24" y="117"/>
                        <a:pt x="24" y="117"/>
                      </a:cubicBezTo>
                      <a:cubicBezTo>
                        <a:pt x="39" y="126"/>
                        <a:pt x="39" y="126"/>
                        <a:pt x="39" y="126"/>
                      </a:cubicBezTo>
                      <a:cubicBezTo>
                        <a:pt x="44" y="117"/>
                        <a:pt x="44" y="117"/>
                        <a:pt x="44" y="117"/>
                      </a:cubicBezTo>
                      <a:cubicBezTo>
                        <a:pt x="48" y="119"/>
                        <a:pt x="53" y="120"/>
                        <a:pt x="57" y="121"/>
                      </a:cubicBezTo>
                      <a:cubicBezTo>
                        <a:pt x="57" y="132"/>
                        <a:pt x="57" y="132"/>
                        <a:pt x="57" y="132"/>
                      </a:cubicBezTo>
                      <a:cubicBezTo>
                        <a:pt x="75" y="132"/>
                        <a:pt x="75" y="132"/>
                        <a:pt x="75" y="132"/>
                      </a:cubicBezTo>
                      <a:cubicBezTo>
                        <a:pt x="75" y="121"/>
                        <a:pt x="75" y="121"/>
                        <a:pt x="75" y="121"/>
                      </a:cubicBezTo>
                      <a:cubicBezTo>
                        <a:pt x="79" y="120"/>
                        <a:pt x="84" y="119"/>
                        <a:pt x="88" y="117"/>
                      </a:cubicBezTo>
                      <a:cubicBezTo>
                        <a:pt x="93" y="126"/>
                        <a:pt x="93" y="126"/>
                        <a:pt x="93" y="126"/>
                      </a:cubicBezTo>
                      <a:cubicBezTo>
                        <a:pt x="108" y="116"/>
                        <a:pt x="108" y="116"/>
                        <a:pt x="108" y="116"/>
                      </a:cubicBezTo>
                      <a:cubicBezTo>
                        <a:pt x="103" y="108"/>
                        <a:pt x="103" y="108"/>
                        <a:pt x="103" y="108"/>
                      </a:cubicBezTo>
                      <a:cubicBezTo>
                        <a:pt x="105" y="106"/>
                        <a:pt x="108" y="103"/>
                        <a:pt x="110" y="100"/>
                      </a:cubicBezTo>
                      <a:cubicBezTo>
                        <a:pt x="119" y="105"/>
                        <a:pt x="119" y="105"/>
                        <a:pt x="119" y="105"/>
                      </a:cubicBezTo>
                      <a:cubicBezTo>
                        <a:pt x="128" y="90"/>
                        <a:pt x="128" y="90"/>
                        <a:pt x="128" y="90"/>
                      </a:cubicBezTo>
                      <a:cubicBezTo>
                        <a:pt x="119" y="85"/>
                        <a:pt x="119" y="85"/>
                        <a:pt x="119" y="85"/>
                      </a:cubicBezTo>
                      <a:cubicBezTo>
                        <a:pt x="120" y="82"/>
                        <a:pt x="121" y="78"/>
                        <a:pt x="122" y="74"/>
                      </a:cubicBezTo>
                      <a:lnTo>
                        <a:pt x="132" y="74"/>
                      </a:lnTo>
                      <a:close/>
                      <a:moveTo>
                        <a:pt x="36" y="66"/>
                      </a:moveTo>
                      <a:cubicBezTo>
                        <a:pt x="36" y="49"/>
                        <a:pt x="49" y="36"/>
                        <a:pt x="66" y="36"/>
                      </a:cubicBezTo>
                      <a:cubicBezTo>
                        <a:pt x="82" y="36"/>
                        <a:pt x="95" y="49"/>
                        <a:pt x="95" y="66"/>
                      </a:cubicBezTo>
                      <a:cubicBezTo>
                        <a:pt x="95" y="82"/>
                        <a:pt x="82" y="96"/>
                        <a:pt x="66" y="96"/>
                      </a:cubicBezTo>
                      <a:cubicBezTo>
                        <a:pt x="49" y="96"/>
                        <a:pt x="36" y="82"/>
                        <a:pt x="36" y="66"/>
                      </a:cubicBezTo>
                      <a:close/>
                    </a:path>
                  </a:pathLst>
                </a:custGeom>
                <a:solidFill>
                  <a:srgbClr val="FFC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300" name="Freeform 69">
                  <a:extLst>
                    <a:ext uri="{FF2B5EF4-FFF2-40B4-BE49-F238E27FC236}">
                      <a16:creationId xmlns:a16="http://schemas.microsoft.com/office/drawing/2014/main" id="{4D78CE36-897C-416D-BD47-C58CE11A65A0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482240" y="5709084"/>
                  <a:ext cx="182564" cy="182563"/>
                </a:xfrm>
                <a:custGeom>
                  <a:avLst/>
                  <a:gdLst>
                    <a:gd name="T0" fmla="*/ 57 w 138"/>
                    <a:gd name="T1" fmla="*/ 135 h 138"/>
                    <a:gd name="T2" fmla="*/ 44 w 138"/>
                    <a:gd name="T3" fmla="*/ 130 h 138"/>
                    <a:gd name="T4" fmla="*/ 25 w 138"/>
                    <a:gd name="T5" fmla="*/ 122 h 138"/>
                    <a:gd name="T6" fmla="*/ 24 w 138"/>
                    <a:gd name="T7" fmla="*/ 107 h 138"/>
                    <a:gd name="T8" fmla="*/ 13 w 138"/>
                    <a:gd name="T9" fmla="*/ 110 h 138"/>
                    <a:gd name="T10" fmla="*/ 13 w 138"/>
                    <a:gd name="T11" fmla="*/ 86 h 138"/>
                    <a:gd name="T12" fmla="*/ 0 w 138"/>
                    <a:gd name="T13" fmla="*/ 77 h 138"/>
                    <a:gd name="T14" fmla="*/ 11 w 138"/>
                    <a:gd name="T15" fmla="*/ 56 h 138"/>
                    <a:gd name="T16" fmla="*/ 4 w 138"/>
                    <a:gd name="T17" fmla="*/ 43 h 138"/>
                    <a:gd name="T18" fmla="*/ 23 w 138"/>
                    <a:gd name="T19" fmla="*/ 30 h 138"/>
                    <a:gd name="T20" fmla="*/ 24 w 138"/>
                    <a:gd name="T21" fmla="*/ 14 h 138"/>
                    <a:gd name="T22" fmla="*/ 47 w 138"/>
                    <a:gd name="T23" fmla="*/ 13 h 138"/>
                    <a:gd name="T24" fmla="*/ 60 w 138"/>
                    <a:gd name="T25" fmla="*/ 0 h 138"/>
                    <a:gd name="T26" fmla="*/ 80 w 138"/>
                    <a:gd name="T27" fmla="*/ 10 h 138"/>
                    <a:gd name="T28" fmla="*/ 97 w 138"/>
                    <a:gd name="T29" fmla="*/ 5 h 138"/>
                    <a:gd name="T30" fmla="*/ 109 w 138"/>
                    <a:gd name="T31" fmla="*/ 24 h 138"/>
                    <a:gd name="T32" fmla="*/ 124 w 138"/>
                    <a:gd name="T33" fmla="*/ 28 h 138"/>
                    <a:gd name="T34" fmla="*/ 126 w 138"/>
                    <a:gd name="T35" fmla="*/ 50 h 138"/>
                    <a:gd name="T36" fmla="*/ 138 w 138"/>
                    <a:gd name="T37" fmla="*/ 59 h 138"/>
                    <a:gd name="T38" fmla="*/ 127 w 138"/>
                    <a:gd name="T39" fmla="*/ 79 h 138"/>
                    <a:gd name="T40" fmla="*/ 133 w 138"/>
                    <a:gd name="T41" fmla="*/ 94 h 138"/>
                    <a:gd name="T42" fmla="*/ 121 w 138"/>
                    <a:gd name="T43" fmla="*/ 111 h 138"/>
                    <a:gd name="T44" fmla="*/ 113 w 138"/>
                    <a:gd name="T45" fmla="*/ 118 h 138"/>
                    <a:gd name="T46" fmla="*/ 97 w 138"/>
                    <a:gd name="T47" fmla="*/ 131 h 138"/>
                    <a:gd name="T48" fmla="*/ 80 w 138"/>
                    <a:gd name="T49" fmla="*/ 126 h 138"/>
                    <a:gd name="T50" fmla="*/ 63 w 138"/>
                    <a:gd name="T51" fmla="*/ 132 h 138"/>
                    <a:gd name="T52" fmla="*/ 77 w 138"/>
                    <a:gd name="T53" fmla="*/ 121 h 138"/>
                    <a:gd name="T54" fmla="*/ 97 w 138"/>
                    <a:gd name="T55" fmla="*/ 125 h 138"/>
                    <a:gd name="T56" fmla="*/ 104 w 138"/>
                    <a:gd name="T57" fmla="*/ 109 h 138"/>
                    <a:gd name="T58" fmla="*/ 121 w 138"/>
                    <a:gd name="T59" fmla="*/ 105 h 138"/>
                    <a:gd name="T60" fmla="*/ 119 w 138"/>
                    <a:gd name="T61" fmla="*/ 87 h 138"/>
                    <a:gd name="T62" fmla="*/ 132 w 138"/>
                    <a:gd name="T63" fmla="*/ 74 h 138"/>
                    <a:gd name="T64" fmla="*/ 122 w 138"/>
                    <a:gd name="T65" fmla="*/ 59 h 138"/>
                    <a:gd name="T66" fmla="*/ 127 w 138"/>
                    <a:gd name="T67" fmla="*/ 43 h 138"/>
                    <a:gd name="T68" fmla="*/ 112 w 138"/>
                    <a:gd name="T69" fmla="*/ 35 h 138"/>
                    <a:gd name="T70" fmla="*/ 107 w 138"/>
                    <a:gd name="T71" fmla="*/ 17 h 138"/>
                    <a:gd name="T72" fmla="*/ 90 w 138"/>
                    <a:gd name="T73" fmla="*/ 18 h 138"/>
                    <a:gd name="T74" fmla="*/ 75 w 138"/>
                    <a:gd name="T75" fmla="*/ 6 h 138"/>
                    <a:gd name="T76" fmla="*/ 60 w 138"/>
                    <a:gd name="T77" fmla="*/ 15 h 138"/>
                    <a:gd name="T78" fmla="*/ 40 w 138"/>
                    <a:gd name="T79" fmla="*/ 11 h 138"/>
                    <a:gd name="T80" fmla="*/ 33 w 138"/>
                    <a:gd name="T81" fmla="*/ 28 h 138"/>
                    <a:gd name="T82" fmla="*/ 16 w 138"/>
                    <a:gd name="T83" fmla="*/ 33 h 138"/>
                    <a:gd name="T84" fmla="*/ 18 w 138"/>
                    <a:gd name="T85" fmla="*/ 50 h 138"/>
                    <a:gd name="T86" fmla="*/ 6 w 138"/>
                    <a:gd name="T87" fmla="*/ 62 h 138"/>
                    <a:gd name="T88" fmla="*/ 16 w 138"/>
                    <a:gd name="T89" fmla="*/ 76 h 138"/>
                    <a:gd name="T90" fmla="*/ 10 w 138"/>
                    <a:gd name="T91" fmla="*/ 94 h 138"/>
                    <a:gd name="T92" fmla="*/ 27 w 138"/>
                    <a:gd name="T93" fmla="*/ 101 h 138"/>
                    <a:gd name="T94" fmla="*/ 31 w 138"/>
                    <a:gd name="T95" fmla="*/ 119 h 138"/>
                    <a:gd name="T96" fmla="*/ 48 w 138"/>
                    <a:gd name="T97" fmla="*/ 118 h 138"/>
                    <a:gd name="T98" fmla="*/ 63 w 138"/>
                    <a:gd name="T99" fmla="*/ 132 h 138"/>
                    <a:gd name="T100" fmla="*/ 69 w 138"/>
                    <a:gd name="T101" fmla="*/ 36 h 138"/>
                    <a:gd name="T102" fmla="*/ 69 w 138"/>
                    <a:gd name="T103" fmla="*/ 42 h 138"/>
                    <a:gd name="T104" fmla="*/ 96 w 138"/>
                    <a:gd name="T105" fmla="*/ 69 h 1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</a:cxnLst>
                  <a:rect l="0" t="0" r="r" b="b"/>
                  <a:pathLst>
                    <a:path w="138" h="138">
                      <a:moveTo>
                        <a:pt x="78" y="138"/>
                      </a:moveTo>
                      <a:cubicBezTo>
                        <a:pt x="60" y="138"/>
                        <a:pt x="60" y="138"/>
                        <a:pt x="60" y="138"/>
                      </a:cubicBezTo>
                      <a:cubicBezTo>
                        <a:pt x="58" y="138"/>
                        <a:pt x="57" y="136"/>
                        <a:pt x="57" y="135"/>
                      </a:cubicBezTo>
                      <a:cubicBezTo>
                        <a:pt x="57" y="126"/>
                        <a:pt x="57" y="126"/>
                        <a:pt x="57" y="126"/>
                      </a:cubicBezTo>
                      <a:cubicBezTo>
                        <a:pt x="54" y="126"/>
                        <a:pt x="51" y="125"/>
                        <a:pt x="48" y="124"/>
                      </a:cubicBezTo>
                      <a:cubicBezTo>
                        <a:pt x="44" y="130"/>
                        <a:pt x="44" y="130"/>
                        <a:pt x="44" y="130"/>
                      </a:cubicBezTo>
                      <a:cubicBezTo>
                        <a:pt x="44" y="131"/>
                        <a:pt x="43" y="131"/>
                        <a:pt x="42" y="132"/>
                      </a:cubicBezTo>
                      <a:cubicBezTo>
                        <a:pt x="42" y="132"/>
                        <a:pt x="41" y="132"/>
                        <a:pt x="40" y="131"/>
                      </a:cubicBezTo>
                      <a:cubicBezTo>
                        <a:pt x="25" y="122"/>
                        <a:pt x="25" y="122"/>
                        <a:pt x="25" y="122"/>
                      </a:cubicBezTo>
                      <a:cubicBezTo>
                        <a:pt x="24" y="121"/>
                        <a:pt x="24" y="120"/>
                        <a:pt x="24" y="118"/>
                      </a:cubicBezTo>
                      <a:cubicBezTo>
                        <a:pt x="29" y="111"/>
                        <a:pt x="29" y="111"/>
                        <a:pt x="29" y="111"/>
                      </a:cubicBezTo>
                      <a:cubicBezTo>
                        <a:pt x="27" y="110"/>
                        <a:pt x="25" y="108"/>
                        <a:pt x="24" y="107"/>
                      </a:cubicBezTo>
                      <a:cubicBezTo>
                        <a:pt x="16" y="111"/>
                        <a:pt x="16" y="111"/>
                        <a:pt x="16" y="111"/>
                      </a:cubicBezTo>
                      <a:cubicBezTo>
                        <a:pt x="16" y="111"/>
                        <a:pt x="15" y="111"/>
                        <a:pt x="14" y="111"/>
                      </a:cubicBezTo>
                      <a:cubicBezTo>
                        <a:pt x="14" y="111"/>
                        <a:pt x="13" y="110"/>
                        <a:pt x="13" y="110"/>
                      </a:cubicBezTo>
                      <a:cubicBezTo>
                        <a:pt x="4" y="94"/>
                        <a:pt x="4" y="94"/>
                        <a:pt x="4" y="94"/>
                      </a:cubicBezTo>
                      <a:cubicBezTo>
                        <a:pt x="3" y="93"/>
                        <a:pt x="4" y="91"/>
                        <a:pt x="5" y="91"/>
                      </a:cubicBezTo>
                      <a:cubicBezTo>
                        <a:pt x="13" y="86"/>
                        <a:pt x="13" y="86"/>
                        <a:pt x="13" y="86"/>
                      </a:cubicBezTo>
                      <a:cubicBezTo>
                        <a:pt x="12" y="84"/>
                        <a:pt x="11" y="82"/>
                        <a:pt x="11" y="79"/>
                      </a:cubicBezTo>
                      <a:cubicBezTo>
                        <a:pt x="3" y="79"/>
                        <a:pt x="3" y="79"/>
                        <a:pt x="3" y="79"/>
                      </a:cubicBezTo>
                      <a:cubicBezTo>
                        <a:pt x="1" y="79"/>
                        <a:pt x="0" y="78"/>
                        <a:pt x="0" y="77"/>
                      </a:cubicBezTo>
                      <a:cubicBezTo>
                        <a:pt x="0" y="59"/>
                        <a:pt x="0" y="59"/>
                        <a:pt x="0" y="59"/>
                      </a:cubicBezTo>
                      <a:cubicBezTo>
                        <a:pt x="0" y="57"/>
                        <a:pt x="1" y="56"/>
                        <a:pt x="3" y="56"/>
                      </a:cubicBezTo>
                      <a:cubicBezTo>
                        <a:pt x="11" y="56"/>
                        <a:pt x="11" y="56"/>
                        <a:pt x="11" y="56"/>
                      </a:cubicBezTo>
                      <a:cubicBezTo>
                        <a:pt x="11" y="54"/>
                        <a:pt x="12" y="52"/>
                        <a:pt x="12" y="51"/>
                      </a:cubicBezTo>
                      <a:cubicBezTo>
                        <a:pt x="5" y="47"/>
                        <a:pt x="5" y="47"/>
                        <a:pt x="5" y="47"/>
                      </a:cubicBezTo>
                      <a:cubicBezTo>
                        <a:pt x="4" y="46"/>
                        <a:pt x="3" y="44"/>
                        <a:pt x="4" y="43"/>
                      </a:cubicBezTo>
                      <a:cubicBezTo>
                        <a:pt x="13" y="28"/>
                        <a:pt x="13" y="28"/>
                        <a:pt x="13" y="28"/>
                      </a:cubicBezTo>
                      <a:cubicBezTo>
                        <a:pt x="13" y="26"/>
                        <a:pt x="15" y="26"/>
                        <a:pt x="16" y="27"/>
                      </a:cubicBezTo>
                      <a:cubicBezTo>
                        <a:pt x="23" y="30"/>
                        <a:pt x="23" y="30"/>
                        <a:pt x="23" y="30"/>
                      </a:cubicBezTo>
                      <a:cubicBezTo>
                        <a:pt x="25" y="29"/>
                        <a:pt x="26" y="27"/>
                        <a:pt x="28" y="25"/>
                      </a:cubicBezTo>
                      <a:cubicBezTo>
                        <a:pt x="23" y="18"/>
                        <a:pt x="23" y="18"/>
                        <a:pt x="23" y="18"/>
                      </a:cubicBezTo>
                      <a:cubicBezTo>
                        <a:pt x="23" y="17"/>
                        <a:pt x="23" y="15"/>
                        <a:pt x="24" y="14"/>
                      </a:cubicBezTo>
                      <a:cubicBezTo>
                        <a:pt x="39" y="5"/>
                        <a:pt x="39" y="5"/>
                        <a:pt x="39" y="5"/>
                      </a:cubicBezTo>
                      <a:cubicBezTo>
                        <a:pt x="40" y="4"/>
                        <a:pt x="42" y="5"/>
                        <a:pt x="43" y="6"/>
                      </a:cubicBezTo>
                      <a:cubicBezTo>
                        <a:pt x="47" y="13"/>
                        <a:pt x="47" y="13"/>
                        <a:pt x="47" y="13"/>
                      </a:cubicBezTo>
                      <a:cubicBezTo>
                        <a:pt x="50" y="12"/>
                        <a:pt x="54" y="11"/>
                        <a:pt x="57" y="10"/>
                      </a:cubicBezTo>
                      <a:cubicBezTo>
                        <a:pt x="57" y="3"/>
                        <a:pt x="57" y="3"/>
                        <a:pt x="57" y="3"/>
                      </a:cubicBezTo>
                      <a:cubicBezTo>
                        <a:pt x="57" y="1"/>
                        <a:pt x="58" y="0"/>
                        <a:pt x="60" y="0"/>
                      </a:cubicBezTo>
                      <a:cubicBezTo>
                        <a:pt x="78" y="0"/>
                        <a:pt x="78" y="0"/>
                        <a:pt x="78" y="0"/>
                      </a:cubicBezTo>
                      <a:cubicBezTo>
                        <a:pt x="79" y="0"/>
                        <a:pt x="80" y="1"/>
                        <a:pt x="80" y="3"/>
                      </a:cubicBezTo>
                      <a:cubicBezTo>
                        <a:pt x="80" y="10"/>
                        <a:pt x="80" y="10"/>
                        <a:pt x="80" y="10"/>
                      </a:cubicBezTo>
                      <a:cubicBezTo>
                        <a:pt x="84" y="10"/>
                        <a:pt x="87" y="11"/>
                        <a:pt x="90" y="12"/>
                      </a:cubicBezTo>
                      <a:cubicBezTo>
                        <a:pt x="94" y="6"/>
                        <a:pt x="94" y="6"/>
                        <a:pt x="94" y="6"/>
                      </a:cubicBezTo>
                      <a:cubicBezTo>
                        <a:pt x="94" y="4"/>
                        <a:pt x="96" y="4"/>
                        <a:pt x="97" y="5"/>
                      </a:cubicBezTo>
                      <a:cubicBezTo>
                        <a:pt x="112" y="14"/>
                        <a:pt x="112" y="14"/>
                        <a:pt x="112" y="14"/>
                      </a:cubicBezTo>
                      <a:cubicBezTo>
                        <a:pt x="114" y="15"/>
                        <a:pt x="114" y="17"/>
                        <a:pt x="113" y="18"/>
                      </a:cubicBezTo>
                      <a:cubicBezTo>
                        <a:pt x="109" y="24"/>
                        <a:pt x="109" y="24"/>
                        <a:pt x="109" y="24"/>
                      </a:cubicBezTo>
                      <a:cubicBezTo>
                        <a:pt x="111" y="26"/>
                        <a:pt x="113" y="28"/>
                        <a:pt x="115" y="30"/>
                      </a:cubicBezTo>
                      <a:cubicBezTo>
                        <a:pt x="121" y="27"/>
                        <a:pt x="121" y="27"/>
                        <a:pt x="121" y="27"/>
                      </a:cubicBezTo>
                      <a:cubicBezTo>
                        <a:pt x="122" y="26"/>
                        <a:pt x="124" y="26"/>
                        <a:pt x="124" y="28"/>
                      </a:cubicBezTo>
                      <a:cubicBezTo>
                        <a:pt x="133" y="43"/>
                        <a:pt x="133" y="43"/>
                        <a:pt x="133" y="43"/>
                      </a:cubicBezTo>
                      <a:cubicBezTo>
                        <a:pt x="134" y="44"/>
                        <a:pt x="133" y="46"/>
                        <a:pt x="132" y="47"/>
                      </a:cubicBezTo>
                      <a:cubicBezTo>
                        <a:pt x="126" y="50"/>
                        <a:pt x="126" y="50"/>
                        <a:pt x="126" y="50"/>
                      </a:cubicBezTo>
                      <a:cubicBezTo>
                        <a:pt x="126" y="52"/>
                        <a:pt x="127" y="54"/>
                        <a:pt x="127" y="56"/>
                      </a:cubicBezTo>
                      <a:cubicBezTo>
                        <a:pt x="135" y="56"/>
                        <a:pt x="135" y="56"/>
                        <a:pt x="135" y="56"/>
                      </a:cubicBezTo>
                      <a:cubicBezTo>
                        <a:pt x="136" y="56"/>
                        <a:pt x="138" y="57"/>
                        <a:pt x="138" y="59"/>
                      </a:cubicBezTo>
                      <a:cubicBezTo>
                        <a:pt x="138" y="77"/>
                        <a:pt x="138" y="77"/>
                        <a:pt x="138" y="77"/>
                      </a:cubicBezTo>
                      <a:cubicBezTo>
                        <a:pt x="138" y="78"/>
                        <a:pt x="136" y="79"/>
                        <a:pt x="135" y="79"/>
                      </a:cubicBezTo>
                      <a:cubicBezTo>
                        <a:pt x="127" y="79"/>
                        <a:pt x="127" y="79"/>
                        <a:pt x="127" y="79"/>
                      </a:cubicBezTo>
                      <a:cubicBezTo>
                        <a:pt x="127" y="82"/>
                        <a:pt x="126" y="84"/>
                        <a:pt x="125" y="87"/>
                      </a:cubicBezTo>
                      <a:cubicBezTo>
                        <a:pt x="132" y="91"/>
                        <a:pt x="132" y="91"/>
                        <a:pt x="132" y="91"/>
                      </a:cubicBezTo>
                      <a:cubicBezTo>
                        <a:pt x="133" y="91"/>
                        <a:pt x="134" y="93"/>
                        <a:pt x="133" y="94"/>
                      </a:cubicBezTo>
                      <a:cubicBezTo>
                        <a:pt x="124" y="110"/>
                        <a:pt x="124" y="110"/>
                        <a:pt x="124" y="110"/>
                      </a:cubicBezTo>
                      <a:cubicBezTo>
                        <a:pt x="124" y="110"/>
                        <a:pt x="123" y="111"/>
                        <a:pt x="123" y="111"/>
                      </a:cubicBezTo>
                      <a:cubicBezTo>
                        <a:pt x="122" y="111"/>
                        <a:pt x="121" y="111"/>
                        <a:pt x="121" y="111"/>
                      </a:cubicBezTo>
                      <a:cubicBezTo>
                        <a:pt x="114" y="107"/>
                        <a:pt x="114" y="107"/>
                        <a:pt x="114" y="107"/>
                      </a:cubicBezTo>
                      <a:cubicBezTo>
                        <a:pt x="112" y="109"/>
                        <a:pt x="111" y="110"/>
                        <a:pt x="109" y="112"/>
                      </a:cubicBezTo>
                      <a:cubicBezTo>
                        <a:pt x="113" y="118"/>
                        <a:pt x="113" y="118"/>
                        <a:pt x="113" y="118"/>
                      </a:cubicBezTo>
                      <a:cubicBezTo>
                        <a:pt x="114" y="118"/>
                        <a:pt x="114" y="119"/>
                        <a:pt x="113" y="120"/>
                      </a:cubicBezTo>
                      <a:cubicBezTo>
                        <a:pt x="113" y="121"/>
                        <a:pt x="113" y="121"/>
                        <a:pt x="112" y="122"/>
                      </a:cubicBezTo>
                      <a:cubicBezTo>
                        <a:pt x="97" y="131"/>
                        <a:pt x="97" y="131"/>
                        <a:pt x="97" y="131"/>
                      </a:cubicBezTo>
                      <a:cubicBezTo>
                        <a:pt x="96" y="132"/>
                        <a:pt x="94" y="131"/>
                        <a:pt x="93" y="130"/>
                      </a:cubicBezTo>
                      <a:cubicBezTo>
                        <a:pt x="90" y="124"/>
                        <a:pt x="90" y="124"/>
                        <a:pt x="90" y="124"/>
                      </a:cubicBezTo>
                      <a:cubicBezTo>
                        <a:pt x="87" y="125"/>
                        <a:pt x="84" y="126"/>
                        <a:pt x="80" y="126"/>
                      </a:cubicBezTo>
                      <a:cubicBezTo>
                        <a:pt x="80" y="135"/>
                        <a:pt x="80" y="135"/>
                        <a:pt x="80" y="135"/>
                      </a:cubicBezTo>
                      <a:cubicBezTo>
                        <a:pt x="80" y="136"/>
                        <a:pt x="79" y="138"/>
                        <a:pt x="78" y="138"/>
                      </a:cubicBezTo>
                      <a:close/>
                      <a:moveTo>
                        <a:pt x="63" y="132"/>
                      </a:moveTo>
                      <a:cubicBezTo>
                        <a:pt x="75" y="132"/>
                        <a:pt x="75" y="132"/>
                        <a:pt x="75" y="132"/>
                      </a:cubicBezTo>
                      <a:cubicBezTo>
                        <a:pt x="75" y="124"/>
                        <a:pt x="75" y="124"/>
                        <a:pt x="75" y="124"/>
                      </a:cubicBezTo>
                      <a:cubicBezTo>
                        <a:pt x="75" y="123"/>
                        <a:pt x="76" y="122"/>
                        <a:pt x="77" y="121"/>
                      </a:cubicBezTo>
                      <a:cubicBezTo>
                        <a:pt x="81" y="121"/>
                        <a:pt x="86" y="120"/>
                        <a:pt x="90" y="118"/>
                      </a:cubicBezTo>
                      <a:cubicBezTo>
                        <a:pt x="91" y="117"/>
                        <a:pt x="92" y="118"/>
                        <a:pt x="93" y="119"/>
                      </a:cubicBezTo>
                      <a:cubicBezTo>
                        <a:pt x="97" y="125"/>
                        <a:pt x="97" y="125"/>
                        <a:pt x="97" y="125"/>
                      </a:cubicBezTo>
                      <a:cubicBezTo>
                        <a:pt x="107" y="118"/>
                        <a:pt x="107" y="118"/>
                        <a:pt x="107" y="118"/>
                      </a:cubicBezTo>
                      <a:cubicBezTo>
                        <a:pt x="103" y="113"/>
                        <a:pt x="103" y="113"/>
                        <a:pt x="103" y="113"/>
                      </a:cubicBezTo>
                      <a:cubicBezTo>
                        <a:pt x="103" y="112"/>
                        <a:pt x="103" y="110"/>
                        <a:pt x="104" y="109"/>
                      </a:cubicBezTo>
                      <a:cubicBezTo>
                        <a:pt x="107" y="107"/>
                        <a:pt x="109" y="104"/>
                        <a:pt x="111" y="102"/>
                      </a:cubicBezTo>
                      <a:cubicBezTo>
                        <a:pt x="112" y="101"/>
                        <a:pt x="113" y="100"/>
                        <a:pt x="115" y="101"/>
                      </a:cubicBezTo>
                      <a:cubicBezTo>
                        <a:pt x="121" y="105"/>
                        <a:pt x="121" y="105"/>
                        <a:pt x="121" y="105"/>
                      </a:cubicBezTo>
                      <a:cubicBezTo>
                        <a:pt x="127" y="94"/>
                        <a:pt x="127" y="94"/>
                        <a:pt x="127" y="94"/>
                      </a:cubicBezTo>
                      <a:cubicBezTo>
                        <a:pt x="121" y="91"/>
                        <a:pt x="121" y="91"/>
                        <a:pt x="121" y="91"/>
                      </a:cubicBezTo>
                      <a:cubicBezTo>
                        <a:pt x="119" y="90"/>
                        <a:pt x="119" y="89"/>
                        <a:pt x="119" y="87"/>
                      </a:cubicBezTo>
                      <a:cubicBezTo>
                        <a:pt x="121" y="84"/>
                        <a:pt x="122" y="80"/>
                        <a:pt x="122" y="76"/>
                      </a:cubicBezTo>
                      <a:cubicBezTo>
                        <a:pt x="123" y="75"/>
                        <a:pt x="124" y="74"/>
                        <a:pt x="125" y="74"/>
                      </a:cubicBezTo>
                      <a:cubicBezTo>
                        <a:pt x="132" y="74"/>
                        <a:pt x="132" y="74"/>
                        <a:pt x="132" y="74"/>
                      </a:cubicBezTo>
                      <a:cubicBezTo>
                        <a:pt x="132" y="62"/>
                        <a:pt x="132" y="62"/>
                        <a:pt x="132" y="62"/>
                      </a:cubicBezTo>
                      <a:cubicBezTo>
                        <a:pt x="125" y="62"/>
                        <a:pt x="125" y="62"/>
                        <a:pt x="125" y="62"/>
                      </a:cubicBezTo>
                      <a:cubicBezTo>
                        <a:pt x="124" y="62"/>
                        <a:pt x="122" y="61"/>
                        <a:pt x="122" y="59"/>
                      </a:cubicBezTo>
                      <a:cubicBezTo>
                        <a:pt x="122" y="56"/>
                        <a:pt x="121" y="53"/>
                        <a:pt x="120" y="50"/>
                      </a:cubicBezTo>
                      <a:cubicBezTo>
                        <a:pt x="119" y="49"/>
                        <a:pt x="120" y="47"/>
                        <a:pt x="121" y="46"/>
                      </a:cubicBezTo>
                      <a:cubicBezTo>
                        <a:pt x="127" y="43"/>
                        <a:pt x="127" y="43"/>
                        <a:pt x="127" y="43"/>
                      </a:cubicBezTo>
                      <a:cubicBezTo>
                        <a:pt x="121" y="33"/>
                        <a:pt x="121" y="33"/>
                        <a:pt x="121" y="33"/>
                      </a:cubicBezTo>
                      <a:cubicBezTo>
                        <a:pt x="115" y="36"/>
                        <a:pt x="115" y="36"/>
                        <a:pt x="115" y="36"/>
                      </a:cubicBezTo>
                      <a:cubicBezTo>
                        <a:pt x="114" y="37"/>
                        <a:pt x="113" y="36"/>
                        <a:pt x="112" y="35"/>
                      </a:cubicBezTo>
                      <a:cubicBezTo>
                        <a:pt x="109" y="32"/>
                        <a:pt x="107" y="29"/>
                        <a:pt x="104" y="27"/>
                      </a:cubicBezTo>
                      <a:cubicBezTo>
                        <a:pt x="103" y="26"/>
                        <a:pt x="103" y="25"/>
                        <a:pt x="103" y="23"/>
                      </a:cubicBezTo>
                      <a:cubicBezTo>
                        <a:pt x="107" y="17"/>
                        <a:pt x="107" y="17"/>
                        <a:pt x="107" y="17"/>
                      </a:cubicBezTo>
                      <a:cubicBezTo>
                        <a:pt x="97" y="11"/>
                        <a:pt x="97" y="11"/>
                        <a:pt x="97" y="11"/>
                      </a:cubicBezTo>
                      <a:cubicBezTo>
                        <a:pt x="93" y="17"/>
                        <a:pt x="93" y="17"/>
                        <a:pt x="93" y="17"/>
                      </a:cubicBezTo>
                      <a:cubicBezTo>
                        <a:pt x="92" y="18"/>
                        <a:pt x="91" y="19"/>
                        <a:pt x="90" y="18"/>
                      </a:cubicBezTo>
                      <a:cubicBezTo>
                        <a:pt x="86" y="17"/>
                        <a:pt x="81" y="15"/>
                        <a:pt x="77" y="15"/>
                      </a:cubicBezTo>
                      <a:cubicBezTo>
                        <a:pt x="76" y="15"/>
                        <a:pt x="75" y="13"/>
                        <a:pt x="75" y="12"/>
                      </a:cubicBezTo>
                      <a:cubicBezTo>
                        <a:pt x="75" y="6"/>
                        <a:pt x="75" y="6"/>
                        <a:pt x="75" y="6"/>
                      </a:cubicBezTo>
                      <a:cubicBezTo>
                        <a:pt x="63" y="6"/>
                        <a:pt x="63" y="6"/>
                        <a:pt x="63" y="6"/>
                      </a:cubicBezTo>
                      <a:cubicBezTo>
                        <a:pt x="63" y="12"/>
                        <a:pt x="63" y="12"/>
                        <a:pt x="63" y="12"/>
                      </a:cubicBezTo>
                      <a:cubicBezTo>
                        <a:pt x="63" y="13"/>
                        <a:pt x="62" y="15"/>
                        <a:pt x="60" y="15"/>
                      </a:cubicBezTo>
                      <a:cubicBezTo>
                        <a:pt x="56" y="16"/>
                        <a:pt x="51" y="17"/>
                        <a:pt x="47" y="19"/>
                      </a:cubicBezTo>
                      <a:cubicBezTo>
                        <a:pt x="46" y="19"/>
                        <a:pt x="45" y="19"/>
                        <a:pt x="44" y="18"/>
                      </a:cubicBezTo>
                      <a:cubicBezTo>
                        <a:pt x="40" y="11"/>
                        <a:pt x="40" y="11"/>
                        <a:pt x="40" y="11"/>
                      </a:cubicBezTo>
                      <a:cubicBezTo>
                        <a:pt x="30" y="18"/>
                        <a:pt x="30" y="18"/>
                        <a:pt x="30" y="18"/>
                      </a:cubicBezTo>
                      <a:cubicBezTo>
                        <a:pt x="34" y="24"/>
                        <a:pt x="34" y="24"/>
                        <a:pt x="34" y="24"/>
                      </a:cubicBezTo>
                      <a:cubicBezTo>
                        <a:pt x="34" y="25"/>
                        <a:pt x="34" y="27"/>
                        <a:pt x="33" y="28"/>
                      </a:cubicBezTo>
                      <a:cubicBezTo>
                        <a:pt x="31" y="30"/>
                        <a:pt x="28" y="33"/>
                        <a:pt x="26" y="36"/>
                      </a:cubicBezTo>
                      <a:cubicBezTo>
                        <a:pt x="25" y="37"/>
                        <a:pt x="24" y="37"/>
                        <a:pt x="23" y="36"/>
                      </a:cubicBezTo>
                      <a:cubicBezTo>
                        <a:pt x="16" y="33"/>
                        <a:pt x="16" y="33"/>
                        <a:pt x="16" y="33"/>
                      </a:cubicBezTo>
                      <a:cubicBezTo>
                        <a:pt x="10" y="43"/>
                        <a:pt x="10" y="43"/>
                        <a:pt x="10" y="43"/>
                      </a:cubicBezTo>
                      <a:cubicBezTo>
                        <a:pt x="17" y="47"/>
                        <a:pt x="17" y="47"/>
                        <a:pt x="17" y="47"/>
                      </a:cubicBezTo>
                      <a:cubicBezTo>
                        <a:pt x="18" y="48"/>
                        <a:pt x="19" y="49"/>
                        <a:pt x="18" y="50"/>
                      </a:cubicBezTo>
                      <a:cubicBezTo>
                        <a:pt x="17" y="53"/>
                        <a:pt x="16" y="56"/>
                        <a:pt x="16" y="59"/>
                      </a:cubicBezTo>
                      <a:cubicBezTo>
                        <a:pt x="16" y="61"/>
                        <a:pt x="15" y="62"/>
                        <a:pt x="13" y="62"/>
                      </a:cubicBezTo>
                      <a:cubicBezTo>
                        <a:pt x="6" y="62"/>
                        <a:pt x="6" y="62"/>
                        <a:pt x="6" y="62"/>
                      </a:cubicBezTo>
                      <a:cubicBezTo>
                        <a:pt x="6" y="74"/>
                        <a:pt x="6" y="74"/>
                        <a:pt x="6" y="74"/>
                      </a:cubicBezTo>
                      <a:cubicBezTo>
                        <a:pt x="13" y="74"/>
                        <a:pt x="13" y="74"/>
                        <a:pt x="13" y="74"/>
                      </a:cubicBezTo>
                      <a:cubicBezTo>
                        <a:pt x="14" y="74"/>
                        <a:pt x="16" y="75"/>
                        <a:pt x="16" y="76"/>
                      </a:cubicBezTo>
                      <a:cubicBezTo>
                        <a:pt x="16" y="80"/>
                        <a:pt x="17" y="83"/>
                        <a:pt x="19" y="87"/>
                      </a:cubicBezTo>
                      <a:cubicBezTo>
                        <a:pt x="19" y="88"/>
                        <a:pt x="18" y="89"/>
                        <a:pt x="17" y="90"/>
                      </a:cubicBezTo>
                      <a:cubicBezTo>
                        <a:pt x="10" y="94"/>
                        <a:pt x="10" y="94"/>
                        <a:pt x="10" y="94"/>
                      </a:cubicBezTo>
                      <a:cubicBezTo>
                        <a:pt x="16" y="105"/>
                        <a:pt x="16" y="105"/>
                        <a:pt x="16" y="105"/>
                      </a:cubicBezTo>
                      <a:cubicBezTo>
                        <a:pt x="23" y="101"/>
                        <a:pt x="23" y="101"/>
                        <a:pt x="23" y="101"/>
                      </a:cubicBezTo>
                      <a:cubicBezTo>
                        <a:pt x="24" y="100"/>
                        <a:pt x="26" y="100"/>
                        <a:pt x="27" y="101"/>
                      </a:cubicBezTo>
                      <a:cubicBezTo>
                        <a:pt x="29" y="104"/>
                        <a:pt x="31" y="107"/>
                        <a:pt x="34" y="109"/>
                      </a:cubicBezTo>
                      <a:cubicBezTo>
                        <a:pt x="35" y="110"/>
                        <a:pt x="35" y="111"/>
                        <a:pt x="34" y="112"/>
                      </a:cubicBezTo>
                      <a:cubicBezTo>
                        <a:pt x="31" y="119"/>
                        <a:pt x="31" y="119"/>
                        <a:pt x="31" y="119"/>
                      </a:cubicBezTo>
                      <a:cubicBezTo>
                        <a:pt x="41" y="125"/>
                        <a:pt x="41" y="125"/>
                        <a:pt x="41" y="125"/>
                      </a:cubicBezTo>
                      <a:cubicBezTo>
                        <a:pt x="45" y="119"/>
                        <a:pt x="45" y="119"/>
                        <a:pt x="45" y="119"/>
                      </a:cubicBezTo>
                      <a:cubicBezTo>
                        <a:pt x="45" y="118"/>
                        <a:pt x="47" y="117"/>
                        <a:pt x="48" y="118"/>
                      </a:cubicBezTo>
                      <a:cubicBezTo>
                        <a:pt x="52" y="119"/>
                        <a:pt x="56" y="121"/>
                        <a:pt x="60" y="121"/>
                      </a:cubicBezTo>
                      <a:cubicBezTo>
                        <a:pt x="62" y="121"/>
                        <a:pt x="63" y="123"/>
                        <a:pt x="63" y="124"/>
                      </a:cubicBezTo>
                      <a:lnTo>
                        <a:pt x="63" y="132"/>
                      </a:lnTo>
                      <a:close/>
                      <a:moveTo>
                        <a:pt x="69" y="101"/>
                      </a:moveTo>
                      <a:cubicBezTo>
                        <a:pt x="51" y="101"/>
                        <a:pt x="36" y="87"/>
                        <a:pt x="36" y="69"/>
                      </a:cubicBezTo>
                      <a:cubicBezTo>
                        <a:pt x="36" y="51"/>
                        <a:pt x="51" y="36"/>
                        <a:pt x="69" y="36"/>
                      </a:cubicBezTo>
                      <a:cubicBezTo>
                        <a:pt x="87" y="36"/>
                        <a:pt x="101" y="51"/>
                        <a:pt x="101" y="69"/>
                      </a:cubicBezTo>
                      <a:cubicBezTo>
                        <a:pt x="101" y="87"/>
                        <a:pt x="87" y="101"/>
                        <a:pt x="69" y="101"/>
                      </a:cubicBezTo>
                      <a:close/>
                      <a:moveTo>
                        <a:pt x="69" y="42"/>
                      </a:moveTo>
                      <a:cubicBezTo>
                        <a:pt x="54" y="42"/>
                        <a:pt x="42" y="54"/>
                        <a:pt x="42" y="69"/>
                      </a:cubicBezTo>
                      <a:cubicBezTo>
                        <a:pt x="42" y="84"/>
                        <a:pt x="54" y="96"/>
                        <a:pt x="69" y="96"/>
                      </a:cubicBezTo>
                      <a:cubicBezTo>
                        <a:pt x="83" y="96"/>
                        <a:pt x="96" y="84"/>
                        <a:pt x="96" y="69"/>
                      </a:cubicBezTo>
                      <a:cubicBezTo>
                        <a:pt x="96" y="54"/>
                        <a:pt x="83" y="42"/>
                        <a:pt x="69" y="42"/>
                      </a:cubicBezTo>
                      <a:close/>
                    </a:path>
                  </a:pathLst>
                </a:custGeom>
                <a:solidFill>
                  <a:srgbClr val="1E1E1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</p:grpSp>
        </p:grpSp>
      </p:grpSp>
      <p:grpSp>
        <p:nvGrpSpPr>
          <p:cNvPr id="352" name="그룹 351">
            <a:extLst>
              <a:ext uri="{FF2B5EF4-FFF2-40B4-BE49-F238E27FC236}">
                <a16:creationId xmlns:a16="http://schemas.microsoft.com/office/drawing/2014/main" id="{835783BE-F4BA-45E6-96A4-59496FF45BD4}"/>
              </a:ext>
            </a:extLst>
          </p:cNvPr>
          <p:cNvGrpSpPr/>
          <p:nvPr/>
        </p:nvGrpSpPr>
        <p:grpSpPr>
          <a:xfrm>
            <a:off x="3198838" y="6033120"/>
            <a:ext cx="460324" cy="445350"/>
            <a:chOff x="2432940" y="3229027"/>
            <a:chExt cx="741356" cy="717240"/>
          </a:xfrm>
        </p:grpSpPr>
        <p:grpSp>
          <p:nvGrpSpPr>
            <p:cNvPr id="353" name="그룹 352">
              <a:extLst>
                <a:ext uri="{FF2B5EF4-FFF2-40B4-BE49-F238E27FC236}">
                  <a16:creationId xmlns:a16="http://schemas.microsoft.com/office/drawing/2014/main" id="{7EBB9D6E-C123-49D3-AA59-56EB098C2DA9}"/>
                </a:ext>
              </a:extLst>
            </p:cNvPr>
            <p:cNvGrpSpPr/>
            <p:nvPr/>
          </p:nvGrpSpPr>
          <p:grpSpPr>
            <a:xfrm>
              <a:off x="2432940" y="3229027"/>
              <a:ext cx="741356" cy="717240"/>
              <a:chOff x="2318492" y="3865973"/>
              <a:chExt cx="863918" cy="835818"/>
            </a:xfrm>
          </p:grpSpPr>
          <p:sp>
            <p:nvSpPr>
              <p:cNvPr id="355" name="타원 354">
                <a:extLst>
                  <a:ext uri="{FF2B5EF4-FFF2-40B4-BE49-F238E27FC236}">
                    <a16:creationId xmlns:a16="http://schemas.microsoft.com/office/drawing/2014/main" id="{2D4A28B1-854B-4C0B-B12A-E0D6C33D53E4}"/>
                  </a:ext>
                </a:extLst>
              </p:cNvPr>
              <p:cNvSpPr/>
              <p:nvPr/>
            </p:nvSpPr>
            <p:spPr>
              <a:xfrm>
                <a:off x="2430185" y="3965810"/>
                <a:ext cx="641104" cy="641097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57150" cap="rnd">
                <a:noFill/>
                <a:headEnd type="none" w="sm" len="sm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 sz="2400"/>
              </a:p>
            </p:txBody>
          </p:sp>
          <p:grpSp>
            <p:nvGrpSpPr>
              <p:cNvPr id="356" name="그룹 355">
                <a:extLst>
                  <a:ext uri="{FF2B5EF4-FFF2-40B4-BE49-F238E27FC236}">
                    <a16:creationId xmlns:a16="http://schemas.microsoft.com/office/drawing/2014/main" id="{F076C7E6-2749-4053-A93E-54D2F98EEF96}"/>
                  </a:ext>
                </a:extLst>
              </p:cNvPr>
              <p:cNvGrpSpPr/>
              <p:nvPr/>
            </p:nvGrpSpPr>
            <p:grpSpPr>
              <a:xfrm>
                <a:off x="2318492" y="3865973"/>
                <a:ext cx="863918" cy="835818"/>
                <a:chOff x="2357877" y="3974995"/>
                <a:chExt cx="670199" cy="648401"/>
              </a:xfrm>
            </p:grpSpPr>
            <p:grpSp>
              <p:nvGrpSpPr>
                <p:cNvPr id="357" name="그룹 356">
                  <a:extLst>
                    <a:ext uri="{FF2B5EF4-FFF2-40B4-BE49-F238E27FC236}">
                      <a16:creationId xmlns:a16="http://schemas.microsoft.com/office/drawing/2014/main" id="{F3530B04-76CA-4BEC-8C01-6561E5152F85}"/>
                    </a:ext>
                  </a:extLst>
                </p:cNvPr>
                <p:cNvGrpSpPr/>
                <p:nvPr/>
              </p:nvGrpSpPr>
              <p:grpSpPr>
                <a:xfrm>
                  <a:off x="2357877" y="3978048"/>
                  <a:ext cx="659643" cy="645348"/>
                  <a:chOff x="2357877" y="3978048"/>
                  <a:chExt cx="659643" cy="645348"/>
                </a:xfrm>
              </p:grpSpPr>
              <p:sp>
                <p:nvSpPr>
                  <p:cNvPr id="361" name="원호 360">
                    <a:extLst>
                      <a:ext uri="{FF2B5EF4-FFF2-40B4-BE49-F238E27FC236}">
                        <a16:creationId xmlns:a16="http://schemas.microsoft.com/office/drawing/2014/main" id="{750CC2CA-001A-4EBE-96BD-CB8F469D5A99}"/>
                      </a:ext>
                    </a:extLst>
                  </p:cNvPr>
                  <p:cNvSpPr/>
                  <p:nvPr/>
                </p:nvSpPr>
                <p:spPr>
                  <a:xfrm flipH="1" flipV="1">
                    <a:off x="2372172" y="3978048"/>
                    <a:ext cx="645348" cy="645348"/>
                  </a:xfrm>
                  <a:prstGeom prst="arc">
                    <a:avLst>
                      <a:gd name="adj1" fmla="val 11180412"/>
                      <a:gd name="adj2" fmla="val 20857290"/>
                    </a:avLst>
                  </a:prstGeom>
                  <a:ln w="44450" cap="rnd">
                    <a:solidFill>
                      <a:srgbClr val="A1AFC3"/>
                    </a:solidFill>
                    <a:headEnd type="none" w="sm" len="sm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2400"/>
                  </a:p>
                </p:txBody>
              </p:sp>
              <p:sp>
                <p:nvSpPr>
                  <p:cNvPr id="362" name="자유형 352">
                    <a:extLst>
                      <a:ext uri="{FF2B5EF4-FFF2-40B4-BE49-F238E27FC236}">
                        <a16:creationId xmlns:a16="http://schemas.microsoft.com/office/drawing/2014/main" id="{8A396206-BE8C-42C2-8673-9A53A5642F40}"/>
                      </a:ext>
                    </a:extLst>
                  </p:cNvPr>
                  <p:cNvSpPr/>
                  <p:nvPr/>
                </p:nvSpPr>
                <p:spPr>
                  <a:xfrm>
                    <a:off x="2357877" y="4366444"/>
                    <a:ext cx="60334" cy="148877"/>
                  </a:xfrm>
                  <a:custGeom>
                    <a:avLst/>
                    <a:gdLst>
                      <a:gd name="connsiteX0" fmla="*/ 13335 w 97155"/>
                      <a:gd name="connsiteY0" fmla="*/ 0 h 207645"/>
                      <a:gd name="connsiteX1" fmla="*/ 0 w 97155"/>
                      <a:gd name="connsiteY1" fmla="*/ 207645 h 207645"/>
                      <a:gd name="connsiteX2" fmla="*/ 97155 w 97155"/>
                      <a:gd name="connsiteY2" fmla="*/ 158115 h 207645"/>
                      <a:gd name="connsiteX3" fmla="*/ 13335 w 97155"/>
                      <a:gd name="connsiteY3" fmla="*/ 0 h 20764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97155" h="207645">
                        <a:moveTo>
                          <a:pt x="13335" y="0"/>
                        </a:moveTo>
                        <a:lnTo>
                          <a:pt x="0" y="207645"/>
                        </a:lnTo>
                        <a:lnTo>
                          <a:pt x="97155" y="158115"/>
                        </a:lnTo>
                        <a:lnTo>
                          <a:pt x="13335" y="0"/>
                        </a:lnTo>
                        <a:close/>
                      </a:path>
                    </a:pathLst>
                  </a:custGeom>
                  <a:solidFill>
                    <a:srgbClr val="A1AFC3"/>
                  </a:solidFill>
                  <a:ln cap="rnd">
                    <a:solidFill>
                      <a:srgbClr val="A1AFC3"/>
                    </a:solidFill>
                    <a:round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2400" dirty="0"/>
                  </a:p>
                </p:txBody>
              </p:sp>
            </p:grpSp>
            <p:grpSp>
              <p:nvGrpSpPr>
                <p:cNvPr id="358" name="그룹 357">
                  <a:extLst>
                    <a:ext uri="{FF2B5EF4-FFF2-40B4-BE49-F238E27FC236}">
                      <a16:creationId xmlns:a16="http://schemas.microsoft.com/office/drawing/2014/main" id="{7B43318D-4AD5-44B8-9525-C3A1F380A649}"/>
                    </a:ext>
                  </a:extLst>
                </p:cNvPr>
                <p:cNvGrpSpPr/>
                <p:nvPr/>
              </p:nvGrpSpPr>
              <p:grpSpPr>
                <a:xfrm flipH="1" flipV="1">
                  <a:off x="2368799" y="3974995"/>
                  <a:ext cx="659277" cy="645348"/>
                  <a:chOff x="2358243" y="3978049"/>
                  <a:chExt cx="659277" cy="645348"/>
                </a:xfrm>
              </p:grpSpPr>
              <p:sp>
                <p:nvSpPr>
                  <p:cNvPr id="359" name="원호 358">
                    <a:extLst>
                      <a:ext uri="{FF2B5EF4-FFF2-40B4-BE49-F238E27FC236}">
                        <a16:creationId xmlns:a16="http://schemas.microsoft.com/office/drawing/2014/main" id="{3003BB62-B39C-4875-9B2A-9B99367D5EB3}"/>
                      </a:ext>
                    </a:extLst>
                  </p:cNvPr>
                  <p:cNvSpPr/>
                  <p:nvPr/>
                </p:nvSpPr>
                <p:spPr>
                  <a:xfrm flipH="1" flipV="1">
                    <a:off x="2372172" y="3978049"/>
                    <a:ext cx="645348" cy="645348"/>
                  </a:xfrm>
                  <a:prstGeom prst="arc">
                    <a:avLst>
                      <a:gd name="adj1" fmla="val 11180412"/>
                      <a:gd name="adj2" fmla="val 20857290"/>
                    </a:avLst>
                  </a:prstGeom>
                  <a:ln w="44450" cap="rnd">
                    <a:solidFill>
                      <a:srgbClr val="A1AFC3"/>
                    </a:solidFill>
                    <a:headEnd type="none" w="sm" len="sm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2400"/>
                  </a:p>
                </p:txBody>
              </p:sp>
              <p:sp>
                <p:nvSpPr>
                  <p:cNvPr id="360" name="자유형 350">
                    <a:extLst>
                      <a:ext uri="{FF2B5EF4-FFF2-40B4-BE49-F238E27FC236}">
                        <a16:creationId xmlns:a16="http://schemas.microsoft.com/office/drawing/2014/main" id="{E4AA10BD-F320-4E0F-8EDB-93A21A6BAE6D}"/>
                      </a:ext>
                    </a:extLst>
                  </p:cNvPr>
                  <p:cNvSpPr/>
                  <p:nvPr/>
                </p:nvSpPr>
                <p:spPr>
                  <a:xfrm>
                    <a:off x="2358243" y="4366444"/>
                    <a:ext cx="60334" cy="148877"/>
                  </a:xfrm>
                  <a:custGeom>
                    <a:avLst/>
                    <a:gdLst>
                      <a:gd name="connsiteX0" fmla="*/ 13335 w 97155"/>
                      <a:gd name="connsiteY0" fmla="*/ 0 h 207645"/>
                      <a:gd name="connsiteX1" fmla="*/ 0 w 97155"/>
                      <a:gd name="connsiteY1" fmla="*/ 207645 h 207645"/>
                      <a:gd name="connsiteX2" fmla="*/ 97155 w 97155"/>
                      <a:gd name="connsiteY2" fmla="*/ 158115 h 207645"/>
                      <a:gd name="connsiteX3" fmla="*/ 13335 w 97155"/>
                      <a:gd name="connsiteY3" fmla="*/ 0 h 20764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97155" h="207645">
                        <a:moveTo>
                          <a:pt x="13335" y="0"/>
                        </a:moveTo>
                        <a:lnTo>
                          <a:pt x="0" y="207645"/>
                        </a:lnTo>
                        <a:lnTo>
                          <a:pt x="97155" y="158115"/>
                        </a:lnTo>
                        <a:lnTo>
                          <a:pt x="13335" y="0"/>
                        </a:lnTo>
                        <a:close/>
                      </a:path>
                    </a:pathLst>
                  </a:custGeom>
                  <a:solidFill>
                    <a:srgbClr val="A1AFC3"/>
                  </a:solidFill>
                  <a:ln cap="rnd">
                    <a:solidFill>
                      <a:srgbClr val="A1AFC3"/>
                    </a:solidFill>
                    <a:round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2400"/>
                  </a:p>
                </p:txBody>
              </p:sp>
            </p:grpSp>
          </p:grpSp>
        </p:grpSp>
        <p:sp>
          <p:nvSpPr>
            <p:cNvPr id="354" name="Freeform 5">
              <a:extLst>
                <a:ext uri="{FF2B5EF4-FFF2-40B4-BE49-F238E27FC236}">
                  <a16:creationId xmlns:a16="http://schemas.microsoft.com/office/drawing/2014/main" id="{D30843FC-3582-41EB-89F5-56F701A1C021}"/>
                </a:ext>
              </a:extLst>
            </p:cNvPr>
            <p:cNvSpPr>
              <a:spLocks noEditPoints="1"/>
            </p:cNvSpPr>
            <p:nvPr/>
          </p:nvSpPr>
          <p:spPr bwMode="auto">
            <a:xfrm rot="18867644">
              <a:off x="2627734" y="3408099"/>
              <a:ext cx="356786" cy="358400"/>
            </a:xfrm>
            <a:custGeom>
              <a:avLst/>
              <a:gdLst>
                <a:gd name="T0" fmla="*/ 308 w 486"/>
                <a:gd name="T1" fmla="*/ 321 h 487"/>
                <a:gd name="T2" fmla="*/ 319 w 486"/>
                <a:gd name="T3" fmla="*/ 310 h 487"/>
                <a:gd name="T4" fmla="*/ 319 w 486"/>
                <a:gd name="T5" fmla="*/ 292 h 487"/>
                <a:gd name="T6" fmla="*/ 196 w 486"/>
                <a:gd name="T7" fmla="*/ 168 h 487"/>
                <a:gd name="T8" fmla="*/ 177 w 486"/>
                <a:gd name="T9" fmla="*/ 168 h 487"/>
                <a:gd name="T10" fmla="*/ 166 w 486"/>
                <a:gd name="T11" fmla="*/ 179 h 487"/>
                <a:gd name="T12" fmla="*/ 166 w 486"/>
                <a:gd name="T13" fmla="*/ 198 h 487"/>
                <a:gd name="T14" fmla="*/ 289 w 486"/>
                <a:gd name="T15" fmla="*/ 321 h 487"/>
                <a:gd name="T16" fmla="*/ 308 w 486"/>
                <a:gd name="T17" fmla="*/ 321 h 487"/>
                <a:gd name="T18" fmla="*/ 247 w 486"/>
                <a:gd name="T19" fmla="*/ 392 h 487"/>
                <a:gd name="T20" fmla="*/ 204 w 486"/>
                <a:gd name="T21" fmla="*/ 348 h 487"/>
                <a:gd name="T22" fmla="*/ 206 w 486"/>
                <a:gd name="T23" fmla="*/ 293 h 487"/>
                <a:gd name="T24" fmla="*/ 275 w 486"/>
                <a:gd name="T25" fmla="*/ 363 h 487"/>
                <a:gd name="T26" fmla="*/ 359 w 486"/>
                <a:gd name="T27" fmla="*/ 277 h 487"/>
                <a:gd name="T28" fmla="*/ 291 w 486"/>
                <a:gd name="T29" fmla="*/ 208 h 487"/>
                <a:gd name="T30" fmla="*/ 346 w 486"/>
                <a:gd name="T31" fmla="*/ 207 h 487"/>
                <a:gd name="T32" fmla="*/ 388 w 486"/>
                <a:gd name="T33" fmla="*/ 249 h 487"/>
                <a:gd name="T34" fmla="*/ 247 w 486"/>
                <a:gd name="T35" fmla="*/ 392 h 487"/>
                <a:gd name="T36" fmla="*/ 96 w 486"/>
                <a:gd name="T37" fmla="*/ 239 h 487"/>
                <a:gd name="T38" fmla="*/ 138 w 486"/>
                <a:gd name="T39" fmla="*/ 282 h 487"/>
                <a:gd name="T40" fmla="*/ 194 w 486"/>
                <a:gd name="T41" fmla="*/ 281 h 487"/>
                <a:gd name="T42" fmla="*/ 124 w 486"/>
                <a:gd name="T43" fmla="*/ 211 h 487"/>
                <a:gd name="T44" fmla="*/ 211 w 486"/>
                <a:gd name="T45" fmla="*/ 128 h 487"/>
                <a:gd name="T46" fmla="*/ 279 w 486"/>
                <a:gd name="T47" fmla="*/ 196 h 487"/>
                <a:gd name="T48" fmla="*/ 281 w 486"/>
                <a:gd name="T49" fmla="*/ 141 h 487"/>
                <a:gd name="T50" fmla="*/ 239 w 486"/>
                <a:gd name="T51" fmla="*/ 99 h 487"/>
                <a:gd name="T52" fmla="*/ 96 w 486"/>
                <a:gd name="T53" fmla="*/ 239 h 4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486" h="487">
                  <a:moveTo>
                    <a:pt x="308" y="321"/>
                  </a:moveTo>
                  <a:cubicBezTo>
                    <a:pt x="319" y="310"/>
                    <a:pt x="319" y="310"/>
                    <a:pt x="319" y="310"/>
                  </a:cubicBezTo>
                  <a:cubicBezTo>
                    <a:pt x="324" y="305"/>
                    <a:pt x="324" y="297"/>
                    <a:pt x="319" y="292"/>
                  </a:cubicBezTo>
                  <a:cubicBezTo>
                    <a:pt x="196" y="168"/>
                    <a:pt x="196" y="168"/>
                    <a:pt x="196" y="168"/>
                  </a:cubicBezTo>
                  <a:cubicBezTo>
                    <a:pt x="191" y="163"/>
                    <a:pt x="182" y="163"/>
                    <a:pt x="177" y="168"/>
                  </a:cubicBezTo>
                  <a:cubicBezTo>
                    <a:pt x="166" y="179"/>
                    <a:pt x="166" y="179"/>
                    <a:pt x="166" y="179"/>
                  </a:cubicBezTo>
                  <a:cubicBezTo>
                    <a:pt x="161" y="184"/>
                    <a:pt x="161" y="192"/>
                    <a:pt x="166" y="198"/>
                  </a:cubicBezTo>
                  <a:cubicBezTo>
                    <a:pt x="289" y="321"/>
                    <a:pt x="289" y="321"/>
                    <a:pt x="289" y="321"/>
                  </a:cubicBezTo>
                  <a:cubicBezTo>
                    <a:pt x="294" y="326"/>
                    <a:pt x="303" y="326"/>
                    <a:pt x="308" y="321"/>
                  </a:cubicBezTo>
                  <a:close/>
                  <a:moveTo>
                    <a:pt x="247" y="392"/>
                  </a:moveTo>
                  <a:cubicBezTo>
                    <a:pt x="204" y="348"/>
                    <a:pt x="204" y="348"/>
                    <a:pt x="204" y="348"/>
                  </a:cubicBezTo>
                  <a:cubicBezTo>
                    <a:pt x="206" y="293"/>
                    <a:pt x="206" y="293"/>
                    <a:pt x="206" y="293"/>
                  </a:cubicBezTo>
                  <a:cubicBezTo>
                    <a:pt x="275" y="363"/>
                    <a:pt x="275" y="363"/>
                    <a:pt x="275" y="363"/>
                  </a:cubicBezTo>
                  <a:cubicBezTo>
                    <a:pt x="334" y="422"/>
                    <a:pt x="421" y="339"/>
                    <a:pt x="359" y="277"/>
                  </a:cubicBezTo>
                  <a:cubicBezTo>
                    <a:pt x="291" y="208"/>
                    <a:pt x="291" y="208"/>
                    <a:pt x="291" y="208"/>
                  </a:cubicBezTo>
                  <a:cubicBezTo>
                    <a:pt x="346" y="207"/>
                    <a:pt x="346" y="207"/>
                    <a:pt x="346" y="207"/>
                  </a:cubicBezTo>
                  <a:cubicBezTo>
                    <a:pt x="388" y="249"/>
                    <a:pt x="388" y="249"/>
                    <a:pt x="388" y="249"/>
                  </a:cubicBezTo>
                  <a:cubicBezTo>
                    <a:pt x="486" y="348"/>
                    <a:pt x="342" y="487"/>
                    <a:pt x="247" y="392"/>
                  </a:cubicBezTo>
                  <a:close/>
                  <a:moveTo>
                    <a:pt x="96" y="239"/>
                  </a:moveTo>
                  <a:cubicBezTo>
                    <a:pt x="138" y="282"/>
                    <a:pt x="138" y="282"/>
                    <a:pt x="138" y="282"/>
                  </a:cubicBezTo>
                  <a:cubicBezTo>
                    <a:pt x="194" y="281"/>
                    <a:pt x="194" y="281"/>
                    <a:pt x="194" y="281"/>
                  </a:cubicBezTo>
                  <a:cubicBezTo>
                    <a:pt x="124" y="211"/>
                    <a:pt x="124" y="211"/>
                    <a:pt x="124" y="211"/>
                  </a:cubicBezTo>
                  <a:cubicBezTo>
                    <a:pt x="65" y="152"/>
                    <a:pt x="149" y="65"/>
                    <a:pt x="211" y="128"/>
                  </a:cubicBezTo>
                  <a:cubicBezTo>
                    <a:pt x="279" y="196"/>
                    <a:pt x="279" y="196"/>
                    <a:pt x="279" y="196"/>
                  </a:cubicBezTo>
                  <a:cubicBezTo>
                    <a:pt x="281" y="141"/>
                    <a:pt x="281" y="141"/>
                    <a:pt x="281" y="141"/>
                  </a:cubicBezTo>
                  <a:cubicBezTo>
                    <a:pt x="239" y="99"/>
                    <a:pt x="239" y="99"/>
                    <a:pt x="239" y="99"/>
                  </a:cubicBezTo>
                  <a:cubicBezTo>
                    <a:pt x="141" y="0"/>
                    <a:pt x="0" y="143"/>
                    <a:pt x="96" y="239"/>
                  </a:cubicBezTo>
                  <a:close/>
                </a:path>
              </a:pathLst>
            </a:custGeom>
            <a:solidFill>
              <a:srgbClr val="778BA9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" tIns="18000" rIns="18000" bIns="18000" rtlCol="0" anchor="ctr"/>
            <a:lstStyle/>
            <a:p>
              <a:pPr algn="ctr" defTabSz="621991" latinLnBrk="0">
                <a:buSzPct val="80000"/>
              </a:pPr>
              <a:endParaRPr lang="ko-KR" altLang="en-US" sz="1400" b="1" kern="0">
                <a:ln>
                  <a:solidFill>
                    <a:srgbClr val="0148A2">
                      <a:alpha val="0"/>
                    </a:srgbClr>
                  </a:solidFill>
                </a:ln>
                <a:gradFill>
                  <a:gsLst>
                    <a:gs pos="0">
                      <a:srgbClr val="2C2C2C"/>
                    </a:gs>
                    <a:gs pos="51000">
                      <a:srgbClr val="2C2C2C"/>
                    </a:gs>
                  </a:gsLst>
                  <a:lin ang="5400000" scaled="1"/>
                </a:gradFill>
                <a:effectLst>
                  <a:outerShdw dist="50800" dir="5400000" sx="1000" sy="1000" algn="ctr" rotWithShape="0">
                    <a:srgbClr val="000000"/>
                  </a:outerShdw>
                </a:effectLst>
                <a:latin typeface="+mn-ea"/>
              </a:endParaRPr>
            </a:p>
          </p:txBody>
        </p:sp>
      </p:grp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7C3549FA-8F16-4172-8710-34B28620B5F2}"/>
              </a:ext>
            </a:extLst>
          </p:cNvPr>
          <p:cNvGrpSpPr/>
          <p:nvPr/>
        </p:nvGrpSpPr>
        <p:grpSpPr>
          <a:xfrm>
            <a:off x="440666" y="2900772"/>
            <a:ext cx="5976666" cy="1260120"/>
            <a:chOff x="440666" y="2900772"/>
            <a:chExt cx="5976666" cy="1260120"/>
          </a:xfrm>
        </p:grpSpPr>
        <p:grpSp>
          <p:nvGrpSpPr>
            <p:cNvPr id="52" name="그룹 51">
              <a:extLst>
                <a:ext uri="{FF2B5EF4-FFF2-40B4-BE49-F238E27FC236}">
                  <a16:creationId xmlns:a16="http://schemas.microsoft.com/office/drawing/2014/main" id="{2DF9F544-DCC4-4690-A0FD-700929F264D5}"/>
                </a:ext>
              </a:extLst>
            </p:cNvPr>
            <p:cNvGrpSpPr/>
            <p:nvPr/>
          </p:nvGrpSpPr>
          <p:grpSpPr>
            <a:xfrm>
              <a:off x="440666" y="2900772"/>
              <a:ext cx="3960442" cy="550627"/>
              <a:chOff x="440666" y="2900772"/>
              <a:chExt cx="3960442" cy="550627"/>
            </a:xfrm>
          </p:grpSpPr>
          <p:sp>
            <p:nvSpPr>
              <p:cNvPr id="165" name="모서리가 둥근 직사각형 164"/>
              <p:cNvSpPr/>
              <p:nvPr/>
            </p:nvSpPr>
            <p:spPr>
              <a:xfrm>
                <a:off x="440666" y="2900772"/>
                <a:ext cx="3960000" cy="246073"/>
              </a:xfrm>
              <a:prstGeom prst="roundRect">
                <a:avLst>
                  <a:gd name="adj" fmla="val 0"/>
                </a:avLst>
              </a:prstGeom>
              <a:solidFill>
                <a:srgbClr val="2F5597"/>
              </a:solidFill>
              <a:ln w="6350" cap="flat" cmpd="sng" algn="ctr">
                <a:solidFill>
                  <a:srgbClr val="2B7589"/>
                </a:solidFill>
                <a:prstDash val="solid"/>
              </a:ln>
              <a:effectLst/>
            </p:spPr>
            <p:txBody>
              <a:bodyPr lIns="0" tIns="0" rIns="0" bIns="0" anchor="ctr"/>
              <a:lstStyle/>
              <a:p>
                <a:pPr indent="-180948" algn="ctr" defTabSz="914400" fontAlgn="base">
                  <a:spcBef>
                    <a:spcPct val="50000"/>
                  </a:spcBef>
                  <a:spcAft>
                    <a:spcPts val="240"/>
                  </a:spcAft>
                </a:pPr>
                <a:r>
                  <a:rPr kumimoji="1" lang="ko-KR" altLang="en-US" sz="1000" kern="0">
                    <a:solidFill>
                      <a:sysClr val="window" lastClr="FFFFFF"/>
                    </a:solidFill>
                    <a:latin typeface="+mj-ea"/>
                    <a:ea typeface="+mj-ea"/>
                    <a:sym typeface="Gill Sans"/>
                  </a:rPr>
                  <a:t>내부연계</a:t>
                </a:r>
              </a:p>
            </p:txBody>
          </p:sp>
          <p:sp>
            <p:nvSpPr>
              <p:cNvPr id="191" name="TextBox 190"/>
              <p:cNvSpPr txBox="1"/>
              <p:nvPr/>
            </p:nvSpPr>
            <p:spPr>
              <a:xfrm>
                <a:off x="440668" y="3224808"/>
                <a:ext cx="936000" cy="226591"/>
              </a:xfrm>
              <a:prstGeom prst="rect">
                <a:avLst/>
              </a:prstGeom>
              <a:solidFill>
                <a:srgbClr val="D6DCE5"/>
              </a:solidFill>
            </p:spPr>
            <p:txBody>
              <a:bodyPr wrap="none" lIns="36000" tIns="36000" rIns="36000" bIns="36000" rtlCol="0">
                <a:noAutofit/>
              </a:bodyPr>
              <a:lstStyle/>
              <a:p>
                <a:pPr algn="ctr"/>
                <a:r>
                  <a:rPr lang="ko-KR" altLang="en-US" sz="1000">
                    <a:latin typeface="+mn-ea"/>
                  </a:rPr>
                  <a:t>전자결제</a:t>
                </a:r>
              </a:p>
            </p:txBody>
          </p:sp>
          <p:sp>
            <p:nvSpPr>
              <p:cNvPr id="189" name="TextBox 188"/>
              <p:cNvSpPr txBox="1"/>
              <p:nvPr/>
            </p:nvSpPr>
            <p:spPr>
              <a:xfrm>
                <a:off x="1448815" y="3224808"/>
                <a:ext cx="936000" cy="226591"/>
              </a:xfrm>
              <a:prstGeom prst="rect">
                <a:avLst/>
              </a:prstGeom>
              <a:solidFill>
                <a:srgbClr val="D6DCE5"/>
              </a:solidFill>
            </p:spPr>
            <p:txBody>
              <a:bodyPr wrap="none" lIns="36000" tIns="36000" rIns="36000" bIns="36000" rtlCol="0">
                <a:noAutofit/>
              </a:bodyPr>
              <a:lstStyle/>
              <a:p>
                <a:pPr algn="ctr"/>
                <a:r>
                  <a:rPr lang="ko-KR" altLang="en-US" sz="1000">
                    <a:latin typeface="+mn-ea"/>
                  </a:rPr>
                  <a:t>예산관리</a:t>
                </a:r>
              </a:p>
            </p:txBody>
          </p:sp>
          <p:sp>
            <p:nvSpPr>
              <p:cNvPr id="187" name="TextBox 186"/>
              <p:cNvSpPr txBox="1"/>
              <p:nvPr/>
            </p:nvSpPr>
            <p:spPr>
              <a:xfrm>
                <a:off x="2456962" y="3224808"/>
                <a:ext cx="936000" cy="226591"/>
              </a:xfrm>
              <a:prstGeom prst="rect">
                <a:avLst/>
              </a:prstGeom>
              <a:solidFill>
                <a:srgbClr val="D6DCE5"/>
              </a:solidFill>
            </p:spPr>
            <p:txBody>
              <a:bodyPr wrap="none" lIns="36000" tIns="36000" rIns="36000" bIns="36000" rtlCol="0">
                <a:noAutofit/>
              </a:bodyPr>
              <a:lstStyle/>
              <a:p>
                <a:pPr algn="ctr"/>
                <a:r>
                  <a:rPr lang="ko-KR" altLang="en-US" sz="1000">
                    <a:latin typeface="+mn-ea"/>
                  </a:rPr>
                  <a:t>회계괸리</a:t>
                </a:r>
              </a:p>
            </p:txBody>
          </p:sp>
          <p:sp>
            <p:nvSpPr>
              <p:cNvPr id="185" name="TextBox 184"/>
              <p:cNvSpPr txBox="1"/>
              <p:nvPr/>
            </p:nvSpPr>
            <p:spPr>
              <a:xfrm>
                <a:off x="3465108" y="3224808"/>
                <a:ext cx="936000" cy="226591"/>
              </a:xfrm>
              <a:prstGeom prst="rect">
                <a:avLst/>
              </a:prstGeom>
              <a:solidFill>
                <a:srgbClr val="D6DCE5"/>
              </a:solidFill>
            </p:spPr>
            <p:txBody>
              <a:bodyPr wrap="none" lIns="36000" tIns="36000" rIns="36000" bIns="36000" rtlCol="0">
                <a:noAutofit/>
              </a:bodyPr>
              <a:lstStyle/>
              <a:p>
                <a:pPr algn="ctr"/>
                <a:r>
                  <a:rPr lang="ko-KR" altLang="en-US" sz="1000">
                    <a:latin typeface="+mn-ea"/>
                  </a:rPr>
                  <a:t>급여관리</a:t>
                </a:r>
              </a:p>
            </p:txBody>
          </p:sp>
        </p:grpSp>
        <p:grpSp>
          <p:nvGrpSpPr>
            <p:cNvPr id="51" name="그룹 50">
              <a:extLst>
                <a:ext uri="{FF2B5EF4-FFF2-40B4-BE49-F238E27FC236}">
                  <a16:creationId xmlns:a16="http://schemas.microsoft.com/office/drawing/2014/main" id="{F0147630-4D58-4C2F-AAD4-FE5196ADE40E}"/>
                </a:ext>
              </a:extLst>
            </p:cNvPr>
            <p:cNvGrpSpPr/>
            <p:nvPr/>
          </p:nvGrpSpPr>
          <p:grpSpPr>
            <a:xfrm>
              <a:off x="4473116" y="2900772"/>
              <a:ext cx="1944216" cy="550627"/>
              <a:chOff x="4473116" y="2900772"/>
              <a:chExt cx="1944216" cy="550627"/>
            </a:xfrm>
          </p:grpSpPr>
          <p:sp>
            <p:nvSpPr>
              <p:cNvPr id="194" name="모서리가 둥근 직사각형 193"/>
              <p:cNvSpPr/>
              <p:nvPr/>
            </p:nvSpPr>
            <p:spPr>
              <a:xfrm>
                <a:off x="4473116" y="2900772"/>
                <a:ext cx="1944216" cy="246073"/>
              </a:xfrm>
              <a:prstGeom prst="roundRect">
                <a:avLst>
                  <a:gd name="adj" fmla="val 0"/>
                </a:avLst>
              </a:prstGeom>
              <a:solidFill>
                <a:srgbClr val="0082B0"/>
              </a:solidFill>
              <a:ln w="6350" cap="flat" cmpd="sng" algn="ctr">
                <a:solidFill>
                  <a:srgbClr val="2B7589"/>
                </a:solidFill>
                <a:prstDash val="solid"/>
              </a:ln>
              <a:effectLst/>
            </p:spPr>
            <p:txBody>
              <a:bodyPr lIns="0" tIns="0" rIns="0" bIns="0" anchor="ctr"/>
              <a:lstStyle/>
              <a:p>
                <a:pPr indent="-180948" algn="ctr" defTabSz="914400" fontAlgn="base">
                  <a:spcBef>
                    <a:spcPct val="50000"/>
                  </a:spcBef>
                  <a:spcAft>
                    <a:spcPts val="240"/>
                  </a:spcAft>
                </a:pPr>
                <a:r>
                  <a:rPr kumimoji="1" lang="ko-KR" altLang="en-US" sz="1000" kern="0">
                    <a:solidFill>
                      <a:sysClr val="window" lastClr="FFFFFF"/>
                    </a:solidFill>
                    <a:latin typeface="+mj-ea"/>
                    <a:ea typeface="+mj-ea"/>
                    <a:sym typeface="Gill Sans"/>
                  </a:rPr>
                  <a:t>기타연계</a:t>
                </a:r>
              </a:p>
            </p:txBody>
          </p:sp>
          <p:sp>
            <p:nvSpPr>
              <p:cNvPr id="197" name="TextBox 196"/>
              <p:cNvSpPr txBox="1"/>
              <p:nvPr/>
            </p:nvSpPr>
            <p:spPr>
              <a:xfrm>
                <a:off x="4473116" y="3224808"/>
                <a:ext cx="936000" cy="226591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</p:spPr>
            <p:txBody>
              <a:bodyPr wrap="none" lIns="36000" tIns="36000" rIns="36000" bIns="36000" rtlCol="0">
                <a:noAutofit/>
              </a:bodyPr>
              <a:lstStyle/>
              <a:p>
                <a:pPr algn="ctr"/>
                <a:r>
                  <a:rPr lang="ko-KR" altLang="en-US" sz="1000">
                    <a:latin typeface="+mn-ea"/>
                  </a:rPr>
                  <a:t>외부시스템</a:t>
                </a:r>
              </a:p>
            </p:txBody>
          </p:sp>
          <p:sp>
            <p:nvSpPr>
              <p:cNvPr id="198" name="TextBox 197"/>
              <p:cNvSpPr txBox="1"/>
              <p:nvPr/>
            </p:nvSpPr>
            <p:spPr>
              <a:xfrm>
                <a:off x="5481332" y="3224808"/>
                <a:ext cx="936000" cy="226591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</p:spPr>
            <p:txBody>
              <a:bodyPr wrap="none" lIns="36000" tIns="36000" rIns="36000" bIns="36000" rtlCol="0">
                <a:noAutofit/>
              </a:bodyPr>
              <a:lstStyle/>
              <a:p>
                <a:pPr algn="ctr"/>
                <a:r>
                  <a:rPr lang="ko-KR" altLang="en-US" sz="1000">
                    <a:latin typeface="+mn-ea"/>
                  </a:rPr>
                  <a:t>포탈</a:t>
                </a:r>
              </a:p>
            </p:txBody>
          </p:sp>
        </p:grpSp>
        <p:grpSp>
          <p:nvGrpSpPr>
            <p:cNvPr id="53" name="그룹 52">
              <a:extLst>
                <a:ext uri="{FF2B5EF4-FFF2-40B4-BE49-F238E27FC236}">
                  <a16:creationId xmlns:a16="http://schemas.microsoft.com/office/drawing/2014/main" id="{C714324D-815C-4364-A797-CE19E4F1B6E2}"/>
                </a:ext>
              </a:extLst>
            </p:cNvPr>
            <p:cNvGrpSpPr/>
            <p:nvPr/>
          </p:nvGrpSpPr>
          <p:grpSpPr>
            <a:xfrm>
              <a:off x="440668" y="3512840"/>
              <a:ext cx="5975999" cy="648052"/>
              <a:chOff x="440668" y="3512840"/>
              <a:chExt cx="5975999" cy="648052"/>
            </a:xfrm>
          </p:grpSpPr>
          <p:sp>
            <p:nvSpPr>
              <p:cNvPr id="280" name="직사각형 279"/>
              <p:cNvSpPr/>
              <p:nvPr/>
            </p:nvSpPr>
            <p:spPr>
              <a:xfrm>
                <a:off x="440668" y="3512840"/>
                <a:ext cx="5975999" cy="570381"/>
              </a:xfrm>
              <a:prstGeom prst="rect">
                <a:avLst/>
              </a:prstGeom>
              <a:solidFill>
                <a:srgbClr val="F8F8F8"/>
              </a:solidFill>
              <a:ln w="6350">
                <a:solidFill>
                  <a:srgbClr val="DCDCD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lt1"/>
                  </a:solidFill>
                </a:endParaRPr>
              </a:p>
            </p:txBody>
          </p:sp>
          <p:sp>
            <p:nvSpPr>
              <p:cNvPr id="20" name="사각형: 둥근 모서리 19">
                <a:extLst>
                  <a:ext uri="{FF2B5EF4-FFF2-40B4-BE49-F238E27FC236}">
                    <a16:creationId xmlns:a16="http://schemas.microsoft.com/office/drawing/2014/main" id="{6C3A016A-A1BD-4607-9E56-EB47919F9A80}"/>
                  </a:ext>
                </a:extLst>
              </p:cNvPr>
              <p:cNvSpPr/>
              <p:nvPr/>
            </p:nvSpPr>
            <p:spPr>
              <a:xfrm>
                <a:off x="2884500" y="3980892"/>
                <a:ext cx="1089000" cy="180000"/>
              </a:xfrm>
              <a:prstGeom prst="roundRect">
                <a:avLst>
                  <a:gd name="adj" fmla="val 50000"/>
                </a:avLst>
              </a:prstGeom>
              <a:solidFill>
                <a:srgbClr val="ADB9CA"/>
              </a:solidFill>
              <a:ln>
                <a:noFill/>
              </a:ln>
            </p:spPr>
            <p:txBody>
              <a:bodyPr wrap="none" lIns="72000" tIns="10800" rIns="72000" bIns="0" rtlCol="0" anchor="ctr">
                <a:noAutofit/>
              </a:bodyPr>
              <a:lstStyle/>
              <a:p>
                <a:pPr algn="ctr"/>
                <a:r>
                  <a:rPr lang="ko-KR" altLang="en-US" sz="900" spc="-65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" panose="02000503000000020004" pitchFamily="50" charset="-127"/>
                  </a:rPr>
                  <a:t>시스템 연계 항목</a:t>
                </a:r>
              </a:p>
            </p:txBody>
          </p:sp>
          <p:grpSp>
            <p:nvGrpSpPr>
              <p:cNvPr id="43" name="그룹 42">
                <a:extLst>
                  <a:ext uri="{FF2B5EF4-FFF2-40B4-BE49-F238E27FC236}">
                    <a16:creationId xmlns:a16="http://schemas.microsoft.com/office/drawing/2014/main" id="{7D006773-33EB-4BE9-AEA3-4F8DDFB68ACC}"/>
                  </a:ext>
                </a:extLst>
              </p:cNvPr>
              <p:cNvGrpSpPr/>
              <p:nvPr/>
            </p:nvGrpSpPr>
            <p:grpSpPr>
              <a:xfrm>
                <a:off x="587859" y="3584848"/>
                <a:ext cx="428873" cy="360040"/>
                <a:chOff x="584684" y="3692860"/>
                <a:chExt cx="428873" cy="360040"/>
              </a:xfrm>
            </p:grpSpPr>
            <p:sp>
              <p:nvSpPr>
                <p:cNvPr id="284" name="AutoShape 40"/>
                <p:cNvSpPr>
                  <a:spLocks noChangeArrowheads="1"/>
                </p:cNvSpPr>
                <p:nvPr/>
              </p:nvSpPr>
              <p:spPr bwMode="auto">
                <a:xfrm>
                  <a:off x="584684" y="3899667"/>
                  <a:ext cx="428873" cy="153233"/>
                </a:xfrm>
                <a:prstGeom prst="roundRect">
                  <a:avLst>
                    <a:gd name="adj" fmla="val 16667"/>
                  </a:avLst>
                </a:prstGeom>
                <a:noFill/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eaLnBrk="0" hangingPunct="0"/>
                  <a:r>
                    <a:rPr lang="ko-KR" altLang="en-US" sz="90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ea"/>
                    </a:rPr>
                    <a:t>기안자료</a:t>
                  </a:r>
                </a:p>
              </p:txBody>
            </p:sp>
            <p:grpSp>
              <p:nvGrpSpPr>
                <p:cNvPr id="363" name="그룹 362">
                  <a:extLst>
                    <a:ext uri="{FF2B5EF4-FFF2-40B4-BE49-F238E27FC236}">
                      <a16:creationId xmlns:a16="http://schemas.microsoft.com/office/drawing/2014/main" id="{8537FB0F-58A9-4D77-AA89-DCD65CD4E8E5}"/>
                    </a:ext>
                  </a:extLst>
                </p:cNvPr>
                <p:cNvGrpSpPr/>
                <p:nvPr/>
              </p:nvGrpSpPr>
              <p:grpSpPr>
                <a:xfrm rot="5400000">
                  <a:off x="717035" y="3692860"/>
                  <a:ext cx="164170" cy="164170"/>
                  <a:chOff x="3038086" y="3554721"/>
                  <a:chExt cx="182354" cy="182354"/>
                </a:xfrm>
              </p:grpSpPr>
              <p:sp>
                <p:nvSpPr>
                  <p:cNvPr id="364" name="타원 363">
                    <a:extLst>
                      <a:ext uri="{FF2B5EF4-FFF2-40B4-BE49-F238E27FC236}">
                        <a16:creationId xmlns:a16="http://schemas.microsoft.com/office/drawing/2014/main" id="{BEA6D8C8-F580-4A0E-A69E-05106F1CC049}"/>
                      </a:ext>
                    </a:extLst>
                  </p:cNvPr>
                  <p:cNvSpPr/>
                  <p:nvPr/>
                </p:nvSpPr>
                <p:spPr>
                  <a:xfrm>
                    <a:off x="3038086" y="3554721"/>
                    <a:ext cx="182354" cy="182354"/>
                  </a:xfrm>
                  <a:prstGeom prst="ellipse">
                    <a:avLst/>
                  </a:prstGeom>
                  <a:solidFill>
                    <a:schemeClr val="bg1"/>
                  </a:solidFill>
                  <a:ln w="19050">
                    <a:solidFill>
                      <a:srgbClr val="46556A"/>
                    </a:solidFill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lIns="18000" tIns="18000" rIns="18000" bIns="18000" rtlCol="0" anchor="ctr"/>
                  <a:lstStyle/>
                  <a:p>
                    <a:pPr algn="ctr" defTabSz="621991" latinLnBrk="0">
                      <a:buSzPct val="80000"/>
                    </a:pPr>
                    <a:endParaRPr lang="ko-KR" altLang="en-US" sz="1100" b="1" kern="0" dirty="0" err="1">
                      <a:gradFill>
                        <a:gsLst>
                          <a:gs pos="0">
                            <a:srgbClr val="2C2C2C"/>
                          </a:gs>
                          <a:gs pos="51000">
                            <a:srgbClr val="2C2C2C"/>
                          </a:gs>
                        </a:gsLst>
                        <a:lin ang="5400000" scaled="1"/>
                      </a:gradFill>
                      <a:latin typeface="+mn-ea"/>
                    </a:endParaRPr>
                  </a:p>
                </p:txBody>
              </p:sp>
              <p:sp>
                <p:nvSpPr>
                  <p:cNvPr id="365" name="자유형: 도형 364">
                    <a:extLst>
                      <a:ext uri="{FF2B5EF4-FFF2-40B4-BE49-F238E27FC236}">
                        <a16:creationId xmlns:a16="http://schemas.microsoft.com/office/drawing/2014/main" id="{EE4151B0-0B85-4CD6-BD1D-F02BB1A098B3}"/>
                      </a:ext>
                    </a:extLst>
                  </p:cNvPr>
                  <p:cNvSpPr/>
                  <p:nvPr/>
                </p:nvSpPr>
                <p:spPr>
                  <a:xfrm rot="2700000">
                    <a:off x="3081237" y="3615655"/>
                    <a:ext cx="59930" cy="60488"/>
                  </a:xfrm>
                  <a:custGeom>
                    <a:avLst/>
                    <a:gdLst>
                      <a:gd name="connsiteX0" fmla="*/ 0 w 167640"/>
                      <a:gd name="connsiteY0" fmla="*/ 0 h 243840"/>
                      <a:gd name="connsiteX1" fmla="*/ 167640 w 167640"/>
                      <a:gd name="connsiteY1" fmla="*/ 0 h 243840"/>
                      <a:gd name="connsiteX2" fmla="*/ 167640 w 167640"/>
                      <a:gd name="connsiteY2" fmla="*/ 243840 h 24384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67640" h="243840">
                        <a:moveTo>
                          <a:pt x="0" y="0"/>
                        </a:moveTo>
                        <a:lnTo>
                          <a:pt x="167640" y="0"/>
                        </a:lnTo>
                        <a:lnTo>
                          <a:pt x="167640" y="243840"/>
                        </a:lnTo>
                      </a:path>
                    </a:pathLst>
                  </a:custGeom>
                  <a:noFill/>
                  <a:ln w="19050">
                    <a:solidFill>
                      <a:srgbClr val="54657E"/>
                    </a:solidFill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ot="0" spcFirstLastPara="0" vertOverflow="overflow" horzOverflow="overflow" vert="horz" wrap="square" lIns="18000" tIns="18000" rIns="18000" bIns="1800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 defTabSz="621991" latinLnBrk="0">
                      <a:buSzPct val="80000"/>
                    </a:pPr>
                    <a:endParaRPr lang="ko-KR" altLang="en-US" sz="1100" b="1" kern="0">
                      <a:gradFill>
                        <a:gsLst>
                          <a:gs pos="0">
                            <a:srgbClr val="2C2C2C"/>
                          </a:gs>
                          <a:gs pos="51000">
                            <a:srgbClr val="2C2C2C"/>
                          </a:gs>
                        </a:gsLst>
                        <a:lin ang="5400000" scaled="1"/>
                      </a:gradFill>
                      <a:latin typeface="+mn-ea"/>
                    </a:endParaRPr>
                  </a:p>
                </p:txBody>
              </p:sp>
            </p:grpSp>
          </p:grpSp>
          <p:grpSp>
            <p:nvGrpSpPr>
              <p:cNvPr id="50" name="그룹 49">
                <a:extLst>
                  <a:ext uri="{FF2B5EF4-FFF2-40B4-BE49-F238E27FC236}">
                    <a16:creationId xmlns:a16="http://schemas.microsoft.com/office/drawing/2014/main" id="{26997034-FAD7-4674-8F91-7C6B30EA8B33}"/>
                  </a:ext>
                </a:extLst>
              </p:cNvPr>
              <p:cNvGrpSpPr/>
              <p:nvPr/>
            </p:nvGrpSpPr>
            <p:grpSpPr>
              <a:xfrm>
                <a:off x="1217509" y="3584848"/>
                <a:ext cx="669944" cy="360040"/>
                <a:chOff x="1265585" y="3692860"/>
                <a:chExt cx="669944" cy="360040"/>
              </a:xfrm>
            </p:grpSpPr>
            <p:sp>
              <p:nvSpPr>
                <p:cNvPr id="285" name="AutoShape 40"/>
                <p:cNvSpPr>
                  <a:spLocks noChangeArrowheads="1"/>
                </p:cNvSpPr>
                <p:nvPr/>
              </p:nvSpPr>
              <p:spPr bwMode="auto">
                <a:xfrm>
                  <a:off x="1265585" y="3899667"/>
                  <a:ext cx="669944" cy="153233"/>
                </a:xfrm>
                <a:prstGeom prst="roundRect">
                  <a:avLst>
                    <a:gd name="adj" fmla="val 16667"/>
                  </a:avLst>
                </a:prstGeom>
                <a:noFill/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eaLnBrk="0" hangingPunct="0"/>
                  <a:r>
                    <a:rPr lang="ko-KR" altLang="en-US" sz="90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ea"/>
                    </a:rPr>
                    <a:t>조직</a:t>
                  </a:r>
                  <a:r>
                    <a:rPr lang="en-US" altLang="ko-KR" sz="90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ea"/>
                    </a:rPr>
                    <a:t>/</a:t>
                  </a:r>
                  <a:r>
                    <a:rPr lang="ko-KR" altLang="en-US" sz="90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ea"/>
                    </a:rPr>
                    <a:t>인사정보</a:t>
                  </a:r>
                  <a:endParaRPr lang="en-US" altLang="ko-KR" sz="9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endParaRPr>
                </a:p>
              </p:txBody>
            </p:sp>
            <p:grpSp>
              <p:nvGrpSpPr>
                <p:cNvPr id="366" name="그룹 365">
                  <a:extLst>
                    <a:ext uri="{FF2B5EF4-FFF2-40B4-BE49-F238E27FC236}">
                      <a16:creationId xmlns:a16="http://schemas.microsoft.com/office/drawing/2014/main" id="{E7AFE790-99AD-4E8E-812B-39370152418E}"/>
                    </a:ext>
                  </a:extLst>
                </p:cNvPr>
                <p:cNvGrpSpPr/>
                <p:nvPr/>
              </p:nvGrpSpPr>
              <p:grpSpPr>
                <a:xfrm rot="16200000">
                  <a:off x="1518472" y="3692860"/>
                  <a:ext cx="164170" cy="164170"/>
                  <a:chOff x="3038086" y="3554721"/>
                  <a:chExt cx="182354" cy="182354"/>
                </a:xfrm>
              </p:grpSpPr>
              <p:sp>
                <p:nvSpPr>
                  <p:cNvPr id="367" name="타원 366">
                    <a:extLst>
                      <a:ext uri="{FF2B5EF4-FFF2-40B4-BE49-F238E27FC236}">
                        <a16:creationId xmlns:a16="http://schemas.microsoft.com/office/drawing/2014/main" id="{233C7C8E-1F48-4A36-ABC0-895287726ACB}"/>
                      </a:ext>
                    </a:extLst>
                  </p:cNvPr>
                  <p:cNvSpPr/>
                  <p:nvPr/>
                </p:nvSpPr>
                <p:spPr>
                  <a:xfrm>
                    <a:off x="3038086" y="3554721"/>
                    <a:ext cx="182354" cy="182354"/>
                  </a:xfrm>
                  <a:prstGeom prst="ellipse">
                    <a:avLst/>
                  </a:prstGeom>
                  <a:solidFill>
                    <a:schemeClr val="bg1"/>
                  </a:solidFill>
                  <a:ln w="19050">
                    <a:solidFill>
                      <a:srgbClr val="C00000"/>
                    </a:solidFill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lIns="18000" tIns="18000" rIns="18000" bIns="18000" rtlCol="0" anchor="ctr"/>
                  <a:lstStyle/>
                  <a:p>
                    <a:pPr algn="ctr" defTabSz="621991" latinLnBrk="0">
                      <a:buSzPct val="80000"/>
                    </a:pPr>
                    <a:endParaRPr lang="ko-KR" altLang="en-US" sz="1100" b="1" kern="0" dirty="0" err="1">
                      <a:gradFill>
                        <a:gsLst>
                          <a:gs pos="0">
                            <a:srgbClr val="2C2C2C"/>
                          </a:gs>
                          <a:gs pos="51000">
                            <a:srgbClr val="2C2C2C"/>
                          </a:gs>
                        </a:gsLst>
                        <a:lin ang="5400000" scaled="1"/>
                      </a:gradFill>
                      <a:latin typeface="+mn-ea"/>
                    </a:endParaRPr>
                  </a:p>
                </p:txBody>
              </p:sp>
              <p:sp>
                <p:nvSpPr>
                  <p:cNvPr id="368" name="자유형: 도형 367">
                    <a:extLst>
                      <a:ext uri="{FF2B5EF4-FFF2-40B4-BE49-F238E27FC236}">
                        <a16:creationId xmlns:a16="http://schemas.microsoft.com/office/drawing/2014/main" id="{2FC6BCA9-8270-45D3-9B24-5D128BAEE5B2}"/>
                      </a:ext>
                    </a:extLst>
                  </p:cNvPr>
                  <p:cNvSpPr/>
                  <p:nvPr/>
                </p:nvSpPr>
                <p:spPr>
                  <a:xfrm rot="2700000">
                    <a:off x="3081237" y="3615655"/>
                    <a:ext cx="59930" cy="60488"/>
                  </a:xfrm>
                  <a:custGeom>
                    <a:avLst/>
                    <a:gdLst>
                      <a:gd name="connsiteX0" fmla="*/ 0 w 167640"/>
                      <a:gd name="connsiteY0" fmla="*/ 0 h 243840"/>
                      <a:gd name="connsiteX1" fmla="*/ 167640 w 167640"/>
                      <a:gd name="connsiteY1" fmla="*/ 0 h 243840"/>
                      <a:gd name="connsiteX2" fmla="*/ 167640 w 167640"/>
                      <a:gd name="connsiteY2" fmla="*/ 243840 h 24384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67640" h="243840">
                        <a:moveTo>
                          <a:pt x="0" y="0"/>
                        </a:moveTo>
                        <a:lnTo>
                          <a:pt x="167640" y="0"/>
                        </a:lnTo>
                        <a:lnTo>
                          <a:pt x="167640" y="243840"/>
                        </a:lnTo>
                      </a:path>
                    </a:pathLst>
                  </a:custGeom>
                  <a:noFill/>
                  <a:ln w="19050">
                    <a:solidFill>
                      <a:srgbClr val="C00000"/>
                    </a:solidFill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ot="0" spcFirstLastPara="0" vertOverflow="overflow" horzOverflow="overflow" vert="horz" wrap="square" lIns="18000" tIns="18000" rIns="18000" bIns="1800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 defTabSz="621991" latinLnBrk="0">
                      <a:buSzPct val="80000"/>
                    </a:pPr>
                    <a:endParaRPr lang="ko-KR" altLang="en-US" sz="1100" b="1" kern="0">
                      <a:gradFill>
                        <a:gsLst>
                          <a:gs pos="0">
                            <a:srgbClr val="2C2C2C"/>
                          </a:gs>
                          <a:gs pos="51000">
                            <a:srgbClr val="2C2C2C"/>
                          </a:gs>
                        </a:gsLst>
                        <a:lin ang="5400000" scaled="1"/>
                      </a:gradFill>
                      <a:latin typeface="+mn-ea"/>
                    </a:endParaRPr>
                  </a:p>
                </p:txBody>
              </p:sp>
            </p:grpSp>
          </p:grpSp>
          <p:grpSp>
            <p:nvGrpSpPr>
              <p:cNvPr id="46" name="그룹 45">
                <a:extLst>
                  <a:ext uri="{FF2B5EF4-FFF2-40B4-BE49-F238E27FC236}">
                    <a16:creationId xmlns:a16="http://schemas.microsoft.com/office/drawing/2014/main" id="{90D863ED-1D31-47D3-8918-84E1BF36AA0B}"/>
                  </a:ext>
                </a:extLst>
              </p:cNvPr>
              <p:cNvGrpSpPr/>
              <p:nvPr/>
            </p:nvGrpSpPr>
            <p:grpSpPr>
              <a:xfrm>
                <a:off x="3091343" y="3584848"/>
                <a:ext cx="428873" cy="360040"/>
                <a:chOff x="3032956" y="3692860"/>
                <a:chExt cx="428873" cy="360040"/>
              </a:xfrm>
            </p:grpSpPr>
            <p:sp>
              <p:nvSpPr>
                <p:cNvPr id="286" name="AutoShape 40"/>
                <p:cNvSpPr>
                  <a:spLocks noChangeArrowheads="1"/>
                </p:cNvSpPr>
                <p:nvPr/>
              </p:nvSpPr>
              <p:spPr bwMode="auto">
                <a:xfrm>
                  <a:off x="3032956" y="3899667"/>
                  <a:ext cx="428873" cy="153233"/>
                </a:xfrm>
                <a:prstGeom prst="roundRect">
                  <a:avLst>
                    <a:gd name="adj" fmla="val 16667"/>
                  </a:avLst>
                </a:prstGeom>
                <a:noFill/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eaLnBrk="0" hangingPunct="0"/>
                  <a:r>
                    <a:rPr lang="ko-KR" altLang="en-US" sz="90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ea"/>
                    </a:rPr>
                    <a:t>예산통제</a:t>
                  </a:r>
                </a:p>
              </p:txBody>
            </p:sp>
            <p:grpSp>
              <p:nvGrpSpPr>
                <p:cNvPr id="369" name="그룹 368">
                  <a:extLst>
                    <a:ext uri="{FF2B5EF4-FFF2-40B4-BE49-F238E27FC236}">
                      <a16:creationId xmlns:a16="http://schemas.microsoft.com/office/drawing/2014/main" id="{B0FC464B-8B22-4929-B390-42C165CAAA8C}"/>
                    </a:ext>
                  </a:extLst>
                </p:cNvPr>
                <p:cNvGrpSpPr/>
                <p:nvPr/>
              </p:nvGrpSpPr>
              <p:grpSpPr>
                <a:xfrm rot="5400000">
                  <a:off x="3165307" y="3692860"/>
                  <a:ext cx="164170" cy="164170"/>
                  <a:chOff x="3038100" y="3554714"/>
                  <a:chExt cx="182355" cy="182354"/>
                </a:xfrm>
              </p:grpSpPr>
              <p:sp>
                <p:nvSpPr>
                  <p:cNvPr id="370" name="타원 369">
                    <a:extLst>
                      <a:ext uri="{FF2B5EF4-FFF2-40B4-BE49-F238E27FC236}">
                        <a16:creationId xmlns:a16="http://schemas.microsoft.com/office/drawing/2014/main" id="{469CA379-1A4D-47F5-B899-9A30EB8BC71C}"/>
                      </a:ext>
                    </a:extLst>
                  </p:cNvPr>
                  <p:cNvSpPr/>
                  <p:nvPr/>
                </p:nvSpPr>
                <p:spPr>
                  <a:xfrm>
                    <a:off x="3038100" y="3554714"/>
                    <a:ext cx="182355" cy="182354"/>
                  </a:xfrm>
                  <a:prstGeom prst="ellipse">
                    <a:avLst/>
                  </a:prstGeom>
                  <a:solidFill>
                    <a:schemeClr val="bg1"/>
                  </a:solidFill>
                  <a:ln w="19050">
                    <a:solidFill>
                      <a:srgbClr val="46556A"/>
                    </a:solidFill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lIns="18000" tIns="18000" rIns="18000" bIns="18000" rtlCol="0" anchor="ctr"/>
                  <a:lstStyle/>
                  <a:p>
                    <a:pPr algn="ctr" defTabSz="621991" latinLnBrk="0">
                      <a:buSzPct val="80000"/>
                    </a:pPr>
                    <a:endParaRPr lang="ko-KR" altLang="en-US" sz="1100" b="1" kern="0" dirty="0" err="1">
                      <a:gradFill>
                        <a:gsLst>
                          <a:gs pos="0">
                            <a:srgbClr val="2C2C2C"/>
                          </a:gs>
                          <a:gs pos="51000">
                            <a:srgbClr val="2C2C2C"/>
                          </a:gs>
                        </a:gsLst>
                        <a:lin ang="5400000" scaled="1"/>
                      </a:gradFill>
                      <a:latin typeface="+mn-ea"/>
                    </a:endParaRPr>
                  </a:p>
                </p:txBody>
              </p:sp>
              <p:sp>
                <p:nvSpPr>
                  <p:cNvPr id="371" name="자유형: 도형 370">
                    <a:extLst>
                      <a:ext uri="{FF2B5EF4-FFF2-40B4-BE49-F238E27FC236}">
                        <a16:creationId xmlns:a16="http://schemas.microsoft.com/office/drawing/2014/main" id="{7155E6D4-5589-41E8-95FF-4D412F58A89C}"/>
                      </a:ext>
                    </a:extLst>
                  </p:cNvPr>
                  <p:cNvSpPr/>
                  <p:nvPr/>
                </p:nvSpPr>
                <p:spPr>
                  <a:xfrm rot="2700000">
                    <a:off x="3081237" y="3615655"/>
                    <a:ext cx="59930" cy="60488"/>
                  </a:xfrm>
                  <a:custGeom>
                    <a:avLst/>
                    <a:gdLst>
                      <a:gd name="connsiteX0" fmla="*/ 0 w 167640"/>
                      <a:gd name="connsiteY0" fmla="*/ 0 h 243840"/>
                      <a:gd name="connsiteX1" fmla="*/ 167640 w 167640"/>
                      <a:gd name="connsiteY1" fmla="*/ 0 h 243840"/>
                      <a:gd name="connsiteX2" fmla="*/ 167640 w 167640"/>
                      <a:gd name="connsiteY2" fmla="*/ 243840 h 24384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67640" h="243840">
                        <a:moveTo>
                          <a:pt x="0" y="0"/>
                        </a:moveTo>
                        <a:lnTo>
                          <a:pt x="167640" y="0"/>
                        </a:lnTo>
                        <a:lnTo>
                          <a:pt x="167640" y="243840"/>
                        </a:lnTo>
                      </a:path>
                    </a:pathLst>
                  </a:custGeom>
                  <a:noFill/>
                  <a:ln w="19050">
                    <a:solidFill>
                      <a:srgbClr val="54657E"/>
                    </a:solidFill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ot="0" spcFirstLastPara="0" vertOverflow="overflow" horzOverflow="overflow" vert="horz" wrap="square" lIns="18000" tIns="18000" rIns="18000" bIns="1800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 defTabSz="621991" latinLnBrk="0">
                      <a:buSzPct val="80000"/>
                    </a:pPr>
                    <a:endParaRPr lang="ko-KR" altLang="en-US" sz="1100" b="1" kern="0">
                      <a:gradFill>
                        <a:gsLst>
                          <a:gs pos="0">
                            <a:srgbClr val="2C2C2C"/>
                          </a:gs>
                          <a:gs pos="51000">
                            <a:srgbClr val="2C2C2C"/>
                          </a:gs>
                        </a:gsLst>
                        <a:lin ang="5400000" scaled="1"/>
                      </a:gradFill>
                      <a:latin typeface="+mn-ea"/>
                    </a:endParaRPr>
                  </a:p>
                </p:txBody>
              </p:sp>
            </p:grpSp>
          </p:grpSp>
          <p:grpSp>
            <p:nvGrpSpPr>
              <p:cNvPr id="47" name="그룹 46">
                <a:extLst>
                  <a:ext uri="{FF2B5EF4-FFF2-40B4-BE49-F238E27FC236}">
                    <a16:creationId xmlns:a16="http://schemas.microsoft.com/office/drawing/2014/main" id="{8F571F4B-BAB7-42F4-9B21-0249E73AFCDC}"/>
                  </a:ext>
                </a:extLst>
              </p:cNvPr>
              <p:cNvGrpSpPr/>
              <p:nvPr/>
            </p:nvGrpSpPr>
            <p:grpSpPr>
              <a:xfrm>
                <a:off x="3796176" y="3584848"/>
                <a:ext cx="428873" cy="360040"/>
                <a:chOff x="3753036" y="3692860"/>
                <a:chExt cx="428873" cy="360040"/>
              </a:xfrm>
            </p:grpSpPr>
            <p:sp>
              <p:nvSpPr>
                <p:cNvPr id="287" name="AutoShape 40"/>
                <p:cNvSpPr>
                  <a:spLocks noChangeArrowheads="1"/>
                </p:cNvSpPr>
                <p:nvPr/>
              </p:nvSpPr>
              <p:spPr bwMode="auto">
                <a:xfrm>
                  <a:off x="3753036" y="3899667"/>
                  <a:ext cx="428873" cy="153233"/>
                </a:xfrm>
                <a:prstGeom prst="roundRect">
                  <a:avLst>
                    <a:gd name="adj" fmla="val 16667"/>
                  </a:avLst>
                </a:prstGeom>
                <a:noFill/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eaLnBrk="0" hangingPunct="0"/>
                  <a:r>
                    <a:rPr lang="ko-KR" altLang="en-US" sz="90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ea"/>
                    </a:rPr>
                    <a:t>급여연계</a:t>
                  </a:r>
                </a:p>
              </p:txBody>
            </p:sp>
            <p:grpSp>
              <p:nvGrpSpPr>
                <p:cNvPr id="372" name="그룹 371">
                  <a:extLst>
                    <a:ext uri="{FF2B5EF4-FFF2-40B4-BE49-F238E27FC236}">
                      <a16:creationId xmlns:a16="http://schemas.microsoft.com/office/drawing/2014/main" id="{9A8E53D2-3F4B-442E-952B-15DDBFD7DBB0}"/>
                    </a:ext>
                  </a:extLst>
                </p:cNvPr>
                <p:cNvGrpSpPr/>
                <p:nvPr/>
              </p:nvGrpSpPr>
              <p:grpSpPr>
                <a:xfrm rot="5400000">
                  <a:off x="3885387" y="3692860"/>
                  <a:ext cx="164170" cy="164170"/>
                  <a:chOff x="3038100" y="3554714"/>
                  <a:chExt cx="182355" cy="182354"/>
                </a:xfrm>
              </p:grpSpPr>
              <p:sp>
                <p:nvSpPr>
                  <p:cNvPr id="373" name="타원 372">
                    <a:extLst>
                      <a:ext uri="{FF2B5EF4-FFF2-40B4-BE49-F238E27FC236}">
                        <a16:creationId xmlns:a16="http://schemas.microsoft.com/office/drawing/2014/main" id="{6DFA45F8-7CEC-464D-B124-4E78805AFCE3}"/>
                      </a:ext>
                    </a:extLst>
                  </p:cNvPr>
                  <p:cNvSpPr/>
                  <p:nvPr/>
                </p:nvSpPr>
                <p:spPr>
                  <a:xfrm>
                    <a:off x="3038100" y="3554714"/>
                    <a:ext cx="182355" cy="182354"/>
                  </a:xfrm>
                  <a:prstGeom prst="ellipse">
                    <a:avLst/>
                  </a:prstGeom>
                  <a:solidFill>
                    <a:schemeClr val="bg1"/>
                  </a:solidFill>
                  <a:ln w="19050">
                    <a:solidFill>
                      <a:srgbClr val="46556A"/>
                    </a:solidFill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lIns="18000" tIns="18000" rIns="18000" bIns="18000" rtlCol="0" anchor="ctr"/>
                  <a:lstStyle/>
                  <a:p>
                    <a:pPr algn="ctr" defTabSz="621991" latinLnBrk="0">
                      <a:buSzPct val="80000"/>
                    </a:pPr>
                    <a:endParaRPr lang="ko-KR" altLang="en-US" sz="1100" b="1" kern="0" dirty="0" err="1">
                      <a:gradFill>
                        <a:gsLst>
                          <a:gs pos="0">
                            <a:srgbClr val="2C2C2C"/>
                          </a:gs>
                          <a:gs pos="51000">
                            <a:srgbClr val="2C2C2C"/>
                          </a:gs>
                        </a:gsLst>
                        <a:lin ang="5400000" scaled="1"/>
                      </a:gradFill>
                      <a:latin typeface="+mn-ea"/>
                    </a:endParaRPr>
                  </a:p>
                </p:txBody>
              </p:sp>
              <p:sp>
                <p:nvSpPr>
                  <p:cNvPr id="374" name="자유형: 도형 373">
                    <a:extLst>
                      <a:ext uri="{FF2B5EF4-FFF2-40B4-BE49-F238E27FC236}">
                        <a16:creationId xmlns:a16="http://schemas.microsoft.com/office/drawing/2014/main" id="{1E914926-3263-4C7A-95EB-9C1156345B85}"/>
                      </a:ext>
                    </a:extLst>
                  </p:cNvPr>
                  <p:cNvSpPr/>
                  <p:nvPr/>
                </p:nvSpPr>
                <p:spPr>
                  <a:xfrm rot="2700000">
                    <a:off x="3081237" y="3615655"/>
                    <a:ext cx="59930" cy="60488"/>
                  </a:xfrm>
                  <a:custGeom>
                    <a:avLst/>
                    <a:gdLst>
                      <a:gd name="connsiteX0" fmla="*/ 0 w 167640"/>
                      <a:gd name="connsiteY0" fmla="*/ 0 h 243840"/>
                      <a:gd name="connsiteX1" fmla="*/ 167640 w 167640"/>
                      <a:gd name="connsiteY1" fmla="*/ 0 h 243840"/>
                      <a:gd name="connsiteX2" fmla="*/ 167640 w 167640"/>
                      <a:gd name="connsiteY2" fmla="*/ 243840 h 24384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67640" h="243840">
                        <a:moveTo>
                          <a:pt x="0" y="0"/>
                        </a:moveTo>
                        <a:lnTo>
                          <a:pt x="167640" y="0"/>
                        </a:lnTo>
                        <a:lnTo>
                          <a:pt x="167640" y="243840"/>
                        </a:lnTo>
                      </a:path>
                    </a:pathLst>
                  </a:custGeom>
                  <a:noFill/>
                  <a:ln w="19050">
                    <a:solidFill>
                      <a:srgbClr val="54657E"/>
                    </a:solidFill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ot="0" spcFirstLastPara="0" vertOverflow="overflow" horzOverflow="overflow" vert="horz" wrap="square" lIns="18000" tIns="18000" rIns="18000" bIns="1800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 defTabSz="621991" latinLnBrk="0">
                      <a:buSzPct val="80000"/>
                    </a:pPr>
                    <a:endParaRPr lang="ko-KR" altLang="en-US" sz="1100" b="1" kern="0">
                      <a:gradFill>
                        <a:gsLst>
                          <a:gs pos="0">
                            <a:srgbClr val="2C2C2C"/>
                          </a:gs>
                          <a:gs pos="51000">
                            <a:srgbClr val="2C2C2C"/>
                          </a:gs>
                        </a:gsLst>
                        <a:lin ang="5400000" scaled="1"/>
                      </a:gradFill>
                      <a:latin typeface="+mn-ea"/>
                    </a:endParaRPr>
                  </a:p>
                </p:txBody>
              </p:sp>
            </p:grpSp>
          </p:grpSp>
          <p:grpSp>
            <p:nvGrpSpPr>
              <p:cNvPr id="48" name="그룹 47">
                <a:extLst>
                  <a:ext uri="{FF2B5EF4-FFF2-40B4-BE49-F238E27FC236}">
                    <a16:creationId xmlns:a16="http://schemas.microsoft.com/office/drawing/2014/main" id="{17076025-7004-4099-87D5-86DC3431614A}"/>
                  </a:ext>
                </a:extLst>
              </p:cNvPr>
              <p:cNvGrpSpPr/>
              <p:nvPr/>
            </p:nvGrpSpPr>
            <p:grpSpPr>
              <a:xfrm>
                <a:off x="4501009" y="3584848"/>
                <a:ext cx="704258" cy="360040"/>
                <a:chOff x="4617132" y="3692860"/>
                <a:chExt cx="704258" cy="360040"/>
              </a:xfrm>
            </p:grpSpPr>
            <p:sp>
              <p:nvSpPr>
                <p:cNvPr id="288" name="AutoShape 40"/>
                <p:cNvSpPr>
                  <a:spLocks noChangeArrowheads="1"/>
                </p:cNvSpPr>
                <p:nvPr/>
              </p:nvSpPr>
              <p:spPr bwMode="auto">
                <a:xfrm>
                  <a:off x="4617132" y="3899667"/>
                  <a:ext cx="704258" cy="153233"/>
                </a:xfrm>
                <a:prstGeom prst="roundRect">
                  <a:avLst>
                    <a:gd name="adj" fmla="val 16667"/>
                  </a:avLst>
                </a:prstGeom>
                <a:noFill/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eaLnBrk="0" hangingPunct="0"/>
                  <a:r>
                    <a:rPr lang="ko-KR" altLang="en-US" sz="90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ea"/>
                    </a:rPr>
                    <a:t>카드</a:t>
                  </a:r>
                  <a:r>
                    <a:rPr lang="en-US" altLang="ko-KR" sz="90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ea"/>
                    </a:rPr>
                    <a:t>/</a:t>
                  </a:r>
                  <a:r>
                    <a:rPr lang="ko-KR" altLang="en-US" sz="90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ea"/>
                    </a:rPr>
                    <a:t>은행 내역</a:t>
                  </a:r>
                </a:p>
              </p:txBody>
            </p:sp>
            <p:grpSp>
              <p:nvGrpSpPr>
                <p:cNvPr id="375" name="그룹 374">
                  <a:extLst>
                    <a:ext uri="{FF2B5EF4-FFF2-40B4-BE49-F238E27FC236}">
                      <a16:creationId xmlns:a16="http://schemas.microsoft.com/office/drawing/2014/main" id="{B5687E16-9C06-43E7-8421-D5A48E31EDB1}"/>
                    </a:ext>
                  </a:extLst>
                </p:cNvPr>
                <p:cNvGrpSpPr/>
                <p:nvPr/>
              </p:nvGrpSpPr>
              <p:grpSpPr>
                <a:xfrm rot="5400000">
                  <a:off x="4887176" y="3692860"/>
                  <a:ext cx="164170" cy="164170"/>
                  <a:chOff x="3038100" y="3554714"/>
                  <a:chExt cx="182355" cy="182354"/>
                </a:xfrm>
              </p:grpSpPr>
              <p:sp>
                <p:nvSpPr>
                  <p:cNvPr id="376" name="타원 375">
                    <a:extLst>
                      <a:ext uri="{FF2B5EF4-FFF2-40B4-BE49-F238E27FC236}">
                        <a16:creationId xmlns:a16="http://schemas.microsoft.com/office/drawing/2014/main" id="{8E00FC30-40F7-4030-81D5-FFC0178137A0}"/>
                      </a:ext>
                    </a:extLst>
                  </p:cNvPr>
                  <p:cNvSpPr/>
                  <p:nvPr/>
                </p:nvSpPr>
                <p:spPr>
                  <a:xfrm>
                    <a:off x="3038100" y="3554714"/>
                    <a:ext cx="182355" cy="182354"/>
                  </a:xfrm>
                  <a:prstGeom prst="ellipse">
                    <a:avLst/>
                  </a:prstGeom>
                  <a:solidFill>
                    <a:schemeClr val="bg1"/>
                  </a:solidFill>
                  <a:ln w="19050">
                    <a:solidFill>
                      <a:srgbClr val="46556A"/>
                    </a:solidFill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lIns="18000" tIns="18000" rIns="18000" bIns="18000" rtlCol="0" anchor="ctr"/>
                  <a:lstStyle/>
                  <a:p>
                    <a:pPr algn="ctr" defTabSz="621991" latinLnBrk="0">
                      <a:buSzPct val="80000"/>
                    </a:pPr>
                    <a:endParaRPr lang="ko-KR" altLang="en-US" sz="1100" b="1" kern="0" dirty="0" err="1">
                      <a:gradFill>
                        <a:gsLst>
                          <a:gs pos="0">
                            <a:srgbClr val="2C2C2C"/>
                          </a:gs>
                          <a:gs pos="51000">
                            <a:srgbClr val="2C2C2C"/>
                          </a:gs>
                        </a:gsLst>
                        <a:lin ang="5400000" scaled="1"/>
                      </a:gradFill>
                      <a:latin typeface="+mn-ea"/>
                    </a:endParaRPr>
                  </a:p>
                </p:txBody>
              </p:sp>
              <p:sp>
                <p:nvSpPr>
                  <p:cNvPr id="377" name="자유형: 도형 376">
                    <a:extLst>
                      <a:ext uri="{FF2B5EF4-FFF2-40B4-BE49-F238E27FC236}">
                        <a16:creationId xmlns:a16="http://schemas.microsoft.com/office/drawing/2014/main" id="{FB001859-5DB1-4B28-80B8-AE3EF3D90049}"/>
                      </a:ext>
                    </a:extLst>
                  </p:cNvPr>
                  <p:cNvSpPr/>
                  <p:nvPr/>
                </p:nvSpPr>
                <p:spPr>
                  <a:xfrm rot="2700000">
                    <a:off x="3081237" y="3615655"/>
                    <a:ext cx="59930" cy="60488"/>
                  </a:xfrm>
                  <a:custGeom>
                    <a:avLst/>
                    <a:gdLst>
                      <a:gd name="connsiteX0" fmla="*/ 0 w 167640"/>
                      <a:gd name="connsiteY0" fmla="*/ 0 h 243840"/>
                      <a:gd name="connsiteX1" fmla="*/ 167640 w 167640"/>
                      <a:gd name="connsiteY1" fmla="*/ 0 h 243840"/>
                      <a:gd name="connsiteX2" fmla="*/ 167640 w 167640"/>
                      <a:gd name="connsiteY2" fmla="*/ 243840 h 24384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67640" h="243840">
                        <a:moveTo>
                          <a:pt x="0" y="0"/>
                        </a:moveTo>
                        <a:lnTo>
                          <a:pt x="167640" y="0"/>
                        </a:lnTo>
                        <a:lnTo>
                          <a:pt x="167640" y="243840"/>
                        </a:lnTo>
                      </a:path>
                    </a:pathLst>
                  </a:custGeom>
                  <a:noFill/>
                  <a:ln w="19050">
                    <a:solidFill>
                      <a:srgbClr val="54657E"/>
                    </a:solidFill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ot="0" spcFirstLastPara="0" vertOverflow="overflow" horzOverflow="overflow" vert="horz" wrap="square" lIns="18000" tIns="18000" rIns="18000" bIns="1800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 defTabSz="621991" latinLnBrk="0">
                      <a:buSzPct val="80000"/>
                    </a:pPr>
                    <a:endParaRPr lang="ko-KR" altLang="en-US" sz="1100" b="1" kern="0">
                      <a:gradFill>
                        <a:gsLst>
                          <a:gs pos="0">
                            <a:srgbClr val="2C2C2C"/>
                          </a:gs>
                          <a:gs pos="51000">
                            <a:srgbClr val="2C2C2C"/>
                          </a:gs>
                        </a:gsLst>
                        <a:lin ang="5400000" scaled="1"/>
                      </a:gradFill>
                      <a:latin typeface="+mn-ea"/>
                    </a:endParaRPr>
                  </a:p>
                </p:txBody>
              </p:sp>
            </p:grpSp>
          </p:grpSp>
          <p:grpSp>
            <p:nvGrpSpPr>
              <p:cNvPr id="49" name="그룹 48">
                <a:extLst>
                  <a:ext uri="{FF2B5EF4-FFF2-40B4-BE49-F238E27FC236}">
                    <a16:creationId xmlns:a16="http://schemas.microsoft.com/office/drawing/2014/main" id="{848804C1-376C-4F58-9462-00B013B2A4C3}"/>
                  </a:ext>
                </a:extLst>
              </p:cNvPr>
              <p:cNvGrpSpPr/>
              <p:nvPr/>
            </p:nvGrpSpPr>
            <p:grpSpPr>
              <a:xfrm>
                <a:off x="5409220" y="3584848"/>
                <a:ext cx="867519" cy="360040"/>
                <a:chOff x="5550061" y="3692860"/>
                <a:chExt cx="867519" cy="360040"/>
              </a:xfrm>
            </p:grpSpPr>
            <p:sp>
              <p:nvSpPr>
                <p:cNvPr id="289" name="AutoShape 40"/>
                <p:cNvSpPr>
                  <a:spLocks noChangeArrowheads="1"/>
                </p:cNvSpPr>
                <p:nvPr/>
              </p:nvSpPr>
              <p:spPr bwMode="auto">
                <a:xfrm>
                  <a:off x="5550061" y="3899667"/>
                  <a:ext cx="867519" cy="153233"/>
                </a:xfrm>
                <a:prstGeom prst="roundRect">
                  <a:avLst>
                    <a:gd name="adj" fmla="val 16667"/>
                  </a:avLst>
                </a:prstGeom>
                <a:noFill/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eaLnBrk="0" hangingPunct="0"/>
                  <a:r>
                    <a:rPr lang="ko-KR" altLang="en-US" sz="90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ea"/>
                    </a:rPr>
                    <a:t>조직</a:t>
                  </a:r>
                  <a:r>
                    <a:rPr lang="en-US" altLang="ko-KR" sz="90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ea"/>
                    </a:rPr>
                    <a:t>/</a:t>
                  </a:r>
                  <a:r>
                    <a:rPr lang="ko-KR" altLang="en-US" sz="90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ea"/>
                    </a:rPr>
                    <a:t>개인알림정보</a:t>
                  </a:r>
                </a:p>
              </p:txBody>
            </p:sp>
            <p:grpSp>
              <p:nvGrpSpPr>
                <p:cNvPr id="378" name="그룹 377">
                  <a:extLst>
                    <a:ext uri="{FF2B5EF4-FFF2-40B4-BE49-F238E27FC236}">
                      <a16:creationId xmlns:a16="http://schemas.microsoft.com/office/drawing/2014/main" id="{FB1EC7FB-A92A-481B-A619-AB9D45483C41}"/>
                    </a:ext>
                  </a:extLst>
                </p:cNvPr>
                <p:cNvGrpSpPr/>
                <p:nvPr/>
              </p:nvGrpSpPr>
              <p:grpSpPr>
                <a:xfrm rot="5400000">
                  <a:off x="5901735" y="3692860"/>
                  <a:ext cx="164170" cy="164170"/>
                  <a:chOff x="3038100" y="3554714"/>
                  <a:chExt cx="182355" cy="182354"/>
                </a:xfrm>
              </p:grpSpPr>
              <p:sp>
                <p:nvSpPr>
                  <p:cNvPr id="379" name="타원 378">
                    <a:extLst>
                      <a:ext uri="{FF2B5EF4-FFF2-40B4-BE49-F238E27FC236}">
                        <a16:creationId xmlns:a16="http://schemas.microsoft.com/office/drawing/2014/main" id="{AD68B862-EA67-43EC-B35C-CF6A9334B58B}"/>
                      </a:ext>
                    </a:extLst>
                  </p:cNvPr>
                  <p:cNvSpPr/>
                  <p:nvPr/>
                </p:nvSpPr>
                <p:spPr>
                  <a:xfrm>
                    <a:off x="3038100" y="3554714"/>
                    <a:ext cx="182355" cy="182354"/>
                  </a:xfrm>
                  <a:prstGeom prst="ellipse">
                    <a:avLst/>
                  </a:prstGeom>
                  <a:solidFill>
                    <a:schemeClr val="bg1"/>
                  </a:solidFill>
                  <a:ln w="19050">
                    <a:solidFill>
                      <a:srgbClr val="46556A"/>
                    </a:solidFill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lIns="18000" tIns="18000" rIns="18000" bIns="18000" rtlCol="0" anchor="ctr"/>
                  <a:lstStyle/>
                  <a:p>
                    <a:pPr algn="ctr" defTabSz="621991" latinLnBrk="0">
                      <a:buSzPct val="80000"/>
                    </a:pPr>
                    <a:endParaRPr lang="ko-KR" altLang="en-US" sz="1100" b="1" kern="0" dirty="0" err="1">
                      <a:gradFill>
                        <a:gsLst>
                          <a:gs pos="0">
                            <a:srgbClr val="2C2C2C"/>
                          </a:gs>
                          <a:gs pos="51000">
                            <a:srgbClr val="2C2C2C"/>
                          </a:gs>
                        </a:gsLst>
                        <a:lin ang="5400000" scaled="1"/>
                      </a:gradFill>
                      <a:latin typeface="+mn-ea"/>
                    </a:endParaRPr>
                  </a:p>
                </p:txBody>
              </p:sp>
              <p:sp>
                <p:nvSpPr>
                  <p:cNvPr id="380" name="자유형: 도형 379">
                    <a:extLst>
                      <a:ext uri="{FF2B5EF4-FFF2-40B4-BE49-F238E27FC236}">
                        <a16:creationId xmlns:a16="http://schemas.microsoft.com/office/drawing/2014/main" id="{B34B4653-D6B2-4BBF-A8A4-D252E983425F}"/>
                      </a:ext>
                    </a:extLst>
                  </p:cNvPr>
                  <p:cNvSpPr/>
                  <p:nvPr/>
                </p:nvSpPr>
                <p:spPr>
                  <a:xfrm rot="2700000">
                    <a:off x="3081237" y="3615655"/>
                    <a:ext cx="59930" cy="60488"/>
                  </a:xfrm>
                  <a:custGeom>
                    <a:avLst/>
                    <a:gdLst>
                      <a:gd name="connsiteX0" fmla="*/ 0 w 167640"/>
                      <a:gd name="connsiteY0" fmla="*/ 0 h 243840"/>
                      <a:gd name="connsiteX1" fmla="*/ 167640 w 167640"/>
                      <a:gd name="connsiteY1" fmla="*/ 0 h 243840"/>
                      <a:gd name="connsiteX2" fmla="*/ 167640 w 167640"/>
                      <a:gd name="connsiteY2" fmla="*/ 243840 h 24384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67640" h="243840">
                        <a:moveTo>
                          <a:pt x="0" y="0"/>
                        </a:moveTo>
                        <a:lnTo>
                          <a:pt x="167640" y="0"/>
                        </a:lnTo>
                        <a:lnTo>
                          <a:pt x="167640" y="243840"/>
                        </a:lnTo>
                      </a:path>
                    </a:pathLst>
                  </a:custGeom>
                  <a:noFill/>
                  <a:ln w="19050">
                    <a:solidFill>
                      <a:srgbClr val="54657E"/>
                    </a:solidFill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ot="0" spcFirstLastPara="0" vertOverflow="overflow" horzOverflow="overflow" vert="horz" wrap="square" lIns="18000" tIns="18000" rIns="18000" bIns="1800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 defTabSz="621991" latinLnBrk="0">
                      <a:buSzPct val="80000"/>
                    </a:pPr>
                    <a:endParaRPr lang="ko-KR" altLang="en-US" sz="1100" b="1" kern="0">
                      <a:gradFill>
                        <a:gsLst>
                          <a:gs pos="0">
                            <a:srgbClr val="2C2C2C"/>
                          </a:gs>
                          <a:gs pos="51000">
                            <a:srgbClr val="2C2C2C"/>
                          </a:gs>
                        </a:gsLst>
                        <a:lin ang="5400000" scaled="1"/>
                      </a:gradFill>
                      <a:latin typeface="+mn-ea"/>
                    </a:endParaRPr>
                  </a:p>
                </p:txBody>
              </p:sp>
            </p:grpSp>
          </p:grpSp>
          <p:grpSp>
            <p:nvGrpSpPr>
              <p:cNvPr id="45" name="그룹 44">
                <a:extLst>
                  <a:ext uri="{FF2B5EF4-FFF2-40B4-BE49-F238E27FC236}">
                    <a16:creationId xmlns:a16="http://schemas.microsoft.com/office/drawing/2014/main" id="{8A4F0813-06B3-4C3E-AE4C-C29919B2C2A4}"/>
                  </a:ext>
                </a:extLst>
              </p:cNvPr>
              <p:cNvGrpSpPr/>
              <p:nvPr/>
            </p:nvGrpSpPr>
            <p:grpSpPr>
              <a:xfrm>
                <a:off x="2163413" y="3584849"/>
                <a:ext cx="651970" cy="360039"/>
                <a:chOff x="2182294" y="3692861"/>
                <a:chExt cx="651970" cy="360039"/>
              </a:xfrm>
            </p:grpSpPr>
            <p:sp>
              <p:nvSpPr>
                <p:cNvPr id="381" name="AutoShape 40">
                  <a:extLst>
                    <a:ext uri="{FF2B5EF4-FFF2-40B4-BE49-F238E27FC236}">
                      <a16:creationId xmlns:a16="http://schemas.microsoft.com/office/drawing/2014/main" id="{4420FF51-6F62-438A-8BB6-A06E1A34696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82294" y="3899667"/>
                  <a:ext cx="651970" cy="153233"/>
                </a:xfrm>
                <a:prstGeom prst="roundRect">
                  <a:avLst>
                    <a:gd name="adj" fmla="val 16667"/>
                  </a:avLst>
                </a:prstGeom>
                <a:noFill/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eaLnBrk="0" hangingPunct="0"/>
                  <a:r>
                    <a:rPr lang="ko-KR" altLang="en-US" sz="90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ea"/>
                    </a:rPr>
                    <a:t>각종 지출결의</a:t>
                  </a:r>
                </a:p>
              </p:txBody>
            </p:sp>
            <p:grpSp>
              <p:nvGrpSpPr>
                <p:cNvPr id="382" name="그룹 381">
                  <a:extLst>
                    <a:ext uri="{FF2B5EF4-FFF2-40B4-BE49-F238E27FC236}">
                      <a16:creationId xmlns:a16="http://schemas.microsoft.com/office/drawing/2014/main" id="{9D1F8B64-005F-4ABC-B907-812250C08521}"/>
                    </a:ext>
                  </a:extLst>
                </p:cNvPr>
                <p:cNvGrpSpPr/>
                <p:nvPr/>
              </p:nvGrpSpPr>
              <p:grpSpPr>
                <a:xfrm rot="16200000">
                  <a:off x="2426194" y="3692861"/>
                  <a:ext cx="164170" cy="164170"/>
                  <a:chOff x="3038086" y="3554721"/>
                  <a:chExt cx="182354" cy="182354"/>
                </a:xfrm>
              </p:grpSpPr>
              <p:sp>
                <p:nvSpPr>
                  <p:cNvPr id="383" name="타원 382">
                    <a:extLst>
                      <a:ext uri="{FF2B5EF4-FFF2-40B4-BE49-F238E27FC236}">
                        <a16:creationId xmlns:a16="http://schemas.microsoft.com/office/drawing/2014/main" id="{58CCDA6C-E385-4F0B-8BA0-352BD8731F08}"/>
                      </a:ext>
                    </a:extLst>
                  </p:cNvPr>
                  <p:cNvSpPr/>
                  <p:nvPr/>
                </p:nvSpPr>
                <p:spPr>
                  <a:xfrm>
                    <a:off x="3038086" y="3554721"/>
                    <a:ext cx="182354" cy="182354"/>
                  </a:xfrm>
                  <a:prstGeom prst="ellipse">
                    <a:avLst/>
                  </a:prstGeom>
                  <a:solidFill>
                    <a:schemeClr val="bg1"/>
                  </a:solidFill>
                  <a:ln w="19050">
                    <a:solidFill>
                      <a:srgbClr val="C00000"/>
                    </a:solidFill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lIns="18000" tIns="18000" rIns="18000" bIns="18000" rtlCol="0" anchor="ctr"/>
                  <a:lstStyle/>
                  <a:p>
                    <a:pPr algn="ctr" defTabSz="621991" latinLnBrk="0">
                      <a:buSzPct val="80000"/>
                    </a:pPr>
                    <a:endParaRPr lang="ko-KR" altLang="en-US" sz="1100" b="1" kern="0" dirty="0" err="1">
                      <a:gradFill>
                        <a:gsLst>
                          <a:gs pos="0">
                            <a:srgbClr val="2C2C2C"/>
                          </a:gs>
                          <a:gs pos="51000">
                            <a:srgbClr val="2C2C2C"/>
                          </a:gs>
                        </a:gsLst>
                        <a:lin ang="5400000" scaled="1"/>
                      </a:gradFill>
                      <a:latin typeface="+mn-ea"/>
                    </a:endParaRPr>
                  </a:p>
                </p:txBody>
              </p:sp>
              <p:sp>
                <p:nvSpPr>
                  <p:cNvPr id="384" name="자유형: 도형 383">
                    <a:extLst>
                      <a:ext uri="{FF2B5EF4-FFF2-40B4-BE49-F238E27FC236}">
                        <a16:creationId xmlns:a16="http://schemas.microsoft.com/office/drawing/2014/main" id="{1F07A3A8-6FAA-4656-97BA-779902B385D8}"/>
                      </a:ext>
                    </a:extLst>
                  </p:cNvPr>
                  <p:cNvSpPr/>
                  <p:nvPr/>
                </p:nvSpPr>
                <p:spPr>
                  <a:xfrm rot="2700000">
                    <a:off x="3081237" y="3615655"/>
                    <a:ext cx="59930" cy="60488"/>
                  </a:xfrm>
                  <a:custGeom>
                    <a:avLst/>
                    <a:gdLst>
                      <a:gd name="connsiteX0" fmla="*/ 0 w 167640"/>
                      <a:gd name="connsiteY0" fmla="*/ 0 h 243840"/>
                      <a:gd name="connsiteX1" fmla="*/ 167640 w 167640"/>
                      <a:gd name="connsiteY1" fmla="*/ 0 h 243840"/>
                      <a:gd name="connsiteX2" fmla="*/ 167640 w 167640"/>
                      <a:gd name="connsiteY2" fmla="*/ 243840 h 24384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67640" h="243840">
                        <a:moveTo>
                          <a:pt x="0" y="0"/>
                        </a:moveTo>
                        <a:lnTo>
                          <a:pt x="167640" y="0"/>
                        </a:lnTo>
                        <a:lnTo>
                          <a:pt x="167640" y="243840"/>
                        </a:lnTo>
                      </a:path>
                    </a:pathLst>
                  </a:custGeom>
                  <a:noFill/>
                  <a:ln w="19050">
                    <a:solidFill>
                      <a:srgbClr val="C00000"/>
                    </a:solidFill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ot="0" spcFirstLastPara="0" vertOverflow="overflow" horzOverflow="overflow" vert="horz" wrap="square" lIns="18000" tIns="18000" rIns="18000" bIns="1800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 defTabSz="621991" latinLnBrk="0">
                      <a:buSzPct val="80000"/>
                    </a:pPr>
                    <a:endParaRPr lang="ko-KR" altLang="en-US" sz="1100" b="1" kern="0">
                      <a:gradFill>
                        <a:gsLst>
                          <a:gs pos="0">
                            <a:srgbClr val="2C2C2C"/>
                          </a:gs>
                          <a:gs pos="51000">
                            <a:srgbClr val="2C2C2C"/>
                          </a:gs>
                        </a:gsLst>
                        <a:lin ang="5400000" scaled="1"/>
                      </a:gradFill>
                      <a:latin typeface="+mn-ea"/>
                    </a:endParaRPr>
                  </a:p>
                </p:txBody>
              </p:sp>
            </p:grpSp>
          </p:grpSp>
        </p:grp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AA373009-139C-C825-5539-C960988BCE80}"/>
              </a:ext>
            </a:extLst>
          </p:cNvPr>
          <p:cNvSpPr txBox="1"/>
          <p:nvPr/>
        </p:nvSpPr>
        <p:spPr>
          <a:xfrm>
            <a:off x="1667082" y="503378"/>
            <a:ext cx="1344407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defTabSz="987095"/>
            <a:r>
              <a:rPr lang="en-US" altLang="ko-KR" sz="800" spc="-54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Ⅲ  </a:t>
            </a:r>
            <a:r>
              <a:rPr lang="ko-KR" altLang="en-US" sz="800" spc="-54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기술 및 기능  </a:t>
            </a:r>
            <a:r>
              <a:rPr lang="en-US" altLang="ko-KR" sz="800" spc="-54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&gt;  1. </a:t>
            </a:r>
            <a:r>
              <a:rPr lang="ko-KR" altLang="en-US" sz="800" spc="-54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시스템 요구사항</a:t>
            </a:r>
          </a:p>
        </p:txBody>
      </p:sp>
    </p:spTree>
    <p:extLst>
      <p:ext uri="{BB962C8B-B14F-4D97-AF65-F5344CB8AC3E}">
        <p14:creationId xmlns:p14="http://schemas.microsoft.com/office/powerpoint/2010/main" val="372656965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제목 89"/>
          <p:cNvSpPr>
            <a:spLocks noGrp="1"/>
          </p:cNvSpPr>
          <p:nvPr>
            <p:ph type="title"/>
          </p:nvPr>
        </p:nvSpPr>
        <p:spPr>
          <a:xfrm>
            <a:off x="512676" y="1064568"/>
            <a:ext cx="1833886" cy="199285"/>
          </a:xfrm>
          <a:prstGeom prst="rect">
            <a:avLst/>
          </a:prstGeom>
          <a:noFill/>
        </p:spPr>
        <p:txBody>
          <a:bodyPr wrap="none" lIns="108000" tIns="0" rIns="0" bIns="0" anchor="ctr">
            <a:spAutoFit/>
          </a:bodyPr>
          <a:lstStyle/>
          <a:p>
            <a:r>
              <a:rPr lang="en-US" altLang="ko-KR" dirty="0"/>
              <a:t>1.2 </a:t>
            </a:r>
            <a:r>
              <a:rPr lang="ko-KR" altLang="en-US" dirty="0"/>
              <a:t>연관 업무 시스템 현황</a:t>
            </a: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685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685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grpSp>
        <p:nvGrpSpPr>
          <p:cNvPr id="77" name="그룹 76">
            <a:extLst>
              <a:ext uri="{FF2B5EF4-FFF2-40B4-BE49-F238E27FC236}">
                <a16:creationId xmlns:a16="http://schemas.microsoft.com/office/drawing/2014/main" id="{A28AFE70-CC4C-4B3A-95AA-6671B07A5153}"/>
              </a:ext>
            </a:extLst>
          </p:cNvPr>
          <p:cNvGrpSpPr/>
          <p:nvPr/>
        </p:nvGrpSpPr>
        <p:grpSpPr>
          <a:xfrm>
            <a:off x="440668" y="1064568"/>
            <a:ext cx="66431" cy="180000"/>
            <a:chOff x="447632" y="1870808"/>
            <a:chExt cx="66431" cy="247087"/>
          </a:xfrm>
        </p:grpSpPr>
        <p:sp>
          <p:nvSpPr>
            <p:cNvPr id="78" name="직사각형 77">
              <a:extLst>
                <a:ext uri="{FF2B5EF4-FFF2-40B4-BE49-F238E27FC236}">
                  <a16:creationId xmlns:a16="http://schemas.microsoft.com/office/drawing/2014/main" id="{772B3FA3-906A-4A6D-88B0-CAB9805ED054}"/>
                </a:ext>
              </a:extLst>
            </p:cNvPr>
            <p:cNvSpPr/>
            <p:nvPr/>
          </p:nvSpPr>
          <p:spPr>
            <a:xfrm>
              <a:off x="447632" y="1990162"/>
              <a:ext cx="66431" cy="12773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/>
            </a:bodyPr>
            <a:lstStyle/>
            <a:p>
              <a:pPr algn="ctr"/>
              <a:endParaRPr lang="ko-KR" altLang="en-US">
                <a:ln>
                  <a:solidFill>
                    <a:srgbClr val="02A1B2">
                      <a:alpha val="0"/>
                    </a:srgbClr>
                  </a:solidFill>
                </a:ln>
              </a:endParaRPr>
            </a:p>
          </p:txBody>
        </p:sp>
        <p:sp>
          <p:nvSpPr>
            <p:cNvPr id="79" name="직사각형 78">
              <a:extLst>
                <a:ext uri="{FF2B5EF4-FFF2-40B4-BE49-F238E27FC236}">
                  <a16:creationId xmlns:a16="http://schemas.microsoft.com/office/drawing/2014/main" id="{D5892AF6-019F-4F1C-969C-AC68754A01ED}"/>
                </a:ext>
              </a:extLst>
            </p:cNvPr>
            <p:cNvSpPr/>
            <p:nvPr/>
          </p:nvSpPr>
          <p:spPr>
            <a:xfrm>
              <a:off x="447632" y="1870808"/>
              <a:ext cx="66431" cy="127733"/>
            </a:xfrm>
            <a:prstGeom prst="rect">
              <a:avLst/>
            </a:prstGeom>
            <a:solidFill>
              <a:srgbClr val="B71B6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/>
            </a:bodyPr>
            <a:lstStyle/>
            <a:p>
              <a:pPr algn="ctr"/>
              <a:endParaRPr lang="ko-KR" altLang="en-US">
                <a:ln>
                  <a:solidFill>
                    <a:srgbClr val="02A1B2">
                      <a:alpha val="0"/>
                    </a:srgbClr>
                  </a:solidFill>
                </a:ln>
              </a:endParaRPr>
            </a:p>
          </p:txBody>
        </p:sp>
      </p:grp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02B1FE5C-3D48-479B-93D1-1240E956B80C}"/>
              </a:ext>
            </a:extLst>
          </p:cNvPr>
          <p:cNvSpPr/>
          <p:nvPr/>
        </p:nvSpPr>
        <p:spPr>
          <a:xfrm>
            <a:off x="5206867" y="1065770"/>
            <a:ext cx="1209800" cy="17763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36000" rIns="72000" bIns="18000" rtlCol="0" anchor="ctr">
            <a:spAutoFit/>
          </a:bodyPr>
          <a:lstStyle/>
          <a:p>
            <a:pPr algn="r"/>
            <a:r>
              <a: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요구사항 번호</a:t>
            </a:r>
            <a:r>
              <a:rPr lang="en-US" altLang="ko-KR" sz="8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: </a:t>
            </a:r>
            <a:r>
              <a:rPr lang="en-US" altLang="ko-KR" sz="800">
                <a:solidFill>
                  <a:srgbClr val="0070C0"/>
                </a:solidFill>
                <a:latin typeface="+mj-ea"/>
                <a:ea typeface="+mj-ea"/>
              </a:rPr>
              <a:t>ABC-001</a:t>
            </a:r>
            <a:endParaRPr lang="ko-KR" altLang="en-US" sz="800" dirty="0">
              <a:solidFill>
                <a:srgbClr val="0070C0"/>
              </a:solidFill>
              <a:latin typeface="+mj-ea"/>
              <a:ea typeface="+mj-ea"/>
            </a:endParaRPr>
          </a:p>
        </p:txBody>
      </p:sp>
      <p:sp>
        <p:nvSpPr>
          <p:cNvPr id="81" name="AutoShape 165">
            <a:extLst>
              <a:ext uri="{FF2B5EF4-FFF2-40B4-BE49-F238E27FC236}">
                <a16:creationId xmlns:a16="http://schemas.microsoft.com/office/drawing/2014/main" id="{0D7B5233-2474-4628-B42B-7910655D6D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668" y="1568624"/>
            <a:ext cx="5976000" cy="647237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3175" algn="ctr">
            <a:solidFill>
              <a:schemeClr val="bg1">
                <a:lumMod val="95000"/>
              </a:schemeClr>
            </a:solidFill>
            <a:round/>
            <a:headEnd/>
            <a:tailEnd/>
          </a:ln>
          <a:effectLst/>
        </p:spPr>
        <p:txBody>
          <a:bodyPr wrap="square" lIns="144000" tIns="36000" rIns="72000" bIns="36000" anchor="ctr"/>
          <a:lstStyle/>
          <a:p>
            <a:pPr marL="85725" lvl="0" indent="-85725" defTabSz="914400" fontAlgn="ctr">
              <a:lnSpc>
                <a:spcPct val="110000"/>
              </a:lnSpc>
              <a:spcAft>
                <a:spcPts val="300"/>
              </a:spcAft>
              <a:buFont typeface="Arial" pitchFamily="34" charset="0"/>
              <a:buChar char="•"/>
            </a:pPr>
            <a:r>
              <a:rPr kumimoji="1" lang="ko-KR" altLang="en-US" sz="1000" kern="0">
                <a:solidFill>
                  <a:prstClr val="black">
                    <a:lumMod val="75000"/>
                    <a:lumOff val="25000"/>
                  </a:prstClr>
                </a:solidFill>
              </a:rPr>
              <a:t>본 사업과 연관되는 </a:t>
            </a:r>
            <a:r>
              <a:rPr kumimoji="1" lang="en-US" altLang="ko-KR" sz="1000" kern="0">
                <a:solidFill>
                  <a:prstClr val="black">
                    <a:lumMod val="75000"/>
                    <a:lumOff val="25000"/>
                  </a:prstClr>
                </a:solidFill>
              </a:rPr>
              <a:t>4</a:t>
            </a:r>
            <a:r>
              <a:rPr kumimoji="1" lang="ko-KR" altLang="en-US" sz="1000" kern="0">
                <a:solidFill>
                  <a:prstClr val="black">
                    <a:lumMod val="75000"/>
                    <a:lumOff val="25000"/>
                  </a:prstClr>
                </a:solidFill>
              </a:rPr>
              <a:t>가지의 연계 시스템에 대한 </a:t>
            </a:r>
            <a:r>
              <a:rPr kumimoji="1" lang="ko-KR" altLang="en-US" sz="1000" kern="0">
                <a:solidFill>
                  <a:prstClr val="black">
                    <a:lumMod val="75000"/>
                    <a:lumOff val="25000"/>
                  </a:prstClr>
                </a:solidFill>
                <a:latin typeface="+mj-ea"/>
                <a:ea typeface="+mj-ea"/>
              </a:rPr>
              <a:t>현황을 분석하고 이해함</a:t>
            </a:r>
            <a:endParaRPr kumimoji="1" lang="en-US" altLang="ko-KR" sz="1000" kern="0">
              <a:solidFill>
                <a:prstClr val="black">
                  <a:lumMod val="75000"/>
                  <a:lumOff val="25000"/>
                </a:prstClr>
              </a:solidFill>
              <a:latin typeface="+mj-ea"/>
              <a:ea typeface="+mj-ea"/>
            </a:endParaRPr>
          </a:p>
          <a:p>
            <a:pPr marL="85725" lvl="2" indent="-85725" defTabSz="914400" fontAlgn="ctr">
              <a:lnSpc>
                <a:spcPct val="110000"/>
              </a:lnSpc>
              <a:spcAft>
                <a:spcPts val="300"/>
              </a:spcAft>
              <a:buFont typeface="Arial" pitchFamily="34" charset="0"/>
              <a:buChar char="•"/>
            </a:pPr>
            <a:r>
              <a:rPr kumimoji="1" lang="ko-KR" altLang="en-US" sz="1000">
                <a:solidFill>
                  <a:prstClr val="black">
                    <a:lumMod val="75000"/>
                    <a:lumOff val="25000"/>
                  </a:prstClr>
                </a:solidFill>
                <a:sym typeface="Monotype Sorts"/>
              </a:rPr>
              <a:t>상이한 운영환경</a:t>
            </a:r>
            <a:r>
              <a:rPr kumimoji="1" lang="en-US" altLang="ko-KR" sz="1000">
                <a:solidFill>
                  <a:prstClr val="black">
                    <a:lumMod val="75000"/>
                    <a:lumOff val="25000"/>
                  </a:prstClr>
                </a:solidFill>
                <a:sym typeface="Monotype Sorts"/>
              </a:rPr>
              <a:t>/</a:t>
            </a:r>
            <a:r>
              <a:rPr kumimoji="1" lang="ko-KR" altLang="en-US" sz="1000">
                <a:solidFill>
                  <a:prstClr val="black">
                    <a:lumMod val="75000"/>
                    <a:lumOff val="25000"/>
                  </a:prstClr>
                </a:solidFill>
                <a:sym typeface="Monotype Sorts"/>
              </a:rPr>
              <a:t>플랫폼을 가진 업무에 필요한 데이터 연계를 원활하게 해주기 위한 </a:t>
            </a:r>
            <a:r>
              <a:rPr kumimoji="1" lang="ko-KR" altLang="en-US" sz="1000" kern="0">
                <a:solidFill>
                  <a:prstClr val="black">
                    <a:lumMod val="75000"/>
                    <a:lumOff val="25000"/>
                  </a:prstClr>
                </a:solidFill>
                <a:latin typeface="+mj-ea"/>
                <a:ea typeface="+mj-ea"/>
                <a:sym typeface="Monotype Sorts"/>
              </a:rPr>
              <a:t>표준연계 내부 시스템 활용</a:t>
            </a:r>
            <a:endParaRPr kumimoji="1" lang="en-US" altLang="ko-KR" sz="1000" kern="0">
              <a:solidFill>
                <a:prstClr val="black">
                  <a:lumMod val="75000"/>
                  <a:lumOff val="25000"/>
                </a:prstClr>
              </a:solidFill>
              <a:latin typeface="+mj-ea"/>
              <a:ea typeface="+mj-ea"/>
            </a:endParaRPr>
          </a:p>
        </p:txBody>
      </p:sp>
      <p:grpSp>
        <p:nvGrpSpPr>
          <p:cNvPr id="82" name="그룹 81">
            <a:extLst>
              <a:ext uri="{FF2B5EF4-FFF2-40B4-BE49-F238E27FC236}">
                <a16:creationId xmlns:a16="http://schemas.microsoft.com/office/drawing/2014/main" id="{A5545E0A-4578-41A4-AC40-37BFFF032926}"/>
              </a:ext>
            </a:extLst>
          </p:cNvPr>
          <p:cNvGrpSpPr/>
          <p:nvPr/>
        </p:nvGrpSpPr>
        <p:grpSpPr>
          <a:xfrm>
            <a:off x="440668" y="2504728"/>
            <a:ext cx="5976000" cy="184666"/>
            <a:chOff x="4503039" y="5804479"/>
            <a:chExt cx="5976000" cy="184666"/>
          </a:xfrm>
        </p:grpSpPr>
        <p:cxnSp>
          <p:nvCxnSpPr>
            <p:cNvPr id="83" name="직선 연결선 82">
              <a:extLst>
                <a:ext uri="{FF2B5EF4-FFF2-40B4-BE49-F238E27FC236}">
                  <a16:creationId xmlns:a16="http://schemas.microsoft.com/office/drawing/2014/main" id="{312D094C-BE26-40D6-8662-02BB4EB78BE6}"/>
                </a:ext>
              </a:extLst>
            </p:cNvPr>
            <p:cNvCxnSpPr>
              <a:cxnSpLocks/>
            </p:cNvCxnSpPr>
            <p:nvPr/>
          </p:nvCxnSpPr>
          <p:spPr>
            <a:xfrm>
              <a:off x="4503039" y="5948495"/>
              <a:ext cx="5976000" cy="0"/>
            </a:xfrm>
            <a:prstGeom prst="line">
              <a:avLst/>
            </a:prstGeom>
            <a:ln w="12700" cap="flat">
              <a:solidFill>
                <a:srgbClr val="BAC0CE"/>
              </a:solidFill>
              <a:miter lim="800000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7436B232-5781-4A98-B953-F661A8499411}"/>
                </a:ext>
              </a:extLst>
            </p:cNvPr>
            <p:cNvSpPr txBox="1"/>
            <p:nvPr/>
          </p:nvSpPr>
          <p:spPr>
            <a:xfrm flipH="1">
              <a:off x="4503039" y="5804479"/>
              <a:ext cx="1455577" cy="18466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</p:spPr>
          <p:txBody>
            <a:bodyPr wrap="none" lIns="0" tIns="0" rIns="108000" bIns="0" rtlCol="0" anchor="b">
              <a:spAutoFit/>
            </a:bodyPr>
            <a:lstStyle/>
            <a:p>
              <a:pPr lvl="0" defTabSz="478031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ko-KR" altLang="en-US" sz="120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연관 시스템 현황 정보</a:t>
              </a:r>
            </a:p>
          </p:txBody>
        </p:sp>
      </p:grpSp>
      <p:grpSp>
        <p:nvGrpSpPr>
          <p:cNvPr id="92" name="그룹 91">
            <a:extLst>
              <a:ext uri="{FF2B5EF4-FFF2-40B4-BE49-F238E27FC236}">
                <a16:creationId xmlns:a16="http://schemas.microsoft.com/office/drawing/2014/main" id="{01A84ABF-EFF3-44BA-908E-C718190EAB67}"/>
              </a:ext>
            </a:extLst>
          </p:cNvPr>
          <p:cNvGrpSpPr/>
          <p:nvPr/>
        </p:nvGrpSpPr>
        <p:grpSpPr>
          <a:xfrm>
            <a:off x="440828" y="8371474"/>
            <a:ext cx="5976344" cy="1080000"/>
            <a:chOff x="440668" y="4365831"/>
            <a:chExt cx="5976344" cy="1080000"/>
          </a:xfrm>
        </p:grpSpPr>
        <p:grpSp>
          <p:nvGrpSpPr>
            <p:cNvPr id="125" name="그룹 124">
              <a:extLst>
                <a:ext uri="{FF2B5EF4-FFF2-40B4-BE49-F238E27FC236}">
                  <a16:creationId xmlns:a16="http://schemas.microsoft.com/office/drawing/2014/main" id="{E3E00D97-742A-4EDC-A2A0-EB3E8792B8FE}"/>
                </a:ext>
              </a:extLst>
            </p:cNvPr>
            <p:cNvGrpSpPr/>
            <p:nvPr/>
          </p:nvGrpSpPr>
          <p:grpSpPr>
            <a:xfrm>
              <a:off x="440668" y="4403778"/>
              <a:ext cx="2880000" cy="972000"/>
              <a:chOff x="540271" y="3366516"/>
              <a:chExt cx="2880000" cy="972000"/>
            </a:xfrm>
          </p:grpSpPr>
          <p:sp>
            <p:nvSpPr>
              <p:cNvPr id="137" name="TextBox 43">
                <a:extLst>
                  <a:ext uri="{FF2B5EF4-FFF2-40B4-BE49-F238E27FC236}">
                    <a16:creationId xmlns:a16="http://schemas.microsoft.com/office/drawing/2014/main" id="{E24910AC-6586-45E3-89B7-060BEDF5606B}"/>
                  </a:ext>
                </a:extLst>
              </p:cNvPr>
              <p:cNvSpPr txBox="1"/>
              <p:nvPr/>
            </p:nvSpPr>
            <p:spPr>
              <a:xfrm>
                <a:off x="540271" y="3690516"/>
                <a:ext cx="2880000" cy="648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 cmpd="sng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wrap="square" rtlCol="0" anchor="ctr"/>
              <a:lstStyle>
                <a:lvl1pPr marL="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81207" lvl="1" indent="-81207" defTabSz="914371" fontAlgn="base" latinLnBrk="0">
                  <a:lnSpc>
                    <a:spcPts val="1500"/>
                  </a:lnSpc>
                  <a:spcBef>
                    <a:spcPct val="0"/>
                  </a:spcBef>
                  <a:spcAft>
                    <a:spcPts val="300"/>
                  </a:spcAft>
                  <a:buClr>
                    <a:srgbClr val="404040"/>
                  </a:buClr>
                  <a:buSzPct val="100000"/>
                  <a:buFont typeface="Arial" pitchFamily="34" charset="0"/>
                  <a:buChar char="•"/>
                  <a:tabLst>
                    <a:tab pos="4981661" algn="l"/>
                  </a:tabLst>
                  <a:defRPr/>
                </a:pPr>
                <a:r>
                  <a:rPr lang="ko-KR" altLang="en-US" sz="10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404040"/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</a:rPr>
                  <a:t>코드범위에 대한 연계 작업 사전 설정 협의</a:t>
                </a:r>
                <a:endParaRPr lang="en-US" altLang="ko-KR" sz="10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404040"/>
                  </a:solidFill>
                  <a:latin typeface="Pretendard" panose="02000503000000020004" pitchFamily="50" charset="-127"/>
                  <a:ea typeface="Pretendard" panose="02000503000000020004" pitchFamily="50" charset="-127"/>
                </a:endParaRPr>
              </a:p>
              <a:p>
                <a:pPr marL="81207" lvl="1" indent="-81207" defTabSz="914371" fontAlgn="base" latinLnBrk="0">
                  <a:lnSpc>
                    <a:spcPts val="1500"/>
                  </a:lnSpc>
                  <a:spcBef>
                    <a:spcPct val="0"/>
                  </a:spcBef>
                  <a:spcAft>
                    <a:spcPts val="300"/>
                  </a:spcAft>
                  <a:buClr>
                    <a:srgbClr val="404040"/>
                  </a:buClr>
                  <a:buSzPct val="100000"/>
                  <a:buFont typeface="Arial" pitchFamily="34" charset="0"/>
                  <a:buChar char="•"/>
                  <a:tabLst>
                    <a:tab pos="4981661" algn="l"/>
                  </a:tabLst>
                  <a:defRPr/>
                </a:pPr>
                <a:r>
                  <a:rPr lang="ko-KR" altLang="en-US" sz="10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404040"/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</a:rPr>
                  <a:t>코드 연계 정보에 대한 모니터링 상황 공유</a:t>
                </a:r>
              </a:p>
            </p:txBody>
          </p:sp>
          <p:grpSp>
            <p:nvGrpSpPr>
              <p:cNvPr id="138" name="그룹 137">
                <a:extLst>
                  <a:ext uri="{FF2B5EF4-FFF2-40B4-BE49-F238E27FC236}">
                    <a16:creationId xmlns:a16="http://schemas.microsoft.com/office/drawing/2014/main" id="{78681760-DCCF-44D3-BB7F-03701CDAEEB9}"/>
                  </a:ext>
                </a:extLst>
              </p:cNvPr>
              <p:cNvGrpSpPr/>
              <p:nvPr/>
            </p:nvGrpSpPr>
            <p:grpSpPr>
              <a:xfrm>
                <a:off x="540271" y="3366516"/>
                <a:ext cx="2880000" cy="324000"/>
                <a:chOff x="4176674" y="3546500"/>
                <a:chExt cx="2664000" cy="403137"/>
              </a:xfrm>
            </p:grpSpPr>
            <p:sp>
              <p:nvSpPr>
                <p:cNvPr id="139" name="직사각형 138">
                  <a:extLst>
                    <a:ext uri="{FF2B5EF4-FFF2-40B4-BE49-F238E27FC236}">
                      <a16:creationId xmlns:a16="http://schemas.microsoft.com/office/drawing/2014/main" id="{97620C97-5EB5-49AF-9D25-0209131387B8}"/>
                    </a:ext>
                  </a:extLst>
                </p:cNvPr>
                <p:cNvSpPr/>
                <p:nvPr/>
              </p:nvSpPr>
              <p:spPr>
                <a:xfrm>
                  <a:off x="4176674" y="3546502"/>
                  <a:ext cx="2664000" cy="403134"/>
                </a:xfrm>
                <a:prstGeom prst="rect">
                  <a:avLst/>
                </a:prstGeom>
                <a:solidFill>
                  <a:srgbClr val="006BC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algn="ctr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ko-KR" altLang="en-US" sz="1200" spc="-50" dirty="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chemeClr val="bg1"/>
                      </a:solidFill>
                      <a:latin typeface="Pretendard SemiBold" panose="02000703000000020004" pitchFamily="50" charset="-127"/>
                      <a:ea typeface="Pretendard SemiBold" panose="02000703000000020004" pitchFamily="50" charset="-127"/>
                    </a:rPr>
                    <a:t>연계 시스템 코드 공유</a:t>
                  </a:r>
                </a:p>
              </p:txBody>
            </p:sp>
            <p:sp>
              <p:nvSpPr>
                <p:cNvPr id="140" name="직각 삼각형 139">
                  <a:extLst>
                    <a:ext uri="{FF2B5EF4-FFF2-40B4-BE49-F238E27FC236}">
                      <a16:creationId xmlns:a16="http://schemas.microsoft.com/office/drawing/2014/main" id="{B9CF0665-3986-4022-9688-17FC293D3EF1}"/>
                    </a:ext>
                  </a:extLst>
                </p:cNvPr>
                <p:cNvSpPr/>
                <p:nvPr/>
              </p:nvSpPr>
              <p:spPr>
                <a:xfrm rot="16200000" flipH="1">
                  <a:off x="6520748" y="3631027"/>
                  <a:ext cx="403135" cy="234086"/>
                </a:xfrm>
                <a:prstGeom prst="rtTriangle">
                  <a:avLst/>
                </a:prstGeom>
                <a:gradFill flip="none" rotWithShape="1">
                  <a:gsLst>
                    <a:gs pos="5000">
                      <a:srgbClr val="006BC4"/>
                    </a:gs>
                    <a:gs pos="100000">
                      <a:srgbClr val="0058A0"/>
                    </a:gs>
                  </a:gsLst>
                  <a:lin ang="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 sz="1100" spc="-5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41" name="직각 삼각형 140">
                  <a:extLst>
                    <a:ext uri="{FF2B5EF4-FFF2-40B4-BE49-F238E27FC236}">
                      <a16:creationId xmlns:a16="http://schemas.microsoft.com/office/drawing/2014/main" id="{CF56DF49-CB4E-42EA-B797-2771004AC97B}"/>
                    </a:ext>
                  </a:extLst>
                </p:cNvPr>
                <p:cNvSpPr/>
                <p:nvPr/>
              </p:nvSpPr>
              <p:spPr>
                <a:xfrm rot="5400000">
                  <a:off x="4092151" y="3631025"/>
                  <a:ext cx="403135" cy="234086"/>
                </a:xfrm>
                <a:prstGeom prst="rtTriangle">
                  <a:avLst/>
                </a:prstGeom>
                <a:gradFill flip="none" rotWithShape="1">
                  <a:gsLst>
                    <a:gs pos="5000">
                      <a:srgbClr val="006BC4"/>
                    </a:gs>
                    <a:gs pos="100000">
                      <a:srgbClr val="0058A0"/>
                    </a:gs>
                  </a:gsLst>
                  <a:lin ang="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 sz="1100" spc="-50">
                    <a:solidFill>
                      <a:schemeClr val="bg1"/>
                    </a:solidFill>
                  </a:endParaRPr>
                </a:p>
              </p:txBody>
            </p:sp>
          </p:grpSp>
        </p:grpSp>
        <p:grpSp>
          <p:nvGrpSpPr>
            <p:cNvPr id="126" name="그룹 125">
              <a:extLst>
                <a:ext uri="{FF2B5EF4-FFF2-40B4-BE49-F238E27FC236}">
                  <a16:creationId xmlns:a16="http://schemas.microsoft.com/office/drawing/2014/main" id="{243DD06C-27C2-40E9-98DF-6B0026789F7C}"/>
                </a:ext>
              </a:extLst>
            </p:cNvPr>
            <p:cNvGrpSpPr/>
            <p:nvPr/>
          </p:nvGrpSpPr>
          <p:grpSpPr>
            <a:xfrm>
              <a:off x="3537012" y="4403778"/>
              <a:ext cx="2880000" cy="972000"/>
              <a:chOff x="4140991" y="3366516"/>
              <a:chExt cx="2880000" cy="972000"/>
            </a:xfrm>
          </p:grpSpPr>
          <p:sp>
            <p:nvSpPr>
              <p:cNvPr id="130" name="TextBox 44">
                <a:extLst>
                  <a:ext uri="{FF2B5EF4-FFF2-40B4-BE49-F238E27FC236}">
                    <a16:creationId xmlns:a16="http://schemas.microsoft.com/office/drawing/2014/main" id="{97996ADA-31E9-4FC9-B68F-E4A156381AFC}"/>
                  </a:ext>
                </a:extLst>
              </p:cNvPr>
              <p:cNvSpPr txBox="1"/>
              <p:nvPr/>
            </p:nvSpPr>
            <p:spPr>
              <a:xfrm>
                <a:off x="4140991" y="3690516"/>
                <a:ext cx="2880000" cy="648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 cmpd="sng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wrap="square" rtlCol="0" anchor="ctr"/>
              <a:lstStyle>
                <a:lvl1pPr marL="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81207" lvl="1" indent="-81207" algn="r" defTabSz="914371" fontAlgn="base" latinLnBrk="0">
                  <a:lnSpc>
                    <a:spcPts val="1500"/>
                  </a:lnSpc>
                  <a:spcBef>
                    <a:spcPct val="0"/>
                  </a:spcBef>
                  <a:spcAft>
                    <a:spcPts val="300"/>
                  </a:spcAft>
                  <a:buClr>
                    <a:srgbClr val="404040"/>
                  </a:buClr>
                  <a:buSzPct val="100000"/>
                  <a:buFont typeface="Arial" pitchFamily="34" charset="0"/>
                  <a:buChar char="•"/>
                  <a:tabLst>
                    <a:tab pos="4981661" algn="l"/>
                  </a:tabLst>
                  <a:defRPr/>
                </a:pPr>
                <a:r>
                  <a:rPr lang="ko-KR" altLang="en-US" sz="1000" spc="-8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404040"/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</a:rPr>
                  <a:t>장애 발생 시 시스템 긴급 복구 대응 절차 수립</a:t>
                </a:r>
                <a:endParaRPr lang="en-US" altLang="ko-KR" sz="1000" spc="-8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404040"/>
                  </a:solidFill>
                  <a:latin typeface="Pretendard" panose="02000503000000020004" pitchFamily="50" charset="-127"/>
                  <a:ea typeface="Pretendard" panose="02000503000000020004" pitchFamily="50" charset="-127"/>
                </a:endParaRPr>
              </a:p>
              <a:p>
                <a:pPr marL="81207" lvl="1" indent="-81207" algn="r" defTabSz="914371" fontAlgn="base" latinLnBrk="0">
                  <a:lnSpc>
                    <a:spcPts val="1500"/>
                  </a:lnSpc>
                  <a:spcBef>
                    <a:spcPct val="0"/>
                  </a:spcBef>
                  <a:spcAft>
                    <a:spcPts val="300"/>
                  </a:spcAft>
                  <a:buClr>
                    <a:srgbClr val="404040"/>
                  </a:buClr>
                  <a:buSzPct val="100000"/>
                  <a:buFont typeface="Arial" pitchFamily="34" charset="0"/>
                  <a:buChar char="•"/>
                  <a:tabLst>
                    <a:tab pos="4981661" algn="l"/>
                  </a:tabLst>
                  <a:defRPr/>
                </a:pPr>
                <a:r>
                  <a:rPr lang="ko-KR" altLang="en-US" sz="10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404040"/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</a:rPr>
                  <a:t>각종 서버 자원상태 모니터링 및 상황 공유</a:t>
                </a:r>
              </a:p>
            </p:txBody>
          </p:sp>
          <p:grpSp>
            <p:nvGrpSpPr>
              <p:cNvPr id="132" name="그룹 131">
                <a:extLst>
                  <a:ext uri="{FF2B5EF4-FFF2-40B4-BE49-F238E27FC236}">
                    <a16:creationId xmlns:a16="http://schemas.microsoft.com/office/drawing/2014/main" id="{C71CD944-B021-4305-97F8-3B2C2109DF31}"/>
                  </a:ext>
                </a:extLst>
              </p:cNvPr>
              <p:cNvGrpSpPr/>
              <p:nvPr/>
            </p:nvGrpSpPr>
            <p:grpSpPr>
              <a:xfrm>
                <a:off x="4140991" y="3366516"/>
                <a:ext cx="2880000" cy="324000"/>
                <a:chOff x="2453304" y="6236192"/>
                <a:chExt cx="2951614" cy="245112"/>
              </a:xfrm>
            </p:grpSpPr>
            <p:sp>
              <p:nvSpPr>
                <p:cNvPr id="134" name="직사각형 133">
                  <a:extLst>
                    <a:ext uri="{FF2B5EF4-FFF2-40B4-BE49-F238E27FC236}">
                      <a16:creationId xmlns:a16="http://schemas.microsoft.com/office/drawing/2014/main" id="{FC487BCD-926B-4196-891B-E7012A59DD7B}"/>
                    </a:ext>
                  </a:extLst>
                </p:cNvPr>
                <p:cNvSpPr/>
                <p:nvPr/>
              </p:nvSpPr>
              <p:spPr>
                <a:xfrm>
                  <a:off x="2453304" y="6236193"/>
                  <a:ext cx="2951614" cy="245110"/>
                </a:xfrm>
                <a:prstGeom prst="rect">
                  <a:avLst/>
                </a:prstGeom>
                <a:solidFill>
                  <a:srgbClr val="27A19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algn="ctr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lvl="0" algn="ctr"/>
                  <a:r>
                    <a:rPr lang="ko-KR" altLang="en-US" sz="1200" spc="-50" dirty="0">
                      <a:ln>
                        <a:solidFill>
                          <a:srgbClr val="5B9BD5">
                            <a:alpha val="0"/>
                          </a:srgbClr>
                        </a:solidFill>
                      </a:ln>
                      <a:solidFill>
                        <a:prstClr val="white"/>
                      </a:solidFill>
                      <a:latin typeface="Pretendard SemiBold" panose="02000703000000020004" pitchFamily="50" charset="-127"/>
                      <a:ea typeface="Pretendard SemiBold" panose="02000703000000020004" pitchFamily="50" charset="-127"/>
                    </a:rPr>
                    <a:t>하드웨어 관리기관</a:t>
                  </a:r>
                </a:p>
              </p:txBody>
            </p:sp>
            <p:sp>
              <p:nvSpPr>
                <p:cNvPr id="135" name="직각 삼각형 134">
                  <a:extLst>
                    <a:ext uri="{FF2B5EF4-FFF2-40B4-BE49-F238E27FC236}">
                      <a16:creationId xmlns:a16="http://schemas.microsoft.com/office/drawing/2014/main" id="{F2599DF5-06C4-4FB0-919A-EAE69CB5EB4A}"/>
                    </a:ext>
                  </a:extLst>
                </p:cNvPr>
                <p:cNvSpPr/>
                <p:nvPr/>
              </p:nvSpPr>
              <p:spPr>
                <a:xfrm rot="16200000" flipH="1">
                  <a:off x="5145921" y="6229070"/>
                  <a:ext cx="245111" cy="259358"/>
                </a:xfrm>
                <a:prstGeom prst="rtTriangle">
                  <a:avLst/>
                </a:prstGeom>
                <a:gradFill flip="none" rotWithShape="1">
                  <a:gsLst>
                    <a:gs pos="23000">
                      <a:srgbClr val="27A19B"/>
                    </a:gs>
                    <a:gs pos="100000">
                      <a:srgbClr val="1A6C68"/>
                    </a:gs>
                  </a:gsLst>
                  <a:lin ang="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 sz="1100" spc="-5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36" name="직각 삼각형 135">
                  <a:extLst>
                    <a:ext uri="{FF2B5EF4-FFF2-40B4-BE49-F238E27FC236}">
                      <a16:creationId xmlns:a16="http://schemas.microsoft.com/office/drawing/2014/main" id="{572C94A9-E6ED-4A70-A6D4-D945BDFE6908}"/>
                    </a:ext>
                  </a:extLst>
                </p:cNvPr>
                <p:cNvSpPr/>
                <p:nvPr/>
              </p:nvSpPr>
              <p:spPr>
                <a:xfrm rot="5400000">
                  <a:off x="2460429" y="6229069"/>
                  <a:ext cx="245111" cy="259358"/>
                </a:xfrm>
                <a:prstGeom prst="rtTriangle">
                  <a:avLst/>
                </a:prstGeom>
                <a:gradFill flip="none" rotWithShape="1">
                  <a:gsLst>
                    <a:gs pos="23000">
                      <a:srgbClr val="27A19B"/>
                    </a:gs>
                    <a:gs pos="100000">
                      <a:srgbClr val="1A6C68"/>
                    </a:gs>
                  </a:gsLst>
                  <a:lin ang="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 sz="1100" spc="-50">
                    <a:solidFill>
                      <a:schemeClr val="bg1"/>
                    </a:solidFill>
                  </a:endParaRPr>
                </a:p>
              </p:txBody>
            </p:sp>
          </p:grpSp>
        </p:grpSp>
        <p:grpSp>
          <p:nvGrpSpPr>
            <p:cNvPr id="127" name="그룹 126">
              <a:extLst>
                <a:ext uri="{FF2B5EF4-FFF2-40B4-BE49-F238E27FC236}">
                  <a16:creationId xmlns:a16="http://schemas.microsoft.com/office/drawing/2014/main" id="{D176A108-FAA0-4479-870C-2394D50C92A6}"/>
                </a:ext>
              </a:extLst>
            </p:cNvPr>
            <p:cNvGrpSpPr/>
            <p:nvPr/>
          </p:nvGrpSpPr>
          <p:grpSpPr>
            <a:xfrm>
              <a:off x="2905497" y="4365831"/>
              <a:ext cx="1080000" cy="1080000"/>
              <a:chOff x="3278013" y="3019620"/>
              <a:chExt cx="981818" cy="981818"/>
            </a:xfrm>
          </p:grpSpPr>
          <p:sp>
            <p:nvSpPr>
              <p:cNvPr id="128" name="타원 127">
                <a:extLst>
                  <a:ext uri="{FF2B5EF4-FFF2-40B4-BE49-F238E27FC236}">
                    <a16:creationId xmlns:a16="http://schemas.microsoft.com/office/drawing/2014/main" id="{B3D5E92D-97CC-42F7-82D8-5F2B51B4D174}"/>
                  </a:ext>
                </a:extLst>
              </p:cNvPr>
              <p:cNvSpPr/>
              <p:nvPr/>
            </p:nvSpPr>
            <p:spPr>
              <a:xfrm>
                <a:off x="3278013" y="3019620"/>
                <a:ext cx="981818" cy="981818"/>
              </a:xfrm>
              <a:prstGeom prst="ellipse">
                <a:avLst/>
              </a:prstGeom>
              <a:solidFill>
                <a:schemeClr val="bg1"/>
              </a:solidFill>
              <a:ln w="63500">
                <a:solidFill>
                  <a:schemeClr val="accent1">
                    <a:lumMod val="75000"/>
                  </a:schemeClr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400"/>
                <a:endParaRPr lang="ko-KR" altLang="en-US" sz="1600">
                  <a:ln>
                    <a:solidFill>
                      <a:schemeClr val="accent1">
                        <a:shade val="50000"/>
                        <a:alpha val="0"/>
                      </a:schemeClr>
                    </a:solidFill>
                  </a:ln>
                </a:endParaRPr>
              </a:p>
            </p:txBody>
          </p:sp>
          <p:sp>
            <p:nvSpPr>
              <p:cNvPr id="129" name="직사각형 128">
                <a:extLst>
                  <a:ext uri="{FF2B5EF4-FFF2-40B4-BE49-F238E27FC236}">
                    <a16:creationId xmlns:a16="http://schemas.microsoft.com/office/drawing/2014/main" id="{3BBFEDDD-C6C8-4D1B-94D2-AFB5047FD2DC}"/>
                  </a:ext>
                </a:extLst>
              </p:cNvPr>
              <p:cNvSpPr/>
              <p:nvPr/>
            </p:nvSpPr>
            <p:spPr>
              <a:xfrm>
                <a:off x="3389202" y="3196163"/>
                <a:ext cx="759440" cy="61555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0" tIns="0" rIns="0" bIns="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lvl="0" algn="ctr"/>
                <a:r>
                  <a:rPr lang="ko-KR" altLang="en-US" sz="1400" spc="-50" dirty="0">
                    <a:ln>
                      <a:solidFill>
                        <a:srgbClr val="5B9BD5">
                          <a:alpha val="0"/>
                        </a:srgbClr>
                      </a:solidFill>
                    </a:ln>
                    <a:solidFill>
                      <a:srgbClr val="002060"/>
                    </a:solidFill>
                    <a:latin typeface="Pretendard SemiBold" panose="02000703000000020004" pitchFamily="50" charset="-127"/>
                    <a:ea typeface="Pretendard SemiBold" panose="02000703000000020004" pitchFamily="50" charset="-127"/>
                    <a:sym typeface="Monotype Sorts"/>
                  </a:rPr>
                  <a:t>연관</a:t>
                </a:r>
                <a:br>
                  <a:rPr lang="en-US" altLang="ko-KR" sz="1400" spc="-50" dirty="0">
                    <a:ln>
                      <a:solidFill>
                        <a:srgbClr val="5B9BD5">
                          <a:alpha val="0"/>
                        </a:srgbClr>
                      </a:solidFill>
                    </a:ln>
                    <a:solidFill>
                      <a:srgbClr val="002060"/>
                    </a:solidFill>
                    <a:latin typeface="Pretendard SemiBold" panose="02000703000000020004" pitchFamily="50" charset="-127"/>
                    <a:ea typeface="Pretendard SemiBold" panose="02000703000000020004" pitchFamily="50" charset="-127"/>
                    <a:sym typeface="Monotype Sorts"/>
                  </a:rPr>
                </a:br>
                <a:r>
                  <a:rPr lang="ko-KR" altLang="en-US" sz="1400" spc="-50" dirty="0">
                    <a:ln>
                      <a:solidFill>
                        <a:srgbClr val="5B9BD5">
                          <a:alpha val="0"/>
                        </a:srgbClr>
                      </a:solidFill>
                    </a:ln>
                    <a:solidFill>
                      <a:srgbClr val="002060"/>
                    </a:solidFill>
                    <a:latin typeface="Pretendard SemiBold" panose="02000703000000020004" pitchFamily="50" charset="-127"/>
                    <a:ea typeface="Pretendard SemiBold" panose="02000703000000020004" pitchFamily="50" charset="-127"/>
                    <a:sym typeface="Monotype Sorts"/>
                  </a:rPr>
                  <a:t>시스템 </a:t>
                </a:r>
                <a:br>
                  <a:rPr lang="en-US" altLang="ko-KR" sz="1400" spc="-50" dirty="0">
                    <a:ln>
                      <a:solidFill>
                        <a:srgbClr val="5B9BD5">
                          <a:alpha val="0"/>
                        </a:srgbClr>
                      </a:solidFill>
                    </a:ln>
                    <a:solidFill>
                      <a:srgbClr val="002060"/>
                    </a:solidFill>
                    <a:latin typeface="Pretendard SemiBold" panose="02000703000000020004" pitchFamily="50" charset="-127"/>
                    <a:ea typeface="Pretendard SemiBold" panose="02000703000000020004" pitchFamily="50" charset="-127"/>
                    <a:sym typeface="Monotype Sorts"/>
                  </a:rPr>
                </a:br>
                <a:r>
                  <a:rPr lang="en-US" altLang="ko-KR" sz="1600" spc="-50" dirty="0">
                    <a:ln>
                      <a:solidFill>
                        <a:srgbClr val="5B9BD5">
                          <a:alpha val="0"/>
                        </a:srgbClr>
                      </a:solidFill>
                    </a:ln>
                    <a:solidFill>
                      <a:schemeClr val="accent2"/>
                    </a:solidFill>
                    <a:latin typeface="Pretendard SemiBold" panose="02000703000000020004" pitchFamily="50" charset="-127"/>
                    <a:ea typeface="Pretendard SemiBold" panose="02000703000000020004" pitchFamily="50" charset="-127"/>
                    <a:sym typeface="Monotype Sorts"/>
                  </a:rPr>
                  <a:t>”</a:t>
                </a:r>
                <a:r>
                  <a:rPr lang="ko-KR" altLang="en-US" sz="1600" spc="-50" dirty="0">
                    <a:ln>
                      <a:solidFill>
                        <a:srgbClr val="5B9BD5">
                          <a:alpha val="0"/>
                        </a:srgbClr>
                      </a:solidFill>
                    </a:ln>
                    <a:solidFill>
                      <a:schemeClr val="accent2"/>
                    </a:solidFill>
                    <a:latin typeface="Pretendard SemiBold" panose="02000703000000020004" pitchFamily="50" charset="-127"/>
                    <a:ea typeface="Pretendard SemiBold" panose="02000703000000020004" pitchFamily="50" charset="-127"/>
                    <a:sym typeface="Monotype Sorts"/>
                  </a:rPr>
                  <a:t>협조</a:t>
                </a:r>
                <a:r>
                  <a:rPr lang="en-US" altLang="ko-KR" sz="1600" spc="-50" dirty="0">
                    <a:ln>
                      <a:solidFill>
                        <a:srgbClr val="5B9BD5">
                          <a:alpha val="0"/>
                        </a:srgbClr>
                      </a:solidFill>
                    </a:ln>
                    <a:solidFill>
                      <a:schemeClr val="accent2"/>
                    </a:solidFill>
                    <a:latin typeface="Pretendard SemiBold" panose="02000703000000020004" pitchFamily="50" charset="-127"/>
                    <a:ea typeface="Pretendard SemiBold" panose="02000703000000020004" pitchFamily="50" charset="-127"/>
                    <a:sym typeface="Monotype Sorts"/>
                  </a:rPr>
                  <a:t>”</a:t>
                </a:r>
                <a:endParaRPr lang="en-US" altLang="ko-KR" sz="1400" spc="-5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chemeClr val="accent2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sym typeface="Monotype Sorts"/>
                </a:endParaRPr>
              </a:p>
            </p:txBody>
          </p:sp>
        </p:grp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F45A5F35-62FA-4006-99AE-606597A40E88}"/>
              </a:ext>
            </a:extLst>
          </p:cNvPr>
          <p:cNvGrpSpPr/>
          <p:nvPr/>
        </p:nvGrpSpPr>
        <p:grpSpPr>
          <a:xfrm>
            <a:off x="440668" y="7309710"/>
            <a:ext cx="5976613" cy="883570"/>
            <a:chOff x="440668" y="7309710"/>
            <a:chExt cx="5976613" cy="883570"/>
          </a:xfrm>
        </p:grpSpPr>
        <p:sp>
          <p:nvSpPr>
            <p:cNvPr id="45" name="직사각형 44"/>
            <p:cNvSpPr/>
            <p:nvPr/>
          </p:nvSpPr>
          <p:spPr bwMode="auto">
            <a:xfrm>
              <a:off x="693281" y="7473280"/>
              <a:ext cx="5724000" cy="720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180000" rIns="792000" rtlCol="0" anchor="ctr"/>
            <a:lstStyle/>
            <a:p>
              <a:pPr marL="90000" lvl="2" indent="-90000" defTabSz="914400" fontAlgn="base">
                <a:lnSpc>
                  <a:spcPct val="110000"/>
                </a:lnSpc>
                <a:spcBef>
                  <a:spcPct val="0"/>
                </a:spcBef>
                <a:spcAft>
                  <a:spcPts val="300"/>
                </a:spcAft>
                <a:buClr>
                  <a:prstClr val="black">
                    <a:lumMod val="75000"/>
                    <a:lumOff val="25000"/>
                  </a:prstClr>
                </a:buClr>
                <a:buSzPct val="90000"/>
                <a:buFont typeface="Arial" pitchFamily="34" charset="0"/>
                <a:buChar char="•"/>
              </a:pPr>
              <a:r>
                <a:rPr kumimoji="1" lang="ko-KR" altLang="en-US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sym typeface="Monotype Sorts"/>
                </a:rPr>
                <a:t>데이터 신뢰성 및 품질 확보를 위한 </a:t>
              </a:r>
              <a:r>
                <a:rPr kumimoji="1" lang="en-US" altLang="ko-KR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sym typeface="Monotype Sorts"/>
                </a:rPr>
                <a:t>DB</a:t>
              </a:r>
              <a:r>
                <a:rPr kumimoji="1" lang="ko-KR" altLang="en-US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sym typeface="Monotype Sorts"/>
                </a:rPr>
                <a:t>관리 시스템을 구축 및 운영하여 </a:t>
              </a:r>
              <a:r>
                <a:rPr kumimoji="1" lang="en-US" altLang="ko-KR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sym typeface="Monotype Sorts"/>
                </a:rPr>
                <a:t>DB</a:t>
              </a:r>
              <a:r>
                <a:rPr kumimoji="1" lang="ko-KR" altLang="en-US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sym typeface="Monotype Sorts"/>
                </a:rPr>
                <a:t>구조 통제</a:t>
              </a:r>
              <a:r>
                <a:rPr kumimoji="1" lang="en-US" altLang="ko-KR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sym typeface="Monotype Sorts"/>
                </a:rPr>
                <a:t>, </a:t>
              </a:r>
              <a:r>
                <a:rPr kumimoji="1" lang="ko-KR" altLang="en-US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sym typeface="Monotype Sorts"/>
                </a:rPr>
                <a:t>데이터 표준화 및 품질관리를 수행</a:t>
              </a:r>
            </a:p>
          </p:txBody>
        </p:sp>
        <p:grpSp>
          <p:nvGrpSpPr>
            <p:cNvPr id="155" name="그룹 154">
              <a:extLst>
                <a:ext uri="{FF2B5EF4-FFF2-40B4-BE49-F238E27FC236}">
                  <a16:creationId xmlns:a16="http://schemas.microsoft.com/office/drawing/2014/main" id="{A725D163-B95C-4A2C-8674-31CB3D6C7D28}"/>
                </a:ext>
              </a:extLst>
            </p:cNvPr>
            <p:cNvGrpSpPr/>
            <p:nvPr/>
          </p:nvGrpSpPr>
          <p:grpSpPr>
            <a:xfrm>
              <a:off x="440668" y="7309710"/>
              <a:ext cx="3024000" cy="379594"/>
              <a:chOff x="3880739" y="713655"/>
              <a:chExt cx="3024000" cy="431644"/>
            </a:xfrm>
          </p:grpSpPr>
          <p:grpSp>
            <p:nvGrpSpPr>
              <p:cNvPr id="156" name="그룹 155">
                <a:extLst>
                  <a:ext uri="{FF2B5EF4-FFF2-40B4-BE49-F238E27FC236}">
                    <a16:creationId xmlns:a16="http://schemas.microsoft.com/office/drawing/2014/main" id="{17F4C6EE-20A7-4BC3-B6F7-8608DCB6B63E}"/>
                  </a:ext>
                </a:extLst>
              </p:cNvPr>
              <p:cNvGrpSpPr/>
              <p:nvPr/>
            </p:nvGrpSpPr>
            <p:grpSpPr>
              <a:xfrm>
                <a:off x="3880739" y="713655"/>
                <a:ext cx="3024000" cy="327491"/>
                <a:chOff x="3879707" y="858315"/>
                <a:chExt cx="2704561" cy="292896"/>
              </a:xfrm>
            </p:grpSpPr>
            <p:sp>
              <p:nvSpPr>
                <p:cNvPr id="158" name="사각형: 둥근 모서리 157">
                  <a:extLst>
                    <a:ext uri="{FF2B5EF4-FFF2-40B4-BE49-F238E27FC236}">
                      <a16:creationId xmlns:a16="http://schemas.microsoft.com/office/drawing/2014/main" id="{6C903601-BE34-4E19-834E-AC6F60E05CBD}"/>
                    </a:ext>
                  </a:extLst>
                </p:cNvPr>
                <p:cNvSpPr/>
                <p:nvPr/>
              </p:nvSpPr>
              <p:spPr>
                <a:xfrm>
                  <a:off x="3879707" y="858315"/>
                  <a:ext cx="2704561" cy="292896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2F5597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166189" indent="-180964" algn="ctr" defTabSz="1042988" eaLnBrk="0" hangingPunct="0">
                    <a:lnSpc>
                      <a:spcPct val="110000"/>
                    </a:lnSpc>
                    <a:buClr>
                      <a:srgbClr val="3271AA"/>
                    </a:buClr>
                    <a:buSzPct val="140000"/>
                    <a:tabLst>
                      <a:tab pos="5648325" algn="l"/>
                    </a:tabLst>
                    <a:defRPr/>
                  </a:pPr>
                  <a:r>
                    <a:rPr lang="ko-KR" altLang="en-US" sz="1100">
                      <a:solidFill>
                        <a:srgbClr val="FFFFFF"/>
                      </a:solidFill>
                      <a:latin typeface="+mj-ea"/>
                      <a:ea typeface="+mj-ea"/>
                    </a:rPr>
                    <a:t>데이터 품질관리를 위한 </a:t>
                  </a:r>
                  <a:r>
                    <a:rPr lang="en-US" altLang="ko-KR" sz="1100">
                      <a:solidFill>
                        <a:srgbClr val="FFFFFF"/>
                      </a:solidFill>
                      <a:latin typeface="+mj-ea"/>
                      <a:ea typeface="+mj-ea"/>
                    </a:rPr>
                    <a:t>DB </a:t>
                  </a:r>
                  <a:r>
                    <a:rPr lang="ko-KR" altLang="en-US" sz="1100">
                      <a:solidFill>
                        <a:srgbClr val="FFFFFF"/>
                      </a:solidFill>
                      <a:latin typeface="+mj-ea"/>
                      <a:ea typeface="+mj-ea"/>
                    </a:rPr>
                    <a:t>관리시스템</a:t>
                  </a:r>
                </a:p>
              </p:txBody>
            </p:sp>
            <p:cxnSp>
              <p:nvCxnSpPr>
                <p:cNvPr id="159" name="직선 연결선 158">
                  <a:extLst>
                    <a:ext uri="{FF2B5EF4-FFF2-40B4-BE49-F238E27FC236}">
                      <a16:creationId xmlns:a16="http://schemas.microsoft.com/office/drawing/2014/main" id="{4FFB7455-042F-4072-8341-BF89ED7D14E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79707" y="1012203"/>
                  <a:ext cx="104775" cy="0"/>
                </a:xfrm>
                <a:prstGeom prst="line">
                  <a:avLst/>
                </a:prstGeom>
                <a:ln w="6350">
                  <a:solidFill>
                    <a:schemeClr val="bg1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0" name="직선 연결선 159">
                  <a:extLst>
                    <a:ext uri="{FF2B5EF4-FFF2-40B4-BE49-F238E27FC236}">
                      <a16:creationId xmlns:a16="http://schemas.microsoft.com/office/drawing/2014/main" id="{A1E9B112-BBCF-4828-A170-9E2A2783E95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486335" y="1012203"/>
                  <a:ext cx="97933" cy="0"/>
                </a:xfrm>
                <a:prstGeom prst="line">
                  <a:avLst/>
                </a:prstGeom>
                <a:ln w="6350">
                  <a:solidFill>
                    <a:schemeClr val="bg1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57" name="자유형: 도형 156">
                <a:extLst>
                  <a:ext uri="{FF2B5EF4-FFF2-40B4-BE49-F238E27FC236}">
                    <a16:creationId xmlns:a16="http://schemas.microsoft.com/office/drawing/2014/main" id="{FEF870C3-E0C9-4239-A4B9-007221EE7FE0}"/>
                  </a:ext>
                </a:extLst>
              </p:cNvPr>
              <p:cNvSpPr/>
              <p:nvPr/>
            </p:nvSpPr>
            <p:spPr>
              <a:xfrm>
                <a:off x="3944620" y="1013219"/>
                <a:ext cx="182880" cy="132080"/>
              </a:xfrm>
              <a:custGeom>
                <a:avLst/>
                <a:gdLst>
                  <a:gd name="connsiteX0" fmla="*/ 0 w 182880"/>
                  <a:gd name="connsiteY0" fmla="*/ 0 h 132080"/>
                  <a:gd name="connsiteX1" fmla="*/ 182880 w 182880"/>
                  <a:gd name="connsiteY1" fmla="*/ 132080 h 132080"/>
                  <a:gd name="connsiteX2" fmla="*/ 182880 w 182880"/>
                  <a:gd name="connsiteY2" fmla="*/ 25400 h 132080"/>
                  <a:gd name="connsiteX3" fmla="*/ 0 w 182880"/>
                  <a:gd name="connsiteY3" fmla="*/ 0 h 1320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2880" h="132080">
                    <a:moveTo>
                      <a:pt x="0" y="0"/>
                    </a:moveTo>
                    <a:lnTo>
                      <a:pt x="182880" y="132080"/>
                    </a:lnTo>
                    <a:lnTo>
                      <a:pt x="182880" y="25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E3746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ko-KR" altLang="en-US" dirty="0" err="1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82" name="Shape">
              <a:extLst>
                <a:ext uri="{FF2B5EF4-FFF2-40B4-BE49-F238E27FC236}">
                  <a16:creationId xmlns:a16="http://schemas.microsoft.com/office/drawing/2014/main" id="{13EB4556-E151-4C6C-BC86-FC01AEBFEA22}"/>
                </a:ext>
              </a:extLst>
            </p:cNvPr>
            <p:cNvSpPr/>
            <p:nvPr/>
          </p:nvSpPr>
          <p:spPr>
            <a:xfrm>
              <a:off x="5830853" y="7653344"/>
              <a:ext cx="396000" cy="3960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58" h="21588" extrusionOk="0">
                  <a:moveTo>
                    <a:pt x="10603" y="0"/>
                  </a:moveTo>
                  <a:cubicBezTo>
                    <a:pt x="10445" y="3"/>
                    <a:pt x="10291" y="45"/>
                    <a:pt x="10152" y="121"/>
                  </a:cubicBezTo>
                  <a:lnTo>
                    <a:pt x="503" y="5076"/>
                  </a:lnTo>
                  <a:cubicBezTo>
                    <a:pt x="225" y="5205"/>
                    <a:pt x="39" y="5481"/>
                    <a:pt x="23" y="5791"/>
                  </a:cubicBezTo>
                  <a:cubicBezTo>
                    <a:pt x="4" y="6136"/>
                    <a:pt x="194" y="6458"/>
                    <a:pt x="503" y="6604"/>
                  </a:cubicBezTo>
                  <a:lnTo>
                    <a:pt x="10228" y="11487"/>
                  </a:lnTo>
                  <a:cubicBezTo>
                    <a:pt x="10380" y="11565"/>
                    <a:pt x="10547" y="11605"/>
                    <a:pt x="10717" y="11604"/>
                  </a:cubicBezTo>
                  <a:cubicBezTo>
                    <a:pt x="10884" y="11603"/>
                    <a:pt x="11049" y="11563"/>
                    <a:pt x="11198" y="11487"/>
                  </a:cubicBezTo>
                  <a:lnTo>
                    <a:pt x="20870" y="6545"/>
                  </a:lnTo>
                  <a:cubicBezTo>
                    <a:pt x="21133" y="6410"/>
                    <a:pt x="21305" y="6143"/>
                    <a:pt x="21322" y="5845"/>
                  </a:cubicBezTo>
                  <a:cubicBezTo>
                    <a:pt x="21341" y="5510"/>
                    <a:pt x="21164" y="5195"/>
                    <a:pt x="20870" y="5041"/>
                  </a:cubicBezTo>
                  <a:lnTo>
                    <a:pt x="11096" y="121"/>
                  </a:lnTo>
                  <a:cubicBezTo>
                    <a:pt x="10945" y="38"/>
                    <a:pt x="10775" y="-4"/>
                    <a:pt x="10603" y="0"/>
                  </a:cubicBezTo>
                  <a:close/>
                  <a:moveTo>
                    <a:pt x="10708" y="1843"/>
                  </a:moveTo>
                  <a:lnTo>
                    <a:pt x="18511" y="5791"/>
                  </a:lnTo>
                  <a:lnTo>
                    <a:pt x="10666" y="9833"/>
                  </a:lnTo>
                  <a:lnTo>
                    <a:pt x="2758" y="5841"/>
                  </a:lnTo>
                  <a:lnTo>
                    <a:pt x="10708" y="1843"/>
                  </a:lnTo>
                  <a:close/>
                  <a:moveTo>
                    <a:pt x="20426" y="9890"/>
                  </a:moveTo>
                  <a:cubicBezTo>
                    <a:pt x="20314" y="9897"/>
                    <a:pt x="20203" y="9926"/>
                    <a:pt x="20097" y="9979"/>
                  </a:cubicBezTo>
                  <a:lnTo>
                    <a:pt x="10612" y="14742"/>
                  </a:lnTo>
                  <a:lnTo>
                    <a:pt x="1241" y="9981"/>
                  </a:lnTo>
                  <a:cubicBezTo>
                    <a:pt x="1135" y="9928"/>
                    <a:pt x="1023" y="9898"/>
                    <a:pt x="912" y="9891"/>
                  </a:cubicBezTo>
                  <a:cubicBezTo>
                    <a:pt x="579" y="9869"/>
                    <a:pt x="250" y="10047"/>
                    <a:pt x="91" y="10368"/>
                  </a:cubicBezTo>
                  <a:cubicBezTo>
                    <a:pt x="-121" y="10797"/>
                    <a:pt x="50" y="11318"/>
                    <a:pt x="473" y="11533"/>
                  </a:cubicBezTo>
                  <a:lnTo>
                    <a:pt x="10238" y="16493"/>
                  </a:lnTo>
                  <a:cubicBezTo>
                    <a:pt x="10381" y="16564"/>
                    <a:pt x="10534" y="16592"/>
                    <a:pt x="10682" y="16582"/>
                  </a:cubicBezTo>
                  <a:cubicBezTo>
                    <a:pt x="10812" y="16572"/>
                    <a:pt x="10939" y="16534"/>
                    <a:pt x="11053" y="16471"/>
                  </a:cubicBezTo>
                  <a:lnTo>
                    <a:pt x="20857" y="11534"/>
                  </a:lnTo>
                  <a:cubicBezTo>
                    <a:pt x="21281" y="11322"/>
                    <a:pt x="21455" y="10801"/>
                    <a:pt x="21245" y="10372"/>
                  </a:cubicBezTo>
                  <a:cubicBezTo>
                    <a:pt x="21087" y="10050"/>
                    <a:pt x="20759" y="9870"/>
                    <a:pt x="20426" y="9890"/>
                  </a:cubicBezTo>
                  <a:close/>
                  <a:moveTo>
                    <a:pt x="20449" y="14895"/>
                  </a:moveTo>
                  <a:cubicBezTo>
                    <a:pt x="20338" y="14902"/>
                    <a:pt x="20227" y="14931"/>
                    <a:pt x="20121" y="14984"/>
                  </a:cubicBezTo>
                  <a:lnTo>
                    <a:pt x="10636" y="19746"/>
                  </a:lnTo>
                  <a:lnTo>
                    <a:pt x="1265" y="14986"/>
                  </a:lnTo>
                  <a:cubicBezTo>
                    <a:pt x="1159" y="14933"/>
                    <a:pt x="1047" y="14903"/>
                    <a:pt x="936" y="14896"/>
                  </a:cubicBezTo>
                  <a:cubicBezTo>
                    <a:pt x="603" y="14874"/>
                    <a:pt x="274" y="15052"/>
                    <a:pt x="115" y="15373"/>
                  </a:cubicBezTo>
                  <a:cubicBezTo>
                    <a:pt x="-97" y="15802"/>
                    <a:pt x="74" y="16323"/>
                    <a:pt x="497" y="16538"/>
                  </a:cubicBezTo>
                  <a:lnTo>
                    <a:pt x="10262" y="21498"/>
                  </a:lnTo>
                  <a:cubicBezTo>
                    <a:pt x="10405" y="21569"/>
                    <a:pt x="10558" y="21596"/>
                    <a:pt x="10706" y="21586"/>
                  </a:cubicBezTo>
                  <a:cubicBezTo>
                    <a:pt x="10836" y="21577"/>
                    <a:pt x="10963" y="21538"/>
                    <a:pt x="11077" y="21475"/>
                  </a:cubicBezTo>
                  <a:lnTo>
                    <a:pt x="20881" y="16539"/>
                  </a:lnTo>
                  <a:cubicBezTo>
                    <a:pt x="21305" y="16326"/>
                    <a:pt x="21479" y="15806"/>
                    <a:pt x="21269" y="15377"/>
                  </a:cubicBezTo>
                  <a:cubicBezTo>
                    <a:pt x="21111" y="15055"/>
                    <a:pt x="20783" y="14875"/>
                    <a:pt x="20449" y="14895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6350">
              <a:noFill/>
              <a:miter lim="400000"/>
            </a:ln>
          </p:spPr>
          <p:txBody>
            <a:bodyPr lIns="0" tIns="0" rIns="0" bIns="0" anchor="ctr"/>
            <a:lstStyle>
              <a:defPPr>
                <a:defRPr lang="x-none"/>
              </a:defPPr>
              <a:lvl1pPr algn="l" defTabSz="825500" rtl="0" eaLnBrk="0" fontAlgn="base" hangingPunct="0">
                <a:spcBef>
                  <a:spcPct val="0"/>
                </a:spcBef>
                <a:spcAft>
                  <a:spcPct val="0"/>
                </a:spcAft>
                <a:defRPr sz="2000" kern="1200">
                  <a:solidFill>
                    <a:srgbClr val="74808C"/>
                  </a:solidFill>
                  <a:latin typeface="Poppins" charset="0"/>
                  <a:ea typeface="Poppins" charset="0"/>
                  <a:cs typeface="Poppins" charset="0"/>
                  <a:sym typeface="Poppins" charset="0"/>
                </a:defRPr>
              </a:lvl1pPr>
              <a:lvl2pPr marL="457200" indent="-228600" algn="l" defTabSz="825500" rtl="0" eaLnBrk="0" fontAlgn="base" hangingPunct="0">
                <a:spcBef>
                  <a:spcPct val="0"/>
                </a:spcBef>
                <a:spcAft>
                  <a:spcPct val="0"/>
                </a:spcAft>
                <a:defRPr sz="2000" kern="1200">
                  <a:solidFill>
                    <a:srgbClr val="74808C"/>
                  </a:solidFill>
                  <a:latin typeface="Poppins" charset="0"/>
                  <a:ea typeface="Poppins" charset="0"/>
                  <a:cs typeface="Poppins" charset="0"/>
                  <a:sym typeface="Poppins" charset="0"/>
                </a:defRPr>
              </a:lvl2pPr>
              <a:lvl3pPr marL="914400" indent="-457200" algn="l" defTabSz="825500" rtl="0" eaLnBrk="0" fontAlgn="base" hangingPunct="0">
                <a:spcBef>
                  <a:spcPct val="0"/>
                </a:spcBef>
                <a:spcAft>
                  <a:spcPct val="0"/>
                </a:spcAft>
                <a:defRPr sz="2000" kern="1200">
                  <a:solidFill>
                    <a:srgbClr val="74808C"/>
                  </a:solidFill>
                  <a:latin typeface="Poppins" charset="0"/>
                  <a:ea typeface="Poppins" charset="0"/>
                  <a:cs typeface="Poppins" charset="0"/>
                  <a:sym typeface="Poppins" charset="0"/>
                </a:defRPr>
              </a:lvl3pPr>
              <a:lvl4pPr marL="1371600" indent="-685800" algn="l" defTabSz="825500" rtl="0" eaLnBrk="0" fontAlgn="base" hangingPunct="0">
                <a:spcBef>
                  <a:spcPct val="0"/>
                </a:spcBef>
                <a:spcAft>
                  <a:spcPct val="0"/>
                </a:spcAft>
                <a:defRPr sz="2000" kern="1200">
                  <a:solidFill>
                    <a:srgbClr val="74808C"/>
                  </a:solidFill>
                  <a:latin typeface="Poppins" charset="0"/>
                  <a:ea typeface="Poppins" charset="0"/>
                  <a:cs typeface="Poppins" charset="0"/>
                  <a:sym typeface="Poppins" charset="0"/>
                </a:defRPr>
              </a:lvl4pPr>
              <a:lvl5pPr marL="1828800" indent="-914400" algn="l" defTabSz="825500" rtl="0" eaLnBrk="0" fontAlgn="base" hangingPunct="0">
                <a:spcBef>
                  <a:spcPct val="0"/>
                </a:spcBef>
                <a:spcAft>
                  <a:spcPct val="0"/>
                </a:spcAft>
                <a:defRPr sz="2000" kern="1200">
                  <a:solidFill>
                    <a:srgbClr val="74808C"/>
                  </a:solidFill>
                  <a:latin typeface="Poppins" charset="0"/>
                  <a:ea typeface="Poppins" charset="0"/>
                  <a:cs typeface="Poppins" charset="0"/>
                  <a:sym typeface="Poppins" charset="0"/>
                </a:defRPr>
              </a:lvl5pPr>
              <a:lvl6pPr marL="2286000" algn="l" defTabSz="914400" rtl="0" eaLnBrk="1" latinLnBrk="0" hangingPunct="1">
                <a:defRPr sz="2000" kern="1200">
                  <a:solidFill>
                    <a:srgbClr val="74808C"/>
                  </a:solidFill>
                  <a:latin typeface="Poppins" charset="0"/>
                  <a:ea typeface="Poppins" charset="0"/>
                  <a:cs typeface="Poppins" charset="0"/>
                  <a:sym typeface="Poppins" charset="0"/>
                </a:defRPr>
              </a:lvl6pPr>
              <a:lvl7pPr marL="2743200" algn="l" defTabSz="914400" rtl="0" eaLnBrk="1" latinLnBrk="0" hangingPunct="1">
                <a:defRPr sz="2000" kern="1200">
                  <a:solidFill>
                    <a:srgbClr val="74808C"/>
                  </a:solidFill>
                  <a:latin typeface="Poppins" charset="0"/>
                  <a:ea typeface="Poppins" charset="0"/>
                  <a:cs typeface="Poppins" charset="0"/>
                  <a:sym typeface="Poppins" charset="0"/>
                </a:defRPr>
              </a:lvl7pPr>
              <a:lvl8pPr marL="3200400" algn="l" defTabSz="914400" rtl="0" eaLnBrk="1" latinLnBrk="0" hangingPunct="1">
                <a:defRPr sz="2000" kern="1200">
                  <a:solidFill>
                    <a:srgbClr val="74808C"/>
                  </a:solidFill>
                  <a:latin typeface="Poppins" charset="0"/>
                  <a:ea typeface="Poppins" charset="0"/>
                  <a:cs typeface="Poppins" charset="0"/>
                  <a:sym typeface="Poppins" charset="0"/>
                </a:defRPr>
              </a:lvl8pPr>
              <a:lvl9pPr marL="3657600" algn="l" defTabSz="914400" rtl="0" eaLnBrk="1" latinLnBrk="0" hangingPunct="1">
                <a:defRPr sz="2000" kern="1200">
                  <a:solidFill>
                    <a:srgbClr val="74808C"/>
                  </a:solidFill>
                  <a:latin typeface="Poppins" charset="0"/>
                  <a:ea typeface="Poppins" charset="0"/>
                  <a:cs typeface="Poppins" charset="0"/>
                  <a:sym typeface="Poppins" charset="0"/>
                </a:defRPr>
              </a:lvl9pPr>
            </a:lstStyle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1F1B1E64-C053-4197-A950-50813C22A397}"/>
              </a:ext>
            </a:extLst>
          </p:cNvPr>
          <p:cNvGrpSpPr/>
          <p:nvPr/>
        </p:nvGrpSpPr>
        <p:grpSpPr>
          <a:xfrm>
            <a:off x="440960" y="4970509"/>
            <a:ext cx="5976028" cy="883570"/>
            <a:chOff x="440960" y="4789454"/>
            <a:chExt cx="5976028" cy="883570"/>
          </a:xfrm>
        </p:grpSpPr>
        <p:sp>
          <p:nvSpPr>
            <p:cNvPr id="33" name="직사각형 32"/>
            <p:cNvSpPr/>
            <p:nvPr/>
          </p:nvSpPr>
          <p:spPr bwMode="auto">
            <a:xfrm>
              <a:off x="692988" y="4953024"/>
              <a:ext cx="5724000" cy="720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180000" rIns="792000" rtlCol="0" anchor="ctr"/>
            <a:lstStyle/>
            <a:p>
              <a:pPr marL="90000" lvl="2" indent="-90000" defTabSz="914400" fontAlgn="base">
                <a:lnSpc>
                  <a:spcPct val="110000"/>
                </a:lnSpc>
                <a:spcBef>
                  <a:spcPct val="0"/>
                </a:spcBef>
                <a:spcAft>
                  <a:spcPts val="300"/>
                </a:spcAft>
                <a:buClr>
                  <a:prstClr val="black">
                    <a:lumMod val="75000"/>
                    <a:lumOff val="25000"/>
                  </a:prstClr>
                </a:buClr>
                <a:buSzPct val="90000"/>
                <a:buFont typeface="Arial" pitchFamily="34" charset="0"/>
                <a:buChar char="•"/>
              </a:pPr>
              <a:r>
                <a:rPr kumimoji="1" lang="ko-KR" altLang="en-US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sym typeface="Monotype Sorts"/>
                </a:rPr>
                <a:t>상이한 운영환경 및 플랫폼을 가진 기관</a:t>
              </a:r>
              <a:r>
                <a:rPr kumimoji="1" lang="en-US" altLang="ko-KR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sym typeface="Monotype Sorts"/>
                </a:rPr>
                <a:t>/</a:t>
              </a:r>
              <a:r>
                <a:rPr kumimoji="1" lang="ko-KR" altLang="en-US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sym typeface="Monotype Sorts"/>
                </a:rPr>
                <a:t>업체 자체 시스템과 실시간 연계를 통하여 업무에 필요한 데이터 연계를 원활하게 해주기 위한 서비스 내부 시스템</a:t>
              </a:r>
            </a:p>
          </p:txBody>
        </p:sp>
        <p:grpSp>
          <p:nvGrpSpPr>
            <p:cNvPr id="143" name="그룹 142">
              <a:extLst>
                <a:ext uri="{FF2B5EF4-FFF2-40B4-BE49-F238E27FC236}">
                  <a16:creationId xmlns:a16="http://schemas.microsoft.com/office/drawing/2014/main" id="{51544C54-FB7A-4D20-8041-B4398EAB8952}"/>
                </a:ext>
              </a:extLst>
            </p:cNvPr>
            <p:cNvGrpSpPr/>
            <p:nvPr/>
          </p:nvGrpSpPr>
          <p:grpSpPr>
            <a:xfrm>
              <a:off x="440960" y="4789454"/>
              <a:ext cx="3024000" cy="379594"/>
              <a:chOff x="3880740" y="713655"/>
              <a:chExt cx="3024000" cy="431644"/>
            </a:xfrm>
          </p:grpSpPr>
          <p:grpSp>
            <p:nvGrpSpPr>
              <p:cNvPr id="144" name="그룹 143">
                <a:extLst>
                  <a:ext uri="{FF2B5EF4-FFF2-40B4-BE49-F238E27FC236}">
                    <a16:creationId xmlns:a16="http://schemas.microsoft.com/office/drawing/2014/main" id="{56A0ED3B-A6D4-4785-9D10-21681CBCEE5D}"/>
                  </a:ext>
                </a:extLst>
              </p:cNvPr>
              <p:cNvGrpSpPr/>
              <p:nvPr/>
            </p:nvGrpSpPr>
            <p:grpSpPr>
              <a:xfrm>
                <a:off x="3880740" y="713655"/>
                <a:ext cx="3024000" cy="327491"/>
                <a:chOff x="3879707" y="858315"/>
                <a:chExt cx="2704563" cy="292896"/>
              </a:xfrm>
            </p:grpSpPr>
            <p:sp>
              <p:nvSpPr>
                <p:cNvPr id="146" name="사각형: 둥근 모서리 145">
                  <a:extLst>
                    <a:ext uri="{FF2B5EF4-FFF2-40B4-BE49-F238E27FC236}">
                      <a16:creationId xmlns:a16="http://schemas.microsoft.com/office/drawing/2014/main" id="{B1871BD4-4232-4312-AA0A-06476E76E54D}"/>
                    </a:ext>
                  </a:extLst>
                </p:cNvPr>
                <p:cNvSpPr/>
                <p:nvPr/>
              </p:nvSpPr>
              <p:spPr>
                <a:xfrm>
                  <a:off x="3879707" y="858315"/>
                  <a:ext cx="2704563" cy="292896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2D7CBD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166189" indent="-180964" algn="ctr" defTabSz="1042988" eaLnBrk="0" hangingPunct="0">
                    <a:lnSpc>
                      <a:spcPct val="110000"/>
                    </a:lnSpc>
                    <a:buClr>
                      <a:srgbClr val="3271AA"/>
                    </a:buClr>
                    <a:buSzPct val="140000"/>
                    <a:tabLst>
                      <a:tab pos="5648325" algn="l"/>
                    </a:tabLst>
                    <a:defRPr/>
                  </a:pPr>
                  <a:r>
                    <a:rPr lang="ko-KR" altLang="en-US" sz="1100">
                      <a:solidFill>
                        <a:srgbClr val="FFFFFF"/>
                      </a:solidFill>
                      <a:latin typeface="+mj-ea"/>
                      <a:ea typeface="+mj-ea"/>
                    </a:rPr>
                    <a:t>표준연계 시스템</a:t>
                  </a:r>
                </a:p>
              </p:txBody>
            </p:sp>
            <p:cxnSp>
              <p:nvCxnSpPr>
                <p:cNvPr id="147" name="직선 연결선 146">
                  <a:extLst>
                    <a:ext uri="{FF2B5EF4-FFF2-40B4-BE49-F238E27FC236}">
                      <a16:creationId xmlns:a16="http://schemas.microsoft.com/office/drawing/2014/main" id="{AB57DCAE-ECA7-4944-9C37-3D9F9B5936F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79707" y="1012203"/>
                  <a:ext cx="104775" cy="0"/>
                </a:xfrm>
                <a:prstGeom prst="line">
                  <a:avLst/>
                </a:prstGeom>
                <a:ln w="6350">
                  <a:solidFill>
                    <a:schemeClr val="bg1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8" name="직선 연결선 147">
                  <a:extLst>
                    <a:ext uri="{FF2B5EF4-FFF2-40B4-BE49-F238E27FC236}">
                      <a16:creationId xmlns:a16="http://schemas.microsoft.com/office/drawing/2014/main" id="{D1A6A08F-8C8F-475D-A38E-948CAC93DE8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486337" y="1012203"/>
                  <a:ext cx="97933" cy="0"/>
                </a:xfrm>
                <a:prstGeom prst="line">
                  <a:avLst/>
                </a:prstGeom>
                <a:ln w="6350">
                  <a:solidFill>
                    <a:schemeClr val="bg1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45" name="자유형: 도형 144">
                <a:extLst>
                  <a:ext uri="{FF2B5EF4-FFF2-40B4-BE49-F238E27FC236}">
                    <a16:creationId xmlns:a16="http://schemas.microsoft.com/office/drawing/2014/main" id="{F2AFBF1E-2966-4118-AA09-56DD7489AB89}"/>
                  </a:ext>
                </a:extLst>
              </p:cNvPr>
              <p:cNvSpPr/>
              <p:nvPr/>
            </p:nvSpPr>
            <p:spPr>
              <a:xfrm>
                <a:off x="3944620" y="1013219"/>
                <a:ext cx="182880" cy="132080"/>
              </a:xfrm>
              <a:custGeom>
                <a:avLst/>
                <a:gdLst>
                  <a:gd name="connsiteX0" fmla="*/ 0 w 182880"/>
                  <a:gd name="connsiteY0" fmla="*/ 0 h 132080"/>
                  <a:gd name="connsiteX1" fmla="*/ 182880 w 182880"/>
                  <a:gd name="connsiteY1" fmla="*/ 132080 h 132080"/>
                  <a:gd name="connsiteX2" fmla="*/ 182880 w 182880"/>
                  <a:gd name="connsiteY2" fmla="*/ 25400 h 132080"/>
                  <a:gd name="connsiteX3" fmla="*/ 0 w 182880"/>
                  <a:gd name="connsiteY3" fmla="*/ 0 h 1320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2880" h="132080">
                    <a:moveTo>
                      <a:pt x="0" y="0"/>
                    </a:moveTo>
                    <a:lnTo>
                      <a:pt x="182880" y="132080"/>
                    </a:lnTo>
                    <a:lnTo>
                      <a:pt x="182880" y="25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E3746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ko-KR" altLang="en-US" dirty="0" err="1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83" name="Shape">
              <a:extLst>
                <a:ext uri="{FF2B5EF4-FFF2-40B4-BE49-F238E27FC236}">
                  <a16:creationId xmlns:a16="http://schemas.microsoft.com/office/drawing/2014/main" id="{3AE94068-EC1E-411A-86A0-26D7390E8B6A}"/>
                </a:ext>
              </a:extLst>
            </p:cNvPr>
            <p:cNvSpPr/>
            <p:nvPr/>
          </p:nvSpPr>
          <p:spPr>
            <a:xfrm>
              <a:off x="5830853" y="5097060"/>
              <a:ext cx="396000" cy="3960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963" y="0"/>
                  </a:moveTo>
                  <a:cubicBezTo>
                    <a:pt x="2116" y="0"/>
                    <a:pt x="1688" y="1"/>
                    <a:pt x="1235" y="145"/>
                  </a:cubicBezTo>
                  <a:cubicBezTo>
                    <a:pt x="737" y="326"/>
                    <a:pt x="345" y="719"/>
                    <a:pt x="163" y="1218"/>
                  </a:cubicBezTo>
                  <a:cubicBezTo>
                    <a:pt x="19" y="1674"/>
                    <a:pt x="19" y="2104"/>
                    <a:pt x="19" y="2949"/>
                  </a:cubicBezTo>
                  <a:lnTo>
                    <a:pt x="19" y="6471"/>
                  </a:lnTo>
                  <a:cubicBezTo>
                    <a:pt x="19" y="7330"/>
                    <a:pt x="19" y="7759"/>
                    <a:pt x="163" y="8215"/>
                  </a:cubicBezTo>
                  <a:cubicBezTo>
                    <a:pt x="345" y="8714"/>
                    <a:pt x="737" y="9107"/>
                    <a:pt x="1235" y="9289"/>
                  </a:cubicBezTo>
                  <a:cubicBezTo>
                    <a:pt x="1690" y="9433"/>
                    <a:pt x="2119" y="9434"/>
                    <a:pt x="2963" y="9434"/>
                  </a:cubicBezTo>
                  <a:lnTo>
                    <a:pt x="6480" y="9434"/>
                  </a:lnTo>
                  <a:cubicBezTo>
                    <a:pt x="7337" y="9434"/>
                    <a:pt x="7765" y="9433"/>
                    <a:pt x="8221" y="9289"/>
                  </a:cubicBezTo>
                  <a:cubicBezTo>
                    <a:pt x="8719" y="9107"/>
                    <a:pt x="9111" y="8714"/>
                    <a:pt x="9293" y="8215"/>
                  </a:cubicBezTo>
                  <a:cubicBezTo>
                    <a:pt x="9437" y="7759"/>
                    <a:pt x="9437" y="7330"/>
                    <a:pt x="9437" y="6485"/>
                  </a:cubicBezTo>
                  <a:lnTo>
                    <a:pt x="9437" y="2962"/>
                  </a:lnTo>
                  <a:cubicBezTo>
                    <a:pt x="9437" y="2103"/>
                    <a:pt x="9437" y="1674"/>
                    <a:pt x="9293" y="1218"/>
                  </a:cubicBezTo>
                  <a:cubicBezTo>
                    <a:pt x="9111" y="719"/>
                    <a:pt x="8719" y="326"/>
                    <a:pt x="8221" y="145"/>
                  </a:cubicBezTo>
                  <a:cubicBezTo>
                    <a:pt x="7765" y="0"/>
                    <a:pt x="7337" y="0"/>
                    <a:pt x="6493" y="0"/>
                  </a:cubicBezTo>
                  <a:lnTo>
                    <a:pt x="2976" y="0"/>
                  </a:lnTo>
                  <a:lnTo>
                    <a:pt x="2963" y="0"/>
                  </a:lnTo>
                  <a:close/>
                  <a:moveTo>
                    <a:pt x="15126" y="0"/>
                  </a:moveTo>
                  <a:cubicBezTo>
                    <a:pt x="14279" y="0"/>
                    <a:pt x="13851" y="1"/>
                    <a:pt x="13398" y="145"/>
                  </a:cubicBezTo>
                  <a:cubicBezTo>
                    <a:pt x="12900" y="326"/>
                    <a:pt x="12508" y="719"/>
                    <a:pt x="12326" y="1218"/>
                  </a:cubicBezTo>
                  <a:cubicBezTo>
                    <a:pt x="12182" y="1674"/>
                    <a:pt x="12182" y="2104"/>
                    <a:pt x="12182" y="2949"/>
                  </a:cubicBezTo>
                  <a:lnTo>
                    <a:pt x="12182" y="6471"/>
                  </a:lnTo>
                  <a:cubicBezTo>
                    <a:pt x="12182" y="7330"/>
                    <a:pt x="12182" y="7759"/>
                    <a:pt x="12326" y="8215"/>
                  </a:cubicBezTo>
                  <a:cubicBezTo>
                    <a:pt x="12508" y="8714"/>
                    <a:pt x="12900" y="9107"/>
                    <a:pt x="13398" y="9289"/>
                  </a:cubicBezTo>
                  <a:cubicBezTo>
                    <a:pt x="13853" y="9433"/>
                    <a:pt x="14282" y="9434"/>
                    <a:pt x="15126" y="9434"/>
                  </a:cubicBezTo>
                  <a:lnTo>
                    <a:pt x="18643" y="9434"/>
                  </a:lnTo>
                  <a:cubicBezTo>
                    <a:pt x="19500" y="9434"/>
                    <a:pt x="19928" y="9433"/>
                    <a:pt x="20384" y="9289"/>
                  </a:cubicBezTo>
                  <a:cubicBezTo>
                    <a:pt x="20882" y="9107"/>
                    <a:pt x="21274" y="8714"/>
                    <a:pt x="21456" y="8215"/>
                  </a:cubicBezTo>
                  <a:cubicBezTo>
                    <a:pt x="21600" y="7759"/>
                    <a:pt x="21600" y="7330"/>
                    <a:pt x="21600" y="6485"/>
                  </a:cubicBezTo>
                  <a:lnTo>
                    <a:pt x="21600" y="2962"/>
                  </a:lnTo>
                  <a:cubicBezTo>
                    <a:pt x="21600" y="2103"/>
                    <a:pt x="21600" y="1674"/>
                    <a:pt x="21456" y="1218"/>
                  </a:cubicBezTo>
                  <a:cubicBezTo>
                    <a:pt x="21274" y="719"/>
                    <a:pt x="20882" y="326"/>
                    <a:pt x="20384" y="145"/>
                  </a:cubicBezTo>
                  <a:cubicBezTo>
                    <a:pt x="19928" y="0"/>
                    <a:pt x="19500" y="0"/>
                    <a:pt x="18656" y="0"/>
                  </a:cubicBezTo>
                  <a:lnTo>
                    <a:pt x="15139" y="0"/>
                  </a:lnTo>
                  <a:lnTo>
                    <a:pt x="15126" y="0"/>
                  </a:lnTo>
                  <a:close/>
                  <a:moveTo>
                    <a:pt x="2182" y="1731"/>
                  </a:moveTo>
                  <a:lnTo>
                    <a:pt x="2184" y="1731"/>
                  </a:lnTo>
                  <a:lnTo>
                    <a:pt x="7274" y="1731"/>
                  </a:lnTo>
                  <a:cubicBezTo>
                    <a:pt x="7398" y="1731"/>
                    <a:pt x="7462" y="1731"/>
                    <a:pt x="7529" y="1753"/>
                  </a:cubicBezTo>
                  <a:cubicBezTo>
                    <a:pt x="7602" y="1779"/>
                    <a:pt x="7661" y="1838"/>
                    <a:pt x="7687" y="1911"/>
                  </a:cubicBezTo>
                  <a:cubicBezTo>
                    <a:pt x="7709" y="1979"/>
                    <a:pt x="7709" y="2042"/>
                    <a:pt x="7709" y="2169"/>
                  </a:cubicBezTo>
                  <a:lnTo>
                    <a:pt x="7709" y="7267"/>
                  </a:lnTo>
                  <a:cubicBezTo>
                    <a:pt x="7709" y="7391"/>
                    <a:pt x="7709" y="7455"/>
                    <a:pt x="7687" y="7522"/>
                  </a:cubicBezTo>
                  <a:cubicBezTo>
                    <a:pt x="7661" y="7596"/>
                    <a:pt x="7602" y="7654"/>
                    <a:pt x="7529" y="7680"/>
                  </a:cubicBezTo>
                  <a:cubicBezTo>
                    <a:pt x="7462" y="7702"/>
                    <a:pt x="7399" y="7702"/>
                    <a:pt x="7272" y="7702"/>
                  </a:cubicBezTo>
                  <a:lnTo>
                    <a:pt x="2182" y="7702"/>
                  </a:lnTo>
                  <a:cubicBezTo>
                    <a:pt x="2058" y="7702"/>
                    <a:pt x="1994" y="7702"/>
                    <a:pt x="1927" y="7680"/>
                  </a:cubicBezTo>
                  <a:cubicBezTo>
                    <a:pt x="1854" y="7654"/>
                    <a:pt x="1796" y="7596"/>
                    <a:pt x="1769" y="7522"/>
                  </a:cubicBezTo>
                  <a:cubicBezTo>
                    <a:pt x="1748" y="7455"/>
                    <a:pt x="1748" y="7391"/>
                    <a:pt x="1748" y="7264"/>
                  </a:cubicBezTo>
                  <a:lnTo>
                    <a:pt x="1748" y="2167"/>
                  </a:lnTo>
                  <a:cubicBezTo>
                    <a:pt x="1748" y="2042"/>
                    <a:pt x="1748" y="1979"/>
                    <a:pt x="1769" y="1911"/>
                  </a:cubicBezTo>
                  <a:cubicBezTo>
                    <a:pt x="1796" y="1838"/>
                    <a:pt x="1854" y="1779"/>
                    <a:pt x="1927" y="1753"/>
                  </a:cubicBezTo>
                  <a:cubicBezTo>
                    <a:pt x="1994" y="1731"/>
                    <a:pt x="2057" y="1731"/>
                    <a:pt x="2182" y="1731"/>
                  </a:cubicBezTo>
                  <a:close/>
                  <a:moveTo>
                    <a:pt x="14345" y="1731"/>
                  </a:moveTo>
                  <a:lnTo>
                    <a:pt x="14347" y="1731"/>
                  </a:lnTo>
                  <a:lnTo>
                    <a:pt x="19436" y="1731"/>
                  </a:lnTo>
                  <a:cubicBezTo>
                    <a:pt x="19561" y="1731"/>
                    <a:pt x="19624" y="1731"/>
                    <a:pt x="19692" y="1753"/>
                  </a:cubicBezTo>
                  <a:cubicBezTo>
                    <a:pt x="19765" y="1779"/>
                    <a:pt x="19824" y="1838"/>
                    <a:pt x="19850" y="1911"/>
                  </a:cubicBezTo>
                  <a:cubicBezTo>
                    <a:pt x="19872" y="1979"/>
                    <a:pt x="19872" y="2042"/>
                    <a:pt x="19872" y="2169"/>
                  </a:cubicBezTo>
                  <a:lnTo>
                    <a:pt x="19872" y="7267"/>
                  </a:lnTo>
                  <a:cubicBezTo>
                    <a:pt x="19872" y="7391"/>
                    <a:pt x="19872" y="7455"/>
                    <a:pt x="19850" y="7522"/>
                  </a:cubicBezTo>
                  <a:cubicBezTo>
                    <a:pt x="19824" y="7596"/>
                    <a:pt x="19765" y="7654"/>
                    <a:pt x="19692" y="7680"/>
                  </a:cubicBezTo>
                  <a:cubicBezTo>
                    <a:pt x="19624" y="7702"/>
                    <a:pt x="19561" y="7702"/>
                    <a:pt x="19435" y="7702"/>
                  </a:cubicBezTo>
                  <a:lnTo>
                    <a:pt x="14345" y="7702"/>
                  </a:lnTo>
                  <a:cubicBezTo>
                    <a:pt x="14221" y="7702"/>
                    <a:pt x="14157" y="7702"/>
                    <a:pt x="14090" y="7680"/>
                  </a:cubicBezTo>
                  <a:cubicBezTo>
                    <a:pt x="14017" y="7654"/>
                    <a:pt x="13959" y="7596"/>
                    <a:pt x="13932" y="7522"/>
                  </a:cubicBezTo>
                  <a:cubicBezTo>
                    <a:pt x="13911" y="7455"/>
                    <a:pt x="13911" y="7391"/>
                    <a:pt x="13911" y="7264"/>
                  </a:cubicBezTo>
                  <a:lnTo>
                    <a:pt x="13911" y="2167"/>
                  </a:lnTo>
                  <a:cubicBezTo>
                    <a:pt x="13911" y="2042"/>
                    <a:pt x="13911" y="1979"/>
                    <a:pt x="13932" y="1911"/>
                  </a:cubicBezTo>
                  <a:cubicBezTo>
                    <a:pt x="13959" y="1838"/>
                    <a:pt x="14017" y="1779"/>
                    <a:pt x="14090" y="1753"/>
                  </a:cubicBezTo>
                  <a:cubicBezTo>
                    <a:pt x="14157" y="1731"/>
                    <a:pt x="14220" y="1731"/>
                    <a:pt x="14345" y="1731"/>
                  </a:cubicBezTo>
                  <a:close/>
                  <a:moveTo>
                    <a:pt x="2944" y="12166"/>
                  </a:moveTo>
                  <a:cubicBezTo>
                    <a:pt x="2097" y="12166"/>
                    <a:pt x="1669" y="12167"/>
                    <a:pt x="1216" y="12311"/>
                  </a:cubicBezTo>
                  <a:cubicBezTo>
                    <a:pt x="718" y="12493"/>
                    <a:pt x="326" y="12886"/>
                    <a:pt x="144" y="13385"/>
                  </a:cubicBezTo>
                  <a:cubicBezTo>
                    <a:pt x="0" y="13841"/>
                    <a:pt x="0" y="14270"/>
                    <a:pt x="0" y="15115"/>
                  </a:cubicBezTo>
                  <a:lnTo>
                    <a:pt x="0" y="18638"/>
                  </a:lnTo>
                  <a:cubicBezTo>
                    <a:pt x="0" y="19496"/>
                    <a:pt x="0" y="19926"/>
                    <a:pt x="144" y="20382"/>
                  </a:cubicBezTo>
                  <a:cubicBezTo>
                    <a:pt x="326" y="20881"/>
                    <a:pt x="718" y="21274"/>
                    <a:pt x="1216" y="21455"/>
                  </a:cubicBezTo>
                  <a:cubicBezTo>
                    <a:pt x="1672" y="21600"/>
                    <a:pt x="2100" y="21600"/>
                    <a:pt x="2944" y="21600"/>
                  </a:cubicBezTo>
                  <a:lnTo>
                    <a:pt x="6462" y="21600"/>
                  </a:lnTo>
                  <a:cubicBezTo>
                    <a:pt x="7319" y="21600"/>
                    <a:pt x="7747" y="21600"/>
                    <a:pt x="8202" y="21455"/>
                  </a:cubicBezTo>
                  <a:cubicBezTo>
                    <a:pt x="8700" y="21274"/>
                    <a:pt x="9092" y="20881"/>
                    <a:pt x="9274" y="20382"/>
                  </a:cubicBezTo>
                  <a:cubicBezTo>
                    <a:pt x="9418" y="19926"/>
                    <a:pt x="9418" y="19496"/>
                    <a:pt x="9418" y="18651"/>
                  </a:cubicBezTo>
                  <a:lnTo>
                    <a:pt x="9418" y="15128"/>
                  </a:lnTo>
                  <a:cubicBezTo>
                    <a:pt x="9418" y="14269"/>
                    <a:pt x="9418" y="13841"/>
                    <a:pt x="9274" y="13385"/>
                  </a:cubicBezTo>
                  <a:cubicBezTo>
                    <a:pt x="9092" y="12886"/>
                    <a:pt x="8700" y="12493"/>
                    <a:pt x="8202" y="12311"/>
                  </a:cubicBezTo>
                  <a:cubicBezTo>
                    <a:pt x="7747" y="12167"/>
                    <a:pt x="7318" y="12166"/>
                    <a:pt x="6474" y="12166"/>
                  </a:cubicBezTo>
                  <a:lnTo>
                    <a:pt x="2957" y="12166"/>
                  </a:lnTo>
                  <a:lnTo>
                    <a:pt x="2944" y="12166"/>
                  </a:lnTo>
                  <a:close/>
                  <a:moveTo>
                    <a:pt x="15107" y="12166"/>
                  </a:moveTo>
                  <a:cubicBezTo>
                    <a:pt x="14260" y="12166"/>
                    <a:pt x="13832" y="12167"/>
                    <a:pt x="13379" y="12311"/>
                  </a:cubicBezTo>
                  <a:cubicBezTo>
                    <a:pt x="12881" y="12493"/>
                    <a:pt x="12489" y="12886"/>
                    <a:pt x="12307" y="13385"/>
                  </a:cubicBezTo>
                  <a:cubicBezTo>
                    <a:pt x="12163" y="13841"/>
                    <a:pt x="12163" y="14270"/>
                    <a:pt x="12163" y="15115"/>
                  </a:cubicBezTo>
                  <a:lnTo>
                    <a:pt x="12163" y="18638"/>
                  </a:lnTo>
                  <a:cubicBezTo>
                    <a:pt x="12163" y="19496"/>
                    <a:pt x="12163" y="19926"/>
                    <a:pt x="12307" y="20382"/>
                  </a:cubicBezTo>
                  <a:cubicBezTo>
                    <a:pt x="12489" y="20881"/>
                    <a:pt x="12881" y="21274"/>
                    <a:pt x="13379" y="21455"/>
                  </a:cubicBezTo>
                  <a:cubicBezTo>
                    <a:pt x="13835" y="21600"/>
                    <a:pt x="14263" y="21600"/>
                    <a:pt x="15107" y="21600"/>
                  </a:cubicBezTo>
                  <a:lnTo>
                    <a:pt x="18624" y="21600"/>
                  </a:lnTo>
                  <a:cubicBezTo>
                    <a:pt x="19482" y="21600"/>
                    <a:pt x="19910" y="21600"/>
                    <a:pt x="20365" y="21455"/>
                  </a:cubicBezTo>
                  <a:cubicBezTo>
                    <a:pt x="20863" y="21274"/>
                    <a:pt x="21255" y="20881"/>
                    <a:pt x="21437" y="20382"/>
                  </a:cubicBezTo>
                  <a:cubicBezTo>
                    <a:pt x="21581" y="19926"/>
                    <a:pt x="21581" y="19496"/>
                    <a:pt x="21581" y="18651"/>
                  </a:cubicBezTo>
                  <a:lnTo>
                    <a:pt x="21581" y="15128"/>
                  </a:lnTo>
                  <a:cubicBezTo>
                    <a:pt x="21581" y="14269"/>
                    <a:pt x="21581" y="13841"/>
                    <a:pt x="21437" y="13385"/>
                  </a:cubicBezTo>
                  <a:cubicBezTo>
                    <a:pt x="21255" y="12886"/>
                    <a:pt x="20863" y="12493"/>
                    <a:pt x="20365" y="12311"/>
                  </a:cubicBezTo>
                  <a:cubicBezTo>
                    <a:pt x="19910" y="12167"/>
                    <a:pt x="19481" y="12166"/>
                    <a:pt x="18637" y="12166"/>
                  </a:cubicBezTo>
                  <a:lnTo>
                    <a:pt x="15120" y="12166"/>
                  </a:lnTo>
                  <a:lnTo>
                    <a:pt x="15107" y="12166"/>
                  </a:lnTo>
                  <a:close/>
                  <a:moveTo>
                    <a:pt x="2164" y="13898"/>
                  </a:moveTo>
                  <a:lnTo>
                    <a:pt x="2165" y="13898"/>
                  </a:lnTo>
                  <a:lnTo>
                    <a:pt x="7255" y="13898"/>
                  </a:lnTo>
                  <a:cubicBezTo>
                    <a:pt x="7379" y="13898"/>
                    <a:pt x="7443" y="13898"/>
                    <a:pt x="7510" y="13919"/>
                  </a:cubicBezTo>
                  <a:cubicBezTo>
                    <a:pt x="7583" y="13946"/>
                    <a:pt x="7642" y="14004"/>
                    <a:pt x="7669" y="14078"/>
                  </a:cubicBezTo>
                  <a:cubicBezTo>
                    <a:pt x="7690" y="14145"/>
                    <a:pt x="7690" y="14208"/>
                    <a:pt x="7690" y="14335"/>
                  </a:cubicBezTo>
                  <a:lnTo>
                    <a:pt x="7690" y="19433"/>
                  </a:lnTo>
                  <a:cubicBezTo>
                    <a:pt x="7690" y="19558"/>
                    <a:pt x="7690" y="19621"/>
                    <a:pt x="7669" y="19689"/>
                  </a:cubicBezTo>
                  <a:cubicBezTo>
                    <a:pt x="7642" y="19762"/>
                    <a:pt x="7583" y="19820"/>
                    <a:pt x="7510" y="19847"/>
                  </a:cubicBezTo>
                  <a:cubicBezTo>
                    <a:pt x="7443" y="19868"/>
                    <a:pt x="7380" y="19868"/>
                    <a:pt x="7253" y="19868"/>
                  </a:cubicBezTo>
                  <a:lnTo>
                    <a:pt x="2164" y="19868"/>
                  </a:lnTo>
                  <a:cubicBezTo>
                    <a:pt x="2039" y="19868"/>
                    <a:pt x="1976" y="19868"/>
                    <a:pt x="1908" y="19847"/>
                  </a:cubicBezTo>
                  <a:cubicBezTo>
                    <a:pt x="1835" y="19820"/>
                    <a:pt x="1777" y="19762"/>
                    <a:pt x="1750" y="19689"/>
                  </a:cubicBezTo>
                  <a:cubicBezTo>
                    <a:pt x="1729" y="19621"/>
                    <a:pt x="1729" y="19557"/>
                    <a:pt x="1729" y="19431"/>
                  </a:cubicBezTo>
                  <a:lnTo>
                    <a:pt x="1729" y="14333"/>
                  </a:lnTo>
                  <a:cubicBezTo>
                    <a:pt x="1729" y="14209"/>
                    <a:pt x="1729" y="14145"/>
                    <a:pt x="1750" y="14078"/>
                  </a:cubicBezTo>
                  <a:cubicBezTo>
                    <a:pt x="1777" y="14004"/>
                    <a:pt x="1835" y="13946"/>
                    <a:pt x="1908" y="13919"/>
                  </a:cubicBezTo>
                  <a:cubicBezTo>
                    <a:pt x="1975" y="13898"/>
                    <a:pt x="2038" y="13898"/>
                    <a:pt x="2164" y="13898"/>
                  </a:cubicBezTo>
                  <a:close/>
                  <a:moveTo>
                    <a:pt x="14326" y="13898"/>
                  </a:moveTo>
                  <a:lnTo>
                    <a:pt x="14328" y="13898"/>
                  </a:lnTo>
                  <a:lnTo>
                    <a:pt x="19418" y="13898"/>
                  </a:lnTo>
                  <a:cubicBezTo>
                    <a:pt x="19542" y="13898"/>
                    <a:pt x="19606" y="13898"/>
                    <a:pt x="19673" y="13919"/>
                  </a:cubicBezTo>
                  <a:cubicBezTo>
                    <a:pt x="19746" y="13946"/>
                    <a:pt x="19805" y="14004"/>
                    <a:pt x="19831" y="14078"/>
                  </a:cubicBezTo>
                  <a:cubicBezTo>
                    <a:pt x="19853" y="14145"/>
                    <a:pt x="19853" y="14208"/>
                    <a:pt x="19853" y="14335"/>
                  </a:cubicBezTo>
                  <a:lnTo>
                    <a:pt x="19853" y="19433"/>
                  </a:lnTo>
                  <a:cubicBezTo>
                    <a:pt x="19853" y="19558"/>
                    <a:pt x="19853" y="19621"/>
                    <a:pt x="19831" y="19689"/>
                  </a:cubicBezTo>
                  <a:cubicBezTo>
                    <a:pt x="19805" y="19762"/>
                    <a:pt x="19746" y="19820"/>
                    <a:pt x="19673" y="19847"/>
                  </a:cubicBezTo>
                  <a:cubicBezTo>
                    <a:pt x="19606" y="19868"/>
                    <a:pt x="19543" y="19868"/>
                    <a:pt x="19416" y="19868"/>
                  </a:cubicBezTo>
                  <a:lnTo>
                    <a:pt x="14326" y="19868"/>
                  </a:lnTo>
                  <a:cubicBezTo>
                    <a:pt x="14202" y="19868"/>
                    <a:pt x="14138" y="19868"/>
                    <a:pt x="14071" y="19847"/>
                  </a:cubicBezTo>
                  <a:cubicBezTo>
                    <a:pt x="13998" y="19820"/>
                    <a:pt x="13940" y="19762"/>
                    <a:pt x="13913" y="19689"/>
                  </a:cubicBezTo>
                  <a:cubicBezTo>
                    <a:pt x="13892" y="19621"/>
                    <a:pt x="13892" y="19557"/>
                    <a:pt x="13892" y="19431"/>
                  </a:cubicBezTo>
                  <a:lnTo>
                    <a:pt x="13892" y="14333"/>
                  </a:lnTo>
                  <a:cubicBezTo>
                    <a:pt x="13892" y="14209"/>
                    <a:pt x="13892" y="14145"/>
                    <a:pt x="13913" y="14078"/>
                  </a:cubicBezTo>
                  <a:cubicBezTo>
                    <a:pt x="13940" y="14004"/>
                    <a:pt x="13998" y="13946"/>
                    <a:pt x="14071" y="13919"/>
                  </a:cubicBezTo>
                  <a:cubicBezTo>
                    <a:pt x="14138" y="13898"/>
                    <a:pt x="14201" y="13898"/>
                    <a:pt x="14326" y="13898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>
              <a:miter lim="400000"/>
            </a:ln>
          </p:spPr>
          <p:txBody>
            <a:bodyPr lIns="0" tIns="0" rIns="0" bIns="0" anchor="ctr"/>
            <a:lstStyle>
              <a:defPPr>
                <a:defRPr lang="x-none"/>
              </a:defPPr>
              <a:lvl1pPr algn="l" defTabSz="825500" rtl="0" eaLnBrk="0" fontAlgn="base" hangingPunct="0">
                <a:spcBef>
                  <a:spcPct val="0"/>
                </a:spcBef>
                <a:spcAft>
                  <a:spcPct val="0"/>
                </a:spcAft>
                <a:defRPr sz="2000" kern="1200">
                  <a:solidFill>
                    <a:srgbClr val="74808C"/>
                  </a:solidFill>
                  <a:latin typeface="Poppins" charset="0"/>
                  <a:ea typeface="Poppins" charset="0"/>
                  <a:cs typeface="Poppins" charset="0"/>
                  <a:sym typeface="Poppins" charset="0"/>
                </a:defRPr>
              </a:lvl1pPr>
              <a:lvl2pPr marL="457200" indent="-228600" algn="l" defTabSz="825500" rtl="0" eaLnBrk="0" fontAlgn="base" hangingPunct="0">
                <a:spcBef>
                  <a:spcPct val="0"/>
                </a:spcBef>
                <a:spcAft>
                  <a:spcPct val="0"/>
                </a:spcAft>
                <a:defRPr sz="2000" kern="1200">
                  <a:solidFill>
                    <a:srgbClr val="74808C"/>
                  </a:solidFill>
                  <a:latin typeface="Poppins" charset="0"/>
                  <a:ea typeface="Poppins" charset="0"/>
                  <a:cs typeface="Poppins" charset="0"/>
                  <a:sym typeface="Poppins" charset="0"/>
                </a:defRPr>
              </a:lvl2pPr>
              <a:lvl3pPr marL="914400" indent="-457200" algn="l" defTabSz="825500" rtl="0" eaLnBrk="0" fontAlgn="base" hangingPunct="0">
                <a:spcBef>
                  <a:spcPct val="0"/>
                </a:spcBef>
                <a:spcAft>
                  <a:spcPct val="0"/>
                </a:spcAft>
                <a:defRPr sz="2000" kern="1200">
                  <a:solidFill>
                    <a:srgbClr val="74808C"/>
                  </a:solidFill>
                  <a:latin typeface="Poppins" charset="0"/>
                  <a:ea typeface="Poppins" charset="0"/>
                  <a:cs typeface="Poppins" charset="0"/>
                  <a:sym typeface="Poppins" charset="0"/>
                </a:defRPr>
              </a:lvl3pPr>
              <a:lvl4pPr marL="1371600" indent="-685800" algn="l" defTabSz="825500" rtl="0" eaLnBrk="0" fontAlgn="base" hangingPunct="0">
                <a:spcBef>
                  <a:spcPct val="0"/>
                </a:spcBef>
                <a:spcAft>
                  <a:spcPct val="0"/>
                </a:spcAft>
                <a:defRPr sz="2000" kern="1200">
                  <a:solidFill>
                    <a:srgbClr val="74808C"/>
                  </a:solidFill>
                  <a:latin typeface="Poppins" charset="0"/>
                  <a:ea typeface="Poppins" charset="0"/>
                  <a:cs typeface="Poppins" charset="0"/>
                  <a:sym typeface="Poppins" charset="0"/>
                </a:defRPr>
              </a:lvl4pPr>
              <a:lvl5pPr marL="1828800" indent="-914400" algn="l" defTabSz="825500" rtl="0" eaLnBrk="0" fontAlgn="base" hangingPunct="0">
                <a:spcBef>
                  <a:spcPct val="0"/>
                </a:spcBef>
                <a:spcAft>
                  <a:spcPct val="0"/>
                </a:spcAft>
                <a:defRPr sz="2000" kern="1200">
                  <a:solidFill>
                    <a:srgbClr val="74808C"/>
                  </a:solidFill>
                  <a:latin typeface="Poppins" charset="0"/>
                  <a:ea typeface="Poppins" charset="0"/>
                  <a:cs typeface="Poppins" charset="0"/>
                  <a:sym typeface="Poppins" charset="0"/>
                </a:defRPr>
              </a:lvl5pPr>
              <a:lvl6pPr marL="2286000" algn="l" defTabSz="914400" rtl="0" eaLnBrk="1" latinLnBrk="0" hangingPunct="1">
                <a:defRPr sz="2000" kern="1200">
                  <a:solidFill>
                    <a:srgbClr val="74808C"/>
                  </a:solidFill>
                  <a:latin typeface="Poppins" charset="0"/>
                  <a:ea typeface="Poppins" charset="0"/>
                  <a:cs typeface="Poppins" charset="0"/>
                  <a:sym typeface="Poppins" charset="0"/>
                </a:defRPr>
              </a:lvl6pPr>
              <a:lvl7pPr marL="2743200" algn="l" defTabSz="914400" rtl="0" eaLnBrk="1" latinLnBrk="0" hangingPunct="1">
                <a:defRPr sz="2000" kern="1200">
                  <a:solidFill>
                    <a:srgbClr val="74808C"/>
                  </a:solidFill>
                  <a:latin typeface="Poppins" charset="0"/>
                  <a:ea typeface="Poppins" charset="0"/>
                  <a:cs typeface="Poppins" charset="0"/>
                  <a:sym typeface="Poppins" charset="0"/>
                </a:defRPr>
              </a:lvl7pPr>
              <a:lvl8pPr marL="3200400" algn="l" defTabSz="914400" rtl="0" eaLnBrk="1" latinLnBrk="0" hangingPunct="1">
                <a:defRPr sz="2000" kern="1200">
                  <a:solidFill>
                    <a:srgbClr val="74808C"/>
                  </a:solidFill>
                  <a:latin typeface="Poppins" charset="0"/>
                  <a:ea typeface="Poppins" charset="0"/>
                  <a:cs typeface="Poppins" charset="0"/>
                  <a:sym typeface="Poppins" charset="0"/>
                </a:defRPr>
              </a:lvl8pPr>
              <a:lvl9pPr marL="3657600" algn="l" defTabSz="914400" rtl="0" eaLnBrk="1" latinLnBrk="0" hangingPunct="1">
                <a:defRPr sz="2000" kern="1200">
                  <a:solidFill>
                    <a:srgbClr val="74808C"/>
                  </a:solidFill>
                  <a:latin typeface="Poppins" charset="0"/>
                  <a:ea typeface="Poppins" charset="0"/>
                  <a:cs typeface="Poppins" charset="0"/>
                  <a:sym typeface="Poppins" charset="0"/>
                </a:defRPr>
              </a:lvl9pPr>
            </a:lstStyle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C0B1D825-0B35-4959-AA7D-DA3A8B86D216}"/>
              </a:ext>
            </a:extLst>
          </p:cNvPr>
          <p:cNvGrpSpPr/>
          <p:nvPr/>
        </p:nvGrpSpPr>
        <p:grpSpPr>
          <a:xfrm>
            <a:off x="440668" y="3692860"/>
            <a:ext cx="5976504" cy="1099666"/>
            <a:chOff x="440668" y="3421278"/>
            <a:chExt cx="5976504" cy="1099666"/>
          </a:xfrm>
        </p:grpSpPr>
        <p:sp>
          <p:nvSpPr>
            <p:cNvPr id="27" name="직사각형 26"/>
            <p:cNvSpPr/>
            <p:nvPr/>
          </p:nvSpPr>
          <p:spPr bwMode="auto">
            <a:xfrm>
              <a:off x="693280" y="3584944"/>
              <a:ext cx="5723892" cy="936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180000" rIns="792000" rtlCol="0" anchor="ctr"/>
            <a:lstStyle/>
            <a:p>
              <a:pPr marL="90000" lvl="2" indent="-90000" defTabSz="914400" fontAlgn="base">
                <a:lnSpc>
                  <a:spcPct val="110000"/>
                </a:lnSpc>
                <a:spcBef>
                  <a:spcPct val="0"/>
                </a:spcBef>
                <a:spcAft>
                  <a:spcPts val="300"/>
                </a:spcAft>
                <a:buClr>
                  <a:prstClr val="black">
                    <a:lumMod val="75000"/>
                    <a:lumOff val="25000"/>
                  </a:prstClr>
                </a:buClr>
                <a:buSzPct val="90000"/>
                <a:buFont typeface="Arial" pitchFamily="34" charset="0"/>
                <a:buChar char="•"/>
                <a:defRPr/>
              </a:pPr>
              <a:r>
                <a:rPr kumimoji="1"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sym typeface="Monotype Sorts"/>
                </a:rPr>
                <a:t>○○업무 및 기타 계약에 관한 업무를 전자적으로 처리할 수 있도록 구축되고 ○○○장관이 지정</a:t>
              </a:r>
              <a:r>
                <a:rPr kumimoji="1"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sym typeface="Monotype Sorts"/>
                </a:rPr>
                <a:t>/</a:t>
              </a:r>
              <a:r>
                <a:rPr kumimoji="1"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sym typeface="Monotype Sorts"/>
                </a:rPr>
                <a:t>고시하는 정보처리장치로 ○○○이 운영</a:t>
              </a:r>
              <a:r>
                <a:rPr kumimoji="1"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sym typeface="Monotype Sorts"/>
                </a:rPr>
                <a:t>/</a:t>
              </a:r>
              <a:r>
                <a:rPr kumimoji="1"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sym typeface="Monotype Sorts"/>
                </a:rPr>
                <a:t>관리 </a:t>
              </a:r>
            </a:p>
            <a:p>
              <a:pPr marL="90000" lvl="2" indent="-90000" defTabSz="914400" fontAlgn="base">
                <a:lnSpc>
                  <a:spcPct val="110000"/>
                </a:lnSpc>
                <a:spcBef>
                  <a:spcPct val="0"/>
                </a:spcBef>
                <a:spcAft>
                  <a:spcPts val="300"/>
                </a:spcAft>
                <a:buClr>
                  <a:prstClr val="black">
                    <a:lumMod val="75000"/>
                    <a:lumOff val="25000"/>
                  </a:prstClr>
                </a:buClr>
                <a:buSzPct val="90000"/>
                <a:buFont typeface="Arial" pitchFamily="34" charset="0"/>
                <a:buChar char="•"/>
                <a:defRPr/>
              </a:pPr>
              <a:r>
                <a:rPr kumimoji="1"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sym typeface="Monotype Sorts"/>
                </a:rPr>
                <a:t>해당 시스템을 중심으로 내부 각 부서별 업무 지원 서브 시스템 존재</a:t>
              </a:r>
            </a:p>
          </p:txBody>
        </p:sp>
        <p:grpSp>
          <p:nvGrpSpPr>
            <p:cNvPr id="85" name="그룹 84">
              <a:extLst>
                <a:ext uri="{FF2B5EF4-FFF2-40B4-BE49-F238E27FC236}">
                  <a16:creationId xmlns:a16="http://schemas.microsoft.com/office/drawing/2014/main" id="{2ECE3B26-E9E6-45ED-AAEC-7D0EED706F0C}"/>
                </a:ext>
              </a:extLst>
            </p:cNvPr>
            <p:cNvGrpSpPr/>
            <p:nvPr/>
          </p:nvGrpSpPr>
          <p:grpSpPr>
            <a:xfrm>
              <a:off x="440668" y="3421278"/>
              <a:ext cx="3024000" cy="379597"/>
              <a:chOff x="3880740" y="713652"/>
              <a:chExt cx="3024000" cy="431647"/>
            </a:xfrm>
          </p:grpSpPr>
          <p:grpSp>
            <p:nvGrpSpPr>
              <p:cNvPr id="86" name="그룹 85">
                <a:extLst>
                  <a:ext uri="{FF2B5EF4-FFF2-40B4-BE49-F238E27FC236}">
                    <a16:creationId xmlns:a16="http://schemas.microsoft.com/office/drawing/2014/main" id="{132B282D-E75D-400E-9C05-8994BFB5ACDF}"/>
                  </a:ext>
                </a:extLst>
              </p:cNvPr>
              <p:cNvGrpSpPr/>
              <p:nvPr/>
            </p:nvGrpSpPr>
            <p:grpSpPr>
              <a:xfrm>
                <a:off x="3880740" y="713652"/>
                <a:ext cx="3024000" cy="327490"/>
                <a:chOff x="3879707" y="858312"/>
                <a:chExt cx="2704563" cy="292895"/>
              </a:xfrm>
            </p:grpSpPr>
            <p:sp>
              <p:nvSpPr>
                <p:cNvPr id="88" name="사각형: 둥근 모서리 87">
                  <a:extLst>
                    <a:ext uri="{FF2B5EF4-FFF2-40B4-BE49-F238E27FC236}">
                      <a16:creationId xmlns:a16="http://schemas.microsoft.com/office/drawing/2014/main" id="{F92C301A-5E22-4B90-BD76-15D3C2E5627A}"/>
                    </a:ext>
                  </a:extLst>
                </p:cNvPr>
                <p:cNvSpPr/>
                <p:nvPr/>
              </p:nvSpPr>
              <p:spPr>
                <a:xfrm>
                  <a:off x="3879707" y="858312"/>
                  <a:ext cx="2704563" cy="292895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5A9BD5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166189" lvl="0" indent="-180964" algn="ctr" defTabSz="1042988" eaLnBrk="0" hangingPunct="0">
                    <a:lnSpc>
                      <a:spcPct val="110000"/>
                    </a:lnSpc>
                    <a:buClr>
                      <a:srgbClr val="3271AA"/>
                    </a:buClr>
                    <a:buSzPct val="140000"/>
                    <a:tabLst>
                      <a:tab pos="5648325" algn="l"/>
                    </a:tabLst>
                    <a:defRPr/>
                  </a:pPr>
                  <a:r>
                    <a:rPr lang="ko-KR" altLang="en-US" sz="1100">
                      <a:solidFill>
                        <a:srgbClr val="FFFFFF"/>
                      </a:solidFill>
                      <a:latin typeface="+mj-ea"/>
                      <a:ea typeface="+mj-ea"/>
                    </a:rPr>
                    <a:t>코드 연계 시스템</a:t>
                  </a:r>
                  <a:endParaRPr lang="ko-KR" altLang="en-US" sz="1100" dirty="0">
                    <a:solidFill>
                      <a:srgbClr val="FFFFFF"/>
                    </a:solidFill>
                    <a:latin typeface="+mj-ea"/>
                    <a:ea typeface="+mj-ea"/>
                  </a:endParaRPr>
                </a:p>
              </p:txBody>
            </p:sp>
            <p:cxnSp>
              <p:nvCxnSpPr>
                <p:cNvPr id="89" name="직선 연결선 88">
                  <a:extLst>
                    <a:ext uri="{FF2B5EF4-FFF2-40B4-BE49-F238E27FC236}">
                      <a16:creationId xmlns:a16="http://schemas.microsoft.com/office/drawing/2014/main" id="{B03F3FEA-951F-4779-AE0B-01EB59C36EE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79707" y="1012203"/>
                  <a:ext cx="104775" cy="0"/>
                </a:xfrm>
                <a:prstGeom prst="line">
                  <a:avLst/>
                </a:prstGeom>
                <a:ln w="6350">
                  <a:solidFill>
                    <a:schemeClr val="bg1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1" name="직선 연결선 90">
                  <a:extLst>
                    <a:ext uri="{FF2B5EF4-FFF2-40B4-BE49-F238E27FC236}">
                      <a16:creationId xmlns:a16="http://schemas.microsoft.com/office/drawing/2014/main" id="{46590825-F99E-48DD-B063-835B50035E9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486337" y="1012203"/>
                  <a:ext cx="97933" cy="0"/>
                </a:xfrm>
                <a:prstGeom prst="line">
                  <a:avLst/>
                </a:prstGeom>
                <a:ln w="6350">
                  <a:solidFill>
                    <a:schemeClr val="bg1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87" name="자유형: 도형 86">
                <a:extLst>
                  <a:ext uri="{FF2B5EF4-FFF2-40B4-BE49-F238E27FC236}">
                    <a16:creationId xmlns:a16="http://schemas.microsoft.com/office/drawing/2014/main" id="{69D144E1-D900-49AF-A481-EC44319A6029}"/>
                  </a:ext>
                </a:extLst>
              </p:cNvPr>
              <p:cNvSpPr/>
              <p:nvPr/>
            </p:nvSpPr>
            <p:spPr>
              <a:xfrm>
                <a:off x="3944620" y="1013219"/>
                <a:ext cx="182880" cy="132080"/>
              </a:xfrm>
              <a:custGeom>
                <a:avLst/>
                <a:gdLst>
                  <a:gd name="connsiteX0" fmla="*/ 0 w 182880"/>
                  <a:gd name="connsiteY0" fmla="*/ 0 h 132080"/>
                  <a:gd name="connsiteX1" fmla="*/ 182880 w 182880"/>
                  <a:gd name="connsiteY1" fmla="*/ 132080 h 132080"/>
                  <a:gd name="connsiteX2" fmla="*/ 182880 w 182880"/>
                  <a:gd name="connsiteY2" fmla="*/ 25400 h 132080"/>
                  <a:gd name="connsiteX3" fmla="*/ 0 w 182880"/>
                  <a:gd name="connsiteY3" fmla="*/ 0 h 1320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2880" h="132080">
                    <a:moveTo>
                      <a:pt x="0" y="0"/>
                    </a:moveTo>
                    <a:lnTo>
                      <a:pt x="182880" y="132080"/>
                    </a:lnTo>
                    <a:lnTo>
                      <a:pt x="182880" y="25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E3746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ko-KR" altLang="en-US" dirty="0" err="1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84" name="그룹 183">
              <a:extLst>
                <a:ext uri="{FF2B5EF4-FFF2-40B4-BE49-F238E27FC236}">
                  <a16:creationId xmlns:a16="http://schemas.microsoft.com/office/drawing/2014/main" id="{DBE330FE-7ED1-4C21-89C5-065E9C4425AC}"/>
                </a:ext>
              </a:extLst>
            </p:cNvPr>
            <p:cNvGrpSpPr/>
            <p:nvPr/>
          </p:nvGrpSpPr>
          <p:grpSpPr>
            <a:xfrm>
              <a:off x="5831478" y="3836964"/>
              <a:ext cx="394750" cy="394594"/>
              <a:chOff x="610898" y="3912229"/>
              <a:chExt cx="394750" cy="394594"/>
            </a:xfrm>
            <a:solidFill>
              <a:schemeClr val="bg1">
                <a:lumMod val="85000"/>
              </a:schemeClr>
            </a:solidFill>
          </p:grpSpPr>
          <p:sp>
            <p:nvSpPr>
              <p:cNvPr id="185" name="Shape">
                <a:extLst>
                  <a:ext uri="{FF2B5EF4-FFF2-40B4-BE49-F238E27FC236}">
                    <a16:creationId xmlns:a16="http://schemas.microsoft.com/office/drawing/2014/main" id="{495FCCEF-F5FD-4E19-98A8-32FA35194BCE}"/>
                  </a:ext>
                </a:extLst>
              </p:cNvPr>
              <p:cNvSpPr/>
              <p:nvPr/>
            </p:nvSpPr>
            <p:spPr>
              <a:xfrm>
                <a:off x="610898" y="3912229"/>
                <a:ext cx="394750" cy="39459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490" h="21536" extrusionOk="0">
                    <a:moveTo>
                      <a:pt x="4657" y="2"/>
                    </a:moveTo>
                    <a:cubicBezTo>
                      <a:pt x="3988" y="2"/>
                      <a:pt x="3484" y="2"/>
                      <a:pt x="3059" y="31"/>
                    </a:cubicBezTo>
                    <a:cubicBezTo>
                      <a:pt x="2633" y="59"/>
                      <a:pt x="2285" y="116"/>
                      <a:pt x="1928" y="230"/>
                    </a:cubicBezTo>
                    <a:cubicBezTo>
                      <a:pt x="1534" y="374"/>
                      <a:pt x="1183" y="601"/>
                      <a:pt x="894" y="890"/>
                    </a:cubicBezTo>
                    <a:cubicBezTo>
                      <a:pt x="604" y="1180"/>
                      <a:pt x="378" y="1533"/>
                      <a:pt x="235" y="1927"/>
                    </a:cubicBezTo>
                    <a:cubicBezTo>
                      <a:pt x="121" y="2288"/>
                      <a:pt x="64" y="2638"/>
                      <a:pt x="35" y="3065"/>
                    </a:cubicBezTo>
                    <a:cubicBezTo>
                      <a:pt x="7" y="3492"/>
                      <a:pt x="7" y="3996"/>
                      <a:pt x="7" y="4664"/>
                    </a:cubicBezTo>
                    <a:lnTo>
                      <a:pt x="7" y="6274"/>
                    </a:lnTo>
                    <a:cubicBezTo>
                      <a:pt x="-57" y="6791"/>
                      <a:pt x="349" y="7246"/>
                      <a:pt x="869" y="7240"/>
                    </a:cubicBezTo>
                    <a:cubicBezTo>
                      <a:pt x="1380" y="7234"/>
                      <a:pt x="1772" y="6782"/>
                      <a:pt x="1707" y="6274"/>
                    </a:cubicBezTo>
                    <a:lnTo>
                      <a:pt x="1707" y="3866"/>
                    </a:lnTo>
                    <a:cubicBezTo>
                      <a:pt x="1707" y="3556"/>
                      <a:pt x="1707" y="3322"/>
                      <a:pt x="1720" y="3124"/>
                    </a:cubicBezTo>
                    <a:cubicBezTo>
                      <a:pt x="1733" y="2926"/>
                      <a:pt x="1760" y="2764"/>
                      <a:pt x="1812" y="2596"/>
                    </a:cubicBezTo>
                    <a:cubicBezTo>
                      <a:pt x="1879" y="2413"/>
                      <a:pt x="1984" y="2250"/>
                      <a:pt x="2118" y="2115"/>
                    </a:cubicBezTo>
                    <a:cubicBezTo>
                      <a:pt x="2252" y="1981"/>
                      <a:pt x="2415" y="1875"/>
                      <a:pt x="2598" y="1809"/>
                    </a:cubicBezTo>
                    <a:cubicBezTo>
                      <a:pt x="2764" y="1756"/>
                      <a:pt x="2925" y="1730"/>
                      <a:pt x="3123" y="1716"/>
                    </a:cubicBezTo>
                    <a:cubicBezTo>
                      <a:pt x="3320" y="1703"/>
                      <a:pt x="3554" y="1703"/>
                      <a:pt x="3864" y="1703"/>
                    </a:cubicBezTo>
                    <a:lnTo>
                      <a:pt x="3874" y="1703"/>
                    </a:lnTo>
                    <a:lnTo>
                      <a:pt x="6323" y="1703"/>
                    </a:lnTo>
                    <a:cubicBezTo>
                      <a:pt x="6811" y="1739"/>
                      <a:pt x="7228" y="1355"/>
                      <a:pt x="7234" y="864"/>
                    </a:cubicBezTo>
                    <a:cubicBezTo>
                      <a:pt x="7240" y="365"/>
                      <a:pt x="6820" y="-33"/>
                      <a:pt x="6323" y="2"/>
                    </a:cubicBezTo>
                    <a:lnTo>
                      <a:pt x="4678" y="2"/>
                    </a:lnTo>
                    <a:lnTo>
                      <a:pt x="4657" y="2"/>
                    </a:lnTo>
                    <a:close/>
                    <a:moveTo>
                      <a:pt x="15168" y="2"/>
                    </a:moveTo>
                    <a:cubicBezTo>
                      <a:pt x="14686" y="-11"/>
                      <a:pt x="14289" y="380"/>
                      <a:pt x="14295" y="864"/>
                    </a:cubicBezTo>
                    <a:cubicBezTo>
                      <a:pt x="14301" y="1339"/>
                      <a:pt x="14694" y="1717"/>
                      <a:pt x="15168" y="1703"/>
                    </a:cubicBezTo>
                    <a:lnTo>
                      <a:pt x="17627" y="1703"/>
                    </a:lnTo>
                    <a:cubicBezTo>
                      <a:pt x="17936" y="1703"/>
                      <a:pt x="18169" y="1703"/>
                      <a:pt x="18367" y="1716"/>
                    </a:cubicBezTo>
                    <a:cubicBezTo>
                      <a:pt x="18565" y="1729"/>
                      <a:pt x="18727" y="1756"/>
                      <a:pt x="18893" y="1809"/>
                    </a:cubicBezTo>
                    <a:cubicBezTo>
                      <a:pt x="19076" y="1875"/>
                      <a:pt x="19239" y="1981"/>
                      <a:pt x="19373" y="2115"/>
                    </a:cubicBezTo>
                    <a:cubicBezTo>
                      <a:pt x="19507" y="2250"/>
                      <a:pt x="19612" y="2413"/>
                      <a:pt x="19679" y="2596"/>
                    </a:cubicBezTo>
                    <a:cubicBezTo>
                      <a:pt x="19732" y="2764"/>
                      <a:pt x="19758" y="2926"/>
                      <a:pt x="19771" y="3125"/>
                    </a:cubicBezTo>
                    <a:cubicBezTo>
                      <a:pt x="19785" y="3325"/>
                      <a:pt x="19785" y="3561"/>
                      <a:pt x="19785" y="3876"/>
                    </a:cubicBezTo>
                    <a:lnTo>
                      <a:pt x="19785" y="6274"/>
                    </a:lnTo>
                    <a:cubicBezTo>
                      <a:pt x="19726" y="6787"/>
                      <a:pt x="20131" y="7235"/>
                      <a:pt x="20646" y="7229"/>
                    </a:cubicBezTo>
                    <a:cubicBezTo>
                      <a:pt x="21153" y="7223"/>
                      <a:pt x="21543" y="6778"/>
                      <a:pt x="21484" y="6274"/>
                    </a:cubicBezTo>
                    <a:lnTo>
                      <a:pt x="21484" y="4684"/>
                    </a:lnTo>
                    <a:cubicBezTo>
                      <a:pt x="21484" y="4006"/>
                      <a:pt x="21484" y="3497"/>
                      <a:pt x="21456" y="3067"/>
                    </a:cubicBezTo>
                    <a:cubicBezTo>
                      <a:pt x="21427" y="2638"/>
                      <a:pt x="21370" y="2288"/>
                      <a:pt x="21257" y="1927"/>
                    </a:cubicBezTo>
                    <a:cubicBezTo>
                      <a:pt x="21113" y="1533"/>
                      <a:pt x="20887" y="1180"/>
                      <a:pt x="20598" y="890"/>
                    </a:cubicBezTo>
                    <a:cubicBezTo>
                      <a:pt x="20309" y="601"/>
                      <a:pt x="19957" y="374"/>
                      <a:pt x="19564" y="230"/>
                    </a:cubicBezTo>
                    <a:cubicBezTo>
                      <a:pt x="19204" y="116"/>
                      <a:pt x="18855" y="59"/>
                      <a:pt x="18429" y="30"/>
                    </a:cubicBezTo>
                    <a:cubicBezTo>
                      <a:pt x="18003" y="2"/>
                      <a:pt x="17501" y="2"/>
                      <a:pt x="16834" y="2"/>
                    </a:cubicBezTo>
                    <a:lnTo>
                      <a:pt x="15168" y="2"/>
                    </a:lnTo>
                    <a:close/>
                    <a:moveTo>
                      <a:pt x="7" y="15141"/>
                    </a:moveTo>
                    <a:lnTo>
                      <a:pt x="7" y="16851"/>
                    </a:lnTo>
                    <a:cubicBezTo>
                      <a:pt x="7" y="17530"/>
                      <a:pt x="7" y="18039"/>
                      <a:pt x="35" y="18468"/>
                    </a:cubicBezTo>
                    <a:cubicBezTo>
                      <a:pt x="64" y="18898"/>
                      <a:pt x="121" y="19248"/>
                      <a:pt x="235" y="19608"/>
                    </a:cubicBezTo>
                    <a:cubicBezTo>
                      <a:pt x="378" y="20003"/>
                      <a:pt x="604" y="20355"/>
                      <a:pt x="894" y="20645"/>
                    </a:cubicBezTo>
                    <a:cubicBezTo>
                      <a:pt x="1183" y="20935"/>
                      <a:pt x="1534" y="21162"/>
                      <a:pt x="1928" y="21306"/>
                    </a:cubicBezTo>
                    <a:cubicBezTo>
                      <a:pt x="2287" y="21420"/>
                      <a:pt x="2636" y="21477"/>
                      <a:pt x="3062" y="21505"/>
                    </a:cubicBezTo>
                    <a:cubicBezTo>
                      <a:pt x="3488" y="21534"/>
                      <a:pt x="3991" y="21534"/>
                      <a:pt x="4657" y="21534"/>
                    </a:cubicBezTo>
                    <a:lnTo>
                      <a:pt x="6323" y="21534"/>
                    </a:lnTo>
                    <a:cubicBezTo>
                      <a:pt x="6810" y="21565"/>
                      <a:pt x="7223" y="21181"/>
                      <a:pt x="7229" y="20692"/>
                    </a:cubicBezTo>
                    <a:cubicBezTo>
                      <a:pt x="7235" y="20195"/>
                      <a:pt x="6818" y="19797"/>
                      <a:pt x="6323" y="19827"/>
                    </a:cubicBezTo>
                    <a:lnTo>
                      <a:pt x="3864" y="19827"/>
                    </a:lnTo>
                    <a:cubicBezTo>
                      <a:pt x="3555" y="19827"/>
                      <a:pt x="3322" y="19827"/>
                      <a:pt x="3124" y="19814"/>
                    </a:cubicBezTo>
                    <a:cubicBezTo>
                      <a:pt x="2927" y="19801"/>
                      <a:pt x="2765" y="19774"/>
                      <a:pt x="2598" y="19721"/>
                    </a:cubicBezTo>
                    <a:cubicBezTo>
                      <a:pt x="2415" y="19654"/>
                      <a:pt x="2252" y="19549"/>
                      <a:pt x="2118" y="19415"/>
                    </a:cubicBezTo>
                    <a:cubicBezTo>
                      <a:pt x="1984" y="19280"/>
                      <a:pt x="1879" y="19116"/>
                      <a:pt x="1812" y="18933"/>
                    </a:cubicBezTo>
                    <a:cubicBezTo>
                      <a:pt x="1760" y="18766"/>
                      <a:pt x="1733" y="18604"/>
                      <a:pt x="1720" y="18405"/>
                    </a:cubicBezTo>
                    <a:cubicBezTo>
                      <a:pt x="1707" y="18205"/>
                      <a:pt x="1707" y="17969"/>
                      <a:pt x="1707" y="17654"/>
                    </a:cubicBezTo>
                    <a:lnTo>
                      <a:pt x="1707" y="15141"/>
                    </a:lnTo>
                    <a:cubicBezTo>
                      <a:pt x="1716" y="14669"/>
                      <a:pt x="1340" y="14281"/>
                      <a:pt x="869" y="14275"/>
                    </a:cubicBezTo>
                    <a:cubicBezTo>
                      <a:pt x="389" y="14269"/>
                      <a:pt x="0" y="14661"/>
                      <a:pt x="7" y="15141"/>
                    </a:cubicBezTo>
                    <a:close/>
                    <a:moveTo>
                      <a:pt x="19785" y="15141"/>
                    </a:moveTo>
                    <a:lnTo>
                      <a:pt x="19785" y="17664"/>
                    </a:lnTo>
                    <a:cubicBezTo>
                      <a:pt x="19785" y="17974"/>
                      <a:pt x="19785" y="18208"/>
                      <a:pt x="19771" y="18406"/>
                    </a:cubicBezTo>
                    <a:cubicBezTo>
                      <a:pt x="19758" y="18604"/>
                      <a:pt x="19732" y="18766"/>
                      <a:pt x="19679" y="18933"/>
                    </a:cubicBezTo>
                    <a:cubicBezTo>
                      <a:pt x="19612" y="19116"/>
                      <a:pt x="19507" y="19280"/>
                      <a:pt x="19373" y="19415"/>
                    </a:cubicBezTo>
                    <a:cubicBezTo>
                      <a:pt x="19239" y="19549"/>
                      <a:pt x="19076" y="19654"/>
                      <a:pt x="18893" y="19721"/>
                    </a:cubicBezTo>
                    <a:cubicBezTo>
                      <a:pt x="18727" y="19774"/>
                      <a:pt x="18565" y="19801"/>
                      <a:pt x="18366" y="19814"/>
                    </a:cubicBezTo>
                    <a:cubicBezTo>
                      <a:pt x="18167" y="19827"/>
                      <a:pt x="17931" y="19827"/>
                      <a:pt x="17617" y="19827"/>
                    </a:cubicBezTo>
                    <a:lnTo>
                      <a:pt x="15168" y="19827"/>
                    </a:lnTo>
                    <a:cubicBezTo>
                      <a:pt x="14672" y="19795"/>
                      <a:pt x="14253" y="20193"/>
                      <a:pt x="14259" y="20692"/>
                    </a:cubicBezTo>
                    <a:cubicBezTo>
                      <a:pt x="14265" y="21182"/>
                      <a:pt x="14680" y="21567"/>
                      <a:pt x="15168" y="21534"/>
                    </a:cubicBezTo>
                    <a:lnTo>
                      <a:pt x="16813" y="21534"/>
                    </a:lnTo>
                    <a:cubicBezTo>
                      <a:pt x="17490" y="21534"/>
                      <a:pt x="17998" y="21534"/>
                      <a:pt x="18427" y="21505"/>
                    </a:cubicBezTo>
                    <a:cubicBezTo>
                      <a:pt x="18855" y="21477"/>
                      <a:pt x="19204" y="21420"/>
                      <a:pt x="19564" y="21306"/>
                    </a:cubicBezTo>
                    <a:cubicBezTo>
                      <a:pt x="19957" y="21162"/>
                      <a:pt x="20309" y="20935"/>
                      <a:pt x="20598" y="20645"/>
                    </a:cubicBezTo>
                    <a:cubicBezTo>
                      <a:pt x="20887" y="20355"/>
                      <a:pt x="21113" y="20003"/>
                      <a:pt x="21257" y="19608"/>
                    </a:cubicBezTo>
                    <a:cubicBezTo>
                      <a:pt x="21370" y="19248"/>
                      <a:pt x="21427" y="18898"/>
                      <a:pt x="21456" y="18471"/>
                    </a:cubicBezTo>
                    <a:cubicBezTo>
                      <a:pt x="21484" y="18044"/>
                      <a:pt x="21484" y="17540"/>
                      <a:pt x="21484" y="16872"/>
                    </a:cubicBezTo>
                    <a:lnTo>
                      <a:pt x="21484" y="15141"/>
                    </a:lnTo>
                    <a:cubicBezTo>
                      <a:pt x="21496" y="14667"/>
                      <a:pt x="21119" y="14275"/>
                      <a:pt x="20646" y="14269"/>
                    </a:cubicBezTo>
                    <a:cubicBezTo>
                      <a:pt x="20165" y="14263"/>
                      <a:pt x="19774" y="14659"/>
                      <a:pt x="19785" y="15141"/>
                    </a:cubicBezTo>
                    <a:close/>
                  </a:path>
                </a:pathLst>
              </a:custGeom>
              <a:grpFill/>
              <a:ln w="12700">
                <a:miter lim="400000"/>
              </a:ln>
            </p:spPr>
            <p:txBody>
              <a:bodyPr lIns="0" tIns="0" rIns="0" bIns="0" anchor="ctr"/>
              <a:lstStyle>
                <a:defPPr>
                  <a:defRPr lang="x-none"/>
                </a:defPPr>
                <a:lvl1pPr algn="l" defTabSz="825500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kern="1200">
                    <a:solidFill>
                      <a:srgbClr val="74808C"/>
                    </a:solidFill>
                    <a:latin typeface="Poppins" charset="0"/>
                    <a:ea typeface="Poppins" charset="0"/>
                    <a:cs typeface="Poppins" charset="0"/>
                    <a:sym typeface="Poppins" charset="0"/>
                  </a:defRPr>
                </a:lvl1pPr>
                <a:lvl2pPr marL="457200" indent="-228600" algn="l" defTabSz="825500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kern="1200">
                    <a:solidFill>
                      <a:srgbClr val="74808C"/>
                    </a:solidFill>
                    <a:latin typeface="Poppins" charset="0"/>
                    <a:ea typeface="Poppins" charset="0"/>
                    <a:cs typeface="Poppins" charset="0"/>
                    <a:sym typeface="Poppins" charset="0"/>
                  </a:defRPr>
                </a:lvl2pPr>
                <a:lvl3pPr marL="914400" indent="-457200" algn="l" defTabSz="825500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kern="1200">
                    <a:solidFill>
                      <a:srgbClr val="74808C"/>
                    </a:solidFill>
                    <a:latin typeface="Poppins" charset="0"/>
                    <a:ea typeface="Poppins" charset="0"/>
                    <a:cs typeface="Poppins" charset="0"/>
                    <a:sym typeface="Poppins" charset="0"/>
                  </a:defRPr>
                </a:lvl3pPr>
                <a:lvl4pPr marL="1371600" indent="-685800" algn="l" defTabSz="825500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kern="1200">
                    <a:solidFill>
                      <a:srgbClr val="74808C"/>
                    </a:solidFill>
                    <a:latin typeface="Poppins" charset="0"/>
                    <a:ea typeface="Poppins" charset="0"/>
                    <a:cs typeface="Poppins" charset="0"/>
                    <a:sym typeface="Poppins" charset="0"/>
                  </a:defRPr>
                </a:lvl4pPr>
                <a:lvl5pPr marL="1828800" indent="-914400" algn="l" defTabSz="825500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kern="1200">
                    <a:solidFill>
                      <a:srgbClr val="74808C"/>
                    </a:solidFill>
                    <a:latin typeface="Poppins" charset="0"/>
                    <a:ea typeface="Poppins" charset="0"/>
                    <a:cs typeface="Poppins" charset="0"/>
                    <a:sym typeface="Poppins" charset="0"/>
                  </a:defRPr>
                </a:lvl5pPr>
                <a:lvl6pPr marL="2286000" algn="l" defTabSz="914400" rtl="0" eaLnBrk="1" latinLnBrk="0" hangingPunct="1">
                  <a:defRPr sz="2000" kern="1200">
                    <a:solidFill>
                      <a:srgbClr val="74808C"/>
                    </a:solidFill>
                    <a:latin typeface="Poppins" charset="0"/>
                    <a:ea typeface="Poppins" charset="0"/>
                    <a:cs typeface="Poppins" charset="0"/>
                    <a:sym typeface="Poppins" charset="0"/>
                  </a:defRPr>
                </a:lvl6pPr>
                <a:lvl7pPr marL="2743200" algn="l" defTabSz="914400" rtl="0" eaLnBrk="1" latinLnBrk="0" hangingPunct="1">
                  <a:defRPr sz="2000" kern="1200">
                    <a:solidFill>
                      <a:srgbClr val="74808C"/>
                    </a:solidFill>
                    <a:latin typeface="Poppins" charset="0"/>
                    <a:ea typeface="Poppins" charset="0"/>
                    <a:cs typeface="Poppins" charset="0"/>
                    <a:sym typeface="Poppins" charset="0"/>
                  </a:defRPr>
                </a:lvl7pPr>
                <a:lvl8pPr marL="3200400" algn="l" defTabSz="914400" rtl="0" eaLnBrk="1" latinLnBrk="0" hangingPunct="1">
                  <a:defRPr sz="2000" kern="1200">
                    <a:solidFill>
                      <a:srgbClr val="74808C"/>
                    </a:solidFill>
                    <a:latin typeface="Poppins" charset="0"/>
                    <a:ea typeface="Poppins" charset="0"/>
                    <a:cs typeface="Poppins" charset="0"/>
                    <a:sym typeface="Poppins" charset="0"/>
                  </a:defRPr>
                </a:lvl8pPr>
                <a:lvl9pPr marL="3657600" algn="l" defTabSz="914400" rtl="0" eaLnBrk="1" latinLnBrk="0" hangingPunct="1">
                  <a:defRPr sz="2000" kern="1200">
                    <a:solidFill>
                      <a:srgbClr val="74808C"/>
                    </a:solidFill>
                    <a:latin typeface="Poppins" charset="0"/>
                    <a:ea typeface="Poppins" charset="0"/>
                    <a:cs typeface="Poppins" charset="0"/>
                    <a:sym typeface="Poppins" charset="0"/>
                  </a:defRPr>
                </a:lvl9pPr>
              </a:lstStyle>
              <a:p>
                <a:pPr>
                  <a:defRPr sz="32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86" name="任意形状 78">
                <a:extLst>
                  <a:ext uri="{FF2B5EF4-FFF2-40B4-BE49-F238E27FC236}">
                    <a16:creationId xmlns:a16="http://schemas.microsoft.com/office/drawing/2014/main" id="{269549B0-81BE-4935-85C9-E01793611AB2}"/>
                  </a:ext>
                </a:extLst>
              </p:cNvPr>
              <p:cNvSpPr/>
              <p:nvPr/>
            </p:nvSpPr>
            <p:spPr>
              <a:xfrm>
                <a:off x="698922" y="4018316"/>
                <a:ext cx="218703" cy="19013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9915" y="9503"/>
                    </a:moveTo>
                    <a:lnTo>
                      <a:pt x="1652" y="19007"/>
                    </a:lnTo>
                    <a:lnTo>
                      <a:pt x="0" y="17107"/>
                    </a:lnTo>
                    <a:lnTo>
                      <a:pt x="6610" y="9503"/>
                    </a:lnTo>
                    <a:lnTo>
                      <a:pt x="0" y="1899"/>
                    </a:lnTo>
                    <a:lnTo>
                      <a:pt x="1652" y="0"/>
                    </a:lnTo>
                    <a:lnTo>
                      <a:pt x="9915" y="9503"/>
                    </a:lnTo>
                    <a:close/>
                    <a:moveTo>
                      <a:pt x="9915" y="18912"/>
                    </a:moveTo>
                    <a:lnTo>
                      <a:pt x="21600" y="18912"/>
                    </a:lnTo>
                    <a:lnTo>
                      <a:pt x="21600" y="21600"/>
                    </a:lnTo>
                    <a:lnTo>
                      <a:pt x="9915" y="21600"/>
                    </a:lnTo>
                    <a:lnTo>
                      <a:pt x="9915" y="18912"/>
                    </a:lnTo>
                    <a:close/>
                  </a:path>
                </a:pathLst>
              </a:custGeom>
              <a:grpFill/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endParaRPr/>
              </a:p>
            </p:txBody>
          </p:sp>
        </p:grp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406FA35F-95FF-4302-93C0-4F71C6C9585E}"/>
              </a:ext>
            </a:extLst>
          </p:cNvPr>
          <p:cNvGrpSpPr/>
          <p:nvPr/>
        </p:nvGrpSpPr>
        <p:grpSpPr>
          <a:xfrm>
            <a:off x="440668" y="6032062"/>
            <a:ext cx="5976612" cy="1099666"/>
            <a:chOff x="440668" y="5941534"/>
            <a:chExt cx="5976612" cy="1099666"/>
          </a:xfrm>
        </p:grpSpPr>
        <p:sp>
          <p:nvSpPr>
            <p:cNvPr id="39" name="직사각형 38"/>
            <p:cNvSpPr/>
            <p:nvPr/>
          </p:nvSpPr>
          <p:spPr bwMode="auto">
            <a:xfrm>
              <a:off x="693280" y="6105200"/>
              <a:ext cx="5724000" cy="936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180000" rIns="792000" rtlCol="0" anchor="ctr"/>
            <a:lstStyle/>
            <a:p>
              <a:pPr marL="90000" lvl="2" indent="-90000" defTabSz="914400" fontAlgn="base">
                <a:lnSpc>
                  <a:spcPct val="110000"/>
                </a:lnSpc>
                <a:spcBef>
                  <a:spcPct val="0"/>
                </a:spcBef>
                <a:spcAft>
                  <a:spcPts val="300"/>
                </a:spcAft>
                <a:buClr>
                  <a:prstClr val="black">
                    <a:lumMod val="75000"/>
                    <a:lumOff val="25000"/>
                  </a:prstClr>
                </a:buClr>
                <a:buSzPct val="90000"/>
                <a:buFont typeface="Arial" pitchFamily="34" charset="0"/>
                <a:buChar char="•"/>
              </a:pPr>
              <a:r>
                <a:rPr kumimoji="1" lang="ko-KR" altLang="en-US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sym typeface="Monotype Sorts"/>
                </a:rPr>
                <a:t>정보서비스 추가</a:t>
              </a:r>
              <a:r>
                <a:rPr kumimoji="1" lang="en-US" altLang="ko-KR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sym typeface="Monotype Sorts"/>
                </a:rPr>
                <a:t>, </a:t>
              </a:r>
              <a:r>
                <a:rPr kumimoji="1" lang="ko-KR" altLang="en-US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sym typeface="Monotype Sorts"/>
                </a:rPr>
                <a:t>개선</a:t>
              </a:r>
              <a:r>
                <a:rPr kumimoji="1" lang="en-US" altLang="ko-KR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sym typeface="Monotype Sorts"/>
                </a:rPr>
                <a:t>, </a:t>
              </a:r>
              <a:r>
                <a:rPr kumimoji="1" lang="ko-KR" altLang="en-US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sym typeface="Monotype Sorts"/>
                </a:rPr>
                <a:t>폐기 등의 변경처리 과정에 대한 종합적 관리를 위한 내부 시스템</a:t>
              </a:r>
            </a:p>
            <a:p>
              <a:pPr marL="90000" lvl="2" indent="-90000" defTabSz="914400" fontAlgn="base">
                <a:lnSpc>
                  <a:spcPct val="110000"/>
                </a:lnSpc>
                <a:spcBef>
                  <a:spcPct val="0"/>
                </a:spcBef>
                <a:spcAft>
                  <a:spcPts val="300"/>
                </a:spcAft>
                <a:buClr>
                  <a:prstClr val="black">
                    <a:lumMod val="75000"/>
                    <a:lumOff val="25000"/>
                  </a:prstClr>
                </a:buClr>
                <a:buSzPct val="90000"/>
                <a:buFont typeface="Arial" pitchFamily="34" charset="0"/>
                <a:buChar char="•"/>
              </a:pPr>
              <a:r>
                <a:rPr kumimoji="1" lang="en-US" altLang="ko-KR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sym typeface="Monotype Sorts"/>
                </a:rPr>
                <a:t>SR(</a:t>
              </a:r>
              <a:r>
                <a:rPr kumimoji="1" lang="ko-KR" altLang="en-US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sym typeface="Monotype Sorts"/>
                </a:rPr>
                <a:t>서비스요청변경처리</a:t>
              </a:r>
              <a:r>
                <a:rPr kumimoji="1" lang="en-US" altLang="ko-KR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sym typeface="Monotype Sorts"/>
                </a:rPr>
                <a:t>), </a:t>
              </a:r>
              <a:r>
                <a:rPr kumimoji="1" lang="ko-KR" altLang="en-US" sz="100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sym typeface="Monotype Sorts"/>
                </a:rPr>
                <a:t>소스형상관리</a:t>
              </a:r>
              <a:r>
                <a:rPr kumimoji="1" lang="ko-KR" altLang="en-US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sym typeface="Monotype Sorts"/>
                </a:rPr>
                <a:t> 등 </a:t>
              </a:r>
              <a:r>
                <a:rPr kumimoji="1" lang="en-US" altLang="ko-KR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sym typeface="Monotype Sorts"/>
                </a:rPr>
                <a:t>IT</a:t>
              </a:r>
              <a:r>
                <a:rPr kumimoji="1" lang="ko-KR" altLang="en-US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sym typeface="Monotype Sorts"/>
                </a:rPr>
                <a:t>서비스 관리체계를 통하여 서비스 처리절차 및 프로그램 소스에 대한 변경 이력을 관리</a:t>
              </a:r>
            </a:p>
          </p:txBody>
        </p:sp>
        <p:grpSp>
          <p:nvGrpSpPr>
            <p:cNvPr id="149" name="그룹 148">
              <a:extLst>
                <a:ext uri="{FF2B5EF4-FFF2-40B4-BE49-F238E27FC236}">
                  <a16:creationId xmlns:a16="http://schemas.microsoft.com/office/drawing/2014/main" id="{77E15C87-D093-425A-92D7-AE972AC8B314}"/>
                </a:ext>
              </a:extLst>
            </p:cNvPr>
            <p:cNvGrpSpPr/>
            <p:nvPr/>
          </p:nvGrpSpPr>
          <p:grpSpPr>
            <a:xfrm>
              <a:off x="440668" y="5941534"/>
              <a:ext cx="3024000" cy="379594"/>
              <a:chOff x="3880740" y="713655"/>
              <a:chExt cx="3024000" cy="431644"/>
            </a:xfrm>
          </p:grpSpPr>
          <p:grpSp>
            <p:nvGrpSpPr>
              <p:cNvPr id="150" name="그룹 149">
                <a:extLst>
                  <a:ext uri="{FF2B5EF4-FFF2-40B4-BE49-F238E27FC236}">
                    <a16:creationId xmlns:a16="http://schemas.microsoft.com/office/drawing/2014/main" id="{DC3ADD8C-26EF-4DD4-BDF5-FFA8B0CA3CC0}"/>
                  </a:ext>
                </a:extLst>
              </p:cNvPr>
              <p:cNvGrpSpPr/>
              <p:nvPr/>
            </p:nvGrpSpPr>
            <p:grpSpPr>
              <a:xfrm>
                <a:off x="3880740" y="713655"/>
                <a:ext cx="3024000" cy="327491"/>
                <a:chOff x="3879707" y="858315"/>
                <a:chExt cx="2704563" cy="292896"/>
              </a:xfrm>
            </p:grpSpPr>
            <p:sp>
              <p:nvSpPr>
                <p:cNvPr id="152" name="사각형: 둥근 모서리 151">
                  <a:extLst>
                    <a:ext uri="{FF2B5EF4-FFF2-40B4-BE49-F238E27FC236}">
                      <a16:creationId xmlns:a16="http://schemas.microsoft.com/office/drawing/2014/main" id="{90EE22E1-5295-4E01-A6EA-DA47DFFC5C8F}"/>
                    </a:ext>
                  </a:extLst>
                </p:cNvPr>
                <p:cNvSpPr/>
                <p:nvPr/>
              </p:nvSpPr>
              <p:spPr>
                <a:xfrm>
                  <a:off x="3879707" y="858315"/>
                  <a:ext cx="2704563" cy="292896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B57A2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166189" indent="-180964" algn="ctr" defTabSz="1042988" eaLnBrk="0" hangingPunct="0">
                    <a:lnSpc>
                      <a:spcPct val="110000"/>
                    </a:lnSpc>
                    <a:buClr>
                      <a:srgbClr val="3271AA"/>
                    </a:buClr>
                    <a:buSzPct val="140000"/>
                    <a:tabLst>
                      <a:tab pos="5648325" algn="l"/>
                    </a:tabLst>
                    <a:defRPr/>
                  </a:pPr>
                  <a:r>
                    <a:rPr lang="en-US" altLang="ko-KR" sz="1100">
                      <a:solidFill>
                        <a:srgbClr val="FFFFFF"/>
                      </a:solidFill>
                      <a:latin typeface="+mj-ea"/>
                      <a:ea typeface="+mj-ea"/>
                    </a:rPr>
                    <a:t>IT </a:t>
                  </a:r>
                  <a:r>
                    <a:rPr lang="ko-KR" altLang="en-US" sz="1100">
                      <a:solidFill>
                        <a:srgbClr val="FFFFFF"/>
                      </a:solidFill>
                      <a:latin typeface="+mj-ea"/>
                      <a:ea typeface="+mj-ea"/>
                    </a:rPr>
                    <a:t>서비스관리시스템</a:t>
                  </a:r>
                  <a:r>
                    <a:rPr lang="en-US" altLang="ko-KR" sz="1100">
                      <a:solidFill>
                        <a:srgbClr val="FFFFFF"/>
                      </a:solidFill>
                      <a:latin typeface="+mj-ea"/>
                      <a:ea typeface="+mj-ea"/>
                    </a:rPr>
                    <a:t>(ITSM)</a:t>
                  </a:r>
                </a:p>
              </p:txBody>
            </p:sp>
            <p:cxnSp>
              <p:nvCxnSpPr>
                <p:cNvPr id="153" name="직선 연결선 152">
                  <a:extLst>
                    <a:ext uri="{FF2B5EF4-FFF2-40B4-BE49-F238E27FC236}">
                      <a16:creationId xmlns:a16="http://schemas.microsoft.com/office/drawing/2014/main" id="{637B826A-89D4-4089-97A7-74C9E23B0E6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79707" y="1012203"/>
                  <a:ext cx="104775" cy="0"/>
                </a:xfrm>
                <a:prstGeom prst="line">
                  <a:avLst/>
                </a:prstGeom>
                <a:ln w="6350">
                  <a:solidFill>
                    <a:schemeClr val="bg1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4" name="직선 연결선 153">
                  <a:extLst>
                    <a:ext uri="{FF2B5EF4-FFF2-40B4-BE49-F238E27FC236}">
                      <a16:creationId xmlns:a16="http://schemas.microsoft.com/office/drawing/2014/main" id="{58344037-10DE-49F9-861F-B81F6F265BD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486337" y="1012203"/>
                  <a:ext cx="97933" cy="0"/>
                </a:xfrm>
                <a:prstGeom prst="line">
                  <a:avLst/>
                </a:prstGeom>
                <a:ln w="6350">
                  <a:solidFill>
                    <a:schemeClr val="bg1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51" name="자유형: 도형 150">
                <a:extLst>
                  <a:ext uri="{FF2B5EF4-FFF2-40B4-BE49-F238E27FC236}">
                    <a16:creationId xmlns:a16="http://schemas.microsoft.com/office/drawing/2014/main" id="{114BE2B2-7602-47CB-8E91-491E53AF7498}"/>
                  </a:ext>
                </a:extLst>
              </p:cNvPr>
              <p:cNvSpPr/>
              <p:nvPr/>
            </p:nvSpPr>
            <p:spPr>
              <a:xfrm>
                <a:off x="3944620" y="1013219"/>
                <a:ext cx="182880" cy="132080"/>
              </a:xfrm>
              <a:custGeom>
                <a:avLst/>
                <a:gdLst>
                  <a:gd name="connsiteX0" fmla="*/ 0 w 182880"/>
                  <a:gd name="connsiteY0" fmla="*/ 0 h 132080"/>
                  <a:gd name="connsiteX1" fmla="*/ 182880 w 182880"/>
                  <a:gd name="connsiteY1" fmla="*/ 132080 h 132080"/>
                  <a:gd name="connsiteX2" fmla="*/ 182880 w 182880"/>
                  <a:gd name="connsiteY2" fmla="*/ 25400 h 132080"/>
                  <a:gd name="connsiteX3" fmla="*/ 0 w 182880"/>
                  <a:gd name="connsiteY3" fmla="*/ 0 h 1320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2880" h="132080">
                    <a:moveTo>
                      <a:pt x="0" y="0"/>
                    </a:moveTo>
                    <a:lnTo>
                      <a:pt x="182880" y="132080"/>
                    </a:lnTo>
                    <a:lnTo>
                      <a:pt x="182880" y="25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E3746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ko-KR" altLang="en-US" dirty="0" err="1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87" name="Graphic 68">
              <a:extLst>
                <a:ext uri="{FF2B5EF4-FFF2-40B4-BE49-F238E27FC236}">
                  <a16:creationId xmlns:a16="http://schemas.microsoft.com/office/drawing/2014/main" id="{639A5D31-2E0B-4A12-AA78-1C584CC18735}"/>
                </a:ext>
              </a:extLst>
            </p:cNvPr>
            <p:cNvSpPr/>
            <p:nvPr/>
          </p:nvSpPr>
          <p:spPr>
            <a:xfrm>
              <a:off x="5805264" y="6321240"/>
              <a:ext cx="447179" cy="4470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15" h="21515" extrusionOk="0">
                  <a:moveTo>
                    <a:pt x="20877" y="13915"/>
                  </a:moveTo>
                  <a:lnTo>
                    <a:pt x="19983" y="13767"/>
                  </a:lnTo>
                  <a:cubicBezTo>
                    <a:pt x="19865" y="13305"/>
                    <a:pt x="19681" y="12863"/>
                    <a:pt x="19438" y="12453"/>
                  </a:cubicBezTo>
                  <a:lnTo>
                    <a:pt x="19966" y="11714"/>
                  </a:lnTo>
                  <a:cubicBezTo>
                    <a:pt x="20182" y="11411"/>
                    <a:pt x="20148" y="10995"/>
                    <a:pt x="19884" y="10732"/>
                  </a:cubicBezTo>
                  <a:lnTo>
                    <a:pt x="19352" y="10200"/>
                  </a:lnTo>
                  <a:cubicBezTo>
                    <a:pt x="19089" y="9936"/>
                    <a:pt x="18673" y="9902"/>
                    <a:pt x="18370" y="10119"/>
                  </a:cubicBezTo>
                  <a:lnTo>
                    <a:pt x="17632" y="10646"/>
                  </a:lnTo>
                  <a:cubicBezTo>
                    <a:pt x="17222" y="10403"/>
                    <a:pt x="16779" y="10219"/>
                    <a:pt x="16318" y="10101"/>
                  </a:cubicBezTo>
                  <a:lnTo>
                    <a:pt x="16169" y="9207"/>
                  </a:lnTo>
                  <a:cubicBezTo>
                    <a:pt x="16108" y="8840"/>
                    <a:pt x="15791" y="8571"/>
                    <a:pt x="15420" y="8569"/>
                  </a:cubicBezTo>
                  <a:lnTo>
                    <a:pt x="14664" y="8569"/>
                  </a:lnTo>
                  <a:cubicBezTo>
                    <a:pt x="14292" y="8571"/>
                    <a:pt x="13976" y="8840"/>
                    <a:pt x="13914" y="9207"/>
                  </a:cubicBezTo>
                  <a:lnTo>
                    <a:pt x="13766" y="10101"/>
                  </a:lnTo>
                  <a:cubicBezTo>
                    <a:pt x="13304" y="10219"/>
                    <a:pt x="12862" y="10403"/>
                    <a:pt x="12452" y="10646"/>
                  </a:cubicBezTo>
                  <a:lnTo>
                    <a:pt x="11713" y="10118"/>
                  </a:lnTo>
                  <a:cubicBezTo>
                    <a:pt x="11410" y="9901"/>
                    <a:pt x="10995" y="9936"/>
                    <a:pt x="10732" y="10200"/>
                  </a:cubicBezTo>
                  <a:lnTo>
                    <a:pt x="10199" y="10732"/>
                  </a:lnTo>
                  <a:cubicBezTo>
                    <a:pt x="9936" y="10995"/>
                    <a:pt x="9902" y="11411"/>
                    <a:pt x="10118" y="11714"/>
                  </a:cubicBezTo>
                  <a:lnTo>
                    <a:pt x="10646" y="12453"/>
                  </a:lnTo>
                  <a:cubicBezTo>
                    <a:pt x="10403" y="12863"/>
                    <a:pt x="10219" y="13305"/>
                    <a:pt x="10101" y="13767"/>
                  </a:cubicBezTo>
                  <a:lnTo>
                    <a:pt x="9207" y="13915"/>
                  </a:lnTo>
                  <a:cubicBezTo>
                    <a:pt x="8840" y="13977"/>
                    <a:pt x="8571" y="14293"/>
                    <a:pt x="8569" y="14665"/>
                  </a:cubicBezTo>
                  <a:lnTo>
                    <a:pt x="8569" y="15419"/>
                  </a:lnTo>
                  <a:cubicBezTo>
                    <a:pt x="8571" y="15791"/>
                    <a:pt x="8840" y="16108"/>
                    <a:pt x="9207" y="16169"/>
                  </a:cubicBezTo>
                  <a:lnTo>
                    <a:pt x="10101" y="16317"/>
                  </a:lnTo>
                  <a:cubicBezTo>
                    <a:pt x="10219" y="16779"/>
                    <a:pt x="10403" y="17221"/>
                    <a:pt x="10646" y="17631"/>
                  </a:cubicBezTo>
                  <a:lnTo>
                    <a:pt x="10118" y="18370"/>
                  </a:lnTo>
                  <a:cubicBezTo>
                    <a:pt x="9902" y="18673"/>
                    <a:pt x="9936" y="19089"/>
                    <a:pt x="10199" y="19352"/>
                  </a:cubicBezTo>
                  <a:lnTo>
                    <a:pt x="10732" y="19885"/>
                  </a:lnTo>
                  <a:cubicBezTo>
                    <a:pt x="10995" y="20148"/>
                    <a:pt x="11410" y="20183"/>
                    <a:pt x="11713" y="19966"/>
                  </a:cubicBezTo>
                  <a:lnTo>
                    <a:pt x="12452" y="19438"/>
                  </a:lnTo>
                  <a:cubicBezTo>
                    <a:pt x="12862" y="19681"/>
                    <a:pt x="13304" y="19865"/>
                    <a:pt x="13766" y="19983"/>
                  </a:cubicBezTo>
                  <a:lnTo>
                    <a:pt x="13914" y="20878"/>
                  </a:lnTo>
                  <a:cubicBezTo>
                    <a:pt x="13976" y="21245"/>
                    <a:pt x="14292" y="21514"/>
                    <a:pt x="14664" y="21515"/>
                  </a:cubicBezTo>
                  <a:lnTo>
                    <a:pt x="15418" y="21515"/>
                  </a:lnTo>
                  <a:cubicBezTo>
                    <a:pt x="15789" y="21514"/>
                    <a:pt x="16106" y="21245"/>
                    <a:pt x="16167" y="20878"/>
                  </a:cubicBezTo>
                  <a:lnTo>
                    <a:pt x="16316" y="19983"/>
                  </a:lnTo>
                  <a:cubicBezTo>
                    <a:pt x="16777" y="19865"/>
                    <a:pt x="17220" y="19681"/>
                    <a:pt x="17630" y="19438"/>
                  </a:cubicBezTo>
                  <a:lnTo>
                    <a:pt x="18368" y="19966"/>
                  </a:lnTo>
                  <a:cubicBezTo>
                    <a:pt x="18671" y="20183"/>
                    <a:pt x="19087" y="20148"/>
                    <a:pt x="19350" y="19885"/>
                  </a:cubicBezTo>
                  <a:lnTo>
                    <a:pt x="19882" y="19352"/>
                  </a:lnTo>
                  <a:cubicBezTo>
                    <a:pt x="20146" y="19089"/>
                    <a:pt x="20180" y="18674"/>
                    <a:pt x="19964" y="18370"/>
                  </a:cubicBezTo>
                  <a:lnTo>
                    <a:pt x="19439" y="17634"/>
                  </a:lnTo>
                  <a:cubicBezTo>
                    <a:pt x="19681" y="17224"/>
                    <a:pt x="19865" y="16782"/>
                    <a:pt x="19984" y="16320"/>
                  </a:cubicBezTo>
                  <a:lnTo>
                    <a:pt x="20878" y="16171"/>
                  </a:lnTo>
                  <a:cubicBezTo>
                    <a:pt x="21245" y="16110"/>
                    <a:pt x="21514" y="15794"/>
                    <a:pt x="21515" y="15422"/>
                  </a:cubicBezTo>
                  <a:lnTo>
                    <a:pt x="21515" y="14667"/>
                  </a:lnTo>
                  <a:cubicBezTo>
                    <a:pt x="21515" y="14294"/>
                    <a:pt x="21245" y="13976"/>
                    <a:pt x="20877" y="13915"/>
                  </a:cubicBezTo>
                  <a:close/>
                  <a:moveTo>
                    <a:pt x="15041" y="18111"/>
                  </a:moveTo>
                  <a:cubicBezTo>
                    <a:pt x="13347" y="18111"/>
                    <a:pt x="11974" y="16738"/>
                    <a:pt x="11974" y="15044"/>
                  </a:cubicBezTo>
                  <a:cubicBezTo>
                    <a:pt x="11974" y="13350"/>
                    <a:pt x="13347" y="11977"/>
                    <a:pt x="15041" y="11977"/>
                  </a:cubicBezTo>
                  <a:cubicBezTo>
                    <a:pt x="16734" y="11977"/>
                    <a:pt x="18107" y="13350"/>
                    <a:pt x="18107" y="15044"/>
                  </a:cubicBezTo>
                  <a:cubicBezTo>
                    <a:pt x="18105" y="16737"/>
                    <a:pt x="16734" y="18109"/>
                    <a:pt x="15041" y="18111"/>
                  </a:cubicBezTo>
                  <a:close/>
                  <a:moveTo>
                    <a:pt x="16063" y="15044"/>
                  </a:moveTo>
                  <a:cubicBezTo>
                    <a:pt x="16063" y="15609"/>
                    <a:pt x="15605" y="16067"/>
                    <a:pt x="15041" y="16067"/>
                  </a:cubicBezTo>
                  <a:cubicBezTo>
                    <a:pt x="14476" y="16067"/>
                    <a:pt x="14019" y="15609"/>
                    <a:pt x="14019" y="15044"/>
                  </a:cubicBezTo>
                  <a:cubicBezTo>
                    <a:pt x="14019" y="14480"/>
                    <a:pt x="14476" y="14022"/>
                    <a:pt x="15041" y="14022"/>
                  </a:cubicBezTo>
                  <a:cubicBezTo>
                    <a:pt x="15605" y="14022"/>
                    <a:pt x="16063" y="14480"/>
                    <a:pt x="16063" y="15044"/>
                  </a:cubicBezTo>
                  <a:close/>
                  <a:moveTo>
                    <a:pt x="12006" y="7375"/>
                  </a:moveTo>
                  <a:lnTo>
                    <a:pt x="11239" y="6898"/>
                  </a:lnTo>
                  <a:cubicBezTo>
                    <a:pt x="11307" y="6425"/>
                    <a:pt x="11307" y="5946"/>
                    <a:pt x="11239" y="5473"/>
                  </a:cubicBezTo>
                  <a:lnTo>
                    <a:pt x="12006" y="4996"/>
                  </a:lnTo>
                  <a:cubicBezTo>
                    <a:pt x="12323" y="4799"/>
                    <a:pt x="12450" y="4402"/>
                    <a:pt x="12307" y="4057"/>
                  </a:cubicBezTo>
                  <a:lnTo>
                    <a:pt x="12019" y="3361"/>
                  </a:lnTo>
                  <a:cubicBezTo>
                    <a:pt x="11876" y="3017"/>
                    <a:pt x="11506" y="2827"/>
                    <a:pt x="11143" y="2910"/>
                  </a:cubicBezTo>
                  <a:lnTo>
                    <a:pt x="10262" y="3115"/>
                  </a:lnTo>
                  <a:cubicBezTo>
                    <a:pt x="9975" y="2733"/>
                    <a:pt x="9636" y="2394"/>
                    <a:pt x="9254" y="2107"/>
                  </a:cubicBezTo>
                  <a:lnTo>
                    <a:pt x="9459" y="1225"/>
                  </a:lnTo>
                  <a:cubicBezTo>
                    <a:pt x="9544" y="861"/>
                    <a:pt x="9353" y="489"/>
                    <a:pt x="9008" y="346"/>
                  </a:cubicBezTo>
                  <a:lnTo>
                    <a:pt x="8312" y="58"/>
                  </a:lnTo>
                  <a:cubicBezTo>
                    <a:pt x="7968" y="-85"/>
                    <a:pt x="7571" y="42"/>
                    <a:pt x="7373" y="358"/>
                  </a:cubicBezTo>
                  <a:lnTo>
                    <a:pt x="6897" y="1126"/>
                  </a:lnTo>
                  <a:cubicBezTo>
                    <a:pt x="6424" y="1058"/>
                    <a:pt x="5944" y="1058"/>
                    <a:pt x="5471" y="1126"/>
                  </a:cubicBezTo>
                  <a:lnTo>
                    <a:pt x="4991" y="358"/>
                  </a:lnTo>
                  <a:cubicBezTo>
                    <a:pt x="4794" y="42"/>
                    <a:pt x="4397" y="-85"/>
                    <a:pt x="4053" y="58"/>
                  </a:cubicBezTo>
                  <a:lnTo>
                    <a:pt x="3357" y="346"/>
                  </a:lnTo>
                  <a:cubicBezTo>
                    <a:pt x="3013" y="489"/>
                    <a:pt x="2823" y="859"/>
                    <a:pt x="2906" y="1222"/>
                  </a:cubicBezTo>
                  <a:lnTo>
                    <a:pt x="3111" y="2104"/>
                  </a:lnTo>
                  <a:cubicBezTo>
                    <a:pt x="2729" y="2390"/>
                    <a:pt x="2390" y="2729"/>
                    <a:pt x="2103" y="3111"/>
                  </a:cubicBezTo>
                  <a:lnTo>
                    <a:pt x="1222" y="2907"/>
                  </a:lnTo>
                  <a:cubicBezTo>
                    <a:pt x="859" y="2823"/>
                    <a:pt x="489" y="3014"/>
                    <a:pt x="346" y="3358"/>
                  </a:cubicBezTo>
                  <a:lnTo>
                    <a:pt x="58" y="4054"/>
                  </a:lnTo>
                  <a:cubicBezTo>
                    <a:pt x="-85" y="4398"/>
                    <a:pt x="42" y="4795"/>
                    <a:pt x="358" y="4992"/>
                  </a:cubicBezTo>
                  <a:lnTo>
                    <a:pt x="1126" y="5470"/>
                  </a:lnTo>
                  <a:cubicBezTo>
                    <a:pt x="1058" y="5942"/>
                    <a:pt x="1058" y="6422"/>
                    <a:pt x="1126" y="6895"/>
                  </a:cubicBezTo>
                  <a:lnTo>
                    <a:pt x="358" y="7372"/>
                  </a:lnTo>
                  <a:cubicBezTo>
                    <a:pt x="42" y="7569"/>
                    <a:pt x="-85" y="7966"/>
                    <a:pt x="58" y="8310"/>
                  </a:cubicBezTo>
                  <a:lnTo>
                    <a:pt x="346" y="9006"/>
                  </a:lnTo>
                  <a:cubicBezTo>
                    <a:pt x="489" y="9350"/>
                    <a:pt x="859" y="9541"/>
                    <a:pt x="1222" y="9457"/>
                  </a:cubicBezTo>
                  <a:lnTo>
                    <a:pt x="2103" y="9253"/>
                  </a:lnTo>
                  <a:cubicBezTo>
                    <a:pt x="2389" y="9635"/>
                    <a:pt x="2729" y="9974"/>
                    <a:pt x="3111" y="10260"/>
                  </a:cubicBezTo>
                  <a:lnTo>
                    <a:pt x="2906" y="11142"/>
                  </a:lnTo>
                  <a:cubicBezTo>
                    <a:pt x="2823" y="11505"/>
                    <a:pt x="3013" y="11875"/>
                    <a:pt x="3357" y="12018"/>
                  </a:cubicBezTo>
                  <a:lnTo>
                    <a:pt x="4053" y="12306"/>
                  </a:lnTo>
                  <a:cubicBezTo>
                    <a:pt x="4397" y="12449"/>
                    <a:pt x="4794" y="12322"/>
                    <a:pt x="4991" y="12006"/>
                  </a:cubicBezTo>
                  <a:lnTo>
                    <a:pt x="5468" y="11238"/>
                  </a:lnTo>
                  <a:cubicBezTo>
                    <a:pt x="5705" y="11274"/>
                    <a:pt x="5943" y="11293"/>
                    <a:pt x="6182" y="11296"/>
                  </a:cubicBezTo>
                  <a:cubicBezTo>
                    <a:pt x="6421" y="11293"/>
                    <a:pt x="6659" y="11274"/>
                    <a:pt x="6894" y="11239"/>
                  </a:cubicBezTo>
                  <a:lnTo>
                    <a:pt x="7371" y="12006"/>
                  </a:lnTo>
                  <a:cubicBezTo>
                    <a:pt x="7569" y="12323"/>
                    <a:pt x="7966" y="12450"/>
                    <a:pt x="8310" y="12307"/>
                  </a:cubicBezTo>
                  <a:lnTo>
                    <a:pt x="9006" y="12019"/>
                  </a:lnTo>
                  <a:cubicBezTo>
                    <a:pt x="9349" y="11876"/>
                    <a:pt x="9540" y="11506"/>
                    <a:pt x="9457" y="11143"/>
                  </a:cubicBezTo>
                  <a:lnTo>
                    <a:pt x="9252" y="10261"/>
                  </a:lnTo>
                  <a:cubicBezTo>
                    <a:pt x="9634" y="9975"/>
                    <a:pt x="9973" y="9635"/>
                    <a:pt x="10259" y="9254"/>
                  </a:cubicBezTo>
                  <a:lnTo>
                    <a:pt x="11141" y="9458"/>
                  </a:lnTo>
                  <a:cubicBezTo>
                    <a:pt x="11504" y="9542"/>
                    <a:pt x="11875" y="9351"/>
                    <a:pt x="12017" y="9007"/>
                  </a:cubicBezTo>
                  <a:lnTo>
                    <a:pt x="12305" y="8311"/>
                  </a:lnTo>
                  <a:cubicBezTo>
                    <a:pt x="12447" y="7968"/>
                    <a:pt x="12321" y="7573"/>
                    <a:pt x="12006" y="7375"/>
                  </a:cubicBezTo>
                  <a:close/>
                  <a:moveTo>
                    <a:pt x="5009" y="9017"/>
                  </a:moveTo>
                  <a:cubicBezTo>
                    <a:pt x="3444" y="8369"/>
                    <a:pt x="2701" y="6575"/>
                    <a:pt x="3349" y="5010"/>
                  </a:cubicBezTo>
                  <a:cubicBezTo>
                    <a:pt x="3997" y="3445"/>
                    <a:pt x="5791" y="2702"/>
                    <a:pt x="7356" y="3350"/>
                  </a:cubicBezTo>
                  <a:cubicBezTo>
                    <a:pt x="8920" y="3998"/>
                    <a:pt x="9663" y="5792"/>
                    <a:pt x="9015" y="7357"/>
                  </a:cubicBezTo>
                  <a:cubicBezTo>
                    <a:pt x="8704" y="8109"/>
                    <a:pt x="8107" y="8706"/>
                    <a:pt x="7356" y="9017"/>
                  </a:cubicBezTo>
                  <a:cubicBezTo>
                    <a:pt x="6605" y="9331"/>
                    <a:pt x="5760" y="9331"/>
                    <a:pt x="5009" y="9017"/>
                  </a:cubicBezTo>
                  <a:close/>
                  <a:moveTo>
                    <a:pt x="7127" y="5793"/>
                  </a:moveTo>
                  <a:cubicBezTo>
                    <a:pt x="7343" y="6314"/>
                    <a:pt x="7095" y="6912"/>
                    <a:pt x="6573" y="7128"/>
                  </a:cubicBezTo>
                  <a:cubicBezTo>
                    <a:pt x="6052" y="7344"/>
                    <a:pt x="5454" y="7096"/>
                    <a:pt x="5238" y="6575"/>
                  </a:cubicBezTo>
                  <a:cubicBezTo>
                    <a:pt x="5022" y="6053"/>
                    <a:pt x="5270" y="5455"/>
                    <a:pt x="5791" y="5239"/>
                  </a:cubicBezTo>
                  <a:cubicBezTo>
                    <a:pt x="6313" y="5023"/>
                    <a:pt x="6911" y="5271"/>
                    <a:pt x="7127" y="5792"/>
                  </a:cubicBezTo>
                  <a:cubicBezTo>
                    <a:pt x="7127" y="5792"/>
                    <a:pt x="7127" y="5793"/>
                    <a:pt x="7127" y="5793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6350">
              <a:noFill/>
              <a:miter lim="400000"/>
            </a:ln>
          </p:spPr>
          <p:txBody>
            <a:bodyPr lIns="0" tIns="0" rIns="0" bIns="0" anchor="ctr"/>
            <a:lstStyle/>
            <a:p>
              <a:pPr defTabSz="8255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sz="3200" dirty="0">
                <a:solidFill>
                  <a:srgbClr val="FFFFFF"/>
                </a:solidFill>
              </a:endParaRPr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3318966E-1A75-47FE-B31C-E195CA128134}"/>
              </a:ext>
            </a:extLst>
          </p:cNvPr>
          <p:cNvGrpSpPr/>
          <p:nvPr/>
        </p:nvGrpSpPr>
        <p:grpSpPr>
          <a:xfrm>
            <a:off x="440668" y="2898321"/>
            <a:ext cx="5976320" cy="585811"/>
            <a:chOff x="440668" y="2898321"/>
            <a:chExt cx="5976320" cy="585811"/>
          </a:xfrm>
        </p:grpSpPr>
        <p:sp>
          <p:nvSpPr>
            <p:cNvPr id="94" name="직사각형 93">
              <a:extLst>
                <a:ext uri="{FF2B5EF4-FFF2-40B4-BE49-F238E27FC236}">
                  <a16:creationId xmlns:a16="http://schemas.microsoft.com/office/drawing/2014/main" id="{ED9402C5-9AC4-400D-90EA-EC398251FEB7}"/>
                </a:ext>
              </a:extLst>
            </p:cNvPr>
            <p:cNvSpPr/>
            <p:nvPr/>
          </p:nvSpPr>
          <p:spPr>
            <a:xfrm>
              <a:off x="440668" y="2898321"/>
              <a:ext cx="5976320" cy="5760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5" name="직사각형 94">
              <a:extLst>
                <a:ext uri="{FF2B5EF4-FFF2-40B4-BE49-F238E27FC236}">
                  <a16:creationId xmlns:a16="http://schemas.microsoft.com/office/drawing/2014/main" id="{CEC07EE7-B429-439B-B31F-7571F28B6DB2}"/>
                </a:ext>
              </a:extLst>
            </p:cNvPr>
            <p:cNvSpPr/>
            <p:nvPr/>
          </p:nvSpPr>
          <p:spPr>
            <a:xfrm>
              <a:off x="548680" y="2900880"/>
              <a:ext cx="5760000" cy="576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6" name="직사각형 95">
              <a:extLst>
                <a:ext uri="{FF2B5EF4-FFF2-40B4-BE49-F238E27FC236}">
                  <a16:creationId xmlns:a16="http://schemas.microsoft.com/office/drawing/2014/main" id="{8DB4F1F8-0095-40AB-BEA6-3FD6ED2BF823}"/>
                </a:ext>
              </a:extLst>
            </p:cNvPr>
            <p:cNvSpPr/>
            <p:nvPr/>
          </p:nvSpPr>
          <p:spPr>
            <a:xfrm>
              <a:off x="476668" y="2936776"/>
              <a:ext cx="5904000" cy="504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288000" rIns="0" bIns="0" rtlCol="0" anchor="ctr"/>
            <a:lstStyle/>
            <a:p>
              <a:pPr algn="ctr">
                <a:spcAft>
                  <a:spcPts val="300"/>
                </a:spcAft>
              </a:pPr>
              <a:endPara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97" name="모서리가 둥근 직사각형 30">
              <a:extLst>
                <a:ext uri="{FF2B5EF4-FFF2-40B4-BE49-F238E27FC236}">
                  <a16:creationId xmlns:a16="http://schemas.microsoft.com/office/drawing/2014/main" id="{2B626729-3F87-4D3D-B459-9F71F14CD3DE}"/>
                </a:ext>
              </a:extLst>
            </p:cNvPr>
            <p:cNvSpPr/>
            <p:nvPr/>
          </p:nvSpPr>
          <p:spPr bwMode="auto">
            <a:xfrm>
              <a:off x="657000" y="2900768"/>
              <a:ext cx="5544000" cy="288000"/>
            </a:xfrm>
            <a:prstGeom prst="rect">
              <a:avLst/>
            </a:prstGeom>
            <a:solidFill>
              <a:srgbClr val="1D3D7D"/>
            </a:solidFill>
            <a:ln w="25400" cap="flat" cmpd="sng" algn="ctr">
              <a:noFill/>
              <a:prstDash val="solid"/>
            </a:ln>
            <a:effectLst/>
          </p:spPr>
          <p:txBody>
            <a:bodyPr lIns="72000" tIns="36000" rIns="72000" bIns="36000" rtlCol="0" anchor="ctr"/>
            <a:lstStyle/>
            <a:p>
              <a:pPr algn="ctr"/>
              <a:r>
                <a:rPr lang="ko-KR" altLang="en-US" sz="1200">
                  <a:solidFill>
                    <a:schemeClr val="bg1"/>
                  </a:solidFill>
                </a:rPr>
                <a:t>연관 업무시스템 현황 및 협조 방안</a:t>
              </a:r>
            </a:p>
          </p:txBody>
        </p:sp>
        <p:sp>
          <p:nvSpPr>
            <p:cNvPr id="98" name="직사각형 97">
              <a:extLst>
                <a:ext uri="{FF2B5EF4-FFF2-40B4-BE49-F238E27FC236}">
                  <a16:creationId xmlns:a16="http://schemas.microsoft.com/office/drawing/2014/main" id="{74F16964-583E-4AB2-A772-951300CB9190}"/>
                </a:ext>
              </a:extLst>
            </p:cNvPr>
            <p:cNvSpPr/>
            <p:nvPr/>
          </p:nvSpPr>
          <p:spPr>
            <a:xfrm>
              <a:off x="1021006" y="3257541"/>
              <a:ext cx="4815989" cy="226591"/>
            </a:xfrm>
            <a:prstGeom prst="rect">
              <a:avLst/>
            </a:prstGeom>
          </p:spPr>
          <p:txBody>
            <a:bodyPr wrap="none" lIns="36000" tIns="36000" rIns="36000" bIns="36000">
              <a:spAutoFit/>
            </a:bodyPr>
            <a:lstStyle/>
            <a:p>
              <a:pPr marL="0" lvl="2" algn="ctr" defTabSz="879475" eaLnBrk="0" fontAlgn="ctr" hangingPunct="0">
                <a:spcAft>
                  <a:spcPts val="100"/>
                </a:spcAft>
                <a:buClr>
                  <a:srgbClr val="D08B51"/>
                </a:buClr>
                <a:buSzPct val="80000"/>
                <a:defRPr/>
              </a:pPr>
              <a:r>
                <a:rPr lang="ko-KR" altLang="en-US" sz="100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</a:rPr>
                <a:t>연계시스템에 대한 분석</a:t>
              </a:r>
              <a:r>
                <a:rPr lang="en-US" altLang="ko-KR" sz="100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</a:rPr>
                <a:t> </a:t>
              </a:r>
              <a:r>
                <a:rPr lang="ko-KR" altLang="en-US" sz="100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</a:rPr>
                <a:t>및</a:t>
              </a:r>
              <a:r>
                <a:rPr lang="en-US" altLang="ko-KR" sz="100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</a:rPr>
                <a:t> </a:t>
              </a:r>
              <a:r>
                <a:rPr lang="ko-KR" altLang="en-US" sz="100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</a:rPr>
                <a:t>관련 기관과 </a:t>
              </a:r>
              <a:r>
                <a:rPr lang="ko-KR" altLang="en-US" sz="1000">
                  <a:solidFill>
                    <a:srgbClr val="0070C0"/>
                  </a:solidFill>
                  <a:latin typeface="+mn-ea"/>
                </a:rPr>
                <a:t>사전 협의</a:t>
              </a:r>
              <a:r>
                <a:rPr lang="ko-KR" altLang="en-US" sz="100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</a:rPr>
                <a:t>를 통하여 </a:t>
              </a:r>
              <a:r>
                <a:rPr lang="ko-KR" altLang="en-US" sz="1000">
                  <a:solidFill>
                    <a:srgbClr val="0070C0"/>
                  </a:solidFill>
                  <a:latin typeface="+mn-ea"/>
                </a:rPr>
                <a:t>정확하고 안정적인 연계 기능 구축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645A956-7FF4-203E-8E52-B8041C023086}"/>
              </a:ext>
            </a:extLst>
          </p:cNvPr>
          <p:cNvSpPr txBox="1"/>
          <p:nvPr/>
        </p:nvSpPr>
        <p:spPr>
          <a:xfrm>
            <a:off x="1667082" y="503378"/>
            <a:ext cx="1360437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defTabSz="987095"/>
            <a:r>
              <a:rPr lang="en-US" altLang="ko-KR" sz="800" spc="-54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Ⅲ  </a:t>
            </a:r>
            <a:r>
              <a:rPr lang="ko-KR" altLang="en-US" sz="800" spc="-54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기술 및 기능  </a:t>
            </a:r>
            <a:r>
              <a:rPr lang="en-US" altLang="ko-KR" sz="800" spc="-54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&gt;  1. </a:t>
            </a:r>
            <a:r>
              <a:rPr lang="ko-KR" altLang="en-US" sz="800" spc="-54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시스템 요구사항</a:t>
            </a:r>
          </a:p>
        </p:txBody>
      </p:sp>
    </p:spTree>
    <p:extLst>
      <p:ext uri="{BB962C8B-B14F-4D97-AF65-F5344CB8AC3E}">
        <p14:creationId xmlns:p14="http://schemas.microsoft.com/office/powerpoint/2010/main" val="216285717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제목 89"/>
          <p:cNvSpPr>
            <a:spLocks noGrp="1"/>
          </p:cNvSpPr>
          <p:nvPr>
            <p:ph type="title"/>
          </p:nvPr>
        </p:nvSpPr>
        <p:spPr>
          <a:xfrm>
            <a:off x="512676" y="1064568"/>
            <a:ext cx="1827474" cy="199285"/>
          </a:xfrm>
          <a:prstGeom prst="rect">
            <a:avLst/>
          </a:prstGeom>
          <a:noFill/>
        </p:spPr>
        <p:txBody>
          <a:bodyPr wrap="none" lIns="108000" tIns="0" rIns="0" bIns="0" anchor="ctr">
            <a:spAutoFit/>
          </a:bodyPr>
          <a:lstStyle/>
          <a:p>
            <a:r>
              <a:rPr lang="en-US" altLang="ko-KR" dirty="0"/>
              <a:t>2.1 </a:t>
            </a:r>
            <a:r>
              <a:rPr lang="ko-KR" altLang="en-US" dirty="0"/>
              <a:t>현 시스템 분석 대상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787BB090-3AC5-4AD4-B20B-8E9325DBD118}"/>
              </a:ext>
            </a:extLst>
          </p:cNvPr>
          <p:cNvGrpSpPr/>
          <p:nvPr/>
        </p:nvGrpSpPr>
        <p:grpSpPr>
          <a:xfrm>
            <a:off x="440668" y="8265405"/>
            <a:ext cx="5976652" cy="1116087"/>
            <a:chOff x="440668" y="8013342"/>
            <a:chExt cx="5976652" cy="1116087"/>
          </a:xfrm>
        </p:grpSpPr>
        <p:sp>
          <p:nvSpPr>
            <p:cNvPr id="76" name="Line 559"/>
            <p:cNvSpPr>
              <a:spLocks noChangeShapeType="1"/>
            </p:cNvSpPr>
            <p:nvPr/>
          </p:nvSpPr>
          <p:spPr bwMode="auto">
            <a:xfrm>
              <a:off x="2781320" y="8373381"/>
              <a:ext cx="3636000" cy="0"/>
            </a:xfrm>
            <a:prstGeom prst="line">
              <a:avLst/>
            </a:prstGeom>
            <a:noFill/>
            <a:ln w="6350">
              <a:solidFill>
                <a:srgbClr val="C0C0C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C0C0C0">
                        <a:gamma/>
                        <a:shade val="60000"/>
                        <a:invGamma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</a:endParaRPr>
            </a:p>
          </p:txBody>
        </p:sp>
        <p:sp>
          <p:nvSpPr>
            <p:cNvPr id="77" name="Rectangle 28"/>
            <p:cNvSpPr>
              <a:spLocks noChangeArrowheads="1"/>
            </p:cNvSpPr>
            <p:nvPr/>
          </p:nvSpPr>
          <p:spPr bwMode="auto">
            <a:xfrm>
              <a:off x="2780928" y="8013710"/>
              <a:ext cx="3636000" cy="324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 lIns="72000" tIns="36000" rIns="72000" bIns="36000" anchor="ctr"/>
            <a:lstStyle/>
            <a:p>
              <a:pPr marL="90000" marR="0" lvl="2" indent="-90000" defTabSz="914400" fontAlgn="base">
                <a:lnSpc>
                  <a:spcPct val="110000"/>
                </a:lnSpc>
                <a:spcBef>
                  <a:spcPct val="0"/>
                </a:spcBef>
                <a:spcAft>
                  <a:spcPts val="3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  <a:buFont typeface="Arial" pitchFamily="34" charset="0"/>
                <a:buChar char="•"/>
                <a:tabLst/>
                <a:defRPr/>
              </a:pPr>
              <a:r>
                <a:rPr kumimoji="1" lang="ko-KR" altLang="en-US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컨셉의 반영 및 통일성</a:t>
              </a:r>
              <a:r>
                <a:rPr kumimoji="1" lang="en-US" altLang="ko-KR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, </a:t>
              </a:r>
              <a:r>
                <a:rPr kumimoji="1" lang="ko-KR" altLang="en-US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서비스 제공 방식</a:t>
              </a:r>
              <a:r>
                <a:rPr kumimoji="1" lang="en-US" altLang="ko-KR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, </a:t>
              </a:r>
              <a:r>
                <a:rPr kumimoji="1" lang="ko-KR" altLang="en-US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사용자 소통 채널</a:t>
              </a:r>
            </a:p>
          </p:txBody>
        </p:sp>
        <p:sp>
          <p:nvSpPr>
            <p:cNvPr id="78" name="모서리가 둥근 직사각형 77"/>
            <p:cNvSpPr/>
            <p:nvPr/>
          </p:nvSpPr>
          <p:spPr>
            <a:xfrm>
              <a:off x="946642" y="8013392"/>
              <a:ext cx="1800000" cy="324000"/>
            </a:xfrm>
            <a:prstGeom prst="roundRect">
              <a:avLst>
                <a:gd name="adj" fmla="val 0"/>
              </a:avLst>
            </a:prstGeom>
            <a:solidFill>
              <a:srgbClr val="D6DCE5"/>
            </a:solidFill>
            <a:ln w="12700" algn="ctr">
              <a:noFill/>
              <a:miter lim="800000"/>
              <a:headEnd/>
              <a:tailEnd/>
            </a:ln>
            <a:effectLst/>
          </p:spPr>
          <p:txBody>
            <a:bodyPr lIns="54000" rIns="5400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기획 측면 분석</a:t>
              </a:r>
            </a:p>
          </p:txBody>
        </p:sp>
        <p:sp>
          <p:nvSpPr>
            <p:cNvPr id="92" name="Rectangle 28"/>
            <p:cNvSpPr>
              <a:spLocks noChangeArrowheads="1"/>
            </p:cNvSpPr>
            <p:nvPr/>
          </p:nvSpPr>
          <p:spPr bwMode="auto">
            <a:xfrm>
              <a:off x="2780928" y="8409385"/>
              <a:ext cx="3636000" cy="324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 lIns="72000" tIns="36000" rIns="72000" bIns="36000" anchor="ctr"/>
            <a:lstStyle/>
            <a:p>
              <a:pPr marL="90000" lvl="2" indent="-90000" defTabSz="914400" fontAlgn="base">
                <a:lnSpc>
                  <a:spcPct val="110000"/>
                </a:lnSpc>
                <a:spcBef>
                  <a:spcPct val="0"/>
                </a:spcBef>
                <a:spcAft>
                  <a:spcPts val="3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  <a:buFont typeface="Arial" pitchFamily="34" charset="0"/>
                <a:buChar char="•"/>
              </a:pPr>
              <a:r>
                <a:rPr kumimoji="1" lang="ko-KR" altLang="en-US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정보 구분</a:t>
              </a:r>
              <a:r>
                <a:rPr kumimoji="1" lang="en-US" altLang="ko-KR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, </a:t>
              </a:r>
              <a:r>
                <a:rPr kumimoji="1" lang="ko-KR" altLang="en-US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정보 흐름</a:t>
              </a:r>
              <a:r>
                <a:rPr kumimoji="1" lang="en-US" altLang="ko-KR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, </a:t>
              </a:r>
              <a:r>
                <a:rPr kumimoji="1" lang="ko-KR" altLang="en-US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가독성</a:t>
              </a:r>
              <a:r>
                <a:rPr kumimoji="1" lang="en-US" altLang="ko-KR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, </a:t>
              </a:r>
              <a:r>
                <a:rPr kumimoji="1" lang="ko-KR" altLang="en-US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컨셉</a:t>
              </a:r>
              <a:r>
                <a:rPr kumimoji="1" lang="en-US" altLang="ko-KR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, </a:t>
              </a:r>
              <a:r>
                <a:rPr kumimoji="1" lang="ko-KR" altLang="en-US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웹 접근성</a:t>
              </a:r>
              <a:r>
                <a:rPr kumimoji="1" lang="en-US" altLang="ko-KR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/</a:t>
              </a:r>
              <a:r>
                <a:rPr kumimoji="1" lang="ko-KR" altLang="en-US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호환성</a:t>
              </a:r>
              <a:r>
                <a:rPr kumimoji="1" lang="en-US" altLang="ko-KR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/</a:t>
              </a:r>
              <a:r>
                <a:rPr kumimoji="1" lang="ko-KR" altLang="en-US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웹 표준</a:t>
              </a:r>
            </a:p>
          </p:txBody>
        </p:sp>
        <p:sp>
          <p:nvSpPr>
            <p:cNvPr id="93" name="모서리가 둥근 직사각형 92"/>
            <p:cNvSpPr/>
            <p:nvPr/>
          </p:nvSpPr>
          <p:spPr>
            <a:xfrm>
              <a:off x="946642" y="8409421"/>
              <a:ext cx="1800000" cy="324000"/>
            </a:xfrm>
            <a:prstGeom prst="roundRect">
              <a:avLst>
                <a:gd name="adj" fmla="val 0"/>
              </a:avLst>
            </a:prstGeom>
            <a:solidFill>
              <a:srgbClr val="D6DCE5"/>
            </a:solidFill>
            <a:ln w="12700" algn="ctr">
              <a:noFill/>
              <a:miter lim="800000"/>
              <a:headEnd/>
              <a:tailEnd/>
            </a:ln>
            <a:effectLst/>
          </p:spPr>
          <p:txBody>
            <a:bodyPr lIns="54000" rIns="5400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디자인</a:t>
              </a:r>
              <a:r>
                <a:rPr kumimoji="1" lang="en-US" altLang="ko-KR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/UI </a:t>
              </a:r>
              <a:r>
                <a:rPr kumimoji="1" lang="ko-KR" altLang="en-US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측면 분석</a:t>
              </a:r>
            </a:p>
          </p:txBody>
        </p:sp>
        <p:sp>
          <p:nvSpPr>
            <p:cNvPr id="94" name="Rectangle 28"/>
            <p:cNvSpPr>
              <a:spLocks noChangeArrowheads="1"/>
            </p:cNvSpPr>
            <p:nvPr/>
          </p:nvSpPr>
          <p:spPr bwMode="auto">
            <a:xfrm>
              <a:off x="2780928" y="8805429"/>
              <a:ext cx="3636000" cy="324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 lIns="72000" tIns="36000" rIns="72000" bIns="36000" anchor="ctr"/>
            <a:lstStyle/>
            <a:p>
              <a:pPr marL="90000" lvl="2" indent="-90000" defTabSz="914400" fontAlgn="base">
                <a:lnSpc>
                  <a:spcPct val="110000"/>
                </a:lnSpc>
                <a:spcBef>
                  <a:spcPct val="0"/>
                </a:spcBef>
                <a:spcAft>
                  <a:spcPts val="3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  <a:buFont typeface="Arial" pitchFamily="34" charset="0"/>
                <a:buChar char="•"/>
              </a:pPr>
              <a:r>
                <a:rPr kumimoji="1" lang="ko-KR" altLang="en-US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메뉴 구조</a:t>
              </a:r>
              <a:r>
                <a:rPr kumimoji="1" lang="en-US" altLang="ko-KR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, </a:t>
              </a:r>
              <a:r>
                <a:rPr kumimoji="1" lang="ko-KR" altLang="en-US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메뉴 명칭</a:t>
              </a:r>
              <a:r>
                <a:rPr kumimoji="1" lang="en-US" altLang="ko-KR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, </a:t>
              </a:r>
              <a:r>
                <a:rPr kumimoji="1" lang="ko-KR" altLang="en-US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정보 접근성</a:t>
              </a:r>
              <a:r>
                <a:rPr kumimoji="1" lang="en-US" altLang="ko-KR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, </a:t>
              </a:r>
              <a:r>
                <a:rPr kumimoji="1" lang="ko-KR" altLang="en-US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네비게이션 등</a:t>
              </a:r>
            </a:p>
          </p:txBody>
        </p:sp>
        <p:sp>
          <p:nvSpPr>
            <p:cNvPr id="101" name="모서리가 둥근 직사각형 100"/>
            <p:cNvSpPr/>
            <p:nvPr/>
          </p:nvSpPr>
          <p:spPr>
            <a:xfrm>
              <a:off x="946642" y="8805429"/>
              <a:ext cx="1800000" cy="324000"/>
            </a:xfrm>
            <a:prstGeom prst="roundRect">
              <a:avLst>
                <a:gd name="adj" fmla="val 0"/>
              </a:avLst>
            </a:prstGeom>
            <a:solidFill>
              <a:srgbClr val="D6DCE5"/>
            </a:solidFill>
            <a:ln w="12700" algn="ctr">
              <a:noFill/>
              <a:miter lim="800000"/>
              <a:headEnd/>
              <a:tailEnd/>
            </a:ln>
            <a:effectLst/>
          </p:spPr>
          <p:txBody>
            <a:bodyPr lIns="54000" rIns="5400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메뉴구성</a:t>
              </a:r>
              <a:r>
                <a:rPr kumimoji="1" lang="en-US" altLang="ko-KR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(IA) </a:t>
              </a:r>
              <a:r>
                <a:rPr kumimoji="1" lang="ko-KR" altLang="en-US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측면 분석</a:t>
              </a:r>
            </a:p>
          </p:txBody>
        </p:sp>
        <p:sp>
          <p:nvSpPr>
            <p:cNvPr id="102" name="모서리가 둥근 직사각형 101"/>
            <p:cNvSpPr/>
            <p:nvPr/>
          </p:nvSpPr>
          <p:spPr>
            <a:xfrm>
              <a:off x="440668" y="8013342"/>
              <a:ext cx="432000" cy="1108644"/>
            </a:xfrm>
            <a:prstGeom prst="roundRect">
              <a:avLst>
                <a:gd name="adj" fmla="val 0"/>
              </a:avLst>
            </a:prstGeom>
            <a:solidFill>
              <a:srgbClr val="A1AFC3"/>
            </a:solidFill>
            <a:ln w="6350" cap="flat" cmpd="sng" algn="ctr">
              <a:noFill/>
              <a:prstDash val="solid"/>
            </a:ln>
            <a:effectLst/>
          </p:spPr>
          <p:txBody>
            <a:bodyPr vert="horz" lIns="36000" tIns="36000" rIns="36000" bIns="36000" anchor="ctr"/>
            <a:lstStyle/>
            <a:p>
              <a:pPr indent="-180948" algn="ctr" latinLnBrk="0">
                <a:spcBef>
                  <a:spcPts val="0"/>
                </a:spcBef>
                <a:spcAft>
                  <a:spcPts val="240"/>
                </a:spcAft>
                <a:defRPr/>
              </a:pPr>
              <a:r>
                <a:rPr lang="ko-KR" altLang="en-US" sz="1000" kern="0">
                  <a:solidFill>
                    <a:sysClr val="window" lastClr="FFFFFF"/>
                  </a:solidFill>
                  <a:latin typeface="+mj-ea"/>
                  <a:ea typeface="+mj-ea"/>
                </a:rPr>
                <a:t>분석</a:t>
              </a:r>
              <a:br>
                <a:rPr lang="en-US" altLang="ko-KR" sz="1000" kern="0">
                  <a:solidFill>
                    <a:sysClr val="window" lastClr="FFFFFF"/>
                  </a:solidFill>
                  <a:latin typeface="+mj-ea"/>
                  <a:ea typeface="+mj-ea"/>
                </a:rPr>
              </a:br>
              <a:r>
                <a:rPr lang="ko-KR" altLang="en-US" sz="1000" kern="0">
                  <a:solidFill>
                    <a:sysClr val="window" lastClr="FFFFFF"/>
                  </a:solidFill>
                  <a:latin typeface="+mj-ea"/>
                  <a:ea typeface="+mj-ea"/>
                </a:rPr>
                <a:t>분야</a:t>
              </a:r>
            </a:p>
          </p:txBody>
        </p:sp>
        <p:sp>
          <p:nvSpPr>
            <p:cNvPr id="103" name="Line 559"/>
            <p:cNvSpPr>
              <a:spLocks noChangeShapeType="1"/>
            </p:cNvSpPr>
            <p:nvPr/>
          </p:nvSpPr>
          <p:spPr bwMode="auto">
            <a:xfrm>
              <a:off x="2781320" y="8769425"/>
              <a:ext cx="3636000" cy="0"/>
            </a:xfrm>
            <a:prstGeom prst="line">
              <a:avLst/>
            </a:prstGeom>
            <a:noFill/>
            <a:ln w="6350">
              <a:solidFill>
                <a:srgbClr val="C0C0C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C0C0C0">
                        <a:gamma/>
                        <a:shade val="60000"/>
                        <a:invGamma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</a:endParaRPr>
            </a:p>
          </p:txBody>
        </p:sp>
        <p:sp>
          <p:nvSpPr>
            <p:cNvPr id="104" name="Line 559"/>
            <p:cNvSpPr>
              <a:spLocks noChangeShapeType="1"/>
            </p:cNvSpPr>
            <p:nvPr/>
          </p:nvSpPr>
          <p:spPr bwMode="auto">
            <a:xfrm>
              <a:off x="2781320" y="9127084"/>
              <a:ext cx="3636000" cy="0"/>
            </a:xfrm>
            <a:prstGeom prst="line">
              <a:avLst/>
            </a:prstGeom>
            <a:noFill/>
            <a:ln w="6350">
              <a:solidFill>
                <a:srgbClr val="C0C0C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C0C0C0">
                        <a:gamma/>
                        <a:shade val="60000"/>
                        <a:invGamma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</a:endParaRPr>
            </a:p>
          </p:txBody>
        </p:sp>
        <p:sp>
          <p:nvSpPr>
            <p:cNvPr id="105" name="Line 559"/>
            <p:cNvSpPr>
              <a:spLocks noChangeShapeType="1"/>
            </p:cNvSpPr>
            <p:nvPr/>
          </p:nvSpPr>
          <p:spPr bwMode="auto">
            <a:xfrm>
              <a:off x="2781320" y="8015773"/>
              <a:ext cx="3636000" cy="0"/>
            </a:xfrm>
            <a:prstGeom prst="line">
              <a:avLst/>
            </a:prstGeom>
            <a:noFill/>
            <a:ln w="6350">
              <a:solidFill>
                <a:srgbClr val="C0C0C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C0C0C0">
                        <a:gamma/>
                        <a:shade val="60000"/>
                        <a:invGamma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</a:endParaRPr>
            </a:p>
          </p:txBody>
        </p:sp>
      </p:grpSp>
      <p:grpSp>
        <p:nvGrpSpPr>
          <p:cNvPr id="82" name="그룹 81">
            <a:extLst>
              <a:ext uri="{FF2B5EF4-FFF2-40B4-BE49-F238E27FC236}">
                <a16:creationId xmlns:a16="http://schemas.microsoft.com/office/drawing/2014/main" id="{C3828ECF-DAAB-41F4-A7F9-87795575EA56}"/>
              </a:ext>
            </a:extLst>
          </p:cNvPr>
          <p:cNvGrpSpPr/>
          <p:nvPr/>
        </p:nvGrpSpPr>
        <p:grpSpPr>
          <a:xfrm>
            <a:off x="440667" y="8023109"/>
            <a:ext cx="1200794" cy="169277"/>
            <a:chOff x="440667" y="3404828"/>
            <a:chExt cx="1200794" cy="169277"/>
          </a:xfrm>
        </p:grpSpPr>
        <p:sp>
          <p:nvSpPr>
            <p:cNvPr id="83" name="사각형: 둥근 모서리 82">
              <a:extLst>
                <a:ext uri="{FF2B5EF4-FFF2-40B4-BE49-F238E27FC236}">
                  <a16:creationId xmlns:a16="http://schemas.microsoft.com/office/drawing/2014/main" id="{182E4B02-69D1-4C03-8F5B-3E590BACAA7F}"/>
                </a:ext>
              </a:extLst>
            </p:cNvPr>
            <p:cNvSpPr/>
            <p:nvPr/>
          </p:nvSpPr>
          <p:spPr>
            <a:xfrm>
              <a:off x="440667" y="3417466"/>
              <a:ext cx="108000" cy="144000"/>
            </a:xfrm>
            <a:prstGeom prst="roundRect">
              <a:avLst/>
            </a:prstGeom>
            <a:solidFill>
              <a:srgbClr val="0070C0"/>
            </a:solidFill>
          </p:spPr>
          <p:txBody>
            <a:bodyPr wrap="none" lIns="36000" tIns="18000" rIns="36000" bIns="18000">
              <a:spAutoFit/>
            </a:bodyPr>
            <a:lstStyle/>
            <a:p>
              <a:pPr defTabSz="914400" fontAlgn="base">
                <a:spcBef>
                  <a:spcPct val="0"/>
                </a:spcBef>
                <a:spcAft>
                  <a:spcPts val="2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</a:pPr>
              <a:endParaRPr lang="ko-KR" altLang="en-US" sz="80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84" name="Text Box 247">
              <a:extLst>
                <a:ext uri="{FF2B5EF4-FFF2-40B4-BE49-F238E27FC236}">
                  <a16:creationId xmlns:a16="http://schemas.microsoft.com/office/drawing/2014/main" id="{15E4F836-EE3B-4FFA-8C29-9C946920957B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548680" y="3404828"/>
              <a:ext cx="1092781" cy="169277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lIns="72000" tIns="0" rIns="72000" bIns="0" anchor="ctr">
              <a:spAutoFit/>
            </a:bodyPr>
            <a:lstStyle>
              <a:defPPr>
                <a:defRPr lang="en-US"/>
              </a:defPPr>
              <a:lvl1pPr marR="0" lvl="0" indent="0" defTabSz="914400" fontAlgn="base" latinLnBrk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 kumimoji="1" sz="1100" b="0" i="0" u="none" strike="noStrike" kern="0" cap="none" spc="0" normalizeH="0" baseline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ea"/>
                  <a:ea typeface="+mj-ea"/>
                </a:defRPr>
              </a:lvl1pPr>
            </a:lstStyle>
            <a:p>
              <a:pPr lvl="0">
                <a:defRPr/>
              </a:pPr>
              <a:r>
                <a:rPr lang="ko-KR" altLang="en-US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분야별 분석 항목</a:t>
              </a:r>
            </a:p>
          </p:txBody>
        </p:sp>
        <p:sp>
          <p:nvSpPr>
            <p:cNvPr id="85" name="사각형: 둥근 모서리 84">
              <a:extLst>
                <a:ext uri="{FF2B5EF4-FFF2-40B4-BE49-F238E27FC236}">
                  <a16:creationId xmlns:a16="http://schemas.microsoft.com/office/drawing/2014/main" id="{B5E6FF17-83BC-428E-9722-930D17F0F0A4}"/>
                </a:ext>
              </a:extLst>
            </p:cNvPr>
            <p:cNvSpPr/>
            <p:nvPr/>
          </p:nvSpPr>
          <p:spPr>
            <a:xfrm>
              <a:off x="500779" y="3462466"/>
              <a:ext cx="72000" cy="54000"/>
            </a:xfrm>
            <a:prstGeom prst="roundRect">
              <a:avLst>
                <a:gd name="adj" fmla="val 34306"/>
              </a:avLst>
            </a:prstGeom>
            <a:solidFill>
              <a:schemeClr val="bg1">
                <a:lumMod val="75000"/>
              </a:schemeClr>
            </a:solidFill>
            <a:ln w="12700" algn="ctr">
              <a:noFill/>
              <a:prstDash val="sysDash"/>
              <a:round/>
              <a:headEnd type="none" w="sm" len="sm"/>
              <a:tailEnd/>
            </a:ln>
            <a:effectLst/>
          </p:spPr>
          <p:txBody>
            <a:bodyPr lIns="35997" tIns="0" rIns="35997" bIns="0" rtlCol="0" anchor="ctr"/>
            <a:lstStyle/>
            <a:p>
              <a:pPr eaLnBrk="0" hangingPunct="0">
                <a:spcBef>
                  <a:spcPct val="40000"/>
                </a:spcBef>
                <a:buFontTx/>
                <a:buChar char="•"/>
              </a:pPr>
              <a:endParaRPr lang="ko-KR" altLang="en-US" sz="700" dirty="0">
                <a:solidFill>
                  <a:schemeClr val="tx2"/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</a:endParaRPr>
            </a:p>
          </p:txBody>
        </p:sp>
      </p:grpSp>
      <p:grpSp>
        <p:nvGrpSpPr>
          <p:cNvPr id="162" name="그룹 161">
            <a:extLst>
              <a:ext uri="{FF2B5EF4-FFF2-40B4-BE49-F238E27FC236}">
                <a16:creationId xmlns:a16="http://schemas.microsoft.com/office/drawing/2014/main" id="{FA971A1D-928D-415C-A903-9FAF9AD6B4E5}"/>
              </a:ext>
            </a:extLst>
          </p:cNvPr>
          <p:cNvGrpSpPr/>
          <p:nvPr/>
        </p:nvGrpSpPr>
        <p:grpSpPr>
          <a:xfrm>
            <a:off x="440668" y="1064568"/>
            <a:ext cx="66431" cy="180000"/>
            <a:chOff x="447632" y="1870808"/>
            <a:chExt cx="66431" cy="247087"/>
          </a:xfrm>
        </p:grpSpPr>
        <p:sp>
          <p:nvSpPr>
            <p:cNvPr id="163" name="직사각형 162">
              <a:extLst>
                <a:ext uri="{FF2B5EF4-FFF2-40B4-BE49-F238E27FC236}">
                  <a16:creationId xmlns:a16="http://schemas.microsoft.com/office/drawing/2014/main" id="{8CB39D57-A246-4076-837F-CED7D5EFA5E1}"/>
                </a:ext>
              </a:extLst>
            </p:cNvPr>
            <p:cNvSpPr/>
            <p:nvPr/>
          </p:nvSpPr>
          <p:spPr>
            <a:xfrm>
              <a:off x="447632" y="1990162"/>
              <a:ext cx="66431" cy="12773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/>
            </a:bodyPr>
            <a:lstStyle/>
            <a:p>
              <a:pPr algn="ctr"/>
              <a:endParaRPr lang="ko-KR" altLang="en-US">
                <a:ln>
                  <a:solidFill>
                    <a:srgbClr val="02A1B2">
                      <a:alpha val="0"/>
                    </a:srgbClr>
                  </a:solidFill>
                </a:ln>
              </a:endParaRPr>
            </a:p>
          </p:txBody>
        </p:sp>
        <p:sp>
          <p:nvSpPr>
            <p:cNvPr id="164" name="직사각형 163">
              <a:extLst>
                <a:ext uri="{FF2B5EF4-FFF2-40B4-BE49-F238E27FC236}">
                  <a16:creationId xmlns:a16="http://schemas.microsoft.com/office/drawing/2014/main" id="{18897243-2A86-4619-96CA-242E201BDF67}"/>
                </a:ext>
              </a:extLst>
            </p:cNvPr>
            <p:cNvSpPr/>
            <p:nvPr/>
          </p:nvSpPr>
          <p:spPr>
            <a:xfrm>
              <a:off x="447632" y="1870808"/>
              <a:ext cx="66431" cy="127733"/>
            </a:xfrm>
            <a:prstGeom prst="rect">
              <a:avLst/>
            </a:prstGeom>
            <a:solidFill>
              <a:srgbClr val="B71B6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/>
            </a:bodyPr>
            <a:lstStyle/>
            <a:p>
              <a:pPr algn="ctr"/>
              <a:endParaRPr lang="ko-KR" altLang="en-US">
                <a:ln>
                  <a:solidFill>
                    <a:srgbClr val="02A1B2">
                      <a:alpha val="0"/>
                    </a:srgbClr>
                  </a:solidFill>
                </a:ln>
              </a:endParaRPr>
            </a:p>
          </p:txBody>
        </p:sp>
      </p:grpSp>
      <p:sp>
        <p:nvSpPr>
          <p:cNvPr id="165" name="직사각형 164">
            <a:extLst>
              <a:ext uri="{FF2B5EF4-FFF2-40B4-BE49-F238E27FC236}">
                <a16:creationId xmlns:a16="http://schemas.microsoft.com/office/drawing/2014/main" id="{39296A18-C314-409D-8DE6-42E353917DF7}"/>
              </a:ext>
            </a:extLst>
          </p:cNvPr>
          <p:cNvSpPr/>
          <p:nvPr/>
        </p:nvSpPr>
        <p:spPr>
          <a:xfrm>
            <a:off x="5206867" y="1065770"/>
            <a:ext cx="1209800" cy="17763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36000" rIns="72000" bIns="18000" rtlCol="0" anchor="ctr">
            <a:spAutoFit/>
          </a:bodyPr>
          <a:lstStyle/>
          <a:p>
            <a:pPr algn="r"/>
            <a:r>
              <a: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요구사항 번호</a:t>
            </a:r>
            <a:r>
              <a:rPr lang="en-US" altLang="ko-KR" sz="8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: </a:t>
            </a:r>
            <a:r>
              <a:rPr lang="en-US" altLang="ko-KR" sz="800">
                <a:solidFill>
                  <a:srgbClr val="0070C0"/>
                </a:solidFill>
                <a:latin typeface="+mj-ea"/>
                <a:ea typeface="+mj-ea"/>
              </a:rPr>
              <a:t>ABC-001</a:t>
            </a:r>
            <a:endParaRPr lang="ko-KR" altLang="en-US" sz="800" dirty="0">
              <a:solidFill>
                <a:srgbClr val="0070C0"/>
              </a:solidFill>
              <a:latin typeface="+mj-ea"/>
              <a:ea typeface="+mj-ea"/>
            </a:endParaRPr>
          </a:p>
        </p:txBody>
      </p:sp>
      <p:sp>
        <p:nvSpPr>
          <p:cNvPr id="166" name="AutoShape 165">
            <a:extLst>
              <a:ext uri="{FF2B5EF4-FFF2-40B4-BE49-F238E27FC236}">
                <a16:creationId xmlns:a16="http://schemas.microsoft.com/office/drawing/2014/main" id="{5565AEB6-4B61-440A-AD0E-1C0414F4D4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668" y="1568624"/>
            <a:ext cx="5976000" cy="647237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3175" algn="ctr">
            <a:solidFill>
              <a:schemeClr val="bg1">
                <a:lumMod val="95000"/>
              </a:schemeClr>
            </a:solidFill>
            <a:round/>
            <a:headEnd/>
            <a:tailEnd/>
          </a:ln>
          <a:effectLst/>
        </p:spPr>
        <p:txBody>
          <a:bodyPr wrap="square" lIns="144000" tIns="36000" rIns="72000" bIns="36000" anchor="ctr"/>
          <a:lstStyle/>
          <a:p>
            <a:pPr marL="85725" lvl="0" indent="-85725" defTabSz="914400" fontAlgn="ctr">
              <a:lnSpc>
                <a:spcPct val="110000"/>
              </a:lnSpc>
              <a:spcAft>
                <a:spcPts val="300"/>
              </a:spcAft>
              <a:buFont typeface="Arial" pitchFamily="34" charset="0"/>
              <a:buChar char="•"/>
              <a:defRPr/>
            </a:pPr>
            <a:r>
              <a:rPr kumimoji="1" lang="ko-KR" altLang="en-US" sz="1000" kern="0">
                <a:solidFill>
                  <a:prstClr val="black">
                    <a:lumMod val="75000"/>
                    <a:lumOff val="25000"/>
                  </a:prstClr>
                </a:solidFill>
              </a:rPr>
              <a:t>정확하고 효율적인 과업 수행을 위한 </a:t>
            </a:r>
            <a:r>
              <a:rPr kumimoji="1" lang="ko-KR" altLang="en-US" sz="1000" kern="0">
                <a:solidFill>
                  <a:prstClr val="black">
                    <a:lumMod val="75000"/>
                    <a:lumOff val="25000"/>
                  </a:prstClr>
                </a:solidFill>
                <a:latin typeface="+mj-ea"/>
                <a:ea typeface="+mj-ea"/>
              </a:rPr>
              <a:t>현재 운영되고 있는 시스템 현황을 분석</a:t>
            </a:r>
          </a:p>
          <a:p>
            <a:pPr marL="85725" lvl="0" indent="-85725" defTabSz="914400" fontAlgn="ctr">
              <a:lnSpc>
                <a:spcPct val="110000"/>
              </a:lnSpc>
              <a:spcAft>
                <a:spcPts val="300"/>
              </a:spcAft>
              <a:buFont typeface="Arial" pitchFamily="34" charset="0"/>
              <a:buChar char="•"/>
              <a:defRPr/>
            </a:pPr>
            <a:r>
              <a:rPr kumimoji="1" lang="ko-KR" altLang="en-US" sz="1000" kern="0">
                <a:solidFill>
                  <a:prstClr val="black">
                    <a:lumMod val="75000"/>
                    <a:lumOff val="25000"/>
                  </a:prstClr>
                </a:solidFill>
              </a:rPr>
              <a:t>분석 결과를 기반으로 </a:t>
            </a:r>
            <a:r>
              <a:rPr kumimoji="1" lang="ko-KR" altLang="en-US" sz="1000" kern="0">
                <a:solidFill>
                  <a:prstClr val="black">
                    <a:lumMod val="75000"/>
                    <a:lumOff val="25000"/>
                  </a:prstClr>
                </a:solidFill>
                <a:latin typeface="+mj-ea"/>
                <a:ea typeface="+mj-ea"/>
              </a:rPr>
              <a:t>개선 사항을 도출</a:t>
            </a:r>
            <a:r>
              <a:rPr kumimoji="1" lang="ko-KR" altLang="en-US" sz="1000" kern="0">
                <a:solidFill>
                  <a:prstClr val="black">
                    <a:lumMod val="75000"/>
                    <a:lumOff val="25000"/>
                  </a:prstClr>
                </a:solidFill>
              </a:rPr>
              <a:t>하여 새롭게 구축되는 홈페이지에 반영</a:t>
            </a:r>
          </a:p>
        </p:txBody>
      </p:sp>
      <p:grpSp>
        <p:nvGrpSpPr>
          <p:cNvPr id="167" name="그룹 166">
            <a:extLst>
              <a:ext uri="{FF2B5EF4-FFF2-40B4-BE49-F238E27FC236}">
                <a16:creationId xmlns:a16="http://schemas.microsoft.com/office/drawing/2014/main" id="{A0681561-6837-48B8-9578-62511FBAAC5B}"/>
              </a:ext>
            </a:extLst>
          </p:cNvPr>
          <p:cNvGrpSpPr/>
          <p:nvPr/>
        </p:nvGrpSpPr>
        <p:grpSpPr>
          <a:xfrm>
            <a:off x="440668" y="2504728"/>
            <a:ext cx="5976000" cy="184666"/>
            <a:chOff x="4503039" y="5804479"/>
            <a:chExt cx="5976000" cy="184666"/>
          </a:xfrm>
        </p:grpSpPr>
        <p:cxnSp>
          <p:nvCxnSpPr>
            <p:cNvPr id="168" name="직선 연결선 167">
              <a:extLst>
                <a:ext uri="{FF2B5EF4-FFF2-40B4-BE49-F238E27FC236}">
                  <a16:creationId xmlns:a16="http://schemas.microsoft.com/office/drawing/2014/main" id="{E77E4183-42AD-439F-8902-D1607FFFE2BE}"/>
                </a:ext>
              </a:extLst>
            </p:cNvPr>
            <p:cNvCxnSpPr>
              <a:cxnSpLocks/>
            </p:cNvCxnSpPr>
            <p:nvPr/>
          </p:nvCxnSpPr>
          <p:spPr>
            <a:xfrm>
              <a:off x="4503039" y="5948495"/>
              <a:ext cx="5976000" cy="0"/>
            </a:xfrm>
            <a:prstGeom prst="line">
              <a:avLst/>
            </a:prstGeom>
            <a:ln w="12700" cap="flat">
              <a:solidFill>
                <a:srgbClr val="BAC0CE"/>
              </a:solidFill>
              <a:miter lim="800000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id="{655EEBE0-82E6-48D8-831F-E07E4FB4E5E6}"/>
                </a:ext>
              </a:extLst>
            </p:cNvPr>
            <p:cNvSpPr txBox="1"/>
            <p:nvPr/>
          </p:nvSpPr>
          <p:spPr>
            <a:xfrm flipH="1">
              <a:off x="4503039" y="5804479"/>
              <a:ext cx="1186273" cy="18466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</p:spPr>
          <p:txBody>
            <a:bodyPr wrap="none" lIns="0" tIns="0" rIns="108000" bIns="0" rtlCol="0" anchor="b">
              <a:spAutoFit/>
            </a:bodyPr>
            <a:lstStyle/>
            <a:p>
              <a:pPr lvl="0" defTabSz="478031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ko-KR" altLang="en-US" sz="120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분석 대상 및 분야</a:t>
              </a:r>
            </a:p>
          </p:txBody>
        </p:sp>
      </p:grpSp>
      <p:grpSp>
        <p:nvGrpSpPr>
          <p:cNvPr id="202" name="그룹 201">
            <a:extLst>
              <a:ext uri="{FF2B5EF4-FFF2-40B4-BE49-F238E27FC236}">
                <a16:creationId xmlns:a16="http://schemas.microsoft.com/office/drawing/2014/main" id="{9879F3E4-D347-4EDE-BB9E-D2EDE66BF806}"/>
              </a:ext>
            </a:extLst>
          </p:cNvPr>
          <p:cNvGrpSpPr/>
          <p:nvPr/>
        </p:nvGrpSpPr>
        <p:grpSpPr>
          <a:xfrm>
            <a:off x="441332" y="2900804"/>
            <a:ext cx="5976000" cy="288000"/>
            <a:chOff x="549994" y="5899293"/>
            <a:chExt cx="5910310" cy="288000"/>
          </a:xfrm>
        </p:grpSpPr>
        <p:sp>
          <p:nvSpPr>
            <p:cNvPr id="204" name="Line 66">
              <a:extLst>
                <a:ext uri="{FF2B5EF4-FFF2-40B4-BE49-F238E27FC236}">
                  <a16:creationId xmlns:a16="http://schemas.microsoft.com/office/drawing/2014/main" id="{10352BE7-D7CB-49C5-A4E4-663085B842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9994" y="6043293"/>
              <a:ext cx="5910310" cy="0"/>
            </a:xfrm>
            <a:prstGeom prst="line">
              <a:avLst/>
            </a:prstGeom>
            <a:solidFill>
              <a:sysClr val="window" lastClr="FFFFFF"/>
            </a:solidFill>
            <a:ln w="25400" cap="flat" cmpd="sng" algn="ctr">
              <a:solidFill>
                <a:schemeClr val="tx2">
                  <a:lumMod val="60000"/>
                  <a:lumOff val="40000"/>
                </a:schemeClr>
              </a:solidFill>
              <a:prstDash val="solid"/>
            </a:ln>
            <a:effectLst/>
          </p:spPr>
          <p:txBody>
            <a:bodyPr wrap="square" lIns="0" tIns="0" rIns="0" bIns="0" anchor="ctr"/>
            <a:lstStyle/>
            <a:p>
              <a:pPr marL="0" marR="0" lvl="0" indent="-180939" algn="ctr" defTabSz="93565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000" b="0" i="0" u="none" strike="noStrike" kern="0" cap="none" spc="0" normalizeH="0" baseline="0" noProof="0" dirty="0">
                <a:ln w="3175"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</a:endParaRPr>
            </a:p>
          </p:txBody>
        </p:sp>
        <p:sp>
          <p:nvSpPr>
            <p:cNvPr id="205" name="TextBox 204">
              <a:extLst>
                <a:ext uri="{FF2B5EF4-FFF2-40B4-BE49-F238E27FC236}">
                  <a16:creationId xmlns:a16="http://schemas.microsoft.com/office/drawing/2014/main" id="{E8A1AC7C-0E71-4C13-A995-A9E8093C66A6}"/>
                </a:ext>
              </a:extLst>
            </p:cNvPr>
            <p:cNvSpPr txBox="1"/>
            <p:nvPr/>
          </p:nvSpPr>
          <p:spPr bwMode="auto">
            <a:xfrm>
              <a:off x="1668617" y="5899293"/>
              <a:ext cx="3672407" cy="288000"/>
            </a:xfrm>
            <a:prstGeom prst="roundRect">
              <a:avLst>
                <a:gd name="adj" fmla="val 50000"/>
              </a:avLst>
            </a:prstGeom>
            <a:solidFill>
              <a:srgbClr val="44546A"/>
            </a:solidFill>
            <a:ln w="3175" algn="ctr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>
              <a:defPPr>
                <a:defRPr lang="ko-KR"/>
              </a:defPPr>
              <a:lvl1pPr indent="-180939" algn="ctr" defTabSz="935655" fontAlgn="auto" latinLnBrk="0">
                <a:spcBef>
                  <a:spcPts val="0"/>
                </a:spcBef>
                <a:spcAft>
                  <a:spcPts val="0"/>
                </a:spcAft>
                <a:defRPr kumimoji="0" sz="1000" kern="0">
                  <a:solidFill>
                    <a:schemeClr val="bg1"/>
                  </a:solidFill>
                  <a:latin typeface="Rix모던고딕 B" pitchFamily="18" charset="-127"/>
                  <a:ea typeface="Rix모던고딕 B" pitchFamily="18" charset="-127"/>
                </a:defRPr>
              </a:lvl1pPr>
              <a:lvl2pPr marL="509544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itchFamily="50" charset="-127"/>
                  <a:ea typeface="굴림" pitchFamily="50" charset="-127"/>
                </a:defRPr>
              </a:lvl2pPr>
              <a:lvl3pPr marL="1019088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itchFamily="50" charset="-127"/>
                  <a:ea typeface="굴림" pitchFamily="50" charset="-127"/>
                </a:defRPr>
              </a:lvl3pPr>
              <a:lvl4pPr marL="1528632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itchFamily="50" charset="-127"/>
                  <a:ea typeface="굴림" pitchFamily="50" charset="-127"/>
                </a:defRPr>
              </a:lvl4pPr>
              <a:lvl5pPr marL="2038176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itchFamily="50" charset="-127"/>
                  <a:ea typeface="굴림" pitchFamily="50" charset="-127"/>
                </a:defRPr>
              </a:lvl5pPr>
              <a:lvl6pPr marL="2547721" defTabSz="1019088">
                <a:defRPr kumimoji="1">
                  <a:latin typeface="굴림" pitchFamily="50" charset="-127"/>
                  <a:ea typeface="굴림" pitchFamily="50" charset="-127"/>
                </a:defRPr>
              </a:lvl6pPr>
              <a:lvl7pPr marL="3057265" defTabSz="1019088">
                <a:defRPr kumimoji="1">
                  <a:latin typeface="굴림" pitchFamily="50" charset="-127"/>
                  <a:ea typeface="굴림" pitchFamily="50" charset="-127"/>
                </a:defRPr>
              </a:lvl7pPr>
              <a:lvl8pPr marL="3566810" defTabSz="1019088">
                <a:defRPr kumimoji="1">
                  <a:latin typeface="굴림" pitchFamily="50" charset="-127"/>
                  <a:ea typeface="굴림" pitchFamily="50" charset="-127"/>
                </a:defRPr>
              </a:lvl8pPr>
              <a:lvl9pPr marL="4076354" defTabSz="1019088">
                <a:defRPr kumimoji="1">
                  <a:latin typeface="굴림" pitchFamily="50" charset="-127"/>
                  <a:ea typeface="굴림" pitchFamily="50" charset="-127"/>
                </a:defRPr>
              </a:lvl9pPr>
            </a:lstStyle>
            <a:p>
              <a:pPr lvl="0" defTabSz="849143">
                <a:defRPr/>
              </a:pPr>
              <a:r>
                <a:rPr lang="ko-KR" altLang="en-US" sz="1200" kern="1200">
                  <a:solidFill>
                    <a:schemeClr val="bg1">
                      <a:lumMod val="95000"/>
                    </a:schemeClr>
                  </a:solidFill>
                  <a:latin typeface="+mn-ea"/>
                  <a:ea typeface="+mn-ea"/>
                </a:rPr>
                <a:t>분석대상</a:t>
              </a:r>
              <a:r>
                <a:rPr lang="en-US" altLang="ko-KR" sz="1200" kern="1200">
                  <a:solidFill>
                    <a:schemeClr val="bg1">
                      <a:lumMod val="95000"/>
                    </a:schemeClr>
                  </a:solidFill>
                  <a:latin typeface="+mn-ea"/>
                  <a:ea typeface="+mn-ea"/>
                </a:rPr>
                <a:t>: </a:t>
              </a:r>
              <a:r>
                <a:rPr lang="ko-KR" altLang="en-US" sz="1200" kern="1200">
                  <a:solidFill>
                    <a:schemeClr val="bg1">
                      <a:lumMod val="95000"/>
                    </a:schemeClr>
                  </a:solidFill>
                  <a:latin typeface="+mn-ea"/>
                  <a:ea typeface="+mn-ea"/>
                </a:rPr>
                <a:t>현재 운영중인 시스템</a:t>
              </a:r>
            </a:p>
          </p:txBody>
        </p:sp>
        <p:sp>
          <p:nvSpPr>
            <p:cNvPr id="206" name="Line 66">
              <a:extLst>
                <a:ext uri="{FF2B5EF4-FFF2-40B4-BE49-F238E27FC236}">
                  <a16:creationId xmlns:a16="http://schemas.microsoft.com/office/drawing/2014/main" id="{79A957AB-A023-4A3D-B299-3DD07B592D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68617" y="6043293"/>
              <a:ext cx="203645" cy="0"/>
            </a:xfrm>
            <a:prstGeom prst="line">
              <a:avLst/>
            </a:prstGeom>
            <a:noFill/>
            <a:ln w="25400">
              <a:solidFill>
                <a:sysClr val="window" lastClr="FFFFFF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pPr marL="0" marR="0" lvl="0" indent="0" defTabSz="91421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0" cap="none" spc="0" normalizeH="0" baseline="0" noProof="0" dirty="0">
                <a:ln>
                  <a:solidFill>
                    <a:srgbClr val="BBE0E3">
                      <a:alpha val="0"/>
                    </a:srgbClr>
                  </a:solidFill>
                </a:ln>
                <a:solidFill>
                  <a:sysClr val="windowText" lastClr="000000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</a:endParaRPr>
            </a:p>
          </p:txBody>
        </p:sp>
        <p:sp>
          <p:nvSpPr>
            <p:cNvPr id="207" name="Line 66">
              <a:extLst>
                <a:ext uri="{FF2B5EF4-FFF2-40B4-BE49-F238E27FC236}">
                  <a16:creationId xmlns:a16="http://schemas.microsoft.com/office/drawing/2014/main" id="{A8BEB8DE-0A33-467F-B30E-62753BA7DB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37380" y="6043293"/>
              <a:ext cx="203645" cy="0"/>
            </a:xfrm>
            <a:prstGeom prst="line">
              <a:avLst/>
            </a:prstGeom>
            <a:noFill/>
            <a:ln w="25400">
              <a:solidFill>
                <a:sysClr val="window" lastClr="FFFFFF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pPr marL="0" marR="0" lvl="0" indent="0" defTabSz="91421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0" cap="none" spc="0" normalizeH="0" baseline="0" noProof="0" dirty="0">
                <a:ln>
                  <a:solidFill>
                    <a:srgbClr val="BBE0E3">
                      <a:alpha val="0"/>
                    </a:srgbClr>
                  </a:solidFill>
                </a:ln>
                <a:solidFill>
                  <a:sysClr val="windowText" lastClr="000000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</a:endParaRP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6DC4B682-FFD0-4E60-BB32-9CDBA0D66DF5}"/>
              </a:ext>
            </a:extLst>
          </p:cNvPr>
          <p:cNvGrpSpPr/>
          <p:nvPr/>
        </p:nvGrpSpPr>
        <p:grpSpPr>
          <a:xfrm>
            <a:off x="440668" y="7211034"/>
            <a:ext cx="5976664" cy="658290"/>
            <a:chOff x="440668" y="7211034"/>
            <a:chExt cx="5976664" cy="658290"/>
          </a:xfrm>
        </p:grpSpPr>
        <p:sp>
          <p:nvSpPr>
            <p:cNvPr id="127" name="모서리가 둥근 직사각형 126"/>
            <p:cNvSpPr/>
            <p:nvPr/>
          </p:nvSpPr>
          <p:spPr>
            <a:xfrm>
              <a:off x="440668" y="7360179"/>
              <a:ext cx="2988000" cy="360000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95000"/>
              </a:schemeClr>
            </a:solidFill>
            <a:ln w="12700" cap="flat" cmpd="sng" algn="ctr">
              <a:noFill/>
              <a:prstDash val="solid"/>
            </a:ln>
            <a:effectLst/>
          </p:spPr>
          <p:txBody>
            <a:bodyPr lIns="180000" rtlCol="0" anchor="ctr"/>
            <a:lstStyle/>
            <a:p>
              <a:pPr marL="0" marR="0" lvl="0" indent="0" defTabSz="914400" eaLnBrk="1" fontAlgn="base" latinLnBrk="0" hangingPunct="1">
                <a:lnSpc>
                  <a:spcPct val="12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cs"/>
                </a:rPr>
                <a:t>사용자</a:t>
              </a:r>
              <a:r>
                <a:rPr kumimoji="1" lang="en-US" altLang="ko-KR" sz="1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cs"/>
                </a:rPr>
                <a:t>(</a:t>
              </a:r>
              <a:r>
                <a:rPr kumimoji="1" lang="ko-KR" altLang="en-US" sz="1000" kern="0">
                  <a:solidFill>
                    <a:prstClr val="black"/>
                  </a:solidFill>
                  <a:latin typeface="+mn-ea"/>
                </a:rPr>
                <a:t>업무 관련자</a:t>
              </a:r>
              <a:r>
                <a:rPr kumimoji="1" lang="en-US" altLang="ko-KR" sz="1000" kern="0">
                  <a:solidFill>
                    <a:prstClr val="black"/>
                  </a:solidFill>
                  <a:latin typeface="+mn-ea"/>
                </a:rPr>
                <a:t>)</a:t>
              </a:r>
              <a:endParaRPr kumimoji="1" lang="ko-KR" altLang="en-US" sz="1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sp>
          <p:nvSpPr>
            <p:cNvPr id="128" name="모서리가 둥근 직사각형 127"/>
            <p:cNvSpPr/>
            <p:nvPr/>
          </p:nvSpPr>
          <p:spPr>
            <a:xfrm>
              <a:off x="3429332" y="7360179"/>
              <a:ext cx="2988000" cy="360000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95000"/>
              </a:schemeClr>
            </a:solidFill>
            <a:ln w="12700" cap="flat" cmpd="sng" algn="ctr">
              <a:noFill/>
              <a:prstDash val="solid"/>
            </a:ln>
            <a:effectLst/>
          </p:spPr>
          <p:txBody>
            <a:bodyPr rIns="180000" rtlCol="0" anchor="ctr"/>
            <a:lstStyle/>
            <a:p>
              <a:pPr marL="0" marR="0" lvl="0" indent="0" algn="r" defTabSz="914400" eaLnBrk="1" fontAlgn="base" latinLnBrk="0" hangingPunct="1">
                <a:lnSpc>
                  <a:spcPct val="12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>
                  <a:solidFill>
                    <a:prstClr val="black"/>
                  </a:solidFill>
                  <a:latin typeface="+mn-ea"/>
                </a:rPr>
                <a:t>일반 사용자</a:t>
              </a:r>
              <a:r>
                <a:rPr kumimoji="1" lang="en-US" altLang="ko-KR" sz="1000" kern="0">
                  <a:solidFill>
                    <a:prstClr val="black"/>
                  </a:solidFill>
                  <a:latin typeface="+mn-ea"/>
                </a:rPr>
                <a:t> (</a:t>
              </a:r>
              <a:r>
                <a:rPr kumimoji="1" lang="ko-KR" altLang="en-US" sz="1000" kern="0">
                  <a:solidFill>
                    <a:prstClr val="black"/>
                  </a:solidFill>
                  <a:latin typeface="+mn-ea"/>
                </a:rPr>
                <a:t>국민</a:t>
              </a:r>
              <a:r>
                <a:rPr kumimoji="1" lang="en-US" altLang="ko-KR" sz="1000" kern="0">
                  <a:solidFill>
                    <a:prstClr val="black"/>
                  </a:solidFill>
                  <a:latin typeface="+mn-ea"/>
                </a:rPr>
                <a:t>)</a:t>
              </a:r>
              <a:endParaRPr kumimoji="1" lang="en-US" altLang="ko-KR" sz="1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sp>
          <p:nvSpPr>
            <p:cNvPr id="217" name="오른쪽 화살표 104">
              <a:extLst>
                <a:ext uri="{FF2B5EF4-FFF2-40B4-BE49-F238E27FC236}">
                  <a16:creationId xmlns:a16="http://schemas.microsoft.com/office/drawing/2014/main" id="{69C9E098-1947-4BA9-B1FA-FA8F287B3C8E}"/>
                </a:ext>
              </a:extLst>
            </p:cNvPr>
            <p:cNvSpPr/>
            <p:nvPr/>
          </p:nvSpPr>
          <p:spPr>
            <a:xfrm>
              <a:off x="2249416" y="7360179"/>
              <a:ext cx="2359169" cy="360000"/>
            </a:xfrm>
            <a:prstGeom prst="leftRightArrow">
              <a:avLst/>
            </a:prstGeom>
            <a:gradFill flip="none" rotWithShape="1">
              <a:gsLst>
                <a:gs pos="0">
                  <a:srgbClr val="0058A0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pc="-5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endParaRPr>
            </a:p>
          </p:txBody>
        </p:sp>
        <p:grpSp>
          <p:nvGrpSpPr>
            <p:cNvPr id="218" name="그룹 217">
              <a:extLst>
                <a:ext uri="{FF2B5EF4-FFF2-40B4-BE49-F238E27FC236}">
                  <a16:creationId xmlns:a16="http://schemas.microsoft.com/office/drawing/2014/main" id="{F3D23777-C4F3-4A4F-80ED-7D7949DE8EE2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078518" y="7211034"/>
              <a:ext cx="686376" cy="658290"/>
              <a:chOff x="1363462" y="8013913"/>
              <a:chExt cx="798165" cy="798165"/>
            </a:xfrm>
          </p:grpSpPr>
          <p:grpSp>
            <p:nvGrpSpPr>
              <p:cNvPr id="219" name="그룹 218">
                <a:extLst>
                  <a:ext uri="{FF2B5EF4-FFF2-40B4-BE49-F238E27FC236}">
                    <a16:creationId xmlns:a16="http://schemas.microsoft.com/office/drawing/2014/main" id="{AE087EF8-F33B-4FCA-BB23-40F344B3DF54}"/>
                  </a:ext>
                </a:extLst>
              </p:cNvPr>
              <p:cNvGrpSpPr/>
              <p:nvPr/>
            </p:nvGrpSpPr>
            <p:grpSpPr>
              <a:xfrm>
                <a:off x="1363462" y="8013913"/>
                <a:ext cx="798165" cy="798165"/>
                <a:chOff x="2995339" y="7974534"/>
                <a:chExt cx="798165" cy="798165"/>
              </a:xfrm>
            </p:grpSpPr>
            <p:sp>
              <p:nvSpPr>
                <p:cNvPr id="221" name="타원 220">
                  <a:extLst>
                    <a:ext uri="{FF2B5EF4-FFF2-40B4-BE49-F238E27FC236}">
                      <a16:creationId xmlns:a16="http://schemas.microsoft.com/office/drawing/2014/main" id="{23EE7B52-F064-4A25-B386-9C82F39F39EF}"/>
                    </a:ext>
                  </a:extLst>
                </p:cNvPr>
                <p:cNvSpPr/>
                <p:nvPr/>
              </p:nvSpPr>
              <p:spPr bwMode="auto">
                <a:xfrm>
                  <a:off x="2995339" y="7974534"/>
                  <a:ext cx="798165" cy="798165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0058A0"/>
                    </a:gs>
                    <a:gs pos="100000">
                      <a:schemeClr val="accent1">
                        <a:lumMod val="60000"/>
                        <a:lumOff val="40000"/>
                      </a:schemeClr>
                    </a:gs>
                  </a:gsLst>
                  <a:lin ang="13500000" scaled="1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0" cap="none" spc="-5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마켓 산스 Medium" panose="02000000000000000000" pitchFamily="50" charset="-127"/>
                    <a:ea typeface="G마켓 산스 Medium" panose="02000000000000000000" pitchFamily="50" charset="-127"/>
                  </a:endParaRPr>
                </a:p>
              </p:txBody>
            </p:sp>
            <p:sp>
              <p:nvSpPr>
                <p:cNvPr id="222" name="타원 221">
                  <a:extLst>
                    <a:ext uri="{FF2B5EF4-FFF2-40B4-BE49-F238E27FC236}">
                      <a16:creationId xmlns:a16="http://schemas.microsoft.com/office/drawing/2014/main" id="{84425015-D74E-45CC-B898-85E5152CEA5E}"/>
                    </a:ext>
                  </a:extLst>
                </p:cNvPr>
                <p:cNvSpPr/>
                <p:nvPr/>
              </p:nvSpPr>
              <p:spPr>
                <a:xfrm rot="10800000">
                  <a:off x="3026503" y="8005214"/>
                  <a:ext cx="736806" cy="736803"/>
                </a:xfrm>
                <a:prstGeom prst="ellipse">
                  <a:avLst/>
                </a:prstGeom>
                <a:solidFill>
                  <a:sysClr val="window" lastClr="FFFFFF"/>
                </a:solidFill>
                <a:ln w="25400" cap="flat" cmpd="sng" algn="ctr">
                  <a:noFill/>
                  <a:prstDash val="solid"/>
                </a:ln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4572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G마켓 산스 Medium" panose="02000000000000000000" pitchFamily="50" charset="-127"/>
                    <a:ea typeface="G마켓 산스 Medium" panose="02000000000000000000" pitchFamily="50" charset="-127"/>
                  </a:endParaRPr>
                </a:p>
              </p:txBody>
            </p:sp>
          </p:grpSp>
          <p:sp>
            <p:nvSpPr>
              <p:cNvPr id="220" name="직사각형 219">
                <a:extLst>
                  <a:ext uri="{FF2B5EF4-FFF2-40B4-BE49-F238E27FC236}">
                    <a16:creationId xmlns:a16="http://schemas.microsoft.com/office/drawing/2014/main" id="{6FF3CAFB-A296-445B-B630-0AB6BBC60303}"/>
                  </a:ext>
                </a:extLst>
              </p:cNvPr>
              <p:cNvSpPr/>
              <p:nvPr/>
            </p:nvSpPr>
            <p:spPr>
              <a:xfrm>
                <a:off x="1547680" y="8192201"/>
                <a:ext cx="425011" cy="441588"/>
              </a:xfrm>
              <a:prstGeom prst="rect">
                <a:avLst/>
              </a:prstGeom>
              <a:noFill/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wrap="none" lIns="0" tIns="0" rIns="0" bIns="0" rtlCol="0" anchor="ctr">
                <a:spAutoFit/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/>
              <a:p>
                <a:pPr lvl="0" indent="-180948" algn="ctr">
                  <a:spcAft>
                    <a:spcPts val="240"/>
                  </a:spcAft>
                  <a:defRPr/>
                </a:pPr>
                <a:r>
                  <a:rPr lang="ko-KR" altLang="en-US" sz="1100" kern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 SemiBold" panose="02000703000000020004" pitchFamily="50" charset="-127"/>
                    <a:ea typeface="Pretendard SemiBold" panose="02000703000000020004" pitchFamily="50" charset="-127"/>
                  </a:rPr>
                  <a:t>사용자</a:t>
                </a:r>
                <a:endParaRPr lang="en-US" altLang="ko-KR" sz="1100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</a:endParaRPr>
              </a:p>
              <a:p>
                <a:pPr lvl="0" indent="-180948" algn="ctr">
                  <a:spcAft>
                    <a:spcPts val="240"/>
                  </a:spcAft>
                  <a:defRPr/>
                </a:pPr>
                <a:r>
                  <a:rPr lang="ko-KR" altLang="en-US" sz="1100" kern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 SemiBold" panose="02000703000000020004" pitchFamily="50" charset="-127"/>
                    <a:ea typeface="Pretendard SemiBold" panose="02000703000000020004" pitchFamily="50" charset="-127"/>
                  </a:rPr>
                  <a:t>구분</a:t>
                </a:r>
              </a:p>
            </p:txBody>
          </p:sp>
        </p:grpSp>
        <p:grpSp>
          <p:nvGrpSpPr>
            <p:cNvPr id="323" name="그룹 322">
              <a:extLst>
                <a:ext uri="{FF2B5EF4-FFF2-40B4-BE49-F238E27FC236}">
                  <a16:creationId xmlns:a16="http://schemas.microsoft.com/office/drawing/2014/main" id="{1566ED6D-F41E-4E76-90BB-63D5B8F58455}"/>
                </a:ext>
              </a:extLst>
            </p:cNvPr>
            <p:cNvGrpSpPr/>
            <p:nvPr/>
          </p:nvGrpSpPr>
          <p:grpSpPr>
            <a:xfrm>
              <a:off x="1702276" y="7312796"/>
              <a:ext cx="437111" cy="454767"/>
              <a:chOff x="2180016" y="1954460"/>
              <a:chExt cx="528904" cy="550268"/>
            </a:xfrm>
          </p:grpSpPr>
          <p:grpSp>
            <p:nvGrpSpPr>
              <p:cNvPr id="324" name="그룹 323">
                <a:extLst>
                  <a:ext uri="{FF2B5EF4-FFF2-40B4-BE49-F238E27FC236}">
                    <a16:creationId xmlns:a16="http://schemas.microsoft.com/office/drawing/2014/main" id="{39F9191A-E30F-4AEF-8DC9-6F69E4BFCC3D}"/>
                  </a:ext>
                </a:extLst>
              </p:cNvPr>
              <p:cNvGrpSpPr/>
              <p:nvPr/>
            </p:nvGrpSpPr>
            <p:grpSpPr>
              <a:xfrm>
                <a:off x="2180016" y="1954460"/>
                <a:ext cx="418093" cy="550268"/>
                <a:chOff x="2509503" y="8660697"/>
                <a:chExt cx="418093" cy="550268"/>
              </a:xfrm>
            </p:grpSpPr>
            <p:sp>
              <p:nvSpPr>
                <p:cNvPr id="331" name="자유형: 도형 330">
                  <a:extLst>
                    <a:ext uri="{FF2B5EF4-FFF2-40B4-BE49-F238E27FC236}">
                      <a16:creationId xmlns:a16="http://schemas.microsoft.com/office/drawing/2014/main" id="{19609B17-F4F8-47A7-9E33-4E2405175FE9}"/>
                    </a:ext>
                  </a:extLst>
                </p:cNvPr>
                <p:cNvSpPr/>
                <p:nvPr/>
              </p:nvSpPr>
              <p:spPr>
                <a:xfrm>
                  <a:off x="2512911" y="9057198"/>
                  <a:ext cx="408565" cy="151725"/>
                </a:xfrm>
                <a:custGeom>
                  <a:avLst/>
                  <a:gdLst>
                    <a:gd name="connsiteX0" fmla="*/ 518 w 408565"/>
                    <a:gd name="connsiteY0" fmla="*/ 151726 h 151725"/>
                    <a:gd name="connsiteX1" fmla="*/ 111576 w 408565"/>
                    <a:gd name="connsiteY1" fmla="*/ 22516 h 151725"/>
                    <a:gd name="connsiteX2" fmla="*/ 165339 w 408565"/>
                    <a:gd name="connsiteY2" fmla="*/ 22516 h 151725"/>
                    <a:gd name="connsiteX3" fmla="*/ 165339 w 408565"/>
                    <a:gd name="connsiteY3" fmla="*/ 0 h 151725"/>
                    <a:gd name="connsiteX4" fmla="*/ 241454 w 408565"/>
                    <a:gd name="connsiteY4" fmla="*/ 1648 h 151725"/>
                    <a:gd name="connsiteX5" fmla="*/ 242663 w 408565"/>
                    <a:gd name="connsiteY5" fmla="*/ 22516 h 151725"/>
                    <a:gd name="connsiteX6" fmla="*/ 305488 w 408565"/>
                    <a:gd name="connsiteY6" fmla="*/ 22516 h 151725"/>
                    <a:gd name="connsiteX7" fmla="*/ 408277 w 408565"/>
                    <a:gd name="connsiteY7" fmla="*/ 151726 h 151725"/>
                    <a:gd name="connsiteX8" fmla="*/ 518 w 408565"/>
                    <a:gd name="connsiteY8" fmla="*/ 151726 h 1517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08565" h="151725">
                      <a:moveTo>
                        <a:pt x="518" y="151726"/>
                      </a:moveTo>
                      <a:cubicBezTo>
                        <a:pt x="518" y="151726"/>
                        <a:pt x="-14068" y="35484"/>
                        <a:pt x="111576" y="22516"/>
                      </a:cubicBezTo>
                      <a:cubicBezTo>
                        <a:pt x="111576" y="22516"/>
                        <a:pt x="165339" y="22516"/>
                        <a:pt x="165339" y="22516"/>
                      </a:cubicBezTo>
                      <a:cubicBezTo>
                        <a:pt x="165339" y="22516"/>
                        <a:pt x="165339" y="0"/>
                        <a:pt x="165339" y="0"/>
                      </a:cubicBezTo>
                      <a:cubicBezTo>
                        <a:pt x="165339" y="0"/>
                        <a:pt x="203159" y="14768"/>
                        <a:pt x="241454" y="1648"/>
                      </a:cubicBezTo>
                      <a:cubicBezTo>
                        <a:pt x="241454" y="1648"/>
                        <a:pt x="242663" y="22516"/>
                        <a:pt x="242663" y="22516"/>
                      </a:cubicBezTo>
                      <a:cubicBezTo>
                        <a:pt x="242663" y="22516"/>
                        <a:pt x="305488" y="22516"/>
                        <a:pt x="305488" y="22516"/>
                      </a:cubicBezTo>
                      <a:cubicBezTo>
                        <a:pt x="305488" y="22516"/>
                        <a:pt x="414894" y="32445"/>
                        <a:pt x="408277" y="151726"/>
                      </a:cubicBezTo>
                      <a:cubicBezTo>
                        <a:pt x="408277" y="151726"/>
                        <a:pt x="518" y="151726"/>
                        <a:pt x="518" y="15172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41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332" name="자유형: 도형 331">
                  <a:extLst>
                    <a:ext uri="{FF2B5EF4-FFF2-40B4-BE49-F238E27FC236}">
                      <a16:creationId xmlns:a16="http://schemas.microsoft.com/office/drawing/2014/main" id="{F3DD7254-83E5-4767-B5D7-164595910A0A}"/>
                    </a:ext>
                  </a:extLst>
                </p:cNvPr>
                <p:cNvSpPr/>
                <p:nvPr/>
              </p:nvSpPr>
              <p:spPr>
                <a:xfrm>
                  <a:off x="2509503" y="9076419"/>
                  <a:ext cx="418093" cy="134546"/>
                </a:xfrm>
                <a:custGeom>
                  <a:avLst/>
                  <a:gdLst>
                    <a:gd name="connsiteX0" fmla="*/ 410639 w 418093"/>
                    <a:gd name="connsiteY0" fmla="*/ 134547 h 134546"/>
                    <a:gd name="connsiteX1" fmla="*/ 410639 w 418093"/>
                    <a:gd name="connsiteY1" fmla="*/ 134547 h 134546"/>
                    <a:gd name="connsiteX2" fmla="*/ 7812 w 418093"/>
                    <a:gd name="connsiteY2" fmla="*/ 134547 h 134546"/>
                    <a:gd name="connsiteX3" fmla="*/ 7812 w 418093"/>
                    <a:gd name="connsiteY3" fmla="*/ 134547 h 134546"/>
                    <a:gd name="connsiteX4" fmla="*/ 0 w 418093"/>
                    <a:gd name="connsiteY4" fmla="*/ 134547 h 134546"/>
                    <a:gd name="connsiteX5" fmla="*/ 1950 w 418093"/>
                    <a:gd name="connsiteY5" fmla="*/ 104261 h 134546"/>
                    <a:gd name="connsiteX6" fmla="*/ 115655 w 418093"/>
                    <a:gd name="connsiteY6" fmla="*/ 0 h 134546"/>
                    <a:gd name="connsiteX7" fmla="*/ 168747 w 418093"/>
                    <a:gd name="connsiteY7" fmla="*/ 0 h 134546"/>
                    <a:gd name="connsiteX8" fmla="*/ 168747 w 418093"/>
                    <a:gd name="connsiteY8" fmla="*/ 6041 h 134546"/>
                    <a:gd name="connsiteX9" fmla="*/ 119216 w 418093"/>
                    <a:gd name="connsiteY9" fmla="*/ 6041 h 134546"/>
                    <a:gd name="connsiteX10" fmla="*/ 9627 w 418093"/>
                    <a:gd name="connsiteY10" fmla="*/ 106398 h 134546"/>
                    <a:gd name="connsiteX11" fmla="*/ 8273 w 418093"/>
                    <a:gd name="connsiteY11" fmla="*/ 127408 h 134546"/>
                    <a:gd name="connsiteX12" fmla="*/ 409575 w 418093"/>
                    <a:gd name="connsiteY12" fmla="*/ 127408 h 134546"/>
                    <a:gd name="connsiteX13" fmla="*/ 408824 w 418093"/>
                    <a:gd name="connsiteY13" fmla="*/ 106398 h 134546"/>
                    <a:gd name="connsiteX14" fmla="*/ 299236 w 418093"/>
                    <a:gd name="connsiteY14" fmla="*/ 6041 h 134546"/>
                    <a:gd name="connsiteX15" fmla="*/ 249090 w 418093"/>
                    <a:gd name="connsiteY15" fmla="*/ 6041 h 134546"/>
                    <a:gd name="connsiteX16" fmla="*/ 249090 w 418093"/>
                    <a:gd name="connsiteY16" fmla="*/ 0 h 134546"/>
                    <a:gd name="connsiteX17" fmla="*/ 302438 w 418093"/>
                    <a:gd name="connsiteY17" fmla="*/ 0 h 134546"/>
                    <a:gd name="connsiteX18" fmla="*/ 416143 w 418093"/>
                    <a:gd name="connsiteY18" fmla="*/ 104261 h 134546"/>
                    <a:gd name="connsiteX19" fmla="*/ 418093 w 418093"/>
                    <a:gd name="connsiteY19" fmla="*/ 134547 h 134546"/>
                    <a:gd name="connsiteX20" fmla="*/ 410639 w 418093"/>
                    <a:gd name="connsiteY20" fmla="*/ 134547 h 13454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418093" h="134546">
                      <a:moveTo>
                        <a:pt x="410639" y="134547"/>
                      </a:moveTo>
                      <a:cubicBezTo>
                        <a:pt x="410639" y="134547"/>
                        <a:pt x="410639" y="134547"/>
                        <a:pt x="410639" y="134547"/>
                      </a:cubicBezTo>
                      <a:cubicBezTo>
                        <a:pt x="410639" y="134547"/>
                        <a:pt x="7812" y="134547"/>
                        <a:pt x="7812" y="134547"/>
                      </a:cubicBezTo>
                      <a:cubicBezTo>
                        <a:pt x="7812" y="134547"/>
                        <a:pt x="7812" y="134547"/>
                        <a:pt x="7812" y="134547"/>
                      </a:cubicBezTo>
                      <a:cubicBezTo>
                        <a:pt x="7812" y="134547"/>
                        <a:pt x="0" y="134547"/>
                        <a:pt x="0" y="134547"/>
                      </a:cubicBezTo>
                      <a:cubicBezTo>
                        <a:pt x="0" y="134547"/>
                        <a:pt x="1950" y="104261"/>
                        <a:pt x="1950" y="104261"/>
                      </a:cubicBezTo>
                      <a:cubicBezTo>
                        <a:pt x="5758" y="45128"/>
                        <a:pt x="57007" y="0"/>
                        <a:pt x="115655" y="0"/>
                      </a:cubicBezTo>
                      <a:cubicBezTo>
                        <a:pt x="115655" y="0"/>
                        <a:pt x="168747" y="0"/>
                        <a:pt x="168747" y="0"/>
                      </a:cubicBezTo>
                      <a:cubicBezTo>
                        <a:pt x="168747" y="0"/>
                        <a:pt x="168747" y="6041"/>
                        <a:pt x="168747" y="6041"/>
                      </a:cubicBezTo>
                      <a:cubicBezTo>
                        <a:pt x="168747" y="6041"/>
                        <a:pt x="119216" y="6041"/>
                        <a:pt x="119216" y="6041"/>
                      </a:cubicBezTo>
                      <a:cubicBezTo>
                        <a:pt x="62691" y="6041"/>
                        <a:pt x="13297" y="49479"/>
                        <a:pt x="9627" y="106398"/>
                      </a:cubicBezTo>
                      <a:cubicBezTo>
                        <a:pt x="9627" y="106398"/>
                        <a:pt x="8273" y="127408"/>
                        <a:pt x="8273" y="127408"/>
                      </a:cubicBezTo>
                      <a:cubicBezTo>
                        <a:pt x="8273" y="127408"/>
                        <a:pt x="409575" y="127408"/>
                        <a:pt x="409575" y="127408"/>
                      </a:cubicBezTo>
                      <a:cubicBezTo>
                        <a:pt x="409575" y="127408"/>
                        <a:pt x="408824" y="106398"/>
                        <a:pt x="408824" y="106398"/>
                      </a:cubicBezTo>
                      <a:cubicBezTo>
                        <a:pt x="405155" y="49479"/>
                        <a:pt x="355761" y="6041"/>
                        <a:pt x="299236" y="6041"/>
                      </a:cubicBezTo>
                      <a:cubicBezTo>
                        <a:pt x="299236" y="6041"/>
                        <a:pt x="249090" y="6041"/>
                        <a:pt x="249090" y="6041"/>
                      </a:cubicBezTo>
                      <a:cubicBezTo>
                        <a:pt x="249090" y="6041"/>
                        <a:pt x="249090" y="0"/>
                        <a:pt x="249090" y="0"/>
                      </a:cubicBezTo>
                      <a:cubicBezTo>
                        <a:pt x="249090" y="0"/>
                        <a:pt x="302438" y="0"/>
                        <a:pt x="302438" y="0"/>
                      </a:cubicBezTo>
                      <a:cubicBezTo>
                        <a:pt x="361086" y="0"/>
                        <a:pt x="412336" y="45128"/>
                        <a:pt x="416143" y="104261"/>
                      </a:cubicBezTo>
                      <a:cubicBezTo>
                        <a:pt x="416143" y="104261"/>
                        <a:pt x="418093" y="134547"/>
                        <a:pt x="418093" y="134547"/>
                      </a:cubicBezTo>
                      <a:cubicBezTo>
                        <a:pt x="418093" y="134547"/>
                        <a:pt x="410639" y="134547"/>
                        <a:pt x="410639" y="134547"/>
                      </a:cubicBezTo>
                      <a:close/>
                    </a:path>
                  </a:pathLst>
                </a:custGeom>
                <a:solidFill>
                  <a:srgbClr val="3B434F"/>
                </a:solidFill>
                <a:ln w="141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333" name="자유형: 도형 332">
                  <a:extLst>
                    <a:ext uri="{FF2B5EF4-FFF2-40B4-BE49-F238E27FC236}">
                      <a16:creationId xmlns:a16="http://schemas.microsoft.com/office/drawing/2014/main" id="{20DA6962-CE52-4704-B8D3-3F4F73188408}"/>
                    </a:ext>
                  </a:extLst>
                </p:cNvPr>
                <p:cNvSpPr/>
                <p:nvPr/>
              </p:nvSpPr>
              <p:spPr>
                <a:xfrm>
                  <a:off x="2675834" y="9052479"/>
                  <a:ext cx="82759" cy="73914"/>
                </a:xfrm>
                <a:custGeom>
                  <a:avLst/>
                  <a:gdLst>
                    <a:gd name="connsiteX0" fmla="*/ 6645 w 82759"/>
                    <a:gd name="connsiteY0" fmla="*/ 2178 h 73914"/>
                    <a:gd name="connsiteX1" fmla="*/ 6645 w 82759"/>
                    <a:gd name="connsiteY1" fmla="*/ 36049 h 73914"/>
                    <a:gd name="connsiteX2" fmla="*/ 41682 w 82759"/>
                    <a:gd name="connsiteY2" fmla="*/ 67874 h 73914"/>
                    <a:gd name="connsiteX3" fmla="*/ 76719 w 82759"/>
                    <a:gd name="connsiteY3" fmla="*/ 36049 h 73914"/>
                    <a:gd name="connsiteX4" fmla="*/ 76719 w 82759"/>
                    <a:gd name="connsiteY4" fmla="*/ 2877 h 73914"/>
                    <a:gd name="connsiteX5" fmla="*/ 82760 w 82759"/>
                    <a:gd name="connsiteY5" fmla="*/ 1043 h 73914"/>
                    <a:gd name="connsiteX6" fmla="*/ 82760 w 82759"/>
                    <a:gd name="connsiteY6" fmla="*/ 36280 h 73914"/>
                    <a:gd name="connsiteX7" fmla="*/ 41380 w 82759"/>
                    <a:gd name="connsiteY7" fmla="*/ 73915 h 73914"/>
                    <a:gd name="connsiteX8" fmla="*/ 0 w 82759"/>
                    <a:gd name="connsiteY8" fmla="*/ 36280 h 73914"/>
                    <a:gd name="connsiteX9" fmla="*/ 0 w 82759"/>
                    <a:gd name="connsiteY9" fmla="*/ 0 h 73914"/>
                    <a:gd name="connsiteX10" fmla="*/ 6645 w 82759"/>
                    <a:gd name="connsiteY10" fmla="*/ 2178 h 739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82759" h="73914">
                      <a:moveTo>
                        <a:pt x="6645" y="2178"/>
                      </a:moveTo>
                      <a:cubicBezTo>
                        <a:pt x="6645" y="2178"/>
                        <a:pt x="6645" y="36049"/>
                        <a:pt x="6645" y="36049"/>
                      </a:cubicBezTo>
                      <a:cubicBezTo>
                        <a:pt x="6645" y="53625"/>
                        <a:pt x="22332" y="67874"/>
                        <a:pt x="41682" y="67874"/>
                      </a:cubicBezTo>
                      <a:cubicBezTo>
                        <a:pt x="61032" y="67874"/>
                        <a:pt x="76719" y="53625"/>
                        <a:pt x="76719" y="36049"/>
                      </a:cubicBezTo>
                      <a:cubicBezTo>
                        <a:pt x="76719" y="36049"/>
                        <a:pt x="76719" y="2877"/>
                        <a:pt x="76719" y="2877"/>
                      </a:cubicBezTo>
                      <a:cubicBezTo>
                        <a:pt x="78752" y="2314"/>
                        <a:pt x="80767" y="1703"/>
                        <a:pt x="82760" y="1043"/>
                      </a:cubicBezTo>
                      <a:cubicBezTo>
                        <a:pt x="82760" y="1043"/>
                        <a:pt x="82760" y="36280"/>
                        <a:pt x="82760" y="36280"/>
                      </a:cubicBezTo>
                      <a:cubicBezTo>
                        <a:pt x="82760" y="57065"/>
                        <a:pt x="64234" y="73915"/>
                        <a:pt x="41380" y="73915"/>
                      </a:cubicBezTo>
                      <a:cubicBezTo>
                        <a:pt x="18526" y="73915"/>
                        <a:pt x="0" y="57065"/>
                        <a:pt x="0" y="36280"/>
                      </a:cubicBezTo>
                      <a:cubicBezTo>
                        <a:pt x="0" y="36280"/>
                        <a:pt x="0" y="0"/>
                        <a:pt x="0" y="0"/>
                      </a:cubicBezTo>
                      <a:cubicBezTo>
                        <a:pt x="2189" y="787"/>
                        <a:pt x="4405" y="1510"/>
                        <a:pt x="6645" y="2178"/>
                      </a:cubicBezTo>
                      <a:close/>
                    </a:path>
                  </a:pathLst>
                </a:custGeom>
                <a:solidFill>
                  <a:srgbClr val="3B434F"/>
                </a:solidFill>
                <a:ln w="141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334" name="자유형: 도형 333">
                  <a:extLst>
                    <a:ext uri="{FF2B5EF4-FFF2-40B4-BE49-F238E27FC236}">
                      <a16:creationId xmlns:a16="http://schemas.microsoft.com/office/drawing/2014/main" id="{F3DEE244-9297-422C-9BE8-49D6CDF87AA7}"/>
                    </a:ext>
                  </a:extLst>
                </p:cNvPr>
                <p:cNvSpPr/>
                <p:nvPr/>
              </p:nvSpPr>
              <p:spPr>
                <a:xfrm>
                  <a:off x="2801926" y="9122044"/>
                  <a:ext cx="24626" cy="61330"/>
                </a:xfrm>
                <a:custGeom>
                  <a:avLst/>
                  <a:gdLst>
                    <a:gd name="connsiteX0" fmla="*/ 24004 w 24626"/>
                    <a:gd name="connsiteY0" fmla="*/ 27015 h 61330"/>
                    <a:gd name="connsiteX1" fmla="*/ 6894 w 24626"/>
                    <a:gd name="connsiteY1" fmla="*/ 59459 h 61330"/>
                    <a:gd name="connsiteX2" fmla="*/ 2058 w 24626"/>
                    <a:gd name="connsiteY2" fmla="*/ 61006 h 61330"/>
                    <a:gd name="connsiteX3" fmla="*/ 357 w 24626"/>
                    <a:gd name="connsiteY3" fmla="*/ 56610 h 61330"/>
                    <a:gd name="connsiteX4" fmla="*/ 16883 w 24626"/>
                    <a:gd name="connsiteY4" fmla="*/ 25275 h 61330"/>
                    <a:gd name="connsiteX5" fmla="*/ 3970 w 24626"/>
                    <a:gd name="connsiteY5" fmla="*/ 4943 h 61330"/>
                    <a:gd name="connsiteX6" fmla="*/ 5297 w 24626"/>
                    <a:gd name="connsiteY6" fmla="*/ 442 h 61330"/>
                    <a:gd name="connsiteX7" fmla="*/ 10248 w 24626"/>
                    <a:gd name="connsiteY7" fmla="*/ 1648 h 61330"/>
                    <a:gd name="connsiteX8" fmla="*/ 24142 w 24626"/>
                    <a:gd name="connsiteY8" fmla="*/ 23525 h 61330"/>
                    <a:gd name="connsiteX9" fmla="*/ 24004 w 24626"/>
                    <a:gd name="connsiteY9" fmla="*/ 27015 h 613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24626" h="61330">
                      <a:moveTo>
                        <a:pt x="24004" y="27015"/>
                      </a:moveTo>
                      <a:cubicBezTo>
                        <a:pt x="24004" y="27015"/>
                        <a:pt x="6894" y="59459"/>
                        <a:pt x="6894" y="59459"/>
                      </a:cubicBezTo>
                      <a:cubicBezTo>
                        <a:pt x="6028" y="61100"/>
                        <a:pt x="3863" y="61792"/>
                        <a:pt x="2058" y="61006"/>
                      </a:cubicBezTo>
                      <a:cubicBezTo>
                        <a:pt x="253" y="60219"/>
                        <a:pt x="-508" y="58251"/>
                        <a:pt x="357" y="56610"/>
                      </a:cubicBezTo>
                      <a:cubicBezTo>
                        <a:pt x="357" y="56610"/>
                        <a:pt x="16883" y="25275"/>
                        <a:pt x="16883" y="25275"/>
                      </a:cubicBezTo>
                      <a:cubicBezTo>
                        <a:pt x="16883" y="25275"/>
                        <a:pt x="3970" y="4943"/>
                        <a:pt x="3970" y="4943"/>
                      </a:cubicBezTo>
                      <a:cubicBezTo>
                        <a:pt x="2969" y="3367"/>
                        <a:pt x="3563" y="1352"/>
                        <a:pt x="5297" y="442"/>
                      </a:cubicBezTo>
                      <a:cubicBezTo>
                        <a:pt x="7030" y="-468"/>
                        <a:pt x="9247" y="72"/>
                        <a:pt x="10248" y="1648"/>
                      </a:cubicBezTo>
                      <a:cubicBezTo>
                        <a:pt x="10248" y="1648"/>
                        <a:pt x="24142" y="23525"/>
                        <a:pt x="24142" y="23525"/>
                      </a:cubicBezTo>
                      <a:cubicBezTo>
                        <a:pt x="24858" y="24653"/>
                        <a:pt x="24754" y="26003"/>
                        <a:pt x="24004" y="27015"/>
                      </a:cubicBezTo>
                      <a:close/>
                    </a:path>
                  </a:pathLst>
                </a:custGeom>
                <a:solidFill>
                  <a:srgbClr val="3B434F"/>
                </a:solidFill>
                <a:ln w="141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335" name="자유형: 도형 334">
                  <a:extLst>
                    <a:ext uri="{FF2B5EF4-FFF2-40B4-BE49-F238E27FC236}">
                      <a16:creationId xmlns:a16="http://schemas.microsoft.com/office/drawing/2014/main" id="{4A1F84D4-78D3-4E0E-9A7B-D9A4E6E82108}"/>
                    </a:ext>
                  </a:extLst>
                </p:cNvPr>
                <p:cNvSpPr/>
                <p:nvPr/>
              </p:nvSpPr>
              <p:spPr>
                <a:xfrm>
                  <a:off x="2608177" y="9121993"/>
                  <a:ext cx="24758" cy="61518"/>
                </a:xfrm>
                <a:custGeom>
                  <a:avLst/>
                  <a:gdLst>
                    <a:gd name="connsiteX0" fmla="*/ 625 w 24758"/>
                    <a:gd name="connsiteY0" fmla="*/ 27098 h 61518"/>
                    <a:gd name="connsiteX1" fmla="*/ 17828 w 24758"/>
                    <a:gd name="connsiteY1" fmla="*/ 59642 h 61518"/>
                    <a:gd name="connsiteX2" fmla="*/ 22689 w 24758"/>
                    <a:gd name="connsiteY2" fmla="*/ 61193 h 61518"/>
                    <a:gd name="connsiteX3" fmla="*/ 24400 w 24758"/>
                    <a:gd name="connsiteY3" fmla="*/ 56784 h 61518"/>
                    <a:gd name="connsiteX4" fmla="*/ 7785 w 24758"/>
                    <a:gd name="connsiteY4" fmla="*/ 25353 h 61518"/>
                    <a:gd name="connsiteX5" fmla="*/ 20767 w 24758"/>
                    <a:gd name="connsiteY5" fmla="*/ 4958 h 61518"/>
                    <a:gd name="connsiteX6" fmla="*/ 19433 w 24758"/>
                    <a:gd name="connsiteY6" fmla="*/ 443 h 61518"/>
                    <a:gd name="connsiteX7" fmla="*/ 14456 w 24758"/>
                    <a:gd name="connsiteY7" fmla="*/ 1653 h 61518"/>
                    <a:gd name="connsiteX8" fmla="*/ 487 w 24758"/>
                    <a:gd name="connsiteY8" fmla="*/ 23598 h 61518"/>
                    <a:gd name="connsiteX9" fmla="*/ 625 w 24758"/>
                    <a:gd name="connsiteY9" fmla="*/ 27098 h 615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24758" h="61518">
                      <a:moveTo>
                        <a:pt x="625" y="27098"/>
                      </a:moveTo>
                      <a:cubicBezTo>
                        <a:pt x="625" y="27098"/>
                        <a:pt x="17828" y="59642"/>
                        <a:pt x="17828" y="59642"/>
                      </a:cubicBezTo>
                      <a:cubicBezTo>
                        <a:pt x="18698" y="61288"/>
                        <a:pt x="20874" y="61982"/>
                        <a:pt x="22689" y="61193"/>
                      </a:cubicBezTo>
                      <a:cubicBezTo>
                        <a:pt x="24504" y="60404"/>
                        <a:pt x="25270" y="58430"/>
                        <a:pt x="24400" y="56784"/>
                      </a:cubicBezTo>
                      <a:cubicBezTo>
                        <a:pt x="24400" y="56784"/>
                        <a:pt x="7785" y="25353"/>
                        <a:pt x="7785" y="25353"/>
                      </a:cubicBezTo>
                      <a:cubicBezTo>
                        <a:pt x="7785" y="25353"/>
                        <a:pt x="20767" y="4958"/>
                        <a:pt x="20767" y="4958"/>
                      </a:cubicBezTo>
                      <a:cubicBezTo>
                        <a:pt x="21773" y="3377"/>
                        <a:pt x="21176" y="1356"/>
                        <a:pt x="19433" y="443"/>
                      </a:cubicBezTo>
                      <a:cubicBezTo>
                        <a:pt x="17691" y="-469"/>
                        <a:pt x="15462" y="72"/>
                        <a:pt x="14456" y="1653"/>
                      </a:cubicBezTo>
                      <a:cubicBezTo>
                        <a:pt x="14456" y="1653"/>
                        <a:pt x="487" y="23598"/>
                        <a:pt x="487" y="23598"/>
                      </a:cubicBezTo>
                      <a:cubicBezTo>
                        <a:pt x="-233" y="24729"/>
                        <a:pt x="-128" y="26083"/>
                        <a:pt x="625" y="27098"/>
                      </a:cubicBezTo>
                      <a:close/>
                    </a:path>
                  </a:pathLst>
                </a:custGeom>
                <a:solidFill>
                  <a:srgbClr val="3B434F"/>
                </a:solidFill>
                <a:ln w="141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336" name="자유형: 도형 335">
                  <a:extLst>
                    <a:ext uri="{FF2B5EF4-FFF2-40B4-BE49-F238E27FC236}">
                      <a16:creationId xmlns:a16="http://schemas.microsoft.com/office/drawing/2014/main" id="{CAAFA3C2-2C1C-46EB-BB9B-6C55A905AABA}"/>
                    </a:ext>
                  </a:extLst>
                </p:cNvPr>
                <p:cNvSpPr/>
                <p:nvPr/>
              </p:nvSpPr>
              <p:spPr>
                <a:xfrm>
                  <a:off x="2675834" y="9075321"/>
                  <a:ext cx="6644" cy="133448"/>
                </a:xfrm>
                <a:custGeom>
                  <a:avLst/>
                  <a:gdLst>
                    <a:gd name="connsiteX0" fmla="*/ 0 w 6644"/>
                    <a:gd name="connsiteY0" fmla="*/ 0 h 133448"/>
                    <a:gd name="connsiteX1" fmla="*/ 6645 w 6644"/>
                    <a:gd name="connsiteY1" fmla="*/ 0 h 133448"/>
                    <a:gd name="connsiteX2" fmla="*/ 6645 w 6644"/>
                    <a:gd name="connsiteY2" fmla="*/ 133449 h 133448"/>
                    <a:gd name="connsiteX3" fmla="*/ 0 w 6644"/>
                    <a:gd name="connsiteY3" fmla="*/ 133449 h 133448"/>
                    <a:gd name="connsiteX4" fmla="*/ 0 w 6644"/>
                    <a:gd name="connsiteY4" fmla="*/ 0 h 1334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644" h="133448">
                      <a:moveTo>
                        <a:pt x="0" y="0"/>
                      </a:moveTo>
                      <a:cubicBezTo>
                        <a:pt x="0" y="0"/>
                        <a:pt x="6645" y="0"/>
                        <a:pt x="6645" y="0"/>
                      </a:cubicBezTo>
                      <a:cubicBezTo>
                        <a:pt x="6645" y="0"/>
                        <a:pt x="6645" y="133449"/>
                        <a:pt x="6645" y="133449"/>
                      </a:cubicBezTo>
                      <a:cubicBezTo>
                        <a:pt x="6645" y="133449"/>
                        <a:pt x="0" y="133449"/>
                        <a:pt x="0" y="133449"/>
                      </a:cubicBezTo>
                      <a:cubicBezTo>
                        <a:pt x="0" y="133449"/>
                        <a:pt x="0" y="0"/>
                        <a:pt x="0" y="0"/>
                      </a:cubicBezTo>
                      <a:close/>
                    </a:path>
                  </a:pathLst>
                </a:custGeom>
                <a:solidFill>
                  <a:srgbClr val="3B434F"/>
                </a:solidFill>
                <a:ln w="141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337" name="자유형: 도형 336">
                  <a:extLst>
                    <a:ext uri="{FF2B5EF4-FFF2-40B4-BE49-F238E27FC236}">
                      <a16:creationId xmlns:a16="http://schemas.microsoft.com/office/drawing/2014/main" id="{9227A255-DDBE-4E5C-85A8-BA511832244D}"/>
                    </a:ext>
                  </a:extLst>
                </p:cNvPr>
                <p:cNvSpPr/>
                <p:nvPr/>
              </p:nvSpPr>
              <p:spPr>
                <a:xfrm>
                  <a:off x="2752553" y="9076419"/>
                  <a:ext cx="6644" cy="133448"/>
                </a:xfrm>
                <a:custGeom>
                  <a:avLst/>
                  <a:gdLst>
                    <a:gd name="connsiteX0" fmla="*/ 0 w 6644"/>
                    <a:gd name="connsiteY0" fmla="*/ 0 h 133448"/>
                    <a:gd name="connsiteX1" fmla="*/ 6645 w 6644"/>
                    <a:gd name="connsiteY1" fmla="*/ 0 h 133448"/>
                    <a:gd name="connsiteX2" fmla="*/ 6645 w 6644"/>
                    <a:gd name="connsiteY2" fmla="*/ 133449 h 133448"/>
                    <a:gd name="connsiteX3" fmla="*/ 0 w 6644"/>
                    <a:gd name="connsiteY3" fmla="*/ 133449 h 133448"/>
                    <a:gd name="connsiteX4" fmla="*/ 0 w 6644"/>
                    <a:gd name="connsiteY4" fmla="*/ 0 h 1334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644" h="133448">
                      <a:moveTo>
                        <a:pt x="0" y="0"/>
                      </a:moveTo>
                      <a:cubicBezTo>
                        <a:pt x="0" y="0"/>
                        <a:pt x="6645" y="0"/>
                        <a:pt x="6645" y="0"/>
                      </a:cubicBezTo>
                      <a:cubicBezTo>
                        <a:pt x="6645" y="0"/>
                        <a:pt x="6645" y="133449"/>
                        <a:pt x="6645" y="133449"/>
                      </a:cubicBezTo>
                      <a:cubicBezTo>
                        <a:pt x="6645" y="133449"/>
                        <a:pt x="0" y="133449"/>
                        <a:pt x="0" y="133449"/>
                      </a:cubicBezTo>
                      <a:cubicBezTo>
                        <a:pt x="0" y="133449"/>
                        <a:pt x="0" y="0"/>
                        <a:pt x="0" y="0"/>
                      </a:cubicBezTo>
                      <a:close/>
                    </a:path>
                  </a:pathLst>
                </a:custGeom>
                <a:solidFill>
                  <a:srgbClr val="3B434F"/>
                </a:solidFill>
                <a:ln w="141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338" name="자유형: 도형 337">
                  <a:extLst>
                    <a:ext uri="{FF2B5EF4-FFF2-40B4-BE49-F238E27FC236}">
                      <a16:creationId xmlns:a16="http://schemas.microsoft.com/office/drawing/2014/main" id="{EF844042-F0C5-4EC4-A107-0AD6AD8BF5F0}"/>
                    </a:ext>
                  </a:extLst>
                </p:cNvPr>
                <p:cNvSpPr/>
                <p:nvPr/>
              </p:nvSpPr>
              <p:spPr>
                <a:xfrm>
                  <a:off x="2693239" y="9123974"/>
                  <a:ext cx="48138" cy="83662"/>
                </a:xfrm>
                <a:custGeom>
                  <a:avLst/>
                  <a:gdLst>
                    <a:gd name="connsiteX0" fmla="*/ 7079 w 48138"/>
                    <a:gd name="connsiteY0" fmla="*/ 16733 h 83662"/>
                    <a:gd name="connsiteX1" fmla="*/ 24069 w 48138"/>
                    <a:gd name="connsiteY1" fmla="*/ 0 h 83662"/>
                    <a:gd name="connsiteX2" fmla="*/ 42475 w 48138"/>
                    <a:gd name="connsiteY2" fmla="*/ 16733 h 83662"/>
                    <a:gd name="connsiteX3" fmla="*/ 32564 w 48138"/>
                    <a:gd name="connsiteY3" fmla="*/ 25742 h 83662"/>
                    <a:gd name="connsiteX4" fmla="*/ 48138 w 48138"/>
                    <a:gd name="connsiteY4" fmla="*/ 83663 h 83662"/>
                    <a:gd name="connsiteX5" fmla="*/ 0 w 48138"/>
                    <a:gd name="connsiteY5" fmla="*/ 83663 h 83662"/>
                    <a:gd name="connsiteX6" fmla="*/ 16990 w 48138"/>
                    <a:gd name="connsiteY6" fmla="*/ 25742 h 83662"/>
                    <a:gd name="connsiteX7" fmla="*/ 7079 w 48138"/>
                    <a:gd name="connsiteY7" fmla="*/ 16733 h 836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48138" h="83662">
                      <a:moveTo>
                        <a:pt x="7079" y="16733"/>
                      </a:moveTo>
                      <a:cubicBezTo>
                        <a:pt x="7079" y="16733"/>
                        <a:pt x="24069" y="0"/>
                        <a:pt x="24069" y="0"/>
                      </a:cubicBezTo>
                      <a:cubicBezTo>
                        <a:pt x="24069" y="0"/>
                        <a:pt x="42475" y="16733"/>
                        <a:pt x="42475" y="16733"/>
                      </a:cubicBezTo>
                      <a:cubicBezTo>
                        <a:pt x="42475" y="16733"/>
                        <a:pt x="32564" y="25742"/>
                        <a:pt x="32564" y="25742"/>
                      </a:cubicBezTo>
                      <a:cubicBezTo>
                        <a:pt x="32564" y="25742"/>
                        <a:pt x="48138" y="83663"/>
                        <a:pt x="48138" y="83663"/>
                      </a:cubicBezTo>
                      <a:cubicBezTo>
                        <a:pt x="48138" y="83663"/>
                        <a:pt x="0" y="83663"/>
                        <a:pt x="0" y="83663"/>
                      </a:cubicBezTo>
                      <a:cubicBezTo>
                        <a:pt x="0" y="83663"/>
                        <a:pt x="16990" y="25742"/>
                        <a:pt x="16990" y="25742"/>
                      </a:cubicBezTo>
                      <a:cubicBezTo>
                        <a:pt x="16990" y="25742"/>
                        <a:pt x="7079" y="16733"/>
                        <a:pt x="7079" y="16733"/>
                      </a:cubicBezTo>
                      <a:close/>
                    </a:path>
                  </a:pathLst>
                </a:custGeom>
                <a:solidFill>
                  <a:srgbClr val="3B434F"/>
                </a:solidFill>
                <a:ln w="141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339" name="자유형: 도형 338">
                  <a:extLst>
                    <a:ext uri="{FF2B5EF4-FFF2-40B4-BE49-F238E27FC236}">
                      <a16:creationId xmlns:a16="http://schemas.microsoft.com/office/drawing/2014/main" id="{CCFAC849-501A-4871-9E6E-3629B9888BC0}"/>
                    </a:ext>
                  </a:extLst>
                </p:cNvPr>
                <p:cNvSpPr/>
                <p:nvPr/>
              </p:nvSpPr>
              <p:spPr>
                <a:xfrm>
                  <a:off x="2689820" y="9147178"/>
                  <a:ext cx="55208" cy="61443"/>
                </a:xfrm>
                <a:custGeom>
                  <a:avLst/>
                  <a:gdLst>
                    <a:gd name="connsiteX0" fmla="*/ 48300 w 55208"/>
                    <a:gd name="connsiteY0" fmla="*/ 61346 h 61443"/>
                    <a:gd name="connsiteX1" fmla="*/ 31177 w 55208"/>
                    <a:gd name="connsiteY1" fmla="*/ 3251 h 61443"/>
                    <a:gd name="connsiteX2" fmla="*/ 34737 w 55208"/>
                    <a:gd name="connsiteY2" fmla="*/ 2280 h 61443"/>
                    <a:gd name="connsiteX3" fmla="*/ 37098 w 55208"/>
                    <a:gd name="connsiteY3" fmla="*/ 0 h 61443"/>
                    <a:gd name="connsiteX4" fmla="*/ 55208 w 55208"/>
                    <a:gd name="connsiteY4" fmla="*/ 61444 h 61443"/>
                    <a:gd name="connsiteX5" fmla="*/ 48300 w 55208"/>
                    <a:gd name="connsiteY5" fmla="*/ 61346 h 61443"/>
                    <a:gd name="connsiteX6" fmla="*/ 0 w 55208"/>
                    <a:gd name="connsiteY6" fmla="*/ 60660 h 61443"/>
                    <a:gd name="connsiteX7" fmla="*/ 17876 w 55208"/>
                    <a:gd name="connsiteY7" fmla="*/ 282 h 61443"/>
                    <a:gd name="connsiteX8" fmla="*/ 19031 w 55208"/>
                    <a:gd name="connsiteY8" fmla="*/ 1182 h 61443"/>
                    <a:gd name="connsiteX9" fmla="*/ 22656 w 55208"/>
                    <a:gd name="connsiteY9" fmla="*/ 3379 h 61443"/>
                    <a:gd name="connsiteX10" fmla="*/ 23851 w 55208"/>
                    <a:gd name="connsiteY10" fmla="*/ 3487 h 61443"/>
                    <a:gd name="connsiteX11" fmla="*/ 6894 w 55208"/>
                    <a:gd name="connsiteY11" fmla="*/ 60758 h 61443"/>
                    <a:gd name="connsiteX12" fmla="*/ 0 w 55208"/>
                    <a:gd name="connsiteY12" fmla="*/ 60660 h 6144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55208" h="61443">
                      <a:moveTo>
                        <a:pt x="48300" y="61346"/>
                      </a:moveTo>
                      <a:cubicBezTo>
                        <a:pt x="48300" y="61346"/>
                        <a:pt x="31177" y="3251"/>
                        <a:pt x="31177" y="3251"/>
                      </a:cubicBezTo>
                      <a:cubicBezTo>
                        <a:pt x="31177" y="3251"/>
                        <a:pt x="34737" y="2280"/>
                        <a:pt x="34737" y="2280"/>
                      </a:cubicBezTo>
                      <a:cubicBezTo>
                        <a:pt x="34737" y="2280"/>
                        <a:pt x="37098" y="0"/>
                        <a:pt x="37098" y="0"/>
                      </a:cubicBezTo>
                      <a:cubicBezTo>
                        <a:pt x="37098" y="0"/>
                        <a:pt x="55208" y="61444"/>
                        <a:pt x="55208" y="61444"/>
                      </a:cubicBezTo>
                      <a:cubicBezTo>
                        <a:pt x="55208" y="61444"/>
                        <a:pt x="48300" y="61346"/>
                        <a:pt x="48300" y="61346"/>
                      </a:cubicBezTo>
                      <a:close/>
                      <a:moveTo>
                        <a:pt x="0" y="60660"/>
                      </a:moveTo>
                      <a:cubicBezTo>
                        <a:pt x="0" y="60660"/>
                        <a:pt x="17876" y="282"/>
                        <a:pt x="17876" y="282"/>
                      </a:cubicBezTo>
                      <a:cubicBezTo>
                        <a:pt x="17876" y="282"/>
                        <a:pt x="19031" y="1182"/>
                        <a:pt x="19031" y="1182"/>
                      </a:cubicBezTo>
                      <a:cubicBezTo>
                        <a:pt x="19031" y="1182"/>
                        <a:pt x="22656" y="3379"/>
                        <a:pt x="22656" y="3379"/>
                      </a:cubicBezTo>
                      <a:cubicBezTo>
                        <a:pt x="22656" y="3379"/>
                        <a:pt x="23851" y="3487"/>
                        <a:pt x="23851" y="3487"/>
                      </a:cubicBezTo>
                      <a:cubicBezTo>
                        <a:pt x="23851" y="3487"/>
                        <a:pt x="6894" y="60758"/>
                        <a:pt x="6894" y="60758"/>
                      </a:cubicBezTo>
                      <a:cubicBezTo>
                        <a:pt x="6894" y="60758"/>
                        <a:pt x="0" y="60660"/>
                        <a:pt x="0" y="60660"/>
                      </a:cubicBezTo>
                      <a:close/>
                    </a:path>
                  </a:pathLst>
                </a:custGeom>
                <a:solidFill>
                  <a:srgbClr val="3B434F"/>
                </a:solidFill>
                <a:ln w="141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340" name="자유형: 도형 339">
                  <a:extLst>
                    <a:ext uri="{FF2B5EF4-FFF2-40B4-BE49-F238E27FC236}">
                      <a16:creationId xmlns:a16="http://schemas.microsoft.com/office/drawing/2014/main" id="{4A2206E2-E50F-4533-B41D-94B59799D6E1}"/>
                    </a:ext>
                  </a:extLst>
                </p:cNvPr>
                <p:cNvSpPr/>
                <p:nvPr/>
              </p:nvSpPr>
              <p:spPr>
                <a:xfrm>
                  <a:off x="2677648" y="9120621"/>
                  <a:ext cx="80925" cy="40918"/>
                </a:xfrm>
                <a:custGeom>
                  <a:avLst/>
                  <a:gdLst>
                    <a:gd name="connsiteX0" fmla="*/ 80926 w 80925"/>
                    <a:gd name="connsiteY0" fmla="*/ 36544 h 40918"/>
                    <a:gd name="connsiteX1" fmla="*/ 76227 w 80925"/>
                    <a:gd name="connsiteY1" fmla="*/ 40816 h 40918"/>
                    <a:gd name="connsiteX2" fmla="*/ 57944 w 80925"/>
                    <a:gd name="connsiteY2" fmla="*/ 24195 h 40918"/>
                    <a:gd name="connsiteX3" fmla="*/ 41076 w 80925"/>
                    <a:gd name="connsiteY3" fmla="*/ 32681 h 40918"/>
                    <a:gd name="connsiteX4" fmla="*/ 23796 w 80925"/>
                    <a:gd name="connsiteY4" fmla="*/ 23569 h 40918"/>
                    <a:gd name="connsiteX5" fmla="*/ 4711 w 80925"/>
                    <a:gd name="connsiteY5" fmla="*/ 40919 h 40918"/>
                    <a:gd name="connsiteX6" fmla="*/ 0 w 80925"/>
                    <a:gd name="connsiteY6" fmla="*/ 36636 h 40918"/>
                    <a:gd name="connsiteX7" fmla="*/ 37575 w 80925"/>
                    <a:gd name="connsiteY7" fmla="*/ 2477 h 40918"/>
                    <a:gd name="connsiteX8" fmla="*/ 40513 w 80925"/>
                    <a:gd name="connsiteY8" fmla="*/ 0 h 40918"/>
                    <a:gd name="connsiteX9" fmla="*/ 43452 w 80925"/>
                    <a:gd name="connsiteY9" fmla="*/ 2477 h 40918"/>
                    <a:gd name="connsiteX10" fmla="*/ 80926 w 80925"/>
                    <a:gd name="connsiteY10" fmla="*/ 36544 h 40918"/>
                    <a:gd name="connsiteX11" fmla="*/ 27492 w 80925"/>
                    <a:gd name="connsiteY11" fmla="*/ 20209 h 40918"/>
                    <a:gd name="connsiteX12" fmla="*/ 40774 w 80925"/>
                    <a:gd name="connsiteY12" fmla="*/ 27739 h 40918"/>
                    <a:gd name="connsiteX13" fmla="*/ 53883 w 80925"/>
                    <a:gd name="connsiteY13" fmla="*/ 20503 h 40918"/>
                    <a:gd name="connsiteX14" fmla="*/ 40526 w 80925"/>
                    <a:gd name="connsiteY14" fmla="*/ 8360 h 40918"/>
                    <a:gd name="connsiteX15" fmla="*/ 27492 w 80925"/>
                    <a:gd name="connsiteY15" fmla="*/ 20209 h 409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80925" h="40918">
                      <a:moveTo>
                        <a:pt x="80926" y="36544"/>
                      </a:moveTo>
                      <a:cubicBezTo>
                        <a:pt x="80926" y="36544"/>
                        <a:pt x="76227" y="40816"/>
                        <a:pt x="76227" y="40816"/>
                      </a:cubicBezTo>
                      <a:cubicBezTo>
                        <a:pt x="76227" y="40816"/>
                        <a:pt x="57944" y="24195"/>
                        <a:pt x="57944" y="24195"/>
                      </a:cubicBezTo>
                      <a:cubicBezTo>
                        <a:pt x="54416" y="29289"/>
                        <a:pt x="48187" y="32681"/>
                        <a:pt x="41076" y="32681"/>
                      </a:cubicBezTo>
                      <a:cubicBezTo>
                        <a:pt x="33678" y="32681"/>
                        <a:pt x="27235" y="29010"/>
                        <a:pt x="23796" y="23569"/>
                      </a:cubicBezTo>
                      <a:cubicBezTo>
                        <a:pt x="23796" y="23569"/>
                        <a:pt x="4711" y="40919"/>
                        <a:pt x="4711" y="40919"/>
                      </a:cubicBezTo>
                      <a:cubicBezTo>
                        <a:pt x="4711" y="40919"/>
                        <a:pt x="0" y="36636"/>
                        <a:pt x="0" y="36636"/>
                      </a:cubicBezTo>
                      <a:cubicBezTo>
                        <a:pt x="0" y="36636"/>
                        <a:pt x="37575" y="2477"/>
                        <a:pt x="37575" y="2477"/>
                      </a:cubicBezTo>
                      <a:cubicBezTo>
                        <a:pt x="37575" y="2477"/>
                        <a:pt x="40513" y="0"/>
                        <a:pt x="40513" y="0"/>
                      </a:cubicBezTo>
                      <a:cubicBezTo>
                        <a:pt x="40513" y="0"/>
                        <a:pt x="43452" y="2477"/>
                        <a:pt x="43452" y="2477"/>
                      </a:cubicBezTo>
                      <a:cubicBezTo>
                        <a:pt x="43452" y="2477"/>
                        <a:pt x="80926" y="36544"/>
                        <a:pt x="80926" y="36544"/>
                      </a:cubicBezTo>
                      <a:close/>
                      <a:moveTo>
                        <a:pt x="27492" y="20209"/>
                      </a:moveTo>
                      <a:cubicBezTo>
                        <a:pt x="29901" y="24668"/>
                        <a:pt x="34940" y="27739"/>
                        <a:pt x="40774" y="27739"/>
                      </a:cubicBezTo>
                      <a:cubicBezTo>
                        <a:pt x="46477" y="27739"/>
                        <a:pt x="51413" y="24800"/>
                        <a:pt x="53883" y="20503"/>
                      </a:cubicBezTo>
                      <a:cubicBezTo>
                        <a:pt x="53883" y="20503"/>
                        <a:pt x="40526" y="8360"/>
                        <a:pt x="40526" y="8360"/>
                      </a:cubicBezTo>
                      <a:cubicBezTo>
                        <a:pt x="40526" y="8360"/>
                        <a:pt x="27492" y="20209"/>
                        <a:pt x="27492" y="20209"/>
                      </a:cubicBezTo>
                      <a:close/>
                    </a:path>
                  </a:pathLst>
                </a:custGeom>
                <a:solidFill>
                  <a:srgbClr val="3B434F"/>
                </a:solidFill>
                <a:ln w="141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341" name="자유형: 도형 340">
                  <a:extLst>
                    <a:ext uri="{FF2B5EF4-FFF2-40B4-BE49-F238E27FC236}">
                      <a16:creationId xmlns:a16="http://schemas.microsoft.com/office/drawing/2014/main" id="{795FC68D-3CB9-4FB7-8172-D9C499CD4735}"/>
                    </a:ext>
                  </a:extLst>
                </p:cNvPr>
                <p:cNvSpPr/>
                <p:nvPr/>
              </p:nvSpPr>
              <p:spPr>
                <a:xfrm>
                  <a:off x="2586446" y="8710122"/>
                  <a:ext cx="265163" cy="351469"/>
                </a:xfrm>
                <a:custGeom>
                  <a:avLst/>
                  <a:gdLst>
                    <a:gd name="connsiteX0" fmla="*/ 132582 w 265163"/>
                    <a:gd name="connsiteY0" fmla="*/ 0 h 351469"/>
                    <a:gd name="connsiteX1" fmla="*/ 265118 w 265163"/>
                    <a:gd name="connsiteY1" fmla="*/ 140551 h 351469"/>
                    <a:gd name="connsiteX2" fmla="*/ 263068 w 265163"/>
                    <a:gd name="connsiteY2" fmla="*/ 222079 h 351469"/>
                    <a:gd name="connsiteX3" fmla="*/ 132582 w 265163"/>
                    <a:gd name="connsiteY3" fmla="*/ 351469 h 351469"/>
                    <a:gd name="connsiteX4" fmla="*/ 2096 w 265163"/>
                    <a:gd name="connsiteY4" fmla="*/ 222079 h 351469"/>
                    <a:gd name="connsiteX5" fmla="*/ 46 w 265163"/>
                    <a:gd name="connsiteY5" fmla="*/ 140551 h 351469"/>
                    <a:gd name="connsiteX6" fmla="*/ 132582 w 265163"/>
                    <a:gd name="connsiteY6" fmla="*/ 0 h 3514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65163" h="351469">
                      <a:moveTo>
                        <a:pt x="132582" y="0"/>
                      </a:moveTo>
                      <a:cubicBezTo>
                        <a:pt x="207731" y="0"/>
                        <a:pt x="267046" y="63843"/>
                        <a:pt x="265118" y="140551"/>
                      </a:cubicBezTo>
                      <a:cubicBezTo>
                        <a:pt x="265118" y="140551"/>
                        <a:pt x="263068" y="222079"/>
                        <a:pt x="263068" y="222079"/>
                      </a:cubicBezTo>
                      <a:cubicBezTo>
                        <a:pt x="261251" y="294346"/>
                        <a:pt x="202850" y="351469"/>
                        <a:pt x="132582" y="351469"/>
                      </a:cubicBezTo>
                      <a:cubicBezTo>
                        <a:pt x="62313" y="351469"/>
                        <a:pt x="3913" y="294346"/>
                        <a:pt x="2096" y="222079"/>
                      </a:cubicBezTo>
                      <a:cubicBezTo>
                        <a:pt x="2096" y="222079"/>
                        <a:pt x="46" y="140551"/>
                        <a:pt x="46" y="140551"/>
                      </a:cubicBezTo>
                      <a:cubicBezTo>
                        <a:pt x="-1883" y="63843"/>
                        <a:pt x="57432" y="0"/>
                        <a:pt x="132582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41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342" name="자유형: 도형 341">
                  <a:extLst>
                    <a:ext uri="{FF2B5EF4-FFF2-40B4-BE49-F238E27FC236}">
                      <a16:creationId xmlns:a16="http://schemas.microsoft.com/office/drawing/2014/main" id="{AD892489-9CB1-499B-BE9B-BE5273CAA14C}"/>
                    </a:ext>
                  </a:extLst>
                </p:cNvPr>
                <p:cNvSpPr/>
                <p:nvPr/>
              </p:nvSpPr>
              <p:spPr>
                <a:xfrm>
                  <a:off x="2579802" y="8701884"/>
                  <a:ext cx="277847" cy="365747"/>
                </a:xfrm>
                <a:custGeom>
                  <a:avLst/>
                  <a:gdLst>
                    <a:gd name="connsiteX0" fmla="*/ 277800 w 277847"/>
                    <a:gd name="connsiteY0" fmla="*/ 146261 h 365747"/>
                    <a:gd name="connsiteX1" fmla="*/ 275652 w 277847"/>
                    <a:gd name="connsiteY1" fmla="*/ 231101 h 365747"/>
                    <a:gd name="connsiteX2" fmla="*/ 138924 w 277847"/>
                    <a:gd name="connsiteY2" fmla="*/ 365748 h 365747"/>
                    <a:gd name="connsiteX3" fmla="*/ 2196 w 277847"/>
                    <a:gd name="connsiteY3" fmla="*/ 231101 h 365747"/>
                    <a:gd name="connsiteX4" fmla="*/ 48 w 277847"/>
                    <a:gd name="connsiteY4" fmla="*/ 146261 h 365747"/>
                    <a:gd name="connsiteX5" fmla="*/ 138924 w 277847"/>
                    <a:gd name="connsiteY5" fmla="*/ 0 h 365747"/>
                    <a:gd name="connsiteX6" fmla="*/ 277800 w 277847"/>
                    <a:gd name="connsiteY6" fmla="*/ 146261 h 365747"/>
                    <a:gd name="connsiteX7" fmla="*/ 138622 w 277847"/>
                    <a:gd name="connsiteY7" fmla="*/ 8787 h 365747"/>
                    <a:gd name="connsiteX8" fmla="*/ 7898 w 277847"/>
                    <a:gd name="connsiteY8" fmla="*/ 148240 h 365747"/>
                    <a:gd name="connsiteX9" fmla="*/ 9920 w 277847"/>
                    <a:gd name="connsiteY9" fmla="*/ 229131 h 365747"/>
                    <a:gd name="connsiteX10" fmla="*/ 138622 w 277847"/>
                    <a:gd name="connsiteY10" fmla="*/ 357510 h 365747"/>
                    <a:gd name="connsiteX11" fmla="*/ 267324 w 277847"/>
                    <a:gd name="connsiteY11" fmla="*/ 229131 h 365747"/>
                    <a:gd name="connsiteX12" fmla="*/ 269346 w 277847"/>
                    <a:gd name="connsiteY12" fmla="*/ 148240 h 365747"/>
                    <a:gd name="connsiteX13" fmla="*/ 138622 w 277847"/>
                    <a:gd name="connsiteY13" fmla="*/ 8787 h 36574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77847" h="365747">
                      <a:moveTo>
                        <a:pt x="277800" y="146261"/>
                      </a:moveTo>
                      <a:cubicBezTo>
                        <a:pt x="277800" y="146261"/>
                        <a:pt x="275652" y="231101"/>
                        <a:pt x="275652" y="231101"/>
                      </a:cubicBezTo>
                      <a:cubicBezTo>
                        <a:pt x="273748" y="306304"/>
                        <a:pt x="212554" y="365748"/>
                        <a:pt x="138924" y="365748"/>
                      </a:cubicBezTo>
                      <a:cubicBezTo>
                        <a:pt x="65294" y="365748"/>
                        <a:pt x="4100" y="306304"/>
                        <a:pt x="2196" y="231101"/>
                      </a:cubicBezTo>
                      <a:cubicBezTo>
                        <a:pt x="2196" y="231101"/>
                        <a:pt x="48" y="146261"/>
                        <a:pt x="48" y="146261"/>
                      </a:cubicBezTo>
                      <a:cubicBezTo>
                        <a:pt x="-1973" y="66436"/>
                        <a:pt x="60180" y="0"/>
                        <a:pt x="138924" y="0"/>
                      </a:cubicBezTo>
                      <a:cubicBezTo>
                        <a:pt x="217668" y="0"/>
                        <a:pt x="279821" y="66436"/>
                        <a:pt x="277800" y="146261"/>
                      </a:cubicBezTo>
                      <a:close/>
                      <a:moveTo>
                        <a:pt x="138622" y="8787"/>
                      </a:moveTo>
                      <a:cubicBezTo>
                        <a:pt x="64500" y="8787"/>
                        <a:pt x="5996" y="72131"/>
                        <a:pt x="7898" y="148240"/>
                      </a:cubicBezTo>
                      <a:cubicBezTo>
                        <a:pt x="7898" y="148240"/>
                        <a:pt x="9920" y="229131"/>
                        <a:pt x="9920" y="229131"/>
                      </a:cubicBezTo>
                      <a:cubicBezTo>
                        <a:pt x="11712" y="300833"/>
                        <a:pt x="69314" y="357510"/>
                        <a:pt x="138622" y="357510"/>
                      </a:cubicBezTo>
                      <a:cubicBezTo>
                        <a:pt x="207930" y="357510"/>
                        <a:pt x="265532" y="300833"/>
                        <a:pt x="267324" y="229131"/>
                      </a:cubicBezTo>
                      <a:cubicBezTo>
                        <a:pt x="267324" y="229131"/>
                        <a:pt x="269346" y="148240"/>
                        <a:pt x="269346" y="148240"/>
                      </a:cubicBezTo>
                      <a:cubicBezTo>
                        <a:pt x="271249" y="72131"/>
                        <a:pt x="212744" y="8787"/>
                        <a:pt x="138622" y="8787"/>
                      </a:cubicBezTo>
                      <a:close/>
                    </a:path>
                  </a:pathLst>
                </a:custGeom>
                <a:solidFill>
                  <a:srgbClr val="3B434F"/>
                </a:solidFill>
                <a:ln w="141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343" name="자유형: 도형 342">
                  <a:extLst>
                    <a:ext uri="{FF2B5EF4-FFF2-40B4-BE49-F238E27FC236}">
                      <a16:creationId xmlns:a16="http://schemas.microsoft.com/office/drawing/2014/main" id="{289E5F8A-86E3-4DEC-855D-F6A19A4DA150}"/>
                    </a:ext>
                  </a:extLst>
                </p:cNvPr>
                <p:cNvSpPr/>
                <p:nvPr/>
              </p:nvSpPr>
              <p:spPr>
                <a:xfrm>
                  <a:off x="2654317" y="8975689"/>
                  <a:ext cx="130189" cy="22747"/>
                </a:xfrm>
                <a:custGeom>
                  <a:avLst/>
                  <a:gdLst>
                    <a:gd name="connsiteX0" fmla="*/ 129648 w 130189"/>
                    <a:gd name="connsiteY0" fmla="*/ 5834 h 22747"/>
                    <a:gd name="connsiteX1" fmla="*/ 65011 w 130189"/>
                    <a:gd name="connsiteY1" fmla="*/ 22747 h 22747"/>
                    <a:gd name="connsiteX2" fmla="*/ 374 w 130189"/>
                    <a:gd name="connsiteY2" fmla="*/ 5834 h 22747"/>
                    <a:gd name="connsiteX3" fmla="*/ 899 w 130189"/>
                    <a:gd name="connsiteY3" fmla="*/ 1525 h 22747"/>
                    <a:gd name="connsiteX4" fmla="*/ 5206 w 130189"/>
                    <a:gd name="connsiteY4" fmla="*/ 331 h 22747"/>
                    <a:gd name="connsiteX5" fmla="*/ 65011 w 130189"/>
                    <a:gd name="connsiteY5" fmla="*/ 16157 h 22747"/>
                    <a:gd name="connsiteX6" fmla="*/ 124816 w 130189"/>
                    <a:gd name="connsiteY6" fmla="*/ 331 h 22747"/>
                    <a:gd name="connsiteX7" fmla="*/ 128802 w 130189"/>
                    <a:gd name="connsiteY7" fmla="*/ 610 h 22747"/>
                    <a:gd name="connsiteX8" fmla="*/ 129648 w 130189"/>
                    <a:gd name="connsiteY8" fmla="*/ 5834 h 2274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30189" h="22747">
                      <a:moveTo>
                        <a:pt x="129648" y="5834"/>
                      </a:moveTo>
                      <a:cubicBezTo>
                        <a:pt x="118668" y="14501"/>
                        <a:pt x="93868" y="22747"/>
                        <a:pt x="65011" y="22747"/>
                      </a:cubicBezTo>
                      <a:cubicBezTo>
                        <a:pt x="36155" y="22747"/>
                        <a:pt x="11354" y="14501"/>
                        <a:pt x="374" y="5834"/>
                      </a:cubicBezTo>
                      <a:cubicBezTo>
                        <a:pt x="374" y="5834"/>
                        <a:pt x="-750" y="3024"/>
                        <a:pt x="899" y="1525"/>
                      </a:cubicBezTo>
                      <a:cubicBezTo>
                        <a:pt x="2577" y="-1"/>
                        <a:pt x="5206" y="331"/>
                        <a:pt x="5206" y="331"/>
                      </a:cubicBezTo>
                      <a:cubicBezTo>
                        <a:pt x="16175" y="9004"/>
                        <a:pt x="36144" y="16157"/>
                        <a:pt x="65011" y="16157"/>
                      </a:cubicBezTo>
                      <a:cubicBezTo>
                        <a:pt x="93879" y="16157"/>
                        <a:pt x="113847" y="9004"/>
                        <a:pt x="124816" y="331"/>
                      </a:cubicBezTo>
                      <a:cubicBezTo>
                        <a:pt x="124816" y="331"/>
                        <a:pt x="127499" y="-575"/>
                        <a:pt x="128802" y="610"/>
                      </a:cubicBezTo>
                      <a:cubicBezTo>
                        <a:pt x="131313" y="2892"/>
                        <a:pt x="129648" y="5834"/>
                        <a:pt x="129648" y="5834"/>
                      </a:cubicBezTo>
                      <a:close/>
                    </a:path>
                  </a:pathLst>
                </a:custGeom>
                <a:solidFill>
                  <a:srgbClr val="3B434F"/>
                </a:solidFill>
                <a:ln w="141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344" name="자유형: 도형 343">
                  <a:extLst>
                    <a:ext uri="{FF2B5EF4-FFF2-40B4-BE49-F238E27FC236}">
                      <a16:creationId xmlns:a16="http://schemas.microsoft.com/office/drawing/2014/main" id="{177C26BC-0160-4132-B1BB-961B128E4235}"/>
                    </a:ext>
                  </a:extLst>
                </p:cNvPr>
                <p:cNvSpPr/>
                <p:nvPr/>
              </p:nvSpPr>
              <p:spPr>
                <a:xfrm>
                  <a:off x="2699393" y="9011617"/>
                  <a:ext cx="38661" cy="5491"/>
                </a:xfrm>
                <a:custGeom>
                  <a:avLst/>
                  <a:gdLst>
                    <a:gd name="connsiteX0" fmla="*/ 0 w 38661"/>
                    <a:gd name="connsiteY0" fmla="*/ 0 h 5491"/>
                    <a:gd name="connsiteX1" fmla="*/ 38662 w 38661"/>
                    <a:gd name="connsiteY1" fmla="*/ 0 h 5491"/>
                    <a:gd name="connsiteX2" fmla="*/ 38662 w 38661"/>
                    <a:gd name="connsiteY2" fmla="*/ 5492 h 5491"/>
                    <a:gd name="connsiteX3" fmla="*/ 0 w 38661"/>
                    <a:gd name="connsiteY3" fmla="*/ 5492 h 5491"/>
                    <a:gd name="connsiteX4" fmla="*/ 0 w 38661"/>
                    <a:gd name="connsiteY4" fmla="*/ 0 h 54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8661" h="5491">
                      <a:moveTo>
                        <a:pt x="0" y="0"/>
                      </a:moveTo>
                      <a:cubicBezTo>
                        <a:pt x="0" y="0"/>
                        <a:pt x="38662" y="0"/>
                        <a:pt x="38662" y="0"/>
                      </a:cubicBezTo>
                      <a:cubicBezTo>
                        <a:pt x="38662" y="0"/>
                        <a:pt x="38662" y="5492"/>
                        <a:pt x="38662" y="5492"/>
                      </a:cubicBezTo>
                      <a:cubicBezTo>
                        <a:pt x="38662" y="5492"/>
                        <a:pt x="0" y="5492"/>
                        <a:pt x="0" y="5492"/>
                      </a:cubicBezTo>
                      <a:cubicBezTo>
                        <a:pt x="0" y="5492"/>
                        <a:pt x="0" y="0"/>
                        <a:pt x="0" y="0"/>
                      </a:cubicBezTo>
                      <a:close/>
                    </a:path>
                  </a:pathLst>
                </a:custGeom>
                <a:solidFill>
                  <a:srgbClr val="3B434F"/>
                </a:solidFill>
                <a:ln w="141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345" name="자유형: 도형 344">
                  <a:extLst>
                    <a:ext uri="{FF2B5EF4-FFF2-40B4-BE49-F238E27FC236}">
                      <a16:creationId xmlns:a16="http://schemas.microsoft.com/office/drawing/2014/main" id="{A62CDAEC-A013-4519-8521-A386961E7B17}"/>
                    </a:ext>
                  </a:extLst>
                </p:cNvPr>
                <p:cNvSpPr/>
                <p:nvPr/>
              </p:nvSpPr>
              <p:spPr>
                <a:xfrm>
                  <a:off x="2549791" y="8857841"/>
                  <a:ext cx="33825" cy="88979"/>
                </a:xfrm>
                <a:custGeom>
                  <a:avLst/>
                  <a:gdLst>
                    <a:gd name="connsiteX0" fmla="*/ 29909 w 33825"/>
                    <a:gd name="connsiteY0" fmla="*/ 2676 h 88979"/>
                    <a:gd name="connsiteX1" fmla="*/ 25656 w 33825"/>
                    <a:gd name="connsiteY1" fmla="*/ 820 h 88979"/>
                    <a:gd name="connsiteX2" fmla="*/ 20591 w 33825"/>
                    <a:gd name="connsiteY2" fmla="*/ 19 h 88979"/>
                    <a:gd name="connsiteX3" fmla="*/ 19082 w 33825"/>
                    <a:gd name="connsiteY3" fmla="*/ 8 h 88979"/>
                    <a:gd name="connsiteX4" fmla="*/ 17503 w 33825"/>
                    <a:gd name="connsiteY4" fmla="*/ 104 h 88979"/>
                    <a:gd name="connsiteX5" fmla="*/ 14209 w 33825"/>
                    <a:gd name="connsiteY5" fmla="*/ 687 h 88979"/>
                    <a:gd name="connsiteX6" fmla="*/ 2523 w 33825"/>
                    <a:gd name="connsiteY6" fmla="*/ 10536 h 88979"/>
                    <a:gd name="connsiteX7" fmla="*/ 62 w 33825"/>
                    <a:gd name="connsiteY7" fmla="*/ 21742 h 88979"/>
                    <a:gd name="connsiteX8" fmla="*/ 11 w 33825"/>
                    <a:gd name="connsiteY8" fmla="*/ 25371 h 88979"/>
                    <a:gd name="connsiteX9" fmla="*/ 222 w 33825"/>
                    <a:gd name="connsiteY9" fmla="*/ 29361 h 88979"/>
                    <a:gd name="connsiteX10" fmla="*/ 1494 w 33825"/>
                    <a:gd name="connsiteY10" fmla="*/ 38493 h 88979"/>
                    <a:gd name="connsiteX11" fmla="*/ 4847 w 33825"/>
                    <a:gd name="connsiteY11" fmla="*/ 59989 h 88979"/>
                    <a:gd name="connsiteX12" fmla="*/ 33825 w 33825"/>
                    <a:gd name="connsiteY12" fmla="*/ 88979 h 88979"/>
                    <a:gd name="connsiteX13" fmla="*/ 29909 w 33825"/>
                    <a:gd name="connsiteY13" fmla="*/ 2676 h 88979"/>
                    <a:gd name="connsiteX14" fmla="*/ 29909 w 33825"/>
                    <a:gd name="connsiteY14" fmla="*/ 2676 h 889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3825" h="88979">
                      <a:moveTo>
                        <a:pt x="29909" y="2676"/>
                      </a:moveTo>
                      <a:cubicBezTo>
                        <a:pt x="29892" y="2677"/>
                        <a:pt x="28425" y="1613"/>
                        <a:pt x="25656" y="820"/>
                      </a:cubicBezTo>
                      <a:cubicBezTo>
                        <a:pt x="24272" y="424"/>
                        <a:pt x="22552" y="99"/>
                        <a:pt x="20591" y="19"/>
                      </a:cubicBezTo>
                      <a:cubicBezTo>
                        <a:pt x="20101" y="-1"/>
                        <a:pt x="19597" y="-6"/>
                        <a:pt x="19082" y="8"/>
                      </a:cubicBezTo>
                      <a:cubicBezTo>
                        <a:pt x="18566" y="21"/>
                        <a:pt x="18039" y="52"/>
                        <a:pt x="17503" y="104"/>
                      </a:cubicBezTo>
                      <a:cubicBezTo>
                        <a:pt x="16430" y="208"/>
                        <a:pt x="15323" y="395"/>
                        <a:pt x="14209" y="687"/>
                      </a:cubicBezTo>
                      <a:cubicBezTo>
                        <a:pt x="9747" y="1852"/>
                        <a:pt x="5196" y="4686"/>
                        <a:pt x="2523" y="10536"/>
                      </a:cubicBezTo>
                      <a:cubicBezTo>
                        <a:pt x="1181" y="13460"/>
                        <a:pt x="296" y="17139"/>
                        <a:pt x="62" y="21742"/>
                      </a:cubicBezTo>
                      <a:cubicBezTo>
                        <a:pt x="4" y="22893"/>
                        <a:pt x="-14" y="24102"/>
                        <a:pt x="11" y="25371"/>
                      </a:cubicBezTo>
                      <a:cubicBezTo>
                        <a:pt x="37" y="26639"/>
                        <a:pt x="106" y="27969"/>
                        <a:pt x="222" y="29361"/>
                      </a:cubicBezTo>
                      <a:cubicBezTo>
                        <a:pt x="454" y="32146"/>
                        <a:pt x="871" y="35183"/>
                        <a:pt x="1494" y="38493"/>
                      </a:cubicBezTo>
                      <a:cubicBezTo>
                        <a:pt x="1480" y="38489"/>
                        <a:pt x="913" y="48493"/>
                        <a:pt x="4847" y="59989"/>
                      </a:cubicBezTo>
                      <a:cubicBezTo>
                        <a:pt x="8546" y="71228"/>
                        <a:pt x="17427" y="85034"/>
                        <a:pt x="33825" y="88979"/>
                      </a:cubicBezTo>
                      <a:cubicBezTo>
                        <a:pt x="31939" y="60432"/>
                        <a:pt x="31881" y="31349"/>
                        <a:pt x="29909" y="2676"/>
                      </a:cubicBezTo>
                      <a:cubicBezTo>
                        <a:pt x="29909" y="2676"/>
                        <a:pt x="29909" y="2676"/>
                        <a:pt x="29909" y="267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41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346" name="자유형: 도형 345">
                  <a:extLst>
                    <a:ext uri="{FF2B5EF4-FFF2-40B4-BE49-F238E27FC236}">
                      <a16:creationId xmlns:a16="http://schemas.microsoft.com/office/drawing/2014/main" id="{D140827E-CD50-4990-8F59-16BC1D0FBD33}"/>
                    </a:ext>
                  </a:extLst>
                </p:cNvPr>
                <p:cNvSpPr/>
                <p:nvPr/>
              </p:nvSpPr>
              <p:spPr>
                <a:xfrm>
                  <a:off x="2546166" y="8852284"/>
                  <a:ext cx="51718" cy="101120"/>
                </a:xfrm>
                <a:custGeom>
                  <a:avLst/>
                  <a:gdLst>
                    <a:gd name="connsiteX0" fmla="*/ 35404 w 51718"/>
                    <a:gd name="connsiteY0" fmla="*/ 9384 h 101120"/>
                    <a:gd name="connsiteX1" fmla="*/ 7843 w 51718"/>
                    <a:gd name="connsiteY1" fmla="*/ 28036 h 101120"/>
                    <a:gd name="connsiteX2" fmla="*/ 13943 w 51718"/>
                    <a:gd name="connsiteY2" fmla="*/ 70316 h 101120"/>
                    <a:gd name="connsiteX3" fmla="*/ 43676 w 51718"/>
                    <a:gd name="connsiteY3" fmla="*/ 93855 h 101120"/>
                    <a:gd name="connsiteX4" fmla="*/ 43676 w 51718"/>
                    <a:gd name="connsiteY4" fmla="*/ 93855 h 101120"/>
                    <a:gd name="connsiteX5" fmla="*/ 43901 w 51718"/>
                    <a:gd name="connsiteY5" fmla="*/ 101121 h 101120"/>
                    <a:gd name="connsiteX6" fmla="*/ 5073 w 51718"/>
                    <a:gd name="connsiteY6" fmla="*/ 63235 h 101120"/>
                    <a:gd name="connsiteX7" fmla="*/ 113 w 51718"/>
                    <a:gd name="connsiteY7" fmla="*/ 32263 h 101120"/>
                    <a:gd name="connsiteX8" fmla="*/ 33624 w 51718"/>
                    <a:gd name="connsiteY8" fmla="*/ 1697 h 101120"/>
                    <a:gd name="connsiteX9" fmla="*/ 33624 w 51718"/>
                    <a:gd name="connsiteY9" fmla="*/ 1697 h 101120"/>
                    <a:gd name="connsiteX10" fmla="*/ 35404 w 51718"/>
                    <a:gd name="connsiteY10" fmla="*/ 9384 h 1011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51718" h="101120">
                      <a:moveTo>
                        <a:pt x="35404" y="9384"/>
                      </a:moveTo>
                      <a:cubicBezTo>
                        <a:pt x="35404" y="9384"/>
                        <a:pt x="6837" y="1337"/>
                        <a:pt x="7843" y="28036"/>
                      </a:cubicBezTo>
                      <a:cubicBezTo>
                        <a:pt x="7843" y="28036"/>
                        <a:pt x="12096" y="66749"/>
                        <a:pt x="13943" y="70316"/>
                      </a:cubicBezTo>
                      <a:cubicBezTo>
                        <a:pt x="13943" y="70316"/>
                        <a:pt x="25161" y="92857"/>
                        <a:pt x="43676" y="93855"/>
                      </a:cubicBezTo>
                      <a:cubicBezTo>
                        <a:pt x="61772" y="94832"/>
                        <a:pt x="43676" y="93855"/>
                        <a:pt x="43676" y="93855"/>
                      </a:cubicBezTo>
                      <a:cubicBezTo>
                        <a:pt x="43676" y="93855"/>
                        <a:pt x="43901" y="101121"/>
                        <a:pt x="43901" y="101121"/>
                      </a:cubicBezTo>
                      <a:cubicBezTo>
                        <a:pt x="43901" y="101121"/>
                        <a:pt x="11359" y="97328"/>
                        <a:pt x="5073" y="63235"/>
                      </a:cubicBezTo>
                      <a:cubicBezTo>
                        <a:pt x="5073" y="63235"/>
                        <a:pt x="113" y="32263"/>
                        <a:pt x="113" y="32263"/>
                      </a:cubicBezTo>
                      <a:cubicBezTo>
                        <a:pt x="113" y="32263"/>
                        <a:pt x="-3739" y="-8725"/>
                        <a:pt x="33624" y="1697"/>
                      </a:cubicBezTo>
                      <a:cubicBezTo>
                        <a:pt x="70024" y="11850"/>
                        <a:pt x="33624" y="1697"/>
                        <a:pt x="33624" y="1697"/>
                      </a:cubicBezTo>
                      <a:cubicBezTo>
                        <a:pt x="33624" y="1697"/>
                        <a:pt x="35404" y="9384"/>
                        <a:pt x="35404" y="9384"/>
                      </a:cubicBezTo>
                    </a:path>
                  </a:pathLst>
                </a:custGeom>
                <a:solidFill>
                  <a:srgbClr val="3B434F"/>
                </a:solidFill>
                <a:ln w="141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347" name="자유형: 도형 346">
                  <a:extLst>
                    <a:ext uri="{FF2B5EF4-FFF2-40B4-BE49-F238E27FC236}">
                      <a16:creationId xmlns:a16="http://schemas.microsoft.com/office/drawing/2014/main" id="{D5BE2D8C-641E-46FC-8967-F043A5E967D2}"/>
                    </a:ext>
                  </a:extLst>
                </p:cNvPr>
                <p:cNvSpPr/>
                <p:nvPr/>
              </p:nvSpPr>
              <p:spPr>
                <a:xfrm>
                  <a:off x="2563268" y="8880125"/>
                  <a:ext cx="21735" cy="36427"/>
                </a:xfrm>
                <a:custGeom>
                  <a:avLst/>
                  <a:gdLst>
                    <a:gd name="connsiteX0" fmla="*/ 8873 w 21735"/>
                    <a:gd name="connsiteY0" fmla="*/ 35329 h 36427"/>
                    <a:gd name="connsiteX1" fmla="*/ 5901 w 21735"/>
                    <a:gd name="connsiteY1" fmla="*/ 36427 h 36427"/>
                    <a:gd name="connsiteX2" fmla="*/ 2948 w 21735"/>
                    <a:gd name="connsiteY2" fmla="*/ 35329 h 36427"/>
                    <a:gd name="connsiteX3" fmla="*/ 0 w 21735"/>
                    <a:gd name="connsiteY3" fmla="*/ 8322 h 36427"/>
                    <a:gd name="connsiteX4" fmla="*/ 21328 w 21735"/>
                    <a:gd name="connsiteY4" fmla="*/ 2050 h 36427"/>
                    <a:gd name="connsiteX5" fmla="*/ 21736 w 21735"/>
                    <a:gd name="connsiteY5" fmla="*/ 9772 h 36427"/>
                    <a:gd name="connsiteX6" fmla="*/ 6906 w 21735"/>
                    <a:gd name="connsiteY6" fmla="*/ 10970 h 36427"/>
                    <a:gd name="connsiteX7" fmla="*/ 8873 w 21735"/>
                    <a:gd name="connsiteY7" fmla="*/ 35329 h 364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1735" h="36427">
                      <a:moveTo>
                        <a:pt x="8873" y="35329"/>
                      </a:moveTo>
                      <a:cubicBezTo>
                        <a:pt x="8873" y="35329"/>
                        <a:pt x="7274" y="36427"/>
                        <a:pt x="5901" y="36427"/>
                      </a:cubicBezTo>
                      <a:cubicBezTo>
                        <a:pt x="4527" y="36427"/>
                        <a:pt x="2948" y="35329"/>
                        <a:pt x="2948" y="35329"/>
                      </a:cubicBezTo>
                      <a:cubicBezTo>
                        <a:pt x="2948" y="35329"/>
                        <a:pt x="0" y="8322"/>
                        <a:pt x="0" y="8322"/>
                      </a:cubicBezTo>
                      <a:cubicBezTo>
                        <a:pt x="0" y="8322"/>
                        <a:pt x="4068" y="-4979"/>
                        <a:pt x="21328" y="2050"/>
                      </a:cubicBezTo>
                      <a:cubicBezTo>
                        <a:pt x="21328" y="2050"/>
                        <a:pt x="21736" y="9772"/>
                        <a:pt x="21736" y="9772"/>
                      </a:cubicBezTo>
                      <a:cubicBezTo>
                        <a:pt x="21736" y="9772"/>
                        <a:pt x="6593" y="4890"/>
                        <a:pt x="6906" y="10970"/>
                      </a:cubicBezTo>
                      <a:cubicBezTo>
                        <a:pt x="7207" y="16822"/>
                        <a:pt x="8873" y="35329"/>
                        <a:pt x="8873" y="35329"/>
                      </a:cubicBezTo>
                      <a:close/>
                    </a:path>
                  </a:pathLst>
                </a:custGeom>
                <a:solidFill>
                  <a:srgbClr val="3B434F"/>
                </a:solidFill>
                <a:ln w="141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348" name="자유형: 도형 347">
                  <a:extLst>
                    <a:ext uri="{FF2B5EF4-FFF2-40B4-BE49-F238E27FC236}">
                      <a16:creationId xmlns:a16="http://schemas.microsoft.com/office/drawing/2014/main" id="{71E97157-EADA-48DE-ACC2-FC2612D9DF0D}"/>
                    </a:ext>
                  </a:extLst>
                </p:cNvPr>
                <p:cNvSpPr/>
                <p:nvPr/>
              </p:nvSpPr>
              <p:spPr>
                <a:xfrm>
                  <a:off x="2853278" y="8857906"/>
                  <a:ext cx="33973" cy="88919"/>
                </a:xfrm>
                <a:custGeom>
                  <a:avLst/>
                  <a:gdLst>
                    <a:gd name="connsiteX0" fmla="*/ 3933 w 33973"/>
                    <a:gd name="connsiteY0" fmla="*/ 2675 h 88919"/>
                    <a:gd name="connsiteX1" fmla="*/ 8205 w 33973"/>
                    <a:gd name="connsiteY1" fmla="*/ 819 h 88919"/>
                    <a:gd name="connsiteX2" fmla="*/ 13292 w 33973"/>
                    <a:gd name="connsiteY2" fmla="*/ 19 h 88919"/>
                    <a:gd name="connsiteX3" fmla="*/ 14808 w 33973"/>
                    <a:gd name="connsiteY3" fmla="*/ 8 h 88919"/>
                    <a:gd name="connsiteX4" fmla="*/ 16394 w 33973"/>
                    <a:gd name="connsiteY4" fmla="*/ 104 h 88919"/>
                    <a:gd name="connsiteX5" fmla="*/ 19702 w 33973"/>
                    <a:gd name="connsiteY5" fmla="*/ 686 h 88919"/>
                    <a:gd name="connsiteX6" fmla="*/ 31439 w 33973"/>
                    <a:gd name="connsiteY6" fmla="*/ 10528 h 88919"/>
                    <a:gd name="connsiteX7" fmla="*/ 33911 w 33973"/>
                    <a:gd name="connsiteY7" fmla="*/ 21728 h 88919"/>
                    <a:gd name="connsiteX8" fmla="*/ 33962 w 33973"/>
                    <a:gd name="connsiteY8" fmla="*/ 25353 h 88919"/>
                    <a:gd name="connsiteX9" fmla="*/ 33750 w 33973"/>
                    <a:gd name="connsiteY9" fmla="*/ 29341 h 88919"/>
                    <a:gd name="connsiteX10" fmla="*/ 32473 w 33973"/>
                    <a:gd name="connsiteY10" fmla="*/ 38466 h 88919"/>
                    <a:gd name="connsiteX11" fmla="*/ 29105 w 33973"/>
                    <a:gd name="connsiteY11" fmla="*/ 59948 h 88919"/>
                    <a:gd name="connsiteX12" fmla="*/ 0 w 33973"/>
                    <a:gd name="connsiteY12" fmla="*/ 88919 h 88919"/>
                    <a:gd name="connsiteX13" fmla="*/ 3933 w 33973"/>
                    <a:gd name="connsiteY13" fmla="*/ 2675 h 88919"/>
                    <a:gd name="connsiteX14" fmla="*/ 3933 w 33973"/>
                    <a:gd name="connsiteY14" fmla="*/ 2675 h 889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3973" h="88919">
                      <a:moveTo>
                        <a:pt x="3933" y="2675"/>
                      </a:moveTo>
                      <a:cubicBezTo>
                        <a:pt x="3950" y="2676"/>
                        <a:pt x="5423" y="1612"/>
                        <a:pt x="8205" y="819"/>
                      </a:cubicBezTo>
                      <a:cubicBezTo>
                        <a:pt x="9595" y="424"/>
                        <a:pt x="11323" y="99"/>
                        <a:pt x="13292" y="19"/>
                      </a:cubicBezTo>
                      <a:cubicBezTo>
                        <a:pt x="13784" y="-1"/>
                        <a:pt x="14290" y="-6"/>
                        <a:pt x="14808" y="8"/>
                      </a:cubicBezTo>
                      <a:cubicBezTo>
                        <a:pt x="15326" y="21"/>
                        <a:pt x="15856" y="52"/>
                        <a:pt x="16394" y="104"/>
                      </a:cubicBezTo>
                      <a:cubicBezTo>
                        <a:pt x="17471" y="208"/>
                        <a:pt x="18583" y="395"/>
                        <a:pt x="19702" y="686"/>
                      </a:cubicBezTo>
                      <a:cubicBezTo>
                        <a:pt x="24183" y="1851"/>
                        <a:pt x="28754" y="4683"/>
                        <a:pt x="31439" y="10528"/>
                      </a:cubicBezTo>
                      <a:cubicBezTo>
                        <a:pt x="32787" y="13451"/>
                        <a:pt x="33676" y="17128"/>
                        <a:pt x="33911" y="21728"/>
                      </a:cubicBezTo>
                      <a:cubicBezTo>
                        <a:pt x="33970" y="22878"/>
                        <a:pt x="33988" y="24085"/>
                        <a:pt x="33962" y="25353"/>
                      </a:cubicBezTo>
                      <a:cubicBezTo>
                        <a:pt x="33936" y="26621"/>
                        <a:pt x="33866" y="27950"/>
                        <a:pt x="33750" y="29341"/>
                      </a:cubicBezTo>
                      <a:cubicBezTo>
                        <a:pt x="33518" y="32124"/>
                        <a:pt x="33098" y="35159"/>
                        <a:pt x="32473" y="38466"/>
                      </a:cubicBezTo>
                      <a:cubicBezTo>
                        <a:pt x="32486" y="38463"/>
                        <a:pt x="33056" y="48461"/>
                        <a:pt x="29105" y="59948"/>
                      </a:cubicBezTo>
                      <a:cubicBezTo>
                        <a:pt x="25390" y="71180"/>
                        <a:pt x="16470" y="84976"/>
                        <a:pt x="0" y="88919"/>
                      </a:cubicBezTo>
                      <a:cubicBezTo>
                        <a:pt x="1894" y="60391"/>
                        <a:pt x="1953" y="31328"/>
                        <a:pt x="3933" y="2675"/>
                      </a:cubicBezTo>
                      <a:cubicBezTo>
                        <a:pt x="3933" y="2675"/>
                        <a:pt x="3933" y="2675"/>
                        <a:pt x="3933" y="2675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41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349" name="자유형: 도형 348">
                  <a:extLst>
                    <a:ext uri="{FF2B5EF4-FFF2-40B4-BE49-F238E27FC236}">
                      <a16:creationId xmlns:a16="http://schemas.microsoft.com/office/drawing/2014/main" id="{50EB8DBD-FD70-4A99-96D4-0794D06AF249}"/>
                    </a:ext>
                  </a:extLst>
                </p:cNvPr>
                <p:cNvSpPr/>
                <p:nvPr/>
              </p:nvSpPr>
              <p:spPr>
                <a:xfrm>
                  <a:off x="2838940" y="8852353"/>
                  <a:ext cx="51945" cy="101052"/>
                </a:xfrm>
                <a:custGeom>
                  <a:avLst/>
                  <a:gdLst>
                    <a:gd name="connsiteX0" fmla="*/ 16387 w 51945"/>
                    <a:gd name="connsiteY0" fmla="*/ 9378 h 101052"/>
                    <a:gd name="connsiteX1" fmla="*/ 44068 w 51945"/>
                    <a:gd name="connsiteY1" fmla="*/ 28017 h 101052"/>
                    <a:gd name="connsiteX2" fmla="*/ 37942 w 51945"/>
                    <a:gd name="connsiteY2" fmla="*/ 70269 h 101052"/>
                    <a:gd name="connsiteX3" fmla="*/ 8078 w 51945"/>
                    <a:gd name="connsiteY3" fmla="*/ 93792 h 101052"/>
                    <a:gd name="connsiteX4" fmla="*/ 8078 w 51945"/>
                    <a:gd name="connsiteY4" fmla="*/ 93792 h 101052"/>
                    <a:gd name="connsiteX5" fmla="*/ 7852 w 51945"/>
                    <a:gd name="connsiteY5" fmla="*/ 101052 h 101052"/>
                    <a:gd name="connsiteX6" fmla="*/ 46850 w 51945"/>
                    <a:gd name="connsiteY6" fmla="*/ 63192 h 101052"/>
                    <a:gd name="connsiteX7" fmla="*/ 51832 w 51945"/>
                    <a:gd name="connsiteY7" fmla="*/ 32241 h 101052"/>
                    <a:gd name="connsiteX8" fmla="*/ 18174 w 51945"/>
                    <a:gd name="connsiteY8" fmla="*/ 1696 h 101052"/>
                    <a:gd name="connsiteX9" fmla="*/ 18174 w 51945"/>
                    <a:gd name="connsiteY9" fmla="*/ 1696 h 101052"/>
                    <a:gd name="connsiteX10" fmla="*/ 16387 w 51945"/>
                    <a:gd name="connsiteY10" fmla="*/ 9378 h 101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51945" h="101052">
                      <a:moveTo>
                        <a:pt x="16387" y="9378"/>
                      </a:moveTo>
                      <a:cubicBezTo>
                        <a:pt x="16387" y="9378"/>
                        <a:pt x="45078" y="1337"/>
                        <a:pt x="44068" y="28017"/>
                      </a:cubicBezTo>
                      <a:cubicBezTo>
                        <a:pt x="44068" y="28017"/>
                        <a:pt x="39797" y="66703"/>
                        <a:pt x="37942" y="70269"/>
                      </a:cubicBezTo>
                      <a:cubicBezTo>
                        <a:pt x="37942" y="70269"/>
                        <a:pt x="26674" y="92794"/>
                        <a:pt x="8078" y="93792"/>
                      </a:cubicBezTo>
                      <a:cubicBezTo>
                        <a:pt x="-10097" y="94767"/>
                        <a:pt x="8078" y="93792"/>
                        <a:pt x="8078" y="93792"/>
                      </a:cubicBezTo>
                      <a:cubicBezTo>
                        <a:pt x="8078" y="93792"/>
                        <a:pt x="7852" y="101052"/>
                        <a:pt x="7852" y="101052"/>
                      </a:cubicBezTo>
                      <a:cubicBezTo>
                        <a:pt x="7852" y="101052"/>
                        <a:pt x="40537" y="97261"/>
                        <a:pt x="46850" y="63192"/>
                      </a:cubicBezTo>
                      <a:cubicBezTo>
                        <a:pt x="46850" y="63192"/>
                        <a:pt x="51832" y="32241"/>
                        <a:pt x="51832" y="32241"/>
                      </a:cubicBezTo>
                      <a:cubicBezTo>
                        <a:pt x="51832" y="32241"/>
                        <a:pt x="55701" y="-8719"/>
                        <a:pt x="18174" y="1696"/>
                      </a:cubicBezTo>
                      <a:cubicBezTo>
                        <a:pt x="-18386" y="11841"/>
                        <a:pt x="18174" y="1696"/>
                        <a:pt x="18174" y="1696"/>
                      </a:cubicBezTo>
                      <a:cubicBezTo>
                        <a:pt x="18174" y="1696"/>
                        <a:pt x="16387" y="9378"/>
                        <a:pt x="16387" y="9378"/>
                      </a:cubicBezTo>
                    </a:path>
                  </a:pathLst>
                </a:custGeom>
                <a:solidFill>
                  <a:srgbClr val="3B434F"/>
                </a:solidFill>
                <a:ln w="141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350" name="자유형: 도형 349">
                  <a:extLst>
                    <a:ext uri="{FF2B5EF4-FFF2-40B4-BE49-F238E27FC236}">
                      <a16:creationId xmlns:a16="http://schemas.microsoft.com/office/drawing/2014/main" id="{867B6E7A-C57C-4199-8966-7C0DEC67D8E2}"/>
                    </a:ext>
                  </a:extLst>
                </p:cNvPr>
                <p:cNvSpPr/>
                <p:nvPr/>
              </p:nvSpPr>
              <p:spPr>
                <a:xfrm>
                  <a:off x="2851878" y="8880174"/>
                  <a:ext cx="21830" cy="36402"/>
                </a:xfrm>
                <a:custGeom>
                  <a:avLst/>
                  <a:gdLst>
                    <a:gd name="connsiteX0" fmla="*/ 12919 w 21830"/>
                    <a:gd name="connsiteY0" fmla="*/ 35305 h 36402"/>
                    <a:gd name="connsiteX1" fmla="*/ 15905 w 21830"/>
                    <a:gd name="connsiteY1" fmla="*/ 36403 h 36402"/>
                    <a:gd name="connsiteX2" fmla="*/ 18870 w 21830"/>
                    <a:gd name="connsiteY2" fmla="*/ 35305 h 36402"/>
                    <a:gd name="connsiteX3" fmla="*/ 21831 w 21830"/>
                    <a:gd name="connsiteY3" fmla="*/ 8316 h 36402"/>
                    <a:gd name="connsiteX4" fmla="*/ 410 w 21830"/>
                    <a:gd name="connsiteY4" fmla="*/ 2049 h 36402"/>
                    <a:gd name="connsiteX5" fmla="*/ 0 w 21830"/>
                    <a:gd name="connsiteY5" fmla="*/ 9766 h 36402"/>
                    <a:gd name="connsiteX6" fmla="*/ 14895 w 21830"/>
                    <a:gd name="connsiteY6" fmla="*/ 10962 h 36402"/>
                    <a:gd name="connsiteX7" fmla="*/ 12919 w 21830"/>
                    <a:gd name="connsiteY7" fmla="*/ 35305 h 364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1830" h="36402">
                      <a:moveTo>
                        <a:pt x="12919" y="35305"/>
                      </a:moveTo>
                      <a:cubicBezTo>
                        <a:pt x="12919" y="35305"/>
                        <a:pt x="14525" y="36403"/>
                        <a:pt x="15905" y="36403"/>
                      </a:cubicBezTo>
                      <a:cubicBezTo>
                        <a:pt x="17284" y="36403"/>
                        <a:pt x="18870" y="35305"/>
                        <a:pt x="18870" y="35305"/>
                      </a:cubicBezTo>
                      <a:cubicBezTo>
                        <a:pt x="18870" y="35305"/>
                        <a:pt x="21831" y="8316"/>
                        <a:pt x="21831" y="8316"/>
                      </a:cubicBezTo>
                      <a:cubicBezTo>
                        <a:pt x="21831" y="8316"/>
                        <a:pt x="17746" y="-4975"/>
                        <a:pt x="410" y="2049"/>
                      </a:cubicBezTo>
                      <a:cubicBezTo>
                        <a:pt x="410" y="2049"/>
                        <a:pt x="0" y="9766"/>
                        <a:pt x="0" y="9766"/>
                      </a:cubicBezTo>
                      <a:cubicBezTo>
                        <a:pt x="0" y="9766"/>
                        <a:pt x="15210" y="4887"/>
                        <a:pt x="14895" y="10962"/>
                      </a:cubicBezTo>
                      <a:cubicBezTo>
                        <a:pt x="14592" y="16810"/>
                        <a:pt x="12919" y="35305"/>
                        <a:pt x="12919" y="35305"/>
                      </a:cubicBezTo>
                      <a:close/>
                    </a:path>
                  </a:pathLst>
                </a:custGeom>
                <a:solidFill>
                  <a:srgbClr val="3B434F"/>
                </a:solidFill>
                <a:ln w="141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351" name="자유형: 도형 350">
                  <a:extLst>
                    <a:ext uri="{FF2B5EF4-FFF2-40B4-BE49-F238E27FC236}">
                      <a16:creationId xmlns:a16="http://schemas.microsoft.com/office/drawing/2014/main" id="{3899E765-8050-4CFD-B764-192D3B6A5F0E}"/>
                    </a:ext>
                  </a:extLst>
                </p:cNvPr>
                <p:cNvSpPr/>
                <p:nvPr/>
              </p:nvSpPr>
              <p:spPr>
                <a:xfrm>
                  <a:off x="2750929" y="8836673"/>
                  <a:ext cx="79569" cy="18198"/>
                </a:xfrm>
                <a:custGeom>
                  <a:avLst/>
                  <a:gdLst>
                    <a:gd name="connsiteX0" fmla="*/ 6485 w 79569"/>
                    <a:gd name="connsiteY0" fmla="*/ 14999 h 18198"/>
                    <a:gd name="connsiteX1" fmla="*/ 68488 w 79569"/>
                    <a:gd name="connsiteY1" fmla="*/ 16912 h 18198"/>
                    <a:gd name="connsiteX2" fmla="*/ 75322 w 79569"/>
                    <a:gd name="connsiteY2" fmla="*/ 17875 h 18198"/>
                    <a:gd name="connsiteX3" fmla="*/ 2832 w 79569"/>
                    <a:gd name="connsiteY3" fmla="*/ 7747 h 18198"/>
                    <a:gd name="connsiteX4" fmla="*/ 4606 w 79569"/>
                    <a:gd name="connsiteY4" fmla="*/ 13144 h 18198"/>
                    <a:gd name="connsiteX5" fmla="*/ 6022 w 79569"/>
                    <a:gd name="connsiteY5" fmla="*/ 13144 h 18198"/>
                    <a:gd name="connsiteX6" fmla="*/ 67072 w 79569"/>
                    <a:gd name="connsiteY6" fmla="*/ 18199 h 18198"/>
                    <a:gd name="connsiteX7" fmla="*/ 79570 w 79569"/>
                    <a:gd name="connsiteY7" fmla="*/ 17875 h 18198"/>
                    <a:gd name="connsiteX8" fmla="*/ 0 w 79569"/>
                    <a:gd name="connsiteY8" fmla="*/ 6460 h 18198"/>
                    <a:gd name="connsiteX9" fmla="*/ 6022 w 79569"/>
                    <a:gd name="connsiteY9" fmla="*/ 14431 h 181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79569" h="18198">
                      <a:moveTo>
                        <a:pt x="6485" y="14999"/>
                      </a:moveTo>
                      <a:cubicBezTo>
                        <a:pt x="6485" y="14999"/>
                        <a:pt x="42652" y="-3799"/>
                        <a:pt x="68488" y="16912"/>
                      </a:cubicBezTo>
                      <a:cubicBezTo>
                        <a:pt x="68488" y="16912"/>
                        <a:pt x="75322" y="17875"/>
                        <a:pt x="75322" y="17875"/>
                      </a:cubicBezTo>
                      <a:cubicBezTo>
                        <a:pt x="75322" y="17875"/>
                        <a:pt x="66569" y="-11082"/>
                        <a:pt x="2832" y="7747"/>
                      </a:cubicBezTo>
                      <a:cubicBezTo>
                        <a:pt x="2832" y="7747"/>
                        <a:pt x="4606" y="13144"/>
                        <a:pt x="4606" y="13144"/>
                      </a:cubicBezTo>
                      <a:moveTo>
                        <a:pt x="6022" y="13144"/>
                      </a:moveTo>
                      <a:cubicBezTo>
                        <a:pt x="6022" y="13144"/>
                        <a:pt x="42816" y="-6068"/>
                        <a:pt x="67072" y="18199"/>
                      </a:cubicBezTo>
                      <a:cubicBezTo>
                        <a:pt x="67072" y="18199"/>
                        <a:pt x="79570" y="17875"/>
                        <a:pt x="79570" y="17875"/>
                      </a:cubicBezTo>
                      <a:cubicBezTo>
                        <a:pt x="79570" y="17875"/>
                        <a:pt x="63983" y="-13057"/>
                        <a:pt x="0" y="6460"/>
                      </a:cubicBezTo>
                      <a:cubicBezTo>
                        <a:pt x="0" y="6460"/>
                        <a:pt x="6022" y="14431"/>
                        <a:pt x="6022" y="14431"/>
                      </a:cubicBezTo>
                    </a:path>
                  </a:pathLst>
                </a:custGeom>
                <a:solidFill>
                  <a:srgbClr val="3B434F"/>
                </a:solidFill>
                <a:ln w="141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352" name="자유형: 도형 351">
                  <a:extLst>
                    <a:ext uri="{FF2B5EF4-FFF2-40B4-BE49-F238E27FC236}">
                      <a16:creationId xmlns:a16="http://schemas.microsoft.com/office/drawing/2014/main" id="{56C9AFF2-CAF8-4BA1-A888-CDD7DC98C976}"/>
                    </a:ext>
                  </a:extLst>
                </p:cNvPr>
                <p:cNvSpPr/>
                <p:nvPr/>
              </p:nvSpPr>
              <p:spPr>
                <a:xfrm>
                  <a:off x="2606861" y="8836915"/>
                  <a:ext cx="79304" cy="18037"/>
                </a:xfrm>
                <a:custGeom>
                  <a:avLst/>
                  <a:gdLst>
                    <a:gd name="connsiteX0" fmla="*/ 72841 w 79304"/>
                    <a:gd name="connsiteY0" fmla="*/ 14866 h 18037"/>
                    <a:gd name="connsiteX1" fmla="*/ 11045 w 79304"/>
                    <a:gd name="connsiteY1" fmla="*/ 16762 h 18037"/>
                    <a:gd name="connsiteX2" fmla="*/ 4233 w 79304"/>
                    <a:gd name="connsiteY2" fmla="*/ 17717 h 18037"/>
                    <a:gd name="connsiteX3" fmla="*/ 76482 w 79304"/>
                    <a:gd name="connsiteY3" fmla="*/ 7678 h 18037"/>
                    <a:gd name="connsiteX4" fmla="*/ 74713 w 79304"/>
                    <a:gd name="connsiteY4" fmla="*/ 13028 h 18037"/>
                    <a:gd name="connsiteX5" fmla="*/ 73302 w 79304"/>
                    <a:gd name="connsiteY5" fmla="*/ 13028 h 18037"/>
                    <a:gd name="connsiteX6" fmla="*/ 12456 w 79304"/>
                    <a:gd name="connsiteY6" fmla="*/ 18038 h 18037"/>
                    <a:gd name="connsiteX7" fmla="*/ 0 w 79304"/>
                    <a:gd name="connsiteY7" fmla="*/ 17717 h 18037"/>
                    <a:gd name="connsiteX8" fmla="*/ 79304 w 79304"/>
                    <a:gd name="connsiteY8" fmla="*/ 6402 h 18037"/>
                    <a:gd name="connsiteX9" fmla="*/ 73302 w 79304"/>
                    <a:gd name="connsiteY9" fmla="*/ 14304 h 180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79304" h="18037">
                      <a:moveTo>
                        <a:pt x="72841" y="14866"/>
                      </a:moveTo>
                      <a:cubicBezTo>
                        <a:pt x="72841" y="14866"/>
                        <a:pt x="36795" y="-3765"/>
                        <a:pt x="11045" y="16762"/>
                      </a:cubicBezTo>
                      <a:cubicBezTo>
                        <a:pt x="11045" y="16762"/>
                        <a:pt x="4233" y="17717"/>
                        <a:pt x="4233" y="17717"/>
                      </a:cubicBezTo>
                      <a:cubicBezTo>
                        <a:pt x="4233" y="17717"/>
                        <a:pt x="12957" y="-10984"/>
                        <a:pt x="76482" y="7678"/>
                      </a:cubicBezTo>
                      <a:cubicBezTo>
                        <a:pt x="76482" y="7678"/>
                        <a:pt x="74713" y="13028"/>
                        <a:pt x="74713" y="13028"/>
                      </a:cubicBezTo>
                      <a:moveTo>
                        <a:pt x="73302" y="13028"/>
                      </a:moveTo>
                      <a:cubicBezTo>
                        <a:pt x="73302" y="13028"/>
                        <a:pt x="36631" y="-6014"/>
                        <a:pt x="12456" y="18038"/>
                      </a:cubicBezTo>
                      <a:cubicBezTo>
                        <a:pt x="12456" y="18038"/>
                        <a:pt x="0" y="17717"/>
                        <a:pt x="0" y="17717"/>
                      </a:cubicBezTo>
                      <a:cubicBezTo>
                        <a:pt x="0" y="17717"/>
                        <a:pt x="15534" y="-12942"/>
                        <a:pt x="79304" y="6402"/>
                      </a:cubicBezTo>
                      <a:cubicBezTo>
                        <a:pt x="79304" y="6402"/>
                        <a:pt x="73302" y="14304"/>
                        <a:pt x="73302" y="14304"/>
                      </a:cubicBezTo>
                    </a:path>
                  </a:pathLst>
                </a:custGeom>
                <a:solidFill>
                  <a:srgbClr val="3B434F"/>
                </a:solidFill>
                <a:ln w="141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353" name="자유형: 도형 352">
                  <a:extLst>
                    <a:ext uri="{FF2B5EF4-FFF2-40B4-BE49-F238E27FC236}">
                      <a16:creationId xmlns:a16="http://schemas.microsoft.com/office/drawing/2014/main" id="{7E4B3458-4073-433C-AFED-68094CC3DCB0}"/>
                    </a:ext>
                  </a:extLst>
                </p:cNvPr>
                <p:cNvSpPr/>
                <p:nvPr/>
              </p:nvSpPr>
              <p:spPr>
                <a:xfrm>
                  <a:off x="2576180" y="8665639"/>
                  <a:ext cx="285110" cy="195504"/>
                </a:xfrm>
                <a:custGeom>
                  <a:avLst/>
                  <a:gdLst>
                    <a:gd name="connsiteX0" fmla="*/ 276465 w 285110"/>
                    <a:gd name="connsiteY0" fmla="*/ 195505 h 195504"/>
                    <a:gd name="connsiteX1" fmla="*/ 160511 w 285110"/>
                    <a:gd name="connsiteY1" fmla="*/ 32187 h 195504"/>
                    <a:gd name="connsiteX2" fmla="*/ 96494 w 285110"/>
                    <a:gd name="connsiteY2" fmla="*/ 0 h 195504"/>
                    <a:gd name="connsiteX3" fmla="*/ 88039 w 285110"/>
                    <a:gd name="connsiteY3" fmla="*/ 44108 h 195504"/>
                    <a:gd name="connsiteX4" fmla="*/ 33686 w 285110"/>
                    <a:gd name="connsiteY4" fmla="*/ 46492 h 195504"/>
                    <a:gd name="connsiteX5" fmla="*/ 32478 w 285110"/>
                    <a:gd name="connsiteY5" fmla="*/ 71526 h 195504"/>
                    <a:gd name="connsiteX6" fmla="*/ 6411 w 285110"/>
                    <a:gd name="connsiteY6" fmla="*/ 178665 h 195504"/>
                    <a:gd name="connsiteX7" fmla="*/ 7113 w 285110"/>
                    <a:gd name="connsiteY7" fmla="*/ 181200 h 195504"/>
                    <a:gd name="connsiteX8" fmla="*/ 43349 w 285110"/>
                    <a:gd name="connsiteY8" fmla="*/ 102521 h 195504"/>
                    <a:gd name="connsiteX9" fmla="*/ 191915 w 285110"/>
                    <a:gd name="connsiteY9" fmla="*/ 98944 h 195504"/>
                    <a:gd name="connsiteX10" fmla="*/ 266802 w 285110"/>
                    <a:gd name="connsiteY10" fmla="*/ 141860 h 195504"/>
                    <a:gd name="connsiteX11" fmla="*/ 276465 w 285110"/>
                    <a:gd name="connsiteY11" fmla="*/ 195505 h 1955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285110" h="195504">
                      <a:moveTo>
                        <a:pt x="276465" y="195505"/>
                      </a:moveTo>
                      <a:cubicBezTo>
                        <a:pt x="276465" y="195505"/>
                        <a:pt x="332231" y="62489"/>
                        <a:pt x="160511" y="32187"/>
                      </a:cubicBezTo>
                      <a:cubicBezTo>
                        <a:pt x="160511" y="32187"/>
                        <a:pt x="124568" y="30417"/>
                        <a:pt x="96494" y="0"/>
                      </a:cubicBezTo>
                      <a:cubicBezTo>
                        <a:pt x="96494" y="0"/>
                        <a:pt x="76439" y="24994"/>
                        <a:pt x="88039" y="44108"/>
                      </a:cubicBezTo>
                      <a:cubicBezTo>
                        <a:pt x="88039" y="44108"/>
                        <a:pt x="73278" y="55815"/>
                        <a:pt x="33686" y="46492"/>
                      </a:cubicBezTo>
                      <a:cubicBezTo>
                        <a:pt x="33686" y="46492"/>
                        <a:pt x="27694" y="58127"/>
                        <a:pt x="32478" y="71526"/>
                      </a:cubicBezTo>
                      <a:cubicBezTo>
                        <a:pt x="32478" y="71526"/>
                        <a:pt x="-17322" y="91102"/>
                        <a:pt x="6411" y="178665"/>
                      </a:cubicBezTo>
                      <a:cubicBezTo>
                        <a:pt x="6638" y="179503"/>
                        <a:pt x="6872" y="180348"/>
                        <a:pt x="7113" y="181200"/>
                      </a:cubicBezTo>
                      <a:cubicBezTo>
                        <a:pt x="7113" y="181200"/>
                        <a:pt x="28420" y="103766"/>
                        <a:pt x="43349" y="102521"/>
                      </a:cubicBezTo>
                      <a:cubicBezTo>
                        <a:pt x="43349" y="102521"/>
                        <a:pt x="123787" y="144502"/>
                        <a:pt x="191915" y="98944"/>
                      </a:cubicBezTo>
                      <a:cubicBezTo>
                        <a:pt x="191915" y="98944"/>
                        <a:pt x="225552" y="139743"/>
                        <a:pt x="266802" y="141860"/>
                      </a:cubicBezTo>
                      <a:cubicBezTo>
                        <a:pt x="266802" y="141860"/>
                        <a:pt x="274263" y="168170"/>
                        <a:pt x="276465" y="195505"/>
                      </a:cubicBezTo>
                      <a:close/>
                    </a:path>
                  </a:pathLst>
                </a:custGeom>
                <a:solidFill>
                  <a:srgbClr val="C1BFBD"/>
                </a:solidFill>
                <a:ln w="141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354" name="자유형: 도형 353">
                  <a:extLst>
                    <a:ext uri="{FF2B5EF4-FFF2-40B4-BE49-F238E27FC236}">
                      <a16:creationId xmlns:a16="http://schemas.microsoft.com/office/drawing/2014/main" id="{7514701A-0D6C-4796-9224-DC5B413D30B8}"/>
                    </a:ext>
                  </a:extLst>
                </p:cNvPr>
                <p:cNvSpPr/>
                <p:nvPr/>
              </p:nvSpPr>
              <p:spPr>
                <a:xfrm>
                  <a:off x="2572641" y="8660697"/>
                  <a:ext cx="293191" cy="204515"/>
                </a:xfrm>
                <a:custGeom>
                  <a:avLst/>
                  <a:gdLst>
                    <a:gd name="connsiteX0" fmla="*/ 283815 w 293191"/>
                    <a:gd name="connsiteY0" fmla="*/ 201546 h 204515"/>
                    <a:gd name="connsiteX1" fmla="*/ 276566 w 293191"/>
                    <a:gd name="connsiteY1" fmla="*/ 204292 h 204515"/>
                    <a:gd name="connsiteX2" fmla="*/ 267505 w 293191"/>
                    <a:gd name="connsiteY2" fmla="*/ 150473 h 204515"/>
                    <a:gd name="connsiteX3" fmla="*/ 194410 w 293191"/>
                    <a:gd name="connsiteY3" fmla="*/ 109285 h 204515"/>
                    <a:gd name="connsiteX4" fmla="*/ 47013 w 293191"/>
                    <a:gd name="connsiteY4" fmla="*/ 110933 h 204515"/>
                    <a:gd name="connsiteX5" fmla="*/ 14996 w 293191"/>
                    <a:gd name="connsiteY5" fmla="*/ 186718 h 204515"/>
                    <a:gd name="connsiteX6" fmla="*/ 6539 w 293191"/>
                    <a:gd name="connsiteY6" fmla="*/ 186718 h 204515"/>
                    <a:gd name="connsiteX7" fmla="*/ 31307 w 293191"/>
                    <a:gd name="connsiteY7" fmla="*/ 74687 h 204515"/>
                    <a:gd name="connsiteX8" fmla="*/ 34327 w 293191"/>
                    <a:gd name="connsiteY8" fmla="*/ 47229 h 204515"/>
                    <a:gd name="connsiteX9" fmla="*/ 86279 w 293191"/>
                    <a:gd name="connsiteY9" fmla="*/ 48327 h 204515"/>
                    <a:gd name="connsiteX10" fmla="*/ 98965 w 293191"/>
                    <a:gd name="connsiteY10" fmla="*/ 0 h 204515"/>
                    <a:gd name="connsiteX11" fmla="*/ 165414 w 293191"/>
                    <a:gd name="connsiteY11" fmla="*/ 33499 h 204515"/>
                    <a:gd name="connsiteX12" fmla="*/ 283815 w 293191"/>
                    <a:gd name="connsiteY12" fmla="*/ 201546 h 204515"/>
                    <a:gd name="connsiteX13" fmla="*/ 161790 w 293191"/>
                    <a:gd name="connsiteY13" fmla="*/ 40639 h 204515"/>
                    <a:gd name="connsiteX14" fmla="*/ 100777 w 293191"/>
                    <a:gd name="connsiteY14" fmla="*/ 11533 h 204515"/>
                    <a:gd name="connsiteX15" fmla="*/ 95944 w 293191"/>
                    <a:gd name="connsiteY15" fmla="*/ 50524 h 204515"/>
                    <a:gd name="connsiteX16" fmla="*/ 39764 w 293191"/>
                    <a:gd name="connsiteY16" fmla="*/ 56015 h 204515"/>
                    <a:gd name="connsiteX17" fmla="*/ 39764 w 293191"/>
                    <a:gd name="connsiteY17" fmla="*/ 77433 h 204515"/>
                    <a:gd name="connsiteX18" fmla="*/ 10768 w 293191"/>
                    <a:gd name="connsiteY18" fmla="*/ 169145 h 204515"/>
                    <a:gd name="connsiteX19" fmla="*/ 10768 w 293191"/>
                    <a:gd name="connsiteY19" fmla="*/ 169694 h 204515"/>
                    <a:gd name="connsiteX20" fmla="*/ 46409 w 293191"/>
                    <a:gd name="connsiteY20" fmla="*/ 103793 h 204515"/>
                    <a:gd name="connsiteX21" fmla="*/ 196827 w 293191"/>
                    <a:gd name="connsiteY21" fmla="*/ 98851 h 204515"/>
                    <a:gd name="connsiteX22" fmla="*/ 273546 w 293191"/>
                    <a:gd name="connsiteY22" fmla="*/ 143883 h 204515"/>
                    <a:gd name="connsiteX23" fmla="*/ 281399 w 293191"/>
                    <a:gd name="connsiteY23" fmla="*/ 180128 h 204515"/>
                    <a:gd name="connsiteX24" fmla="*/ 161790 w 293191"/>
                    <a:gd name="connsiteY24" fmla="*/ 40639 h 2045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</a:cxnLst>
                  <a:rect l="l" t="t" r="r" b="b"/>
                  <a:pathLst>
                    <a:path w="293191" h="204515">
                      <a:moveTo>
                        <a:pt x="283815" y="201546"/>
                      </a:moveTo>
                      <a:cubicBezTo>
                        <a:pt x="282139" y="205681"/>
                        <a:pt x="276566" y="204292"/>
                        <a:pt x="276566" y="204292"/>
                      </a:cubicBezTo>
                      <a:cubicBezTo>
                        <a:pt x="274364" y="176957"/>
                        <a:pt x="267505" y="150473"/>
                        <a:pt x="267505" y="150473"/>
                      </a:cubicBezTo>
                      <a:cubicBezTo>
                        <a:pt x="225713" y="145686"/>
                        <a:pt x="194410" y="109285"/>
                        <a:pt x="194410" y="109285"/>
                      </a:cubicBezTo>
                      <a:cubicBezTo>
                        <a:pt x="126686" y="151599"/>
                        <a:pt x="47013" y="110933"/>
                        <a:pt x="47013" y="110933"/>
                      </a:cubicBezTo>
                      <a:cubicBezTo>
                        <a:pt x="31017" y="122989"/>
                        <a:pt x="14996" y="186718"/>
                        <a:pt x="14996" y="186718"/>
                      </a:cubicBezTo>
                      <a:cubicBezTo>
                        <a:pt x="14755" y="185867"/>
                        <a:pt x="6766" y="187557"/>
                        <a:pt x="6539" y="186718"/>
                      </a:cubicBezTo>
                      <a:cubicBezTo>
                        <a:pt x="-17193" y="99155"/>
                        <a:pt x="31307" y="74687"/>
                        <a:pt x="31307" y="74687"/>
                      </a:cubicBezTo>
                      <a:cubicBezTo>
                        <a:pt x="26522" y="61289"/>
                        <a:pt x="34327" y="47229"/>
                        <a:pt x="34327" y="47229"/>
                      </a:cubicBezTo>
                      <a:cubicBezTo>
                        <a:pt x="73919" y="56551"/>
                        <a:pt x="86279" y="48327"/>
                        <a:pt x="86279" y="48327"/>
                      </a:cubicBezTo>
                      <a:cubicBezTo>
                        <a:pt x="75812" y="24493"/>
                        <a:pt x="98965" y="0"/>
                        <a:pt x="98965" y="0"/>
                      </a:cubicBezTo>
                      <a:cubicBezTo>
                        <a:pt x="127038" y="30417"/>
                        <a:pt x="165414" y="33499"/>
                        <a:pt x="165414" y="33499"/>
                      </a:cubicBezTo>
                      <a:cubicBezTo>
                        <a:pt x="323348" y="62272"/>
                        <a:pt x="295013" y="173926"/>
                        <a:pt x="283815" y="201546"/>
                      </a:cubicBezTo>
                      <a:close/>
                      <a:moveTo>
                        <a:pt x="161790" y="40639"/>
                      </a:moveTo>
                      <a:cubicBezTo>
                        <a:pt x="161790" y="40639"/>
                        <a:pt x="129466" y="39040"/>
                        <a:pt x="100777" y="11533"/>
                      </a:cubicBezTo>
                      <a:cubicBezTo>
                        <a:pt x="100777" y="11533"/>
                        <a:pt x="84344" y="31410"/>
                        <a:pt x="95944" y="50524"/>
                      </a:cubicBezTo>
                      <a:cubicBezTo>
                        <a:pt x="95944" y="50524"/>
                        <a:pt x="79356" y="65338"/>
                        <a:pt x="39764" y="56015"/>
                      </a:cubicBezTo>
                      <a:cubicBezTo>
                        <a:pt x="39764" y="56015"/>
                        <a:pt x="36633" y="63473"/>
                        <a:pt x="39764" y="77433"/>
                      </a:cubicBezTo>
                      <a:cubicBezTo>
                        <a:pt x="39764" y="77433"/>
                        <a:pt x="-4637" y="98272"/>
                        <a:pt x="10768" y="169145"/>
                      </a:cubicBezTo>
                      <a:cubicBezTo>
                        <a:pt x="10952" y="169992"/>
                        <a:pt x="10527" y="168843"/>
                        <a:pt x="10768" y="169694"/>
                      </a:cubicBezTo>
                      <a:cubicBezTo>
                        <a:pt x="10768" y="169694"/>
                        <a:pt x="29340" y="104298"/>
                        <a:pt x="46409" y="103793"/>
                      </a:cubicBezTo>
                      <a:cubicBezTo>
                        <a:pt x="46409" y="103793"/>
                        <a:pt x="129748" y="146685"/>
                        <a:pt x="196827" y="98851"/>
                      </a:cubicBezTo>
                      <a:cubicBezTo>
                        <a:pt x="196827" y="98851"/>
                        <a:pt x="232296" y="141766"/>
                        <a:pt x="273546" y="143883"/>
                      </a:cubicBezTo>
                      <a:cubicBezTo>
                        <a:pt x="273546" y="143883"/>
                        <a:pt x="277124" y="153080"/>
                        <a:pt x="281399" y="180128"/>
                      </a:cubicBezTo>
                      <a:cubicBezTo>
                        <a:pt x="281399" y="180128"/>
                        <a:pt x="317576" y="67627"/>
                        <a:pt x="161790" y="40639"/>
                      </a:cubicBezTo>
                      <a:close/>
                    </a:path>
                  </a:pathLst>
                </a:custGeom>
                <a:solidFill>
                  <a:srgbClr val="3B434F"/>
                </a:solidFill>
                <a:ln w="141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355" name="자유형: 도형 354">
                  <a:extLst>
                    <a:ext uri="{FF2B5EF4-FFF2-40B4-BE49-F238E27FC236}">
                      <a16:creationId xmlns:a16="http://schemas.microsoft.com/office/drawing/2014/main" id="{4C05D0CA-7F93-4F44-8704-C0BAA9067AE5}"/>
                    </a:ext>
                  </a:extLst>
                </p:cNvPr>
                <p:cNvSpPr/>
                <p:nvPr/>
              </p:nvSpPr>
              <p:spPr>
                <a:xfrm>
                  <a:off x="2656502" y="8695294"/>
                  <a:ext cx="192100" cy="96105"/>
                </a:xfrm>
                <a:custGeom>
                  <a:avLst/>
                  <a:gdLst>
                    <a:gd name="connsiteX0" fmla="*/ 26955 w 192100"/>
                    <a:gd name="connsiteY0" fmla="*/ 0 h 96105"/>
                    <a:gd name="connsiteX1" fmla="*/ 28384 w 192100"/>
                    <a:gd name="connsiteY1" fmla="*/ 1418 h 96105"/>
                    <a:gd name="connsiteX2" fmla="*/ 29858 w 192100"/>
                    <a:gd name="connsiteY2" fmla="*/ 4578 h 96105"/>
                    <a:gd name="connsiteX3" fmla="*/ 32581 w 192100"/>
                    <a:gd name="connsiteY3" fmla="*/ 9035 h 96105"/>
                    <a:gd name="connsiteX4" fmla="*/ 35260 w 192100"/>
                    <a:gd name="connsiteY4" fmla="*/ 12458 h 96105"/>
                    <a:gd name="connsiteX5" fmla="*/ 36957 w 192100"/>
                    <a:gd name="connsiteY5" fmla="*/ 14322 h 96105"/>
                    <a:gd name="connsiteX6" fmla="*/ 37671 w 192100"/>
                    <a:gd name="connsiteY6" fmla="*/ 15051 h 96105"/>
                    <a:gd name="connsiteX7" fmla="*/ 37894 w 192100"/>
                    <a:gd name="connsiteY7" fmla="*/ 15234 h 96105"/>
                    <a:gd name="connsiteX8" fmla="*/ 38787 w 192100"/>
                    <a:gd name="connsiteY8" fmla="*/ 16145 h 96105"/>
                    <a:gd name="connsiteX9" fmla="*/ 39680 w 192100"/>
                    <a:gd name="connsiteY9" fmla="*/ 16935 h 96105"/>
                    <a:gd name="connsiteX10" fmla="*/ 41109 w 192100"/>
                    <a:gd name="connsiteY10" fmla="*/ 18191 h 96105"/>
                    <a:gd name="connsiteX11" fmla="*/ 41444 w 192100"/>
                    <a:gd name="connsiteY11" fmla="*/ 18515 h 96105"/>
                    <a:gd name="connsiteX12" fmla="*/ 42627 w 192100"/>
                    <a:gd name="connsiteY12" fmla="*/ 19447 h 96105"/>
                    <a:gd name="connsiteX13" fmla="*/ 42828 w 192100"/>
                    <a:gd name="connsiteY13" fmla="*/ 19650 h 96105"/>
                    <a:gd name="connsiteX14" fmla="*/ 44569 w 192100"/>
                    <a:gd name="connsiteY14" fmla="*/ 20987 h 96105"/>
                    <a:gd name="connsiteX15" fmla="*/ 47494 w 192100"/>
                    <a:gd name="connsiteY15" fmla="*/ 23012 h 96105"/>
                    <a:gd name="connsiteX16" fmla="*/ 49503 w 192100"/>
                    <a:gd name="connsiteY16" fmla="*/ 24349 h 96105"/>
                    <a:gd name="connsiteX17" fmla="*/ 53209 w 192100"/>
                    <a:gd name="connsiteY17" fmla="*/ 26537 h 96105"/>
                    <a:gd name="connsiteX18" fmla="*/ 55530 w 192100"/>
                    <a:gd name="connsiteY18" fmla="*/ 27753 h 96105"/>
                    <a:gd name="connsiteX19" fmla="*/ 62406 w 192100"/>
                    <a:gd name="connsiteY19" fmla="*/ 31075 h 96105"/>
                    <a:gd name="connsiteX20" fmla="*/ 64683 w 192100"/>
                    <a:gd name="connsiteY20" fmla="*/ 32007 h 96105"/>
                    <a:gd name="connsiteX21" fmla="*/ 66201 w 192100"/>
                    <a:gd name="connsiteY21" fmla="*/ 32655 h 96105"/>
                    <a:gd name="connsiteX22" fmla="*/ 67005 w 192100"/>
                    <a:gd name="connsiteY22" fmla="*/ 32939 h 96105"/>
                    <a:gd name="connsiteX23" fmla="*/ 68835 w 192100"/>
                    <a:gd name="connsiteY23" fmla="*/ 33668 h 96105"/>
                    <a:gd name="connsiteX24" fmla="*/ 70487 w 192100"/>
                    <a:gd name="connsiteY24" fmla="*/ 34235 h 96105"/>
                    <a:gd name="connsiteX25" fmla="*/ 72363 w 192100"/>
                    <a:gd name="connsiteY25" fmla="*/ 34924 h 96105"/>
                    <a:gd name="connsiteX26" fmla="*/ 75577 w 192100"/>
                    <a:gd name="connsiteY26" fmla="*/ 35977 h 96105"/>
                    <a:gd name="connsiteX27" fmla="*/ 78904 w 192100"/>
                    <a:gd name="connsiteY27" fmla="*/ 36949 h 96105"/>
                    <a:gd name="connsiteX28" fmla="*/ 85668 w 192100"/>
                    <a:gd name="connsiteY28" fmla="*/ 38732 h 96105"/>
                    <a:gd name="connsiteX29" fmla="*/ 87722 w 192100"/>
                    <a:gd name="connsiteY29" fmla="*/ 39178 h 96105"/>
                    <a:gd name="connsiteX30" fmla="*/ 88771 w 192100"/>
                    <a:gd name="connsiteY30" fmla="*/ 39380 h 96105"/>
                    <a:gd name="connsiteX31" fmla="*/ 89128 w 192100"/>
                    <a:gd name="connsiteY31" fmla="*/ 39623 h 96105"/>
                    <a:gd name="connsiteX32" fmla="*/ 89574 w 192100"/>
                    <a:gd name="connsiteY32" fmla="*/ 40110 h 96105"/>
                    <a:gd name="connsiteX33" fmla="*/ 90177 w 192100"/>
                    <a:gd name="connsiteY33" fmla="*/ 40940 h 96105"/>
                    <a:gd name="connsiteX34" fmla="*/ 90490 w 192100"/>
                    <a:gd name="connsiteY34" fmla="*/ 42075 h 96105"/>
                    <a:gd name="connsiteX35" fmla="*/ 90400 w 192100"/>
                    <a:gd name="connsiteY35" fmla="*/ 42946 h 96105"/>
                    <a:gd name="connsiteX36" fmla="*/ 90311 w 192100"/>
                    <a:gd name="connsiteY36" fmla="*/ 43412 h 96105"/>
                    <a:gd name="connsiteX37" fmla="*/ 89664 w 192100"/>
                    <a:gd name="connsiteY37" fmla="*/ 44627 h 96105"/>
                    <a:gd name="connsiteX38" fmla="*/ 88101 w 192100"/>
                    <a:gd name="connsiteY38" fmla="*/ 44850 h 96105"/>
                    <a:gd name="connsiteX39" fmla="*/ 85154 w 192100"/>
                    <a:gd name="connsiteY39" fmla="*/ 44283 h 96105"/>
                    <a:gd name="connsiteX40" fmla="*/ 84596 w 192100"/>
                    <a:gd name="connsiteY40" fmla="*/ 44202 h 96105"/>
                    <a:gd name="connsiteX41" fmla="*/ 81248 w 192100"/>
                    <a:gd name="connsiteY41" fmla="*/ 43472 h 96105"/>
                    <a:gd name="connsiteX42" fmla="*/ 80556 w 192100"/>
                    <a:gd name="connsiteY42" fmla="*/ 43351 h 96105"/>
                    <a:gd name="connsiteX43" fmla="*/ 77966 w 192100"/>
                    <a:gd name="connsiteY43" fmla="*/ 42743 h 96105"/>
                    <a:gd name="connsiteX44" fmla="*/ 71537 w 192100"/>
                    <a:gd name="connsiteY44" fmla="*/ 40960 h 96105"/>
                    <a:gd name="connsiteX45" fmla="*/ 70130 w 192100"/>
                    <a:gd name="connsiteY45" fmla="*/ 40555 h 96105"/>
                    <a:gd name="connsiteX46" fmla="*/ 60308 w 192100"/>
                    <a:gd name="connsiteY46" fmla="*/ 36868 h 96105"/>
                    <a:gd name="connsiteX47" fmla="*/ 57897 w 192100"/>
                    <a:gd name="connsiteY47" fmla="*/ 35815 h 96105"/>
                    <a:gd name="connsiteX48" fmla="*/ 51333 w 192100"/>
                    <a:gd name="connsiteY48" fmla="*/ 32371 h 96105"/>
                    <a:gd name="connsiteX49" fmla="*/ 50507 w 192100"/>
                    <a:gd name="connsiteY49" fmla="*/ 31845 h 96105"/>
                    <a:gd name="connsiteX50" fmla="*/ 46891 w 192100"/>
                    <a:gd name="connsiteY50" fmla="*/ 29556 h 96105"/>
                    <a:gd name="connsiteX51" fmla="*/ 43431 w 192100"/>
                    <a:gd name="connsiteY51" fmla="*/ 27023 h 96105"/>
                    <a:gd name="connsiteX52" fmla="*/ 42716 w 192100"/>
                    <a:gd name="connsiteY52" fmla="*/ 26456 h 96105"/>
                    <a:gd name="connsiteX53" fmla="*/ 42493 w 192100"/>
                    <a:gd name="connsiteY53" fmla="*/ 26233 h 96105"/>
                    <a:gd name="connsiteX54" fmla="*/ 41734 w 192100"/>
                    <a:gd name="connsiteY54" fmla="*/ 25605 h 96105"/>
                    <a:gd name="connsiteX55" fmla="*/ 39970 w 192100"/>
                    <a:gd name="connsiteY55" fmla="*/ 24066 h 96105"/>
                    <a:gd name="connsiteX56" fmla="*/ 38385 w 192100"/>
                    <a:gd name="connsiteY56" fmla="*/ 22547 h 96105"/>
                    <a:gd name="connsiteX57" fmla="*/ 38073 w 192100"/>
                    <a:gd name="connsiteY57" fmla="*/ 22283 h 96105"/>
                    <a:gd name="connsiteX58" fmla="*/ 37091 w 192100"/>
                    <a:gd name="connsiteY58" fmla="*/ 21270 h 96105"/>
                    <a:gd name="connsiteX59" fmla="*/ 35461 w 192100"/>
                    <a:gd name="connsiteY59" fmla="*/ 19467 h 96105"/>
                    <a:gd name="connsiteX60" fmla="*/ 33563 w 192100"/>
                    <a:gd name="connsiteY60" fmla="*/ 17138 h 96105"/>
                    <a:gd name="connsiteX61" fmla="*/ 31844 w 192100"/>
                    <a:gd name="connsiteY61" fmla="*/ 14707 h 96105"/>
                    <a:gd name="connsiteX62" fmla="*/ 27848 w 192100"/>
                    <a:gd name="connsiteY62" fmla="*/ 7434 h 96105"/>
                    <a:gd name="connsiteX63" fmla="*/ 26777 w 192100"/>
                    <a:gd name="connsiteY63" fmla="*/ 4497 h 96105"/>
                    <a:gd name="connsiteX64" fmla="*/ 26196 w 192100"/>
                    <a:gd name="connsiteY64" fmla="*/ 2390 h 96105"/>
                    <a:gd name="connsiteX65" fmla="*/ 26107 w 192100"/>
                    <a:gd name="connsiteY65" fmla="*/ 1884 h 96105"/>
                    <a:gd name="connsiteX66" fmla="*/ 26018 w 192100"/>
                    <a:gd name="connsiteY66" fmla="*/ 587 h 96105"/>
                    <a:gd name="connsiteX67" fmla="*/ 26576 w 192100"/>
                    <a:gd name="connsiteY67" fmla="*/ 81 h 96105"/>
                    <a:gd name="connsiteX68" fmla="*/ 26955 w 192100"/>
                    <a:gd name="connsiteY68" fmla="*/ 0 h 96105"/>
                    <a:gd name="connsiteX69" fmla="*/ 15994 w 192100"/>
                    <a:gd name="connsiteY69" fmla="*/ 30386 h 96105"/>
                    <a:gd name="connsiteX70" fmla="*/ 17490 w 192100"/>
                    <a:gd name="connsiteY70" fmla="*/ 31338 h 96105"/>
                    <a:gd name="connsiteX71" fmla="*/ 18696 w 192100"/>
                    <a:gd name="connsiteY71" fmla="*/ 32554 h 96105"/>
                    <a:gd name="connsiteX72" fmla="*/ 19589 w 192100"/>
                    <a:gd name="connsiteY72" fmla="*/ 33364 h 96105"/>
                    <a:gd name="connsiteX73" fmla="*/ 20281 w 192100"/>
                    <a:gd name="connsiteY73" fmla="*/ 34012 h 96105"/>
                    <a:gd name="connsiteX74" fmla="*/ 21017 w 192100"/>
                    <a:gd name="connsiteY74" fmla="*/ 34660 h 96105"/>
                    <a:gd name="connsiteX75" fmla="*/ 21821 w 192100"/>
                    <a:gd name="connsiteY75" fmla="*/ 35390 h 96105"/>
                    <a:gd name="connsiteX76" fmla="*/ 22580 w 192100"/>
                    <a:gd name="connsiteY76" fmla="*/ 36018 h 96105"/>
                    <a:gd name="connsiteX77" fmla="*/ 24969 w 192100"/>
                    <a:gd name="connsiteY77" fmla="*/ 37881 h 96105"/>
                    <a:gd name="connsiteX78" fmla="*/ 27603 w 192100"/>
                    <a:gd name="connsiteY78" fmla="*/ 39745 h 96105"/>
                    <a:gd name="connsiteX79" fmla="*/ 31197 w 192100"/>
                    <a:gd name="connsiteY79" fmla="*/ 42014 h 96105"/>
                    <a:gd name="connsiteX80" fmla="*/ 33095 w 192100"/>
                    <a:gd name="connsiteY80" fmla="*/ 43067 h 96105"/>
                    <a:gd name="connsiteX81" fmla="*/ 34590 w 192100"/>
                    <a:gd name="connsiteY81" fmla="*/ 43918 h 96105"/>
                    <a:gd name="connsiteX82" fmla="*/ 40975 w 192100"/>
                    <a:gd name="connsiteY82" fmla="*/ 46997 h 96105"/>
                    <a:gd name="connsiteX83" fmla="*/ 46288 w 192100"/>
                    <a:gd name="connsiteY83" fmla="*/ 49144 h 96105"/>
                    <a:gd name="connsiteX84" fmla="*/ 47940 w 192100"/>
                    <a:gd name="connsiteY84" fmla="*/ 49712 h 96105"/>
                    <a:gd name="connsiteX85" fmla="*/ 51869 w 192100"/>
                    <a:gd name="connsiteY85" fmla="*/ 51049 h 96105"/>
                    <a:gd name="connsiteX86" fmla="*/ 55664 w 192100"/>
                    <a:gd name="connsiteY86" fmla="*/ 52143 h 96105"/>
                    <a:gd name="connsiteX87" fmla="*/ 56245 w 192100"/>
                    <a:gd name="connsiteY87" fmla="*/ 52264 h 96105"/>
                    <a:gd name="connsiteX88" fmla="*/ 58298 w 192100"/>
                    <a:gd name="connsiteY88" fmla="*/ 52791 h 96105"/>
                    <a:gd name="connsiteX89" fmla="*/ 59303 w 192100"/>
                    <a:gd name="connsiteY89" fmla="*/ 52993 h 96105"/>
                    <a:gd name="connsiteX90" fmla="*/ 61201 w 192100"/>
                    <a:gd name="connsiteY90" fmla="*/ 54634 h 96105"/>
                    <a:gd name="connsiteX91" fmla="*/ 60576 w 192100"/>
                    <a:gd name="connsiteY91" fmla="*/ 57815 h 96105"/>
                    <a:gd name="connsiteX92" fmla="*/ 59839 w 192100"/>
                    <a:gd name="connsiteY92" fmla="*/ 58503 h 96105"/>
                    <a:gd name="connsiteX93" fmla="*/ 58410 w 192100"/>
                    <a:gd name="connsiteY93" fmla="*/ 58382 h 96105"/>
                    <a:gd name="connsiteX94" fmla="*/ 56736 w 192100"/>
                    <a:gd name="connsiteY94" fmla="*/ 58058 h 96105"/>
                    <a:gd name="connsiteX95" fmla="*/ 53588 w 192100"/>
                    <a:gd name="connsiteY95" fmla="*/ 57328 h 96105"/>
                    <a:gd name="connsiteX96" fmla="*/ 47181 w 192100"/>
                    <a:gd name="connsiteY96" fmla="*/ 55465 h 96105"/>
                    <a:gd name="connsiteX97" fmla="*/ 33921 w 192100"/>
                    <a:gd name="connsiteY97" fmla="*/ 49590 h 96105"/>
                    <a:gd name="connsiteX98" fmla="*/ 29054 w 192100"/>
                    <a:gd name="connsiteY98" fmla="*/ 46511 h 96105"/>
                    <a:gd name="connsiteX99" fmla="*/ 27424 w 192100"/>
                    <a:gd name="connsiteY99" fmla="*/ 45296 h 96105"/>
                    <a:gd name="connsiteX100" fmla="*/ 25259 w 192100"/>
                    <a:gd name="connsiteY100" fmla="*/ 43634 h 96105"/>
                    <a:gd name="connsiteX101" fmla="*/ 25013 w 192100"/>
                    <a:gd name="connsiteY101" fmla="*/ 43391 h 96105"/>
                    <a:gd name="connsiteX102" fmla="*/ 24544 w 192100"/>
                    <a:gd name="connsiteY102" fmla="*/ 43027 h 96105"/>
                    <a:gd name="connsiteX103" fmla="*/ 24187 w 192100"/>
                    <a:gd name="connsiteY103" fmla="*/ 42682 h 96105"/>
                    <a:gd name="connsiteX104" fmla="*/ 23428 w 192100"/>
                    <a:gd name="connsiteY104" fmla="*/ 42014 h 96105"/>
                    <a:gd name="connsiteX105" fmla="*/ 22714 w 192100"/>
                    <a:gd name="connsiteY105" fmla="*/ 41345 h 96105"/>
                    <a:gd name="connsiteX106" fmla="*/ 22223 w 192100"/>
                    <a:gd name="connsiteY106" fmla="*/ 40920 h 96105"/>
                    <a:gd name="connsiteX107" fmla="*/ 20437 w 192100"/>
                    <a:gd name="connsiteY107" fmla="*/ 39056 h 96105"/>
                    <a:gd name="connsiteX108" fmla="*/ 19990 w 192100"/>
                    <a:gd name="connsiteY108" fmla="*/ 38611 h 96105"/>
                    <a:gd name="connsiteX109" fmla="*/ 18383 w 192100"/>
                    <a:gd name="connsiteY109" fmla="*/ 36727 h 96105"/>
                    <a:gd name="connsiteX110" fmla="*/ 16686 w 192100"/>
                    <a:gd name="connsiteY110" fmla="*/ 34478 h 96105"/>
                    <a:gd name="connsiteX111" fmla="*/ 16106 w 192100"/>
                    <a:gd name="connsiteY111" fmla="*/ 33567 h 96105"/>
                    <a:gd name="connsiteX112" fmla="*/ 15481 w 192100"/>
                    <a:gd name="connsiteY112" fmla="*/ 32533 h 96105"/>
                    <a:gd name="connsiteX113" fmla="*/ 15079 w 192100"/>
                    <a:gd name="connsiteY113" fmla="*/ 31845 h 96105"/>
                    <a:gd name="connsiteX114" fmla="*/ 15101 w 192100"/>
                    <a:gd name="connsiteY114" fmla="*/ 30913 h 96105"/>
                    <a:gd name="connsiteX115" fmla="*/ 15615 w 192100"/>
                    <a:gd name="connsiteY115" fmla="*/ 30467 h 96105"/>
                    <a:gd name="connsiteX116" fmla="*/ 15994 w 192100"/>
                    <a:gd name="connsiteY116" fmla="*/ 30386 h 96105"/>
                    <a:gd name="connsiteX117" fmla="*/ 993 w 192100"/>
                    <a:gd name="connsiteY117" fmla="*/ 45174 h 96105"/>
                    <a:gd name="connsiteX118" fmla="*/ 2488 w 192100"/>
                    <a:gd name="connsiteY118" fmla="*/ 46268 h 96105"/>
                    <a:gd name="connsiteX119" fmla="*/ 4408 w 192100"/>
                    <a:gd name="connsiteY119" fmla="*/ 48516 h 96105"/>
                    <a:gd name="connsiteX120" fmla="*/ 6060 w 192100"/>
                    <a:gd name="connsiteY120" fmla="*/ 50218 h 96105"/>
                    <a:gd name="connsiteX121" fmla="*/ 6641 w 192100"/>
                    <a:gd name="connsiteY121" fmla="*/ 50725 h 96105"/>
                    <a:gd name="connsiteX122" fmla="*/ 7712 w 192100"/>
                    <a:gd name="connsiteY122" fmla="*/ 51697 h 96105"/>
                    <a:gd name="connsiteX123" fmla="*/ 7935 w 192100"/>
                    <a:gd name="connsiteY123" fmla="*/ 51920 h 96105"/>
                    <a:gd name="connsiteX124" fmla="*/ 8516 w 192100"/>
                    <a:gd name="connsiteY124" fmla="*/ 52386 h 96105"/>
                    <a:gd name="connsiteX125" fmla="*/ 8806 w 192100"/>
                    <a:gd name="connsiteY125" fmla="*/ 52669 h 96105"/>
                    <a:gd name="connsiteX126" fmla="*/ 10212 w 192100"/>
                    <a:gd name="connsiteY126" fmla="*/ 53783 h 96105"/>
                    <a:gd name="connsiteX127" fmla="*/ 13740 w 192100"/>
                    <a:gd name="connsiteY127" fmla="*/ 56235 h 96105"/>
                    <a:gd name="connsiteX128" fmla="*/ 22267 w 192100"/>
                    <a:gd name="connsiteY128" fmla="*/ 60691 h 96105"/>
                    <a:gd name="connsiteX129" fmla="*/ 25259 w 192100"/>
                    <a:gd name="connsiteY129" fmla="*/ 61907 h 96105"/>
                    <a:gd name="connsiteX130" fmla="*/ 26531 w 192100"/>
                    <a:gd name="connsiteY130" fmla="*/ 62352 h 96105"/>
                    <a:gd name="connsiteX131" fmla="*/ 30170 w 192100"/>
                    <a:gd name="connsiteY131" fmla="*/ 63608 h 96105"/>
                    <a:gd name="connsiteX132" fmla="*/ 35349 w 192100"/>
                    <a:gd name="connsiteY132" fmla="*/ 65067 h 96105"/>
                    <a:gd name="connsiteX133" fmla="*/ 37180 w 192100"/>
                    <a:gd name="connsiteY133" fmla="*/ 65512 h 96105"/>
                    <a:gd name="connsiteX134" fmla="*/ 38765 w 192100"/>
                    <a:gd name="connsiteY134" fmla="*/ 65837 h 96105"/>
                    <a:gd name="connsiteX135" fmla="*/ 42091 w 192100"/>
                    <a:gd name="connsiteY135" fmla="*/ 66525 h 96105"/>
                    <a:gd name="connsiteX136" fmla="*/ 43966 w 192100"/>
                    <a:gd name="connsiteY136" fmla="*/ 66849 h 96105"/>
                    <a:gd name="connsiteX137" fmla="*/ 46020 w 192100"/>
                    <a:gd name="connsiteY137" fmla="*/ 67174 h 96105"/>
                    <a:gd name="connsiteX138" fmla="*/ 46467 w 192100"/>
                    <a:gd name="connsiteY138" fmla="*/ 67214 h 96105"/>
                    <a:gd name="connsiteX139" fmla="*/ 48632 w 192100"/>
                    <a:gd name="connsiteY139" fmla="*/ 67538 h 96105"/>
                    <a:gd name="connsiteX140" fmla="*/ 49480 w 192100"/>
                    <a:gd name="connsiteY140" fmla="*/ 67619 h 96105"/>
                    <a:gd name="connsiteX141" fmla="*/ 52539 w 192100"/>
                    <a:gd name="connsiteY141" fmla="*/ 67984 h 96105"/>
                    <a:gd name="connsiteX142" fmla="*/ 53365 w 192100"/>
                    <a:gd name="connsiteY142" fmla="*/ 68065 h 96105"/>
                    <a:gd name="connsiteX143" fmla="*/ 53633 w 192100"/>
                    <a:gd name="connsiteY143" fmla="*/ 68065 h 96105"/>
                    <a:gd name="connsiteX144" fmla="*/ 54749 w 192100"/>
                    <a:gd name="connsiteY144" fmla="*/ 68186 h 96105"/>
                    <a:gd name="connsiteX145" fmla="*/ 55039 w 192100"/>
                    <a:gd name="connsiteY145" fmla="*/ 68186 h 96105"/>
                    <a:gd name="connsiteX146" fmla="*/ 56847 w 192100"/>
                    <a:gd name="connsiteY146" fmla="*/ 68348 h 96105"/>
                    <a:gd name="connsiteX147" fmla="*/ 57227 w 192100"/>
                    <a:gd name="connsiteY147" fmla="*/ 68348 h 96105"/>
                    <a:gd name="connsiteX148" fmla="*/ 59549 w 192100"/>
                    <a:gd name="connsiteY148" fmla="*/ 68511 h 96105"/>
                    <a:gd name="connsiteX149" fmla="*/ 60397 w 192100"/>
                    <a:gd name="connsiteY149" fmla="*/ 68531 h 96105"/>
                    <a:gd name="connsiteX150" fmla="*/ 61000 w 192100"/>
                    <a:gd name="connsiteY150" fmla="*/ 68551 h 96105"/>
                    <a:gd name="connsiteX151" fmla="*/ 62652 w 192100"/>
                    <a:gd name="connsiteY151" fmla="*/ 68632 h 96105"/>
                    <a:gd name="connsiteX152" fmla="*/ 63589 w 192100"/>
                    <a:gd name="connsiteY152" fmla="*/ 68652 h 96105"/>
                    <a:gd name="connsiteX153" fmla="*/ 64348 w 192100"/>
                    <a:gd name="connsiteY153" fmla="*/ 68673 h 96105"/>
                    <a:gd name="connsiteX154" fmla="*/ 66090 w 192100"/>
                    <a:gd name="connsiteY154" fmla="*/ 68673 h 96105"/>
                    <a:gd name="connsiteX155" fmla="*/ 70130 w 192100"/>
                    <a:gd name="connsiteY155" fmla="*/ 68632 h 96105"/>
                    <a:gd name="connsiteX156" fmla="*/ 71961 w 192100"/>
                    <a:gd name="connsiteY156" fmla="*/ 68673 h 96105"/>
                    <a:gd name="connsiteX157" fmla="*/ 72764 w 192100"/>
                    <a:gd name="connsiteY157" fmla="*/ 69159 h 96105"/>
                    <a:gd name="connsiteX158" fmla="*/ 74059 w 192100"/>
                    <a:gd name="connsiteY158" fmla="*/ 70617 h 96105"/>
                    <a:gd name="connsiteX159" fmla="*/ 74193 w 192100"/>
                    <a:gd name="connsiteY159" fmla="*/ 71164 h 96105"/>
                    <a:gd name="connsiteX160" fmla="*/ 74327 w 192100"/>
                    <a:gd name="connsiteY160" fmla="*/ 72440 h 96105"/>
                    <a:gd name="connsiteX161" fmla="*/ 74104 w 192100"/>
                    <a:gd name="connsiteY161" fmla="*/ 73352 h 96105"/>
                    <a:gd name="connsiteX162" fmla="*/ 72943 w 192100"/>
                    <a:gd name="connsiteY162" fmla="*/ 74021 h 96105"/>
                    <a:gd name="connsiteX163" fmla="*/ 72363 w 192100"/>
                    <a:gd name="connsiteY163" fmla="*/ 74041 h 96105"/>
                    <a:gd name="connsiteX164" fmla="*/ 69706 w 192100"/>
                    <a:gd name="connsiteY164" fmla="*/ 74223 h 96105"/>
                    <a:gd name="connsiteX165" fmla="*/ 69193 w 192100"/>
                    <a:gd name="connsiteY165" fmla="*/ 74243 h 96105"/>
                    <a:gd name="connsiteX166" fmla="*/ 68255 w 192100"/>
                    <a:gd name="connsiteY166" fmla="*/ 74264 h 96105"/>
                    <a:gd name="connsiteX167" fmla="*/ 67228 w 192100"/>
                    <a:gd name="connsiteY167" fmla="*/ 74304 h 96105"/>
                    <a:gd name="connsiteX168" fmla="*/ 66268 w 192100"/>
                    <a:gd name="connsiteY168" fmla="*/ 74345 h 96105"/>
                    <a:gd name="connsiteX169" fmla="*/ 65911 w 192100"/>
                    <a:gd name="connsiteY169" fmla="*/ 74345 h 96105"/>
                    <a:gd name="connsiteX170" fmla="*/ 64951 w 192100"/>
                    <a:gd name="connsiteY170" fmla="*/ 74385 h 96105"/>
                    <a:gd name="connsiteX171" fmla="*/ 63656 w 192100"/>
                    <a:gd name="connsiteY171" fmla="*/ 74385 h 96105"/>
                    <a:gd name="connsiteX172" fmla="*/ 62250 w 192100"/>
                    <a:gd name="connsiteY172" fmla="*/ 74405 h 96105"/>
                    <a:gd name="connsiteX173" fmla="*/ 61089 w 192100"/>
                    <a:gd name="connsiteY173" fmla="*/ 74385 h 96105"/>
                    <a:gd name="connsiteX174" fmla="*/ 60330 w 192100"/>
                    <a:gd name="connsiteY174" fmla="*/ 74385 h 96105"/>
                    <a:gd name="connsiteX175" fmla="*/ 58790 w 192100"/>
                    <a:gd name="connsiteY175" fmla="*/ 74345 h 96105"/>
                    <a:gd name="connsiteX176" fmla="*/ 58031 w 192100"/>
                    <a:gd name="connsiteY176" fmla="*/ 74345 h 96105"/>
                    <a:gd name="connsiteX177" fmla="*/ 56602 w 192100"/>
                    <a:gd name="connsiteY177" fmla="*/ 74264 h 96105"/>
                    <a:gd name="connsiteX178" fmla="*/ 56088 w 192100"/>
                    <a:gd name="connsiteY178" fmla="*/ 74264 h 96105"/>
                    <a:gd name="connsiteX179" fmla="*/ 55039 w 192100"/>
                    <a:gd name="connsiteY179" fmla="*/ 74183 h 96105"/>
                    <a:gd name="connsiteX180" fmla="*/ 54593 w 192100"/>
                    <a:gd name="connsiteY180" fmla="*/ 74183 h 96105"/>
                    <a:gd name="connsiteX181" fmla="*/ 53767 w 192100"/>
                    <a:gd name="connsiteY181" fmla="*/ 74102 h 96105"/>
                    <a:gd name="connsiteX182" fmla="*/ 53409 w 192100"/>
                    <a:gd name="connsiteY182" fmla="*/ 74102 h 96105"/>
                    <a:gd name="connsiteX183" fmla="*/ 50820 w 192100"/>
                    <a:gd name="connsiteY183" fmla="*/ 73858 h 96105"/>
                    <a:gd name="connsiteX184" fmla="*/ 50150 w 192100"/>
                    <a:gd name="connsiteY184" fmla="*/ 73818 h 96105"/>
                    <a:gd name="connsiteX185" fmla="*/ 46913 w 192100"/>
                    <a:gd name="connsiteY185" fmla="*/ 73413 h 96105"/>
                    <a:gd name="connsiteX186" fmla="*/ 46132 w 192100"/>
                    <a:gd name="connsiteY186" fmla="*/ 73332 h 96105"/>
                    <a:gd name="connsiteX187" fmla="*/ 43207 w 192100"/>
                    <a:gd name="connsiteY187" fmla="*/ 72846 h 96105"/>
                    <a:gd name="connsiteX188" fmla="*/ 42806 w 192100"/>
                    <a:gd name="connsiteY188" fmla="*/ 72805 h 96105"/>
                    <a:gd name="connsiteX189" fmla="*/ 41421 w 192100"/>
                    <a:gd name="connsiteY189" fmla="*/ 72522 h 96105"/>
                    <a:gd name="connsiteX190" fmla="*/ 40863 w 192100"/>
                    <a:gd name="connsiteY190" fmla="*/ 72440 h 96105"/>
                    <a:gd name="connsiteX191" fmla="*/ 36309 w 192100"/>
                    <a:gd name="connsiteY191" fmla="*/ 71428 h 96105"/>
                    <a:gd name="connsiteX192" fmla="*/ 28652 w 192100"/>
                    <a:gd name="connsiteY192" fmla="*/ 69078 h 96105"/>
                    <a:gd name="connsiteX193" fmla="*/ 27045 w 192100"/>
                    <a:gd name="connsiteY193" fmla="*/ 68511 h 96105"/>
                    <a:gd name="connsiteX194" fmla="*/ 24210 w 192100"/>
                    <a:gd name="connsiteY194" fmla="*/ 67336 h 96105"/>
                    <a:gd name="connsiteX195" fmla="*/ 19946 w 192100"/>
                    <a:gd name="connsiteY195" fmla="*/ 65269 h 96105"/>
                    <a:gd name="connsiteX196" fmla="*/ 17088 w 192100"/>
                    <a:gd name="connsiteY196" fmla="*/ 63608 h 96105"/>
                    <a:gd name="connsiteX197" fmla="*/ 14856 w 192100"/>
                    <a:gd name="connsiteY197" fmla="*/ 62231 h 96105"/>
                    <a:gd name="connsiteX198" fmla="*/ 12735 w 192100"/>
                    <a:gd name="connsiteY198" fmla="*/ 60752 h 96105"/>
                    <a:gd name="connsiteX199" fmla="*/ 10659 w 192100"/>
                    <a:gd name="connsiteY199" fmla="*/ 59152 h 96105"/>
                    <a:gd name="connsiteX200" fmla="*/ 9878 w 192100"/>
                    <a:gd name="connsiteY200" fmla="*/ 58463 h 96105"/>
                    <a:gd name="connsiteX201" fmla="*/ 8047 w 192100"/>
                    <a:gd name="connsiteY201" fmla="*/ 56842 h 96105"/>
                    <a:gd name="connsiteX202" fmla="*/ 1417 w 192100"/>
                    <a:gd name="connsiteY202" fmla="*/ 49023 h 96105"/>
                    <a:gd name="connsiteX203" fmla="*/ 256 w 192100"/>
                    <a:gd name="connsiteY203" fmla="*/ 46957 h 96105"/>
                    <a:gd name="connsiteX204" fmla="*/ 77 w 192100"/>
                    <a:gd name="connsiteY204" fmla="*/ 45741 h 96105"/>
                    <a:gd name="connsiteX205" fmla="*/ 613 w 192100"/>
                    <a:gd name="connsiteY205" fmla="*/ 45255 h 96105"/>
                    <a:gd name="connsiteX206" fmla="*/ 993 w 192100"/>
                    <a:gd name="connsiteY206" fmla="*/ 45174 h 96105"/>
                    <a:gd name="connsiteX207" fmla="*/ 148733 w 192100"/>
                    <a:gd name="connsiteY207" fmla="*/ 65148 h 96105"/>
                    <a:gd name="connsiteX208" fmla="*/ 150140 w 192100"/>
                    <a:gd name="connsiteY208" fmla="*/ 66080 h 96105"/>
                    <a:gd name="connsiteX209" fmla="*/ 151211 w 192100"/>
                    <a:gd name="connsiteY209" fmla="*/ 67336 h 96105"/>
                    <a:gd name="connsiteX210" fmla="*/ 153622 w 192100"/>
                    <a:gd name="connsiteY210" fmla="*/ 69908 h 96105"/>
                    <a:gd name="connsiteX211" fmla="*/ 154515 w 192100"/>
                    <a:gd name="connsiteY211" fmla="*/ 70779 h 96105"/>
                    <a:gd name="connsiteX212" fmla="*/ 154828 w 192100"/>
                    <a:gd name="connsiteY212" fmla="*/ 71043 h 96105"/>
                    <a:gd name="connsiteX213" fmla="*/ 156100 w 192100"/>
                    <a:gd name="connsiteY213" fmla="*/ 72218 h 96105"/>
                    <a:gd name="connsiteX214" fmla="*/ 157194 w 192100"/>
                    <a:gd name="connsiteY214" fmla="*/ 73210 h 96105"/>
                    <a:gd name="connsiteX215" fmla="*/ 158801 w 192100"/>
                    <a:gd name="connsiteY215" fmla="*/ 74547 h 96105"/>
                    <a:gd name="connsiteX216" fmla="*/ 159717 w 192100"/>
                    <a:gd name="connsiteY216" fmla="*/ 75277 h 96105"/>
                    <a:gd name="connsiteX217" fmla="*/ 162797 w 192100"/>
                    <a:gd name="connsiteY217" fmla="*/ 77545 h 96105"/>
                    <a:gd name="connsiteX218" fmla="*/ 167686 w 192100"/>
                    <a:gd name="connsiteY218" fmla="*/ 80705 h 96105"/>
                    <a:gd name="connsiteX219" fmla="*/ 175589 w 192100"/>
                    <a:gd name="connsiteY219" fmla="*/ 84919 h 96105"/>
                    <a:gd name="connsiteX220" fmla="*/ 180322 w 192100"/>
                    <a:gd name="connsiteY220" fmla="*/ 87026 h 96105"/>
                    <a:gd name="connsiteX221" fmla="*/ 182018 w 192100"/>
                    <a:gd name="connsiteY221" fmla="*/ 87715 h 96105"/>
                    <a:gd name="connsiteX222" fmla="*/ 182621 w 192100"/>
                    <a:gd name="connsiteY222" fmla="*/ 87917 h 96105"/>
                    <a:gd name="connsiteX223" fmla="*/ 185367 w 192100"/>
                    <a:gd name="connsiteY223" fmla="*/ 88971 h 96105"/>
                    <a:gd name="connsiteX224" fmla="*/ 186037 w 192100"/>
                    <a:gd name="connsiteY224" fmla="*/ 89173 h 96105"/>
                    <a:gd name="connsiteX225" fmla="*/ 188738 w 192100"/>
                    <a:gd name="connsiteY225" fmla="*/ 90085 h 96105"/>
                    <a:gd name="connsiteX226" fmla="*/ 190301 w 192100"/>
                    <a:gd name="connsiteY226" fmla="*/ 90551 h 96105"/>
                    <a:gd name="connsiteX227" fmla="*/ 191930 w 192100"/>
                    <a:gd name="connsiteY227" fmla="*/ 94035 h 96105"/>
                    <a:gd name="connsiteX228" fmla="*/ 190993 w 192100"/>
                    <a:gd name="connsiteY228" fmla="*/ 95534 h 96105"/>
                    <a:gd name="connsiteX229" fmla="*/ 189966 w 192100"/>
                    <a:gd name="connsiteY229" fmla="*/ 96101 h 96105"/>
                    <a:gd name="connsiteX230" fmla="*/ 189251 w 192100"/>
                    <a:gd name="connsiteY230" fmla="*/ 95939 h 96105"/>
                    <a:gd name="connsiteX231" fmla="*/ 187398 w 192100"/>
                    <a:gd name="connsiteY231" fmla="*/ 95453 h 96105"/>
                    <a:gd name="connsiteX232" fmla="*/ 178179 w 192100"/>
                    <a:gd name="connsiteY232" fmla="*/ 92293 h 96105"/>
                    <a:gd name="connsiteX233" fmla="*/ 165097 w 192100"/>
                    <a:gd name="connsiteY233" fmla="*/ 85405 h 96105"/>
                    <a:gd name="connsiteX234" fmla="*/ 161726 w 192100"/>
                    <a:gd name="connsiteY234" fmla="*/ 82995 h 96105"/>
                    <a:gd name="connsiteX235" fmla="*/ 160766 w 192100"/>
                    <a:gd name="connsiteY235" fmla="*/ 82245 h 96105"/>
                    <a:gd name="connsiteX236" fmla="*/ 160565 w 192100"/>
                    <a:gd name="connsiteY236" fmla="*/ 82042 h 96105"/>
                    <a:gd name="connsiteX237" fmla="*/ 159292 w 192100"/>
                    <a:gd name="connsiteY237" fmla="*/ 81030 h 96105"/>
                    <a:gd name="connsiteX238" fmla="*/ 158690 w 192100"/>
                    <a:gd name="connsiteY238" fmla="*/ 80462 h 96105"/>
                    <a:gd name="connsiteX239" fmla="*/ 158087 w 192100"/>
                    <a:gd name="connsiteY239" fmla="*/ 79936 h 96105"/>
                    <a:gd name="connsiteX240" fmla="*/ 157507 w 192100"/>
                    <a:gd name="connsiteY240" fmla="*/ 79389 h 96105"/>
                    <a:gd name="connsiteX241" fmla="*/ 157082 w 192100"/>
                    <a:gd name="connsiteY241" fmla="*/ 79024 h 96105"/>
                    <a:gd name="connsiteX242" fmla="*/ 156346 w 192100"/>
                    <a:gd name="connsiteY242" fmla="*/ 78275 h 96105"/>
                    <a:gd name="connsiteX243" fmla="*/ 155944 w 192100"/>
                    <a:gd name="connsiteY243" fmla="*/ 77910 h 96105"/>
                    <a:gd name="connsiteX244" fmla="*/ 155006 w 192100"/>
                    <a:gd name="connsiteY244" fmla="*/ 76938 h 96105"/>
                    <a:gd name="connsiteX245" fmla="*/ 152752 w 192100"/>
                    <a:gd name="connsiteY245" fmla="*/ 74304 h 96105"/>
                    <a:gd name="connsiteX246" fmla="*/ 150809 w 192100"/>
                    <a:gd name="connsiteY246" fmla="*/ 71792 h 96105"/>
                    <a:gd name="connsiteX247" fmla="*/ 148666 w 192100"/>
                    <a:gd name="connsiteY247" fmla="*/ 68348 h 96105"/>
                    <a:gd name="connsiteX248" fmla="*/ 147818 w 192100"/>
                    <a:gd name="connsiteY248" fmla="*/ 66606 h 96105"/>
                    <a:gd name="connsiteX249" fmla="*/ 147840 w 192100"/>
                    <a:gd name="connsiteY249" fmla="*/ 65675 h 96105"/>
                    <a:gd name="connsiteX250" fmla="*/ 148354 w 192100"/>
                    <a:gd name="connsiteY250" fmla="*/ 65229 h 96105"/>
                    <a:gd name="connsiteX251" fmla="*/ 148733 w 192100"/>
                    <a:gd name="connsiteY251" fmla="*/ 65148 h 961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  <a:cxn ang="0">
                      <a:pos x="connsiteX191" y="connsiteY191"/>
                    </a:cxn>
                    <a:cxn ang="0">
                      <a:pos x="connsiteX192" y="connsiteY192"/>
                    </a:cxn>
                    <a:cxn ang="0">
                      <a:pos x="connsiteX193" y="connsiteY193"/>
                    </a:cxn>
                    <a:cxn ang="0">
                      <a:pos x="connsiteX194" y="connsiteY194"/>
                    </a:cxn>
                    <a:cxn ang="0">
                      <a:pos x="connsiteX195" y="connsiteY195"/>
                    </a:cxn>
                    <a:cxn ang="0">
                      <a:pos x="connsiteX196" y="connsiteY196"/>
                    </a:cxn>
                    <a:cxn ang="0">
                      <a:pos x="connsiteX197" y="connsiteY197"/>
                    </a:cxn>
                    <a:cxn ang="0">
                      <a:pos x="connsiteX198" y="connsiteY198"/>
                    </a:cxn>
                    <a:cxn ang="0">
                      <a:pos x="connsiteX199" y="connsiteY199"/>
                    </a:cxn>
                    <a:cxn ang="0">
                      <a:pos x="connsiteX200" y="connsiteY200"/>
                    </a:cxn>
                    <a:cxn ang="0">
                      <a:pos x="connsiteX201" y="connsiteY201"/>
                    </a:cxn>
                    <a:cxn ang="0">
                      <a:pos x="connsiteX202" y="connsiteY202"/>
                    </a:cxn>
                    <a:cxn ang="0">
                      <a:pos x="connsiteX203" y="connsiteY203"/>
                    </a:cxn>
                    <a:cxn ang="0">
                      <a:pos x="connsiteX204" y="connsiteY204"/>
                    </a:cxn>
                    <a:cxn ang="0">
                      <a:pos x="connsiteX205" y="connsiteY205"/>
                    </a:cxn>
                    <a:cxn ang="0">
                      <a:pos x="connsiteX206" y="connsiteY206"/>
                    </a:cxn>
                    <a:cxn ang="0">
                      <a:pos x="connsiteX207" y="connsiteY207"/>
                    </a:cxn>
                    <a:cxn ang="0">
                      <a:pos x="connsiteX208" y="connsiteY208"/>
                    </a:cxn>
                    <a:cxn ang="0">
                      <a:pos x="connsiteX209" y="connsiteY209"/>
                    </a:cxn>
                    <a:cxn ang="0">
                      <a:pos x="connsiteX210" y="connsiteY210"/>
                    </a:cxn>
                    <a:cxn ang="0">
                      <a:pos x="connsiteX211" y="connsiteY211"/>
                    </a:cxn>
                    <a:cxn ang="0">
                      <a:pos x="connsiteX212" y="connsiteY212"/>
                    </a:cxn>
                    <a:cxn ang="0">
                      <a:pos x="connsiteX213" y="connsiteY213"/>
                    </a:cxn>
                    <a:cxn ang="0">
                      <a:pos x="connsiteX214" y="connsiteY214"/>
                    </a:cxn>
                    <a:cxn ang="0">
                      <a:pos x="connsiteX215" y="connsiteY215"/>
                    </a:cxn>
                    <a:cxn ang="0">
                      <a:pos x="connsiteX216" y="connsiteY216"/>
                    </a:cxn>
                    <a:cxn ang="0">
                      <a:pos x="connsiteX217" y="connsiteY217"/>
                    </a:cxn>
                    <a:cxn ang="0">
                      <a:pos x="connsiteX218" y="connsiteY218"/>
                    </a:cxn>
                    <a:cxn ang="0">
                      <a:pos x="connsiteX219" y="connsiteY219"/>
                    </a:cxn>
                    <a:cxn ang="0">
                      <a:pos x="connsiteX220" y="connsiteY220"/>
                    </a:cxn>
                    <a:cxn ang="0">
                      <a:pos x="connsiteX221" y="connsiteY221"/>
                    </a:cxn>
                    <a:cxn ang="0">
                      <a:pos x="connsiteX222" y="connsiteY222"/>
                    </a:cxn>
                    <a:cxn ang="0">
                      <a:pos x="connsiteX223" y="connsiteY223"/>
                    </a:cxn>
                    <a:cxn ang="0">
                      <a:pos x="connsiteX224" y="connsiteY224"/>
                    </a:cxn>
                    <a:cxn ang="0">
                      <a:pos x="connsiteX225" y="connsiteY225"/>
                    </a:cxn>
                    <a:cxn ang="0">
                      <a:pos x="connsiteX226" y="connsiteY226"/>
                    </a:cxn>
                    <a:cxn ang="0">
                      <a:pos x="connsiteX227" y="connsiteY227"/>
                    </a:cxn>
                    <a:cxn ang="0">
                      <a:pos x="connsiteX228" y="connsiteY228"/>
                    </a:cxn>
                    <a:cxn ang="0">
                      <a:pos x="connsiteX229" y="connsiteY229"/>
                    </a:cxn>
                    <a:cxn ang="0">
                      <a:pos x="connsiteX230" y="connsiteY230"/>
                    </a:cxn>
                    <a:cxn ang="0">
                      <a:pos x="connsiteX231" y="connsiteY231"/>
                    </a:cxn>
                    <a:cxn ang="0">
                      <a:pos x="connsiteX232" y="connsiteY232"/>
                    </a:cxn>
                    <a:cxn ang="0">
                      <a:pos x="connsiteX233" y="connsiteY233"/>
                    </a:cxn>
                    <a:cxn ang="0">
                      <a:pos x="connsiteX234" y="connsiteY234"/>
                    </a:cxn>
                    <a:cxn ang="0">
                      <a:pos x="connsiteX235" y="connsiteY235"/>
                    </a:cxn>
                    <a:cxn ang="0">
                      <a:pos x="connsiteX236" y="connsiteY236"/>
                    </a:cxn>
                    <a:cxn ang="0">
                      <a:pos x="connsiteX237" y="connsiteY237"/>
                    </a:cxn>
                    <a:cxn ang="0">
                      <a:pos x="connsiteX238" y="connsiteY238"/>
                    </a:cxn>
                    <a:cxn ang="0">
                      <a:pos x="connsiteX239" y="connsiteY239"/>
                    </a:cxn>
                    <a:cxn ang="0">
                      <a:pos x="connsiteX240" y="connsiteY240"/>
                    </a:cxn>
                    <a:cxn ang="0">
                      <a:pos x="connsiteX241" y="connsiteY241"/>
                    </a:cxn>
                    <a:cxn ang="0">
                      <a:pos x="connsiteX242" y="connsiteY242"/>
                    </a:cxn>
                    <a:cxn ang="0">
                      <a:pos x="connsiteX243" y="connsiteY243"/>
                    </a:cxn>
                    <a:cxn ang="0">
                      <a:pos x="connsiteX244" y="connsiteY244"/>
                    </a:cxn>
                    <a:cxn ang="0">
                      <a:pos x="connsiteX245" y="connsiteY245"/>
                    </a:cxn>
                    <a:cxn ang="0">
                      <a:pos x="connsiteX246" y="connsiteY246"/>
                    </a:cxn>
                    <a:cxn ang="0">
                      <a:pos x="connsiteX247" y="connsiteY247"/>
                    </a:cxn>
                    <a:cxn ang="0">
                      <a:pos x="connsiteX248" y="connsiteY248"/>
                    </a:cxn>
                    <a:cxn ang="0">
                      <a:pos x="connsiteX249" y="connsiteY249"/>
                    </a:cxn>
                    <a:cxn ang="0">
                      <a:pos x="connsiteX250" y="connsiteY250"/>
                    </a:cxn>
                    <a:cxn ang="0">
                      <a:pos x="connsiteX251" y="connsiteY251"/>
                    </a:cxn>
                  </a:cxnLst>
                  <a:rect l="l" t="t" r="r" b="b"/>
                  <a:pathLst>
                    <a:path w="192100" h="96105">
                      <a:moveTo>
                        <a:pt x="26955" y="0"/>
                      </a:moveTo>
                      <a:cubicBezTo>
                        <a:pt x="28063" y="19"/>
                        <a:pt x="28061" y="704"/>
                        <a:pt x="28384" y="1418"/>
                      </a:cubicBezTo>
                      <a:cubicBezTo>
                        <a:pt x="28867" y="2483"/>
                        <a:pt x="29299" y="3566"/>
                        <a:pt x="29858" y="4578"/>
                      </a:cubicBezTo>
                      <a:cubicBezTo>
                        <a:pt x="30705" y="6112"/>
                        <a:pt x="31574" y="7633"/>
                        <a:pt x="32581" y="9035"/>
                      </a:cubicBezTo>
                      <a:cubicBezTo>
                        <a:pt x="33428" y="10213"/>
                        <a:pt x="34347" y="11339"/>
                        <a:pt x="35260" y="12458"/>
                      </a:cubicBezTo>
                      <a:cubicBezTo>
                        <a:pt x="35787" y="13105"/>
                        <a:pt x="36424" y="13678"/>
                        <a:pt x="36957" y="14322"/>
                      </a:cubicBezTo>
                      <a:cubicBezTo>
                        <a:pt x="37169" y="14579"/>
                        <a:pt x="37454" y="14790"/>
                        <a:pt x="37671" y="15051"/>
                      </a:cubicBezTo>
                      <a:cubicBezTo>
                        <a:pt x="37745" y="15112"/>
                        <a:pt x="37820" y="15173"/>
                        <a:pt x="37894" y="15234"/>
                      </a:cubicBezTo>
                      <a:cubicBezTo>
                        <a:pt x="38167" y="15561"/>
                        <a:pt x="38515" y="15818"/>
                        <a:pt x="38787" y="16145"/>
                      </a:cubicBezTo>
                      <a:cubicBezTo>
                        <a:pt x="39085" y="16408"/>
                        <a:pt x="39383" y="16672"/>
                        <a:pt x="39680" y="16935"/>
                      </a:cubicBezTo>
                      <a:cubicBezTo>
                        <a:pt x="40145" y="17357"/>
                        <a:pt x="40581" y="17829"/>
                        <a:pt x="41109" y="18191"/>
                      </a:cubicBezTo>
                      <a:cubicBezTo>
                        <a:pt x="41221" y="18299"/>
                        <a:pt x="41332" y="18407"/>
                        <a:pt x="41444" y="18515"/>
                      </a:cubicBezTo>
                      <a:cubicBezTo>
                        <a:pt x="41863" y="18803"/>
                        <a:pt x="42206" y="19159"/>
                        <a:pt x="42627" y="19447"/>
                      </a:cubicBezTo>
                      <a:cubicBezTo>
                        <a:pt x="42694" y="19515"/>
                        <a:pt x="42761" y="19582"/>
                        <a:pt x="42828" y="19650"/>
                      </a:cubicBezTo>
                      <a:cubicBezTo>
                        <a:pt x="43436" y="20065"/>
                        <a:pt x="43964" y="20575"/>
                        <a:pt x="44569" y="20987"/>
                      </a:cubicBezTo>
                      <a:cubicBezTo>
                        <a:pt x="45552" y="21656"/>
                        <a:pt x="46481" y="22365"/>
                        <a:pt x="47494" y="23012"/>
                      </a:cubicBezTo>
                      <a:cubicBezTo>
                        <a:pt x="48165" y="23442"/>
                        <a:pt x="48827" y="23918"/>
                        <a:pt x="49503" y="24349"/>
                      </a:cubicBezTo>
                      <a:cubicBezTo>
                        <a:pt x="50705" y="25118"/>
                        <a:pt x="51976" y="25806"/>
                        <a:pt x="53209" y="26537"/>
                      </a:cubicBezTo>
                      <a:cubicBezTo>
                        <a:pt x="53959" y="26983"/>
                        <a:pt x="54763" y="27322"/>
                        <a:pt x="55530" y="27753"/>
                      </a:cubicBezTo>
                      <a:cubicBezTo>
                        <a:pt x="57701" y="28971"/>
                        <a:pt x="60078" y="30010"/>
                        <a:pt x="62406" y="31075"/>
                      </a:cubicBezTo>
                      <a:cubicBezTo>
                        <a:pt x="63158" y="31419"/>
                        <a:pt x="63907" y="31698"/>
                        <a:pt x="64683" y="32007"/>
                      </a:cubicBezTo>
                      <a:cubicBezTo>
                        <a:pt x="65179" y="32204"/>
                        <a:pt x="65715" y="32436"/>
                        <a:pt x="66201" y="32655"/>
                      </a:cubicBezTo>
                      <a:cubicBezTo>
                        <a:pt x="66470" y="32776"/>
                        <a:pt x="66730" y="32830"/>
                        <a:pt x="67005" y="32939"/>
                      </a:cubicBezTo>
                      <a:cubicBezTo>
                        <a:pt x="67600" y="33174"/>
                        <a:pt x="68242" y="33426"/>
                        <a:pt x="68835" y="33668"/>
                      </a:cubicBezTo>
                      <a:cubicBezTo>
                        <a:pt x="69384" y="33891"/>
                        <a:pt x="69921" y="34038"/>
                        <a:pt x="70487" y="34235"/>
                      </a:cubicBezTo>
                      <a:cubicBezTo>
                        <a:pt x="71098" y="34447"/>
                        <a:pt x="71746" y="34712"/>
                        <a:pt x="72363" y="34924"/>
                      </a:cubicBezTo>
                      <a:cubicBezTo>
                        <a:pt x="73434" y="35291"/>
                        <a:pt x="74518" y="35615"/>
                        <a:pt x="75577" y="35977"/>
                      </a:cubicBezTo>
                      <a:cubicBezTo>
                        <a:pt x="76678" y="36353"/>
                        <a:pt x="77780" y="36604"/>
                        <a:pt x="78904" y="36949"/>
                      </a:cubicBezTo>
                      <a:cubicBezTo>
                        <a:pt x="81082" y="37619"/>
                        <a:pt x="83400" y="38113"/>
                        <a:pt x="85668" y="38732"/>
                      </a:cubicBezTo>
                      <a:cubicBezTo>
                        <a:pt x="86346" y="38918"/>
                        <a:pt x="87054" y="39006"/>
                        <a:pt x="87722" y="39178"/>
                      </a:cubicBezTo>
                      <a:cubicBezTo>
                        <a:pt x="88055" y="39264"/>
                        <a:pt x="88486" y="39247"/>
                        <a:pt x="88771" y="39380"/>
                      </a:cubicBezTo>
                      <a:cubicBezTo>
                        <a:pt x="88887" y="39435"/>
                        <a:pt x="89018" y="39549"/>
                        <a:pt x="89128" y="39623"/>
                      </a:cubicBezTo>
                      <a:cubicBezTo>
                        <a:pt x="89305" y="39744"/>
                        <a:pt x="89442" y="39946"/>
                        <a:pt x="89574" y="40110"/>
                      </a:cubicBezTo>
                      <a:cubicBezTo>
                        <a:pt x="89786" y="40372"/>
                        <a:pt x="90011" y="40630"/>
                        <a:pt x="90177" y="40940"/>
                      </a:cubicBezTo>
                      <a:cubicBezTo>
                        <a:pt x="90350" y="41261"/>
                        <a:pt x="90397" y="41707"/>
                        <a:pt x="90490" y="42075"/>
                      </a:cubicBezTo>
                      <a:cubicBezTo>
                        <a:pt x="90564" y="42370"/>
                        <a:pt x="90461" y="42739"/>
                        <a:pt x="90400" y="42946"/>
                      </a:cubicBezTo>
                      <a:cubicBezTo>
                        <a:pt x="90350" y="43119"/>
                        <a:pt x="90367" y="43239"/>
                        <a:pt x="90311" y="43412"/>
                      </a:cubicBezTo>
                      <a:cubicBezTo>
                        <a:pt x="90167" y="43860"/>
                        <a:pt x="89947" y="44295"/>
                        <a:pt x="89664" y="44627"/>
                      </a:cubicBezTo>
                      <a:cubicBezTo>
                        <a:pt x="89370" y="44971"/>
                        <a:pt x="88649" y="44980"/>
                        <a:pt x="88101" y="44850"/>
                      </a:cubicBezTo>
                      <a:cubicBezTo>
                        <a:pt x="87143" y="44622"/>
                        <a:pt x="86092" y="44525"/>
                        <a:pt x="85154" y="44283"/>
                      </a:cubicBezTo>
                      <a:cubicBezTo>
                        <a:pt x="84954" y="44231"/>
                        <a:pt x="84794" y="44254"/>
                        <a:pt x="84596" y="44202"/>
                      </a:cubicBezTo>
                      <a:cubicBezTo>
                        <a:pt x="83508" y="43916"/>
                        <a:pt x="82320" y="43752"/>
                        <a:pt x="81248" y="43472"/>
                      </a:cubicBezTo>
                      <a:cubicBezTo>
                        <a:pt x="81003" y="43408"/>
                        <a:pt x="80797" y="43417"/>
                        <a:pt x="80556" y="43351"/>
                      </a:cubicBezTo>
                      <a:cubicBezTo>
                        <a:pt x="79709" y="43117"/>
                        <a:pt x="78827" y="42983"/>
                        <a:pt x="77966" y="42743"/>
                      </a:cubicBezTo>
                      <a:cubicBezTo>
                        <a:pt x="75807" y="42141"/>
                        <a:pt x="73596" y="41641"/>
                        <a:pt x="71537" y="40960"/>
                      </a:cubicBezTo>
                      <a:cubicBezTo>
                        <a:pt x="71055" y="40801"/>
                        <a:pt x="70608" y="40719"/>
                        <a:pt x="70130" y="40555"/>
                      </a:cubicBezTo>
                      <a:cubicBezTo>
                        <a:pt x="66751" y="39397"/>
                        <a:pt x="63395" y="38280"/>
                        <a:pt x="60308" y="36868"/>
                      </a:cubicBezTo>
                      <a:cubicBezTo>
                        <a:pt x="59495" y="36497"/>
                        <a:pt x="58689" y="36203"/>
                        <a:pt x="57897" y="35815"/>
                      </a:cubicBezTo>
                      <a:cubicBezTo>
                        <a:pt x="55648" y="34714"/>
                        <a:pt x="53461" y="33573"/>
                        <a:pt x="51333" y="32371"/>
                      </a:cubicBezTo>
                      <a:cubicBezTo>
                        <a:pt x="51054" y="32213"/>
                        <a:pt x="50782" y="32011"/>
                        <a:pt x="50507" y="31845"/>
                      </a:cubicBezTo>
                      <a:cubicBezTo>
                        <a:pt x="49271" y="31096"/>
                        <a:pt x="48085" y="30335"/>
                        <a:pt x="46891" y="29556"/>
                      </a:cubicBezTo>
                      <a:cubicBezTo>
                        <a:pt x="45686" y="28770"/>
                        <a:pt x="44612" y="27828"/>
                        <a:pt x="43431" y="27023"/>
                      </a:cubicBezTo>
                      <a:cubicBezTo>
                        <a:pt x="43181" y="26854"/>
                        <a:pt x="42971" y="26631"/>
                        <a:pt x="42716" y="26456"/>
                      </a:cubicBezTo>
                      <a:cubicBezTo>
                        <a:pt x="42642" y="26382"/>
                        <a:pt x="42567" y="26308"/>
                        <a:pt x="42493" y="26233"/>
                      </a:cubicBezTo>
                      <a:cubicBezTo>
                        <a:pt x="42217" y="26044"/>
                        <a:pt x="42004" y="25790"/>
                        <a:pt x="41734" y="25605"/>
                      </a:cubicBezTo>
                      <a:cubicBezTo>
                        <a:pt x="41087" y="25162"/>
                        <a:pt x="40541" y="24583"/>
                        <a:pt x="39970" y="24066"/>
                      </a:cubicBezTo>
                      <a:cubicBezTo>
                        <a:pt x="39432" y="23578"/>
                        <a:pt x="38847" y="23101"/>
                        <a:pt x="38385" y="22547"/>
                      </a:cubicBezTo>
                      <a:cubicBezTo>
                        <a:pt x="38281" y="22459"/>
                        <a:pt x="38177" y="22371"/>
                        <a:pt x="38073" y="22283"/>
                      </a:cubicBezTo>
                      <a:cubicBezTo>
                        <a:pt x="37773" y="21923"/>
                        <a:pt x="37386" y="21626"/>
                        <a:pt x="37091" y="21270"/>
                      </a:cubicBezTo>
                      <a:cubicBezTo>
                        <a:pt x="36576" y="20649"/>
                        <a:pt x="35970" y="20090"/>
                        <a:pt x="35461" y="19467"/>
                      </a:cubicBezTo>
                      <a:cubicBezTo>
                        <a:pt x="34828" y="18693"/>
                        <a:pt x="34176" y="17927"/>
                        <a:pt x="33563" y="17138"/>
                      </a:cubicBezTo>
                      <a:cubicBezTo>
                        <a:pt x="32950" y="16348"/>
                        <a:pt x="32418" y="15533"/>
                        <a:pt x="31844" y="14707"/>
                      </a:cubicBezTo>
                      <a:cubicBezTo>
                        <a:pt x="30291" y="12470"/>
                        <a:pt x="29026" y="10030"/>
                        <a:pt x="27848" y="7434"/>
                      </a:cubicBezTo>
                      <a:cubicBezTo>
                        <a:pt x="27421" y="6493"/>
                        <a:pt x="27133" y="5487"/>
                        <a:pt x="26777" y="4497"/>
                      </a:cubicBezTo>
                      <a:cubicBezTo>
                        <a:pt x="26532" y="3815"/>
                        <a:pt x="26413" y="3081"/>
                        <a:pt x="26196" y="2390"/>
                      </a:cubicBezTo>
                      <a:cubicBezTo>
                        <a:pt x="26140" y="2210"/>
                        <a:pt x="26161" y="2068"/>
                        <a:pt x="26107" y="1884"/>
                      </a:cubicBezTo>
                      <a:cubicBezTo>
                        <a:pt x="25993" y="1489"/>
                        <a:pt x="25862" y="997"/>
                        <a:pt x="26018" y="587"/>
                      </a:cubicBezTo>
                      <a:cubicBezTo>
                        <a:pt x="26088" y="404"/>
                        <a:pt x="26374" y="144"/>
                        <a:pt x="26576" y="81"/>
                      </a:cubicBezTo>
                      <a:cubicBezTo>
                        <a:pt x="26716" y="37"/>
                        <a:pt x="26853" y="70"/>
                        <a:pt x="26955" y="0"/>
                      </a:cubicBezTo>
                      <a:close/>
                      <a:moveTo>
                        <a:pt x="15994" y="30386"/>
                      </a:moveTo>
                      <a:cubicBezTo>
                        <a:pt x="16788" y="30390"/>
                        <a:pt x="17144" y="30921"/>
                        <a:pt x="17490" y="31338"/>
                      </a:cubicBezTo>
                      <a:cubicBezTo>
                        <a:pt x="17849" y="31770"/>
                        <a:pt x="18333" y="32118"/>
                        <a:pt x="18696" y="32554"/>
                      </a:cubicBezTo>
                      <a:cubicBezTo>
                        <a:pt x="18993" y="32824"/>
                        <a:pt x="19291" y="33094"/>
                        <a:pt x="19589" y="33364"/>
                      </a:cubicBezTo>
                      <a:cubicBezTo>
                        <a:pt x="19791" y="33608"/>
                        <a:pt x="20045" y="33799"/>
                        <a:pt x="20281" y="34012"/>
                      </a:cubicBezTo>
                      <a:cubicBezTo>
                        <a:pt x="20523" y="34232"/>
                        <a:pt x="20741" y="34471"/>
                        <a:pt x="21017" y="34660"/>
                      </a:cubicBezTo>
                      <a:cubicBezTo>
                        <a:pt x="21285" y="34903"/>
                        <a:pt x="21553" y="35147"/>
                        <a:pt x="21821" y="35390"/>
                      </a:cubicBezTo>
                      <a:cubicBezTo>
                        <a:pt x="22096" y="35578"/>
                        <a:pt x="22310" y="35832"/>
                        <a:pt x="22580" y="36018"/>
                      </a:cubicBezTo>
                      <a:cubicBezTo>
                        <a:pt x="23416" y="36591"/>
                        <a:pt x="24129" y="37312"/>
                        <a:pt x="24969" y="37881"/>
                      </a:cubicBezTo>
                      <a:cubicBezTo>
                        <a:pt x="25858" y="38485"/>
                        <a:pt x="26695" y="39164"/>
                        <a:pt x="27603" y="39745"/>
                      </a:cubicBezTo>
                      <a:cubicBezTo>
                        <a:pt x="28792" y="40507"/>
                        <a:pt x="29978" y="41280"/>
                        <a:pt x="31197" y="42014"/>
                      </a:cubicBezTo>
                      <a:cubicBezTo>
                        <a:pt x="31820" y="42389"/>
                        <a:pt x="32458" y="42703"/>
                        <a:pt x="33095" y="43067"/>
                      </a:cubicBezTo>
                      <a:cubicBezTo>
                        <a:pt x="33581" y="43345"/>
                        <a:pt x="34086" y="43665"/>
                        <a:pt x="34590" y="43918"/>
                      </a:cubicBezTo>
                      <a:cubicBezTo>
                        <a:pt x="36683" y="44971"/>
                        <a:pt x="38802" y="46004"/>
                        <a:pt x="40975" y="46997"/>
                      </a:cubicBezTo>
                      <a:cubicBezTo>
                        <a:pt x="42696" y="47784"/>
                        <a:pt x="44512" y="48421"/>
                        <a:pt x="46288" y="49144"/>
                      </a:cubicBezTo>
                      <a:cubicBezTo>
                        <a:pt x="46836" y="49368"/>
                        <a:pt x="47373" y="49516"/>
                        <a:pt x="47940" y="49712"/>
                      </a:cubicBezTo>
                      <a:cubicBezTo>
                        <a:pt x="49219" y="50153"/>
                        <a:pt x="50564" y="50603"/>
                        <a:pt x="51869" y="51049"/>
                      </a:cubicBezTo>
                      <a:cubicBezTo>
                        <a:pt x="53103" y="51470"/>
                        <a:pt x="54413" y="51758"/>
                        <a:pt x="55664" y="52143"/>
                      </a:cubicBezTo>
                      <a:cubicBezTo>
                        <a:pt x="55869" y="52205"/>
                        <a:pt x="56042" y="52198"/>
                        <a:pt x="56245" y="52264"/>
                      </a:cubicBezTo>
                      <a:cubicBezTo>
                        <a:pt x="56892" y="52475"/>
                        <a:pt x="57625" y="52607"/>
                        <a:pt x="58298" y="52791"/>
                      </a:cubicBezTo>
                      <a:cubicBezTo>
                        <a:pt x="58637" y="52883"/>
                        <a:pt x="58973" y="52882"/>
                        <a:pt x="59303" y="52993"/>
                      </a:cubicBezTo>
                      <a:cubicBezTo>
                        <a:pt x="60025" y="53238"/>
                        <a:pt x="60936" y="53976"/>
                        <a:pt x="61201" y="54634"/>
                      </a:cubicBezTo>
                      <a:cubicBezTo>
                        <a:pt x="61659" y="55774"/>
                        <a:pt x="61152" y="57070"/>
                        <a:pt x="60576" y="57815"/>
                      </a:cubicBezTo>
                      <a:cubicBezTo>
                        <a:pt x="60402" y="58039"/>
                        <a:pt x="60145" y="58408"/>
                        <a:pt x="59839" y="58503"/>
                      </a:cubicBezTo>
                      <a:cubicBezTo>
                        <a:pt x="59357" y="58653"/>
                        <a:pt x="58851" y="58497"/>
                        <a:pt x="58410" y="58382"/>
                      </a:cubicBezTo>
                      <a:cubicBezTo>
                        <a:pt x="57841" y="58234"/>
                        <a:pt x="57295" y="58212"/>
                        <a:pt x="56736" y="58058"/>
                      </a:cubicBezTo>
                      <a:cubicBezTo>
                        <a:pt x="55702" y="57773"/>
                        <a:pt x="54626" y="57618"/>
                        <a:pt x="53588" y="57328"/>
                      </a:cubicBezTo>
                      <a:cubicBezTo>
                        <a:pt x="51414" y="56722"/>
                        <a:pt x="49248" y="56176"/>
                        <a:pt x="47181" y="55465"/>
                      </a:cubicBezTo>
                      <a:cubicBezTo>
                        <a:pt x="42396" y="53817"/>
                        <a:pt x="37982" y="51884"/>
                        <a:pt x="33921" y="49590"/>
                      </a:cubicBezTo>
                      <a:cubicBezTo>
                        <a:pt x="32235" y="48638"/>
                        <a:pt x="30637" y="47565"/>
                        <a:pt x="29054" y="46511"/>
                      </a:cubicBezTo>
                      <a:cubicBezTo>
                        <a:pt x="28490" y="46136"/>
                        <a:pt x="27980" y="45674"/>
                        <a:pt x="27424" y="45296"/>
                      </a:cubicBezTo>
                      <a:cubicBezTo>
                        <a:pt x="26662" y="44777"/>
                        <a:pt x="26014" y="44152"/>
                        <a:pt x="25259" y="43634"/>
                      </a:cubicBezTo>
                      <a:cubicBezTo>
                        <a:pt x="25177" y="43553"/>
                        <a:pt x="25095" y="43472"/>
                        <a:pt x="25013" y="43391"/>
                      </a:cubicBezTo>
                      <a:cubicBezTo>
                        <a:pt x="24859" y="43267"/>
                        <a:pt x="24690" y="43159"/>
                        <a:pt x="24544" y="43027"/>
                      </a:cubicBezTo>
                      <a:cubicBezTo>
                        <a:pt x="24425" y="42912"/>
                        <a:pt x="24306" y="42797"/>
                        <a:pt x="24187" y="42682"/>
                      </a:cubicBezTo>
                      <a:cubicBezTo>
                        <a:pt x="23903" y="42487"/>
                        <a:pt x="23678" y="42241"/>
                        <a:pt x="23428" y="42014"/>
                      </a:cubicBezTo>
                      <a:cubicBezTo>
                        <a:pt x="23186" y="41794"/>
                        <a:pt x="22923" y="41596"/>
                        <a:pt x="22714" y="41345"/>
                      </a:cubicBezTo>
                      <a:cubicBezTo>
                        <a:pt x="22550" y="41204"/>
                        <a:pt x="22386" y="41062"/>
                        <a:pt x="22223" y="40920"/>
                      </a:cubicBezTo>
                      <a:cubicBezTo>
                        <a:pt x="21676" y="40263"/>
                        <a:pt x="20982" y="39721"/>
                        <a:pt x="20437" y="39056"/>
                      </a:cubicBezTo>
                      <a:cubicBezTo>
                        <a:pt x="20308" y="38899"/>
                        <a:pt x="20120" y="38767"/>
                        <a:pt x="19990" y="38611"/>
                      </a:cubicBezTo>
                      <a:cubicBezTo>
                        <a:pt x="19466" y="37976"/>
                        <a:pt x="18887" y="37374"/>
                        <a:pt x="18383" y="36727"/>
                      </a:cubicBezTo>
                      <a:cubicBezTo>
                        <a:pt x="17809" y="35989"/>
                        <a:pt x="17214" y="35246"/>
                        <a:pt x="16686" y="34478"/>
                      </a:cubicBezTo>
                      <a:cubicBezTo>
                        <a:pt x="16479" y="34175"/>
                        <a:pt x="16320" y="33866"/>
                        <a:pt x="16106" y="33567"/>
                      </a:cubicBezTo>
                      <a:cubicBezTo>
                        <a:pt x="15871" y="33238"/>
                        <a:pt x="15693" y="32893"/>
                        <a:pt x="15481" y="32533"/>
                      </a:cubicBezTo>
                      <a:cubicBezTo>
                        <a:pt x="15355" y="32320"/>
                        <a:pt x="15170" y="32084"/>
                        <a:pt x="15079" y="31845"/>
                      </a:cubicBezTo>
                      <a:cubicBezTo>
                        <a:pt x="14987" y="31602"/>
                        <a:pt x="14958" y="31131"/>
                        <a:pt x="15101" y="30913"/>
                      </a:cubicBezTo>
                      <a:cubicBezTo>
                        <a:pt x="15199" y="30764"/>
                        <a:pt x="15429" y="30529"/>
                        <a:pt x="15615" y="30467"/>
                      </a:cubicBezTo>
                      <a:cubicBezTo>
                        <a:pt x="15754" y="30420"/>
                        <a:pt x="15892" y="30457"/>
                        <a:pt x="15994" y="30386"/>
                      </a:cubicBezTo>
                      <a:close/>
                      <a:moveTo>
                        <a:pt x="993" y="45174"/>
                      </a:moveTo>
                      <a:cubicBezTo>
                        <a:pt x="1889" y="45184"/>
                        <a:pt x="2115" y="45785"/>
                        <a:pt x="2488" y="46268"/>
                      </a:cubicBezTo>
                      <a:cubicBezTo>
                        <a:pt x="3090" y="47045"/>
                        <a:pt x="3782" y="47761"/>
                        <a:pt x="4408" y="48516"/>
                      </a:cubicBezTo>
                      <a:cubicBezTo>
                        <a:pt x="4907" y="49119"/>
                        <a:pt x="5559" y="49616"/>
                        <a:pt x="6060" y="50218"/>
                      </a:cubicBezTo>
                      <a:cubicBezTo>
                        <a:pt x="6254" y="50387"/>
                        <a:pt x="6447" y="50556"/>
                        <a:pt x="6641" y="50725"/>
                      </a:cubicBezTo>
                      <a:cubicBezTo>
                        <a:pt x="6918" y="51058"/>
                        <a:pt x="7345" y="51445"/>
                        <a:pt x="7712" y="51697"/>
                      </a:cubicBezTo>
                      <a:cubicBezTo>
                        <a:pt x="7787" y="51771"/>
                        <a:pt x="7861" y="51845"/>
                        <a:pt x="7935" y="51920"/>
                      </a:cubicBezTo>
                      <a:cubicBezTo>
                        <a:pt x="8118" y="52086"/>
                        <a:pt x="8307" y="52243"/>
                        <a:pt x="8516" y="52386"/>
                      </a:cubicBezTo>
                      <a:cubicBezTo>
                        <a:pt x="8613" y="52480"/>
                        <a:pt x="8709" y="52575"/>
                        <a:pt x="8806" y="52669"/>
                      </a:cubicBezTo>
                      <a:cubicBezTo>
                        <a:pt x="9302" y="53010"/>
                        <a:pt x="9718" y="53449"/>
                        <a:pt x="10212" y="53783"/>
                      </a:cubicBezTo>
                      <a:cubicBezTo>
                        <a:pt x="11396" y="54584"/>
                        <a:pt x="12523" y="55457"/>
                        <a:pt x="13740" y="56235"/>
                      </a:cubicBezTo>
                      <a:cubicBezTo>
                        <a:pt x="16376" y="57919"/>
                        <a:pt x="19281" y="59326"/>
                        <a:pt x="22267" y="60691"/>
                      </a:cubicBezTo>
                      <a:cubicBezTo>
                        <a:pt x="23244" y="61137"/>
                        <a:pt x="24282" y="61468"/>
                        <a:pt x="25259" y="61907"/>
                      </a:cubicBezTo>
                      <a:cubicBezTo>
                        <a:pt x="25675" y="62094"/>
                        <a:pt x="26103" y="62187"/>
                        <a:pt x="26531" y="62352"/>
                      </a:cubicBezTo>
                      <a:cubicBezTo>
                        <a:pt x="27702" y="62803"/>
                        <a:pt x="28958" y="63196"/>
                        <a:pt x="30170" y="63608"/>
                      </a:cubicBezTo>
                      <a:cubicBezTo>
                        <a:pt x="31848" y="64179"/>
                        <a:pt x="33627" y="64538"/>
                        <a:pt x="35349" y="65067"/>
                      </a:cubicBezTo>
                      <a:cubicBezTo>
                        <a:pt x="35953" y="65252"/>
                        <a:pt x="36596" y="65335"/>
                        <a:pt x="37180" y="65512"/>
                      </a:cubicBezTo>
                      <a:cubicBezTo>
                        <a:pt x="37699" y="65670"/>
                        <a:pt x="38231" y="65696"/>
                        <a:pt x="38765" y="65837"/>
                      </a:cubicBezTo>
                      <a:cubicBezTo>
                        <a:pt x="39823" y="66115"/>
                        <a:pt x="41001" y="66270"/>
                        <a:pt x="42091" y="66525"/>
                      </a:cubicBezTo>
                      <a:cubicBezTo>
                        <a:pt x="42720" y="66673"/>
                        <a:pt x="43358" y="66707"/>
                        <a:pt x="43966" y="66849"/>
                      </a:cubicBezTo>
                      <a:cubicBezTo>
                        <a:pt x="44646" y="67008"/>
                        <a:pt x="45357" y="67026"/>
                        <a:pt x="46020" y="67174"/>
                      </a:cubicBezTo>
                      <a:cubicBezTo>
                        <a:pt x="46169" y="67187"/>
                        <a:pt x="46318" y="67201"/>
                        <a:pt x="46467" y="67214"/>
                      </a:cubicBezTo>
                      <a:cubicBezTo>
                        <a:pt x="47148" y="67371"/>
                        <a:pt x="47940" y="67389"/>
                        <a:pt x="48632" y="67538"/>
                      </a:cubicBezTo>
                      <a:cubicBezTo>
                        <a:pt x="48928" y="67602"/>
                        <a:pt x="49183" y="67556"/>
                        <a:pt x="49480" y="67619"/>
                      </a:cubicBezTo>
                      <a:cubicBezTo>
                        <a:pt x="50448" y="67824"/>
                        <a:pt x="51553" y="67783"/>
                        <a:pt x="52539" y="67984"/>
                      </a:cubicBezTo>
                      <a:cubicBezTo>
                        <a:pt x="52820" y="68041"/>
                        <a:pt x="53113" y="68014"/>
                        <a:pt x="53365" y="68065"/>
                      </a:cubicBezTo>
                      <a:cubicBezTo>
                        <a:pt x="53454" y="68065"/>
                        <a:pt x="53543" y="68065"/>
                        <a:pt x="53633" y="68065"/>
                      </a:cubicBezTo>
                      <a:cubicBezTo>
                        <a:pt x="53973" y="68134"/>
                        <a:pt x="54405" y="68118"/>
                        <a:pt x="54749" y="68186"/>
                      </a:cubicBezTo>
                      <a:cubicBezTo>
                        <a:pt x="54846" y="68186"/>
                        <a:pt x="54942" y="68186"/>
                        <a:pt x="55039" y="68186"/>
                      </a:cubicBezTo>
                      <a:cubicBezTo>
                        <a:pt x="55601" y="68299"/>
                        <a:pt x="56281" y="68236"/>
                        <a:pt x="56847" y="68348"/>
                      </a:cubicBezTo>
                      <a:cubicBezTo>
                        <a:pt x="56974" y="68348"/>
                        <a:pt x="57100" y="68348"/>
                        <a:pt x="57227" y="68348"/>
                      </a:cubicBezTo>
                      <a:cubicBezTo>
                        <a:pt x="57949" y="68492"/>
                        <a:pt x="58817" y="68366"/>
                        <a:pt x="59549" y="68511"/>
                      </a:cubicBezTo>
                      <a:cubicBezTo>
                        <a:pt x="59831" y="68517"/>
                        <a:pt x="60114" y="68524"/>
                        <a:pt x="60397" y="68531"/>
                      </a:cubicBezTo>
                      <a:cubicBezTo>
                        <a:pt x="60557" y="68562"/>
                        <a:pt x="60812" y="68514"/>
                        <a:pt x="61000" y="68551"/>
                      </a:cubicBezTo>
                      <a:cubicBezTo>
                        <a:pt x="61498" y="68649"/>
                        <a:pt x="62140" y="68563"/>
                        <a:pt x="62652" y="68632"/>
                      </a:cubicBezTo>
                      <a:cubicBezTo>
                        <a:pt x="62954" y="68673"/>
                        <a:pt x="63320" y="68599"/>
                        <a:pt x="63589" y="68652"/>
                      </a:cubicBezTo>
                      <a:cubicBezTo>
                        <a:pt x="63827" y="68699"/>
                        <a:pt x="64138" y="68631"/>
                        <a:pt x="64348" y="68673"/>
                      </a:cubicBezTo>
                      <a:cubicBezTo>
                        <a:pt x="64929" y="68673"/>
                        <a:pt x="65509" y="68673"/>
                        <a:pt x="66090" y="68673"/>
                      </a:cubicBezTo>
                      <a:cubicBezTo>
                        <a:pt x="67463" y="68673"/>
                        <a:pt x="68805" y="68638"/>
                        <a:pt x="70130" y="68632"/>
                      </a:cubicBezTo>
                      <a:cubicBezTo>
                        <a:pt x="70758" y="68629"/>
                        <a:pt x="71441" y="68505"/>
                        <a:pt x="71961" y="68673"/>
                      </a:cubicBezTo>
                      <a:cubicBezTo>
                        <a:pt x="72255" y="68768"/>
                        <a:pt x="72526" y="69002"/>
                        <a:pt x="72764" y="69159"/>
                      </a:cubicBezTo>
                      <a:cubicBezTo>
                        <a:pt x="73301" y="69512"/>
                        <a:pt x="73805" y="70018"/>
                        <a:pt x="74059" y="70617"/>
                      </a:cubicBezTo>
                      <a:cubicBezTo>
                        <a:pt x="74137" y="70800"/>
                        <a:pt x="74130" y="70961"/>
                        <a:pt x="74193" y="71164"/>
                      </a:cubicBezTo>
                      <a:cubicBezTo>
                        <a:pt x="74294" y="71489"/>
                        <a:pt x="74440" y="72001"/>
                        <a:pt x="74327" y="72440"/>
                      </a:cubicBezTo>
                      <a:cubicBezTo>
                        <a:pt x="74254" y="72727"/>
                        <a:pt x="74215" y="73073"/>
                        <a:pt x="74104" y="73352"/>
                      </a:cubicBezTo>
                      <a:cubicBezTo>
                        <a:pt x="73933" y="73782"/>
                        <a:pt x="73476" y="73908"/>
                        <a:pt x="72943" y="74021"/>
                      </a:cubicBezTo>
                      <a:cubicBezTo>
                        <a:pt x="72750" y="74027"/>
                        <a:pt x="72556" y="74034"/>
                        <a:pt x="72363" y="74041"/>
                      </a:cubicBezTo>
                      <a:cubicBezTo>
                        <a:pt x="71538" y="74204"/>
                        <a:pt x="70535" y="74060"/>
                        <a:pt x="69706" y="74223"/>
                      </a:cubicBezTo>
                      <a:cubicBezTo>
                        <a:pt x="69546" y="74254"/>
                        <a:pt x="69324" y="74217"/>
                        <a:pt x="69193" y="74243"/>
                      </a:cubicBezTo>
                      <a:cubicBezTo>
                        <a:pt x="68880" y="74250"/>
                        <a:pt x="68567" y="74257"/>
                        <a:pt x="68255" y="74264"/>
                      </a:cubicBezTo>
                      <a:cubicBezTo>
                        <a:pt x="67952" y="74323"/>
                        <a:pt x="67570" y="74237"/>
                        <a:pt x="67228" y="74304"/>
                      </a:cubicBezTo>
                      <a:cubicBezTo>
                        <a:pt x="66942" y="74360"/>
                        <a:pt x="66592" y="74345"/>
                        <a:pt x="66268" y="74345"/>
                      </a:cubicBezTo>
                      <a:cubicBezTo>
                        <a:pt x="66149" y="74345"/>
                        <a:pt x="66030" y="74345"/>
                        <a:pt x="65911" y="74345"/>
                      </a:cubicBezTo>
                      <a:cubicBezTo>
                        <a:pt x="65635" y="74399"/>
                        <a:pt x="65248" y="74385"/>
                        <a:pt x="64951" y="74385"/>
                      </a:cubicBezTo>
                      <a:cubicBezTo>
                        <a:pt x="64519" y="74385"/>
                        <a:pt x="64088" y="74385"/>
                        <a:pt x="63656" y="74385"/>
                      </a:cubicBezTo>
                      <a:cubicBezTo>
                        <a:pt x="63254" y="74463"/>
                        <a:pt x="62695" y="74405"/>
                        <a:pt x="62250" y="74405"/>
                      </a:cubicBezTo>
                      <a:cubicBezTo>
                        <a:pt x="61881" y="74405"/>
                        <a:pt x="61417" y="74449"/>
                        <a:pt x="61089" y="74385"/>
                      </a:cubicBezTo>
                      <a:cubicBezTo>
                        <a:pt x="60836" y="74385"/>
                        <a:pt x="60583" y="74385"/>
                        <a:pt x="60330" y="74385"/>
                      </a:cubicBezTo>
                      <a:cubicBezTo>
                        <a:pt x="59802" y="74385"/>
                        <a:pt x="59281" y="74385"/>
                        <a:pt x="58790" y="74345"/>
                      </a:cubicBezTo>
                      <a:cubicBezTo>
                        <a:pt x="58537" y="74345"/>
                        <a:pt x="58284" y="74345"/>
                        <a:pt x="58031" y="74345"/>
                      </a:cubicBezTo>
                      <a:cubicBezTo>
                        <a:pt x="57597" y="74259"/>
                        <a:pt x="57032" y="74348"/>
                        <a:pt x="56602" y="74264"/>
                      </a:cubicBezTo>
                      <a:cubicBezTo>
                        <a:pt x="56431" y="74264"/>
                        <a:pt x="56260" y="74264"/>
                        <a:pt x="56088" y="74264"/>
                      </a:cubicBezTo>
                      <a:cubicBezTo>
                        <a:pt x="55774" y="74201"/>
                        <a:pt x="55350" y="74244"/>
                        <a:pt x="55039" y="74183"/>
                      </a:cubicBezTo>
                      <a:cubicBezTo>
                        <a:pt x="54890" y="74183"/>
                        <a:pt x="54741" y="74183"/>
                        <a:pt x="54593" y="74183"/>
                      </a:cubicBezTo>
                      <a:cubicBezTo>
                        <a:pt x="54354" y="74135"/>
                        <a:pt x="54006" y="74149"/>
                        <a:pt x="53767" y="74102"/>
                      </a:cubicBezTo>
                      <a:cubicBezTo>
                        <a:pt x="53648" y="74102"/>
                        <a:pt x="53529" y="74102"/>
                        <a:pt x="53409" y="74102"/>
                      </a:cubicBezTo>
                      <a:cubicBezTo>
                        <a:pt x="52582" y="73936"/>
                        <a:pt x="51630" y="74023"/>
                        <a:pt x="50820" y="73858"/>
                      </a:cubicBezTo>
                      <a:cubicBezTo>
                        <a:pt x="50597" y="73845"/>
                        <a:pt x="50373" y="73831"/>
                        <a:pt x="50150" y="73818"/>
                      </a:cubicBezTo>
                      <a:cubicBezTo>
                        <a:pt x="49100" y="73601"/>
                        <a:pt x="47936" y="73634"/>
                        <a:pt x="46913" y="73413"/>
                      </a:cubicBezTo>
                      <a:cubicBezTo>
                        <a:pt x="46635" y="73353"/>
                        <a:pt x="46406" y="73393"/>
                        <a:pt x="46132" y="73332"/>
                      </a:cubicBezTo>
                      <a:cubicBezTo>
                        <a:pt x="45181" y="73121"/>
                        <a:pt x="44133" y="73062"/>
                        <a:pt x="43207" y="72846"/>
                      </a:cubicBezTo>
                      <a:cubicBezTo>
                        <a:pt x="43055" y="72810"/>
                        <a:pt x="42958" y="72841"/>
                        <a:pt x="42806" y="72805"/>
                      </a:cubicBezTo>
                      <a:cubicBezTo>
                        <a:pt x="42368" y="72701"/>
                        <a:pt x="41854" y="72633"/>
                        <a:pt x="41421" y="72522"/>
                      </a:cubicBezTo>
                      <a:cubicBezTo>
                        <a:pt x="41220" y="72469"/>
                        <a:pt x="41065" y="72493"/>
                        <a:pt x="40863" y="72440"/>
                      </a:cubicBezTo>
                      <a:cubicBezTo>
                        <a:pt x="39359" y="72047"/>
                        <a:pt x="37792" y="71841"/>
                        <a:pt x="36309" y="71428"/>
                      </a:cubicBezTo>
                      <a:cubicBezTo>
                        <a:pt x="33684" y="70696"/>
                        <a:pt x="31031" y="70042"/>
                        <a:pt x="28652" y="69078"/>
                      </a:cubicBezTo>
                      <a:cubicBezTo>
                        <a:pt x="28113" y="68859"/>
                        <a:pt x="27576" y="68733"/>
                        <a:pt x="27045" y="68511"/>
                      </a:cubicBezTo>
                      <a:cubicBezTo>
                        <a:pt x="26105" y="68117"/>
                        <a:pt x="25135" y="67759"/>
                        <a:pt x="24210" y="67336"/>
                      </a:cubicBezTo>
                      <a:cubicBezTo>
                        <a:pt x="22761" y="66673"/>
                        <a:pt x="21345" y="65976"/>
                        <a:pt x="19946" y="65269"/>
                      </a:cubicBezTo>
                      <a:cubicBezTo>
                        <a:pt x="18961" y="64773"/>
                        <a:pt x="18014" y="64166"/>
                        <a:pt x="17088" y="63608"/>
                      </a:cubicBezTo>
                      <a:cubicBezTo>
                        <a:pt x="16328" y="63151"/>
                        <a:pt x="15594" y="62703"/>
                        <a:pt x="14856" y="62231"/>
                      </a:cubicBezTo>
                      <a:cubicBezTo>
                        <a:pt x="14129" y="61766"/>
                        <a:pt x="13451" y="61233"/>
                        <a:pt x="12735" y="60752"/>
                      </a:cubicBezTo>
                      <a:cubicBezTo>
                        <a:pt x="12007" y="60263"/>
                        <a:pt x="11383" y="59648"/>
                        <a:pt x="10659" y="59152"/>
                      </a:cubicBezTo>
                      <a:cubicBezTo>
                        <a:pt x="10384" y="58963"/>
                        <a:pt x="10151" y="58651"/>
                        <a:pt x="9878" y="58463"/>
                      </a:cubicBezTo>
                      <a:cubicBezTo>
                        <a:pt x="9202" y="57999"/>
                        <a:pt x="8643" y="57383"/>
                        <a:pt x="8047" y="56842"/>
                      </a:cubicBezTo>
                      <a:cubicBezTo>
                        <a:pt x="5505" y="54536"/>
                        <a:pt x="3347" y="51885"/>
                        <a:pt x="1417" y="49023"/>
                      </a:cubicBezTo>
                      <a:cubicBezTo>
                        <a:pt x="971" y="48362"/>
                        <a:pt x="647" y="47673"/>
                        <a:pt x="256" y="46957"/>
                      </a:cubicBezTo>
                      <a:cubicBezTo>
                        <a:pt x="78" y="46630"/>
                        <a:pt x="-109" y="46190"/>
                        <a:pt x="77" y="45741"/>
                      </a:cubicBezTo>
                      <a:cubicBezTo>
                        <a:pt x="137" y="45598"/>
                        <a:pt x="456" y="45309"/>
                        <a:pt x="613" y="45255"/>
                      </a:cubicBezTo>
                      <a:cubicBezTo>
                        <a:pt x="742" y="45211"/>
                        <a:pt x="895" y="45241"/>
                        <a:pt x="993" y="45174"/>
                      </a:cubicBezTo>
                      <a:close/>
                      <a:moveTo>
                        <a:pt x="148733" y="65148"/>
                      </a:moveTo>
                      <a:cubicBezTo>
                        <a:pt x="149546" y="65156"/>
                        <a:pt x="149797" y="65646"/>
                        <a:pt x="150140" y="66080"/>
                      </a:cubicBezTo>
                      <a:cubicBezTo>
                        <a:pt x="150478" y="66508"/>
                        <a:pt x="150863" y="66909"/>
                        <a:pt x="151211" y="67336"/>
                      </a:cubicBezTo>
                      <a:cubicBezTo>
                        <a:pt x="151949" y="68241"/>
                        <a:pt x="152876" y="69013"/>
                        <a:pt x="153622" y="69908"/>
                      </a:cubicBezTo>
                      <a:cubicBezTo>
                        <a:pt x="153882" y="70221"/>
                        <a:pt x="154252" y="70463"/>
                        <a:pt x="154515" y="70779"/>
                      </a:cubicBezTo>
                      <a:cubicBezTo>
                        <a:pt x="154619" y="70867"/>
                        <a:pt x="154723" y="70955"/>
                        <a:pt x="154828" y="71043"/>
                      </a:cubicBezTo>
                      <a:cubicBezTo>
                        <a:pt x="155190" y="71478"/>
                        <a:pt x="155677" y="71834"/>
                        <a:pt x="156100" y="72218"/>
                      </a:cubicBezTo>
                      <a:cubicBezTo>
                        <a:pt x="156465" y="72548"/>
                        <a:pt x="156829" y="72879"/>
                        <a:pt x="157194" y="73210"/>
                      </a:cubicBezTo>
                      <a:cubicBezTo>
                        <a:pt x="157768" y="73604"/>
                        <a:pt x="158232" y="74157"/>
                        <a:pt x="158801" y="74547"/>
                      </a:cubicBezTo>
                      <a:cubicBezTo>
                        <a:pt x="159126" y="74770"/>
                        <a:pt x="159396" y="75058"/>
                        <a:pt x="159717" y="75277"/>
                      </a:cubicBezTo>
                      <a:cubicBezTo>
                        <a:pt x="160772" y="75997"/>
                        <a:pt x="161731" y="76834"/>
                        <a:pt x="162797" y="77545"/>
                      </a:cubicBezTo>
                      <a:cubicBezTo>
                        <a:pt x="164403" y="78616"/>
                        <a:pt x="166011" y="79697"/>
                        <a:pt x="167686" y="80705"/>
                      </a:cubicBezTo>
                      <a:cubicBezTo>
                        <a:pt x="170204" y="82221"/>
                        <a:pt x="172877" y="83590"/>
                        <a:pt x="175589" y="84919"/>
                      </a:cubicBezTo>
                      <a:cubicBezTo>
                        <a:pt x="177129" y="85674"/>
                        <a:pt x="178744" y="86315"/>
                        <a:pt x="180322" y="87026"/>
                      </a:cubicBezTo>
                      <a:cubicBezTo>
                        <a:pt x="180883" y="87278"/>
                        <a:pt x="181471" y="87468"/>
                        <a:pt x="182018" y="87715"/>
                      </a:cubicBezTo>
                      <a:cubicBezTo>
                        <a:pt x="182221" y="87806"/>
                        <a:pt x="182418" y="87826"/>
                        <a:pt x="182621" y="87917"/>
                      </a:cubicBezTo>
                      <a:cubicBezTo>
                        <a:pt x="183494" y="88309"/>
                        <a:pt x="184467" y="88606"/>
                        <a:pt x="185367" y="88971"/>
                      </a:cubicBezTo>
                      <a:cubicBezTo>
                        <a:pt x="185598" y="89064"/>
                        <a:pt x="185799" y="89091"/>
                        <a:pt x="186037" y="89173"/>
                      </a:cubicBezTo>
                      <a:cubicBezTo>
                        <a:pt x="186913" y="89475"/>
                        <a:pt x="187840" y="89783"/>
                        <a:pt x="188738" y="90085"/>
                      </a:cubicBezTo>
                      <a:cubicBezTo>
                        <a:pt x="189243" y="90254"/>
                        <a:pt x="189842" y="90320"/>
                        <a:pt x="190301" y="90551"/>
                      </a:cubicBezTo>
                      <a:cubicBezTo>
                        <a:pt x="191458" y="91132"/>
                        <a:pt x="192527" y="92380"/>
                        <a:pt x="191930" y="94035"/>
                      </a:cubicBezTo>
                      <a:cubicBezTo>
                        <a:pt x="191718" y="94624"/>
                        <a:pt x="191358" y="95082"/>
                        <a:pt x="190993" y="95534"/>
                      </a:cubicBezTo>
                      <a:cubicBezTo>
                        <a:pt x="190740" y="95845"/>
                        <a:pt x="190425" y="95969"/>
                        <a:pt x="189966" y="96101"/>
                      </a:cubicBezTo>
                      <a:cubicBezTo>
                        <a:pt x="189853" y="96133"/>
                        <a:pt x="189352" y="95972"/>
                        <a:pt x="189251" y="95939"/>
                      </a:cubicBezTo>
                      <a:cubicBezTo>
                        <a:pt x="188636" y="95736"/>
                        <a:pt x="188017" y="95640"/>
                        <a:pt x="187398" y="95453"/>
                      </a:cubicBezTo>
                      <a:cubicBezTo>
                        <a:pt x="184200" y="94486"/>
                        <a:pt x="181128" y="93463"/>
                        <a:pt x="178179" y="92293"/>
                      </a:cubicBezTo>
                      <a:cubicBezTo>
                        <a:pt x="173404" y="90398"/>
                        <a:pt x="169125" y="87980"/>
                        <a:pt x="165097" y="85405"/>
                      </a:cubicBezTo>
                      <a:cubicBezTo>
                        <a:pt x="163925" y="84656"/>
                        <a:pt x="162867" y="83771"/>
                        <a:pt x="161726" y="82995"/>
                      </a:cubicBezTo>
                      <a:cubicBezTo>
                        <a:pt x="161391" y="82767"/>
                        <a:pt x="161104" y="82477"/>
                        <a:pt x="160766" y="82245"/>
                      </a:cubicBezTo>
                      <a:cubicBezTo>
                        <a:pt x="160699" y="82178"/>
                        <a:pt x="160632" y="82110"/>
                        <a:pt x="160565" y="82042"/>
                      </a:cubicBezTo>
                      <a:cubicBezTo>
                        <a:pt x="160110" y="81731"/>
                        <a:pt x="159745" y="81340"/>
                        <a:pt x="159292" y="81030"/>
                      </a:cubicBezTo>
                      <a:cubicBezTo>
                        <a:pt x="159092" y="80841"/>
                        <a:pt x="158891" y="80651"/>
                        <a:pt x="158690" y="80462"/>
                      </a:cubicBezTo>
                      <a:cubicBezTo>
                        <a:pt x="158462" y="80306"/>
                        <a:pt x="158286" y="80117"/>
                        <a:pt x="158087" y="79936"/>
                      </a:cubicBezTo>
                      <a:cubicBezTo>
                        <a:pt x="157888" y="79755"/>
                        <a:pt x="157679" y="79596"/>
                        <a:pt x="157507" y="79389"/>
                      </a:cubicBezTo>
                      <a:cubicBezTo>
                        <a:pt x="157365" y="79267"/>
                        <a:pt x="157224" y="79146"/>
                        <a:pt x="157082" y="79024"/>
                      </a:cubicBezTo>
                      <a:cubicBezTo>
                        <a:pt x="156827" y="78792"/>
                        <a:pt x="156564" y="78537"/>
                        <a:pt x="156346" y="78275"/>
                      </a:cubicBezTo>
                      <a:cubicBezTo>
                        <a:pt x="156212" y="78153"/>
                        <a:pt x="156078" y="78031"/>
                        <a:pt x="155944" y="77910"/>
                      </a:cubicBezTo>
                      <a:cubicBezTo>
                        <a:pt x="155657" y="77565"/>
                        <a:pt x="155289" y="77279"/>
                        <a:pt x="155006" y="76938"/>
                      </a:cubicBezTo>
                      <a:cubicBezTo>
                        <a:pt x="154269" y="76048"/>
                        <a:pt x="153466" y="75223"/>
                        <a:pt x="152752" y="74304"/>
                      </a:cubicBezTo>
                      <a:cubicBezTo>
                        <a:pt x="152110" y="73478"/>
                        <a:pt x="151405" y="72659"/>
                        <a:pt x="150809" y="71792"/>
                      </a:cubicBezTo>
                      <a:cubicBezTo>
                        <a:pt x="150046" y="70681"/>
                        <a:pt x="149347" y="69536"/>
                        <a:pt x="148666" y="68348"/>
                      </a:cubicBezTo>
                      <a:cubicBezTo>
                        <a:pt x="148367" y="67827"/>
                        <a:pt x="148028" y="67174"/>
                        <a:pt x="147818" y="66606"/>
                      </a:cubicBezTo>
                      <a:cubicBezTo>
                        <a:pt x="147724" y="66354"/>
                        <a:pt x="147697" y="65902"/>
                        <a:pt x="147840" y="65675"/>
                      </a:cubicBezTo>
                      <a:cubicBezTo>
                        <a:pt x="147938" y="65519"/>
                        <a:pt x="148163" y="65294"/>
                        <a:pt x="148354" y="65229"/>
                      </a:cubicBezTo>
                      <a:cubicBezTo>
                        <a:pt x="148483" y="65185"/>
                        <a:pt x="148635" y="65215"/>
                        <a:pt x="148733" y="65148"/>
                      </a:cubicBezTo>
                      <a:close/>
                    </a:path>
                  </a:pathLst>
                </a:custGeom>
                <a:solidFill>
                  <a:srgbClr val="3B434F">
                    <a:alpha val="20000"/>
                  </a:srgbClr>
                </a:solidFill>
                <a:ln w="141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356" name="자유형: 도형 355">
                  <a:extLst>
                    <a:ext uri="{FF2B5EF4-FFF2-40B4-BE49-F238E27FC236}">
                      <a16:creationId xmlns:a16="http://schemas.microsoft.com/office/drawing/2014/main" id="{59AEA7D6-729A-432E-9DA7-BCD62E3C8390}"/>
                    </a:ext>
                  </a:extLst>
                </p:cNvPr>
                <p:cNvSpPr/>
                <p:nvPr/>
              </p:nvSpPr>
              <p:spPr>
                <a:xfrm>
                  <a:off x="2715416" y="8913315"/>
                  <a:ext cx="25357" cy="38991"/>
                </a:xfrm>
                <a:custGeom>
                  <a:avLst/>
                  <a:gdLst>
                    <a:gd name="connsiteX0" fmla="*/ 14483 w 25357"/>
                    <a:gd name="connsiteY0" fmla="*/ 0 h 38991"/>
                    <a:gd name="connsiteX1" fmla="*/ 16598 w 25357"/>
                    <a:gd name="connsiteY1" fmla="*/ 0 h 38991"/>
                    <a:gd name="connsiteX2" fmla="*/ 25055 w 25357"/>
                    <a:gd name="connsiteY2" fmla="*/ 20868 h 38991"/>
                    <a:gd name="connsiteX3" fmla="*/ 24451 w 25357"/>
                    <a:gd name="connsiteY3" fmla="*/ 28557 h 38991"/>
                    <a:gd name="connsiteX4" fmla="*/ 9046 w 25357"/>
                    <a:gd name="connsiteY4" fmla="*/ 36794 h 38991"/>
                    <a:gd name="connsiteX5" fmla="*/ 4214 w 25357"/>
                    <a:gd name="connsiteY5" fmla="*/ 38991 h 38991"/>
                    <a:gd name="connsiteX6" fmla="*/ 589 w 25357"/>
                    <a:gd name="connsiteY6" fmla="*/ 35971 h 38991"/>
                    <a:gd name="connsiteX7" fmla="*/ 2704 w 25357"/>
                    <a:gd name="connsiteY7" fmla="*/ 31852 h 38991"/>
                    <a:gd name="connsiteX8" fmla="*/ 15993 w 25357"/>
                    <a:gd name="connsiteY8" fmla="*/ 26360 h 38991"/>
                    <a:gd name="connsiteX9" fmla="*/ 15993 w 25357"/>
                    <a:gd name="connsiteY9" fmla="*/ 19221 h 38991"/>
                    <a:gd name="connsiteX10" fmla="*/ 12671 w 25357"/>
                    <a:gd name="connsiteY10" fmla="*/ 8787 h 38991"/>
                    <a:gd name="connsiteX11" fmla="*/ 10859 w 25357"/>
                    <a:gd name="connsiteY11" fmla="*/ 1373 h 38991"/>
                    <a:gd name="connsiteX12" fmla="*/ 14483 w 25357"/>
                    <a:gd name="connsiteY12" fmla="*/ 0 h 389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5357" h="38991">
                      <a:moveTo>
                        <a:pt x="14483" y="0"/>
                      </a:moveTo>
                      <a:cubicBezTo>
                        <a:pt x="15188" y="0"/>
                        <a:pt x="15893" y="0"/>
                        <a:pt x="16598" y="0"/>
                      </a:cubicBezTo>
                      <a:cubicBezTo>
                        <a:pt x="20969" y="5397"/>
                        <a:pt x="22747" y="13690"/>
                        <a:pt x="25055" y="20868"/>
                      </a:cubicBezTo>
                      <a:cubicBezTo>
                        <a:pt x="25770" y="23093"/>
                        <a:pt x="25076" y="26984"/>
                        <a:pt x="24451" y="28557"/>
                      </a:cubicBezTo>
                      <a:cubicBezTo>
                        <a:pt x="22160" y="34317"/>
                        <a:pt x="14968" y="34214"/>
                        <a:pt x="9046" y="36794"/>
                      </a:cubicBezTo>
                      <a:cubicBezTo>
                        <a:pt x="7456" y="37487"/>
                        <a:pt x="6273" y="38684"/>
                        <a:pt x="4214" y="38991"/>
                      </a:cubicBezTo>
                      <a:cubicBezTo>
                        <a:pt x="2871" y="37916"/>
                        <a:pt x="1250" y="37705"/>
                        <a:pt x="589" y="35971"/>
                      </a:cubicBezTo>
                      <a:cubicBezTo>
                        <a:pt x="-1042" y="33928"/>
                        <a:pt x="1060" y="32653"/>
                        <a:pt x="2704" y="31852"/>
                      </a:cubicBezTo>
                      <a:cubicBezTo>
                        <a:pt x="5686" y="30398"/>
                        <a:pt x="14891" y="28965"/>
                        <a:pt x="15993" y="26360"/>
                      </a:cubicBezTo>
                      <a:cubicBezTo>
                        <a:pt x="17357" y="24950"/>
                        <a:pt x="16450" y="20710"/>
                        <a:pt x="15993" y="19221"/>
                      </a:cubicBezTo>
                      <a:cubicBezTo>
                        <a:pt x="14823" y="15408"/>
                        <a:pt x="14261" y="12225"/>
                        <a:pt x="12671" y="8787"/>
                      </a:cubicBezTo>
                      <a:cubicBezTo>
                        <a:pt x="11615" y="6503"/>
                        <a:pt x="9760" y="4095"/>
                        <a:pt x="10859" y="1373"/>
                      </a:cubicBezTo>
                      <a:cubicBezTo>
                        <a:pt x="11769" y="1017"/>
                        <a:pt x="13737" y="613"/>
                        <a:pt x="14483" y="0"/>
                      </a:cubicBezTo>
                      <a:close/>
                    </a:path>
                  </a:pathLst>
                </a:custGeom>
                <a:solidFill>
                  <a:srgbClr val="3B434F"/>
                </a:solidFill>
                <a:ln w="141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357" name="자유형: 도형 356">
                  <a:extLst>
                    <a:ext uri="{FF2B5EF4-FFF2-40B4-BE49-F238E27FC236}">
                      <a16:creationId xmlns:a16="http://schemas.microsoft.com/office/drawing/2014/main" id="{A2860891-9D0F-49CD-BCA4-5CF1CE27CDAD}"/>
                    </a:ext>
                  </a:extLst>
                </p:cNvPr>
                <p:cNvSpPr/>
                <p:nvPr/>
              </p:nvSpPr>
              <p:spPr>
                <a:xfrm>
                  <a:off x="2640193" y="8866636"/>
                  <a:ext cx="24163" cy="21966"/>
                </a:xfrm>
                <a:custGeom>
                  <a:avLst/>
                  <a:gdLst>
                    <a:gd name="connsiteX0" fmla="*/ 12082 w 24163"/>
                    <a:gd name="connsiteY0" fmla="*/ 0 h 21966"/>
                    <a:gd name="connsiteX1" fmla="*/ 24164 w 24163"/>
                    <a:gd name="connsiteY1" fmla="*/ 10983 h 21966"/>
                    <a:gd name="connsiteX2" fmla="*/ 12082 w 24163"/>
                    <a:gd name="connsiteY2" fmla="*/ 21967 h 21966"/>
                    <a:gd name="connsiteX3" fmla="*/ 0 w 24163"/>
                    <a:gd name="connsiteY3" fmla="*/ 10983 h 21966"/>
                    <a:gd name="connsiteX4" fmla="*/ 12082 w 24163"/>
                    <a:gd name="connsiteY4" fmla="*/ 0 h 219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4163" h="21966">
                      <a:moveTo>
                        <a:pt x="12082" y="0"/>
                      </a:moveTo>
                      <a:cubicBezTo>
                        <a:pt x="18754" y="0"/>
                        <a:pt x="24164" y="4917"/>
                        <a:pt x="24164" y="10983"/>
                      </a:cubicBezTo>
                      <a:cubicBezTo>
                        <a:pt x="24164" y="17049"/>
                        <a:pt x="18754" y="21967"/>
                        <a:pt x="12082" y="21967"/>
                      </a:cubicBezTo>
                      <a:cubicBezTo>
                        <a:pt x="5409" y="21967"/>
                        <a:pt x="0" y="17049"/>
                        <a:pt x="0" y="10983"/>
                      </a:cubicBezTo>
                      <a:cubicBezTo>
                        <a:pt x="0" y="4917"/>
                        <a:pt x="5409" y="0"/>
                        <a:pt x="12082" y="0"/>
                      </a:cubicBezTo>
                      <a:close/>
                    </a:path>
                  </a:pathLst>
                </a:custGeom>
                <a:solidFill>
                  <a:srgbClr val="3B434F"/>
                </a:solidFill>
                <a:ln w="141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358" name="자유형: 도형 357">
                  <a:extLst>
                    <a:ext uri="{FF2B5EF4-FFF2-40B4-BE49-F238E27FC236}">
                      <a16:creationId xmlns:a16="http://schemas.microsoft.com/office/drawing/2014/main" id="{684B0C71-54F8-4EAE-855F-1D4737EB3DD1}"/>
                    </a:ext>
                  </a:extLst>
                </p:cNvPr>
                <p:cNvSpPr/>
                <p:nvPr/>
              </p:nvSpPr>
              <p:spPr>
                <a:xfrm>
                  <a:off x="2774300" y="8866636"/>
                  <a:ext cx="24163" cy="21966"/>
                </a:xfrm>
                <a:custGeom>
                  <a:avLst/>
                  <a:gdLst>
                    <a:gd name="connsiteX0" fmla="*/ 12082 w 24163"/>
                    <a:gd name="connsiteY0" fmla="*/ 0 h 21966"/>
                    <a:gd name="connsiteX1" fmla="*/ 24163 w 24163"/>
                    <a:gd name="connsiteY1" fmla="*/ 10983 h 21966"/>
                    <a:gd name="connsiteX2" fmla="*/ 12082 w 24163"/>
                    <a:gd name="connsiteY2" fmla="*/ 21967 h 21966"/>
                    <a:gd name="connsiteX3" fmla="*/ 0 w 24163"/>
                    <a:gd name="connsiteY3" fmla="*/ 10983 h 21966"/>
                    <a:gd name="connsiteX4" fmla="*/ 12082 w 24163"/>
                    <a:gd name="connsiteY4" fmla="*/ 0 h 219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4163" h="21966">
                      <a:moveTo>
                        <a:pt x="12082" y="0"/>
                      </a:moveTo>
                      <a:cubicBezTo>
                        <a:pt x="18754" y="0"/>
                        <a:pt x="24163" y="4917"/>
                        <a:pt x="24163" y="10983"/>
                      </a:cubicBezTo>
                      <a:cubicBezTo>
                        <a:pt x="24163" y="17049"/>
                        <a:pt x="18754" y="21967"/>
                        <a:pt x="12082" y="21967"/>
                      </a:cubicBezTo>
                      <a:cubicBezTo>
                        <a:pt x="5409" y="21967"/>
                        <a:pt x="0" y="17049"/>
                        <a:pt x="0" y="10983"/>
                      </a:cubicBezTo>
                      <a:cubicBezTo>
                        <a:pt x="0" y="4917"/>
                        <a:pt x="5409" y="0"/>
                        <a:pt x="12082" y="0"/>
                      </a:cubicBezTo>
                      <a:close/>
                    </a:path>
                  </a:pathLst>
                </a:custGeom>
                <a:solidFill>
                  <a:srgbClr val="3B434F"/>
                </a:solidFill>
                <a:ln w="141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359" name="자유형: 도형 358">
                  <a:extLst>
                    <a:ext uri="{FF2B5EF4-FFF2-40B4-BE49-F238E27FC236}">
                      <a16:creationId xmlns:a16="http://schemas.microsoft.com/office/drawing/2014/main" id="{4CBB420B-E859-4DC4-AD7E-AF64AFC440DB}"/>
                    </a:ext>
                  </a:extLst>
                </p:cNvPr>
                <p:cNvSpPr/>
                <p:nvPr/>
              </p:nvSpPr>
              <p:spPr>
                <a:xfrm>
                  <a:off x="2776716" y="8907274"/>
                  <a:ext cx="30204" cy="27458"/>
                </a:xfrm>
                <a:custGeom>
                  <a:avLst/>
                  <a:gdLst>
                    <a:gd name="connsiteX0" fmla="*/ 15102 w 30204"/>
                    <a:gd name="connsiteY0" fmla="*/ 0 h 27458"/>
                    <a:gd name="connsiteX1" fmla="*/ 30204 w 30204"/>
                    <a:gd name="connsiteY1" fmla="*/ 13729 h 27458"/>
                    <a:gd name="connsiteX2" fmla="*/ 15102 w 30204"/>
                    <a:gd name="connsiteY2" fmla="*/ 27459 h 27458"/>
                    <a:gd name="connsiteX3" fmla="*/ 0 w 30204"/>
                    <a:gd name="connsiteY3" fmla="*/ 13729 h 27458"/>
                    <a:gd name="connsiteX4" fmla="*/ 15102 w 30204"/>
                    <a:gd name="connsiteY4" fmla="*/ 0 h 2745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0204" h="27458">
                      <a:moveTo>
                        <a:pt x="15102" y="0"/>
                      </a:moveTo>
                      <a:cubicBezTo>
                        <a:pt x="23443" y="0"/>
                        <a:pt x="30204" y="6147"/>
                        <a:pt x="30204" y="13729"/>
                      </a:cubicBezTo>
                      <a:cubicBezTo>
                        <a:pt x="30204" y="21312"/>
                        <a:pt x="23443" y="27459"/>
                        <a:pt x="15102" y="27459"/>
                      </a:cubicBezTo>
                      <a:cubicBezTo>
                        <a:pt x="6761" y="27459"/>
                        <a:pt x="0" y="21312"/>
                        <a:pt x="0" y="13729"/>
                      </a:cubicBezTo>
                      <a:cubicBezTo>
                        <a:pt x="0" y="6147"/>
                        <a:pt x="6761" y="0"/>
                        <a:pt x="15102" y="0"/>
                      </a:cubicBezTo>
                      <a:close/>
                    </a:path>
                  </a:pathLst>
                </a:custGeom>
                <a:solidFill>
                  <a:srgbClr val="F5F3EF"/>
                </a:solidFill>
                <a:ln w="141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360" name="자유형: 도형 359">
                  <a:extLst>
                    <a:ext uri="{FF2B5EF4-FFF2-40B4-BE49-F238E27FC236}">
                      <a16:creationId xmlns:a16="http://schemas.microsoft.com/office/drawing/2014/main" id="{057A42E6-7937-488D-8D18-76295E033232}"/>
                    </a:ext>
                  </a:extLst>
                </p:cNvPr>
                <p:cNvSpPr/>
                <p:nvPr/>
              </p:nvSpPr>
              <p:spPr>
                <a:xfrm>
                  <a:off x="2630527" y="8907274"/>
                  <a:ext cx="30204" cy="27458"/>
                </a:xfrm>
                <a:custGeom>
                  <a:avLst/>
                  <a:gdLst>
                    <a:gd name="connsiteX0" fmla="*/ 15102 w 30204"/>
                    <a:gd name="connsiteY0" fmla="*/ 0 h 27458"/>
                    <a:gd name="connsiteX1" fmla="*/ 30204 w 30204"/>
                    <a:gd name="connsiteY1" fmla="*/ 13729 h 27458"/>
                    <a:gd name="connsiteX2" fmla="*/ 15102 w 30204"/>
                    <a:gd name="connsiteY2" fmla="*/ 27459 h 27458"/>
                    <a:gd name="connsiteX3" fmla="*/ 0 w 30204"/>
                    <a:gd name="connsiteY3" fmla="*/ 13729 h 27458"/>
                    <a:gd name="connsiteX4" fmla="*/ 15102 w 30204"/>
                    <a:gd name="connsiteY4" fmla="*/ 0 h 2745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0204" h="27458">
                      <a:moveTo>
                        <a:pt x="15102" y="0"/>
                      </a:moveTo>
                      <a:cubicBezTo>
                        <a:pt x="23443" y="0"/>
                        <a:pt x="30204" y="6147"/>
                        <a:pt x="30204" y="13729"/>
                      </a:cubicBezTo>
                      <a:cubicBezTo>
                        <a:pt x="30204" y="21312"/>
                        <a:pt x="23443" y="27459"/>
                        <a:pt x="15102" y="27459"/>
                      </a:cubicBezTo>
                      <a:cubicBezTo>
                        <a:pt x="6761" y="27459"/>
                        <a:pt x="0" y="21312"/>
                        <a:pt x="0" y="13729"/>
                      </a:cubicBezTo>
                      <a:cubicBezTo>
                        <a:pt x="0" y="6147"/>
                        <a:pt x="6761" y="0"/>
                        <a:pt x="15102" y="0"/>
                      </a:cubicBezTo>
                      <a:close/>
                    </a:path>
                  </a:pathLst>
                </a:custGeom>
                <a:solidFill>
                  <a:srgbClr val="F4F3EF"/>
                </a:solidFill>
                <a:ln w="141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</p:grpSp>
          <p:grpSp>
            <p:nvGrpSpPr>
              <p:cNvPr id="325" name="그룹 324">
                <a:extLst>
                  <a:ext uri="{FF2B5EF4-FFF2-40B4-BE49-F238E27FC236}">
                    <a16:creationId xmlns:a16="http://schemas.microsoft.com/office/drawing/2014/main" id="{5E18FE8D-9A91-4DCF-8153-C04ED431576F}"/>
                  </a:ext>
                </a:extLst>
              </p:cNvPr>
              <p:cNvGrpSpPr/>
              <p:nvPr/>
            </p:nvGrpSpPr>
            <p:grpSpPr>
              <a:xfrm>
                <a:off x="2464445" y="2247553"/>
                <a:ext cx="244475" cy="257175"/>
                <a:chOff x="3182803" y="5217782"/>
                <a:chExt cx="244475" cy="257175"/>
              </a:xfrm>
            </p:grpSpPr>
            <p:sp>
              <p:nvSpPr>
                <p:cNvPr id="326" name="Rectangle 97">
                  <a:extLst>
                    <a:ext uri="{FF2B5EF4-FFF2-40B4-BE49-F238E27FC236}">
                      <a16:creationId xmlns:a16="http://schemas.microsoft.com/office/drawing/2014/main" id="{1CD72C82-E675-4CE7-8EA3-8500EB8C58A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30428" y="5217782"/>
                  <a:ext cx="196850" cy="254000"/>
                </a:xfrm>
                <a:prstGeom prst="rect">
                  <a:avLst/>
                </a:prstGeom>
                <a:solidFill>
                  <a:schemeClr val="bg1"/>
                </a:solidFill>
                <a:ln w="6350">
                  <a:solidFill>
                    <a:srgbClr val="3B434F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327" name="Freeform 99">
                  <a:extLst>
                    <a:ext uri="{FF2B5EF4-FFF2-40B4-BE49-F238E27FC236}">
                      <a16:creationId xmlns:a16="http://schemas.microsoft.com/office/drawing/2014/main" id="{F5AD51E6-0BC6-4CCE-893E-D02AD67336E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82803" y="5286044"/>
                  <a:ext cx="220663" cy="188913"/>
                </a:xfrm>
                <a:custGeom>
                  <a:avLst/>
                  <a:gdLst>
                    <a:gd name="T0" fmla="*/ 161 w 172"/>
                    <a:gd name="T1" fmla="*/ 12 h 148"/>
                    <a:gd name="T2" fmla="*/ 57 w 172"/>
                    <a:gd name="T3" fmla="*/ 12 h 148"/>
                    <a:gd name="T4" fmla="*/ 57 w 172"/>
                    <a:gd name="T5" fmla="*/ 11 h 148"/>
                    <a:gd name="T6" fmla="*/ 46 w 172"/>
                    <a:gd name="T7" fmla="*/ 0 h 148"/>
                    <a:gd name="T8" fmla="*/ 12 w 172"/>
                    <a:gd name="T9" fmla="*/ 0 h 148"/>
                    <a:gd name="T10" fmla="*/ 0 w 172"/>
                    <a:gd name="T11" fmla="*/ 11 h 148"/>
                    <a:gd name="T12" fmla="*/ 0 w 172"/>
                    <a:gd name="T13" fmla="*/ 21 h 148"/>
                    <a:gd name="T14" fmla="*/ 0 w 172"/>
                    <a:gd name="T15" fmla="*/ 23 h 148"/>
                    <a:gd name="T16" fmla="*/ 0 w 172"/>
                    <a:gd name="T17" fmla="*/ 137 h 148"/>
                    <a:gd name="T18" fmla="*/ 11 w 172"/>
                    <a:gd name="T19" fmla="*/ 148 h 148"/>
                    <a:gd name="T20" fmla="*/ 161 w 172"/>
                    <a:gd name="T21" fmla="*/ 148 h 148"/>
                    <a:gd name="T22" fmla="*/ 172 w 172"/>
                    <a:gd name="T23" fmla="*/ 137 h 148"/>
                    <a:gd name="T24" fmla="*/ 172 w 172"/>
                    <a:gd name="T25" fmla="*/ 23 h 148"/>
                    <a:gd name="T26" fmla="*/ 161 w 172"/>
                    <a:gd name="T27" fmla="*/ 12 h 1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172" h="148">
                      <a:moveTo>
                        <a:pt x="161" y="12"/>
                      </a:moveTo>
                      <a:cubicBezTo>
                        <a:pt x="57" y="12"/>
                        <a:pt x="57" y="12"/>
                        <a:pt x="57" y="12"/>
                      </a:cubicBezTo>
                      <a:cubicBezTo>
                        <a:pt x="57" y="11"/>
                        <a:pt x="57" y="11"/>
                        <a:pt x="57" y="11"/>
                      </a:cubicBezTo>
                      <a:cubicBezTo>
                        <a:pt x="57" y="5"/>
                        <a:pt x="52" y="0"/>
                        <a:pt x="46" y="0"/>
                      </a:cubicBezTo>
                      <a:cubicBezTo>
                        <a:pt x="12" y="0"/>
                        <a:pt x="12" y="0"/>
                        <a:pt x="12" y="0"/>
                      </a:cubicBezTo>
                      <a:cubicBezTo>
                        <a:pt x="5" y="0"/>
                        <a:pt x="0" y="5"/>
                        <a:pt x="0" y="11"/>
                      </a:cubicBezTo>
                      <a:cubicBezTo>
                        <a:pt x="0" y="21"/>
                        <a:pt x="0" y="21"/>
                        <a:pt x="0" y="21"/>
                      </a:cubicBezTo>
                      <a:cubicBezTo>
                        <a:pt x="0" y="22"/>
                        <a:pt x="0" y="22"/>
                        <a:pt x="0" y="23"/>
                      </a:cubicBezTo>
                      <a:cubicBezTo>
                        <a:pt x="0" y="137"/>
                        <a:pt x="0" y="137"/>
                        <a:pt x="0" y="137"/>
                      </a:cubicBezTo>
                      <a:cubicBezTo>
                        <a:pt x="0" y="143"/>
                        <a:pt x="5" y="148"/>
                        <a:pt x="11" y="148"/>
                      </a:cubicBezTo>
                      <a:cubicBezTo>
                        <a:pt x="161" y="148"/>
                        <a:pt x="161" y="148"/>
                        <a:pt x="161" y="148"/>
                      </a:cubicBezTo>
                      <a:cubicBezTo>
                        <a:pt x="167" y="148"/>
                        <a:pt x="172" y="143"/>
                        <a:pt x="172" y="137"/>
                      </a:cubicBezTo>
                      <a:cubicBezTo>
                        <a:pt x="172" y="23"/>
                        <a:pt x="172" y="23"/>
                        <a:pt x="172" y="23"/>
                      </a:cubicBezTo>
                      <a:cubicBezTo>
                        <a:pt x="172" y="17"/>
                        <a:pt x="167" y="12"/>
                        <a:pt x="161" y="12"/>
                      </a:cubicBezTo>
                      <a:close/>
                    </a:path>
                  </a:pathLst>
                </a:custGeom>
                <a:solidFill>
                  <a:srgbClr val="8DC7EB"/>
                </a:solidFill>
                <a:ln w="6350">
                  <a:solidFill>
                    <a:srgbClr val="3B434F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328" name="Rectangle 101">
                  <a:extLst>
                    <a:ext uri="{FF2B5EF4-FFF2-40B4-BE49-F238E27FC236}">
                      <a16:creationId xmlns:a16="http://schemas.microsoft.com/office/drawing/2014/main" id="{1C6BEC2B-6D5C-4436-91F0-CAB1C5E5BE6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66940" y="5251119"/>
                  <a:ext cx="7938" cy="7938"/>
                </a:xfrm>
                <a:prstGeom prst="rect">
                  <a:avLst/>
                </a:prstGeom>
                <a:solidFill>
                  <a:srgbClr val="1E1E1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329" name="Freeform 102">
                  <a:extLst>
                    <a:ext uri="{FF2B5EF4-FFF2-40B4-BE49-F238E27FC236}">
                      <a16:creationId xmlns:a16="http://schemas.microsoft.com/office/drawing/2014/main" id="{DA4E478D-B6BE-4025-BC55-B4B0FB323D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3292340" y="5251119"/>
                  <a:ext cx="77788" cy="7938"/>
                </a:xfrm>
                <a:custGeom>
                  <a:avLst/>
                  <a:gdLst>
                    <a:gd name="T0" fmla="*/ 49 w 49"/>
                    <a:gd name="T1" fmla="*/ 5 h 5"/>
                    <a:gd name="T2" fmla="*/ 38 w 49"/>
                    <a:gd name="T3" fmla="*/ 5 h 5"/>
                    <a:gd name="T4" fmla="*/ 38 w 49"/>
                    <a:gd name="T5" fmla="*/ 0 h 5"/>
                    <a:gd name="T6" fmla="*/ 49 w 49"/>
                    <a:gd name="T7" fmla="*/ 0 h 5"/>
                    <a:gd name="T8" fmla="*/ 49 w 49"/>
                    <a:gd name="T9" fmla="*/ 5 h 5"/>
                    <a:gd name="T10" fmla="*/ 29 w 49"/>
                    <a:gd name="T11" fmla="*/ 5 h 5"/>
                    <a:gd name="T12" fmla="*/ 19 w 49"/>
                    <a:gd name="T13" fmla="*/ 5 h 5"/>
                    <a:gd name="T14" fmla="*/ 19 w 49"/>
                    <a:gd name="T15" fmla="*/ 0 h 5"/>
                    <a:gd name="T16" fmla="*/ 29 w 49"/>
                    <a:gd name="T17" fmla="*/ 0 h 5"/>
                    <a:gd name="T18" fmla="*/ 29 w 49"/>
                    <a:gd name="T19" fmla="*/ 5 h 5"/>
                    <a:gd name="T20" fmla="*/ 9 w 49"/>
                    <a:gd name="T21" fmla="*/ 5 h 5"/>
                    <a:gd name="T22" fmla="*/ 0 w 49"/>
                    <a:gd name="T23" fmla="*/ 5 h 5"/>
                    <a:gd name="T24" fmla="*/ 0 w 49"/>
                    <a:gd name="T25" fmla="*/ 0 h 5"/>
                    <a:gd name="T26" fmla="*/ 9 w 49"/>
                    <a:gd name="T27" fmla="*/ 0 h 5"/>
                    <a:gd name="T28" fmla="*/ 9 w 49"/>
                    <a:gd name="T2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49" h="5">
                      <a:moveTo>
                        <a:pt x="49" y="5"/>
                      </a:moveTo>
                      <a:lnTo>
                        <a:pt x="38" y="5"/>
                      </a:lnTo>
                      <a:lnTo>
                        <a:pt x="38" y="0"/>
                      </a:lnTo>
                      <a:lnTo>
                        <a:pt x="49" y="0"/>
                      </a:lnTo>
                      <a:lnTo>
                        <a:pt x="49" y="5"/>
                      </a:lnTo>
                      <a:close/>
                      <a:moveTo>
                        <a:pt x="29" y="5"/>
                      </a:moveTo>
                      <a:lnTo>
                        <a:pt x="19" y="5"/>
                      </a:lnTo>
                      <a:lnTo>
                        <a:pt x="19" y="0"/>
                      </a:lnTo>
                      <a:lnTo>
                        <a:pt x="29" y="0"/>
                      </a:lnTo>
                      <a:lnTo>
                        <a:pt x="29" y="5"/>
                      </a:lnTo>
                      <a:close/>
                      <a:moveTo>
                        <a:pt x="9" y="5"/>
                      </a:moveTo>
                      <a:lnTo>
                        <a:pt x="0" y="5"/>
                      </a:lnTo>
                      <a:lnTo>
                        <a:pt x="0" y="0"/>
                      </a:lnTo>
                      <a:lnTo>
                        <a:pt x="9" y="0"/>
                      </a:lnTo>
                      <a:lnTo>
                        <a:pt x="9" y="5"/>
                      </a:lnTo>
                      <a:close/>
                    </a:path>
                  </a:pathLst>
                </a:custGeom>
                <a:solidFill>
                  <a:srgbClr val="1E1E1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330" name="Rectangle 103">
                  <a:extLst>
                    <a:ext uri="{FF2B5EF4-FFF2-40B4-BE49-F238E27FC236}">
                      <a16:creationId xmlns:a16="http://schemas.microsoft.com/office/drawing/2014/main" id="{72FE36A8-6A43-49A5-B406-5096564359A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384415" y="5251119"/>
                  <a:ext cx="7938" cy="7938"/>
                </a:xfrm>
                <a:prstGeom prst="rect">
                  <a:avLst/>
                </a:prstGeom>
                <a:solidFill>
                  <a:srgbClr val="1E1E1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</p:grpSp>
        </p:grpSp>
        <p:grpSp>
          <p:nvGrpSpPr>
            <p:cNvPr id="367" name="그룹 366">
              <a:extLst>
                <a:ext uri="{FF2B5EF4-FFF2-40B4-BE49-F238E27FC236}">
                  <a16:creationId xmlns:a16="http://schemas.microsoft.com/office/drawing/2014/main" id="{A31CAF0C-301B-47FC-891D-019E217F7E65}"/>
                </a:ext>
              </a:extLst>
            </p:cNvPr>
            <p:cNvGrpSpPr/>
            <p:nvPr/>
          </p:nvGrpSpPr>
          <p:grpSpPr>
            <a:xfrm>
              <a:off x="4725144" y="7320773"/>
              <a:ext cx="412187" cy="438812"/>
              <a:chOff x="1362189" y="2520634"/>
              <a:chExt cx="498747" cy="530962"/>
            </a:xfrm>
          </p:grpSpPr>
          <p:grpSp>
            <p:nvGrpSpPr>
              <p:cNvPr id="368" name="그룹 367">
                <a:extLst>
                  <a:ext uri="{FF2B5EF4-FFF2-40B4-BE49-F238E27FC236}">
                    <a16:creationId xmlns:a16="http://schemas.microsoft.com/office/drawing/2014/main" id="{A5635FD3-FC31-47CA-8E39-2FE051A3968D}"/>
                  </a:ext>
                </a:extLst>
              </p:cNvPr>
              <p:cNvGrpSpPr/>
              <p:nvPr/>
            </p:nvGrpSpPr>
            <p:grpSpPr>
              <a:xfrm>
                <a:off x="1362189" y="2520634"/>
                <a:ext cx="418093" cy="530962"/>
                <a:chOff x="3737633" y="7934429"/>
                <a:chExt cx="418093" cy="530962"/>
              </a:xfrm>
            </p:grpSpPr>
            <p:sp>
              <p:nvSpPr>
                <p:cNvPr id="376" name="자유형: 도형 375">
                  <a:extLst>
                    <a:ext uri="{FF2B5EF4-FFF2-40B4-BE49-F238E27FC236}">
                      <a16:creationId xmlns:a16="http://schemas.microsoft.com/office/drawing/2014/main" id="{F25AC402-0CF4-49B4-B072-CB56709231B4}"/>
                    </a:ext>
                  </a:extLst>
                </p:cNvPr>
                <p:cNvSpPr/>
                <p:nvPr/>
              </p:nvSpPr>
              <p:spPr>
                <a:xfrm>
                  <a:off x="3760086" y="7934429"/>
                  <a:ext cx="366630" cy="504976"/>
                </a:xfrm>
                <a:custGeom>
                  <a:avLst/>
                  <a:gdLst>
                    <a:gd name="connsiteX0" fmla="*/ 0 w 366630"/>
                    <a:gd name="connsiteY0" fmla="*/ 444621 h 504976"/>
                    <a:gd name="connsiteX1" fmla="*/ 16293 w 366630"/>
                    <a:gd name="connsiteY1" fmla="*/ 205032 h 504976"/>
                    <a:gd name="connsiteX2" fmla="*/ 200561 w 366630"/>
                    <a:gd name="connsiteY2" fmla="*/ 0 h 504976"/>
                    <a:gd name="connsiteX3" fmla="*/ 360928 w 366630"/>
                    <a:gd name="connsiteY3" fmla="*/ 173697 h 504976"/>
                    <a:gd name="connsiteX4" fmla="*/ 361490 w 366630"/>
                    <a:gd name="connsiteY4" fmla="*/ 460456 h 504976"/>
                    <a:gd name="connsiteX5" fmla="*/ 252702 w 366630"/>
                    <a:gd name="connsiteY5" fmla="*/ 499694 h 504976"/>
                    <a:gd name="connsiteX6" fmla="*/ 61576 w 366630"/>
                    <a:gd name="connsiteY6" fmla="*/ 496154 h 504976"/>
                    <a:gd name="connsiteX7" fmla="*/ 0 w 366630"/>
                    <a:gd name="connsiteY7" fmla="*/ 444621 h 5049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366630" h="504976">
                      <a:moveTo>
                        <a:pt x="0" y="444621"/>
                      </a:moveTo>
                      <a:cubicBezTo>
                        <a:pt x="0" y="444621"/>
                        <a:pt x="25659" y="281506"/>
                        <a:pt x="16293" y="205032"/>
                      </a:cubicBezTo>
                      <a:cubicBezTo>
                        <a:pt x="6868" y="128080"/>
                        <a:pt x="33414" y="0"/>
                        <a:pt x="200561" y="0"/>
                      </a:cubicBezTo>
                      <a:cubicBezTo>
                        <a:pt x="347973" y="0"/>
                        <a:pt x="364437" y="146620"/>
                        <a:pt x="360928" y="173697"/>
                      </a:cubicBezTo>
                      <a:cubicBezTo>
                        <a:pt x="357022" y="203839"/>
                        <a:pt x="327483" y="393978"/>
                        <a:pt x="361490" y="460456"/>
                      </a:cubicBezTo>
                      <a:cubicBezTo>
                        <a:pt x="395123" y="526203"/>
                        <a:pt x="252702" y="499694"/>
                        <a:pt x="252702" y="499694"/>
                      </a:cubicBezTo>
                      <a:cubicBezTo>
                        <a:pt x="252702" y="499694"/>
                        <a:pt x="61576" y="496154"/>
                        <a:pt x="61576" y="496154"/>
                      </a:cubicBezTo>
                      <a:cubicBezTo>
                        <a:pt x="61576" y="496154"/>
                        <a:pt x="0" y="444621"/>
                        <a:pt x="0" y="444621"/>
                      </a:cubicBezTo>
                      <a:close/>
                    </a:path>
                  </a:pathLst>
                </a:custGeom>
                <a:solidFill>
                  <a:srgbClr val="3B434F"/>
                </a:solidFill>
                <a:ln w="141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377" name="자유형: 도형 376">
                  <a:extLst>
                    <a:ext uri="{FF2B5EF4-FFF2-40B4-BE49-F238E27FC236}">
                      <a16:creationId xmlns:a16="http://schemas.microsoft.com/office/drawing/2014/main" id="{025A69DE-0653-4352-A2E7-FBF61D852F53}"/>
                    </a:ext>
                  </a:extLst>
                </p:cNvPr>
                <p:cNvSpPr/>
                <p:nvPr/>
              </p:nvSpPr>
              <p:spPr>
                <a:xfrm>
                  <a:off x="3741897" y="8311624"/>
                  <a:ext cx="407487" cy="150249"/>
                </a:xfrm>
                <a:custGeom>
                  <a:avLst/>
                  <a:gdLst>
                    <a:gd name="connsiteX0" fmla="*/ 171 w 407487"/>
                    <a:gd name="connsiteY0" fmla="*/ 149151 h 150249"/>
                    <a:gd name="connsiteX1" fmla="*/ 110719 w 407487"/>
                    <a:gd name="connsiteY1" fmla="*/ 22516 h 150249"/>
                    <a:gd name="connsiteX2" fmla="*/ 164483 w 407487"/>
                    <a:gd name="connsiteY2" fmla="*/ 22516 h 150249"/>
                    <a:gd name="connsiteX3" fmla="*/ 164483 w 407487"/>
                    <a:gd name="connsiteY3" fmla="*/ 0 h 150249"/>
                    <a:gd name="connsiteX4" fmla="*/ 240598 w 407487"/>
                    <a:gd name="connsiteY4" fmla="*/ 1648 h 150249"/>
                    <a:gd name="connsiteX5" fmla="*/ 241806 w 407487"/>
                    <a:gd name="connsiteY5" fmla="*/ 22516 h 150249"/>
                    <a:gd name="connsiteX6" fmla="*/ 304631 w 407487"/>
                    <a:gd name="connsiteY6" fmla="*/ 22516 h 150249"/>
                    <a:gd name="connsiteX7" fmla="*/ 407326 w 407487"/>
                    <a:gd name="connsiteY7" fmla="*/ 150250 h 150249"/>
                    <a:gd name="connsiteX8" fmla="*/ 171 w 407487"/>
                    <a:gd name="connsiteY8" fmla="*/ 149151 h 1502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07487" h="150249">
                      <a:moveTo>
                        <a:pt x="171" y="149151"/>
                      </a:moveTo>
                      <a:cubicBezTo>
                        <a:pt x="171" y="149151"/>
                        <a:pt x="-9195" y="33326"/>
                        <a:pt x="110719" y="22516"/>
                      </a:cubicBezTo>
                      <a:cubicBezTo>
                        <a:pt x="110719" y="22516"/>
                        <a:pt x="164483" y="22516"/>
                        <a:pt x="164483" y="22516"/>
                      </a:cubicBezTo>
                      <a:cubicBezTo>
                        <a:pt x="164483" y="22516"/>
                        <a:pt x="164483" y="0"/>
                        <a:pt x="164483" y="0"/>
                      </a:cubicBezTo>
                      <a:cubicBezTo>
                        <a:pt x="164483" y="0"/>
                        <a:pt x="202302" y="14768"/>
                        <a:pt x="240598" y="1648"/>
                      </a:cubicBezTo>
                      <a:cubicBezTo>
                        <a:pt x="240598" y="1648"/>
                        <a:pt x="241806" y="22516"/>
                        <a:pt x="241806" y="22516"/>
                      </a:cubicBezTo>
                      <a:cubicBezTo>
                        <a:pt x="241806" y="22516"/>
                        <a:pt x="304631" y="22516"/>
                        <a:pt x="304631" y="22516"/>
                      </a:cubicBezTo>
                      <a:cubicBezTo>
                        <a:pt x="304631" y="22516"/>
                        <a:pt x="412214" y="26357"/>
                        <a:pt x="407326" y="150250"/>
                      </a:cubicBezTo>
                      <a:cubicBezTo>
                        <a:pt x="407326" y="150250"/>
                        <a:pt x="171" y="149151"/>
                        <a:pt x="171" y="14915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41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378" name="자유형: 도형 377">
                  <a:extLst>
                    <a:ext uri="{FF2B5EF4-FFF2-40B4-BE49-F238E27FC236}">
                      <a16:creationId xmlns:a16="http://schemas.microsoft.com/office/drawing/2014/main" id="{E65CAFF4-987A-4112-8092-D8F9C5312B72}"/>
                    </a:ext>
                  </a:extLst>
                </p:cNvPr>
                <p:cNvSpPr/>
                <p:nvPr/>
              </p:nvSpPr>
              <p:spPr>
                <a:xfrm>
                  <a:off x="3741040" y="8311624"/>
                  <a:ext cx="408565" cy="151725"/>
                </a:xfrm>
                <a:custGeom>
                  <a:avLst/>
                  <a:gdLst>
                    <a:gd name="connsiteX0" fmla="*/ 518 w 408565"/>
                    <a:gd name="connsiteY0" fmla="*/ 151726 h 151725"/>
                    <a:gd name="connsiteX1" fmla="*/ 111576 w 408565"/>
                    <a:gd name="connsiteY1" fmla="*/ 22516 h 151725"/>
                    <a:gd name="connsiteX2" fmla="*/ 165339 w 408565"/>
                    <a:gd name="connsiteY2" fmla="*/ 22516 h 151725"/>
                    <a:gd name="connsiteX3" fmla="*/ 165339 w 408565"/>
                    <a:gd name="connsiteY3" fmla="*/ 0 h 151725"/>
                    <a:gd name="connsiteX4" fmla="*/ 241454 w 408565"/>
                    <a:gd name="connsiteY4" fmla="*/ 1648 h 151725"/>
                    <a:gd name="connsiteX5" fmla="*/ 242663 w 408565"/>
                    <a:gd name="connsiteY5" fmla="*/ 22516 h 151725"/>
                    <a:gd name="connsiteX6" fmla="*/ 305488 w 408565"/>
                    <a:gd name="connsiteY6" fmla="*/ 22516 h 151725"/>
                    <a:gd name="connsiteX7" fmla="*/ 408277 w 408565"/>
                    <a:gd name="connsiteY7" fmla="*/ 151726 h 151725"/>
                    <a:gd name="connsiteX8" fmla="*/ 518 w 408565"/>
                    <a:gd name="connsiteY8" fmla="*/ 151726 h 1517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08565" h="151725">
                      <a:moveTo>
                        <a:pt x="518" y="151726"/>
                      </a:moveTo>
                      <a:cubicBezTo>
                        <a:pt x="518" y="151726"/>
                        <a:pt x="-14068" y="35484"/>
                        <a:pt x="111576" y="22516"/>
                      </a:cubicBezTo>
                      <a:cubicBezTo>
                        <a:pt x="111576" y="22516"/>
                        <a:pt x="165339" y="22516"/>
                        <a:pt x="165339" y="22516"/>
                      </a:cubicBezTo>
                      <a:cubicBezTo>
                        <a:pt x="165339" y="22516"/>
                        <a:pt x="165339" y="0"/>
                        <a:pt x="165339" y="0"/>
                      </a:cubicBezTo>
                      <a:cubicBezTo>
                        <a:pt x="165339" y="0"/>
                        <a:pt x="203159" y="14768"/>
                        <a:pt x="241454" y="1648"/>
                      </a:cubicBezTo>
                      <a:cubicBezTo>
                        <a:pt x="241454" y="1648"/>
                        <a:pt x="242663" y="22516"/>
                        <a:pt x="242663" y="22516"/>
                      </a:cubicBezTo>
                      <a:cubicBezTo>
                        <a:pt x="242663" y="22516"/>
                        <a:pt x="305488" y="22516"/>
                        <a:pt x="305488" y="22516"/>
                      </a:cubicBezTo>
                      <a:cubicBezTo>
                        <a:pt x="305488" y="22516"/>
                        <a:pt x="414894" y="32445"/>
                        <a:pt x="408277" y="151726"/>
                      </a:cubicBezTo>
                      <a:cubicBezTo>
                        <a:pt x="408277" y="151726"/>
                        <a:pt x="518" y="151726"/>
                        <a:pt x="518" y="15172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41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379" name="자유형: 도형 378">
                  <a:extLst>
                    <a:ext uri="{FF2B5EF4-FFF2-40B4-BE49-F238E27FC236}">
                      <a16:creationId xmlns:a16="http://schemas.microsoft.com/office/drawing/2014/main" id="{49DCE663-3244-4538-87FD-DD91F8281B02}"/>
                    </a:ext>
                  </a:extLst>
                </p:cNvPr>
                <p:cNvSpPr/>
                <p:nvPr/>
              </p:nvSpPr>
              <p:spPr>
                <a:xfrm>
                  <a:off x="3737633" y="8330845"/>
                  <a:ext cx="418093" cy="134546"/>
                </a:xfrm>
                <a:custGeom>
                  <a:avLst/>
                  <a:gdLst>
                    <a:gd name="connsiteX0" fmla="*/ 410639 w 418093"/>
                    <a:gd name="connsiteY0" fmla="*/ 134547 h 134546"/>
                    <a:gd name="connsiteX1" fmla="*/ 410639 w 418093"/>
                    <a:gd name="connsiteY1" fmla="*/ 134547 h 134546"/>
                    <a:gd name="connsiteX2" fmla="*/ 7812 w 418093"/>
                    <a:gd name="connsiteY2" fmla="*/ 134547 h 134546"/>
                    <a:gd name="connsiteX3" fmla="*/ 7812 w 418093"/>
                    <a:gd name="connsiteY3" fmla="*/ 134547 h 134546"/>
                    <a:gd name="connsiteX4" fmla="*/ 0 w 418093"/>
                    <a:gd name="connsiteY4" fmla="*/ 134547 h 134546"/>
                    <a:gd name="connsiteX5" fmla="*/ 1950 w 418093"/>
                    <a:gd name="connsiteY5" fmla="*/ 104261 h 134546"/>
                    <a:gd name="connsiteX6" fmla="*/ 115655 w 418093"/>
                    <a:gd name="connsiteY6" fmla="*/ 0 h 134546"/>
                    <a:gd name="connsiteX7" fmla="*/ 160289 w 418093"/>
                    <a:gd name="connsiteY7" fmla="*/ 0 h 134546"/>
                    <a:gd name="connsiteX8" fmla="*/ 160289 w 418093"/>
                    <a:gd name="connsiteY8" fmla="*/ 6041 h 134546"/>
                    <a:gd name="connsiteX9" fmla="*/ 119216 w 418093"/>
                    <a:gd name="connsiteY9" fmla="*/ 6041 h 134546"/>
                    <a:gd name="connsiteX10" fmla="*/ 9627 w 418093"/>
                    <a:gd name="connsiteY10" fmla="*/ 106398 h 134546"/>
                    <a:gd name="connsiteX11" fmla="*/ 8273 w 418093"/>
                    <a:gd name="connsiteY11" fmla="*/ 127408 h 134546"/>
                    <a:gd name="connsiteX12" fmla="*/ 409575 w 418093"/>
                    <a:gd name="connsiteY12" fmla="*/ 127408 h 134546"/>
                    <a:gd name="connsiteX13" fmla="*/ 408824 w 418093"/>
                    <a:gd name="connsiteY13" fmla="*/ 106398 h 134546"/>
                    <a:gd name="connsiteX14" fmla="*/ 299236 w 418093"/>
                    <a:gd name="connsiteY14" fmla="*/ 6041 h 134546"/>
                    <a:gd name="connsiteX15" fmla="*/ 244258 w 418093"/>
                    <a:gd name="connsiteY15" fmla="*/ 6041 h 134546"/>
                    <a:gd name="connsiteX16" fmla="*/ 244258 w 418093"/>
                    <a:gd name="connsiteY16" fmla="*/ 0 h 134546"/>
                    <a:gd name="connsiteX17" fmla="*/ 302438 w 418093"/>
                    <a:gd name="connsiteY17" fmla="*/ 0 h 134546"/>
                    <a:gd name="connsiteX18" fmla="*/ 416143 w 418093"/>
                    <a:gd name="connsiteY18" fmla="*/ 104261 h 134546"/>
                    <a:gd name="connsiteX19" fmla="*/ 418093 w 418093"/>
                    <a:gd name="connsiteY19" fmla="*/ 134547 h 134546"/>
                    <a:gd name="connsiteX20" fmla="*/ 410639 w 418093"/>
                    <a:gd name="connsiteY20" fmla="*/ 134547 h 13454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418093" h="134546">
                      <a:moveTo>
                        <a:pt x="410639" y="134547"/>
                      </a:moveTo>
                      <a:cubicBezTo>
                        <a:pt x="410639" y="134547"/>
                        <a:pt x="410639" y="134547"/>
                        <a:pt x="410639" y="134547"/>
                      </a:cubicBezTo>
                      <a:cubicBezTo>
                        <a:pt x="410639" y="134547"/>
                        <a:pt x="7812" y="134547"/>
                        <a:pt x="7812" y="134547"/>
                      </a:cubicBezTo>
                      <a:cubicBezTo>
                        <a:pt x="7812" y="134547"/>
                        <a:pt x="7812" y="134547"/>
                        <a:pt x="7812" y="134547"/>
                      </a:cubicBezTo>
                      <a:cubicBezTo>
                        <a:pt x="7812" y="134547"/>
                        <a:pt x="0" y="134547"/>
                        <a:pt x="0" y="134547"/>
                      </a:cubicBezTo>
                      <a:cubicBezTo>
                        <a:pt x="0" y="134547"/>
                        <a:pt x="1950" y="104261"/>
                        <a:pt x="1950" y="104261"/>
                      </a:cubicBezTo>
                      <a:cubicBezTo>
                        <a:pt x="5758" y="45128"/>
                        <a:pt x="57007" y="0"/>
                        <a:pt x="115655" y="0"/>
                      </a:cubicBezTo>
                      <a:cubicBezTo>
                        <a:pt x="115655" y="0"/>
                        <a:pt x="160289" y="0"/>
                        <a:pt x="160289" y="0"/>
                      </a:cubicBezTo>
                      <a:cubicBezTo>
                        <a:pt x="160289" y="0"/>
                        <a:pt x="160289" y="6041"/>
                        <a:pt x="160289" y="6041"/>
                      </a:cubicBezTo>
                      <a:cubicBezTo>
                        <a:pt x="160289" y="6041"/>
                        <a:pt x="119216" y="6041"/>
                        <a:pt x="119216" y="6041"/>
                      </a:cubicBezTo>
                      <a:cubicBezTo>
                        <a:pt x="62691" y="6041"/>
                        <a:pt x="13297" y="49479"/>
                        <a:pt x="9627" y="106398"/>
                      </a:cubicBezTo>
                      <a:cubicBezTo>
                        <a:pt x="9627" y="106398"/>
                        <a:pt x="8273" y="127408"/>
                        <a:pt x="8273" y="127408"/>
                      </a:cubicBezTo>
                      <a:cubicBezTo>
                        <a:pt x="8273" y="127408"/>
                        <a:pt x="409575" y="127408"/>
                        <a:pt x="409575" y="127408"/>
                      </a:cubicBezTo>
                      <a:cubicBezTo>
                        <a:pt x="409575" y="127408"/>
                        <a:pt x="408824" y="106398"/>
                        <a:pt x="408824" y="106398"/>
                      </a:cubicBezTo>
                      <a:cubicBezTo>
                        <a:pt x="405155" y="49479"/>
                        <a:pt x="355761" y="6041"/>
                        <a:pt x="299236" y="6041"/>
                      </a:cubicBezTo>
                      <a:cubicBezTo>
                        <a:pt x="299236" y="6041"/>
                        <a:pt x="244258" y="6041"/>
                        <a:pt x="244258" y="6041"/>
                      </a:cubicBezTo>
                      <a:cubicBezTo>
                        <a:pt x="244258" y="6041"/>
                        <a:pt x="244258" y="0"/>
                        <a:pt x="244258" y="0"/>
                      </a:cubicBezTo>
                      <a:cubicBezTo>
                        <a:pt x="244258" y="0"/>
                        <a:pt x="302438" y="0"/>
                        <a:pt x="302438" y="0"/>
                      </a:cubicBezTo>
                      <a:cubicBezTo>
                        <a:pt x="361086" y="0"/>
                        <a:pt x="412336" y="45128"/>
                        <a:pt x="416143" y="104261"/>
                      </a:cubicBezTo>
                      <a:cubicBezTo>
                        <a:pt x="416143" y="104261"/>
                        <a:pt x="418093" y="134547"/>
                        <a:pt x="418093" y="134547"/>
                      </a:cubicBezTo>
                      <a:cubicBezTo>
                        <a:pt x="418093" y="134547"/>
                        <a:pt x="410639" y="134547"/>
                        <a:pt x="410639" y="134547"/>
                      </a:cubicBezTo>
                      <a:close/>
                    </a:path>
                  </a:pathLst>
                </a:custGeom>
                <a:solidFill>
                  <a:srgbClr val="3B434F"/>
                </a:solidFill>
                <a:ln w="141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380" name="자유형: 도형 379">
                  <a:extLst>
                    <a:ext uri="{FF2B5EF4-FFF2-40B4-BE49-F238E27FC236}">
                      <a16:creationId xmlns:a16="http://schemas.microsoft.com/office/drawing/2014/main" id="{E03A6175-7970-4CFA-BD10-DD0F94725CFE}"/>
                    </a:ext>
                  </a:extLst>
                </p:cNvPr>
                <p:cNvSpPr/>
                <p:nvPr/>
              </p:nvSpPr>
              <p:spPr>
                <a:xfrm>
                  <a:off x="3905776" y="8306905"/>
                  <a:ext cx="82759" cy="73914"/>
                </a:xfrm>
                <a:custGeom>
                  <a:avLst/>
                  <a:gdLst>
                    <a:gd name="connsiteX0" fmla="*/ 6645 w 82759"/>
                    <a:gd name="connsiteY0" fmla="*/ 2178 h 73914"/>
                    <a:gd name="connsiteX1" fmla="*/ 6645 w 82759"/>
                    <a:gd name="connsiteY1" fmla="*/ 36049 h 73914"/>
                    <a:gd name="connsiteX2" fmla="*/ 41682 w 82759"/>
                    <a:gd name="connsiteY2" fmla="*/ 67874 h 73914"/>
                    <a:gd name="connsiteX3" fmla="*/ 76719 w 82759"/>
                    <a:gd name="connsiteY3" fmla="*/ 36049 h 73914"/>
                    <a:gd name="connsiteX4" fmla="*/ 76719 w 82759"/>
                    <a:gd name="connsiteY4" fmla="*/ 2877 h 73914"/>
                    <a:gd name="connsiteX5" fmla="*/ 82760 w 82759"/>
                    <a:gd name="connsiteY5" fmla="*/ 1043 h 73914"/>
                    <a:gd name="connsiteX6" fmla="*/ 82760 w 82759"/>
                    <a:gd name="connsiteY6" fmla="*/ 36280 h 73914"/>
                    <a:gd name="connsiteX7" fmla="*/ 41380 w 82759"/>
                    <a:gd name="connsiteY7" fmla="*/ 73915 h 73914"/>
                    <a:gd name="connsiteX8" fmla="*/ 0 w 82759"/>
                    <a:gd name="connsiteY8" fmla="*/ 36280 h 73914"/>
                    <a:gd name="connsiteX9" fmla="*/ 0 w 82759"/>
                    <a:gd name="connsiteY9" fmla="*/ 0 h 73914"/>
                    <a:gd name="connsiteX10" fmla="*/ 6645 w 82759"/>
                    <a:gd name="connsiteY10" fmla="*/ 2178 h 739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82759" h="73914">
                      <a:moveTo>
                        <a:pt x="6645" y="2178"/>
                      </a:moveTo>
                      <a:cubicBezTo>
                        <a:pt x="6645" y="2178"/>
                        <a:pt x="6645" y="36049"/>
                        <a:pt x="6645" y="36049"/>
                      </a:cubicBezTo>
                      <a:cubicBezTo>
                        <a:pt x="6645" y="53625"/>
                        <a:pt x="22332" y="67874"/>
                        <a:pt x="41682" y="67874"/>
                      </a:cubicBezTo>
                      <a:cubicBezTo>
                        <a:pt x="61032" y="67874"/>
                        <a:pt x="76719" y="53625"/>
                        <a:pt x="76719" y="36049"/>
                      </a:cubicBezTo>
                      <a:cubicBezTo>
                        <a:pt x="76719" y="36049"/>
                        <a:pt x="76719" y="2877"/>
                        <a:pt x="76719" y="2877"/>
                      </a:cubicBezTo>
                      <a:cubicBezTo>
                        <a:pt x="78752" y="2314"/>
                        <a:pt x="80767" y="1703"/>
                        <a:pt x="82760" y="1043"/>
                      </a:cubicBezTo>
                      <a:cubicBezTo>
                        <a:pt x="82760" y="1043"/>
                        <a:pt x="82760" y="36280"/>
                        <a:pt x="82760" y="36280"/>
                      </a:cubicBezTo>
                      <a:cubicBezTo>
                        <a:pt x="82760" y="57065"/>
                        <a:pt x="64234" y="73915"/>
                        <a:pt x="41380" y="73915"/>
                      </a:cubicBezTo>
                      <a:cubicBezTo>
                        <a:pt x="18526" y="73915"/>
                        <a:pt x="0" y="57065"/>
                        <a:pt x="0" y="36280"/>
                      </a:cubicBezTo>
                      <a:cubicBezTo>
                        <a:pt x="0" y="36280"/>
                        <a:pt x="0" y="0"/>
                        <a:pt x="0" y="0"/>
                      </a:cubicBezTo>
                      <a:cubicBezTo>
                        <a:pt x="2189" y="787"/>
                        <a:pt x="4405" y="1510"/>
                        <a:pt x="6645" y="2178"/>
                      </a:cubicBezTo>
                      <a:close/>
                    </a:path>
                  </a:pathLst>
                </a:custGeom>
                <a:solidFill>
                  <a:srgbClr val="3B434F"/>
                </a:solidFill>
                <a:ln w="141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381" name="자유형: 도형 380">
                  <a:extLst>
                    <a:ext uri="{FF2B5EF4-FFF2-40B4-BE49-F238E27FC236}">
                      <a16:creationId xmlns:a16="http://schemas.microsoft.com/office/drawing/2014/main" id="{A4BC7448-06D3-49A2-890B-180F4C953237}"/>
                    </a:ext>
                  </a:extLst>
                </p:cNvPr>
                <p:cNvSpPr/>
                <p:nvPr/>
              </p:nvSpPr>
              <p:spPr>
                <a:xfrm>
                  <a:off x="3901547" y="8374229"/>
                  <a:ext cx="7853" cy="60957"/>
                </a:xfrm>
                <a:custGeom>
                  <a:avLst/>
                  <a:gdLst>
                    <a:gd name="connsiteX0" fmla="*/ 3927 w 7853"/>
                    <a:gd name="connsiteY0" fmla="*/ 0 h 60957"/>
                    <a:gd name="connsiteX1" fmla="*/ 7853 w 7853"/>
                    <a:gd name="connsiteY1" fmla="*/ 3570 h 60957"/>
                    <a:gd name="connsiteX2" fmla="*/ 7853 w 7853"/>
                    <a:gd name="connsiteY2" fmla="*/ 57388 h 60957"/>
                    <a:gd name="connsiteX3" fmla="*/ 3927 w 7853"/>
                    <a:gd name="connsiteY3" fmla="*/ 60958 h 60957"/>
                    <a:gd name="connsiteX4" fmla="*/ 0 w 7853"/>
                    <a:gd name="connsiteY4" fmla="*/ 57388 h 60957"/>
                    <a:gd name="connsiteX5" fmla="*/ 0 w 7853"/>
                    <a:gd name="connsiteY5" fmla="*/ 3570 h 60957"/>
                    <a:gd name="connsiteX6" fmla="*/ 3927 w 7853"/>
                    <a:gd name="connsiteY6" fmla="*/ 0 h 60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7853" h="60957">
                      <a:moveTo>
                        <a:pt x="3927" y="0"/>
                      </a:moveTo>
                      <a:cubicBezTo>
                        <a:pt x="6095" y="0"/>
                        <a:pt x="7853" y="1598"/>
                        <a:pt x="7853" y="3570"/>
                      </a:cubicBezTo>
                      <a:cubicBezTo>
                        <a:pt x="7853" y="3570"/>
                        <a:pt x="7853" y="57388"/>
                        <a:pt x="7853" y="57388"/>
                      </a:cubicBezTo>
                      <a:cubicBezTo>
                        <a:pt x="7853" y="59360"/>
                        <a:pt x="6095" y="60958"/>
                        <a:pt x="3927" y="60958"/>
                      </a:cubicBezTo>
                      <a:cubicBezTo>
                        <a:pt x="1758" y="60958"/>
                        <a:pt x="0" y="59360"/>
                        <a:pt x="0" y="57388"/>
                      </a:cubicBezTo>
                      <a:cubicBezTo>
                        <a:pt x="0" y="57388"/>
                        <a:pt x="0" y="3570"/>
                        <a:pt x="0" y="3570"/>
                      </a:cubicBezTo>
                      <a:cubicBezTo>
                        <a:pt x="0" y="1598"/>
                        <a:pt x="1758" y="0"/>
                        <a:pt x="3927" y="0"/>
                      </a:cubicBezTo>
                      <a:close/>
                    </a:path>
                  </a:pathLst>
                </a:custGeom>
                <a:solidFill>
                  <a:srgbClr val="3B434F"/>
                </a:solidFill>
                <a:ln w="141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382" name="자유형: 도형 381">
                  <a:extLst>
                    <a:ext uri="{FF2B5EF4-FFF2-40B4-BE49-F238E27FC236}">
                      <a16:creationId xmlns:a16="http://schemas.microsoft.com/office/drawing/2014/main" id="{605F266E-1CCE-4646-B7D0-AA4F4AE63D20}"/>
                    </a:ext>
                  </a:extLst>
                </p:cNvPr>
                <p:cNvSpPr/>
                <p:nvPr/>
              </p:nvSpPr>
              <p:spPr>
                <a:xfrm>
                  <a:off x="3983703" y="8373680"/>
                  <a:ext cx="8457" cy="41187"/>
                </a:xfrm>
                <a:custGeom>
                  <a:avLst/>
                  <a:gdLst>
                    <a:gd name="connsiteX0" fmla="*/ 4229 w 8457"/>
                    <a:gd name="connsiteY0" fmla="*/ 0 h 41187"/>
                    <a:gd name="connsiteX1" fmla="*/ 8457 w 8457"/>
                    <a:gd name="connsiteY1" fmla="*/ 3844 h 41187"/>
                    <a:gd name="connsiteX2" fmla="*/ 8457 w 8457"/>
                    <a:gd name="connsiteY2" fmla="*/ 37344 h 41187"/>
                    <a:gd name="connsiteX3" fmla="*/ 4229 w 8457"/>
                    <a:gd name="connsiteY3" fmla="*/ 41188 h 41187"/>
                    <a:gd name="connsiteX4" fmla="*/ 0 w 8457"/>
                    <a:gd name="connsiteY4" fmla="*/ 37344 h 41187"/>
                    <a:gd name="connsiteX5" fmla="*/ 0 w 8457"/>
                    <a:gd name="connsiteY5" fmla="*/ 3844 h 41187"/>
                    <a:gd name="connsiteX6" fmla="*/ 4229 w 8457"/>
                    <a:gd name="connsiteY6" fmla="*/ 0 h 411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457" h="41187">
                      <a:moveTo>
                        <a:pt x="4229" y="0"/>
                      </a:moveTo>
                      <a:cubicBezTo>
                        <a:pt x="6564" y="0"/>
                        <a:pt x="8457" y="1721"/>
                        <a:pt x="8457" y="3844"/>
                      </a:cubicBezTo>
                      <a:cubicBezTo>
                        <a:pt x="8457" y="3844"/>
                        <a:pt x="8457" y="37344"/>
                        <a:pt x="8457" y="37344"/>
                      </a:cubicBezTo>
                      <a:cubicBezTo>
                        <a:pt x="8457" y="39467"/>
                        <a:pt x="6564" y="41188"/>
                        <a:pt x="4229" y="41188"/>
                      </a:cubicBezTo>
                      <a:cubicBezTo>
                        <a:pt x="1893" y="41188"/>
                        <a:pt x="0" y="39467"/>
                        <a:pt x="0" y="37344"/>
                      </a:cubicBezTo>
                      <a:cubicBezTo>
                        <a:pt x="0" y="37344"/>
                        <a:pt x="0" y="3844"/>
                        <a:pt x="0" y="3844"/>
                      </a:cubicBezTo>
                      <a:cubicBezTo>
                        <a:pt x="0" y="1721"/>
                        <a:pt x="1893" y="0"/>
                        <a:pt x="4229" y="0"/>
                      </a:cubicBezTo>
                      <a:close/>
                    </a:path>
                  </a:pathLst>
                </a:custGeom>
                <a:solidFill>
                  <a:srgbClr val="3B434F"/>
                </a:solidFill>
                <a:ln w="141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383" name="자유형: 도형 382">
                  <a:extLst>
                    <a:ext uri="{FF2B5EF4-FFF2-40B4-BE49-F238E27FC236}">
                      <a16:creationId xmlns:a16="http://schemas.microsoft.com/office/drawing/2014/main" id="{D89C2771-E257-499D-A6F6-B70AABA01429}"/>
                    </a:ext>
                  </a:extLst>
                </p:cNvPr>
                <p:cNvSpPr/>
                <p:nvPr/>
              </p:nvSpPr>
              <p:spPr>
                <a:xfrm>
                  <a:off x="3903359" y="8431343"/>
                  <a:ext cx="4228" cy="17573"/>
                </a:xfrm>
                <a:custGeom>
                  <a:avLst/>
                  <a:gdLst>
                    <a:gd name="connsiteX0" fmla="*/ 2114 w 4228"/>
                    <a:gd name="connsiteY0" fmla="*/ 0 h 17573"/>
                    <a:gd name="connsiteX1" fmla="*/ 4229 w 4228"/>
                    <a:gd name="connsiteY1" fmla="*/ 1922 h 17573"/>
                    <a:gd name="connsiteX2" fmla="*/ 4229 w 4228"/>
                    <a:gd name="connsiteY2" fmla="*/ 15651 h 17573"/>
                    <a:gd name="connsiteX3" fmla="*/ 2114 w 4228"/>
                    <a:gd name="connsiteY3" fmla="*/ 17573 h 17573"/>
                    <a:gd name="connsiteX4" fmla="*/ 0 w 4228"/>
                    <a:gd name="connsiteY4" fmla="*/ 15651 h 17573"/>
                    <a:gd name="connsiteX5" fmla="*/ 0 w 4228"/>
                    <a:gd name="connsiteY5" fmla="*/ 1922 h 17573"/>
                    <a:gd name="connsiteX6" fmla="*/ 2114 w 4228"/>
                    <a:gd name="connsiteY6" fmla="*/ 0 h 175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4228" h="17573">
                      <a:moveTo>
                        <a:pt x="2114" y="0"/>
                      </a:moveTo>
                      <a:cubicBezTo>
                        <a:pt x="3282" y="0"/>
                        <a:pt x="4229" y="861"/>
                        <a:pt x="4229" y="1922"/>
                      </a:cubicBezTo>
                      <a:cubicBezTo>
                        <a:pt x="4229" y="1922"/>
                        <a:pt x="4229" y="15651"/>
                        <a:pt x="4229" y="15651"/>
                      </a:cubicBezTo>
                      <a:cubicBezTo>
                        <a:pt x="4229" y="16713"/>
                        <a:pt x="3282" y="17573"/>
                        <a:pt x="2114" y="17573"/>
                      </a:cubicBezTo>
                      <a:cubicBezTo>
                        <a:pt x="947" y="17573"/>
                        <a:pt x="0" y="16713"/>
                        <a:pt x="0" y="15651"/>
                      </a:cubicBezTo>
                      <a:cubicBezTo>
                        <a:pt x="0" y="15651"/>
                        <a:pt x="0" y="1922"/>
                        <a:pt x="0" y="1922"/>
                      </a:cubicBezTo>
                      <a:cubicBezTo>
                        <a:pt x="0" y="861"/>
                        <a:pt x="947" y="0"/>
                        <a:pt x="2114" y="0"/>
                      </a:cubicBezTo>
                      <a:close/>
                    </a:path>
                  </a:pathLst>
                </a:custGeom>
                <a:solidFill>
                  <a:srgbClr val="3B434F"/>
                </a:solidFill>
                <a:ln w="141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384" name="자유형: 도형 383">
                  <a:extLst>
                    <a:ext uri="{FF2B5EF4-FFF2-40B4-BE49-F238E27FC236}">
                      <a16:creationId xmlns:a16="http://schemas.microsoft.com/office/drawing/2014/main" id="{AF1BC70C-DA58-4B72-9804-008F69BAC0EF}"/>
                    </a:ext>
                  </a:extLst>
                </p:cNvPr>
                <p:cNvSpPr/>
                <p:nvPr/>
              </p:nvSpPr>
              <p:spPr>
                <a:xfrm>
                  <a:off x="3986119" y="8411024"/>
                  <a:ext cx="4228" cy="17573"/>
                </a:xfrm>
                <a:custGeom>
                  <a:avLst/>
                  <a:gdLst>
                    <a:gd name="connsiteX0" fmla="*/ 2114 w 4228"/>
                    <a:gd name="connsiteY0" fmla="*/ 0 h 17573"/>
                    <a:gd name="connsiteX1" fmla="*/ 4229 w 4228"/>
                    <a:gd name="connsiteY1" fmla="*/ 1922 h 17573"/>
                    <a:gd name="connsiteX2" fmla="*/ 4229 w 4228"/>
                    <a:gd name="connsiteY2" fmla="*/ 15651 h 17573"/>
                    <a:gd name="connsiteX3" fmla="*/ 2114 w 4228"/>
                    <a:gd name="connsiteY3" fmla="*/ 17573 h 17573"/>
                    <a:gd name="connsiteX4" fmla="*/ 0 w 4228"/>
                    <a:gd name="connsiteY4" fmla="*/ 15651 h 17573"/>
                    <a:gd name="connsiteX5" fmla="*/ 0 w 4228"/>
                    <a:gd name="connsiteY5" fmla="*/ 1922 h 17573"/>
                    <a:gd name="connsiteX6" fmla="*/ 2114 w 4228"/>
                    <a:gd name="connsiteY6" fmla="*/ 0 h 175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4228" h="17573">
                      <a:moveTo>
                        <a:pt x="2114" y="0"/>
                      </a:moveTo>
                      <a:cubicBezTo>
                        <a:pt x="3282" y="0"/>
                        <a:pt x="4229" y="861"/>
                        <a:pt x="4229" y="1922"/>
                      </a:cubicBezTo>
                      <a:cubicBezTo>
                        <a:pt x="4229" y="1922"/>
                        <a:pt x="4229" y="15651"/>
                        <a:pt x="4229" y="15651"/>
                      </a:cubicBezTo>
                      <a:cubicBezTo>
                        <a:pt x="4229" y="16713"/>
                        <a:pt x="3282" y="17573"/>
                        <a:pt x="2114" y="17573"/>
                      </a:cubicBezTo>
                      <a:cubicBezTo>
                        <a:pt x="947" y="17573"/>
                        <a:pt x="0" y="16713"/>
                        <a:pt x="0" y="15651"/>
                      </a:cubicBezTo>
                      <a:cubicBezTo>
                        <a:pt x="0" y="15651"/>
                        <a:pt x="0" y="1922"/>
                        <a:pt x="0" y="1922"/>
                      </a:cubicBezTo>
                      <a:cubicBezTo>
                        <a:pt x="0" y="861"/>
                        <a:pt x="947" y="0"/>
                        <a:pt x="2114" y="0"/>
                      </a:cubicBezTo>
                      <a:close/>
                    </a:path>
                  </a:pathLst>
                </a:custGeom>
                <a:solidFill>
                  <a:srgbClr val="3B434F"/>
                </a:solidFill>
                <a:ln w="141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385" name="자유형: 도형 384">
                  <a:extLst>
                    <a:ext uri="{FF2B5EF4-FFF2-40B4-BE49-F238E27FC236}">
                      <a16:creationId xmlns:a16="http://schemas.microsoft.com/office/drawing/2014/main" id="{01426377-9D42-4903-9DF3-E37615B7198D}"/>
                    </a:ext>
                  </a:extLst>
                </p:cNvPr>
                <p:cNvSpPr/>
                <p:nvPr/>
              </p:nvSpPr>
              <p:spPr>
                <a:xfrm>
                  <a:off x="3818166" y="8295569"/>
                  <a:ext cx="122042" cy="80119"/>
                </a:xfrm>
                <a:custGeom>
                  <a:avLst/>
                  <a:gdLst>
                    <a:gd name="connsiteX0" fmla="*/ 64643 w 122042"/>
                    <a:gd name="connsiteY0" fmla="*/ 0 h 80119"/>
                    <a:gd name="connsiteX1" fmla="*/ 26382 w 122042"/>
                    <a:gd name="connsiteY1" fmla="*/ 7987 h 80119"/>
                    <a:gd name="connsiteX2" fmla="*/ 10700 w 122042"/>
                    <a:gd name="connsiteY2" fmla="*/ 46342 h 80119"/>
                    <a:gd name="connsiteX3" fmla="*/ 122043 w 122042"/>
                    <a:gd name="connsiteY3" fmla="*/ 80120 h 80119"/>
                    <a:gd name="connsiteX4" fmla="*/ 91838 w 122042"/>
                    <a:gd name="connsiteY4" fmla="*/ 58153 h 80119"/>
                    <a:gd name="connsiteX5" fmla="*/ 88818 w 122042"/>
                    <a:gd name="connsiteY5" fmla="*/ 12022 h 80119"/>
                    <a:gd name="connsiteX6" fmla="*/ 64643 w 122042"/>
                    <a:gd name="connsiteY6" fmla="*/ 0 h 801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22042" h="80119">
                      <a:moveTo>
                        <a:pt x="64643" y="0"/>
                      </a:moveTo>
                      <a:cubicBezTo>
                        <a:pt x="64643" y="0"/>
                        <a:pt x="26382" y="7987"/>
                        <a:pt x="26382" y="7987"/>
                      </a:cubicBezTo>
                      <a:cubicBezTo>
                        <a:pt x="26382" y="7987"/>
                        <a:pt x="-20472" y="17635"/>
                        <a:pt x="10700" y="46342"/>
                      </a:cubicBezTo>
                      <a:cubicBezTo>
                        <a:pt x="41873" y="75050"/>
                        <a:pt x="122043" y="80120"/>
                        <a:pt x="122043" y="80120"/>
                      </a:cubicBezTo>
                      <a:cubicBezTo>
                        <a:pt x="122043" y="80120"/>
                        <a:pt x="100846" y="70992"/>
                        <a:pt x="91838" y="58153"/>
                      </a:cubicBezTo>
                      <a:cubicBezTo>
                        <a:pt x="91838" y="58153"/>
                        <a:pt x="88818" y="12022"/>
                        <a:pt x="88818" y="12022"/>
                      </a:cubicBezTo>
                      <a:cubicBezTo>
                        <a:pt x="88818" y="12022"/>
                        <a:pt x="64643" y="0"/>
                        <a:pt x="64643" y="0"/>
                      </a:cubicBezTo>
                      <a:close/>
                    </a:path>
                  </a:pathLst>
                </a:custGeom>
                <a:solidFill>
                  <a:srgbClr val="F5F3EF"/>
                </a:solidFill>
                <a:ln w="141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386" name="자유형: 도형 385">
                  <a:extLst>
                    <a:ext uri="{FF2B5EF4-FFF2-40B4-BE49-F238E27FC236}">
                      <a16:creationId xmlns:a16="http://schemas.microsoft.com/office/drawing/2014/main" id="{C5F4D152-188C-4C76-98D7-47B9C570E53F}"/>
                    </a:ext>
                  </a:extLst>
                </p:cNvPr>
                <p:cNvSpPr/>
                <p:nvPr/>
              </p:nvSpPr>
              <p:spPr>
                <a:xfrm>
                  <a:off x="3814551" y="8293313"/>
                  <a:ext cx="127398" cy="85973"/>
                </a:xfrm>
                <a:custGeom>
                  <a:avLst/>
                  <a:gdLst>
                    <a:gd name="connsiteX0" fmla="*/ 126866 w 127398"/>
                    <a:gd name="connsiteY0" fmla="*/ 85121 h 85973"/>
                    <a:gd name="connsiteX1" fmla="*/ 11485 w 127398"/>
                    <a:gd name="connsiteY1" fmla="*/ 49425 h 85973"/>
                    <a:gd name="connsiteX2" fmla="*/ 28399 w 127398"/>
                    <a:gd name="connsiteY2" fmla="*/ 7688 h 85973"/>
                    <a:gd name="connsiteX3" fmla="*/ 65249 w 127398"/>
                    <a:gd name="connsiteY3" fmla="*/ 0 h 85973"/>
                    <a:gd name="connsiteX4" fmla="*/ 97265 w 127398"/>
                    <a:gd name="connsiteY4" fmla="*/ 14828 h 85973"/>
                    <a:gd name="connsiteX5" fmla="*/ 99682 w 127398"/>
                    <a:gd name="connsiteY5" fmla="*/ 59310 h 85973"/>
                    <a:gd name="connsiteX6" fmla="*/ 126866 w 127398"/>
                    <a:gd name="connsiteY6" fmla="*/ 85121 h 85973"/>
                    <a:gd name="connsiteX7" fmla="*/ 93641 w 127398"/>
                    <a:gd name="connsiteY7" fmla="*/ 61507 h 85973"/>
                    <a:gd name="connsiteX8" fmla="*/ 90016 w 127398"/>
                    <a:gd name="connsiteY8" fmla="*/ 14828 h 85973"/>
                    <a:gd name="connsiteX9" fmla="*/ 70686 w 127398"/>
                    <a:gd name="connsiteY9" fmla="*/ 4943 h 85973"/>
                    <a:gd name="connsiteX10" fmla="*/ 33836 w 127398"/>
                    <a:gd name="connsiteY10" fmla="*/ 13180 h 85973"/>
                    <a:gd name="connsiteX11" fmla="*/ 17526 w 127398"/>
                    <a:gd name="connsiteY11" fmla="*/ 45581 h 85973"/>
                    <a:gd name="connsiteX12" fmla="*/ 110555 w 127398"/>
                    <a:gd name="connsiteY12" fmla="*/ 77982 h 85973"/>
                    <a:gd name="connsiteX13" fmla="*/ 93641 w 127398"/>
                    <a:gd name="connsiteY13" fmla="*/ 61507 h 859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127398" h="85973">
                      <a:moveTo>
                        <a:pt x="126866" y="85121"/>
                      </a:moveTo>
                      <a:cubicBezTo>
                        <a:pt x="124492" y="87853"/>
                        <a:pt x="57735" y="85975"/>
                        <a:pt x="11485" y="49425"/>
                      </a:cubicBezTo>
                      <a:cubicBezTo>
                        <a:pt x="-22003" y="22961"/>
                        <a:pt x="28399" y="7688"/>
                        <a:pt x="28399" y="7688"/>
                      </a:cubicBezTo>
                      <a:cubicBezTo>
                        <a:pt x="28399" y="7688"/>
                        <a:pt x="65249" y="0"/>
                        <a:pt x="65249" y="0"/>
                      </a:cubicBezTo>
                      <a:cubicBezTo>
                        <a:pt x="65249" y="0"/>
                        <a:pt x="97265" y="14828"/>
                        <a:pt x="97265" y="14828"/>
                      </a:cubicBezTo>
                      <a:cubicBezTo>
                        <a:pt x="97265" y="14828"/>
                        <a:pt x="99682" y="59310"/>
                        <a:pt x="99682" y="59310"/>
                      </a:cubicBezTo>
                      <a:cubicBezTo>
                        <a:pt x="113160" y="78522"/>
                        <a:pt x="130688" y="80724"/>
                        <a:pt x="126866" y="85121"/>
                      </a:cubicBezTo>
                      <a:close/>
                      <a:moveTo>
                        <a:pt x="93641" y="61507"/>
                      </a:moveTo>
                      <a:cubicBezTo>
                        <a:pt x="93641" y="61507"/>
                        <a:pt x="90016" y="14828"/>
                        <a:pt x="90016" y="14828"/>
                      </a:cubicBezTo>
                      <a:cubicBezTo>
                        <a:pt x="90016" y="14828"/>
                        <a:pt x="70686" y="4943"/>
                        <a:pt x="70686" y="4943"/>
                      </a:cubicBezTo>
                      <a:cubicBezTo>
                        <a:pt x="70686" y="4943"/>
                        <a:pt x="33836" y="13180"/>
                        <a:pt x="33836" y="13180"/>
                      </a:cubicBezTo>
                      <a:cubicBezTo>
                        <a:pt x="33836" y="13180"/>
                        <a:pt x="-10798" y="21501"/>
                        <a:pt x="17526" y="45581"/>
                      </a:cubicBezTo>
                      <a:cubicBezTo>
                        <a:pt x="48093" y="71569"/>
                        <a:pt x="104639" y="78543"/>
                        <a:pt x="110555" y="77982"/>
                      </a:cubicBezTo>
                      <a:cubicBezTo>
                        <a:pt x="116687" y="77401"/>
                        <a:pt x="107119" y="80719"/>
                        <a:pt x="93641" y="61507"/>
                      </a:cubicBezTo>
                      <a:close/>
                    </a:path>
                  </a:pathLst>
                </a:custGeom>
                <a:solidFill>
                  <a:srgbClr val="3B434F"/>
                </a:solidFill>
                <a:ln w="141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387" name="자유형: 도형 386">
                  <a:extLst>
                    <a:ext uri="{FF2B5EF4-FFF2-40B4-BE49-F238E27FC236}">
                      <a16:creationId xmlns:a16="http://schemas.microsoft.com/office/drawing/2014/main" id="{01E000F4-2BE5-4FC8-A18C-DEC542B4FF47}"/>
                    </a:ext>
                  </a:extLst>
                </p:cNvPr>
                <p:cNvSpPr/>
                <p:nvPr/>
              </p:nvSpPr>
              <p:spPr>
                <a:xfrm>
                  <a:off x="3954632" y="8296862"/>
                  <a:ext cx="122115" cy="80359"/>
                </a:xfrm>
                <a:custGeom>
                  <a:avLst/>
                  <a:gdLst>
                    <a:gd name="connsiteX0" fmla="*/ 57433 w 122115"/>
                    <a:gd name="connsiteY0" fmla="*/ 0 h 80359"/>
                    <a:gd name="connsiteX1" fmla="*/ 95717 w 122115"/>
                    <a:gd name="connsiteY1" fmla="*/ 8011 h 80359"/>
                    <a:gd name="connsiteX2" fmla="*/ 111408 w 122115"/>
                    <a:gd name="connsiteY2" fmla="*/ 46481 h 80359"/>
                    <a:gd name="connsiteX3" fmla="*/ 0 w 122115"/>
                    <a:gd name="connsiteY3" fmla="*/ 80359 h 80359"/>
                    <a:gd name="connsiteX4" fmla="*/ 30222 w 122115"/>
                    <a:gd name="connsiteY4" fmla="*/ 58327 h 80359"/>
                    <a:gd name="connsiteX5" fmla="*/ 33245 w 122115"/>
                    <a:gd name="connsiteY5" fmla="*/ 12058 h 80359"/>
                    <a:gd name="connsiteX6" fmla="*/ 57433 w 122115"/>
                    <a:gd name="connsiteY6" fmla="*/ 0 h 803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22115" h="80359">
                      <a:moveTo>
                        <a:pt x="57433" y="0"/>
                      </a:moveTo>
                      <a:cubicBezTo>
                        <a:pt x="57433" y="0"/>
                        <a:pt x="95717" y="8011"/>
                        <a:pt x="95717" y="8011"/>
                      </a:cubicBezTo>
                      <a:cubicBezTo>
                        <a:pt x="95717" y="8011"/>
                        <a:pt x="142599" y="17688"/>
                        <a:pt x="111408" y="46481"/>
                      </a:cubicBezTo>
                      <a:cubicBezTo>
                        <a:pt x="80218" y="75275"/>
                        <a:pt x="0" y="80359"/>
                        <a:pt x="0" y="80359"/>
                      </a:cubicBezTo>
                      <a:cubicBezTo>
                        <a:pt x="0" y="80359"/>
                        <a:pt x="21210" y="71205"/>
                        <a:pt x="30222" y="58327"/>
                      </a:cubicBezTo>
                      <a:cubicBezTo>
                        <a:pt x="30222" y="58327"/>
                        <a:pt x="33245" y="12058"/>
                        <a:pt x="33245" y="12058"/>
                      </a:cubicBezTo>
                      <a:cubicBezTo>
                        <a:pt x="33245" y="12058"/>
                        <a:pt x="57433" y="0"/>
                        <a:pt x="57433" y="0"/>
                      </a:cubicBezTo>
                      <a:close/>
                    </a:path>
                  </a:pathLst>
                </a:custGeom>
                <a:solidFill>
                  <a:srgbClr val="F5F3EF"/>
                </a:solidFill>
                <a:ln w="141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388" name="자유형: 도형 387">
                  <a:extLst>
                    <a:ext uri="{FF2B5EF4-FFF2-40B4-BE49-F238E27FC236}">
                      <a16:creationId xmlns:a16="http://schemas.microsoft.com/office/drawing/2014/main" id="{00723EB1-1A26-4F5E-9A1F-EBB435719115}"/>
                    </a:ext>
                  </a:extLst>
                </p:cNvPr>
                <p:cNvSpPr/>
                <p:nvPr/>
              </p:nvSpPr>
              <p:spPr>
                <a:xfrm>
                  <a:off x="3952890" y="8294050"/>
                  <a:ext cx="127474" cy="86231"/>
                </a:xfrm>
                <a:custGeom>
                  <a:avLst/>
                  <a:gdLst>
                    <a:gd name="connsiteX0" fmla="*/ 533 w 127474"/>
                    <a:gd name="connsiteY0" fmla="*/ 85376 h 86231"/>
                    <a:gd name="connsiteX1" fmla="*/ 115982 w 127474"/>
                    <a:gd name="connsiteY1" fmla="*/ 49573 h 86231"/>
                    <a:gd name="connsiteX2" fmla="*/ 99058 w 127474"/>
                    <a:gd name="connsiteY2" fmla="*/ 7711 h 86231"/>
                    <a:gd name="connsiteX3" fmla="*/ 62187 w 127474"/>
                    <a:gd name="connsiteY3" fmla="*/ 0 h 86231"/>
                    <a:gd name="connsiteX4" fmla="*/ 30151 w 127474"/>
                    <a:gd name="connsiteY4" fmla="*/ 14872 h 86231"/>
                    <a:gd name="connsiteX5" fmla="*/ 27733 w 127474"/>
                    <a:gd name="connsiteY5" fmla="*/ 59488 h 86231"/>
                    <a:gd name="connsiteX6" fmla="*/ 533 w 127474"/>
                    <a:gd name="connsiteY6" fmla="*/ 85376 h 86231"/>
                    <a:gd name="connsiteX7" fmla="*/ 33778 w 127474"/>
                    <a:gd name="connsiteY7" fmla="*/ 61691 h 86231"/>
                    <a:gd name="connsiteX8" fmla="*/ 37404 w 127474"/>
                    <a:gd name="connsiteY8" fmla="*/ 14872 h 86231"/>
                    <a:gd name="connsiteX9" fmla="*/ 56747 w 127474"/>
                    <a:gd name="connsiteY9" fmla="*/ 4957 h 86231"/>
                    <a:gd name="connsiteX10" fmla="*/ 93618 w 127474"/>
                    <a:gd name="connsiteY10" fmla="*/ 13220 h 86231"/>
                    <a:gd name="connsiteX11" fmla="*/ 109938 w 127474"/>
                    <a:gd name="connsiteY11" fmla="*/ 45718 h 86231"/>
                    <a:gd name="connsiteX12" fmla="*/ 16853 w 127474"/>
                    <a:gd name="connsiteY12" fmla="*/ 78216 h 86231"/>
                    <a:gd name="connsiteX13" fmla="*/ 33778 w 127474"/>
                    <a:gd name="connsiteY13" fmla="*/ 61691 h 8623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127474" h="86231">
                      <a:moveTo>
                        <a:pt x="533" y="85376"/>
                      </a:moveTo>
                      <a:cubicBezTo>
                        <a:pt x="2909" y="88116"/>
                        <a:pt x="69704" y="86232"/>
                        <a:pt x="115982" y="49573"/>
                      </a:cubicBezTo>
                      <a:cubicBezTo>
                        <a:pt x="149490" y="23030"/>
                        <a:pt x="99058" y="7711"/>
                        <a:pt x="99058" y="7711"/>
                      </a:cubicBezTo>
                      <a:cubicBezTo>
                        <a:pt x="99058" y="7711"/>
                        <a:pt x="62187" y="0"/>
                        <a:pt x="62187" y="0"/>
                      </a:cubicBezTo>
                      <a:cubicBezTo>
                        <a:pt x="62187" y="0"/>
                        <a:pt x="30151" y="14872"/>
                        <a:pt x="30151" y="14872"/>
                      </a:cubicBezTo>
                      <a:cubicBezTo>
                        <a:pt x="30151" y="14872"/>
                        <a:pt x="27733" y="59488"/>
                        <a:pt x="27733" y="59488"/>
                      </a:cubicBezTo>
                      <a:cubicBezTo>
                        <a:pt x="14247" y="78758"/>
                        <a:pt x="-3291" y="80966"/>
                        <a:pt x="533" y="85376"/>
                      </a:cubicBezTo>
                      <a:close/>
                      <a:moveTo>
                        <a:pt x="33778" y="61691"/>
                      </a:moveTo>
                      <a:cubicBezTo>
                        <a:pt x="33778" y="61691"/>
                        <a:pt x="37404" y="14872"/>
                        <a:pt x="37404" y="14872"/>
                      </a:cubicBezTo>
                      <a:cubicBezTo>
                        <a:pt x="37404" y="14872"/>
                        <a:pt x="56747" y="4957"/>
                        <a:pt x="56747" y="4957"/>
                      </a:cubicBezTo>
                      <a:cubicBezTo>
                        <a:pt x="56747" y="4957"/>
                        <a:pt x="93618" y="13220"/>
                        <a:pt x="93618" y="13220"/>
                      </a:cubicBezTo>
                      <a:cubicBezTo>
                        <a:pt x="93618" y="13220"/>
                        <a:pt x="138278" y="21565"/>
                        <a:pt x="109938" y="45718"/>
                      </a:cubicBezTo>
                      <a:cubicBezTo>
                        <a:pt x="79353" y="71783"/>
                        <a:pt x="22773" y="78778"/>
                        <a:pt x="16853" y="78216"/>
                      </a:cubicBezTo>
                      <a:cubicBezTo>
                        <a:pt x="10718" y="77633"/>
                        <a:pt x="20292" y="80961"/>
                        <a:pt x="33778" y="61691"/>
                      </a:cubicBezTo>
                      <a:close/>
                    </a:path>
                  </a:pathLst>
                </a:custGeom>
                <a:solidFill>
                  <a:srgbClr val="3B434F"/>
                </a:solidFill>
                <a:ln w="141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389" name="자유형: 도형 388">
                  <a:extLst>
                    <a:ext uri="{FF2B5EF4-FFF2-40B4-BE49-F238E27FC236}">
                      <a16:creationId xmlns:a16="http://schemas.microsoft.com/office/drawing/2014/main" id="{EE325BDA-2F24-4FE1-944E-F84760B38619}"/>
                    </a:ext>
                  </a:extLst>
                </p:cNvPr>
                <p:cNvSpPr/>
                <p:nvPr/>
              </p:nvSpPr>
              <p:spPr>
                <a:xfrm>
                  <a:off x="3814576" y="7964548"/>
                  <a:ext cx="265163" cy="351469"/>
                </a:xfrm>
                <a:custGeom>
                  <a:avLst/>
                  <a:gdLst>
                    <a:gd name="connsiteX0" fmla="*/ 132582 w 265163"/>
                    <a:gd name="connsiteY0" fmla="*/ 0 h 351469"/>
                    <a:gd name="connsiteX1" fmla="*/ 265118 w 265163"/>
                    <a:gd name="connsiteY1" fmla="*/ 140551 h 351469"/>
                    <a:gd name="connsiteX2" fmla="*/ 263068 w 265163"/>
                    <a:gd name="connsiteY2" fmla="*/ 222079 h 351469"/>
                    <a:gd name="connsiteX3" fmla="*/ 132582 w 265163"/>
                    <a:gd name="connsiteY3" fmla="*/ 351469 h 351469"/>
                    <a:gd name="connsiteX4" fmla="*/ 2096 w 265163"/>
                    <a:gd name="connsiteY4" fmla="*/ 222079 h 351469"/>
                    <a:gd name="connsiteX5" fmla="*/ 46 w 265163"/>
                    <a:gd name="connsiteY5" fmla="*/ 140551 h 351469"/>
                    <a:gd name="connsiteX6" fmla="*/ 132582 w 265163"/>
                    <a:gd name="connsiteY6" fmla="*/ 0 h 3514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65163" h="351469">
                      <a:moveTo>
                        <a:pt x="132582" y="0"/>
                      </a:moveTo>
                      <a:cubicBezTo>
                        <a:pt x="207731" y="0"/>
                        <a:pt x="267046" y="63843"/>
                        <a:pt x="265118" y="140551"/>
                      </a:cubicBezTo>
                      <a:cubicBezTo>
                        <a:pt x="265118" y="140551"/>
                        <a:pt x="263068" y="222079"/>
                        <a:pt x="263068" y="222079"/>
                      </a:cubicBezTo>
                      <a:cubicBezTo>
                        <a:pt x="261251" y="294346"/>
                        <a:pt x="202850" y="351469"/>
                        <a:pt x="132582" y="351469"/>
                      </a:cubicBezTo>
                      <a:cubicBezTo>
                        <a:pt x="62313" y="351469"/>
                        <a:pt x="3913" y="294346"/>
                        <a:pt x="2096" y="222079"/>
                      </a:cubicBezTo>
                      <a:cubicBezTo>
                        <a:pt x="2096" y="222079"/>
                        <a:pt x="46" y="140551"/>
                        <a:pt x="46" y="140551"/>
                      </a:cubicBezTo>
                      <a:cubicBezTo>
                        <a:pt x="-1883" y="63843"/>
                        <a:pt x="57432" y="0"/>
                        <a:pt x="132582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41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390" name="자유형: 도형 389">
                  <a:extLst>
                    <a:ext uri="{FF2B5EF4-FFF2-40B4-BE49-F238E27FC236}">
                      <a16:creationId xmlns:a16="http://schemas.microsoft.com/office/drawing/2014/main" id="{EB015EC6-E06C-4931-A776-79ADF455E23A}"/>
                    </a:ext>
                  </a:extLst>
                </p:cNvPr>
                <p:cNvSpPr/>
                <p:nvPr/>
              </p:nvSpPr>
              <p:spPr>
                <a:xfrm>
                  <a:off x="3807932" y="7956310"/>
                  <a:ext cx="277847" cy="365747"/>
                </a:xfrm>
                <a:custGeom>
                  <a:avLst/>
                  <a:gdLst>
                    <a:gd name="connsiteX0" fmla="*/ 277800 w 277847"/>
                    <a:gd name="connsiteY0" fmla="*/ 146261 h 365747"/>
                    <a:gd name="connsiteX1" fmla="*/ 275652 w 277847"/>
                    <a:gd name="connsiteY1" fmla="*/ 231101 h 365747"/>
                    <a:gd name="connsiteX2" fmla="*/ 138924 w 277847"/>
                    <a:gd name="connsiteY2" fmla="*/ 365748 h 365747"/>
                    <a:gd name="connsiteX3" fmla="*/ 2196 w 277847"/>
                    <a:gd name="connsiteY3" fmla="*/ 231101 h 365747"/>
                    <a:gd name="connsiteX4" fmla="*/ 48 w 277847"/>
                    <a:gd name="connsiteY4" fmla="*/ 146261 h 365747"/>
                    <a:gd name="connsiteX5" fmla="*/ 138924 w 277847"/>
                    <a:gd name="connsiteY5" fmla="*/ 0 h 365747"/>
                    <a:gd name="connsiteX6" fmla="*/ 277800 w 277847"/>
                    <a:gd name="connsiteY6" fmla="*/ 146261 h 365747"/>
                    <a:gd name="connsiteX7" fmla="*/ 138622 w 277847"/>
                    <a:gd name="connsiteY7" fmla="*/ 8787 h 365747"/>
                    <a:gd name="connsiteX8" fmla="*/ 7898 w 277847"/>
                    <a:gd name="connsiteY8" fmla="*/ 148240 h 365747"/>
                    <a:gd name="connsiteX9" fmla="*/ 9920 w 277847"/>
                    <a:gd name="connsiteY9" fmla="*/ 229131 h 365747"/>
                    <a:gd name="connsiteX10" fmla="*/ 138622 w 277847"/>
                    <a:gd name="connsiteY10" fmla="*/ 357510 h 365747"/>
                    <a:gd name="connsiteX11" fmla="*/ 267324 w 277847"/>
                    <a:gd name="connsiteY11" fmla="*/ 229131 h 365747"/>
                    <a:gd name="connsiteX12" fmla="*/ 269346 w 277847"/>
                    <a:gd name="connsiteY12" fmla="*/ 148240 h 365747"/>
                    <a:gd name="connsiteX13" fmla="*/ 138622 w 277847"/>
                    <a:gd name="connsiteY13" fmla="*/ 8787 h 36574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77847" h="365747">
                      <a:moveTo>
                        <a:pt x="277800" y="146261"/>
                      </a:moveTo>
                      <a:cubicBezTo>
                        <a:pt x="277800" y="146261"/>
                        <a:pt x="275652" y="231101"/>
                        <a:pt x="275652" y="231101"/>
                      </a:cubicBezTo>
                      <a:cubicBezTo>
                        <a:pt x="273748" y="306304"/>
                        <a:pt x="212554" y="365748"/>
                        <a:pt x="138924" y="365748"/>
                      </a:cubicBezTo>
                      <a:cubicBezTo>
                        <a:pt x="65294" y="365748"/>
                        <a:pt x="4100" y="306304"/>
                        <a:pt x="2196" y="231101"/>
                      </a:cubicBezTo>
                      <a:cubicBezTo>
                        <a:pt x="2196" y="231101"/>
                        <a:pt x="48" y="146261"/>
                        <a:pt x="48" y="146261"/>
                      </a:cubicBezTo>
                      <a:cubicBezTo>
                        <a:pt x="-1973" y="66436"/>
                        <a:pt x="60180" y="0"/>
                        <a:pt x="138924" y="0"/>
                      </a:cubicBezTo>
                      <a:cubicBezTo>
                        <a:pt x="217668" y="0"/>
                        <a:pt x="279821" y="66436"/>
                        <a:pt x="277800" y="146261"/>
                      </a:cubicBezTo>
                      <a:close/>
                      <a:moveTo>
                        <a:pt x="138622" y="8787"/>
                      </a:moveTo>
                      <a:cubicBezTo>
                        <a:pt x="64500" y="8787"/>
                        <a:pt x="5996" y="72131"/>
                        <a:pt x="7898" y="148240"/>
                      </a:cubicBezTo>
                      <a:cubicBezTo>
                        <a:pt x="7898" y="148240"/>
                        <a:pt x="9920" y="229131"/>
                        <a:pt x="9920" y="229131"/>
                      </a:cubicBezTo>
                      <a:cubicBezTo>
                        <a:pt x="11712" y="300833"/>
                        <a:pt x="69314" y="357510"/>
                        <a:pt x="138622" y="357510"/>
                      </a:cubicBezTo>
                      <a:cubicBezTo>
                        <a:pt x="207930" y="357510"/>
                        <a:pt x="265532" y="300833"/>
                        <a:pt x="267324" y="229131"/>
                      </a:cubicBezTo>
                      <a:cubicBezTo>
                        <a:pt x="267324" y="229131"/>
                        <a:pt x="269346" y="148240"/>
                        <a:pt x="269346" y="148240"/>
                      </a:cubicBezTo>
                      <a:cubicBezTo>
                        <a:pt x="271249" y="72131"/>
                        <a:pt x="212744" y="8787"/>
                        <a:pt x="138622" y="8787"/>
                      </a:cubicBezTo>
                      <a:close/>
                    </a:path>
                  </a:pathLst>
                </a:custGeom>
                <a:solidFill>
                  <a:srgbClr val="3B434F"/>
                </a:solidFill>
                <a:ln w="141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391" name="자유형: 도형 390">
                  <a:extLst>
                    <a:ext uri="{FF2B5EF4-FFF2-40B4-BE49-F238E27FC236}">
                      <a16:creationId xmlns:a16="http://schemas.microsoft.com/office/drawing/2014/main" id="{2E5262BA-3033-469C-9E79-BE248039352D}"/>
                    </a:ext>
                  </a:extLst>
                </p:cNvPr>
                <p:cNvSpPr/>
                <p:nvPr/>
              </p:nvSpPr>
              <p:spPr>
                <a:xfrm>
                  <a:off x="3882446" y="8230115"/>
                  <a:ext cx="130189" cy="22747"/>
                </a:xfrm>
                <a:custGeom>
                  <a:avLst/>
                  <a:gdLst>
                    <a:gd name="connsiteX0" fmla="*/ 129648 w 130189"/>
                    <a:gd name="connsiteY0" fmla="*/ 5834 h 22747"/>
                    <a:gd name="connsiteX1" fmla="*/ 65011 w 130189"/>
                    <a:gd name="connsiteY1" fmla="*/ 22747 h 22747"/>
                    <a:gd name="connsiteX2" fmla="*/ 374 w 130189"/>
                    <a:gd name="connsiteY2" fmla="*/ 5834 h 22747"/>
                    <a:gd name="connsiteX3" fmla="*/ 899 w 130189"/>
                    <a:gd name="connsiteY3" fmla="*/ 1525 h 22747"/>
                    <a:gd name="connsiteX4" fmla="*/ 5206 w 130189"/>
                    <a:gd name="connsiteY4" fmla="*/ 331 h 22747"/>
                    <a:gd name="connsiteX5" fmla="*/ 65011 w 130189"/>
                    <a:gd name="connsiteY5" fmla="*/ 16157 h 22747"/>
                    <a:gd name="connsiteX6" fmla="*/ 124816 w 130189"/>
                    <a:gd name="connsiteY6" fmla="*/ 331 h 22747"/>
                    <a:gd name="connsiteX7" fmla="*/ 128802 w 130189"/>
                    <a:gd name="connsiteY7" fmla="*/ 610 h 22747"/>
                    <a:gd name="connsiteX8" fmla="*/ 129648 w 130189"/>
                    <a:gd name="connsiteY8" fmla="*/ 5834 h 2274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30189" h="22747">
                      <a:moveTo>
                        <a:pt x="129648" y="5834"/>
                      </a:moveTo>
                      <a:cubicBezTo>
                        <a:pt x="118668" y="14501"/>
                        <a:pt x="93868" y="22747"/>
                        <a:pt x="65011" y="22747"/>
                      </a:cubicBezTo>
                      <a:cubicBezTo>
                        <a:pt x="36155" y="22747"/>
                        <a:pt x="11354" y="14501"/>
                        <a:pt x="374" y="5834"/>
                      </a:cubicBezTo>
                      <a:cubicBezTo>
                        <a:pt x="374" y="5834"/>
                        <a:pt x="-750" y="3024"/>
                        <a:pt x="899" y="1525"/>
                      </a:cubicBezTo>
                      <a:cubicBezTo>
                        <a:pt x="2577" y="-1"/>
                        <a:pt x="5206" y="331"/>
                        <a:pt x="5206" y="331"/>
                      </a:cubicBezTo>
                      <a:cubicBezTo>
                        <a:pt x="16175" y="9004"/>
                        <a:pt x="36144" y="16157"/>
                        <a:pt x="65011" y="16157"/>
                      </a:cubicBezTo>
                      <a:cubicBezTo>
                        <a:pt x="93879" y="16157"/>
                        <a:pt x="113847" y="9004"/>
                        <a:pt x="124816" y="331"/>
                      </a:cubicBezTo>
                      <a:cubicBezTo>
                        <a:pt x="124816" y="331"/>
                        <a:pt x="127499" y="-575"/>
                        <a:pt x="128802" y="610"/>
                      </a:cubicBezTo>
                      <a:cubicBezTo>
                        <a:pt x="131313" y="2892"/>
                        <a:pt x="129648" y="5834"/>
                        <a:pt x="129648" y="5834"/>
                      </a:cubicBezTo>
                      <a:close/>
                    </a:path>
                  </a:pathLst>
                </a:custGeom>
                <a:solidFill>
                  <a:srgbClr val="3B434F"/>
                </a:solidFill>
                <a:ln w="141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392" name="자유형: 도형 391">
                  <a:extLst>
                    <a:ext uri="{FF2B5EF4-FFF2-40B4-BE49-F238E27FC236}">
                      <a16:creationId xmlns:a16="http://schemas.microsoft.com/office/drawing/2014/main" id="{FD642437-4F81-4E12-A18C-E1483DF5C575}"/>
                    </a:ext>
                  </a:extLst>
                </p:cNvPr>
                <p:cNvSpPr/>
                <p:nvPr/>
              </p:nvSpPr>
              <p:spPr>
                <a:xfrm>
                  <a:off x="3927523" y="8266043"/>
                  <a:ext cx="38661" cy="5491"/>
                </a:xfrm>
                <a:custGeom>
                  <a:avLst/>
                  <a:gdLst>
                    <a:gd name="connsiteX0" fmla="*/ 0 w 38661"/>
                    <a:gd name="connsiteY0" fmla="*/ 0 h 5491"/>
                    <a:gd name="connsiteX1" fmla="*/ 38662 w 38661"/>
                    <a:gd name="connsiteY1" fmla="*/ 0 h 5491"/>
                    <a:gd name="connsiteX2" fmla="*/ 38662 w 38661"/>
                    <a:gd name="connsiteY2" fmla="*/ 5492 h 5491"/>
                    <a:gd name="connsiteX3" fmla="*/ 0 w 38661"/>
                    <a:gd name="connsiteY3" fmla="*/ 5492 h 5491"/>
                    <a:gd name="connsiteX4" fmla="*/ 0 w 38661"/>
                    <a:gd name="connsiteY4" fmla="*/ 0 h 54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8661" h="5491">
                      <a:moveTo>
                        <a:pt x="0" y="0"/>
                      </a:moveTo>
                      <a:cubicBezTo>
                        <a:pt x="0" y="0"/>
                        <a:pt x="38662" y="0"/>
                        <a:pt x="38662" y="0"/>
                      </a:cubicBezTo>
                      <a:cubicBezTo>
                        <a:pt x="38662" y="0"/>
                        <a:pt x="38662" y="5492"/>
                        <a:pt x="38662" y="5492"/>
                      </a:cubicBezTo>
                      <a:cubicBezTo>
                        <a:pt x="38662" y="5492"/>
                        <a:pt x="0" y="5492"/>
                        <a:pt x="0" y="5492"/>
                      </a:cubicBezTo>
                      <a:cubicBezTo>
                        <a:pt x="0" y="5492"/>
                        <a:pt x="0" y="0"/>
                        <a:pt x="0" y="0"/>
                      </a:cubicBezTo>
                      <a:close/>
                    </a:path>
                  </a:pathLst>
                </a:custGeom>
                <a:solidFill>
                  <a:srgbClr val="3B434F"/>
                </a:solidFill>
                <a:ln w="141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393" name="자유형: 도형 392">
                  <a:extLst>
                    <a:ext uri="{FF2B5EF4-FFF2-40B4-BE49-F238E27FC236}">
                      <a16:creationId xmlns:a16="http://schemas.microsoft.com/office/drawing/2014/main" id="{46B002EF-D185-4876-B684-9B51B8ADC4B9}"/>
                    </a:ext>
                  </a:extLst>
                </p:cNvPr>
                <p:cNvSpPr/>
                <p:nvPr/>
              </p:nvSpPr>
              <p:spPr>
                <a:xfrm>
                  <a:off x="3776505" y="8112267"/>
                  <a:ext cx="33825" cy="88979"/>
                </a:xfrm>
                <a:custGeom>
                  <a:avLst/>
                  <a:gdLst>
                    <a:gd name="connsiteX0" fmla="*/ 29909 w 33825"/>
                    <a:gd name="connsiteY0" fmla="*/ 2676 h 88979"/>
                    <a:gd name="connsiteX1" fmla="*/ 25656 w 33825"/>
                    <a:gd name="connsiteY1" fmla="*/ 820 h 88979"/>
                    <a:gd name="connsiteX2" fmla="*/ 20591 w 33825"/>
                    <a:gd name="connsiteY2" fmla="*/ 19 h 88979"/>
                    <a:gd name="connsiteX3" fmla="*/ 19082 w 33825"/>
                    <a:gd name="connsiteY3" fmla="*/ 8 h 88979"/>
                    <a:gd name="connsiteX4" fmla="*/ 17503 w 33825"/>
                    <a:gd name="connsiteY4" fmla="*/ 104 h 88979"/>
                    <a:gd name="connsiteX5" fmla="*/ 14209 w 33825"/>
                    <a:gd name="connsiteY5" fmla="*/ 687 h 88979"/>
                    <a:gd name="connsiteX6" fmla="*/ 2523 w 33825"/>
                    <a:gd name="connsiteY6" fmla="*/ 10536 h 88979"/>
                    <a:gd name="connsiteX7" fmla="*/ 62 w 33825"/>
                    <a:gd name="connsiteY7" fmla="*/ 21742 h 88979"/>
                    <a:gd name="connsiteX8" fmla="*/ 11 w 33825"/>
                    <a:gd name="connsiteY8" fmla="*/ 25371 h 88979"/>
                    <a:gd name="connsiteX9" fmla="*/ 222 w 33825"/>
                    <a:gd name="connsiteY9" fmla="*/ 29361 h 88979"/>
                    <a:gd name="connsiteX10" fmla="*/ 1494 w 33825"/>
                    <a:gd name="connsiteY10" fmla="*/ 38493 h 88979"/>
                    <a:gd name="connsiteX11" fmla="*/ 4847 w 33825"/>
                    <a:gd name="connsiteY11" fmla="*/ 59989 h 88979"/>
                    <a:gd name="connsiteX12" fmla="*/ 33825 w 33825"/>
                    <a:gd name="connsiteY12" fmla="*/ 88979 h 88979"/>
                    <a:gd name="connsiteX13" fmla="*/ 29909 w 33825"/>
                    <a:gd name="connsiteY13" fmla="*/ 2676 h 88979"/>
                    <a:gd name="connsiteX14" fmla="*/ 29909 w 33825"/>
                    <a:gd name="connsiteY14" fmla="*/ 2676 h 889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3825" h="88979">
                      <a:moveTo>
                        <a:pt x="29909" y="2676"/>
                      </a:moveTo>
                      <a:cubicBezTo>
                        <a:pt x="29892" y="2677"/>
                        <a:pt x="28425" y="1613"/>
                        <a:pt x="25656" y="820"/>
                      </a:cubicBezTo>
                      <a:cubicBezTo>
                        <a:pt x="24272" y="424"/>
                        <a:pt x="22552" y="99"/>
                        <a:pt x="20591" y="19"/>
                      </a:cubicBezTo>
                      <a:cubicBezTo>
                        <a:pt x="20101" y="-1"/>
                        <a:pt x="19597" y="-6"/>
                        <a:pt x="19082" y="8"/>
                      </a:cubicBezTo>
                      <a:cubicBezTo>
                        <a:pt x="18566" y="21"/>
                        <a:pt x="18039" y="52"/>
                        <a:pt x="17503" y="104"/>
                      </a:cubicBezTo>
                      <a:cubicBezTo>
                        <a:pt x="16430" y="208"/>
                        <a:pt x="15323" y="395"/>
                        <a:pt x="14209" y="687"/>
                      </a:cubicBezTo>
                      <a:cubicBezTo>
                        <a:pt x="9747" y="1852"/>
                        <a:pt x="5196" y="4686"/>
                        <a:pt x="2523" y="10536"/>
                      </a:cubicBezTo>
                      <a:cubicBezTo>
                        <a:pt x="1181" y="13460"/>
                        <a:pt x="296" y="17139"/>
                        <a:pt x="62" y="21742"/>
                      </a:cubicBezTo>
                      <a:cubicBezTo>
                        <a:pt x="4" y="22893"/>
                        <a:pt x="-14" y="24102"/>
                        <a:pt x="11" y="25371"/>
                      </a:cubicBezTo>
                      <a:cubicBezTo>
                        <a:pt x="37" y="26639"/>
                        <a:pt x="106" y="27969"/>
                        <a:pt x="222" y="29361"/>
                      </a:cubicBezTo>
                      <a:cubicBezTo>
                        <a:pt x="454" y="32146"/>
                        <a:pt x="871" y="35183"/>
                        <a:pt x="1494" y="38493"/>
                      </a:cubicBezTo>
                      <a:cubicBezTo>
                        <a:pt x="1480" y="38489"/>
                        <a:pt x="913" y="48493"/>
                        <a:pt x="4847" y="59989"/>
                      </a:cubicBezTo>
                      <a:cubicBezTo>
                        <a:pt x="8546" y="71228"/>
                        <a:pt x="17427" y="85034"/>
                        <a:pt x="33825" y="88979"/>
                      </a:cubicBezTo>
                      <a:cubicBezTo>
                        <a:pt x="31939" y="60432"/>
                        <a:pt x="31881" y="31349"/>
                        <a:pt x="29909" y="2676"/>
                      </a:cubicBezTo>
                      <a:cubicBezTo>
                        <a:pt x="29909" y="2676"/>
                        <a:pt x="29909" y="2676"/>
                        <a:pt x="29909" y="267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41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394" name="자유형: 도형 393">
                  <a:extLst>
                    <a:ext uri="{FF2B5EF4-FFF2-40B4-BE49-F238E27FC236}">
                      <a16:creationId xmlns:a16="http://schemas.microsoft.com/office/drawing/2014/main" id="{18690B1F-D80C-4316-BBE0-A923A106DC81}"/>
                    </a:ext>
                  </a:extLst>
                </p:cNvPr>
                <p:cNvSpPr/>
                <p:nvPr/>
              </p:nvSpPr>
              <p:spPr>
                <a:xfrm>
                  <a:off x="3774295" y="8106710"/>
                  <a:ext cx="51718" cy="101120"/>
                </a:xfrm>
                <a:custGeom>
                  <a:avLst/>
                  <a:gdLst>
                    <a:gd name="connsiteX0" fmla="*/ 35404 w 51718"/>
                    <a:gd name="connsiteY0" fmla="*/ 9384 h 101120"/>
                    <a:gd name="connsiteX1" fmla="*/ 7843 w 51718"/>
                    <a:gd name="connsiteY1" fmla="*/ 28036 h 101120"/>
                    <a:gd name="connsiteX2" fmla="*/ 13943 w 51718"/>
                    <a:gd name="connsiteY2" fmla="*/ 70316 h 101120"/>
                    <a:gd name="connsiteX3" fmla="*/ 43676 w 51718"/>
                    <a:gd name="connsiteY3" fmla="*/ 93855 h 101120"/>
                    <a:gd name="connsiteX4" fmla="*/ 43676 w 51718"/>
                    <a:gd name="connsiteY4" fmla="*/ 93855 h 101120"/>
                    <a:gd name="connsiteX5" fmla="*/ 43901 w 51718"/>
                    <a:gd name="connsiteY5" fmla="*/ 101121 h 101120"/>
                    <a:gd name="connsiteX6" fmla="*/ 5073 w 51718"/>
                    <a:gd name="connsiteY6" fmla="*/ 63235 h 101120"/>
                    <a:gd name="connsiteX7" fmla="*/ 113 w 51718"/>
                    <a:gd name="connsiteY7" fmla="*/ 32263 h 101120"/>
                    <a:gd name="connsiteX8" fmla="*/ 33624 w 51718"/>
                    <a:gd name="connsiteY8" fmla="*/ 1697 h 101120"/>
                    <a:gd name="connsiteX9" fmla="*/ 33624 w 51718"/>
                    <a:gd name="connsiteY9" fmla="*/ 1697 h 101120"/>
                    <a:gd name="connsiteX10" fmla="*/ 35404 w 51718"/>
                    <a:gd name="connsiteY10" fmla="*/ 9384 h 1011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51718" h="101120">
                      <a:moveTo>
                        <a:pt x="35404" y="9384"/>
                      </a:moveTo>
                      <a:cubicBezTo>
                        <a:pt x="35404" y="9384"/>
                        <a:pt x="6837" y="1337"/>
                        <a:pt x="7843" y="28036"/>
                      </a:cubicBezTo>
                      <a:cubicBezTo>
                        <a:pt x="7843" y="28036"/>
                        <a:pt x="12096" y="66749"/>
                        <a:pt x="13943" y="70316"/>
                      </a:cubicBezTo>
                      <a:cubicBezTo>
                        <a:pt x="13943" y="70316"/>
                        <a:pt x="25161" y="92857"/>
                        <a:pt x="43676" y="93855"/>
                      </a:cubicBezTo>
                      <a:cubicBezTo>
                        <a:pt x="61772" y="94832"/>
                        <a:pt x="43676" y="93855"/>
                        <a:pt x="43676" y="93855"/>
                      </a:cubicBezTo>
                      <a:cubicBezTo>
                        <a:pt x="43676" y="93855"/>
                        <a:pt x="43901" y="101121"/>
                        <a:pt x="43901" y="101121"/>
                      </a:cubicBezTo>
                      <a:cubicBezTo>
                        <a:pt x="43901" y="101121"/>
                        <a:pt x="11359" y="97328"/>
                        <a:pt x="5073" y="63235"/>
                      </a:cubicBezTo>
                      <a:cubicBezTo>
                        <a:pt x="5073" y="63235"/>
                        <a:pt x="113" y="32263"/>
                        <a:pt x="113" y="32263"/>
                      </a:cubicBezTo>
                      <a:cubicBezTo>
                        <a:pt x="113" y="32263"/>
                        <a:pt x="-3739" y="-8725"/>
                        <a:pt x="33624" y="1697"/>
                      </a:cubicBezTo>
                      <a:cubicBezTo>
                        <a:pt x="70024" y="11850"/>
                        <a:pt x="33624" y="1697"/>
                        <a:pt x="33624" y="1697"/>
                      </a:cubicBezTo>
                      <a:cubicBezTo>
                        <a:pt x="33624" y="1697"/>
                        <a:pt x="35404" y="9384"/>
                        <a:pt x="35404" y="9384"/>
                      </a:cubicBezTo>
                    </a:path>
                  </a:pathLst>
                </a:custGeom>
                <a:solidFill>
                  <a:srgbClr val="3B434F"/>
                </a:solidFill>
                <a:ln w="141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395" name="자유형: 도형 394">
                  <a:extLst>
                    <a:ext uri="{FF2B5EF4-FFF2-40B4-BE49-F238E27FC236}">
                      <a16:creationId xmlns:a16="http://schemas.microsoft.com/office/drawing/2014/main" id="{D1CB1259-4E76-40C0-928E-33BA8771E28C}"/>
                    </a:ext>
                  </a:extLst>
                </p:cNvPr>
                <p:cNvSpPr/>
                <p:nvPr/>
              </p:nvSpPr>
              <p:spPr>
                <a:xfrm>
                  <a:off x="3791398" y="8134551"/>
                  <a:ext cx="21735" cy="36427"/>
                </a:xfrm>
                <a:custGeom>
                  <a:avLst/>
                  <a:gdLst>
                    <a:gd name="connsiteX0" fmla="*/ 8873 w 21735"/>
                    <a:gd name="connsiteY0" fmla="*/ 35329 h 36427"/>
                    <a:gd name="connsiteX1" fmla="*/ 5901 w 21735"/>
                    <a:gd name="connsiteY1" fmla="*/ 36427 h 36427"/>
                    <a:gd name="connsiteX2" fmla="*/ 2948 w 21735"/>
                    <a:gd name="connsiteY2" fmla="*/ 35329 h 36427"/>
                    <a:gd name="connsiteX3" fmla="*/ 0 w 21735"/>
                    <a:gd name="connsiteY3" fmla="*/ 8322 h 36427"/>
                    <a:gd name="connsiteX4" fmla="*/ 21328 w 21735"/>
                    <a:gd name="connsiteY4" fmla="*/ 2050 h 36427"/>
                    <a:gd name="connsiteX5" fmla="*/ 21736 w 21735"/>
                    <a:gd name="connsiteY5" fmla="*/ 9772 h 36427"/>
                    <a:gd name="connsiteX6" fmla="*/ 6906 w 21735"/>
                    <a:gd name="connsiteY6" fmla="*/ 10970 h 36427"/>
                    <a:gd name="connsiteX7" fmla="*/ 8873 w 21735"/>
                    <a:gd name="connsiteY7" fmla="*/ 35329 h 364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1735" h="36427">
                      <a:moveTo>
                        <a:pt x="8873" y="35329"/>
                      </a:moveTo>
                      <a:cubicBezTo>
                        <a:pt x="8873" y="35329"/>
                        <a:pt x="7274" y="36427"/>
                        <a:pt x="5901" y="36427"/>
                      </a:cubicBezTo>
                      <a:cubicBezTo>
                        <a:pt x="4527" y="36427"/>
                        <a:pt x="2948" y="35329"/>
                        <a:pt x="2948" y="35329"/>
                      </a:cubicBezTo>
                      <a:cubicBezTo>
                        <a:pt x="2948" y="35329"/>
                        <a:pt x="0" y="8322"/>
                        <a:pt x="0" y="8322"/>
                      </a:cubicBezTo>
                      <a:cubicBezTo>
                        <a:pt x="0" y="8322"/>
                        <a:pt x="4068" y="-4979"/>
                        <a:pt x="21328" y="2050"/>
                      </a:cubicBezTo>
                      <a:cubicBezTo>
                        <a:pt x="21328" y="2050"/>
                        <a:pt x="21736" y="9772"/>
                        <a:pt x="21736" y="9772"/>
                      </a:cubicBezTo>
                      <a:cubicBezTo>
                        <a:pt x="21736" y="9772"/>
                        <a:pt x="6593" y="4890"/>
                        <a:pt x="6906" y="10970"/>
                      </a:cubicBezTo>
                      <a:cubicBezTo>
                        <a:pt x="7207" y="16822"/>
                        <a:pt x="8873" y="35329"/>
                        <a:pt x="8873" y="35329"/>
                      </a:cubicBezTo>
                      <a:close/>
                    </a:path>
                  </a:pathLst>
                </a:custGeom>
                <a:solidFill>
                  <a:srgbClr val="3B434F"/>
                </a:solidFill>
                <a:ln w="141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396" name="자유형: 도형 395">
                  <a:extLst>
                    <a:ext uri="{FF2B5EF4-FFF2-40B4-BE49-F238E27FC236}">
                      <a16:creationId xmlns:a16="http://schemas.microsoft.com/office/drawing/2014/main" id="{63BB4EDF-9E1B-4EA7-A7C3-1F7B01193CA7}"/>
                    </a:ext>
                  </a:extLst>
                </p:cNvPr>
                <p:cNvSpPr/>
                <p:nvPr/>
              </p:nvSpPr>
              <p:spPr>
                <a:xfrm>
                  <a:off x="4081407" y="8112332"/>
                  <a:ext cx="33973" cy="88919"/>
                </a:xfrm>
                <a:custGeom>
                  <a:avLst/>
                  <a:gdLst>
                    <a:gd name="connsiteX0" fmla="*/ 3933 w 33973"/>
                    <a:gd name="connsiteY0" fmla="*/ 2675 h 88919"/>
                    <a:gd name="connsiteX1" fmla="*/ 8205 w 33973"/>
                    <a:gd name="connsiteY1" fmla="*/ 819 h 88919"/>
                    <a:gd name="connsiteX2" fmla="*/ 13292 w 33973"/>
                    <a:gd name="connsiteY2" fmla="*/ 19 h 88919"/>
                    <a:gd name="connsiteX3" fmla="*/ 14808 w 33973"/>
                    <a:gd name="connsiteY3" fmla="*/ 8 h 88919"/>
                    <a:gd name="connsiteX4" fmla="*/ 16394 w 33973"/>
                    <a:gd name="connsiteY4" fmla="*/ 104 h 88919"/>
                    <a:gd name="connsiteX5" fmla="*/ 19702 w 33973"/>
                    <a:gd name="connsiteY5" fmla="*/ 686 h 88919"/>
                    <a:gd name="connsiteX6" fmla="*/ 31439 w 33973"/>
                    <a:gd name="connsiteY6" fmla="*/ 10528 h 88919"/>
                    <a:gd name="connsiteX7" fmla="*/ 33911 w 33973"/>
                    <a:gd name="connsiteY7" fmla="*/ 21728 h 88919"/>
                    <a:gd name="connsiteX8" fmla="*/ 33962 w 33973"/>
                    <a:gd name="connsiteY8" fmla="*/ 25353 h 88919"/>
                    <a:gd name="connsiteX9" fmla="*/ 33750 w 33973"/>
                    <a:gd name="connsiteY9" fmla="*/ 29341 h 88919"/>
                    <a:gd name="connsiteX10" fmla="*/ 32473 w 33973"/>
                    <a:gd name="connsiteY10" fmla="*/ 38466 h 88919"/>
                    <a:gd name="connsiteX11" fmla="*/ 29105 w 33973"/>
                    <a:gd name="connsiteY11" fmla="*/ 59948 h 88919"/>
                    <a:gd name="connsiteX12" fmla="*/ 0 w 33973"/>
                    <a:gd name="connsiteY12" fmla="*/ 88919 h 88919"/>
                    <a:gd name="connsiteX13" fmla="*/ 3933 w 33973"/>
                    <a:gd name="connsiteY13" fmla="*/ 2675 h 88919"/>
                    <a:gd name="connsiteX14" fmla="*/ 3933 w 33973"/>
                    <a:gd name="connsiteY14" fmla="*/ 2675 h 889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3973" h="88919">
                      <a:moveTo>
                        <a:pt x="3933" y="2675"/>
                      </a:moveTo>
                      <a:cubicBezTo>
                        <a:pt x="3950" y="2676"/>
                        <a:pt x="5423" y="1612"/>
                        <a:pt x="8205" y="819"/>
                      </a:cubicBezTo>
                      <a:cubicBezTo>
                        <a:pt x="9595" y="424"/>
                        <a:pt x="11323" y="99"/>
                        <a:pt x="13292" y="19"/>
                      </a:cubicBezTo>
                      <a:cubicBezTo>
                        <a:pt x="13784" y="-1"/>
                        <a:pt x="14290" y="-6"/>
                        <a:pt x="14808" y="8"/>
                      </a:cubicBezTo>
                      <a:cubicBezTo>
                        <a:pt x="15326" y="21"/>
                        <a:pt x="15856" y="52"/>
                        <a:pt x="16394" y="104"/>
                      </a:cubicBezTo>
                      <a:cubicBezTo>
                        <a:pt x="17471" y="208"/>
                        <a:pt x="18583" y="395"/>
                        <a:pt x="19702" y="686"/>
                      </a:cubicBezTo>
                      <a:cubicBezTo>
                        <a:pt x="24183" y="1851"/>
                        <a:pt x="28754" y="4683"/>
                        <a:pt x="31439" y="10528"/>
                      </a:cubicBezTo>
                      <a:cubicBezTo>
                        <a:pt x="32787" y="13451"/>
                        <a:pt x="33676" y="17128"/>
                        <a:pt x="33911" y="21728"/>
                      </a:cubicBezTo>
                      <a:cubicBezTo>
                        <a:pt x="33970" y="22878"/>
                        <a:pt x="33988" y="24085"/>
                        <a:pt x="33962" y="25353"/>
                      </a:cubicBezTo>
                      <a:cubicBezTo>
                        <a:pt x="33936" y="26621"/>
                        <a:pt x="33866" y="27950"/>
                        <a:pt x="33750" y="29341"/>
                      </a:cubicBezTo>
                      <a:cubicBezTo>
                        <a:pt x="33518" y="32124"/>
                        <a:pt x="33098" y="35159"/>
                        <a:pt x="32473" y="38466"/>
                      </a:cubicBezTo>
                      <a:cubicBezTo>
                        <a:pt x="32486" y="38463"/>
                        <a:pt x="33056" y="48461"/>
                        <a:pt x="29105" y="59948"/>
                      </a:cubicBezTo>
                      <a:cubicBezTo>
                        <a:pt x="25390" y="71180"/>
                        <a:pt x="16470" y="84976"/>
                        <a:pt x="0" y="88919"/>
                      </a:cubicBezTo>
                      <a:cubicBezTo>
                        <a:pt x="1894" y="60391"/>
                        <a:pt x="1953" y="31328"/>
                        <a:pt x="3933" y="2675"/>
                      </a:cubicBezTo>
                      <a:cubicBezTo>
                        <a:pt x="3933" y="2675"/>
                        <a:pt x="3933" y="2675"/>
                        <a:pt x="3933" y="2675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41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397" name="자유형: 도형 396">
                  <a:extLst>
                    <a:ext uri="{FF2B5EF4-FFF2-40B4-BE49-F238E27FC236}">
                      <a16:creationId xmlns:a16="http://schemas.microsoft.com/office/drawing/2014/main" id="{49F6CDF6-87E0-4913-9673-0632F66157AB}"/>
                    </a:ext>
                  </a:extLst>
                </p:cNvPr>
                <p:cNvSpPr/>
                <p:nvPr/>
              </p:nvSpPr>
              <p:spPr>
                <a:xfrm>
                  <a:off x="4067070" y="8106779"/>
                  <a:ext cx="51945" cy="101052"/>
                </a:xfrm>
                <a:custGeom>
                  <a:avLst/>
                  <a:gdLst>
                    <a:gd name="connsiteX0" fmla="*/ 16387 w 51945"/>
                    <a:gd name="connsiteY0" fmla="*/ 9378 h 101052"/>
                    <a:gd name="connsiteX1" fmla="*/ 44068 w 51945"/>
                    <a:gd name="connsiteY1" fmla="*/ 28017 h 101052"/>
                    <a:gd name="connsiteX2" fmla="*/ 37942 w 51945"/>
                    <a:gd name="connsiteY2" fmla="*/ 70269 h 101052"/>
                    <a:gd name="connsiteX3" fmla="*/ 8078 w 51945"/>
                    <a:gd name="connsiteY3" fmla="*/ 93792 h 101052"/>
                    <a:gd name="connsiteX4" fmla="*/ 8078 w 51945"/>
                    <a:gd name="connsiteY4" fmla="*/ 93792 h 101052"/>
                    <a:gd name="connsiteX5" fmla="*/ 7852 w 51945"/>
                    <a:gd name="connsiteY5" fmla="*/ 101052 h 101052"/>
                    <a:gd name="connsiteX6" fmla="*/ 46850 w 51945"/>
                    <a:gd name="connsiteY6" fmla="*/ 63192 h 101052"/>
                    <a:gd name="connsiteX7" fmla="*/ 51832 w 51945"/>
                    <a:gd name="connsiteY7" fmla="*/ 32241 h 101052"/>
                    <a:gd name="connsiteX8" fmla="*/ 18174 w 51945"/>
                    <a:gd name="connsiteY8" fmla="*/ 1696 h 101052"/>
                    <a:gd name="connsiteX9" fmla="*/ 18174 w 51945"/>
                    <a:gd name="connsiteY9" fmla="*/ 1696 h 101052"/>
                    <a:gd name="connsiteX10" fmla="*/ 16387 w 51945"/>
                    <a:gd name="connsiteY10" fmla="*/ 9378 h 101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51945" h="101052">
                      <a:moveTo>
                        <a:pt x="16387" y="9378"/>
                      </a:moveTo>
                      <a:cubicBezTo>
                        <a:pt x="16387" y="9378"/>
                        <a:pt x="45078" y="1337"/>
                        <a:pt x="44068" y="28017"/>
                      </a:cubicBezTo>
                      <a:cubicBezTo>
                        <a:pt x="44068" y="28017"/>
                        <a:pt x="39797" y="66703"/>
                        <a:pt x="37942" y="70269"/>
                      </a:cubicBezTo>
                      <a:cubicBezTo>
                        <a:pt x="37942" y="70269"/>
                        <a:pt x="26674" y="92794"/>
                        <a:pt x="8078" y="93792"/>
                      </a:cubicBezTo>
                      <a:cubicBezTo>
                        <a:pt x="-10097" y="94767"/>
                        <a:pt x="8078" y="93792"/>
                        <a:pt x="8078" y="93792"/>
                      </a:cubicBezTo>
                      <a:cubicBezTo>
                        <a:pt x="8078" y="93792"/>
                        <a:pt x="7852" y="101052"/>
                        <a:pt x="7852" y="101052"/>
                      </a:cubicBezTo>
                      <a:cubicBezTo>
                        <a:pt x="7852" y="101052"/>
                        <a:pt x="40537" y="97261"/>
                        <a:pt x="46850" y="63192"/>
                      </a:cubicBezTo>
                      <a:cubicBezTo>
                        <a:pt x="46850" y="63192"/>
                        <a:pt x="51832" y="32241"/>
                        <a:pt x="51832" y="32241"/>
                      </a:cubicBezTo>
                      <a:cubicBezTo>
                        <a:pt x="51832" y="32241"/>
                        <a:pt x="55701" y="-8719"/>
                        <a:pt x="18174" y="1696"/>
                      </a:cubicBezTo>
                      <a:cubicBezTo>
                        <a:pt x="-18386" y="11841"/>
                        <a:pt x="18174" y="1696"/>
                        <a:pt x="18174" y="1696"/>
                      </a:cubicBezTo>
                      <a:cubicBezTo>
                        <a:pt x="18174" y="1696"/>
                        <a:pt x="16387" y="9378"/>
                        <a:pt x="16387" y="9378"/>
                      </a:cubicBezTo>
                    </a:path>
                  </a:pathLst>
                </a:custGeom>
                <a:solidFill>
                  <a:srgbClr val="3B434F"/>
                </a:solidFill>
                <a:ln w="141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398" name="자유형: 도형 397">
                  <a:extLst>
                    <a:ext uri="{FF2B5EF4-FFF2-40B4-BE49-F238E27FC236}">
                      <a16:creationId xmlns:a16="http://schemas.microsoft.com/office/drawing/2014/main" id="{EA54EB77-F723-4B56-BE3C-AA443931B121}"/>
                    </a:ext>
                  </a:extLst>
                </p:cNvPr>
                <p:cNvSpPr/>
                <p:nvPr/>
              </p:nvSpPr>
              <p:spPr>
                <a:xfrm>
                  <a:off x="4080007" y="8134600"/>
                  <a:ext cx="21830" cy="36402"/>
                </a:xfrm>
                <a:custGeom>
                  <a:avLst/>
                  <a:gdLst>
                    <a:gd name="connsiteX0" fmla="*/ 12919 w 21830"/>
                    <a:gd name="connsiteY0" fmla="*/ 35305 h 36402"/>
                    <a:gd name="connsiteX1" fmla="*/ 15905 w 21830"/>
                    <a:gd name="connsiteY1" fmla="*/ 36403 h 36402"/>
                    <a:gd name="connsiteX2" fmla="*/ 18870 w 21830"/>
                    <a:gd name="connsiteY2" fmla="*/ 35305 h 36402"/>
                    <a:gd name="connsiteX3" fmla="*/ 21831 w 21830"/>
                    <a:gd name="connsiteY3" fmla="*/ 8316 h 36402"/>
                    <a:gd name="connsiteX4" fmla="*/ 410 w 21830"/>
                    <a:gd name="connsiteY4" fmla="*/ 2049 h 36402"/>
                    <a:gd name="connsiteX5" fmla="*/ 0 w 21830"/>
                    <a:gd name="connsiteY5" fmla="*/ 9766 h 36402"/>
                    <a:gd name="connsiteX6" fmla="*/ 14895 w 21830"/>
                    <a:gd name="connsiteY6" fmla="*/ 10962 h 36402"/>
                    <a:gd name="connsiteX7" fmla="*/ 12919 w 21830"/>
                    <a:gd name="connsiteY7" fmla="*/ 35305 h 364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1830" h="36402">
                      <a:moveTo>
                        <a:pt x="12919" y="35305"/>
                      </a:moveTo>
                      <a:cubicBezTo>
                        <a:pt x="12919" y="35305"/>
                        <a:pt x="14525" y="36403"/>
                        <a:pt x="15905" y="36403"/>
                      </a:cubicBezTo>
                      <a:cubicBezTo>
                        <a:pt x="17284" y="36403"/>
                        <a:pt x="18870" y="35305"/>
                        <a:pt x="18870" y="35305"/>
                      </a:cubicBezTo>
                      <a:cubicBezTo>
                        <a:pt x="18870" y="35305"/>
                        <a:pt x="21831" y="8316"/>
                        <a:pt x="21831" y="8316"/>
                      </a:cubicBezTo>
                      <a:cubicBezTo>
                        <a:pt x="21831" y="8316"/>
                        <a:pt x="17746" y="-4975"/>
                        <a:pt x="410" y="2049"/>
                      </a:cubicBezTo>
                      <a:cubicBezTo>
                        <a:pt x="410" y="2049"/>
                        <a:pt x="0" y="9766"/>
                        <a:pt x="0" y="9766"/>
                      </a:cubicBezTo>
                      <a:cubicBezTo>
                        <a:pt x="0" y="9766"/>
                        <a:pt x="15210" y="4887"/>
                        <a:pt x="14895" y="10962"/>
                      </a:cubicBezTo>
                      <a:cubicBezTo>
                        <a:pt x="14592" y="16810"/>
                        <a:pt x="12919" y="35305"/>
                        <a:pt x="12919" y="35305"/>
                      </a:cubicBezTo>
                      <a:close/>
                    </a:path>
                  </a:pathLst>
                </a:custGeom>
                <a:solidFill>
                  <a:srgbClr val="3B434F"/>
                </a:solidFill>
                <a:ln w="141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399" name="자유형: 도형 398">
                  <a:extLst>
                    <a:ext uri="{FF2B5EF4-FFF2-40B4-BE49-F238E27FC236}">
                      <a16:creationId xmlns:a16="http://schemas.microsoft.com/office/drawing/2014/main" id="{19D5CCB9-1881-4A07-B773-4E002C423E85}"/>
                    </a:ext>
                  </a:extLst>
                </p:cNvPr>
                <p:cNvSpPr/>
                <p:nvPr/>
              </p:nvSpPr>
              <p:spPr>
                <a:xfrm>
                  <a:off x="3943546" y="8167741"/>
                  <a:ext cx="25357" cy="38991"/>
                </a:xfrm>
                <a:custGeom>
                  <a:avLst/>
                  <a:gdLst>
                    <a:gd name="connsiteX0" fmla="*/ 14483 w 25357"/>
                    <a:gd name="connsiteY0" fmla="*/ 0 h 38991"/>
                    <a:gd name="connsiteX1" fmla="*/ 16598 w 25357"/>
                    <a:gd name="connsiteY1" fmla="*/ 0 h 38991"/>
                    <a:gd name="connsiteX2" fmla="*/ 25055 w 25357"/>
                    <a:gd name="connsiteY2" fmla="*/ 20868 h 38991"/>
                    <a:gd name="connsiteX3" fmla="*/ 24451 w 25357"/>
                    <a:gd name="connsiteY3" fmla="*/ 28557 h 38991"/>
                    <a:gd name="connsiteX4" fmla="*/ 9046 w 25357"/>
                    <a:gd name="connsiteY4" fmla="*/ 36794 h 38991"/>
                    <a:gd name="connsiteX5" fmla="*/ 4214 w 25357"/>
                    <a:gd name="connsiteY5" fmla="*/ 38991 h 38991"/>
                    <a:gd name="connsiteX6" fmla="*/ 589 w 25357"/>
                    <a:gd name="connsiteY6" fmla="*/ 35971 h 38991"/>
                    <a:gd name="connsiteX7" fmla="*/ 2704 w 25357"/>
                    <a:gd name="connsiteY7" fmla="*/ 31852 h 38991"/>
                    <a:gd name="connsiteX8" fmla="*/ 15993 w 25357"/>
                    <a:gd name="connsiteY8" fmla="*/ 26360 h 38991"/>
                    <a:gd name="connsiteX9" fmla="*/ 15993 w 25357"/>
                    <a:gd name="connsiteY9" fmla="*/ 19221 h 38991"/>
                    <a:gd name="connsiteX10" fmla="*/ 12671 w 25357"/>
                    <a:gd name="connsiteY10" fmla="*/ 8787 h 38991"/>
                    <a:gd name="connsiteX11" fmla="*/ 10859 w 25357"/>
                    <a:gd name="connsiteY11" fmla="*/ 1373 h 38991"/>
                    <a:gd name="connsiteX12" fmla="*/ 14483 w 25357"/>
                    <a:gd name="connsiteY12" fmla="*/ 0 h 389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5357" h="38991">
                      <a:moveTo>
                        <a:pt x="14483" y="0"/>
                      </a:moveTo>
                      <a:cubicBezTo>
                        <a:pt x="15188" y="0"/>
                        <a:pt x="15893" y="0"/>
                        <a:pt x="16598" y="0"/>
                      </a:cubicBezTo>
                      <a:cubicBezTo>
                        <a:pt x="20969" y="5397"/>
                        <a:pt x="22747" y="13690"/>
                        <a:pt x="25055" y="20868"/>
                      </a:cubicBezTo>
                      <a:cubicBezTo>
                        <a:pt x="25770" y="23093"/>
                        <a:pt x="25076" y="26984"/>
                        <a:pt x="24451" y="28557"/>
                      </a:cubicBezTo>
                      <a:cubicBezTo>
                        <a:pt x="22160" y="34317"/>
                        <a:pt x="14968" y="34214"/>
                        <a:pt x="9046" y="36794"/>
                      </a:cubicBezTo>
                      <a:cubicBezTo>
                        <a:pt x="7456" y="37487"/>
                        <a:pt x="6273" y="38684"/>
                        <a:pt x="4214" y="38991"/>
                      </a:cubicBezTo>
                      <a:cubicBezTo>
                        <a:pt x="2871" y="37916"/>
                        <a:pt x="1250" y="37705"/>
                        <a:pt x="589" y="35971"/>
                      </a:cubicBezTo>
                      <a:cubicBezTo>
                        <a:pt x="-1042" y="33928"/>
                        <a:pt x="1060" y="32653"/>
                        <a:pt x="2704" y="31852"/>
                      </a:cubicBezTo>
                      <a:cubicBezTo>
                        <a:pt x="5686" y="30398"/>
                        <a:pt x="14891" y="28965"/>
                        <a:pt x="15993" y="26360"/>
                      </a:cubicBezTo>
                      <a:cubicBezTo>
                        <a:pt x="17357" y="24950"/>
                        <a:pt x="16450" y="20710"/>
                        <a:pt x="15993" y="19221"/>
                      </a:cubicBezTo>
                      <a:cubicBezTo>
                        <a:pt x="14823" y="15408"/>
                        <a:pt x="14261" y="12225"/>
                        <a:pt x="12671" y="8787"/>
                      </a:cubicBezTo>
                      <a:cubicBezTo>
                        <a:pt x="11615" y="6503"/>
                        <a:pt x="9760" y="4095"/>
                        <a:pt x="10859" y="1373"/>
                      </a:cubicBezTo>
                      <a:cubicBezTo>
                        <a:pt x="11769" y="1017"/>
                        <a:pt x="13737" y="613"/>
                        <a:pt x="14483" y="0"/>
                      </a:cubicBezTo>
                      <a:close/>
                    </a:path>
                  </a:pathLst>
                </a:custGeom>
                <a:solidFill>
                  <a:srgbClr val="3B434F"/>
                </a:solidFill>
                <a:ln w="141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400" name="자유형: 도형 399">
                  <a:extLst>
                    <a:ext uri="{FF2B5EF4-FFF2-40B4-BE49-F238E27FC236}">
                      <a16:creationId xmlns:a16="http://schemas.microsoft.com/office/drawing/2014/main" id="{CE27B5D0-7D12-45CE-8D24-309C6BFB8E6C}"/>
                    </a:ext>
                  </a:extLst>
                </p:cNvPr>
                <p:cNvSpPr/>
                <p:nvPr/>
              </p:nvSpPr>
              <p:spPr>
                <a:xfrm>
                  <a:off x="3868322" y="8121062"/>
                  <a:ext cx="24163" cy="21966"/>
                </a:xfrm>
                <a:custGeom>
                  <a:avLst/>
                  <a:gdLst>
                    <a:gd name="connsiteX0" fmla="*/ 12082 w 24163"/>
                    <a:gd name="connsiteY0" fmla="*/ 0 h 21966"/>
                    <a:gd name="connsiteX1" fmla="*/ 24164 w 24163"/>
                    <a:gd name="connsiteY1" fmla="*/ 10983 h 21966"/>
                    <a:gd name="connsiteX2" fmla="*/ 12082 w 24163"/>
                    <a:gd name="connsiteY2" fmla="*/ 21967 h 21966"/>
                    <a:gd name="connsiteX3" fmla="*/ 0 w 24163"/>
                    <a:gd name="connsiteY3" fmla="*/ 10983 h 21966"/>
                    <a:gd name="connsiteX4" fmla="*/ 12082 w 24163"/>
                    <a:gd name="connsiteY4" fmla="*/ 0 h 219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4163" h="21966">
                      <a:moveTo>
                        <a:pt x="12082" y="0"/>
                      </a:moveTo>
                      <a:cubicBezTo>
                        <a:pt x="18754" y="0"/>
                        <a:pt x="24164" y="4917"/>
                        <a:pt x="24164" y="10983"/>
                      </a:cubicBezTo>
                      <a:cubicBezTo>
                        <a:pt x="24164" y="17049"/>
                        <a:pt x="18754" y="21967"/>
                        <a:pt x="12082" y="21967"/>
                      </a:cubicBezTo>
                      <a:cubicBezTo>
                        <a:pt x="5409" y="21967"/>
                        <a:pt x="0" y="17049"/>
                        <a:pt x="0" y="10983"/>
                      </a:cubicBezTo>
                      <a:cubicBezTo>
                        <a:pt x="0" y="4917"/>
                        <a:pt x="5409" y="0"/>
                        <a:pt x="12082" y="0"/>
                      </a:cubicBezTo>
                      <a:close/>
                    </a:path>
                  </a:pathLst>
                </a:custGeom>
                <a:solidFill>
                  <a:srgbClr val="3B434F"/>
                </a:solidFill>
                <a:ln w="141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401" name="자유형: 도형 400">
                  <a:extLst>
                    <a:ext uri="{FF2B5EF4-FFF2-40B4-BE49-F238E27FC236}">
                      <a16:creationId xmlns:a16="http://schemas.microsoft.com/office/drawing/2014/main" id="{84A2BD36-F543-4CBE-926B-AE6182CE46C3}"/>
                    </a:ext>
                  </a:extLst>
                </p:cNvPr>
                <p:cNvSpPr/>
                <p:nvPr/>
              </p:nvSpPr>
              <p:spPr>
                <a:xfrm>
                  <a:off x="4002430" y="8121062"/>
                  <a:ext cx="24163" cy="21966"/>
                </a:xfrm>
                <a:custGeom>
                  <a:avLst/>
                  <a:gdLst>
                    <a:gd name="connsiteX0" fmla="*/ 12082 w 24163"/>
                    <a:gd name="connsiteY0" fmla="*/ 0 h 21966"/>
                    <a:gd name="connsiteX1" fmla="*/ 24163 w 24163"/>
                    <a:gd name="connsiteY1" fmla="*/ 10983 h 21966"/>
                    <a:gd name="connsiteX2" fmla="*/ 12082 w 24163"/>
                    <a:gd name="connsiteY2" fmla="*/ 21967 h 21966"/>
                    <a:gd name="connsiteX3" fmla="*/ 0 w 24163"/>
                    <a:gd name="connsiteY3" fmla="*/ 10983 h 21966"/>
                    <a:gd name="connsiteX4" fmla="*/ 12082 w 24163"/>
                    <a:gd name="connsiteY4" fmla="*/ 0 h 219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4163" h="21966">
                      <a:moveTo>
                        <a:pt x="12082" y="0"/>
                      </a:moveTo>
                      <a:cubicBezTo>
                        <a:pt x="18754" y="0"/>
                        <a:pt x="24163" y="4917"/>
                        <a:pt x="24163" y="10983"/>
                      </a:cubicBezTo>
                      <a:cubicBezTo>
                        <a:pt x="24163" y="17049"/>
                        <a:pt x="18754" y="21967"/>
                        <a:pt x="12082" y="21967"/>
                      </a:cubicBezTo>
                      <a:cubicBezTo>
                        <a:pt x="5409" y="21967"/>
                        <a:pt x="0" y="17049"/>
                        <a:pt x="0" y="10983"/>
                      </a:cubicBezTo>
                      <a:cubicBezTo>
                        <a:pt x="0" y="4917"/>
                        <a:pt x="5409" y="0"/>
                        <a:pt x="12082" y="0"/>
                      </a:cubicBezTo>
                      <a:close/>
                    </a:path>
                  </a:pathLst>
                </a:custGeom>
                <a:solidFill>
                  <a:srgbClr val="3B434F"/>
                </a:solidFill>
                <a:ln w="141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402" name="자유형: 도형 401">
                  <a:extLst>
                    <a:ext uri="{FF2B5EF4-FFF2-40B4-BE49-F238E27FC236}">
                      <a16:creationId xmlns:a16="http://schemas.microsoft.com/office/drawing/2014/main" id="{DC4131FE-DD58-4B56-A69E-B590584A7548}"/>
                    </a:ext>
                  </a:extLst>
                </p:cNvPr>
                <p:cNvSpPr/>
                <p:nvPr/>
              </p:nvSpPr>
              <p:spPr>
                <a:xfrm>
                  <a:off x="3858657" y="8161700"/>
                  <a:ext cx="42286" cy="25261"/>
                </a:xfrm>
                <a:custGeom>
                  <a:avLst/>
                  <a:gdLst>
                    <a:gd name="connsiteX0" fmla="*/ 21143 w 42286"/>
                    <a:gd name="connsiteY0" fmla="*/ 0 h 25261"/>
                    <a:gd name="connsiteX1" fmla="*/ 42286 w 42286"/>
                    <a:gd name="connsiteY1" fmla="*/ 12631 h 25261"/>
                    <a:gd name="connsiteX2" fmla="*/ 21143 w 42286"/>
                    <a:gd name="connsiteY2" fmla="*/ 25262 h 25261"/>
                    <a:gd name="connsiteX3" fmla="*/ 0 w 42286"/>
                    <a:gd name="connsiteY3" fmla="*/ 12631 h 25261"/>
                    <a:gd name="connsiteX4" fmla="*/ 21143 w 42286"/>
                    <a:gd name="connsiteY4" fmla="*/ 0 h 252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2286" h="25261">
                      <a:moveTo>
                        <a:pt x="21143" y="0"/>
                      </a:moveTo>
                      <a:cubicBezTo>
                        <a:pt x="32820" y="0"/>
                        <a:pt x="42286" y="609"/>
                        <a:pt x="42286" y="12631"/>
                      </a:cubicBezTo>
                      <a:cubicBezTo>
                        <a:pt x="42286" y="25031"/>
                        <a:pt x="32820" y="25262"/>
                        <a:pt x="21143" y="25262"/>
                      </a:cubicBezTo>
                      <a:cubicBezTo>
                        <a:pt x="9466" y="25262"/>
                        <a:pt x="0" y="23004"/>
                        <a:pt x="0" y="12631"/>
                      </a:cubicBezTo>
                      <a:cubicBezTo>
                        <a:pt x="0" y="514"/>
                        <a:pt x="9466" y="0"/>
                        <a:pt x="21143" y="0"/>
                      </a:cubicBezTo>
                      <a:close/>
                    </a:path>
                  </a:pathLst>
                </a:custGeom>
                <a:solidFill>
                  <a:srgbClr val="F5F3EF"/>
                </a:solidFill>
                <a:ln w="141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403" name="자유형: 도형 402">
                  <a:extLst>
                    <a:ext uri="{FF2B5EF4-FFF2-40B4-BE49-F238E27FC236}">
                      <a16:creationId xmlns:a16="http://schemas.microsoft.com/office/drawing/2014/main" id="{E4A7E420-B8BB-4E45-9260-8FF260CE0968}"/>
                    </a:ext>
                  </a:extLst>
                </p:cNvPr>
                <p:cNvSpPr/>
                <p:nvPr/>
              </p:nvSpPr>
              <p:spPr>
                <a:xfrm>
                  <a:off x="3998805" y="8161700"/>
                  <a:ext cx="42286" cy="25261"/>
                </a:xfrm>
                <a:custGeom>
                  <a:avLst/>
                  <a:gdLst>
                    <a:gd name="connsiteX0" fmla="*/ 21143 w 42286"/>
                    <a:gd name="connsiteY0" fmla="*/ 0 h 25261"/>
                    <a:gd name="connsiteX1" fmla="*/ 42286 w 42286"/>
                    <a:gd name="connsiteY1" fmla="*/ 12631 h 25261"/>
                    <a:gd name="connsiteX2" fmla="*/ 21143 w 42286"/>
                    <a:gd name="connsiteY2" fmla="*/ 25262 h 25261"/>
                    <a:gd name="connsiteX3" fmla="*/ 0 w 42286"/>
                    <a:gd name="connsiteY3" fmla="*/ 12631 h 25261"/>
                    <a:gd name="connsiteX4" fmla="*/ 21143 w 42286"/>
                    <a:gd name="connsiteY4" fmla="*/ 0 h 252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2286" h="25261">
                      <a:moveTo>
                        <a:pt x="21143" y="0"/>
                      </a:moveTo>
                      <a:cubicBezTo>
                        <a:pt x="32820" y="0"/>
                        <a:pt x="42286" y="609"/>
                        <a:pt x="42286" y="12631"/>
                      </a:cubicBezTo>
                      <a:cubicBezTo>
                        <a:pt x="42286" y="25031"/>
                        <a:pt x="32820" y="25262"/>
                        <a:pt x="21143" y="25262"/>
                      </a:cubicBezTo>
                      <a:cubicBezTo>
                        <a:pt x="9466" y="25262"/>
                        <a:pt x="0" y="23004"/>
                        <a:pt x="0" y="12631"/>
                      </a:cubicBezTo>
                      <a:cubicBezTo>
                        <a:pt x="0" y="514"/>
                        <a:pt x="9466" y="0"/>
                        <a:pt x="21143" y="0"/>
                      </a:cubicBezTo>
                      <a:close/>
                    </a:path>
                  </a:pathLst>
                </a:custGeom>
                <a:solidFill>
                  <a:srgbClr val="F5F3EF"/>
                </a:solidFill>
                <a:ln w="141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404" name="자유형: 도형 403">
                  <a:extLst>
                    <a:ext uri="{FF2B5EF4-FFF2-40B4-BE49-F238E27FC236}">
                      <a16:creationId xmlns:a16="http://schemas.microsoft.com/office/drawing/2014/main" id="{C4CF8F46-7E2A-498F-931C-C1CB3F463F33}"/>
                    </a:ext>
                  </a:extLst>
                </p:cNvPr>
                <p:cNvSpPr/>
                <p:nvPr/>
              </p:nvSpPr>
              <p:spPr>
                <a:xfrm>
                  <a:off x="3979418" y="8092625"/>
                  <a:ext cx="73636" cy="19321"/>
                </a:xfrm>
                <a:custGeom>
                  <a:avLst/>
                  <a:gdLst>
                    <a:gd name="connsiteX0" fmla="*/ 0 w 73636"/>
                    <a:gd name="connsiteY0" fmla="*/ 8542 h 19321"/>
                    <a:gd name="connsiteX1" fmla="*/ 3499 w 73636"/>
                    <a:gd name="connsiteY1" fmla="*/ 12583 h 19321"/>
                    <a:gd name="connsiteX2" fmla="*/ 5670 w 73636"/>
                    <a:gd name="connsiteY2" fmla="*/ 15087 h 19321"/>
                    <a:gd name="connsiteX3" fmla="*/ 70792 w 73636"/>
                    <a:gd name="connsiteY3" fmla="*/ 18054 h 19321"/>
                    <a:gd name="connsiteX4" fmla="*/ 73636 w 73636"/>
                    <a:gd name="connsiteY4" fmla="*/ 19322 h 19321"/>
                    <a:gd name="connsiteX5" fmla="*/ 9525 w 73636"/>
                    <a:gd name="connsiteY5" fmla="*/ 5925 h 19321"/>
                    <a:gd name="connsiteX6" fmla="*/ 0 w 73636"/>
                    <a:gd name="connsiteY6" fmla="*/ 8542 h 193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73636" h="19321">
                      <a:moveTo>
                        <a:pt x="0" y="8542"/>
                      </a:moveTo>
                      <a:cubicBezTo>
                        <a:pt x="0" y="8542"/>
                        <a:pt x="3499" y="12583"/>
                        <a:pt x="3499" y="12583"/>
                      </a:cubicBezTo>
                      <a:cubicBezTo>
                        <a:pt x="3499" y="12583"/>
                        <a:pt x="5670" y="15087"/>
                        <a:pt x="5670" y="15087"/>
                      </a:cubicBezTo>
                      <a:cubicBezTo>
                        <a:pt x="5670" y="15087"/>
                        <a:pt x="44110" y="-4209"/>
                        <a:pt x="70792" y="18054"/>
                      </a:cubicBezTo>
                      <a:cubicBezTo>
                        <a:pt x="70792" y="18054"/>
                        <a:pt x="73636" y="19322"/>
                        <a:pt x="73636" y="19322"/>
                      </a:cubicBezTo>
                      <a:cubicBezTo>
                        <a:pt x="73636" y="19322"/>
                        <a:pt x="67063" y="-12954"/>
                        <a:pt x="9525" y="5925"/>
                      </a:cubicBezTo>
                      <a:cubicBezTo>
                        <a:pt x="6490" y="6673"/>
                        <a:pt x="3322" y="7537"/>
                        <a:pt x="0" y="8542"/>
                      </a:cubicBezTo>
                      <a:close/>
                    </a:path>
                  </a:pathLst>
                </a:custGeom>
                <a:solidFill>
                  <a:srgbClr val="3B434F"/>
                </a:solidFill>
                <a:ln w="141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405" name="자유형: 도형 404">
                  <a:extLst>
                    <a:ext uri="{FF2B5EF4-FFF2-40B4-BE49-F238E27FC236}">
                      <a16:creationId xmlns:a16="http://schemas.microsoft.com/office/drawing/2014/main" id="{F61F4E89-B985-422A-BFB2-72ED057D975D}"/>
                    </a:ext>
                  </a:extLst>
                </p:cNvPr>
                <p:cNvSpPr/>
                <p:nvPr/>
              </p:nvSpPr>
              <p:spPr>
                <a:xfrm>
                  <a:off x="3839237" y="8092665"/>
                  <a:ext cx="73636" cy="19281"/>
                </a:xfrm>
                <a:custGeom>
                  <a:avLst/>
                  <a:gdLst>
                    <a:gd name="connsiteX0" fmla="*/ 73636 w 73636"/>
                    <a:gd name="connsiteY0" fmla="*/ 8525 h 19281"/>
                    <a:gd name="connsiteX1" fmla="*/ 70137 w 73636"/>
                    <a:gd name="connsiteY1" fmla="*/ 12557 h 19281"/>
                    <a:gd name="connsiteX2" fmla="*/ 67966 w 73636"/>
                    <a:gd name="connsiteY2" fmla="*/ 15056 h 19281"/>
                    <a:gd name="connsiteX3" fmla="*/ 2845 w 73636"/>
                    <a:gd name="connsiteY3" fmla="*/ 18016 h 19281"/>
                    <a:gd name="connsiteX4" fmla="*/ 0 w 73636"/>
                    <a:gd name="connsiteY4" fmla="*/ 19282 h 19281"/>
                    <a:gd name="connsiteX5" fmla="*/ 64111 w 73636"/>
                    <a:gd name="connsiteY5" fmla="*/ 5912 h 19281"/>
                    <a:gd name="connsiteX6" fmla="*/ 73636 w 73636"/>
                    <a:gd name="connsiteY6" fmla="*/ 8525 h 192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73636" h="19281">
                      <a:moveTo>
                        <a:pt x="73636" y="8525"/>
                      </a:moveTo>
                      <a:cubicBezTo>
                        <a:pt x="73636" y="8525"/>
                        <a:pt x="70137" y="12557"/>
                        <a:pt x="70137" y="12557"/>
                      </a:cubicBezTo>
                      <a:cubicBezTo>
                        <a:pt x="70137" y="12557"/>
                        <a:pt x="67966" y="15056"/>
                        <a:pt x="67966" y="15056"/>
                      </a:cubicBezTo>
                      <a:cubicBezTo>
                        <a:pt x="67966" y="15056"/>
                        <a:pt x="29526" y="-4201"/>
                        <a:pt x="2845" y="18016"/>
                      </a:cubicBezTo>
                      <a:cubicBezTo>
                        <a:pt x="2845" y="18016"/>
                        <a:pt x="0" y="19282"/>
                        <a:pt x="0" y="19282"/>
                      </a:cubicBezTo>
                      <a:cubicBezTo>
                        <a:pt x="0" y="19282"/>
                        <a:pt x="6573" y="-12928"/>
                        <a:pt x="64111" y="5912"/>
                      </a:cubicBezTo>
                      <a:cubicBezTo>
                        <a:pt x="67147" y="6659"/>
                        <a:pt x="70314" y="7522"/>
                        <a:pt x="73636" y="8525"/>
                      </a:cubicBezTo>
                      <a:close/>
                    </a:path>
                  </a:pathLst>
                </a:custGeom>
                <a:solidFill>
                  <a:srgbClr val="3B434F"/>
                </a:solidFill>
                <a:ln w="141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406" name="자유형: 도형 405">
                  <a:extLst>
                    <a:ext uri="{FF2B5EF4-FFF2-40B4-BE49-F238E27FC236}">
                      <a16:creationId xmlns:a16="http://schemas.microsoft.com/office/drawing/2014/main" id="{CAC0D47E-89D7-4BEA-B0A2-24034CC391FC}"/>
                    </a:ext>
                  </a:extLst>
                </p:cNvPr>
                <p:cNvSpPr/>
                <p:nvPr/>
              </p:nvSpPr>
              <p:spPr>
                <a:xfrm>
                  <a:off x="3812746" y="7954114"/>
                  <a:ext cx="286941" cy="180139"/>
                </a:xfrm>
                <a:custGeom>
                  <a:avLst/>
                  <a:gdLst>
                    <a:gd name="connsiteX0" fmla="*/ 0 w 286941"/>
                    <a:gd name="connsiteY0" fmla="*/ 148825 h 180139"/>
                    <a:gd name="connsiteX1" fmla="*/ 604 w 286941"/>
                    <a:gd name="connsiteY1" fmla="*/ 180128 h 180139"/>
                    <a:gd name="connsiteX2" fmla="*/ 115381 w 286941"/>
                    <a:gd name="connsiteY2" fmla="*/ 101047 h 180139"/>
                    <a:gd name="connsiteX3" fmla="*/ 189683 w 286941"/>
                    <a:gd name="connsiteY3" fmla="*/ 66724 h 180139"/>
                    <a:gd name="connsiteX4" fmla="*/ 231970 w 286941"/>
                    <a:gd name="connsiteY4" fmla="*/ 96654 h 180139"/>
                    <a:gd name="connsiteX5" fmla="*/ 264590 w 286941"/>
                    <a:gd name="connsiteY5" fmla="*/ 154866 h 180139"/>
                    <a:gd name="connsiteX6" fmla="*/ 286942 w 286941"/>
                    <a:gd name="connsiteY6" fmla="*/ 81277 h 180139"/>
                    <a:gd name="connsiteX7" fmla="*/ 204182 w 286941"/>
                    <a:gd name="connsiteY7" fmla="*/ 3295 h 180139"/>
                    <a:gd name="connsiteX8" fmla="*/ 142565 w 286941"/>
                    <a:gd name="connsiteY8" fmla="*/ 0 h 180139"/>
                    <a:gd name="connsiteX9" fmla="*/ 88801 w 286941"/>
                    <a:gd name="connsiteY9" fmla="*/ 7688 h 180139"/>
                    <a:gd name="connsiteX10" fmla="*/ 48931 w 286941"/>
                    <a:gd name="connsiteY10" fmla="*/ 24713 h 180139"/>
                    <a:gd name="connsiteX11" fmla="*/ 4833 w 286941"/>
                    <a:gd name="connsiteY11" fmla="*/ 75786 h 1801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286941" h="180139">
                      <a:moveTo>
                        <a:pt x="0" y="148825"/>
                      </a:moveTo>
                      <a:cubicBezTo>
                        <a:pt x="0" y="148825"/>
                        <a:pt x="159" y="180846"/>
                        <a:pt x="604" y="180128"/>
                      </a:cubicBezTo>
                      <a:cubicBezTo>
                        <a:pt x="4651" y="173595"/>
                        <a:pt x="-496" y="98785"/>
                        <a:pt x="115381" y="101047"/>
                      </a:cubicBezTo>
                      <a:cubicBezTo>
                        <a:pt x="179983" y="102309"/>
                        <a:pt x="189683" y="66724"/>
                        <a:pt x="189683" y="66724"/>
                      </a:cubicBezTo>
                      <a:cubicBezTo>
                        <a:pt x="189683" y="66724"/>
                        <a:pt x="206320" y="72628"/>
                        <a:pt x="231970" y="96654"/>
                      </a:cubicBezTo>
                      <a:cubicBezTo>
                        <a:pt x="259467" y="122411"/>
                        <a:pt x="264590" y="154866"/>
                        <a:pt x="264590" y="154866"/>
                      </a:cubicBezTo>
                      <a:cubicBezTo>
                        <a:pt x="264590" y="154866"/>
                        <a:pt x="286942" y="81277"/>
                        <a:pt x="286942" y="81277"/>
                      </a:cubicBezTo>
                      <a:cubicBezTo>
                        <a:pt x="286942" y="81277"/>
                        <a:pt x="204182" y="3295"/>
                        <a:pt x="204182" y="3295"/>
                      </a:cubicBezTo>
                      <a:cubicBezTo>
                        <a:pt x="204182" y="3295"/>
                        <a:pt x="142565" y="0"/>
                        <a:pt x="142565" y="0"/>
                      </a:cubicBezTo>
                      <a:cubicBezTo>
                        <a:pt x="142565" y="0"/>
                        <a:pt x="88801" y="7688"/>
                        <a:pt x="88801" y="7688"/>
                      </a:cubicBezTo>
                      <a:cubicBezTo>
                        <a:pt x="88801" y="7688"/>
                        <a:pt x="48931" y="24713"/>
                        <a:pt x="48931" y="24713"/>
                      </a:cubicBezTo>
                      <a:cubicBezTo>
                        <a:pt x="48931" y="24713"/>
                        <a:pt x="4833" y="75786"/>
                        <a:pt x="4833" y="75786"/>
                      </a:cubicBezTo>
                    </a:path>
                  </a:pathLst>
                </a:custGeom>
                <a:solidFill>
                  <a:srgbClr val="3B434F"/>
                </a:solidFill>
                <a:ln w="141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</p:grpSp>
          <p:grpSp>
            <p:nvGrpSpPr>
              <p:cNvPr id="369" name="그룹 368">
                <a:extLst>
                  <a:ext uri="{FF2B5EF4-FFF2-40B4-BE49-F238E27FC236}">
                    <a16:creationId xmlns:a16="http://schemas.microsoft.com/office/drawing/2014/main" id="{3C89A474-BD07-407F-BE8B-7D939894D3A6}"/>
                  </a:ext>
                </a:extLst>
              </p:cNvPr>
              <p:cNvGrpSpPr/>
              <p:nvPr/>
            </p:nvGrpSpPr>
            <p:grpSpPr>
              <a:xfrm>
                <a:off x="1655907" y="2712044"/>
                <a:ext cx="205029" cy="336128"/>
                <a:chOff x="5213350" y="4195763"/>
                <a:chExt cx="330201" cy="541338"/>
              </a:xfrm>
            </p:grpSpPr>
            <p:sp>
              <p:nvSpPr>
                <p:cNvPr id="370" name="AutoShape 18">
                  <a:extLst>
                    <a:ext uri="{FF2B5EF4-FFF2-40B4-BE49-F238E27FC236}">
                      <a16:creationId xmlns:a16="http://schemas.microsoft.com/office/drawing/2014/main" id="{A816C5D9-95D5-4781-AFB3-E0E95C4911AB}"/>
                    </a:ext>
                  </a:extLst>
                </p:cNvPr>
                <p:cNvSpPr>
                  <a:spLocks noChangeAspect="1" noChangeArrowheads="1" noTextEdit="1"/>
                </p:cNvSpPr>
                <p:nvPr/>
              </p:nvSpPr>
              <p:spPr bwMode="auto">
                <a:xfrm>
                  <a:off x="5213350" y="4195763"/>
                  <a:ext cx="328613" cy="5397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371" name="Freeform 20">
                  <a:extLst>
                    <a:ext uri="{FF2B5EF4-FFF2-40B4-BE49-F238E27FC236}">
                      <a16:creationId xmlns:a16="http://schemas.microsoft.com/office/drawing/2014/main" id="{9C33B0D7-6BA6-4517-9978-1ED8A884720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18113" y="4203701"/>
                  <a:ext cx="319088" cy="527050"/>
                </a:xfrm>
                <a:custGeom>
                  <a:avLst/>
                  <a:gdLst>
                    <a:gd name="T0" fmla="*/ 236 w 236"/>
                    <a:gd name="T1" fmla="*/ 321 h 346"/>
                    <a:gd name="T2" fmla="*/ 212 w 236"/>
                    <a:gd name="T3" fmla="*/ 346 h 346"/>
                    <a:gd name="T4" fmla="*/ 23 w 236"/>
                    <a:gd name="T5" fmla="*/ 346 h 346"/>
                    <a:gd name="T6" fmla="*/ 0 w 236"/>
                    <a:gd name="T7" fmla="*/ 321 h 346"/>
                    <a:gd name="T8" fmla="*/ 0 w 236"/>
                    <a:gd name="T9" fmla="*/ 25 h 346"/>
                    <a:gd name="T10" fmla="*/ 23 w 236"/>
                    <a:gd name="T11" fmla="*/ 0 h 346"/>
                    <a:gd name="T12" fmla="*/ 212 w 236"/>
                    <a:gd name="T13" fmla="*/ 0 h 346"/>
                    <a:gd name="T14" fmla="*/ 236 w 236"/>
                    <a:gd name="T15" fmla="*/ 25 h 346"/>
                    <a:gd name="T16" fmla="*/ 236 w 236"/>
                    <a:gd name="T17" fmla="*/ 321 h 3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236" h="346">
                      <a:moveTo>
                        <a:pt x="236" y="321"/>
                      </a:moveTo>
                      <a:cubicBezTo>
                        <a:pt x="236" y="335"/>
                        <a:pt x="225" y="346"/>
                        <a:pt x="212" y="346"/>
                      </a:cubicBezTo>
                      <a:cubicBezTo>
                        <a:pt x="23" y="346"/>
                        <a:pt x="23" y="346"/>
                        <a:pt x="23" y="346"/>
                      </a:cubicBezTo>
                      <a:cubicBezTo>
                        <a:pt x="11" y="346"/>
                        <a:pt x="0" y="335"/>
                        <a:pt x="0" y="321"/>
                      </a:cubicBezTo>
                      <a:cubicBezTo>
                        <a:pt x="0" y="25"/>
                        <a:pt x="0" y="25"/>
                        <a:pt x="0" y="25"/>
                      </a:cubicBezTo>
                      <a:cubicBezTo>
                        <a:pt x="0" y="12"/>
                        <a:pt x="11" y="0"/>
                        <a:pt x="23" y="0"/>
                      </a:cubicBezTo>
                      <a:cubicBezTo>
                        <a:pt x="212" y="0"/>
                        <a:pt x="212" y="0"/>
                        <a:pt x="212" y="0"/>
                      </a:cubicBezTo>
                      <a:cubicBezTo>
                        <a:pt x="225" y="0"/>
                        <a:pt x="236" y="12"/>
                        <a:pt x="236" y="25"/>
                      </a:cubicBezTo>
                      <a:lnTo>
                        <a:pt x="236" y="32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372" name="Freeform 21">
                  <a:extLst>
                    <a:ext uri="{FF2B5EF4-FFF2-40B4-BE49-F238E27FC236}">
                      <a16:creationId xmlns:a16="http://schemas.microsoft.com/office/drawing/2014/main" id="{5876DF0D-9F63-4839-A69A-9B7E03103EA4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5213350" y="4197351"/>
                  <a:ext cx="330201" cy="539750"/>
                </a:xfrm>
                <a:custGeom>
                  <a:avLst/>
                  <a:gdLst>
                    <a:gd name="T0" fmla="*/ 216 w 244"/>
                    <a:gd name="T1" fmla="*/ 354 h 354"/>
                    <a:gd name="T2" fmla="*/ 27 w 244"/>
                    <a:gd name="T3" fmla="*/ 354 h 354"/>
                    <a:gd name="T4" fmla="*/ 0 w 244"/>
                    <a:gd name="T5" fmla="*/ 325 h 354"/>
                    <a:gd name="T6" fmla="*/ 0 w 244"/>
                    <a:gd name="T7" fmla="*/ 29 h 354"/>
                    <a:gd name="T8" fmla="*/ 27 w 244"/>
                    <a:gd name="T9" fmla="*/ 0 h 354"/>
                    <a:gd name="T10" fmla="*/ 216 w 244"/>
                    <a:gd name="T11" fmla="*/ 0 h 354"/>
                    <a:gd name="T12" fmla="*/ 244 w 244"/>
                    <a:gd name="T13" fmla="*/ 29 h 354"/>
                    <a:gd name="T14" fmla="*/ 244 w 244"/>
                    <a:gd name="T15" fmla="*/ 325 h 354"/>
                    <a:gd name="T16" fmla="*/ 216 w 244"/>
                    <a:gd name="T17" fmla="*/ 354 h 354"/>
                    <a:gd name="T18" fmla="*/ 27 w 244"/>
                    <a:gd name="T19" fmla="*/ 8 h 354"/>
                    <a:gd name="T20" fmla="*/ 8 w 244"/>
                    <a:gd name="T21" fmla="*/ 29 h 354"/>
                    <a:gd name="T22" fmla="*/ 8 w 244"/>
                    <a:gd name="T23" fmla="*/ 325 h 354"/>
                    <a:gd name="T24" fmla="*/ 27 w 244"/>
                    <a:gd name="T25" fmla="*/ 346 h 354"/>
                    <a:gd name="T26" fmla="*/ 216 w 244"/>
                    <a:gd name="T27" fmla="*/ 346 h 354"/>
                    <a:gd name="T28" fmla="*/ 236 w 244"/>
                    <a:gd name="T29" fmla="*/ 325 h 354"/>
                    <a:gd name="T30" fmla="*/ 236 w 244"/>
                    <a:gd name="T31" fmla="*/ 29 h 354"/>
                    <a:gd name="T32" fmla="*/ 216 w 244"/>
                    <a:gd name="T33" fmla="*/ 8 h 354"/>
                    <a:gd name="T34" fmla="*/ 27 w 244"/>
                    <a:gd name="T35" fmla="*/ 8 h 3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244" h="354">
                      <a:moveTo>
                        <a:pt x="216" y="354"/>
                      </a:moveTo>
                      <a:cubicBezTo>
                        <a:pt x="27" y="354"/>
                        <a:pt x="27" y="354"/>
                        <a:pt x="27" y="354"/>
                      </a:cubicBezTo>
                      <a:cubicBezTo>
                        <a:pt x="12" y="354"/>
                        <a:pt x="0" y="341"/>
                        <a:pt x="0" y="325"/>
                      </a:cubicBezTo>
                      <a:cubicBezTo>
                        <a:pt x="0" y="29"/>
                        <a:pt x="0" y="29"/>
                        <a:pt x="0" y="29"/>
                      </a:cubicBezTo>
                      <a:cubicBezTo>
                        <a:pt x="0" y="13"/>
                        <a:pt x="12" y="0"/>
                        <a:pt x="27" y="0"/>
                      </a:cubicBezTo>
                      <a:cubicBezTo>
                        <a:pt x="216" y="0"/>
                        <a:pt x="216" y="0"/>
                        <a:pt x="216" y="0"/>
                      </a:cubicBezTo>
                      <a:cubicBezTo>
                        <a:pt x="231" y="0"/>
                        <a:pt x="244" y="13"/>
                        <a:pt x="244" y="29"/>
                      </a:cubicBezTo>
                      <a:cubicBezTo>
                        <a:pt x="244" y="325"/>
                        <a:pt x="244" y="325"/>
                        <a:pt x="244" y="325"/>
                      </a:cubicBezTo>
                      <a:cubicBezTo>
                        <a:pt x="244" y="341"/>
                        <a:pt x="231" y="354"/>
                        <a:pt x="216" y="354"/>
                      </a:cubicBezTo>
                      <a:close/>
                      <a:moveTo>
                        <a:pt x="27" y="8"/>
                      </a:moveTo>
                      <a:cubicBezTo>
                        <a:pt x="17" y="8"/>
                        <a:pt x="8" y="18"/>
                        <a:pt x="8" y="29"/>
                      </a:cubicBezTo>
                      <a:cubicBezTo>
                        <a:pt x="8" y="325"/>
                        <a:pt x="8" y="325"/>
                        <a:pt x="8" y="325"/>
                      </a:cubicBezTo>
                      <a:cubicBezTo>
                        <a:pt x="8" y="336"/>
                        <a:pt x="17" y="346"/>
                        <a:pt x="27" y="346"/>
                      </a:cubicBezTo>
                      <a:cubicBezTo>
                        <a:pt x="216" y="346"/>
                        <a:pt x="216" y="346"/>
                        <a:pt x="216" y="346"/>
                      </a:cubicBezTo>
                      <a:cubicBezTo>
                        <a:pt x="227" y="346"/>
                        <a:pt x="236" y="336"/>
                        <a:pt x="236" y="325"/>
                      </a:cubicBezTo>
                      <a:cubicBezTo>
                        <a:pt x="236" y="29"/>
                        <a:pt x="236" y="29"/>
                        <a:pt x="236" y="29"/>
                      </a:cubicBezTo>
                      <a:cubicBezTo>
                        <a:pt x="236" y="18"/>
                        <a:pt x="227" y="8"/>
                        <a:pt x="216" y="8"/>
                      </a:cubicBezTo>
                      <a:lnTo>
                        <a:pt x="27" y="8"/>
                      </a:lnTo>
                      <a:close/>
                    </a:path>
                  </a:pathLst>
                </a:custGeom>
                <a:solidFill>
                  <a:srgbClr val="1E1E1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373" name="Freeform 22">
                  <a:extLst>
                    <a:ext uri="{FF2B5EF4-FFF2-40B4-BE49-F238E27FC236}">
                      <a16:creationId xmlns:a16="http://schemas.microsoft.com/office/drawing/2014/main" id="{7CE98FCE-0D73-4016-ACB7-8308EB3DC9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5243513" y="4268788"/>
                  <a:ext cx="268288" cy="368300"/>
                </a:xfrm>
                <a:custGeom>
                  <a:avLst/>
                  <a:gdLst>
                    <a:gd name="T0" fmla="*/ 195 w 199"/>
                    <a:gd name="T1" fmla="*/ 241 h 241"/>
                    <a:gd name="T2" fmla="*/ 4 w 199"/>
                    <a:gd name="T3" fmla="*/ 241 h 241"/>
                    <a:gd name="T4" fmla="*/ 0 w 199"/>
                    <a:gd name="T5" fmla="*/ 237 h 241"/>
                    <a:gd name="T6" fmla="*/ 0 w 199"/>
                    <a:gd name="T7" fmla="*/ 4 h 241"/>
                    <a:gd name="T8" fmla="*/ 4 w 199"/>
                    <a:gd name="T9" fmla="*/ 0 h 241"/>
                    <a:gd name="T10" fmla="*/ 195 w 199"/>
                    <a:gd name="T11" fmla="*/ 0 h 241"/>
                    <a:gd name="T12" fmla="*/ 199 w 199"/>
                    <a:gd name="T13" fmla="*/ 4 h 241"/>
                    <a:gd name="T14" fmla="*/ 199 w 199"/>
                    <a:gd name="T15" fmla="*/ 237 h 241"/>
                    <a:gd name="T16" fmla="*/ 195 w 199"/>
                    <a:gd name="T17" fmla="*/ 241 h 241"/>
                    <a:gd name="T18" fmla="*/ 8 w 199"/>
                    <a:gd name="T19" fmla="*/ 233 h 241"/>
                    <a:gd name="T20" fmla="*/ 191 w 199"/>
                    <a:gd name="T21" fmla="*/ 233 h 241"/>
                    <a:gd name="T22" fmla="*/ 191 w 199"/>
                    <a:gd name="T23" fmla="*/ 8 h 241"/>
                    <a:gd name="T24" fmla="*/ 8 w 199"/>
                    <a:gd name="T25" fmla="*/ 8 h 241"/>
                    <a:gd name="T26" fmla="*/ 8 w 199"/>
                    <a:gd name="T27" fmla="*/ 233 h 24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199" h="241">
                      <a:moveTo>
                        <a:pt x="195" y="241"/>
                      </a:moveTo>
                      <a:cubicBezTo>
                        <a:pt x="4" y="241"/>
                        <a:pt x="4" y="241"/>
                        <a:pt x="4" y="241"/>
                      </a:cubicBezTo>
                      <a:cubicBezTo>
                        <a:pt x="2" y="241"/>
                        <a:pt x="0" y="240"/>
                        <a:pt x="0" y="237"/>
                      </a:cubicBezTo>
                      <a:cubicBezTo>
                        <a:pt x="0" y="4"/>
                        <a:pt x="0" y="4"/>
                        <a:pt x="0" y="4"/>
                      </a:cubicBezTo>
                      <a:cubicBezTo>
                        <a:pt x="0" y="1"/>
                        <a:pt x="2" y="0"/>
                        <a:pt x="4" y="0"/>
                      </a:cubicBezTo>
                      <a:cubicBezTo>
                        <a:pt x="195" y="0"/>
                        <a:pt x="195" y="0"/>
                        <a:pt x="195" y="0"/>
                      </a:cubicBezTo>
                      <a:cubicBezTo>
                        <a:pt x="197" y="0"/>
                        <a:pt x="199" y="1"/>
                        <a:pt x="199" y="4"/>
                      </a:cubicBezTo>
                      <a:cubicBezTo>
                        <a:pt x="199" y="237"/>
                        <a:pt x="199" y="237"/>
                        <a:pt x="199" y="237"/>
                      </a:cubicBezTo>
                      <a:cubicBezTo>
                        <a:pt x="199" y="240"/>
                        <a:pt x="197" y="241"/>
                        <a:pt x="195" y="241"/>
                      </a:cubicBezTo>
                      <a:close/>
                      <a:moveTo>
                        <a:pt x="8" y="233"/>
                      </a:moveTo>
                      <a:cubicBezTo>
                        <a:pt x="191" y="233"/>
                        <a:pt x="191" y="233"/>
                        <a:pt x="191" y="233"/>
                      </a:cubicBezTo>
                      <a:cubicBezTo>
                        <a:pt x="191" y="8"/>
                        <a:pt x="191" y="8"/>
                        <a:pt x="191" y="8"/>
                      </a:cubicBezTo>
                      <a:cubicBezTo>
                        <a:pt x="8" y="8"/>
                        <a:pt x="8" y="8"/>
                        <a:pt x="8" y="8"/>
                      </a:cubicBezTo>
                      <a:lnTo>
                        <a:pt x="8" y="233"/>
                      </a:lnTo>
                      <a:close/>
                    </a:path>
                  </a:pathLst>
                </a:custGeom>
                <a:solidFill>
                  <a:srgbClr val="1E1E1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374" name="Rectangle 23">
                  <a:extLst>
                    <a:ext uri="{FF2B5EF4-FFF2-40B4-BE49-F238E27FC236}">
                      <a16:creationId xmlns:a16="http://schemas.microsoft.com/office/drawing/2014/main" id="{2534A18A-10E4-49C0-A844-FC7EFC866B6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67325" y="4302126"/>
                  <a:ext cx="215900" cy="300038"/>
                </a:xfrm>
                <a:prstGeom prst="rect">
                  <a:avLst/>
                </a:prstGeom>
                <a:solidFill>
                  <a:srgbClr val="FFCF5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375" name="Freeform 24">
                  <a:extLst>
                    <a:ext uri="{FF2B5EF4-FFF2-40B4-BE49-F238E27FC236}">
                      <a16:creationId xmlns:a16="http://schemas.microsoft.com/office/drawing/2014/main" id="{0C7466A9-03ED-4B35-9B90-57997A5432F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45113" y="4673601"/>
                  <a:ext cx="68263" cy="14288"/>
                </a:xfrm>
                <a:custGeom>
                  <a:avLst/>
                  <a:gdLst>
                    <a:gd name="T0" fmla="*/ 51 w 51"/>
                    <a:gd name="T1" fmla="*/ 5 h 10"/>
                    <a:gd name="T2" fmla="*/ 44 w 51"/>
                    <a:gd name="T3" fmla="*/ 10 h 10"/>
                    <a:gd name="T4" fmla="*/ 6 w 51"/>
                    <a:gd name="T5" fmla="*/ 10 h 10"/>
                    <a:gd name="T6" fmla="*/ 0 w 51"/>
                    <a:gd name="T7" fmla="*/ 5 h 10"/>
                    <a:gd name="T8" fmla="*/ 0 w 51"/>
                    <a:gd name="T9" fmla="*/ 5 h 10"/>
                    <a:gd name="T10" fmla="*/ 6 w 51"/>
                    <a:gd name="T11" fmla="*/ 0 h 10"/>
                    <a:gd name="T12" fmla="*/ 44 w 51"/>
                    <a:gd name="T13" fmla="*/ 0 h 10"/>
                    <a:gd name="T14" fmla="*/ 51 w 51"/>
                    <a:gd name="T15" fmla="*/ 5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51" h="10">
                      <a:moveTo>
                        <a:pt x="51" y="5"/>
                      </a:moveTo>
                      <a:cubicBezTo>
                        <a:pt x="51" y="8"/>
                        <a:pt x="48" y="10"/>
                        <a:pt x="44" y="10"/>
                      </a:cubicBezTo>
                      <a:cubicBezTo>
                        <a:pt x="6" y="10"/>
                        <a:pt x="6" y="10"/>
                        <a:pt x="6" y="10"/>
                      </a:cubicBezTo>
                      <a:cubicBezTo>
                        <a:pt x="3" y="10"/>
                        <a:pt x="0" y="8"/>
                        <a:pt x="0" y="5"/>
                      </a:cubicBez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0" y="3"/>
                        <a:pt x="3" y="0"/>
                        <a:pt x="6" y="0"/>
                      </a:cubicBezTo>
                      <a:cubicBezTo>
                        <a:pt x="44" y="0"/>
                        <a:pt x="44" y="0"/>
                        <a:pt x="44" y="0"/>
                      </a:cubicBezTo>
                      <a:cubicBezTo>
                        <a:pt x="48" y="0"/>
                        <a:pt x="51" y="3"/>
                        <a:pt x="51" y="5"/>
                      </a:cubicBezTo>
                      <a:close/>
                    </a:path>
                  </a:pathLst>
                </a:custGeom>
                <a:solidFill>
                  <a:srgbClr val="1E1E1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</p:grpSp>
        </p:grp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2B63792C-E9E9-49FB-AD16-146B2F527683}"/>
              </a:ext>
            </a:extLst>
          </p:cNvPr>
          <p:cNvGrpSpPr/>
          <p:nvPr/>
        </p:nvGrpSpPr>
        <p:grpSpPr>
          <a:xfrm>
            <a:off x="442121" y="5313040"/>
            <a:ext cx="5968150" cy="1698047"/>
            <a:chOff x="442121" y="5313040"/>
            <a:chExt cx="5968150" cy="1698047"/>
          </a:xfrm>
        </p:grpSpPr>
        <p:sp>
          <p:nvSpPr>
            <p:cNvPr id="86" name="AutoShape 14">
              <a:extLst>
                <a:ext uri="{FF2B5EF4-FFF2-40B4-BE49-F238E27FC236}">
                  <a16:creationId xmlns:a16="http://schemas.microsoft.com/office/drawing/2014/main" id="{CC3833B7-3AD0-435C-972F-DA2AE0EA16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3322" y="6753336"/>
              <a:ext cx="1368000" cy="257751"/>
            </a:xfrm>
            <a:prstGeom prst="roundRect">
              <a:avLst>
                <a:gd name="adj" fmla="val 0"/>
              </a:avLst>
            </a:prstGeom>
            <a:solidFill>
              <a:sysClr val="window" lastClr="FFFFFF"/>
            </a:solidFill>
            <a:ln w="6350" cap="flat" cmpd="sng" algn="ctr">
              <a:noFill/>
              <a:prstDash val="solid"/>
            </a:ln>
            <a:effectLst>
              <a:outerShdw dist="25400" dir="5400000" algn="t" rotWithShape="0">
                <a:prstClr val="black">
                  <a:alpha val="10000"/>
                </a:prstClr>
              </a:outerShdw>
            </a:effectLst>
          </p:spPr>
          <p:txBody>
            <a:bodyPr wrap="squar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b="0" i="0" u="none" strike="noStrike" kern="0" cap="none" spc="0" normalizeH="0" baseline="0" noProof="0" dirty="0">
                  <a:ln>
                    <a:noFill/>
                  </a:ln>
                  <a:gradFill>
                    <a:gsLst>
                      <a:gs pos="100000">
                        <a:schemeClr val="tx1">
                          <a:lumMod val="95000"/>
                          <a:lumOff val="5000"/>
                        </a:schemeClr>
                      </a:gs>
                      <a:gs pos="0">
                        <a:schemeClr val="tx1">
                          <a:lumMod val="75000"/>
                          <a:lumOff val="25000"/>
                        </a:schemeClr>
                      </a:gs>
                    </a:gsLst>
                    <a:lin ang="5400000" scaled="1"/>
                  </a:gra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</a:rPr>
                <a:t>주요 서비스</a:t>
              </a:r>
              <a:r>
                <a:rPr kumimoji="1" lang="ko-KR" altLang="en-US" sz="1000" kern="0" noProof="0" dirty="0">
                  <a:gradFill>
                    <a:gsLst>
                      <a:gs pos="100000">
                        <a:schemeClr val="tx1">
                          <a:lumMod val="95000"/>
                          <a:lumOff val="5000"/>
                        </a:schemeClr>
                      </a:gs>
                      <a:gs pos="0">
                        <a:schemeClr val="tx1">
                          <a:lumMod val="75000"/>
                          <a:lumOff val="25000"/>
                        </a:schemeClr>
                      </a:gs>
                    </a:gsLst>
                    <a:lin ang="5400000" scaled="1"/>
                  </a:gradFill>
                  <a:latin typeface="Pretendard" panose="02000503000000020004" pitchFamily="50" charset="-127"/>
                  <a:ea typeface="Pretendard" panose="02000503000000020004" pitchFamily="50" charset="-127"/>
                </a:rPr>
                <a:t>명</a:t>
              </a:r>
              <a:endParaRPr kumimoji="1" lang="ko-KR" altLang="en-US" sz="1000" b="0" i="0" u="none" strike="noStrike" kern="0" cap="none" spc="0" normalizeH="0" baseline="0" noProof="0" dirty="0">
                <a:ln>
                  <a:noFill/>
                </a:ln>
                <a:gradFill>
                  <a:gsLst>
                    <a:gs pos="100000">
                      <a:schemeClr val="tx1">
                        <a:lumMod val="95000"/>
                        <a:lumOff val="5000"/>
                      </a:schemeClr>
                    </a:gs>
                    <a:gs pos="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</a:endParaRPr>
            </a:p>
          </p:txBody>
        </p:sp>
        <p:sp>
          <p:nvSpPr>
            <p:cNvPr id="87" name="AutoShape 14">
              <a:extLst>
                <a:ext uri="{FF2B5EF4-FFF2-40B4-BE49-F238E27FC236}">
                  <a16:creationId xmlns:a16="http://schemas.microsoft.com/office/drawing/2014/main" id="{BB88CB8D-67BA-402E-93C4-1592C21D75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9287" y="6753336"/>
              <a:ext cx="1368000" cy="257751"/>
            </a:xfrm>
            <a:prstGeom prst="roundRect">
              <a:avLst>
                <a:gd name="adj" fmla="val 0"/>
              </a:avLst>
            </a:prstGeom>
            <a:solidFill>
              <a:sysClr val="window" lastClr="FFFFFF"/>
            </a:solidFill>
            <a:ln w="6350" cap="flat" cmpd="sng" algn="ctr">
              <a:noFill/>
              <a:prstDash val="solid"/>
            </a:ln>
            <a:effectLst>
              <a:outerShdw dist="25400" dir="5400000" algn="t" rotWithShape="0">
                <a:prstClr val="black">
                  <a:alpha val="10000"/>
                </a:prstClr>
              </a:outerShdw>
            </a:effectLst>
          </p:spPr>
          <p:txBody>
            <a:bodyPr wrap="square" lIns="0" tIns="0" rIns="0" bIns="0" rtlCol="0" anchor="ctr"/>
            <a:lstStyle/>
            <a:p>
              <a:pPr lvl="0" algn="ctr" defTabSz="914400">
                <a:lnSpc>
                  <a:spcPct val="120000"/>
                </a:lnSpc>
                <a:defRPr/>
              </a:pPr>
              <a:r>
                <a:rPr kumimoji="1" lang="ko-KR" altLang="en-US" sz="1000" kern="0" dirty="0">
                  <a:gradFill>
                    <a:gsLst>
                      <a:gs pos="100000">
                        <a:schemeClr val="tx1">
                          <a:lumMod val="95000"/>
                          <a:lumOff val="5000"/>
                        </a:schemeClr>
                      </a:gs>
                      <a:gs pos="0">
                        <a:schemeClr val="tx1">
                          <a:lumMod val="75000"/>
                          <a:lumOff val="25000"/>
                        </a:schemeClr>
                      </a:gs>
                    </a:gsLst>
                    <a:lin ang="5400000" scaled="1"/>
                  </a:gradFill>
                  <a:latin typeface="Pretendard" panose="02000503000000020004" pitchFamily="50" charset="-127"/>
                  <a:ea typeface="Pretendard" panose="02000503000000020004" pitchFamily="50" charset="-127"/>
                </a:rPr>
                <a:t>주요 서비스명</a:t>
              </a:r>
            </a:p>
          </p:txBody>
        </p:sp>
        <p:sp>
          <p:nvSpPr>
            <p:cNvPr id="88" name="AutoShape 14">
              <a:extLst>
                <a:ext uri="{FF2B5EF4-FFF2-40B4-BE49-F238E27FC236}">
                  <a16:creationId xmlns:a16="http://schemas.microsoft.com/office/drawing/2014/main" id="{3FA24A1F-3FB8-4279-8964-5E35B22F8D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76305" y="6753336"/>
              <a:ext cx="1368000" cy="257751"/>
            </a:xfrm>
            <a:prstGeom prst="roundRect">
              <a:avLst>
                <a:gd name="adj" fmla="val 0"/>
              </a:avLst>
            </a:prstGeom>
            <a:solidFill>
              <a:sysClr val="window" lastClr="FFFFFF"/>
            </a:solidFill>
            <a:ln w="6350" cap="flat" cmpd="sng" algn="ctr">
              <a:noFill/>
              <a:prstDash val="solid"/>
            </a:ln>
            <a:effectLst>
              <a:outerShdw dist="25400" dir="5400000" algn="t" rotWithShape="0">
                <a:prstClr val="black">
                  <a:alpha val="10000"/>
                </a:prstClr>
              </a:outerShdw>
            </a:effectLst>
          </p:spPr>
          <p:txBody>
            <a:bodyPr wrap="square" lIns="0" tIns="0" rIns="0" bIns="0" rtlCol="0" anchor="ctr"/>
            <a:lstStyle/>
            <a:p>
              <a:pPr lvl="0" algn="ctr" defTabSz="914400">
                <a:lnSpc>
                  <a:spcPct val="120000"/>
                </a:lnSpc>
                <a:defRPr/>
              </a:pPr>
              <a:r>
                <a:rPr kumimoji="1" lang="ko-KR" altLang="en-US" sz="1000" kern="0" dirty="0">
                  <a:gradFill>
                    <a:gsLst>
                      <a:gs pos="100000">
                        <a:schemeClr val="tx1">
                          <a:lumMod val="95000"/>
                          <a:lumOff val="5000"/>
                        </a:schemeClr>
                      </a:gs>
                      <a:gs pos="0">
                        <a:schemeClr val="tx1">
                          <a:lumMod val="75000"/>
                          <a:lumOff val="25000"/>
                        </a:schemeClr>
                      </a:gs>
                    </a:gsLst>
                    <a:lin ang="5400000" scaled="1"/>
                  </a:gradFill>
                  <a:latin typeface="Pretendard" panose="02000503000000020004" pitchFamily="50" charset="-127"/>
                  <a:ea typeface="Pretendard" panose="02000503000000020004" pitchFamily="50" charset="-127"/>
                </a:rPr>
                <a:t>주요 서비스명</a:t>
              </a:r>
            </a:p>
          </p:txBody>
        </p:sp>
        <p:sp>
          <p:nvSpPr>
            <p:cNvPr id="89" name="AutoShape 14">
              <a:extLst>
                <a:ext uri="{FF2B5EF4-FFF2-40B4-BE49-F238E27FC236}">
                  <a16:creationId xmlns:a16="http://schemas.microsoft.com/office/drawing/2014/main" id="{4DE63A65-6510-4348-A35D-C4C8671B1C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42271" y="6753200"/>
              <a:ext cx="1368000" cy="257751"/>
            </a:xfrm>
            <a:prstGeom prst="roundRect">
              <a:avLst>
                <a:gd name="adj" fmla="val 0"/>
              </a:avLst>
            </a:prstGeom>
            <a:solidFill>
              <a:sysClr val="window" lastClr="FFFFFF"/>
            </a:solidFill>
            <a:ln w="6350" cap="flat" cmpd="sng" algn="ctr">
              <a:noFill/>
              <a:prstDash val="solid"/>
            </a:ln>
            <a:effectLst>
              <a:outerShdw dist="25400" dir="5400000" algn="t" rotWithShape="0">
                <a:prstClr val="black">
                  <a:alpha val="10000"/>
                </a:prstClr>
              </a:outerShdw>
            </a:effectLst>
          </p:spPr>
          <p:txBody>
            <a:bodyPr wrap="square" lIns="0" tIns="0" rIns="0" bIns="0" rtlCol="0" anchor="ctr"/>
            <a:lstStyle/>
            <a:p>
              <a:pPr lvl="0" algn="ctr" defTabSz="914400">
                <a:lnSpc>
                  <a:spcPct val="120000"/>
                </a:lnSpc>
                <a:defRPr/>
              </a:pPr>
              <a:r>
                <a:rPr kumimoji="1" lang="ko-KR" altLang="en-US" sz="1000" kern="0" dirty="0">
                  <a:gradFill>
                    <a:gsLst>
                      <a:gs pos="100000">
                        <a:schemeClr val="tx1">
                          <a:lumMod val="95000"/>
                          <a:lumOff val="5000"/>
                        </a:schemeClr>
                      </a:gs>
                      <a:gs pos="0">
                        <a:schemeClr val="tx1">
                          <a:lumMod val="75000"/>
                          <a:lumOff val="25000"/>
                        </a:schemeClr>
                      </a:gs>
                    </a:gsLst>
                    <a:lin ang="5400000" scaled="1"/>
                  </a:gradFill>
                  <a:latin typeface="Pretendard" panose="02000503000000020004" pitchFamily="50" charset="-127"/>
                  <a:ea typeface="Pretendard" panose="02000503000000020004" pitchFamily="50" charset="-127"/>
                </a:rPr>
                <a:t>주요 서비스명</a:t>
              </a:r>
            </a:p>
          </p:txBody>
        </p:sp>
        <p:sp>
          <p:nvSpPr>
            <p:cNvPr id="91" name="직사각형 90">
              <a:extLst>
                <a:ext uri="{FF2B5EF4-FFF2-40B4-BE49-F238E27FC236}">
                  <a16:creationId xmlns:a16="http://schemas.microsoft.com/office/drawing/2014/main" id="{09272249-C9DA-4757-AEDA-831A93189CD8}"/>
                </a:ext>
              </a:extLst>
            </p:cNvPr>
            <p:cNvSpPr/>
            <p:nvPr/>
          </p:nvSpPr>
          <p:spPr>
            <a:xfrm>
              <a:off x="2553356" y="5313040"/>
              <a:ext cx="1745295" cy="288000"/>
            </a:xfrm>
            <a:prstGeom prst="rect">
              <a:avLst/>
            </a:prstGeom>
            <a:solidFill>
              <a:srgbClr val="2D7CBD"/>
            </a:soli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120000"/>
                </a:lnSpc>
              </a:pPr>
              <a:r>
                <a:rPr lang="ko-KR" altLang="en-US" sz="1000">
                  <a:solidFill>
                    <a:prstClr val="white"/>
                  </a:solidFill>
                  <a:latin typeface="+mj-ea"/>
                  <a:ea typeface="+mj-ea"/>
                </a:rPr>
                <a:t>주요 서비스 화면</a:t>
              </a:r>
            </a:p>
          </p:txBody>
        </p:sp>
        <p:cxnSp>
          <p:nvCxnSpPr>
            <p:cNvPr id="95" name="꺾인 연결선 73">
              <a:extLst>
                <a:ext uri="{FF2B5EF4-FFF2-40B4-BE49-F238E27FC236}">
                  <a16:creationId xmlns:a16="http://schemas.microsoft.com/office/drawing/2014/main" id="{9004963C-6D54-4BE3-AA2B-B16D8E216BAB}"/>
                </a:ext>
              </a:extLst>
            </p:cNvPr>
            <p:cNvCxnSpPr>
              <a:endCxn id="91" idx="1"/>
            </p:cNvCxnSpPr>
            <p:nvPr/>
          </p:nvCxnSpPr>
          <p:spPr>
            <a:xfrm rot="5400000" flipH="1" flipV="1">
              <a:off x="1699240" y="4883922"/>
              <a:ext cx="280997" cy="1427235"/>
            </a:xfrm>
            <a:prstGeom prst="bentConnector2">
              <a:avLst/>
            </a:prstGeom>
            <a:noFill/>
            <a:ln w="12700" cap="flat" cmpd="sng" algn="ctr">
              <a:solidFill>
                <a:srgbClr val="5B9BD5"/>
              </a:solidFill>
              <a:prstDash val="solid"/>
              <a:miter lim="800000"/>
            </a:ln>
            <a:effectLst/>
          </p:spPr>
        </p:cxnSp>
        <p:cxnSp>
          <p:nvCxnSpPr>
            <p:cNvPr id="96" name="꺾인 연결선 74">
              <a:extLst>
                <a:ext uri="{FF2B5EF4-FFF2-40B4-BE49-F238E27FC236}">
                  <a16:creationId xmlns:a16="http://schemas.microsoft.com/office/drawing/2014/main" id="{2149F686-B4DE-4CDF-9CAF-4A299A8EE518}"/>
                </a:ext>
              </a:extLst>
            </p:cNvPr>
            <p:cNvCxnSpPr>
              <a:endCxn id="91" idx="3"/>
            </p:cNvCxnSpPr>
            <p:nvPr/>
          </p:nvCxnSpPr>
          <p:spPr>
            <a:xfrm rot="16200000" flipV="1">
              <a:off x="4871363" y="4884329"/>
              <a:ext cx="280997" cy="1426419"/>
            </a:xfrm>
            <a:prstGeom prst="bentConnector2">
              <a:avLst/>
            </a:prstGeom>
            <a:noFill/>
            <a:ln w="12700" cap="flat" cmpd="sng" algn="ctr">
              <a:solidFill>
                <a:srgbClr val="5B9BD5"/>
              </a:solidFill>
              <a:prstDash val="solid"/>
              <a:miter lim="800000"/>
            </a:ln>
            <a:effectLst/>
          </p:spPr>
        </p:cxnSp>
        <p:pic>
          <p:nvPicPr>
            <p:cNvPr id="462" name="그림 461">
              <a:extLst>
                <a:ext uri="{FF2B5EF4-FFF2-40B4-BE49-F238E27FC236}">
                  <a16:creationId xmlns:a16="http://schemas.microsoft.com/office/drawing/2014/main" id="{025606CB-91B7-4C5A-83E2-CF2B620304CF}"/>
                </a:ext>
              </a:extLst>
            </p:cNvPr>
            <p:cNvPicPr preferRelativeResize="0">
              <a:picLocks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25000"/>
                      </a14:imgEffect>
                    </a14:imgLayer>
                  </a14:imgProps>
                </a:ext>
              </a:extLst>
            </a:blip>
            <a:srcRect b="2546"/>
            <a:stretch/>
          </p:blipFill>
          <p:spPr>
            <a:xfrm>
              <a:off x="442121" y="5738037"/>
              <a:ext cx="1368000" cy="1008000"/>
            </a:xfrm>
            <a:prstGeom prst="rect">
              <a:avLst/>
            </a:prstGeom>
            <a:solidFill>
              <a:sysClr val="window" lastClr="FFFFFF"/>
            </a:solidFill>
            <a:ln w="6350" cap="flat" cmpd="sng" algn="ctr">
              <a:solidFill>
                <a:schemeClr val="bg1">
                  <a:lumMod val="75000"/>
                </a:schemeClr>
              </a:solidFill>
              <a:prstDash val="solid"/>
            </a:ln>
            <a:effectLst/>
          </p:spPr>
        </p:pic>
        <p:pic>
          <p:nvPicPr>
            <p:cNvPr id="463" name="그림 462">
              <a:extLst>
                <a:ext uri="{FF2B5EF4-FFF2-40B4-BE49-F238E27FC236}">
                  <a16:creationId xmlns:a16="http://schemas.microsoft.com/office/drawing/2014/main" id="{BA486D3E-F6EE-494D-8538-9D225A9472C5}"/>
                </a:ext>
              </a:extLst>
            </p:cNvPr>
            <p:cNvPicPr preferRelativeResize="0">
              <a:picLocks/>
            </p:cNvPicPr>
            <p:nvPr/>
          </p:nvPicPr>
          <p:blipFill rotWithShape="1">
            <a:blip r:embed="rId5"/>
            <a:srcRect b="1693"/>
            <a:stretch/>
          </p:blipFill>
          <p:spPr>
            <a:xfrm>
              <a:off x="1975104" y="5738037"/>
              <a:ext cx="1368000" cy="1008000"/>
            </a:xfrm>
            <a:prstGeom prst="rect">
              <a:avLst/>
            </a:prstGeom>
            <a:solidFill>
              <a:sysClr val="window" lastClr="FFFFFF"/>
            </a:solidFill>
            <a:ln w="6350" cap="flat" cmpd="sng" algn="ctr">
              <a:solidFill>
                <a:schemeClr val="bg1">
                  <a:lumMod val="75000"/>
                </a:schemeClr>
              </a:solidFill>
              <a:prstDash val="solid"/>
            </a:ln>
            <a:effectLst/>
          </p:spPr>
        </p:pic>
        <p:pic>
          <p:nvPicPr>
            <p:cNvPr id="464" name="그림 463">
              <a:extLst>
                <a:ext uri="{FF2B5EF4-FFF2-40B4-BE49-F238E27FC236}">
                  <a16:creationId xmlns:a16="http://schemas.microsoft.com/office/drawing/2014/main" id="{98B94BFB-1D98-448B-93BF-BC62610584C2}"/>
                </a:ext>
              </a:extLst>
            </p:cNvPr>
            <p:cNvPicPr preferRelativeResize="0">
              <a:picLocks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25000"/>
                      </a14:imgEffect>
                    </a14:imgLayer>
                  </a14:imgProps>
                </a:ext>
              </a:extLst>
            </a:blip>
            <a:srcRect b="2546"/>
            <a:stretch/>
          </p:blipFill>
          <p:spPr>
            <a:xfrm>
              <a:off x="3508086" y="5738037"/>
              <a:ext cx="1368000" cy="1008000"/>
            </a:xfrm>
            <a:prstGeom prst="rect">
              <a:avLst/>
            </a:prstGeom>
            <a:solidFill>
              <a:sysClr val="window" lastClr="FFFFFF"/>
            </a:solidFill>
            <a:ln w="6350" cap="flat" cmpd="sng" algn="ctr">
              <a:solidFill>
                <a:schemeClr val="bg1">
                  <a:lumMod val="75000"/>
                </a:schemeClr>
              </a:solidFill>
              <a:prstDash val="solid"/>
            </a:ln>
            <a:effectLst/>
          </p:spPr>
        </p:pic>
        <p:pic>
          <p:nvPicPr>
            <p:cNvPr id="465" name="그림 464">
              <a:extLst>
                <a:ext uri="{FF2B5EF4-FFF2-40B4-BE49-F238E27FC236}">
                  <a16:creationId xmlns:a16="http://schemas.microsoft.com/office/drawing/2014/main" id="{CCCA54F4-EBD6-4617-BB64-2311F6DBF4A5}"/>
                </a:ext>
              </a:extLst>
            </p:cNvPr>
            <p:cNvPicPr preferRelativeResize="0">
              <a:picLocks/>
            </p:cNvPicPr>
            <p:nvPr/>
          </p:nvPicPr>
          <p:blipFill rotWithShape="1">
            <a:blip r:embed="rId5"/>
            <a:srcRect b="1693"/>
            <a:stretch/>
          </p:blipFill>
          <p:spPr>
            <a:xfrm>
              <a:off x="5041070" y="5738037"/>
              <a:ext cx="1368000" cy="1008000"/>
            </a:xfrm>
            <a:prstGeom prst="rect">
              <a:avLst/>
            </a:prstGeom>
            <a:solidFill>
              <a:sysClr val="window" lastClr="FFFFFF"/>
            </a:solidFill>
            <a:ln w="6350" cap="flat" cmpd="sng" algn="ctr">
              <a:solidFill>
                <a:schemeClr val="bg1">
                  <a:lumMod val="75000"/>
                </a:schemeClr>
              </a:solidFill>
              <a:prstDash val="solid"/>
            </a:ln>
            <a:effectLst/>
          </p:spPr>
        </p:pic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3A5CF25E-7571-47C3-9A0D-F6DFA4CB3D7A}"/>
              </a:ext>
            </a:extLst>
          </p:cNvPr>
          <p:cNvGrpSpPr/>
          <p:nvPr/>
        </p:nvGrpSpPr>
        <p:grpSpPr>
          <a:xfrm>
            <a:off x="440668" y="3512840"/>
            <a:ext cx="5969123" cy="1517630"/>
            <a:chOff x="440668" y="3512840"/>
            <a:chExt cx="5969123" cy="1517630"/>
          </a:xfrm>
        </p:grpSpPr>
        <p:sp>
          <p:nvSpPr>
            <p:cNvPr id="97" name="Rounded Panel">
              <a:extLst>
                <a:ext uri="{FF2B5EF4-FFF2-40B4-BE49-F238E27FC236}">
                  <a16:creationId xmlns:a16="http://schemas.microsoft.com/office/drawing/2014/main" id="{11223730-58D1-4C14-B6CA-3FCDEDE0E13A}"/>
                </a:ext>
              </a:extLst>
            </p:cNvPr>
            <p:cNvSpPr>
              <a:spLocks/>
            </p:cNvSpPr>
            <p:nvPr/>
          </p:nvSpPr>
          <p:spPr bwMode="auto">
            <a:xfrm>
              <a:off x="440668" y="4511583"/>
              <a:ext cx="793317" cy="518887"/>
            </a:xfrm>
            <a:prstGeom prst="rect">
              <a:avLst/>
            </a:prstGeom>
            <a:solidFill>
              <a:srgbClr val="DEEBF7"/>
            </a:solidFill>
            <a:ln w="6350" cap="flat" cmpd="sng" algn="ctr">
              <a:noFill/>
              <a:prstDash val="solid"/>
            </a:ln>
            <a:effectLst/>
          </p:spPr>
          <p:txBody>
            <a:bodyPr wrap="square" lIns="0" tIns="0" rIns="0" bIns="0" rtlCol="0" anchor="ctr"/>
            <a:lstStyle/>
            <a:p>
              <a:pPr algn="ctr" defTabSz="914400">
                <a:lnSpc>
                  <a:spcPct val="120000"/>
                </a:lnSpc>
              </a:pPr>
              <a:r>
                <a:rPr kumimoji="1" lang="ko-KR" altLang="en-US" sz="1000" kern="0" dirty="0">
                  <a:gradFill>
                    <a:gsLst>
                      <a:gs pos="0">
                        <a:schemeClr val="tx1">
                          <a:lumMod val="75000"/>
                          <a:lumOff val="25000"/>
                        </a:schemeClr>
                      </a:gs>
                      <a:gs pos="100000">
                        <a:schemeClr val="tx1">
                          <a:lumMod val="95000"/>
                          <a:lumOff val="5000"/>
                        </a:schemeClr>
                      </a:gs>
                    </a:gsLst>
                    <a:lin ang="5400000" scaled="1"/>
                  </a:gradFill>
                  <a:latin typeface="Pretendard" panose="02000503000000020004" pitchFamily="50" charset="-127"/>
                  <a:ea typeface="Pretendard" panose="02000503000000020004" pitchFamily="50" charset="-127"/>
                </a:rPr>
                <a:t>메뉴분류명</a:t>
              </a:r>
              <a:endParaRPr kumimoji="1" lang="en-US" altLang="ko-KR" sz="1000" kern="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95000"/>
                        <a:lumOff val="5000"/>
                      </a:schemeClr>
                    </a:gs>
                  </a:gsLst>
                  <a:lin ang="5400000" scaled="1"/>
                </a:gradFill>
                <a:latin typeface="Pretendard" panose="02000503000000020004" pitchFamily="50" charset="-127"/>
                <a:ea typeface="Pretendard" panose="02000503000000020004" pitchFamily="50" charset="-127"/>
              </a:endParaRPr>
            </a:p>
          </p:txBody>
        </p:sp>
        <p:sp>
          <p:nvSpPr>
            <p:cNvPr id="98" name="Rounded Panel">
              <a:extLst>
                <a:ext uri="{FF2B5EF4-FFF2-40B4-BE49-F238E27FC236}">
                  <a16:creationId xmlns:a16="http://schemas.microsoft.com/office/drawing/2014/main" id="{9B358EE7-E9FC-4E30-A040-0690F282A8AF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3302" y="4511583"/>
              <a:ext cx="793317" cy="518887"/>
            </a:xfrm>
            <a:prstGeom prst="rect">
              <a:avLst/>
            </a:prstGeom>
            <a:solidFill>
              <a:srgbClr val="DEEBF7"/>
            </a:solidFill>
            <a:ln w="6350" cap="flat" cmpd="sng" algn="ctr">
              <a:noFill/>
              <a:prstDash val="solid"/>
            </a:ln>
            <a:effectLst/>
          </p:spPr>
          <p:txBody>
            <a:bodyPr wrap="square" lIns="0" tIns="0" rIns="0" bIns="0" rtlCol="0" anchor="ctr"/>
            <a:lstStyle/>
            <a:p>
              <a:pPr algn="ctr" defTabSz="914400">
                <a:lnSpc>
                  <a:spcPct val="120000"/>
                </a:lnSpc>
              </a:pPr>
              <a:r>
                <a:rPr kumimoji="1" lang="ko-KR" altLang="en-US" sz="1000" kern="0" dirty="0">
                  <a:gradFill>
                    <a:gsLst>
                      <a:gs pos="0">
                        <a:schemeClr val="tx1">
                          <a:lumMod val="75000"/>
                          <a:lumOff val="25000"/>
                        </a:schemeClr>
                      </a:gs>
                      <a:gs pos="100000">
                        <a:schemeClr val="tx1">
                          <a:lumMod val="95000"/>
                          <a:lumOff val="5000"/>
                        </a:schemeClr>
                      </a:gs>
                    </a:gsLst>
                    <a:lin ang="5400000" scaled="1"/>
                  </a:gradFill>
                  <a:latin typeface="Pretendard" panose="02000503000000020004" pitchFamily="50" charset="-127"/>
                  <a:ea typeface="Pretendard" panose="02000503000000020004" pitchFamily="50" charset="-127"/>
                </a:rPr>
                <a:t>메뉴분류</a:t>
              </a:r>
              <a:endParaRPr kumimoji="1" lang="en-US" altLang="ko-KR" sz="1000" kern="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95000"/>
                        <a:lumOff val="5000"/>
                      </a:schemeClr>
                    </a:gs>
                  </a:gsLst>
                  <a:lin ang="5400000" scaled="1"/>
                </a:gradFill>
                <a:latin typeface="Pretendard" panose="02000503000000020004" pitchFamily="50" charset="-127"/>
                <a:ea typeface="Pretendard" panose="02000503000000020004" pitchFamily="50" charset="-127"/>
              </a:endParaRPr>
            </a:p>
          </p:txBody>
        </p:sp>
        <p:sp>
          <p:nvSpPr>
            <p:cNvPr id="99" name="Rounded Panel">
              <a:extLst>
                <a:ext uri="{FF2B5EF4-FFF2-40B4-BE49-F238E27FC236}">
                  <a16:creationId xmlns:a16="http://schemas.microsoft.com/office/drawing/2014/main" id="{01687C7D-6ABF-412B-98BE-FEE6D12CC511}"/>
                </a:ext>
              </a:extLst>
            </p:cNvPr>
            <p:cNvSpPr>
              <a:spLocks/>
            </p:cNvSpPr>
            <p:nvPr/>
          </p:nvSpPr>
          <p:spPr bwMode="auto">
            <a:xfrm>
              <a:off x="3029345" y="4511583"/>
              <a:ext cx="793317" cy="518887"/>
            </a:xfrm>
            <a:prstGeom prst="rect">
              <a:avLst/>
            </a:prstGeom>
            <a:solidFill>
              <a:srgbClr val="DEEBF7"/>
            </a:solidFill>
            <a:ln w="6350" cap="flat" cmpd="sng" algn="ctr">
              <a:noFill/>
              <a:prstDash val="solid"/>
            </a:ln>
            <a:effectLst/>
          </p:spPr>
          <p:txBody>
            <a:bodyPr wrap="square" lIns="0" tIns="0" rIns="0" bIns="0" rtlCol="0" anchor="ctr"/>
            <a:lstStyle/>
            <a:p>
              <a:pPr algn="ctr" defTabSz="914400">
                <a:lnSpc>
                  <a:spcPct val="120000"/>
                </a:lnSpc>
              </a:pPr>
              <a:r>
                <a:rPr kumimoji="1" lang="ko-KR" altLang="en-US" sz="1000" kern="0" dirty="0">
                  <a:gradFill>
                    <a:gsLst>
                      <a:gs pos="0">
                        <a:schemeClr val="tx1">
                          <a:lumMod val="75000"/>
                          <a:lumOff val="25000"/>
                        </a:schemeClr>
                      </a:gs>
                      <a:gs pos="100000">
                        <a:schemeClr val="tx1">
                          <a:lumMod val="95000"/>
                          <a:lumOff val="5000"/>
                        </a:schemeClr>
                      </a:gs>
                    </a:gsLst>
                    <a:lin ang="5400000" scaled="1"/>
                  </a:gradFill>
                  <a:latin typeface="Pretendard" panose="02000503000000020004" pitchFamily="50" charset="-127"/>
                  <a:ea typeface="Pretendard" panose="02000503000000020004" pitchFamily="50" charset="-127"/>
                </a:rPr>
                <a:t>메뉴분류명</a:t>
              </a:r>
              <a:endParaRPr kumimoji="1" lang="en-US" altLang="ko-KR" sz="1000" kern="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95000"/>
                        <a:lumOff val="5000"/>
                      </a:schemeClr>
                    </a:gs>
                  </a:gsLst>
                  <a:lin ang="5400000" scaled="1"/>
                </a:gradFill>
                <a:latin typeface="Pretendard" panose="02000503000000020004" pitchFamily="50" charset="-127"/>
                <a:ea typeface="Pretendard" panose="02000503000000020004" pitchFamily="50" charset="-127"/>
              </a:endParaRPr>
            </a:p>
          </p:txBody>
        </p:sp>
        <p:sp>
          <p:nvSpPr>
            <p:cNvPr id="100" name="Rounded Panel">
              <a:extLst>
                <a:ext uri="{FF2B5EF4-FFF2-40B4-BE49-F238E27FC236}">
                  <a16:creationId xmlns:a16="http://schemas.microsoft.com/office/drawing/2014/main" id="{916FB2EC-81C4-4690-A1A5-0CA6F154977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53356" y="3520835"/>
              <a:ext cx="1745295" cy="322188"/>
            </a:xfrm>
            <a:prstGeom prst="rect">
              <a:avLst/>
            </a:prstGeom>
            <a:solidFill>
              <a:srgbClr val="001C4E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ko-KR" altLang="en-US" sz="1000">
                  <a:solidFill>
                    <a:prstClr val="white"/>
                  </a:solidFill>
                  <a:latin typeface="+mj-ea"/>
                  <a:ea typeface="+mj-ea"/>
                </a:rPr>
                <a:t>현재 운영 시스템명</a:t>
              </a:r>
              <a:endParaRPr lang="en-US" altLang="ko-KR" sz="1000">
                <a:solidFill>
                  <a:prstClr val="white"/>
                </a:solidFill>
                <a:latin typeface="+mj-ea"/>
                <a:ea typeface="+mj-ea"/>
              </a:endParaRPr>
            </a:p>
          </p:txBody>
        </p:sp>
        <p:sp>
          <p:nvSpPr>
            <p:cNvPr id="120" name="Rounded Panel">
              <a:extLst>
                <a:ext uri="{FF2B5EF4-FFF2-40B4-BE49-F238E27FC236}">
                  <a16:creationId xmlns:a16="http://schemas.microsoft.com/office/drawing/2014/main" id="{BD7D708F-BF99-4C3B-B85F-A77AA268FD3E}"/>
                </a:ext>
              </a:extLst>
            </p:cNvPr>
            <p:cNvSpPr>
              <a:spLocks/>
            </p:cNvSpPr>
            <p:nvPr/>
          </p:nvSpPr>
          <p:spPr bwMode="auto">
            <a:xfrm>
              <a:off x="4753839" y="4511583"/>
              <a:ext cx="793317" cy="518887"/>
            </a:xfrm>
            <a:prstGeom prst="rect">
              <a:avLst/>
            </a:prstGeom>
            <a:solidFill>
              <a:srgbClr val="DEEBF7"/>
            </a:solidFill>
            <a:ln w="6350" cap="flat" cmpd="sng" algn="ctr">
              <a:noFill/>
              <a:prstDash val="solid"/>
            </a:ln>
            <a:effectLst/>
          </p:spPr>
          <p:txBody>
            <a:bodyPr wrap="square" lIns="0" tIns="0" rIns="0" bIns="0" rtlCol="0" anchor="ctr"/>
            <a:lstStyle/>
            <a:p>
              <a:pPr algn="ctr" defTabSz="914400">
                <a:lnSpc>
                  <a:spcPct val="120000"/>
                </a:lnSpc>
              </a:pPr>
              <a:r>
                <a:rPr kumimoji="1" lang="ko-KR" altLang="en-US" sz="1000" kern="0" dirty="0">
                  <a:gradFill>
                    <a:gsLst>
                      <a:gs pos="0">
                        <a:schemeClr val="tx1">
                          <a:lumMod val="75000"/>
                          <a:lumOff val="25000"/>
                        </a:schemeClr>
                      </a:gs>
                      <a:gs pos="100000">
                        <a:schemeClr val="tx1">
                          <a:lumMod val="95000"/>
                          <a:lumOff val="5000"/>
                        </a:schemeClr>
                      </a:gs>
                    </a:gsLst>
                    <a:lin ang="5400000" scaled="1"/>
                  </a:gradFill>
                  <a:latin typeface="Pretendard" panose="02000503000000020004" pitchFamily="50" charset="-127"/>
                  <a:ea typeface="Pretendard" panose="02000503000000020004" pitchFamily="50" charset="-127"/>
                </a:rPr>
                <a:t>메뉴분류명</a:t>
              </a:r>
              <a:endParaRPr kumimoji="1" lang="en-US" altLang="ko-KR" sz="1000" kern="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95000"/>
                        <a:lumOff val="5000"/>
                      </a:schemeClr>
                    </a:gs>
                  </a:gsLst>
                  <a:lin ang="5400000" scaled="1"/>
                </a:gradFill>
                <a:latin typeface="Pretendard" panose="02000503000000020004" pitchFamily="50" charset="-127"/>
                <a:ea typeface="Pretendard" panose="02000503000000020004" pitchFamily="50" charset="-127"/>
              </a:endParaRPr>
            </a:p>
          </p:txBody>
        </p:sp>
        <p:cxnSp>
          <p:nvCxnSpPr>
            <p:cNvPr id="121" name="꺾인 연결선 114">
              <a:extLst>
                <a:ext uri="{FF2B5EF4-FFF2-40B4-BE49-F238E27FC236}">
                  <a16:creationId xmlns:a16="http://schemas.microsoft.com/office/drawing/2014/main" id="{5648BA16-8D07-4B2A-907D-FEF73C150939}"/>
                </a:ext>
              </a:extLst>
            </p:cNvPr>
            <p:cNvCxnSpPr>
              <a:stCxn id="100" idx="2"/>
              <a:endCxn id="97" idx="0"/>
            </p:cNvCxnSpPr>
            <p:nvPr/>
          </p:nvCxnSpPr>
          <p:spPr>
            <a:xfrm rot="5400000">
              <a:off x="1797386" y="2882965"/>
              <a:ext cx="668560" cy="2588677"/>
            </a:xfrm>
            <a:prstGeom prst="bentConnector3">
              <a:avLst>
                <a:gd name="adj1" fmla="val 50000"/>
              </a:avLst>
            </a:prstGeom>
            <a:noFill/>
            <a:ln w="12700">
              <a:solidFill>
                <a:srgbClr val="4E6485"/>
              </a:solidFill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124" name="꺾인 연결선 116">
              <a:extLst>
                <a:ext uri="{FF2B5EF4-FFF2-40B4-BE49-F238E27FC236}">
                  <a16:creationId xmlns:a16="http://schemas.microsoft.com/office/drawing/2014/main" id="{A07D3B7E-1307-432D-902E-3BDA24A826DF}"/>
                </a:ext>
              </a:extLst>
            </p:cNvPr>
            <p:cNvCxnSpPr>
              <a:stCxn id="120" idx="0"/>
              <a:endCxn id="100" idx="2"/>
            </p:cNvCxnSpPr>
            <p:nvPr/>
          </p:nvCxnSpPr>
          <p:spPr>
            <a:xfrm rot="16200000" flipV="1">
              <a:off x="3953971" y="3315056"/>
              <a:ext cx="668560" cy="1724494"/>
            </a:xfrm>
            <a:prstGeom prst="bentConnector3">
              <a:avLst>
                <a:gd name="adj1" fmla="val 50000"/>
              </a:avLst>
            </a:prstGeom>
            <a:noFill/>
            <a:ln w="12700">
              <a:solidFill>
                <a:srgbClr val="4E6485"/>
              </a:solidFill>
              <a:miter lim="800000"/>
              <a:headEnd type="none" w="med" len="med"/>
              <a:tailEnd type="none" w="med" len="med"/>
            </a:ln>
          </p:spPr>
        </p:cxnSp>
        <p:sp>
          <p:nvSpPr>
            <p:cNvPr id="125" name="직사각형 124">
              <a:extLst>
                <a:ext uri="{FF2B5EF4-FFF2-40B4-BE49-F238E27FC236}">
                  <a16:creationId xmlns:a16="http://schemas.microsoft.com/office/drawing/2014/main" id="{B8EECA06-42FB-432F-B2AF-A566CC91CF86}"/>
                </a:ext>
              </a:extLst>
            </p:cNvPr>
            <p:cNvSpPr/>
            <p:nvPr/>
          </p:nvSpPr>
          <p:spPr>
            <a:xfrm>
              <a:off x="4426717" y="3533968"/>
              <a:ext cx="1716817" cy="153888"/>
            </a:xfrm>
            <a:prstGeom prst="rect">
              <a:avLst/>
            </a:prstGeom>
            <a:noFill/>
            <a:ln w="9525" algn="ctr">
              <a:noFill/>
              <a:round/>
              <a:headEnd/>
              <a:tailEnd type="none" w="lg" len="lg"/>
            </a:ln>
          </p:spPr>
          <p:txBody>
            <a:bodyPr wrap="none" lIns="0" tIns="0" rIns="0" bIns="0">
              <a:spAutoFit/>
            </a:bodyPr>
            <a:lstStyle/>
            <a:p>
              <a:pPr eaLnBrk="1" latinLnBrk="1" hangingPunct="1"/>
              <a:r>
                <a:rPr kumimoji="1" lang="en-US" altLang="ko-KR" sz="1000" kern="0">
                  <a:solidFill>
                    <a:prstClr val="black">
                      <a:lumMod val="75000"/>
                      <a:lumOff val="25000"/>
                    </a:prstClr>
                  </a:solidFill>
                  <a:latin typeface="+mj-ea"/>
                  <a:ea typeface="+mj-ea"/>
                </a:rPr>
                <a:t>http://www.sample_ex.com</a:t>
              </a:r>
              <a:endParaRPr kumimoji="1" lang="ko-KR" altLang="en-US" sz="1000" kern="0">
                <a:solidFill>
                  <a:prstClr val="black">
                    <a:lumMod val="75000"/>
                    <a:lumOff val="25000"/>
                  </a:prstClr>
                </a:solidFill>
                <a:latin typeface="+mj-ea"/>
                <a:ea typeface="+mj-ea"/>
              </a:endParaRPr>
            </a:p>
          </p:txBody>
        </p:sp>
        <p:cxnSp>
          <p:nvCxnSpPr>
            <p:cNvPr id="126" name="꺾인 연결선 118">
              <a:extLst>
                <a:ext uri="{FF2B5EF4-FFF2-40B4-BE49-F238E27FC236}">
                  <a16:creationId xmlns:a16="http://schemas.microsoft.com/office/drawing/2014/main" id="{93A3BB86-4B65-4ECE-81EB-50AA4394944C}"/>
                </a:ext>
              </a:extLst>
            </p:cNvPr>
            <p:cNvCxnSpPr>
              <a:stCxn id="98" idx="0"/>
              <a:endCxn id="100" idx="2"/>
            </p:cNvCxnSpPr>
            <p:nvPr/>
          </p:nvCxnSpPr>
          <p:spPr>
            <a:xfrm rot="5400000" flipH="1" flipV="1">
              <a:off x="2228702" y="3314282"/>
              <a:ext cx="668560" cy="1726043"/>
            </a:xfrm>
            <a:prstGeom prst="bentConnector3">
              <a:avLst>
                <a:gd name="adj1" fmla="val 50000"/>
              </a:avLst>
            </a:prstGeom>
            <a:noFill/>
            <a:ln w="12700">
              <a:solidFill>
                <a:srgbClr val="4E6485"/>
              </a:solidFill>
              <a:miter lim="800000"/>
              <a:headEnd type="none" w="med" len="med"/>
              <a:tailEnd type="none" w="med" len="med"/>
            </a:ln>
          </p:spPr>
        </p:cxnSp>
        <p:sp>
          <p:nvSpPr>
            <p:cNvPr id="136" name="직사각형 135">
              <a:extLst>
                <a:ext uri="{FF2B5EF4-FFF2-40B4-BE49-F238E27FC236}">
                  <a16:creationId xmlns:a16="http://schemas.microsoft.com/office/drawing/2014/main" id="{28E72F35-826A-47ED-B791-5FDF65AEA96D}"/>
                </a:ext>
              </a:extLst>
            </p:cNvPr>
            <p:cNvSpPr/>
            <p:nvPr/>
          </p:nvSpPr>
          <p:spPr>
            <a:xfrm>
              <a:off x="4402050" y="3770330"/>
              <a:ext cx="1101584" cy="271869"/>
            </a:xfrm>
            <a:prstGeom prst="rect">
              <a:avLst/>
            </a:prstGeom>
            <a:noFill/>
            <a:ln w="9525" algn="ctr">
              <a:noFill/>
              <a:round/>
              <a:headEnd/>
              <a:tailEnd type="none" w="lg" len="lg"/>
            </a:ln>
          </p:spPr>
          <p:txBody>
            <a:bodyPr wrap="none" lIns="0" tIns="0" rIns="0" bIns="0">
              <a:spAutoFit/>
            </a:bodyPr>
            <a:lstStyle/>
            <a:p>
              <a:pPr marL="72000" indent="-72000" eaLnBrk="1" latinLnBrk="1" hangingPunct="1">
                <a:spcAft>
                  <a:spcPts val="200"/>
                </a:spcAft>
                <a:buFont typeface="Arial" panose="020B0604020202020204" pitchFamily="34" charset="0"/>
                <a:buChar char="•"/>
              </a:pPr>
              <a:r>
                <a:rPr kumimoji="1" lang="en-US" altLang="ko-KR" sz="800" kern="0">
                  <a:gradFill>
                    <a:gsLst>
                      <a:gs pos="100000">
                        <a:srgbClr val="C00000"/>
                      </a:gs>
                      <a:gs pos="0">
                        <a:srgbClr val="FF0000"/>
                      </a:gs>
                    </a:gsLst>
                    <a:lin ang="5400000" scaled="1"/>
                  </a:gradFill>
                  <a:latin typeface="+mj-ea"/>
                  <a:ea typeface="+mj-ea"/>
                </a:rPr>
                <a:t>PC </a:t>
              </a:r>
              <a:r>
                <a:rPr kumimoji="1" lang="ko-KR" altLang="en-US" sz="800" kern="0">
                  <a:gradFill>
                    <a:gsLst>
                      <a:gs pos="100000">
                        <a:srgbClr val="C00000"/>
                      </a:gs>
                      <a:gs pos="0">
                        <a:srgbClr val="FF0000"/>
                      </a:gs>
                    </a:gsLst>
                    <a:lin ang="5400000" scaled="1"/>
                  </a:gradFill>
                  <a:latin typeface="+mj-ea"/>
                  <a:ea typeface="+mj-ea"/>
                </a:rPr>
                <a:t>전용의 형태로 서비스</a:t>
              </a:r>
              <a:endParaRPr kumimoji="1" lang="en-US" altLang="ko-KR" sz="800" kern="0">
                <a:gradFill>
                  <a:gsLst>
                    <a:gs pos="100000">
                      <a:srgbClr val="C00000"/>
                    </a:gs>
                    <a:gs pos="0">
                      <a:srgbClr val="FF0000"/>
                    </a:gs>
                  </a:gsLst>
                  <a:lin ang="5400000" scaled="1"/>
                </a:gradFill>
                <a:latin typeface="+mj-ea"/>
                <a:ea typeface="+mj-ea"/>
              </a:endParaRPr>
            </a:p>
            <a:p>
              <a:pPr marL="72000" indent="-72000" eaLnBrk="1" latinLnBrk="1" hangingPunct="1">
                <a:spcAft>
                  <a:spcPts val="200"/>
                </a:spcAft>
                <a:buFont typeface="Arial" panose="020B0604020202020204" pitchFamily="34" charset="0"/>
                <a:buChar char="•"/>
              </a:pPr>
              <a:r>
                <a:rPr kumimoji="1" lang="ko-KR" altLang="en-US" sz="800" kern="0">
                  <a:gradFill>
                    <a:gsLst>
                      <a:gs pos="100000">
                        <a:srgbClr val="C00000"/>
                      </a:gs>
                      <a:gs pos="0">
                        <a:srgbClr val="FF0000"/>
                      </a:gs>
                    </a:gsLst>
                    <a:lin ang="5400000" scaled="1"/>
                  </a:gradFill>
                  <a:latin typeface="+mj-ea"/>
                  <a:ea typeface="+mj-ea"/>
                </a:rPr>
                <a:t>영문</a:t>
              </a:r>
              <a:r>
                <a:rPr kumimoji="1" lang="en-US" altLang="ko-KR" sz="800" kern="0">
                  <a:gradFill>
                    <a:gsLst>
                      <a:gs pos="100000">
                        <a:srgbClr val="C00000"/>
                      </a:gs>
                      <a:gs pos="0">
                        <a:srgbClr val="FF0000"/>
                      </a:gs>
                    </a:gsLst>
                    <a:lin ang="5400000" scaled="1"/>
                  </a:gradFill>
                  <a:latin typeface="+mj-ea"/>
                  <a:ea typeface="+mj-ea"/>
                </a:rPr>
                <a:t>, </a:t>
              </a:r>
              <a:r>
                <a:rPr kumimoji="1" lang="ko-KR" altLang="en-US" sz="800" kern="0">
                  <a:gradFill>
                    <a:gsLst>
                      <a:gs pos="100000">
                        <a:srgbClr val="C00000"/>
                      </a:gs>
                      <a:gs pos="0">
                        <a:srgbClr val="FF0000"/>
                      </a:gs>
                    </a:gsLst>
                    <a:lin ang="5400000" scaled="1"/>
                  </a:gradFill>
                  <a:latin typeface="+mj-ea"/>
                  <a:ea typeface="+mj-ea"/>
                </a:rPr>
                <a:t>중국 외국어 서비스</a:t>
              </a:r>
            </a:p>
          </p:txBody>
        </p:sp>
        <p:sp>
          <p:nvSpPr>
            <p:cNvPr id="140" name="Rounded Panel">
              <a:extLst>
                <a:ext uri="{FF2B5EF4-FFF2-40B4-BE49-F238E27FC236}">
                  <a16:creationId xmlns:a16="http://schemas.microsoft.com/office/drawing/2014/main" id="{1C8ADCC8-56E4-436E-B59F-33E99DE94B22}"/>
                </a:ext>
              </a:extLst>
            </p:cNvPr>
            <p:cNvSpPr>
              <a:spLocks/>
            </p:cNvSpPr>
            <p:nvPr/>
          </p:nvSpPr>
          <p:spPr bwMode="auto">
            <a:xfrm>
              <a:off x="2165936" y="4511548"/>
              <a:ext cx="793317" cy="518887"/>
            </a:xfrm>
            <a:prstGeom prst="rect">
              <a:avLst/>
            </a:prstGeom>
            <a:solidFill>
              <a:srgbClr val="DEEBF7"/>
            </a:solidFill>
            <a:ln w="6350" cap="flat" cmpd="sng" algn="ctr">
              <a:noFill/>
              <a:prstDash val="solid"/>
            </a:ln>
            <a:effectLst/>
          </p:spPr>
          <p:txBody>
            <a:bodyPr wrap="square" lIns="0" tIns="0" rIns="0" bIns="0" rtlCol="0" anchor="ctr"/>
            <a:lstStyle/>
            <a:p>
              <a:pPr algn="ctr" defTabSz="914400">
                <a:lnSpc>
                  <a:spcPct val="120000"/>
                </a:lnSpc>
              </a:pPr>
              <a:r>
                <a:rPr kumimoji="1" lang="ko-KR" altLang="en-US" sz="1000" kern="0" dirty="0">
                  <a:gradFill>
                    <a:gsLst>
                      <a:gs pos="0">
                        <a:schemeClr val="tx1">
                          <a:lumMod val="75000"/>
                          <a:lumOff val="25000"/>
                        </a:schemeClr>
                      </a:gs>
                      <a:gs pos="100000">
                        <a:schemeClr val="tx1">
                          <a:lumMod val="95000"/>
                          <a:lumOff val="5000"/>
                        </a:schemeClr>
                      </a:gs>
                    </a:gsLst>
                    <a:lin ang="5400000" scaled="1"/>
                  </a:gradFill>
                  <a:latin typeface="Pretendard" panose="02000503000000020004" pitchFamily="50" charset="-127"/>
                  <a:ea typeface="Pretendard" panose="02000503000000020004" pitchFamily="50" charset="-127"/>
                </a:rPr>
                <a:t>메뉴분류명</a:t>
              </a:r>
              <a:endParaRPr kumimoji="1" lang="en-US" altLang="ko-KR" sz="1000" kern="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95000"/>
                        <a:lumOff val="5000"/>
                      </a:schemeClr>
                    </a:gs>
                  </a:gsLst>
                  <a:lin ang="5400000" scaled="1"/>
                </a:gradFill>
                <a:latin typeface="Pretendard" panose="02000503000000020004" pitchFamily="50" charset="-127"/>
                <a:ea typeface="Pretendard" panose="02000503000000020004" pitchFamily="50" charset="-127"/>
              </a:endParaRPr>
            </a:p>
          </p:txBody>
        </p:sp>
        <p:sp>
          <p:nvSpPr>
            <p:cNvPr id="141" name="Rounded Panel">
              <a:extLst>
                <a:ext uri="{FF2B5EF4-FFF2-40B4-BE49-F238E27FC236}">
                  <a16:creationId xmlns:a16="http://schemas.microsoft.com/office/drawing/2014/main" id="{F3F2D895-02E0-4E9A-8072-BA0278221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1205" y="4511548"/>
              <a:ext cx="793317" cy="518887"/>
            </a:xfrm>
            <a:prstGeom prst="rect">
              <a:avLst/>
            </a:prstGeom>
            <a:solidFill>
              <a:srgbClr val="DEEBF7"/>
            </a:solidFill>
            <a:ln w="6350" cap="flat" cmpd="sng" algn="ctr">
              <a:noFill/>
              <a:prstDash val="solid"/>
            </a:ln>
            <a:effectLst/>
          </p:spPr>
          <p:txBody>
            <a:bodyPr wrap="square" lIns="0" tIns="0" rIns="0" bIns="0" rtlCol="0" anchor="ctr"/>
            <a:lstStyle/>
            <a:p>
              <a:pPr algn="ctr" defTabSz="914400">
                <a:lnSpc>
                  <a:spcPct val="120000"/>
                </a:lnSpc>
              </a:pPr>
              <a:r>
                <a:rPr kumimoji="1" lang="ko-KR" altLang="en-US" sz="1000" kern="0" dirty="0">
                  <a:gradFill>
                    <a:gsLst>
                      <a:gs pos="0">
                        <a:schemeClr val="tx1">
                          <a:lumMod val="75000"/>
                          <a:lumOff val="25000"/>
                        </a:schemeClr>
                      </a:gs>
                      <a:gs pos="100000">
                        <a:schemeClr val="tx1">
                          <a:lumMod val="95000"/>
                          <a:lumOff val="5000"/>
                        </a:schemeClr>
                      </a:gs>
                    </a:gsLst>
                    <a:lin ang="5400000" scaled="1"/>
                  </a:gradFill>
                  <a:latin typeface="Pretendard" panose="02000503000000020004" pitchFamily="50" charset="-127"/>
                  <a:ea typeface="Pretendard" panose="02000503000000020004" pitchFamily="50" charset="-127"/>
                </a:rPr>
                <a:t>메뉴분류명</a:t>
              </a:r>
              <a:endParaRPr kumimoji="1" lang="en-US" altLang="ko-KR" sz="1000" kern="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95000"/>
                        <a:lumOff val="5000"/>
                      </a:schemeClr>
                    </a:gs>
                  </a:gsLst>
                  <a:lin ang="5400000" scaled="1"/>
                </a:gradFill>
                <a:latin typeface="Pretendard" panose="02000503000000020004" pitchFamily="50" charset="-127"/>
                <a:ea typeface="Pretendard" panose="02000503000000020004" pitchFamily="50" charset="-127"/>
              </a:endParaRPr>
            </a:p>
          </p:txBody>
        </p:sp>
        <p:sp>
          <p:nvSpPr>
            <p:cNvPr id="142" name="Rounded Panel">
              <a:extLst>
                <a:ext uri="{FF2B5EF4-FFF2-40B4-BE49-F238E27FC236}">
                  <a16:creationId xmlns:a16="http://schemas.microsoft.com/office/drawing/2014/main" id="{BD117B33-F04A-4C36-9187-7EBC8D476926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6474" y="4511548"/>
              <a:ext cx="793317" cy="518887"/>
            </a:xfrm>
            <a:prstGeom prst="rect">
              <a:avLst/>
            </a:prstGeom>
            <a:solidFill>
              <a:srgbClr val="DEEBF7"/>
            </a:solidFill>
            <a:ln w="6350" cap="flat" cmpd="sng" algn="ctr">
              <a:noFill/>
              <a:prstDash val="solid"/>
            </a:ln>
            <a:effectLst/>
          </p:spPr>
          <p:txBody>
            <a:bodyPr wrap="square" lIns="0" tIns="0" rIns="0" bIns="0" rtlCol="0" anchor="ctr"/>
            <a:lstStyle/>
            <a:p>
              <a:pPr algn="ctr" defTabSz="914400">
                <a:lnSpc>
                  <a:spcPct val="120000"/>
                </a:lnSpc>
              </a:pPr>
              <a:r>
                <a:rPr kumimoji="1" lang="ko-KR" altLang="en-US" sz="1000" kern="0" dirty="0">
                  <a:gradFill>
                    <a:gsLst>
                      <a:gs pos="0">
                        <a:schemeClr val="tx1">
                          <a:lumMod val="75000"/>
                          <a:lumOff val="25000"/>
                        </a:schemeClr>
                      </a:gs>
                      <a:gs pos="100000">
                        <a:schemeClr val="tx1">
                          <a:lumMod val="95000"/>
                          <a:lumOff val="5000"/>
                        </a:schemeClr>
                      </a:gs>
                    </a:gsLst>
                    <a:lin ang="5400000" scaled="1"/>
                  </a:gradFill>
                  <a:latin typeface="Pretendard" panose="02000503000000020004" pitchFamily="50" charset="-127"/>
                  <a:ea typeface="Pretendard" panose="02000503000000020004" pitchFamily="50" charset="-127"/>
                </a:rPr>
                <a:t>메뉴분류명</a:t>
              </a:r>
              <a:endParaRPr kumimoji="1" lang="en-US" altLang="ko-KR" sz="1000" kern="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95000"/>
                        <a:lumOff val="5000"/>
                      </a:schemeClr>
                    </a:gs>
                  </a:gsLst>
                  <a:lin ang="5400000" scaled="1"/>
                </a:gradFill>
                <a:latin typeface="Pretendard" panose="02000503000000020004" pitchFamily="50" charset="-127"/>
                <a:ea typeface="Pretendard" panose="02000503000000020004" pitchFamily="50" charset="-127"/>
              </a:endParaRPr>
            </a:p>
          </p:txBody>
        </p:sp>
        <p:cxnSp>
          <p:nvCxnSpPr>
            <p:cNvPr id="143" name="꺾인 연결선 82">
              <a:extLst>
                <a:ext uri="{FF2B5EF4-FFF2-40B4-BE49-F238E27FC236}">
                  <a16:creationId xmlns:a16="http://schemas.microsoft.com/office/drawing/2014/main" id="{17C0E504-4F52-47F8-8D79-AA3AC873595B}"/>
                </a:ext>
              </a:extLst>
            </p:cNvPr>
            <p:cNvCxnSpPr>
              <a:stCxn id="140" idx="0"/>
              <a:endCxn id="100" idx="2"/>
            </p:cNvCxnSpPr>
            <p:nvPr/>
          </p:nvCxnSpPr>
          <p:spPr>
            <a:xfrm rot="5400000" flipH="1" flipV="1">
              <a:off x="2660037" y="3745582"/>
              <a:ext cx="668525" cy="863409"/>
            </a:xfrm>
            <a:prstGeom prst="bentConnector3">
              <a:avLst>
                <a:gd name="adj1" fmla="val 50000"/>
              </a:avLst>
            </a:prstGeom>
            <a:noFill/>
            <a:ln w="12700">
              <a:solidFill>
                <a:srgbClr val="4E6485"/>
              </a:solidFill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144" name="꺾인 연결선 83">
              <a:extLst>
                <a:ext uri="{FF2B5EF4-FFF2-40B4-BE49-F238E27FC236}">
                  <a16:creationId xmlns:a16="http://schemas.microsoft.com/office/drawing/2014/main" id="{0E9AB360-C915-404A-B9BE-12B664DC5FBB}"/>
                </a:ext>
              </a:extLst>
            </p:cNvPr>
            <p:cNvCxnSpPr>
              <a:stCxn id="141" idx="0"/>
              <a:endCxn id="100" idx="2"/>
            </p:cNvCxnSpPr>
            <p:nvPr/>
          </p:nvCxnSpPr>
          <p:spPr>
            <a:xfrm rot="16200000" flipV="1">
              <a:off x="3522672" y="3746356"/>
              <a:ext cx="668525" cy="861860"/>
            </a:xfrm>
            <a:prstGeom prst="bentConnector3">
              <a:avLst>
                <a:gd name="adj1" fmla="val 50000"/>
              </a:avLst>
            </a:prstGeom>
            <a:noFill/>
            <a:ln w="12700">
              <a:solidFill>
                <a:srgbClr val="4E6485"/>
              </a:solidFill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145" name="꺾인 연결선 84">
              <a:extLst>
                <a:ext uri="{FF2B5EF4-FFF2-40B4-BE49-F238E27FC236}">
                  <a16:creationId xmlns:a16="http://schemas.microsoft.com/office/drawing/2014/main" id="{93EECA3C-E3C2-404E-A6D3-B82D579A4E63}"/>
                </a:ext>
              </a:extLst>
            </p:cNvPr>
            <p:cNvCxnSpPr>
              <a:stCxn id="142" idx="0"/>
              <a:endCxn id="100" idx="2"/>
            </p:cNvCxnSpPr>
            <p:nvPr/>
          </p:nvCxnSpPr>
          <p:spPr>
            <a:xfrm rot="16200000" flipV="1">
              <a:off x="4385307" y="2883721"/>
              <a:ext cx="668525" cy="2587129"/>
            </a:xfrm>
            <a:prstGeom prst="bentConnector3">
              <a:avLst>
                <a:gd name="adj1" fmla="val 50000"/>
              </a:avLst>
            </a:prstGeom>
            <a:noFill/>
            <a:ln w="12700">
              <a:solidFill>
                <a:srgbClr val="4E6485"/>
              </a:solidFill>
              <a:miter lim="800000"/>
              <a:headEnd type="none" w="med" len="med"/>
              <a:tailEnd type="none" w="med" len="med"/>
            </a:ln>
          </p:spPr>
        </p:cxnSp>
        <p:grpSp>
          <p:nvGrpSpPr>
            <p:cNvPr id="112" name="그룹 111">
              <a:extLst>
                <a:ext uri="{FF2B5EF4-FFF2-40B4-BE49-F238E27FC236}">
                  <a16:creationId xmlns:a16="http://schemas.microsoft.com/office/drawing/2014/main" id="{84512934-1BD4-4850-95FE-E3C3ECC22872}"/>
                </a:ext>
              </a:extLst>
            </p:cNvPr>
            <p:cNvGrpSpPr/>
            <p:nvPr/>
          </p:nvGrpSpPr>
          <p:grpSpPr>
            <a:xfrm>
              <a:off x="809224" y="3512840"/>
              <a:ext cx="1495350" cy="381923"/>
              <a:chOff x="2483189" y="1379936"/>
              <a:chExt cx="1495350" cy="381923"/>
            </a:xfrm>
          </p:grpSpPr>
          <p:grpSp>
            <p:nvGrpSpPr>
              <p:cNvPr id="113" name="그룹 112">
                <a:extLst>
                  <a:ext uri="{FF2B5EF4-FFF2-40B4-BE49-F238E27FC236}">
                    <a16:creationId xmlns:a16="http://schemas.microsoft.com/office/drawing/2014/main" id="{69433991-9657-40CC-84F7-1017A9E90ED7}"/>
                  </a:ext>
                </a:extLst>
              </p:cNvPr>
              <p:cNvGrpSpPr/>
              <p:nvPr/>
            </p:nvGrpSpPr>
            <p:grpSpPr>
              <a:xfrm>
                <a:off x="3032959" y="1409344"/>
                <a:ext cx="945580" cy="303005"/>
                <a:chOff x="5687960" y="106965"/>
                <a:chExt cx="645844" cy="188141"/>
              </a:xfrm>
            </p:grpSpPr>
            <p:sp>
              <p:nvSpPr>
                <p:cNvPr id="119" name="직사각형 118">
                  <a:extLst>
                    <a:ext uri="{FF2B5EF4-FFF2-40B4-BE49-F238E27FC236}">
                      <a16:creationId xmlns:a16="http://schemas.microsoft.com/office/drawing/2014/main" id="{5AEDC878-61DF-445B-9986-1B5A0D636A20}"/>
                    </a:ext>
                  </a:extLst>
                </p:cNvPr>
                <p:cNvSpPr/>
                <p:nvPr userDrawn="1"/>
              </p:nvSpPr>
              <p:spPr>
                <a:xfrm>
                  <a:off x="5687960" y="106965"/>
                  <a:ext cx="645844" cy="11466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>
                  <a:spAutoFit/>
                </a:bodyPr>
                <a:lstStyle/>
                <a:p>
                  <a:pPr lvl="0" algn="l" defTabSz="914400" fontAlgn="base">
                    <a:spcBef>
                      <a:spcPct val="0"/>
                    </a:spcBef>
                    <a:spcAft>
                      <a:spcPts val="200"/>
                    </a:spcAft>
                    <a:buClr>
                      <a:schemeClr val="tx1">
                        <a:lumMod val="75000"/>
                        <a:lumOff val="25000"/>
                      </a:schemeClr>
                    </a:buClr>
                    <a:buSzPct val="90000"/>
                  </a:pPr>
                  <a:r>
                    <a:rPr lang="en-US" altLang="ko-KR" sz="1200" b="0" spc="200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latin typeface="Pretendard" panose="02000503000000020004" pitchFamily="50" charset="-127"/>
                      <a:ea typeface="+mj-ea"/>
                      <a:cs typeface="Pretendard" panose="02000503000000020004" pitchFamily="50" charset="-127"/>
                    </a:rPr>
                    <a:t>COMPANY</a:t>
                  </a:r>
                  <a:endParaRPr lang="ko-KR" altLang="en-US" sz="1200" b="0" spc="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Pretendard" panose="02000503000000020004" pitchFamily="50" charset="-127"/>
                    <a:ea typeface="+mj-ea"/>
                    <a:cs typeface="Pretendard" panose="02000503000000020004" pitchFamily="50" charset="-127"/>
                  </a:endParaRPr>
                </a:p>
              </p:txBody>
            </p:sp>
            <p:sp>
              <p:nvSpPr>
                <p:cNvPr id="122" name="직사각형 121">
                  <a:extLst>
                    <a:ext uri="{FF2B5EF4-FFF2-40B4-BE49-F238E27FC236}">
                      <a16:creationId xmlns:a16="http://schemas.microsoft.com/office/drawing/2014/main" id="{87C27902-8D49-4553-80D0-62767F47D4BA}"/>
                    </a:ext>
                  </a:extLst>
                </p:cNvPr>
                <p:cNvSpPr/>
                <p:nvPr userDrawn="1"/>
              </p:nvSpPr>
              <p:spPr>
                <a:xfrm>
                  <a:off x="5693316" y="228220"/>
                  <a:ext cx="585757" cy="6688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>
                  <a:spAutoFit/>
                </a:bodyPr>
                <a:lstStyle/>
                <a:p>
                  <a:pPr lvl="0" algn="l" defTabSz="914400" fontAlgn="base">
                    <a:spcBef>
                      <a:spcPct val="0"/>
                    </a:spcBef>
                    <a:spcAft>
                      <a:spcPts val="200"/>
                    </a:spcAft>
                    <a:buClr>
                      <a:schemeClr val="tx1">
                        <a:lumMod val="75000"/>
                        <a:lumOff val="25000"/>
                      </a:schemeClr>
                    </a:buClr>
                    <a:buSzPct val="90000"/>
                  </a:pPr>
                  <a:r>
                    <a:rPr lang="en-US" altLang="ko-KR" sz="700" b="0" spc="5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Pretendard" panose="02000503000000020004" pitchFamily="50" charset="-127"/>
                      <a:cs typeface="Pretendard" panose="02000503000000020004" pitchFamily="50" charset="-127"/>
                    </a:rPr>
                    <a:t>CLINT LOGO HERE</a:t>
                  </a:r>
                  <a:endParaRPr lang="ko-KR" altLang="en-US" sz="700" b="0" spc="5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Pretendard" panose="02000503000000020004" pitchFamily="50" charset="-127"/>
                    <a:cs typeface="Pretendard" panose="02000503000000020004" pitchFamily="50" charset="-127"/>
                  </a:endParaRPr>
                </a:p>
              </p:txBody>
            </p:sp>
          </p:grpSp>
          <p:pic>
            <p:nvPicPr>
              <p:cNvPr id="114" name="그림 113">
                <a:extLst>
                  <a:ext uri="{FF2B5EF4-FFF2-40B4-BE49-F238E27FC236}">
                    <a16:creationId xmlns:a16="http://schemas.microsoft.com/office/drawing/2014/main" id="{741BCF16-34C4-4884-B103-17708853C46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483189" y="1379936"/>
                <a:ext cx="521395" cy="381923"/>
              </a:xfrm>
              <a:prstGeom prst="rect">
                <a:avLst/>
              </a:prstGeom>
            </p:spPr>
          </p:pic>
        </p:grp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FB747EA0-82BE-4159-8948-51983C367020}"/>
                </a:ext>
              </a:extLst>
            </p:cNvPr>
            <p:cNvCxnSpPr>
              <a:stCxn id="100" idx="2"/>
              <a:endCxn id="99" idx="0"/>
            </p:cNvCxnSpPr>
            <p:nvPr/>
          </p:nvCxnSpPr>
          <p:spPr>
            <a:xfrm>
              <a:off x="3426004" y="3843023"/>
              <a:ext cx="0" cy="668560"/>
            </a:xfrm>
            <a:prstGeom prst="line">
              <a:avLst/>
            </a:prstGeom>
            <a:noFill/>
            <a:ln w="12700">
              <a:solidFill>
                <a:srgbClr val="4E6485"/>
              </a:solidFill>
              <a:miter lim="800000"/>
              <a:headEnd type="none" w="med" len="med"/>
              <a:tailEnd type="none" w="med" len="med"/>
            </a:ln>
          </p:spPr>
        </p:cxn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3CAD13DB-2497-E420-87CA-5C1EB16A299D}"/>
              </a:ext>
            </a:extLst>
          </p:cNvPr>
          <p:cNvSpPr txBox="1"/>
          <p:nvPr/>
        </p:nvSpPr>
        <p:spPr>
          <a:xfrm>
            <a:off x="1667082" y="503378"/>
            <a:ext cx="1288814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defTabSz="987095"/>
            <a:r>
              <a:rPr lang="en-US" altLang="ko-KR" sz="800" spc="-54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Ⅲ  </a:t>
            </a:r>
            <a:r>
              <a:rPr lang="ko-KR" altLang="en-US" sz="800" spc="-54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기술 및 기능  </a:t>
            </a:r>
            <a:r>
              <a:rPr lang="en-US" altLang="ko-KR" sz="800" spc="-54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&gt;  2. </a:t>
            </a:r>
            <a:r>
              <a:rPr lang="ko-KR" altLang="en-US" sz="800" spc="-54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기능 요구사항</a:t>
            </a:r>
          </a:p>
        </p:txBody>
      </p:sp>
    </p:spTree>
    <p:extLst>
      <p:ext uri="{BB962C8B-B14F-4D97-AF65-F5344CB8AC3E}">
        <p14:creationId xmlns:p14="http://schemas.microsoft.com/office/powerpoint/2010/main" val="32247362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제목 89"/>
          <p:cNvSpPr>
            <a:spLocks noGrp="1"/>
          </p:cNvSpPr>
          <p:nvPr>
            <p:ph type="title"/>
          </p:nvPr>
        </p:nvSpPr>
        <p:spPr>
          <a:xfrm>
            <a:off x="512676" y="1064568"/>
            <a:ext cx="1827474" cy="199285"/>
          </a:xfrm>
          <a:prstGeom prst="rect">
            <a:avLst/>
          </a:prstGeom>
          <a:noFill/>
        </p:spPr>
        <p:txBody>
          <a:bodyPr wrap="none" lIns="108000" tIns="0" rIns="0" bIns="0" anchor="ctr">
            <a:spAutoFit/>
          </a:bodyPr>
          <a:lstStyle/>
          <a:p>
            <a:r>
              <a:rPr lang="en-US" altLang="ko-KR" dirty="0"/>
              <a:t>2.2 </a:t>
            </a:r>
            <a:r>
              <a:rPr lang="ko-KR" altLang="en-US" dirty="0"/>
              <a:t>현 시스템 분석 결과</a:t>
            </a:r>
          </a:p>
        </p:txBody>
      </p:sp>
      <p:sp>
        <p:nvSpPr>
          <p:cNvPr id="161" name="직사각형 160"/>
          <p:cNvSpPr/>
          <p:nvPr/>
        </p:nvSpPr>
        <p:spPr>
          <a:xfrm>
            <a:off x="3320988" y="3332819"/>
            <a:ext cx="3096000" cy="6048671"/>
          </a:xfrm>
          <a:prstGeom prst="rect">
            <a:avLst/>
          </a:prstGeom>
          <a:pattFill prst="ltUpDiag">
            <a:fgClr>
              <a:srgbClr val="F0F0F0"/>
            </a:fgClr>
            <a:bgClr>
              <a:srgbClr val="FAFAFA"/>
            </a:bgClr>
          </a:pattFill>
          <a:ln w="12700" cap="flat" cmpd="sng" algn="ctr">
            <a:solidFill>
              <a:srgbClr val="9EC4E6"/>
            </a:solidFill>
            <a:prstDash val="solid"/>
          </a:ln>
          <a:effectLst/>
        </p:spPr>
        <p:txBody>
          <a:bodyPr rtlCol="0" anchor="ctr"/>
          <a:lstStyle/>
          <a:p>
            <a:pPr algn="ctr"/>
            <a:endParaRPr lang="ko-KR" altLang="en-US" kern="0" dirty="0">
              <a:solidFill>
                <a:srgbClr val="FFFFFF"/>
              </a:solidFill>
              <a:latin typeface="Pretendard" panose="02000503000000020004" pitchFamily="50" charset="-127"/>
              <a:ea typeface="맑은 고딕"/>
            </a:endParaRPr>
          </a:p>
        </p:txBody>
      </p:sp>
      <p:sp>
        <p:nvSpPr>
          <p:cNvPr id="170" name="직사각형 169"/>
          <p:cNvSpPr/>
          <p:nvPr/>
        </p:nvSpPr>
        <p:spPr>
          <a:xfrm>
            <a:off x="437009" y="3332820"/>
            <a:ext cx="2844000" cy="288000"/>
          </a:xfrm>
          <a:prstGeom prst="rect">
            <a:avLst/>
          </a:prstGeom>
          <a:solidFill>
            <a:srgbClr val="D6DCE5"/>
          </a:solidFill>
          <a:ln w="28575" cap="flat" cmpd="sng" algn="ctr">
            <a:noFill/>
            <a:prstDash val="solid"/>
          </a:ln>
          <a:effectLst/>
        </p:spPr>
        <p:txBody>
          <a:bodyPr lIns="108000" tIns="36000" rIns="36000" bIns="36000" rtlCol="0" anchor="ctr"/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000">
                <a:solidFill>
                  <a:prstClr val="black">
                    <a:lumMod val="75000"/>
                    <a:lumOff val="25000"/>
                  </a:prstClr>
                </a:solidFill>
                <a:latin typeface="+mj-ea"/>
                <a:ea typeface="+mj-ea"/>
              </a:rPr>
              <a:t>기획 측면 분석</a:t>
            </a:r>
          </a:p>
        </p:txBody>
      </p:sp>
      <p:sp>
        <p:nvSpPr>
          <p:cNvPr id="171" name="직사각형 170"/>
          <p:cNvSpPr/>
          <p:nvPr/>
        </p:nvSpPr>
        <p:spPr>
          <a:xfrm>
            <a:off x="436699" y="3620860"/>
            <a:ext cx="2844000" cy="1568497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wrap="square" tIns="72000" rtlCol="0" anchor="t">
            <a:spAutoFit/>
          </a:bodyPr>
          <a:lstStyle/>
          <a:p>
            <a:pPr marL="90000" indent="-90000" defTabSz="91440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>
                <a:schemeClr val="tx1">
                  <a:lumMod val="75000"/>
                  <a:lumOff val="25000"/>
                </a:schemeClr>
              </a:buClr>
              <a:buSzPct val="90000"/>
              <a:buFont typeface="Arial" pitchFamily="34" charset="0"/>
              <a:buChar char="•"/>
            </a:pPr>
            <a:r>
              <a:rPr kumimoji="1"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주관기관 핵심 서비스인 ○○○ 서비스에 대한 접근성이 다소 부족</a:t>
            </a:r>
          </a:p>
          <a:p>
            <a:pPr marL="90000" indent="-90000" defTabSz="91440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>
                <a:schemeClr val="tx1">
                  <a:lumMod val="75000"/>
                  <a:lumOff val="25000"/>
                </a:schemeClr>
              </a:buClr>
              <a:buSzPct val="90000"/>
              <a:buFont typeface="Arial" pitchFamily="34" charset="0"/>
              <a:buChar char="•"/>
            </a:pPr>
            <a:r>
              <a:rPr kumimoji="1"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○○○ 및 ○○○ 등의 수익성 서비스에 대한 전면 표출 및 접근성 부족</a:t>
            </a:r>
            <a:endParaRPr kumimoji="1" lang="en-US" altLang="ko-KR" sz="900" dirty="0">
              <a:solidFill>
                <a:schemeClr val="tx1">
                  <a:lumMod val="75000"/>
                  <a:lumOff val="25000"/>
                </a:schemeClr>
              </a:solidFill>
              <a:latin typeface="Pretendard ExtraLight" panose="02000303000000020004" pitchFamily="50" charset="-127"/>
              <a:ea typeface="Pretendard ExtraLight" panose="02000303000000020004" pitchFamily="50" charset="-127"/>
              <a:cs typeface="Pretendard ExtraLight" panose="02000303000000020004" pitchFamily="50" charset="-127"/>
            </a:endParaRPr>
          </a:p>
          <a:p>
            <a:pPr marL="90000" indent="-90000" defTabSz="91440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>
                <a:schemeClr val="tx1">
                  <a:lumMod val="75000"/>
                  <a:lumOff val="25000"/>
                </a:schemeClr>
              </a:buClr>
              <a:buSzPct val="90000"/>
              <a:buFont typeface="Arial" pitchFamily="34" charset="0"/>
              <a:buChar char="•"/>
            </a:pPr>
            <a:r>
              <a:rPr kumimoji="1"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하나의 홈페이지로 통합하고 다양한 정보에 접근할 수 있는 방식 고려</a:t>
            </a:r>
            <a:endParaRPr kumimoji="1" lang="en-US" altLang="ko-KR" sz="900" dirty="0">
              <a:solidFill>
                <a:schemeClr val="tx1">
                  <a:lumMod val="75000"/>
                  <a:lumOff val="25000"/>
                </a:schemeClr>
              </a:solidFill>
              <a:latin typeface="Pretendard ExtraLight" panose="02000303000000020004" pitchFamily="50" charset="-127"/>
              <a:ea typeface="Pretendard ExtraLight" panose="02000303000000020004" pitchFamily="50" charset="-127"/>
              <a:cs typeface="Pretendard ExtraLight" panose="02000303000000020004" pitchFamily="50" charset="-127"/>
            </a:endParaRPr>
          </a:p>
          <a:p>
            <a:pPr marL="90000" indent="-90000" defTabSz="91440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>
                <a:schemeClr val="tx1">
                  <a:lumMod val="75000"/>
                  <a:lumOff val="25000"/>
                </a:schemeClr>
              </a:buClr>
              <a:buSzPct val="90000"/>
              <a:buFont typeface="Arial" pitchFamily="34" charset="0"/>
              <a:buChar char="•"/>
            </a:pPr>
            <a:r>
              <a:rPr kumimoji="1"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소통채널 확보를 위한 맞춤형 서비스 활성화 방안 모색</a:t>
            </a:r>
            <a:r>
              <a:rPr kumimoji="1"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(</a:t>
            </a:r>
            <a:r>
              <a:rPr kumimoji="1"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개방과 공유 등을 위한 소셜 네트워크 서비스</a:t>
            </a:r>
            <a:r>
              <a:rPr kumimoji="1"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)</a:t>
            </a:r>
          </a:p>
        </p:txBody>
      </p:sp>
      <p:sp>
        <p:nvSpPr>
          <p:cNvPr id="173" name="직사각형 172"/>
          <p:cNvSpPr/>
          <p:nvPr/>
        </p:nvSpPr>
        <p:spPr>
          <a:xfrm>
            <a:off x="436699" y="5622818"/>
            <a:ext cx="2844000" cy="2256378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wrap="square" tIns="72000" rtlCol="0" anchor="t">
            <a:spAutoFit/>
          </a:bodyPr>
          <a:lstStyle/>
          <a:p>
            <a:pPr marL="90000" indent="-90000" defTabSz="91440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>
                <a:schemeClr val="tx1">
                  <a:lumMod val="75000"/>
                  <a:lumOff val="25000"/>
                </a:schemeClr>
              </a:buClr>
              <a:buSzPct val="90000"/>
              <a:buFont typeface="Arial" pitchFamily="34" charset="0"/>
              <a:buChar char="•"/>
              <a:defRPr/>
            </a:pPr>
            <a:r>
              <a:rPr kumimoji="1"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비 최적화된 이미지의 사용</a:t>
            </a:r>
            <a:r>
              <a:rPr kumimoji="1"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(</a:t>
            </a:r>
            <a:r>
              <a:rPr kumimoji="1"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네비게이션등</a:t>
            </a:r>
            <a:r>
              <a:rPr kumimoji="1"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 중요 부분</a:t>
            </a:r>
            <a:r>
              <a:rPr kumimoji="1"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)</a:t>
            </a:r>
            <a:r>
              <a:rPr kumimoji="1"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으로 일부 환경에서 가독성이 결여</a:t>
            </a:r>
            <a:endParaRPr kumimoji="1" lang="en-US" altLang="ko-KR" sz="900" dirty="0">
              <a:solidFill>
                <a:schemeClr val="tx1">
                  <a:lumMod val="75000"/>
                  <a:lumOff val="25000"/>
                </a:schemeClr>
              </a:solidFill>
              <a:latin typeface="Pretendard ExtraLight" panose="02000303000000020004" pitchFamily="50" charset="-127"/>
              <a:ea typeface="Pretendard ExtraLight" panose="02000303000000020004" pitchFamily="50" charset="-127"/>
              <a:cs typeface="Pretendard ExtraLight" panose="02000303000000020004" pitchFamily="50" charset="-127"/>
            </a:endParaRPr>
          </a:p>
          <a:p>
            <a:pPr marL="90000" indent="-90000" defTabSz="91440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>
                <a:schemeClr val="tx1">
                  <a:lumMod val="75000"/>
                  <a:lumOff val="25000"/>
                </a:schemeClr>
              </a:buClr>
              <a:buSzPct val="90000"/>
              <a:buFont typeface="Arial" pitchFamily="34" charset="0"/>
              <a:buChar char="•"/>
              <a:defRPr/>
            </a:pPr>
            <a:r>
              <a:rPr kumimoji="1"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기업홍보</a:t>
            </a:r>
            <a:r>
              <a:rPr kumimoji="1"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, </a:t>
            </a:r>
            <a:r>
              <a:rPr kumimoji="1"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비즈니스 시스템 간에 통일성이 부족 </a:t>
            </a:r>
            <a:r>
              <a:rPr kumimoji="1"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(</a:t>
            </a:r>
            <a:r>
              <a:rPr kumimoji="1"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용어에 대한 이해도</a:t>
            </a:r>
            <a:r>
              <a:rPr kumimoji="1"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)</a:t>
            </a:r>
          </a:p>
          <a:p>
            <a:pPr marL="90000" indent="-90000" defTabSz="91440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>
                <a:schemeClr val="tx1">
                  <a:lumMod val="75000"/>
                  <a:lumOff val="25000"/>
                </a:schemeClr>
              </a:buClr>
              <a:buSzPct val="90000"/>
              <a:buFont typeface="Arial" pitchFamily="34" charset="0"/>
              <a:buChar char="•"/>
              <a:defRPr/>
            </a:pPr>
            <a:r>
              <a:rPr kumimoji="1"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블릿</a:t>
            </a:r>
            <a:r>
              <a:rPr kumimoji="1"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, </a:t>
            </a:r>
            <a:r>
              <a:rPr kumimoji="1"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레이아웃</a:t>
            </a:r>
            <a:r>
              <a:rPr kumimoji="1"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, </a:t>
            </a:r>
            <a:r>
              <a:rPr kumimoji="1"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아이콘등</a:t>
            </a:r>
            <a:r>
              <a:rPr kumimoji="1"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 디자인 스타일가이드를 활용한 디자인 통일성 유지</a:t>
            </a:r>
          </a:p>
          <a:p>
            <a:pPr marL="90000" indent="-90000" defTabSz="91440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>
                <a:schemeClr val="tx1">
                  <a:lumMod val="75000"/>
                  <a:lumOff val="25000"/>
                </a:schemeClr>
              </a:buClr>
              <a:buSzPct val="90000"/>
              <a:buFont typeface="Arial" pitchFamily="34" charset="0"/>
              <a:buChar char="•"/>
              <a:defRPr/>
            </a:pPr>
            <a:r>
              <a:rPr kumimoji="1"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일부 홈페이지는 다양한 기기 호환성 결여</a:t>
            </a:r>
            <a:endParaRPr kumimoji="1" lang="en-US" altLang="ko-KR" sz="900" dirty="0">
              <a:solidFill>
                <a:schemeClr val="tx1">
                  <a:lumMod val="75000"/>
                  <a:lumOff val="25000"/>
                </a:schemeClr>
              </a:solidFill>
              <a:latin typeface="Pretendard ExtraLight" panose="02000303000000020004" pitchFamily="50" charset="-127"/>
              <a:ea typeface="Pretendard ExtraLight" panose="02000303000000020004" pitchFamily="50" charset="-127"/>
              <a:cs typeface="Pretendard ExtraLight" panose="02000303000000020004" pitchFamily="50" charset="-127"/>
            </a:endParaRPr>
          </a:p>
          <a:p>
            <a:pPr marL="90000" indent="-90000" defTabSz="91440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>
                <a:schemeClr val="tx1">
                  <a:lumMod val="75000"/>
                  <a:lumOff val="25000"/>
                </a:schemeClr>
              </a:buClr>
              <a:buSzPct val="90000"/>
              <a:buFont typeface="Arial" pitchFamily="34" charset="0"/>
              <a:buChar char="•"/>
              <a:defRPr/>
            </a:pPr>
            <a:r>
              <a:rPr kumimoji="1"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다양하고 원색 색상 활용으로 사용자의 피로도가 증가</a:t>
            </a:r>
            <a:endParaRPr kumimoji="1" lang="en-US" altLang="ko-KR" sz="900" dirty="0">
              <a:solidFill>
                <a:schemeClr val="tx1">
                  <a:lumMod val="75000"/>
                  <a:lumOff val="25000"/>
                </a:schemeClr>
              </a:solidFill>
              <a:latin typeface="Pretendard ExtraLight" panose="02000303000000020004" pitchFamily="50" charset="-127"/>
              <a:ea typeface="Pretendard ExtraLight" panose="02000303000000020004" pitchFamily="50" charset="-127"/>
              <a:cs typeface="Pretendard ExtraLight" panose="02000303000000020004" pitchFamily="50" charset="-127"/>
            </a:endParaRPr>
          </a:p>
          <a:p>
            <a:pPr marL="90000" indent="-90000" defTabSz="91440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>
                <a:schemeClr val="tx1">
                  <a:lumMod val="75000"/>
                  <a:lumOff val="25000"/>
                </a:schemeClr>
              </a:buClr>
              <a:buSzPct val="90000"/>
              <a:buFont typeface="Arial" pitchFamily="34" charset="0"/>
              <a:buChar char="•"/>
              <a:defRPr/>
            </a:pPr>
            <a:r>
              <a:rPr kumimoji="1"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정보간의</a:t>
            </a:r>
            <a:r>
              <a:rPr kumimoji="1"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 여백이 적어 가독성이 오히려 결여</a:t>
            </a:r>
            <a:endParaRPr kumimoji="1" lang="en-US" altLang="ko-KR" sz="900" dirty="0">
              <a:solidFill>
                <a:schemeClr val="tx1">
                  <a:lumMod val="75000"/>
                  <a:lumOff val="25000"/>
                </a:schemeClr>
              </a:solidFill>
              <a:latin typeface="Pretendard ExtraLight" panose="02000303000000020004" pitchFamily="50" charset="-127"/>
              <a:ea typeface="Pretendard ExtraLight" panose="02000303000000020004" pitchFamily="50" charset="-127"/>
              <a:cs typeface="Pretendard ExtraLight" panose="02000303000000020004" pitchFamily="50" charset="-127"/>
            </a:endParaRPr>
          </a:p>
          <a:p>
            <a:pPr marL="90000" indent="-90000" defTabSz="91440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>
                <a:schemeClr val="tx1">
                  <a:lumMod val="75000"/>
                  <a:lumOff val="25000"/>
                </a:schemeClr>
              </a:buClr>
              <a:buSzPct val="90000"/>
              <a:buFont typeface="Arial" pitchFamily="34" charset="0"/>
              <a:buChar char="•"/>
              <a:defRPr/>
            </a:pPr>
            <a:r>
              <a:rPr kumimoji="1"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웹접근성</a:t>
            </a:r>
            <a:r>
              <a:rPr kumimoji="1"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, </a:t>
            </a:r>
            <a:r>
              <a:rPr kumimoji="1"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웹표준</a:t>
            </a:r>
            <a:r>
              <a:rPr kumimoji="1"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, </a:t>
            </a:r>
            <a:r>
              <a:rPr kumimoji="1"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웹개방성 등 사이트 품질을 위한 다양한 표준지침 준수 필요</a:t>
            </a:r>
            <a:endParaRPr kumimoji="1" lang="en-US" altLang="ko-KR" sz="900" dirty="0">
              <a:solidFill>
                <a:schemeClr val="tx1">
                  <a:lumMod val="75000"/>
                  <a:lumOff val="25000"/>
                </a:schemeClr>
              </a:solidFill>
              <a:latin typeface="Pretendard ExtraLight" panose="02000303000000020004" pitchFamily="50" charset="-127"/>
              <a:ea typeface="Pretendard ExtraLight" panose="02000303000000020004" pitchFamily="50" charset="-127"/>
              <a:cs typeface="Pretendard ExtraLight" panose="02000303000000020004" pitchFamily="50" charset="-127"/>
            </a:endParaRPr>
          </a:p>
        </p:txBody>
      </p:sp>
      <p:sp>
        <p:nvSpPr>
          <p:cNvPr id="174" name="직사각형 173"/>
          <p:cNvSpPr/>
          <p:nvPr/>
        </p:nvSpPr>
        <p:spPr>
          <a:xfrm>
            <a:off x="436699" y="5340396"/>
            <a:ext cx="2844000" cy="288000"/>
          </a:xfrm>
          <a:prstGeom prst="rect">
            <a:avLst/>
          </a:prstGeom>
          <a:solidFill>
            <a:srgbClr val="D6DCE5"/>
          </a:solidFill>
          <a:ln w="28575" cap="flat" cmpd="sng" algn="ctr">
            <a:noFill/>
            <a:prstDash val="solid"/>
          </a:ln>
          <a:effectLst/>
        </p:spPr>
        <p:txBody>
          <a:bodyPr lIns="108000" tIns="36000" rIns="36000" bIns="36000" rtlCol="0" anchor="ctr"/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000">
                <a:solidFill>
                  <a:prstClr val="black">
                    <a:lumMod val="75000"/>
                    <a:lumOff val="25000"/>
                  </a:prstClr>
                </a:solidFill>
                <a:latin typeface="+mj-ea"/>
                <a:ea typeface="+mj-ea"/>
              </a:rPr>
              <a:t>디자인</a:t>
            </a:r>
            <a:r>
              <a:rPr kumimoji="1" lang="en-US" altLang="ko-KR" sz="1000">
                <a:solidFill>
                  <a:prstClr val="black">
                    <a:lumMod val="75000"/>
                    <a:lumOff val="25000"/>
                  </a:prstClr>
                </a:solidFill>
                <a:latin typeface="+mj-ea"/>
                <a:ea typeface="+mj-ea"/>
              </a:rPr>
              <a:t>/UI </a:t>
            </a:r>
            <a:r>
              <a:rPr kumimoji="1" lang="ko-KR" altLang="en-US" sz="1000">
                <a:solidFill>
                  <a:prstClr val="black">
                    <a:lumMod val="75000"/>
                    <a:lumOff val="25000"/>
                  </a:prstClr>
                </a:solidFill>
                <a:latin typeface="+mj-ea"/>
                <a:ea typeface="+mj-ea"/>
              </a:rPr>
              <a:t>측면 분석</a:t>
            </a:r>
          </a:p>
        </p:txBody>
      </p:sp>
      <p:sp>
        <p:nvSpPr>
          <p:cNvPr id="470" name="직사각형 469"/>
          <p:cNvSpPr/>
          <p:nvPr/>
        </p:nvSpPr>
        <p:spPr>
          <a:xfrm>
            <a:off x="440668" y="8223754"/>
            <a:ext cx="2844000" cy="1034505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wrap="square" tIns="72000" rtlCol="0" anchor="t">
            <a:spAutoFit/>
          </a:bodyPr>
          <a:lstStyle/>
          <a:p>
            <a:pPr marL="90000" indent="-90000" defTabSz="91440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>
                <a:schemeClr val="tx1">
                  <a:lumMod val="75000"/>
                  <a:lumOff val="25000"/>
                </a:schemeClr>
              </a:buClr>
              <a:buSzPct val="90000"/>
              <a:buFont typeface="Arial" pitchFamily="34" charset="0"/>
              <a:buChar char="•"/>
              <a:defRPr/>
            </a:pPr>
            <a:r>
              <a:rPr kumimoji="1"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인트로</a:t>
            </a:r>
            <a:r>
              <a:rPr kumimoji="1"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 페이지의 활용도에 대한 의문점 </a:t>
            </a:r>
            <a:r>
              <a:rPr kumimoji="1"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(</a:t>
            </a:r>
            <a:r>
              <a:rPr kumimoji="1"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도메인</a:t>
            </a:r>
            <a:r>
              <a:rPr kumimoji="1"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, </a:t>
            </a:r>
            <a:r>
              <a:rPr kumimoji="1"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검색포털에서의</a:t>
            </a:r>
            <a:r>
              <a:rPr kumimoji="1"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 접근</a:t>
            </a:r>
            <a:r>
              <a:rPr kumimoji="1"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)</a:t>
            </a:r>
          </a:p>
          <a:p>
            <a:pPr marL="90000" indent="-90000" defTabSz="91440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>
                <a:schemeClr val="tx1">
                  <a:lumMod val="75000"/>
                  <a:lumOff val="25000"/>
                </a:schemeClr>
              </a:buClr>
              <a:buSzPct val="90000"/>
              <a:buFont typeface="Arial" pitchFamily="34" charset="0"/>
              <a:buChar char="•"/>
              <a:defRPr/>
            </a:pPr>
            <a:r>
              <a:rPr kumimoji="1"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쉽게 원하는 내용을 찾아서 이용할 수 있도록 메뉴의 위치 및 명칭 재 정비</a:t>
            </a:r>
            <a:endParaRPr kumimoji="1" lang="en-US" altLang="ko-KR" sz="900" dirty="0">
              <a:solidFill>
                <a:schemeClr val="tx1">
                  <a:lumMod val="75000"/>
                  <a:lumOff val="25000"/>
                </a:schemeClr>
              </a:solidFill>
              <a:latin typeface="Pretendard ExtraLight" panose="02000303000000020004" pitchFamily="50" charset="-127"/>
              <a:ea typeface="Pretendard ExtraLight" panose="02000303000000020004" pitchFamily="50" charset="-127"/>
              <a:cs typeface="Pretendard ExtraLight" panose="02000303000000020004" pitchFamily="50" charset="-127"/>
            </a:endParaRPr>
          </a:p>
          <a:p>
            <a:pPr marL="90000" indent="-90000" defTabSz="91440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>
                <a:schemeClr val="tx1">
                  <a:lumMod val="75000"/>
                  <a:lumOff val="25000"/>
                </a:schemeClr>
              </a:buClr>
              <a:buSzPct val="90000"/>
              <a:buFont typeface="Arial" pitchFamily="34" charset="0"/>
              <a:buChar char="•"/>
              <a:defRPr/>
            </a:pPr>
            <a:r>
              <a:rPr kumimoji="1"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메뉴 명칭의 직관성이 부족하고</a:t>
            </a:r>
            <a:r>
              <a:rPr kumimoji="1"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, </a:t>
            </a:r>
            <a:r>
              <a:rPr kumimoji="1"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일부 메뉴는 중복</a:t>
            </a:r>
            <a:endParaRPr kumimoji="1" lang="en-US" altLang="ko-KR" sz="900" dirty="0">
              <a:solidFill>
                <a:schemeClr val="tx1">
                  <a:lumMod val="75000"/>
                  <a:lumOff val="25000"/>
                </a:schemeClr>
              </a:solidFill>
              <a:latin typeface="Pretendard ExtraLight" panose="02000303000000020004" pitchFamily="50" charset="-127"/>
              <a:ea typeface="Pretendard ExtraLight" panose="02000303000000020004" pitchFamily="50" charset="-127"/>
              <a:cs typeface="Pretendard ExtraLight" panose="02000303000000020004" pitchFamily="50" charset="-127"/>
            </a:endParaRPr>
          </a:p>
        </p:txBody>
      </p:sp>
      <p:sp>
        <p:nvSpPr>
          <p:cNvPr id="475" name="직사각형 474"/>
          <p:cNvSpPr/>
          <p:nvPr/>
        </p:nvSpPr>
        <p:spPr>
          <a:xfrm>
            <a:off x="440668" y="7941332"/>
            <a:ext cx="2844000" cy="288000"/>
          </a:xfrm>
          <a:prstGeom prst="rect">
            <a:avLst/>
          </a:prstGeom>
          <a:solidFill>
            <a:srgbClr val="D6DCE5"/>
          </a:solidFill>
          <a:ln w="28575" cap="flat" cmpd="sng" algn="ctr">
            <a:noFill/>
            <a:prstDash val="solid"/>
          </a:ln>
          <a:effectLst/>
        </p:spPr>
        <p:txBody>
          <a:bodyPr lIns="108000" tIns="36000" rIns="36000" bIns="36000" rtlCol="0" anchor="ctr"/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000">
                <a:solidFill>
                  <a:prstClr val="black">
                    <a:lumMod val="75000"/>
                    <a:lumOff val="25000"/>
                  </a:prstClr>
                </a:solidFill>
                <a:latin typeface="+mj-ea"/>
                <a:ea typeface="+mj-ea"/>
              </a:rPr>
              <a:t>메뉴구성</a:t>
            </a:r>
            <a:r>
              <a:rPr kumimoji="1" lang="en-US" altLang="ko-KR" sz="1000">
                <a:solidFill>
                  <a:prstClr val="black">
                    <a:lumMod val="75000"/>
                    <a:lumOff val="25000"/>
                  </a:prstClr>
                </a:solidFill>
                <a:latin typeface="+mj-ea"/>
                <a:ea typeface="+mj-ea"/>
              </a:rPr>
              <a:t>(IA) </a:t>
            </a:r>
            <a:r>
              <a:rPr kumimoji="1" lang="ko-KR" altLang="en-US" sz="1000">
                <a:solidFill>
                  <a:prstClr val="black">
                    <a:lumMod val="75000"/>
                    <a:lumOff val="25000"/>
                  </a:prstClr>
                </a:solidFill>
                <a:latin typeface="+mj-ea"/>
                <a:ea typeface="+mj-ea"/>
              </a:rPr>
              <a:t>측면 분석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D7923F35-B889-44AC-8239-CEF10D9640DC}"/>
              </a:ext>
            </a:extLst>
          </p:cNvPr>
          <p:cNvGrpSpPr/>
          <p:nvPr/>
        </p:nvGrpSpPr>
        <p:grpSpPr>
          <a:xfrm>
            <a:off x="3222916" y="3417765"/>
            <a:ext cx="162889" cy="5868000"/>
            <a:chOff x="3235410" y="3835995"/>
            <a:chExt cx="179178" cy="5256000"/>
          </a:xfrm>
        </p:grpSpPr>
        <p:grpSp>
          <p:nvGrpSpPr>
            <p:cNvPr id="102" name="Group 34">
              <a:extLst>
                <a:ext uri="{FF2B5EF4-FFF2-40B4-BE49-F238E27FC236}">
                  <a16:creationId xmlns:a16="http://schemas.microsoft.com/office/drawing/2014/main" id="{4409C1E4-00F4-43EE-B44E-842EF5ACBD02}"/>
                </a:ext>
              </a:extLst>
            </p:cNvPr>
            <p:cNvGrpSpPr>
              <a:grpSpLocks/>
            </p:cNvGrpSpPr>
            <p:nvPr/>
          </p:nvGrpSpPr>
          <p:grpSpPr bwMode="auto">
            <a:xfrm rot="16200000">
              <a:off x="3302578" y="3768827"/>
              <a:ext cx="44841" cy="179178"/>
              <a:chOff x="919" y="4440"/>
              <a:chExt cx="66" cy="248"/>
            </a:xfrm>
          </p:grpSpPr>
          <p:grpSp>
            <p:nvGrpSpPr>
              <p:cNvPr id="128" name="Group 35">
                <a:extLst>
                  <a:ext uri="{FF2B5EF4-FFF2-40B4-BE49-F238E27FC236}">
                    <a16:creationId xmlns:a16="http://schemas.microsoft.com/office/drawing/2014/main" id="{7FAC5AA0-B1CA-4278-A273-6AFB2BD92A9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19" y="4440"/>
                <a:ext cx="66" cy="66"/>
                <a:chOff x="250" y="352"/>
                <a:chExt cx="136" cy="136"/>
              </a:xfrm>
            </p:grpSpPr>
            <p:sp>
              <p:nvSpPr>
                <p:cNvPr id="142" name="Oval 36">
                  <a:extLst>
                    <a:ext uri="{FF2B5EF4-FFF2-40B4-BE49-F238E27FC236}">
                      <a16:creationId xmlns:a16="http://schemas.microsoft.com/office/drawing/2014/main" id="{ABDA176F-6885-420A-AEA4-17C0C7493E9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0" y="352"/>
                  <a:ext cx="136" cy="136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  <p:sp>
              <p:nvSpPr>
                <p:cNvPr id="143" name="Oval 37">
                  <a:extLst>
                    <a:ext uri="{FF2B5EF4-FFF2-40B4-BE49-F238E27FC236}">
                      <a16:creationId xmlns:a16="http://schemas.microsoft.com/office/drawing/2014/main" id="{68A18819-3EE7-4701-B8BA-39BCFBAB9F5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6" y="368"/>
                  <a:ext cx="120" cy="120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</p:grpSp>
          <p:grpSp>
            <p:nvGrpSpPr>
              <p:cNvPr id="129" name="Group 38">
                <a:extLst>
                  <a:ext uri="{FF2B5EF4-FFF2-40B4-BE49-F238E27FC236}">
                    <a16:creationId xmlns:a16="http://schemas.microsoft.com/office/drawing/2014/main" id="{AC60C845-9EFB-4E01-92A8-F49851F702C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19" y="4622"/>
                <a:ext cx="66" cy="66"/>
                <a:chOff x="250" y="352"/>
                <a:chExt cx="136" cy="136"/>
              </a:xfrm>
            </p:grpSpPr>
            <p:sp>
              <p:nvSpPr>
                <p:cNvPr id="140" name="Oval 39">
                  <a:extLst>
                    <a:ext uri="{FF2B5EF4-FFF2-40B4-BE49-F238E27FC236}">
                      <a16:creationId xmlns:a16="http://schemas.microsoft.com/office/drawing/2014/main" id="{E2663A96-10AC-4B6C-9442-846A3EA276B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0" y="352"/>
                  <a:ext cx="136" cy="136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  <p:sp>
              <p:nvSpPr>
                <p:cNvPr id="141" name="Oval 40">
                  <a:extLst>
                    <a:ext uri="{FF2B5EF4-FFF2-40B4-BE49-F238E27FC236}">
                      <a16:creationId xmlns:a16="http://schemas.microsoft.com/office/drawing/2014/main" id="{7DAD5EAA-AD2C-434B-90C0-467AC5A7335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6" y="368"/>
                  <a:ext cx="120" cy="120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</p:grpSp>
          <p:sp>
            <p:nvSpPr>
              <p:cNvPr id="136" name="AutoShape 41">
                <a:extLst>
                  <a:ext uri="{FF2B5EF4-FFF2-40B4-BE49-F238E27FC236}">
                    <a16:creationId xmlns:a16="http://schemas.microsoft.com/office/drawing/2014/main" id="{1967EFB5-541F-4348-AF62-BFF0149E32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849" y="4547"/>
                <a:ext cx="208" cy="3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FFFFFF"/>
                  </a:gs>
                  <a:gs pos="100000">
                    <a:srgbClr val="C0C0C0"/>
                  </a:gs>
                </a:gsLst>
                <a:path path="shape">
                  <a:fillToRect l="50000" t="50000" r="50000" b="50000"/>
                </a:path>
              </a:gradFill>
              <a:ln w="12700" algn="ctr">
                <a:solidFill>
                  <a:sysClr val="window" lastClr="FFFFFF"/>
                </a:solidFill>
                <a:round/>
                <a:headEnd/>
                <a:tailEnd/>
              </a:ln>
            </p:spPr>
            <p:txBody>
              <a:bodyPr wrap="none" lIns="97154" tIns="50520" rIns="11658" bIns="50520" anchor="ctr"/>
              <a:lstStyle/>
              <a:p>
                <a:pPr marL="0" marR="0" lvl="0" indent="0" algn="ctr" defTabSz="109196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1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+mj-ea"/>
                  <a:ea typeface="+mj-ea"/>
                  <a:cs typeface="하나 L"/>
                </a:endParaRPr>
              </a:p>
            </p:txBody>
          </p:sp>
        </p:grpSp>
        <p:grpSp>
          <p:nvGrpSpPr>
            <p:cNvPr id="103" name="Group 51">
              <a:extLst>
                <a:ext uri="{FF2B5EF4-FFF2-40B4-BE49-F238E27FC236}">
                  <a16:creationId xmlns:a16="http://schemas.microsoft.com/office/drawing/2014/main" id="{8EB3318B-D2D8-4608-ADA8-C8BB254B9DD5}"/>
                </a:ext>
              </a:extLst>
            </p:cNvPr>
            <p:cNvGrpSpPr>
              <a:grpSpLocks/>
            </p:cNvGrpSpPr>
            <p:nvPr/>
          </p:nvGrpSpPr>
          <p:grpSpPr bwMode="auto">
            <a:xfrm rot="16200000">
              <a:off x="3302578" y="3866241"/>
              <a:ext cx="44841" cy="179178"/>
              <a:chOff x="919" y="4440"/>
              <a:chExt cx="66" cy="248"/>
            </a:xfrm>
          </p:grpSpPr>
          <p:grpSp>
            <p:nvGrpSpPr>
              <p:cNvPr id="121" name="Group 52">
                <a:extLst>
                  <a:ext uri="{FF2B5EF4-FFF2-40B4-BE49-F238E27FC236}">
                    <a16:creationId xmlns:a16="http://schemas.microsoft.com/office/drawing/2014/main" id="{E095783B-0717-424A-837E-CDF137C4012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19" y="4440"/>
                <a:ext cx="66" cy="66"/>
                <a:chOff x="250" y="352"/>
                <a:chExt cx="136" cy="136"/>
              </a:xfrm>
            </p:grpSpPr>
            <p:sp>
              <p:nvSpPr>
                <p:cNvPr id="126" name="Oval 53">
                  <a:extLst>
                    <a:ext uri="{FF2B5EF4-FFF2-40B4-BE49-F238E27FC236}">
                      <a16:creationId xmlns:a16="http://schemas.microsoft.com/office/drawing/2014/main" id="{79804E39-A2B4-45DE-9DAC-50683A86914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0" y="352"/>
                  <a:ext cx="136" cy="136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  <p:sp>
              <p:nvSpPr>
                <p:cNvPr id="127" name="Oval 54">
                  <a:extLst>
                    <a:ext uri="{FF2B5EF4-FFF2-40B4-BE49-F238E27FC236}">
                      <a16:creationId xmlns:a16="http://schemas.microsoft.com/office/drawing/2014/main" id="{A69AA7C2-7C06-4351-A30C-E8077944B2F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6" y="368"/>
                  <a:ext cx="120" cy="120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</p:grpSp>
          <p:grpSp>
            <p:nvGrpSpPr>
              <p:cNvPr id="122" name="Group 55">
                <a:extLst>
                  <a:ext uri="{FF2B5EF4-FFF2-40B4-BE49-F238E27FC236}">
                    <a16:creationId xmlns:a16="http://schemas.microsoft.com/office/drawing/2014/main" id="{821F1FD1-507A-4380-8745-E4AECCC5E1E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19" y="4622"/>
                <a:ext cx="66" cy="66"/>
                <a:chOff x="250" y="352"/>
                <a:chExt cx="136" cy="136"/>
              </a:xfrm>
            </p:grpSpPr>
            <p:sp>
              <p:nvSpPr>
                <p:cNvPr id="124" name="Oval 56">
                  <a:extLst>
                    <a:ext uri="{FF2B5EF4-FFF2-40B4-BE49-F238E27FC236}">
                      <a16:creationId xmlns:a16="http://schemas.microsoft.com/office/drawing/2014/main" id="{F14BB7FC-0FF2-4423-AA05-9781317DA31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0" y="352"/>
                  <a:ext cx="136" cy="136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  <p:sp>
              <p:nvSpPr>
                <p:cNvPr id="125" name="Oval 57">
                  <a:extLst>
                    <a:ext uri="{FF2B5EF4-FFF2-40B4-BE49-F238E27FC236}">
                      <a16:creationId xmlns:a16="http://schemas.microsoft.com/office/drawing/2014/main" id="{89BBB1EC-BEDA-4ACA-83DA-52408537055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6" y="368"/>
                  <a:ext cx="120" cy="120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</p:grpSp>
          <p:sp>
            <p:nvSpPr>
              <p:cNvPr id="123" name="AutoShape 58">
                <a:extLst>
                  <a:ext uri="{FF2B5EF4-FFF2-40B4-BE49-F238E27FC236}">
                    <a16:creationId xmlns:a16="http://schemas.microsoft.com/office/drawing/2014/main" id="{18317634-2BA2-435B-8079-D7A3064D18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849" y="4547"/>
                <a:ext cx="208" cy="3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FFFFFF"/>
                  </a:gs>
                  <a:gs pos="100000">
                    <a:srgbClr val="C0C0C0"/>
                  </a:gs>
                </a:gsLst>
                <a:path path="shape">
                  <a:fillToRect l="50000" t="50000" r="50000" b="50000"/>
                </a:path>
              </a:gradFill>
              <a:ln w="12700" algn="ctr">
                <a:solidFill>
                  <a:sysClr val="window" lastClr="FFFFFF"/>
                </a:solidFill>
                <a:round/>
                <a:headEnd/>
                <a:tailEnd/>
              </a:ln>
            </p:spPr>
            <p:txBody>
              <a:bodyPr wrap="none" lIns="97154" tIns="50520" rIns="11658" bIns="50520" anchor="ctr"/>
              <a:lstStyle/>
              <a:p>
                <a:pPr marL="0" marR="0" lvl="0" indent="0" algn="ctr" defTabSz="109196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1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+mj-ea"/>
                  <a:ea typeface="+mj-ea"/>
                  <a:cs typeface="하나 L"/>
                </a:endParaRPr>
              </a:p>
            </p:txBody>
          </p:sp>
        </p:grpSp>
        <p:grpSp>
          <p:nvGrpSpPr>
            <p:cNvPr id="104" name="Group 59">
              <a:extLst>
                <a:ext uri="{FF2B5EF4-FFF2-40B4-BE49-F238E27FC236}">
                  <a16:creationId xmlns:a16="http://schemas.microsoft.com/office/drawing/2014/main" id="{11E51EFD-DAB7-429B-9B59-2003E25FA7ED}"/>
                </a:ext>
              </a:extLst>
            </p:cNvPr>
            <p:cNvGrpSpPr>
              <a:grpSpLocks/>
            </p:cNvGrpSpPr>
            <p:nvPr/>
          </p:nvGrpSpPr>
          <p:grpSpPr bwMode="auto">
            <a:xfrm rot="16200000">
              <a:off x="3302578" y="3965202"/>
              <a:ext cx="44841" cy="179178"/>
              <a:chOff x="919" y="4440"/>
              <a:chExt cx="66" cy="248"/>
            </a:xfrm>
          </p:grpSpPr>
          <p:grpSp>
            <p:nvGrpSpPr>
              <p:cNvPr id="113" name="Group 60">
                <a:extLst>
                  <a:ext uri="{FF2B5EF4-FFF2-40B4-BE49-F238E27FC236}">
                    <a16:creationId xmlns:a16="http://schemas.microsoft.com/office/drawing/2014/main" id="{3C55B745-1D08-4545-8746-5F984522AF7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19" y="4440"/>
                <a:ext cx="66" cy="66"/>
                <a:chOff x="250" y="352"/>
                <a:chExt cx="136" cy="136"/>
              </a:xfrm>
            </p:grpSpPr>
            <p:sp>
              <p:nvSpPr>
                <p:cNvPr id="118" name="Oval 61">
                  <a:extLst>
                    <a:ext uri="{FF2B5EF4-FFF2-40B4-BE49-F238E27FC236}">
                      <a16:creationId xmlns:a16="http://schemas.microsoft.com/office/drawing/2014/main" id="{F362D3AE-54DC-4A6A-BB1F-F6C51223A52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0" y="352"/>
                  <a:ext cx="136" cy="136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  <p:sp>
              <p:nvSpPr>
                <p:cNvPr id="119" name="Oval 62">
                  <a:extLst>
                    <a:ext uri="{FF2B5EF4-FFF2-40B4-BE49-F238E27FC236}">
                      <a16:creationId xmlns:a16="http://schemas.microsoft.com/office/drawing/2014/main" id="{B3E0F162-386A-41E0-AE2C-A0D52A1FBDE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6" y="368"/>
                  <a:ext cx="120" cy="120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</p:grpSp>
          <p:grpSp>
            <p:nvGrpSpPr>
              <p:cNvPr id="114" name="Group 63">
                <a:extLst>
                  <a:ext uri="{FF2B5EF4-FFF2-40B4-BE49-F238E27FC236}">
                    <a16:creationId xmlns:a16="http://schemas.microsoft.com/office/drawing/2014/main" id="{8F6EFB43-8FDB-402C-9B44-907E12403A5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19" y="4622"/>
                <a:ext cx="66" cy="66"/>
                <a:chOff x="250" y="352"/>
                <a:chExt cx="136" cy="136"/>
              </a:xfrm>
            </p:grpSpPr>
            <p:sp>
              <p:nvSpPr>
                <p:cNvPr id="116" name="Oval 64">
                  <a:extLst>
                    <a:ext uri="{FF2B5EF4-FFF2-40B4-BE49-F238E27FC236}">
                      <a16:creationId xmlns:a16="http://schemas.microsoft.com/office/drawing/2014/main" id="{D5B18AEE-C505-4DB9-AC24-1FCD23EE0F1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0" y="352"/>
                  <a:ext cx="136" cy="136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  <p:sp>
              <p:nvSpPr>
                <p:cNvPr id="117" name="Oval 65">
                  <a:extLst>
                    <a:ext uri="{FF2B5EF4-FFF2-40B4-BE49-F238E27FC236}">
                      <a16:creationId xmlns:a16="http://schemas.microsoft.com/office/drawing/2014/main" id="{0EBFEFF5-CD14-4D75-A436-33CC366A14D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6" y="368"/>
                  <a:ext cx="120" cy="120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</p:grpSp>
          <p:sp>
            <p:nvSpPr>
              <p:cNvPr id="115" name="AutoShape 66">
                <a:extLst>
                  <a:ext uri="{FF2B5EF4-FFF2-40B4-BE49-F238E27FC236}">
                    <a16:creationId xmlns:a16="http://schemas.microsoft.com/office/drawing/2014/main" id="{5A20EADA-B60E-4285-B098-2A1F40021C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849" y="4547"/>
                <a:ext cx="208" cy="3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FFFFFF"/>
                  </a:gs>
                  <a:gs pos="100000">
                    <a:srgbClr val="C0C0C0"/>
                  </a:gs>
                </a:gsLst>
                <a:path path="shape">
                  <a:fillToRect l="50000" t="50000" r="50000" b="50000"/>
                </a:path>
              </a:gradFill>
              <a:ln w="12700" algn="ctr">
                <a:solidFill>
                  <a:sysClr val="window" lastClr="FFFFFF"/>
                </a:solidFill>
                <a:round/>
                <a:headEnd/>
                <a:tailEnd/>
              </a:ln>
            </p:spPr>
            <p:txBody>
              <a:bodyPr wrap="none" lIns="97154" tIns="50520" rIns="11658" bIns="50520" anchor="ctr"/>
              <a:lstStyle/>
              <a:p>
                <a:pPr marL="0" marR="0" lvl="0" indent="0" algn="ctr" defTabSz="109196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1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+mj-ea"/>
                  <a:ea typeface="+mj-ea"/>
                  <a:cs typeface="하나 L"/>
                </a:endParaRPr>
              </a:p>
            </p:txBody>
          </p:sp>
        </p:grpSp>
        <p:grpSp>
          <p:nvGrpSpPr>
            <p:cNvPr id="105" name="Group 67">
              <a:extLst>
                <a:ext uri="{FF2B5EF4-FFF2-40B4-BE49-F238E27FC236}">
                  <a16:creationId xmlns:a16="http://schemas.microsoft.com/office/drawing/2014/main" id="{D8466098-1D1F-45AC-B5CA-5B920A759432}"/>
                </a:ext>
              </a:extLst>
            </p:cNvPr>
            <p:cNvGrpSpPr>
              <a:grpSpLocks/>
            </p:cNvGrpSpPr>
            <p:nvPr/>
          </p:nvGrpSpPr>
          <p:grpSpPr bwMode="auto">
            <a:xfrm rot="16200000">
              <a:off x="3303351" y="4062615"/>
              <a:ext cx="43295" cy="179178"/>
              <a:chOff x="919" y="4440"/>
              <a:chExt cx="66" cy="248"/>
            </a:xfrm>
          </p:grpSpPr>
          <p:grpSp>
            <p:nvGrpSpPr>
              <p:cNvPr id="106" name="Group 68">
                <a:extLst>
                  <a:ext uri="{FF2B5EF4-FFF2-40B4-BE49-F238E27FC236}">
                    <a16:creationId xmlns:a16="http://schemas.microsoft.com/office/drawing/2014/main" id="{8F7CDAFD-F8A6-4788-9A9A-391C3201E5A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19" y="4440"/>
                <a:ext cx="66" cy="66"/>
                <a:chOff x="250" y="352"/>
                <a:chExt cx="136" cy="136"/>
              </a:xfrm>
            </p:grpSpPr>
            <p:sp>
              <p:nvSpPr>
                <p:cNvPr id="111" name="Oval 69">
                  <a:extLst>
                    <a:ext uri="{FF2B5EF4-FFF2-40B4-BE49-F238E27FC236}">
                      <a16:creationId xmlns:a16="http://schemas.microsoft.com/office/drawing/2014/main" id="{303CBFF8-6EAB-47E8-9E4C-31D453CEB7E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0" y="352"/>
                  <a:ext cx="136" cy="136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  <p:sp>
              <p:nvSpPr>
                <p:cNvPr id="112" name="Oval 70">
                  <a:extLst>
                    <a:ext uri="{FF2B5EF4-FFF2-40B4-BE49-F238E27FC236}">
                      <a16:creationId xmlns:a16="http://schemas.microsoft.com/office/drawing/2014/main" id="{80F273E4-6F12-480C-B0DA-2DE91AE0062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6" y="368"/>
                  <a:ext cx="120" cy="120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</p:grpSp>
          <p:grpSp>
            <p:nvGrpSpPr>
              <p:cNvPr id="107" name="Group 71">
                <a:extLst>
                  <a:ext uri="{FF2B5EF4-FFF2-40B4-BE49-F238E27FC236}">
                    <a16:creationId xmlns:a16="http://schemas.microsoft.com/office/drawing/2014/main" id="{1218272A-17AE-4FC4-AE5D-FBD496FA4C7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19" y="4622"/>
                <a:ext cx="66" cy="66"/>
                <a:chOff x="250" y="352"/>
                <a:chExt cx="136" cy="136"/>
              </a:xfrm>
            </p:grpSpPr>
            <p:sp>
              <p:nvSpPr>
                <p:cNvPr id="109" name="Oval 72">
                  <a:extLst>
                    <a:ext uri="{FF2B5EF4-FFF2-40B4-BE49-F238E27FC236}">
                      <a16:creationId xmlns:a16="http://schemas.microsoft.com/office/drawing/2014/main" id="{E310DD64-5BA3-4EA9-AE10-618B880129C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0" y="352"/>
                  <a:ext cx="136" cy="136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  <p:sp>
              <p:nvSpPr>
                <p:cNvPr id="110" name="Oval 73">
                  <a:extLst>
                    <a:ext uri="{FF2B5EF4-FFF2-40B4-BE49-F238E27FC236}">
                      <a16:creationId xmlns:a16="http://schemas.microsoft.com/office/drawing/2014/main" id="{90E3F341-4B6F-4545-9830-80CF180A543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6" y="368"/>
                  <a:ext cx="120" cy="120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</p:grpSp>
          <p:sp>
            <p:nvSpPr>
              <p:cNvPr id="108" name="AutoShape 74">
                <a:extLst>
                  <a:ext uri="{FF2B5EF4-FFF2-40B4-BE49-F238E27FC236}">
                    <a16:creationId xmlns:a16="http://schemas.microsoft.com/office/drawing/2014/main" id="{C3AC2FCC-24D5-47F8-857A-B4CC735D96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849" y="4547"/>
                <a:ext cx="208" cy="3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FFFFFF"/>
                  </a:gs>
                  <a:gs pos="100000">
                    <a:srgbClr val="C0C0C0"/>
                  </a:gs>
                </a:gsLst>
                <a:path path="shape">
                  <a:fillToRect l="50000" t="50000" r="50000" b="50000"/>
                </a:path>
              </a:gradFill>
              <a:ln w="12700" algn="ctr">
                <a:solidFill>
                  <a:sysClr val="window" lastClr="FFFFFF"/>
                </a:solidFill>
                <a:round/>
                <a:headEnd/>
                <a:tailEnd/>
              </a:ln>
            </p:spPr>
            <p:txBody>
              <a:bodyPr wrap="none" lIns="97154" tIns="50520" rIns="11658" bIns="50520" anchor="ctr"/>
              <a:lstStyle/>
              <a:p>
                <a:pPr marL="0" marR="0" lvl="0" indent="0" algn="ctr" defTabSz="109196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1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+mj-ea"/>
                  <a:ea typeface="+mj-ea"/>
                  <a:cs typeface="하나 L"/>
                </a:endParaRPr>
              </a:p>
            </p:txBody>
          </p:sp>
        </p:grpSp>
        <p:grpSp>
          <p:nvGrpSpPr>
            <p:cNvPr id="145" name="Group 34">
              <a:extLst>
                <a:ext uri="{FF2B5EF4-FFF2-40B4-BE49-F238E27FC236}">
                  <a16:creationId xmlns:a16="http://schemas.microsoft.com/office/drawing/2014/main" id="{4409C1E4-00F4-43EE-B44E-842EF5ACBD02}"/>
                </a:ext>
              </a:extLst>
            </p:cNvPr>
            <p:cNvGrpSpPr>
              <a:grpSpLocks/>
            </p:cNvGrpSpPr>
            <p:nvPr/>
          </p:nvGrpSpPr>
          <p:grpSpPr bwMode="auto">
            <a:xfrm rot="16200000">
              <a:off x="3302578" y="4177703"/>
              <a:ext cx="44841" cy="179178"/>
              <a:chOff x="919" y="4440"/>
              <a:chExt cx="66" cy="248"/>
            </a:xfrm>
          </p:grpSpPr>
          <p:grpSp>
            <p:nvGrpSpPr>
              <p:cNvPr id="205" name="Group 35">
                <a:extLst>
                  <a:ext uri="{FF2B5EF4-FFF2-40B4-BE49-F238E27FC236}">
                    <a16:creationId xmlns:a16="http://schemas.microsoft.com/office/drawing/2014/main" id="{7FAC5AA0-B1CA-4278-A273-6AFB2BD92A9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19" y="4440"/>
                <a:ext cx="66" cy="66"/>
                <a:chOff x="250" y="352"/>
                <a:chExt cx="136" cy="136"/>
              </a:xfrm>
            </p:grpSpPr>
            <p:sp>
              <p:nvSpPr>
                <p:cNvPr id="210" name="Oval 36">
                  <a:extLst>
                    <a:ext uri="{FF2B5EF4-FFF2-40B4-BE49-F238E27FC236}">
                      <a16:creationId xmlns:a16="http://schemas.microsoft.com/office/drawing/2014/main" id="{ABDA176F-6885-420A-AEA4-17C0C7493E9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0" y="352"/>
                  <a:ext cx="136" cy="136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  <p:sp>
              <p:nvSpPr>
                <p:cNvPr id="211" name="Oval 37">
                  <a:extLst>
                    <a:ext uri="{FF2B5EF4-FFF2-40B4-BE49-F238E27FC236}">
                      <a16:creationId xmlns:a16="http://schemas.microsoft.com/office/drawing/2014/main" id="{68A18819-3EE7-4701-B8BA-39BCFBAB9F5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6" y="368"/>
                  <a:ext cx="120" cy="120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</p:grpSp>
          <p:grpSp>
            <p:nvGrpSpPr>
              <p:cNvPr id="206" name="Group 38">
                <a:extLst>
                  <a:ext uri="{FF2B5EF4-FFF2-40B4-BE49-F238E27FC236}">
                    <a16:creationId xmlns:a16="http://schemas.microsoft.com/office/drawing/2014/main" id="{AC60C845-9EFB-4E01-92A8-F49851F702C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19" y="4622"/>
                <a:ext cx="66" cy="66"/>
                <a:chOff x="250" y="352"/>
                <a:chExt cx="136" cy="136"/>
              </a:xfrm>
            </p:grpSpPr>
            <p:sp>
              <p:nvSpPr>
                <p:cNvPr id="208" name="Oval 39">
                  <a:extLst>
                    <a:ext uri="{FF2B5EF4-FFF2-40B4-BE49-F238E27FC236}">
                      <a16:creationId xmlns:a16="http://schemas.microsoft.com/office/drawing/2014/main" id="{E2663A96-10AC-4B6C-9442-846A3EA276B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0" y="352"/>
                  <a:ext cx="136" cy="136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  <p:sp>
              <p:nvSpPr>
                <p:cNvPr id="209" name="Oval 40">
                  <a:extLst>
                    <a:ext uri="{FF2B5EF4-FFF2-40B4-BE49-F238E27FC236}">
                      <a16:creationId xmlns:a16="http://schemas.microsoft.com/office/drawing/2014/main" id="{7DAD5EAA-AD2C-434B-90C0-467AC5A7335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6" y="368"/>
                  <a:ext cx="120" cy="120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</p:grpSp>
          <p:sp>
            <p:nvSpPr>
              <p:cNvPr id="207" name="AutoShape 41">
                <a:extLst>
                  <a:ext uri="{FF2B5EF4-FFF2-40B4-BE49-F238E27FC236}">
                    <a16:creationId xmlns:a16="http://schemas.microsoft.com/office/drawing/2014/main" id="{1967EFB5-541F-4348-AF62-BFF0149E32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849" y="4547"/>
                <a:ext cx="208" cy="3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FFFFFF"/>
                  </a:gs>
                  <a:gs pos="100000">
                    <a:srgbClr val="C0C0C0"/>
                  </a:gs>
                </a:gsLst>
                <a:path path="shape">
                  <a:fillToRect l="50000" t="50000" r="50000" b="50000"/>
                </a:path>
              </a:gradFill>
              <a:ln w="12700" algn="ctr">
                <a:solidFill>
                  <a:sysClr val="window" lastClr="FFFFFF"/>
                </a:solidFill>
                <a:round/>
                <a:headEnd/>
                <a:tailEnd/>
              </a:ln>
            </p:spPr>
            <p:txBody>
              <a:bodyPr wrap="none" lIns="97154" tIns="50520" rIns="11658" bIns="50520" anchor="ctr"/>
              <a:lstStyle/>
              <a:p>
                <a:pPr marL="0" marR="0" lvl="0" indent="0" algn="ctr" defTabSz="109196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1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+mj-ea"/>
                  <a:ea typeface="+mj-ea"/>
                  <a:cs typeface="하나 L"/>
                </a:endParaRPr>
              </a:p>
            </p:txBody>
          </p:sp>
        </p:grpSp>
        <p:grpSp>
          <p:nvGrpSpPr>
            <p:cNvPr id="146" name="Group 51">
              <a:extLst>
                <a:ext uri="{FF2B5EF4-FFF2-40B4-BE49-F238E27FC236}">
                  <a16:creationId xmlns:a16="http://schemas.microsoft.com/office/drawing/2014/main" id="{8EB3318B-D2D8-4608-ADA8-C8BB254B9DD5}"/>
                </a:ext>
              </a:extLst>
            </p:cNvPr>
            <p:cNvGrpSpPr>
              <a:grpSpLocks/>
            </p:cNvGrpSpPr>
            <p:nvPr/>
          </p:nvGrpSpPr>
          <p:grpSpPr bwMode="auto">
            <a:xfrm rot="16200000">
              <a:off x="3302578" y="4275116"/>
              <a:ext cx="44841" cy="179178"/>
              <a:chOff x="919" y="4440"/>
              <a:chExt cx="66" cy="248"/>
            </a:xfrm>
          </p:grpSpPr>
          <p:grpSp>
            <p:nvGrpSpPr>
              <p:cNvPr id="198" name="Group 52">
                <a:extLst>
                  <a:ext uri="{FF2B5EF4-FFF2-40B4-BE49-F238E27FC236}">
                    <a16:creationId xmlns:a16="http://schemas.microsoft.com/office/drawing/2014/main" id="{E095783B-0717-424A-837E-CDF137C4012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19" y="4440"/>
                <a:ext cx="66" cy="66"/>
                <a:chOff x="250" y="352"/>
                <a:chExt cx="136" cy="136"/>
              </a:xfrm>
            </p:grpSpPr>
            <p:sp>
              <p:nvSpPr>
                <p:cNvPr id="203" name="Oval 53">
                  <a:extLst>
                    <a:ext uri="{FF2B5EF4-FFF2-40B4-BE49-F238E27FC236}">
                      <a16:creationId xmlns:a16="http://schemas.microsoft.com/office/drawing/2014/main" id="{79804E39-A2B4-45DE-9DAC-50683A86914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0" y="352"/>
                  <a:ext cx="136" cy="136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  <p:sp>
              <p:nvSpPr>
                <p:cNvPr id="204" name="Oval 54">
                  <a:extLst>
                    <a:ext uri="{FF2B5EF4-FFF2-40B4-BE49-F238E27FC236}">
                      <a16:creationId xmlns:a16="http://schemas.microsoft.com/office/drawing/2014/main" id="{A69AA7C2-7C06-4351-A30C-E8077944B2F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6" y="368"/>
                  <a:ext cx="120" cy="120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</p:grpSp>
          <p:grpSp>
            <p:nvGrpSpPr>
              <p:cNvPr id="199" name="Group 55">
                <a:extLst>
                  <a:ext uri="{FF2B5EF4-FFF2-40B4-BE49-F238E27FC236}">
                    <a16:creationId xmlns:a16="http://schemas.microsoft.com/office/drawing/2014/main" id="{821F1FD1-507A-4380-8745-E4AECCC5E1E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19" y="4622"/>
                <a:ext cx="66" cy="66"/>
                <a:chOff x="250" y="352"/>
                <a:chExt cx="136" cy="136"/>
              </a:xfrm>
            </p:grpSpPr>
            <p:sp>
              <p:nvSpPr>
                <p:cNvPr id="201" name="Oval 56">
                  <a:extLst>
                    <a:ext uri="{FF2B5EF4-FFF2-40B4-BE49-F238E27FC236}">
                      <a16:creationId xmlns:a16="http://schemas.microsoft.com/office/drawing/2014/main" id="{F14BB7FC-0FF2-4423-AA05-9781317DA31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0" y="352"/>
                  <a:ext cx="136" cy="136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  <p:sp>
              <p:nvSpPr>
                <p:cNvPr id="202" name="Oval 57">
                  <a:extLst>
                    <a:ext uri="{FF2B5EF4-FFF2-40B4-BE49-F238E27FC236}">
                      <a16:creationId xmlns:a16="http://schemas.microsoft.com/office/drawing/2014/main" id="{89BBB1EC-BEDA-4ACA-83DA-52408537055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6" y="368"/>
                  <a:ext cx="120" cy="120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</p:grpSp>
          <p:sp>
            <p:nvSpPr>
              <p:cNvPr id="200" name="AutoShape 58">
                <a:extLst>
                  <a:ext uri="{FF2B5EF4-FFF2-40B4-BE49-F238E27FC236}">
                    <a16:creationId xmlns:a16="http://schemas.microsoft.com/office/drawing/2014/main" id="{18317634-2BA2-435B-8079-D7A3064D18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849" y="4547"/>
                <a:ext cx="208" cy="3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FFFFFF"/>
                  </a:gs>
                  <a:gs pos="100000">
                    <a:srgbClr val="C0C0C0"/>
                  </a:gs>
                </a:gsLst>
                <a:path path="shape">
                  <a:fillToRect l="50000" t="50000" r="50000" b="50000"/>
                </a:path>
              </a:gradFill>
              <a:ln w="12700" algn="ctr">
                <a:solidFill>
                  <a:sysClr val="window" lastClr="FFFFFF"/>
                </a:solidFill>
                <a:round/>
                <a:headEnd/>
                <a:tailEnd/>
              </a:ln>
            </p:spPr>
            <p:txBody>
              <a:bodyPr wrap="none" lIns="97154" tIns="50520" rIns="11658" bIns="50520" anchor="ctr"/>
              <a:lstStyle/>
              <a:p>
                <a:pPr marL="0" marR="0" lvl="0" indent="0" algn="ctr" defTabSz="109196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1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+mj-ea"/>
                  <a:ea typeface="+mj-ea"/>
                  <a:cs typeface="하나 L"/>
                </a:endParaRPr>
              </a:p>
            </p:txBody>
          </p:sp>
        </p:grpSp>
        <p:grpSp>
          <p:nvGrpSpPr>
            <p:cNvPr id="147" name="Group 59">
              <a:extLst>
                <a:ext uri="{FF2B5EF4-FFF2-40B4-BE49-F238E27FC236}">
                  <a16:creationId xmlns:a16="http://schemas.microsoft.com/office/drawing/2014/main" id="{11E51EFD-DAB7-429B-9B59-2003E25FA7ED}"/>
                </a:ext>
              </a:extLst>
            </p:cNvPr>
            <p:cNvGrpSpPr>
              <a:grpSpLocks/>
            </p:cNvGrpSpPr>
            <p:nvPr/>
          </p:nvGrpSpPr>
          <p:grpSpPr bwMode="auto">
            <a:xfrm rot="16200000">
              <a:off x="3302578" y="4374077"/>
              <a:ext cx="44841" cy="179178"/>
              <a:chOff x="919" y="4440"/>
              <a:chExt cx="66" cy="248"/>
            </a:xfrm>
          </p:grpSpPr>
          <p:grpSp>
            <p:nvGrpSpPr>
              <p:cNvPr id="191" name="Group 60">
                <a:extLst>
                  <a:ext uri="{FF2B5EF4-FFF2-40B4-BE49-F238E27FC236}">
                    <a16:creationId xmlns:a16="http://schemas.microsoft.com/office/drawing/2014/main" id="{3C55B745-1D08-4545-8746-5F984522AF7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19" y="4440"/>
                <a:ext cx="66" cy="66"/>
                <a:chOff x="250" y="352"/>
                <a:chExt cx="136" cy="136"/>
              </a:xfrm>
            </p:grpSpPr>
            <p:sp>
              <p:nvSpPr>
                <p:cNvPr id="196" name="Oval 61">
                  <a:extLst>
                    <a:ext uri="{FF2B5EF4-FFF2-40B4-BE49-F238E27FC236}">
                      <a16:creationId xmlns:a16="http://schemas.microsoft.com/office/drawing/2014/main" id="{F362D3AE-54DC-4A6A-BB1F-F6C51223A52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0" y="352"/>
                  <a:ext cx="136" cy="136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  <p:sp>
              <p:nvSpPr>
                <p:cNvPr id="197" name="Oval 62">
                  <a:extLst>
                    <a:ext uri="{FF2B5EF4-FFF2-40B4-BE49-F238E27FC236}">
                      <a16:creationId xmlns:a16="http://schemas.microsoft.com/office/drawing/2014/main" id="{B3E0F162-386A-41E0-AE2C-A0D52A1FBDE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6" y="368"/>
                  <a:ext cx="120" cy="120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</p:grpSp>
          <p:grpSp>
            <p:nvGrpSpPr>
              <p:cNvPr id="192" name="Group 63">
                <a:extLst>
                  <a:ext uri="{FF2B5EF4-FFF2-40B4-BE49-F238E27FC236}">
                    <a16:creationId xmlns:a16="http://schemas.microsoft.com/office/drawing/2014/main" id="{8F6EFB43-8FDB-402C-9B44-907E12403A5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19" y="4622"/>
                <a:ext cx="66" cy="66"/>
                <a:chOff x="250" y="352"/>
                <a:chExt cx="136" cy="136"/>
              </a:xfrm>
            </p:grpSpPr>
            <p:sp>
              <p:nvSpPr>
                <p:cNvPr id="194" name="Oval 64">
                  <a:extLst>
                    <a:ext uri="{FF2B5EF4-FFF2-40B4-BE49-F238E27FC236}">
                      <a16:creationId xmlns:a16="http://schemas.microsoft.com/office/drawing/2014/main" id="{D5B18AEE-C505-4DB9-AC24-1FCD23EE0F1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0" y="352"/>
                  <a:ext cx="136" cy="136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  <p:sp>
              <p:nvSpPr>
                <p:cNvPr id="195" name="Oval 65">
                  <a:extLst>
                    <a:ext uri="{FF2B5EF4-FFF2-40B4-BE49-F238E27FC236}">
                      <a16:creationId xmlns:a16="http://schemas.microsoft.com/office/drawing/2014/main" id="{0EBFEFF5-CD14-4D75-A436-33CC366A14D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6" y="368"/>
                  <a:ext cx="120" cy="120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</p:grpSp>
          <p:sp>
            <p:nvSpPr>
              <p:cNvPr id="193" name="AutoShape 66">
                <a:extLst>
                  <a:ext uri="{FF2B5EF4-FFF2-40B4-BE49-F238E27FC236}">
                    <a16:creationId xmlns:a16="http://schemas.microsoft.com/office/drawing/2014/main" id="{5A20EADA-B60E-4285-B098-2A1F40021C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849" y="4547"/>
                <a:ext cx="208" cy="3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FFFFFF"/>
                  </a:gs>
                  <a:gs pos="100000">
                    <a:srgbClr val="C0C0C0"/>
                  </a:gs>
                </a:gsLst>
                <a:path path="shape">
                  <a:fillToRect l="50000" t="50000" r="50000" b="50000"/>
                </a:path>
              </a:gradFill>
              <a:ln w="12700" algn="ctr">
                <a:solidFill>
                  <a:sysClr val="window" lastClr="FFFFFF"/>
                </a:solidFill>
                <a:round/>
                <a:headEnd/>
                <a:tailEnd/>
              </a:ln>
            </p:spPr>
            <p:txBody>
              <a:bodyPr wrap="none" lIns="97154" tIns="50520" rIns="11658" bIns="50520" anchor="ctr"/>
              <a:lstStyle/>
              <a:p>
                <a:pPr marL="0" marR="0" lvl="0" indent="0" algn="ctr" defTabSz="109196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1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+mj-ea"/>
                  <a:ea typeface="+mj-ea"/>
                  <a:cs typeface="하나 L"/>
                </a:endParaRPr>
              </a:p>
            </p:txBody>
          </p:sp>
        </p:grpSp>
        <p:grpSp>
          <p:nvGrpSpPr>
            <p:cNvPr id="148" name="Group 67">
              <a:extLst>
                <a:ext uri="{FF2B5EF4-FFF2-40B4-BE49-F238E27FC236}">
                  <a16:creationId xmlns:a16="http://schemas.microsoft.com/office/drawing/2014/main" id="{D8466098-1D1F-45AC-B5CA-5B920A759432}"/>
                </a:ext>
              </a:extLst>
            </p:cNvPr>
            <p:cNvGrpSpPr>
              <a:grpSpLocks/>
            </p:cNvGrpSpPr>
            <p:nvPr/>
          </p:nvGrpSpPr>
          <p:grpSpPr bwMode="auto">
            <a:xfrm rot="16200000">
              <a:off x="3303351" y="4471490"/>
              <a:ext cx="43295" cy="179178"/>
              <a:chOff x="919" y="4440"/>
              <a:chExt cx="66" cy="248"/>
            </a:xfrm>
          </p:grpSpPr>
          <p:grpSp>
            <p:nvGrpSpPr>
              <p:cNvPr id="149" name="Group 68">
                <a:extLst>
                  <a:ext uri="{FF2B5EF4-FFF2-40B4-BE49-F238E27FC236}">
                    <a16:creationId xmlns:a16="http://schemas.microsoft.com/office/drawing/2014/main" id="{8F7CDAFD-F8A6-4788-9A9A-391C3201E5A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19" y="4440"/>
                <a:ext cx="66" cy="66"/>
                <a:chOff x="250" y="352"/>
                <a:chExt cx="136" cy="136"/>
              </a:xfrm>
            </p:grpSpPr>
            <p:sp>
              <p:nvSpPr>
                <p:cNvPr id="189" name="Oval 69">
                  <a:extLst>
                    <a:ext uri="{FF2B5EF4-FFF2-40B4-BE49-F238E27FC236}">
                      <a16:creationId xmlns:a16="http://schemas.microsoft.com/office/drawing/2014/main" id="{303CBFF8-6EAB-47E8-9E4C-31D453CEB7E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0" y="352"/>
                  <a:ext cx="136" cy="136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  <p:sp>
              <p:nvSpPr>
                <p:cNvPr id="190" name="Oval 70">
                  <a:extLst>
                    <a:ext uri="{FF2B5EF4-FFF2-40B4-BE49-F238E27FC236}">
                      <a16:creationId xmlns:a16="http://schemas.microsoft.com/office/drawing/2014/main" id="{80F273E4-6F12-480C-B0DA-2DE91AE0062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6" y="368"/>
                  <a:ext cx="120" cy="120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</p:grpSp>
          <p:grpSp>
            <p:nvGrpSpPr>
              <p:cNvPr id="150" name="Group 71">
                <a:extLst>
                  <a:ext uri="{FF2B5EF4-FFF2-40B4-BE49-F238E27FC236}">
                    <a16:creationId xmlns:a16="http://schemas.microsoft.com/office/drawing/2014/main" id="{1218272A-17AE-4FC4-AE5D-FBD496FA4C7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19" y="4622"/>
                <a:ext cx="66" cy="66"/>
                <a:chOff x="250" y="352"/>
                <a:chExt cx="136" cy="136"/>
              </a:xfrm>
            </p:grpSpPr>
            <p:sp>
              <p:nvSpPr>
                <p:cNvPr id="152" name="Oval 72">
                  <a:extLst>
                    <a:ext uri="{FF2B5EF4-FFF2-40B4-BE49-F238E27FC236}">
                      <a16:creationId xmlns:a16="http://schemas.microsoft.com/office/drawing/2014/main" id="{E310DD64-5BA3-4EA9-AE10-618B880129C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0" y="352"/>
                  <a:ext cx="136" cy="136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  <p:sp>
              <p:nvSpPr>
                <p:cNvPr id="188" name="Oval 73">
                  <a:extLst>
                    <a:ext uri="{FF2B5EF4-FFF2-40B4-BE49-F238E27FC236}">
                      <a16:creationId xmlns:a16="http://schemas.microsoft.com/office/drawing/2014/main" id="{90E3F341-4B6F-4545-9830-80CF180A543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6" y="368"/>
                  <a:ext cx="120" cy="120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</p:grpSp>
          <p:sp>
            <p:nvSpPr>
              <p:cNvPr id="151" name="AutoShape 74">
                <a:extLst>
                  <a:ext uri="{FF2B5EF4-FFF2-40B4-BE49-F238E27FC236}">
                    <a16:creationId xmlns:a16="http://schemas.microsoft.com/office/drawing/2014/main" id="{C3AC2FCC-24D5-47F8-857A-B4CC735D96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849" y="4547"/>
                <a:ext cx="208" cy="3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FFFFFF"/>
                  </a:gs>
                  <a:gs pos="100000">
                    <a:srgbClr val="C0C0C0"/>
                  </a:gs>
                </a:gsLst>
                <a:path path="shape">
                  <a:fillToRect l="50000" t="50000" r="50000" b="50000"/>
                </a:path>
              </a:gradFill>
              <a:ln w="12700" algn="ctr">
                <a:solidFill>
                  <a:sysClr val="window" lastClr="FFFFFF"/>
                </a:solidFill>
                <a:round/>
                <a:headEnd/>
                <a:tailEnd/>
              </a:ln>
            </p:spPr>
            <p:txBody>
              <a:bodyPr wrap="none" lIns="97154" tIns="50520" rIns="11658" bIns="50520" anchor="ctr"/>
              <a:lstStyle/>
              <a:p>
                <a:pPr marL="0" marR="0" lvl="0" indent="0" algn="ctr" defTabSz="109196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1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+mj-ea"/>
                  <a:ea typeface="+mj-ea"/>
                  <a:cs typeface="하나 L"/>
                </a:endParaRPr>
              </a:p>
            </p:txBody>
          </p:sp>
        </p:grpSp>
        <p:grpSp>
          <p:nvGrpSpPr>
            <p:cNvPr id="213" name="Group 34">
              <a:extLst>
                <a:ext uri="{FF2B5EF4-FFF2-40B4-BE49-F238E27FC236}">
                  <a16:creationId xmlns:a16="http://schemas.microsoft.com/office/drawing/2014/main" id="{4409C1E4-00F4-43EE-B44E-842EF5ACBD02}"/>
                </a:ext>
              </a:extLst>
            </p:cNvPr>
            <p:cNvGrpSpPr>
              <a:grpSpLocks/>
            </p:cNvGrpSpPr>
            <p:nvPr/>
          </p:nvGrpSpPr>
          <p:grpSpPr bwMode="auto">
            <a:xfrm rot="16200000">
              <a:off x="3302578" y="4586579"/>
              <a:ext cx="44841" cy="179178"/>
              <a:chOff x="919" y="4440"/>
              <a:chExt cx="66" cy="248"/>
            </a:xfrm>
          </p:grpSpPr>
          <p:grpSp>
            <p:nvGrpSpPr>
              <p:cNvPr id="238" name="Group 35">
                <a:extLst>
                  <a:ext uri="{FF2B5EF4-FFF2-40B4-BE49-F238E27FC236}">
                    <a16:creationId xmlns:a16="http://schemas.microsoft.com/office/drawing/2014/main" id="{7FAC5AA0-B1CA-4278-A273-6AFB2BD92A9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19" y="4440"/>
                <a:ext cx="66" cy="66"/>
                <a:chOff x="250" y="352"/>
                <a:chExt cx="136" cy="136"/>
              </a:xfrm>
            </p:grpSpPr>
            <p:sp>
              <p:nvSpPr>
                <p:cNvPr id="243" name="Oval 36">
                  <a:extLst>
                    <a:ext uri="{FF2B5EF4-FFF2-40B4-BE49-F238E27FC236}">
                      <a16:creationId xmlns:a16="http://schemas.microsoft.com/office/drawing/2014/main" id="{ABDA176F-6885-420A-AEA4-17C0C7493E9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0" y="352"/>
                  <a:ext cx="136" cy="136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  <p:sp>
              <p:nvSpPr>
                <p:cNvPr id="244" name="Oval 37">
                  <a:extLst>
                    <a:ext uri="{FF2B5EF4-FFF2-40B4-BE49-F238E27FC236}">
                      <a16:creationId xmlns:a16="http://schemas.microsoft.com/office/drawing/2014/main" id="{68A18819-3EE7-4701-B8BA-39BCFBAB9F5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6" y="368"/>
                  <a:ext cx="120" cy="120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</p:grpSp>
          <p:grpSp>
            <p:nvGrpSpPr>
              <p:cNvPr id="239" name="Group 38">
                <a:extLst>
                  <a:ext uri="{FF2B5EF4-FFF2-40B4-BE49-F238E27FC236}">
                    <a16:creationId xmlns:a16="http://schemas.microsoft.com/office/drawing/2014/main" id="{AC60C845-9EFB-4E01-92A8-F49851F702C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19" y="4622"/>
                <a:ext cx="66" cy="66"/>
                <a:chOff x="250" y="352"/>
                <a:chExt cx="136" cy="136"/>
              </a:xfrm>
            </p:grpSpPr>
            <p:sp>
              <p:nvSpPr>
                <p:cNvPr id="241" name="Oval 39">
                  <a:extLst>
                    <a:ext uri="{FF2B5EF4-FFF2-40B4-BE49-F238E27FC236}">
                      <a16:creationId xmlns:a16="http://schemas.microsoft.com/office/drawing/2014/main" id="{E2663A96-10AC-4B6C-9442-846A3EA276B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0" y="352"/>
                  <a:ext cx="136" cy="136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  <p:sp>
              <p:nvSpPr>
                <p:cNvPr id="242" name="Oval 40">
                  <a:extLst>
                    <a:ext uri="{FF2B5EF4-FFF2-40B4-BE49-F238E27FC236}">
                      <a16:creationId xmlns:a16="http://schemas.microsoft.com/office/drawing/2014/main" id="{7DAD5EAA-AD2C-434B-90C0-467AC5A7335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6" y="368"/>
                  <a:ext cx="120" cy="120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</p:grpSp>
          <p:sp>
            <p:nvSpPr>
              <p:cNvPr id="240" name="AutoShape 41">
                <a:extLst>
                  <a:ext uri="{FF2B5EF4-FFF2-40B4-BE49-F238E27FC236}">
                    <a16:creationId xmlns:a16="http://schemas.microsoft.com/office/drawing/2014/main" id="{1967EFB5-541F-4348-AF62-BFF0149E32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849" y="4547"/>
                <a:ext cx="208" cy="3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FFFFFF"/>
                  </a:gs>
                  <a:gs pos="100000">
                    <a:srgbClr val="C0C0C0"/>
                  </a:gs>
                </a:gsLst>
                <a:path path="shape">
                  <a:fillToRect l="50000" t="50000" r="50000" b="50000"/>
                </a:path>
              </a:gradFill>
              <a:ln w="12700" algn="ctr">
                <a:solidFill>
                  <a:sysClr val="window" lastClr="FFFFFF"/>
                </a:solidFill>
                <a:round/>
                <a:headEnd/>
                <a:tailEnd/>
              </a:ln>
            </p:spPr>
            <p:txBody>
              <a:bodyPr wrap="none" lIns="97154" tIns="50520" rIns="11658" bIns="50520" anchor="ctr"/>
              <a:lstStyle/>
              <a:p>
                <a:pPr marL="0" marR="0" lvl="0" indent="0" algn="ctr" defTabSz="109196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1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+mj-ea"/>
                  <a:ea typeface="+mj-ea"/>
                  <a:cs typeface="하나 L"/>
                </a:endParaRPr>
              </a:p>
            </p:txBody>
          </p:sp>
        </p:grpSp>
        <p:grpSp>
          <p:nvGrpSpPr>
            <p:cNvPr id="214" name="Group 51">
              <a:extLst>
                <a:ext uri="{FF2B5EF4-FFF2-40B4-BE49-F238E27FC236}">
                  <a16:creationId xmlns:a16="http://schemas.microsoft.com/office/drawing/2014/main" id="{8EB3318B-D2D8-4608-ADA8-C8BB254B9DD5}"/>
                </a:ext>
              </a:extLst>
            </p:cNvPr>
            <p:cNvGrpSpPr>
              <a:grpSpLocks/>
            </p:cNvGrpSpPr>
            <p:nvPr/>
          </p:nvGrpSpPr>
          <p:grpSpPr bwMode="auto">
            <a:xfrm rot="16200000">
              <a:off x="3302578" y="4683992"/>
              <a:ext cx="44841" cy="179178"/>
              <a:chOff x="919" y="4440"/>
              <a:chExt cx="66" cy="248"/>
            </a:xfrm>
          </p:grpSpPr>
          <p:grpSp>
            <p:nvGrpSpPr>
              <p:cNvPr id="231" name="Group 52">
                <a:extLst>
                  <a:ext uri="{FF2B5EF4-FFF2-40B4-BE49-F238E27FC236}">
                    <a16:creationId xmlns:a16="http://schemas.microsoft.com/office/drawing/2014/main" id="{E095783B-0717-424A-837E-CDF137C4012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19" y="4440"/>
                <a:ext cx="66" cy="66"/>
                <a:chOff x="250" y="352"/>
                <a:chExt cx="136" cy="136"/>
              </a:xfrm>
            </p:grpSpPr>
            <p:sp>
              <p:nvSpPr>
                <p:cNvPr id="236" name="Oval 53">
                  <a:extLst>
                    <a:ext uri="{FF2B5EF4-FFF2-40B4-BE49-F238E27FC236}">
                      <a16:creationId xmlns:a16="http://schemas.microsoft.com/office/drawing/2014/main" id="{79804E39-A2B4-45DE-9DAC-50683A86914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0" y="352"/>
                  <a:ext cx="136" cy="136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  <p:sp>
              <p:nvSpPr>
                <p:cNvPr id="237" name="Oval 54">
                  <a:extLst>
                    <a:ext uri="{FF2B5EF4-FFF2-40B4-BE49-F238E27FC236}">
                      <a16:creationId xmlns:a16="http://schemas.microsoft.com/office/drawing/2014/main" id="{A69AA7C2-7C06-4351-A30C-E8077944B2F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6" y="368"/>
                  <a:ext cx="120" cy="120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</p:grpSp>
          <p:grpSp>
            <p:nvGrpSpPr>
              <p:cNvPr id="232" name="Group 55">
                <a:extLst>
                  <a:ext uri="{FF2B5EF4-FFF2-40B4-BE49-F238E27FC236}">
                    <a16:creationId xmlns:a16="http://schemas.microsoft.com/office/drawing/2014/main" id="{821F1FD1-507A-4380-8745-E4AECCC5E1E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19" y="4622"/>
                <a:ext cx="66" cy="66"/>
                <a:chOff x="250" y="352"/>
                <a:chExt cx="136" cy="136"/>
              </a:xfrm>
            </p:grpSpPr>
            <p:sp>
              <p:nvSpPr>
                <p:cNvPr id="234" name="Oval 56">
                  <a:extLst>
                    <a:ext uri="{FF2B5EF4-FFF2-40B4-BE49-F238E27FC236}">
                      <a16:creationId xmlns:a16="http://schemas.microsoft.com/office/drawing/2014/main" id="{F14BB7FC-0FF2-4423-AA05-9781317DA31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0" y="352"/>
                  <a:ext cx="136" cy="136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  <p:sp>
              <p:nvSpPr>
                <p:cNvPr id="235" name="Oval 57">
                  <a:extLst>
                    <a:ext uri="{FF2B5EF4-FFF2-40B4-BE49-F238E27FC236}">
                      <a16:creationId xmlns:a16="http://schemas.microsoft.com/office/drawing/2014/main" id="{89BBB1EC-BEDA-4ACA-83DA-52408537055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6" y="368"/>
                  <a:ext cx="120" cy="120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</p:grpSp>
          <p:sp>
            <p:nvSpPr>
              <p:cNvPr id="233" name="AutoShape 58">
                <a:extLst>
                  <a:ext uri="{FF2B5EF4-FFF2-40B4-BE49-F238E27FC236}">
                    <a16:creationId xmlns:a16="http://schemas.microsoft.com/office/drawing/2014/main" id="{18317634-2BA2-435B-8079-D7A3064D18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849" y="4547"/>
                <a:ext cx="208" cy="3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FFFFFF"/>
                  </a:gs>
                  <a:gs pos="100000">
                    <a:srgbClr val="C0C0C0"/>
                  </a:gs>
                </a:gsLst>
                <a:path path="shape">
                  <a:fillToRect l="50000" t="50000" r="50000" b="50000"/>
                </a:path>
              </a:gradFill>
              <a:ln w="12700" algn="ctr">
                <a:solidFill>
                  <a:sysClr val="window" lastClr="FFFFFF"/>
                </a:solidFill>
                <a:round/>
                <a:headEnd/>
                <a:tailEnd/>
              </a:ln>
            </p:spPr>
            <p:txBody>
              <a:bodyPr wrap="none" lIns="97154" tIns="50520" rIns="11658" bIns="50520" anchor="ctr"/>
              <a:lstStyle/>
              <a:p>
                <a:pPr marL="0" marR="0" lvl="0" indent="0" algn="ctr" defTabSz="109196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1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+mj-ea"/>
                  <a:ea typeface="+mj-ea"/>
                  <a:cs typeface="하나 L"/>
                </a:endParaRPr>
              </a:p>
            </p:txBody>
          </p:sp>
        </p:grpSp>
        <p:grpSp>
          <p:nvGrpSpPr>
            <p:cNvPr id="215" name="Group 59">
              <a:extLst>
                <a:ext uri="{FF2B5EF4-FFF2-40B4-BE49-F238E27FC236}">
                  <a16:creationId xmlns:a16="http://schemas.microsoft.com/office/drawing/2014/main" id="{11E51EFD-DAB7-429B-9B59-2003E25FA7ED}"/>
                </a:ext>
              </a:extLst>
            </p:cNvPr>
            <p:cNvGrpSpPr>
              <a:grpSpLocks/>
            </p:cNvGrpSpPr>
            <p:nvPr/>
          </p:nvGrpSpPr>
          <p:grpSpPr bwMode="auto">
            <a:xfrm rot="16200000">
              <a:off x="3302578" y="4782953"/>
              <a:ext cx="44841" cy="179178"/>
              <a:chOff x="919" y="4440"/>
              <a:chExt cx="66" cy="248"/>
            </a:xfrm>
          </p:grpSpPr>
          <p:grpSp>
            <p:nvGrpSpPr>
              <p:cNvPr id="224" name="Group 60">
                <a:extLst>
                  <a:ext uri="{FF2B5EF4-FFF2-40B4-BE49-F238E27FC236}">
                    <a16:creationId xmlns:a16="http://schemas.microsoft.com/office/drawing/2014/main" id="{3C55B745-1D08-4545-8746-5F984522AF7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19" y="4440"/>
                <a:ext cx="66" cy="66"/>
                <a:chOff x="250" y="352"/>
                <a:chExt cx="136" cy="136"/>
              </a:xfrm>
            </p:grpSpPr>
            <p:sp>
              <p:nvSpPr>
                <p:cNvPr id="229" name="Oval 61">
                  <a:extLst>
                    <a:ext uri="{FF2B5EF4-FFF2-40B4-BE49-F238E27FC236}">
                      <a16:creationId xmlns:a16="http://schemas.microsoft.com/office/drawing/2014/main" id="{F362D3AE-54DC-4A6A-BB1F-F6C51223A52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0" y="352"/>
                  <a:ext cx="136" cy="136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  <p:sp>
              <p:nvSpPr>
                <p:cNvPr id="230" name="Oval 62">
                  <a:extLst>
                    <a:ext uri="{FF2B5EF4-FFF2-40B4-BE49-F238E27FC236}">
                      <a16:creationId xmlns:a16="http://schemas.microsoft.com/office/drawing/2014/main" id="{B3E0F162-386A-41E0-AE2C-A0D52A1FBDE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6" y="368"/>
                  <a:ext cx="120" cy="120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</p:grpSp>
          <p:grpSp>
            <p:nvGrpSpPr>
              <p:cNvPr id="225" name="Group 63">
                <a:extLst>
                  <a:ext uri="{FF2B5EF4-FFF2-40B4-BE49-F238E27FC236}">
                    <a16:creationId xmlns:a16="http://schemas.microsoft.com/office/drawing/2014/main" id="{8F6EFB43-8FDB-402C-9B44-907E12403A5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19" y="4622"/>
                <a:ext cx="66" cy="66"/>
                <a:chOff x="250" y="352"/>
                <a:chExt cx="136" cy="136"/>
              </a:xfrm>
            </p:grpSpPr>
            <p:sp>
              <p:nvSpPr>
                <p:cNvPr id="227" name="Oval 64">
                  <a:extLst>
                    <a:ext uri="{FF2B5EF4-FFF2-40B4-BE49-F238E27FC236}">
                      <a16:creationId xmlns:a16="http://schemas.microsoft.com/office/drawing/2014/main" id="{D5B18AEE-C505-4DB9-AC24-1FCD23EE0F1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0" y="352"/>
                  <a:ext cx="136" cy="136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  <p:sp>
              <p:nvSpPr>
                <p:cNvPr id="228" name="Oval 65">
                  <a:extLst>
                    <a:ext uri="{FF2B5EF4-FFF2-40B4-BE49-F238E27FC236}">
                      <a16:creationId xmlns:a16="http://schemas.microsoft.com/office/drawing/2014/main" id="{0EBFEFF5-CD14-4D75-A436-33CC366A14D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6" y="368"/>
                  <a:ext cx="120" cy="120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</p:grpSp>
          <p:sp>
            <p:nvSpPr>
              <p:cNvPr id="226" name="AutoShape 66">
                <a:extLst>
                  <a:ext uri="{FF2B5EF4-FFF2-40B4-BE49-F238E27FC236}">
                    <a16:creationId xmlns:a16="http://schemas.microsoft.com/office/drawing/2014/main" id="{5A20EADA-B60E-4285-B098-2A1F40021C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849" y="4547"/>
                <a:ext cx="208" cy="3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FFFFFF"/>
                  </a:gs>
                  <a:gs pos="100000">
                    <a:srgbClr val="C0C0C0"/>
                  </a:gs>
                </a:gsLst>
                <a:path path="shape">
                  <a:fillToRect l="50000" t="50000" r="50000" b="50000"/>
                </a:path>
              </a:gradFill>
              <a:ln w="12700" algn="ctr">
                <a:solidFill>
                  <a:sysClr val="window" lastClr="FFFFFF"/>
                </a:solidFill>
                <a:round/>
                <a:headEnd/>
                <a:tailEnd/>
              </a:ln>
            </p:spPr>
            <p:txBody>
              <a:bodyPr wrap="none" lIns="97154" tIns="50520" rIns="11658" bIns="50520" anchor="ctr"/>
              <a:lstStyle/>
              <a:p>
                <a:pPr marL="0" marR="0" lvl="0" indent="0" algn="ctr" defTabSz="109196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1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+mj-ea"/>
                  <a:ea typeface="+mj-ea"/>
                  <a:cs typeface="하나 L"/>
                </a:endParaRPr>
              </a:p>
            </p:txBody>
          </p:sp>
        </p:grpSp>
        <p:grpSp>
          <p:nvGrpSpPr>
            <p:cNvPr id="216" name="Group 67">
              <a:extLst>
                <a:ext uri="{FF2B5EF4-FFF2-40B4-BE49-F238E27FC236}">
                  <a16:creationId xmlns:a16="http://schemas.microsoft.com/office/drawing/2014/main" id="{D8466098-1D1F-45AC-B5CA-5B920A759432}"/>
                </a:ext>
              </a:extLst>
            </p:cNvPr>
            <p:cNvGrpSpPr>
              <a:grpSpLocks/>
            </p:cNvGrpSpPr>
            <p:nvPr/>
          </p:nvGrpSpPr>
          <p:grpSpPr bwMode="auto">
            <a:xfrm rot="16200000">
              <a:off x="3303351" y="4880366"/>
              <a:ext cx="43295" cy="179178"/>
              <a:chOff x="919" y="4440"/>
              <a:chExt cx="66" cy="248"/>
            </a:xfrm>
          </p:grpSpPr>
          <p:grpSp>
            <p:nvGrpSpPr>
              <p:cNvPr id="217" name="Group 68">
                <a:extLst>
                  <a:ext uri="{FF2B5EF4-FFF2-40B4-BE49-F238E27FC236}">
                    <a16:creationId xmlns:a16="http://schemas.microsoft.com/office/drawing/2014/main" id="{8F7CDAFD-F8A6-4788-9A9A-391C3201E5A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19" y="4440"/>
                <a:ext cx="66" cy="66"/>
                <a:chOff x="250" y="352"/>
                <a:chExt cx="136" cy="136"/>
              </a:xfrm>
            </p:grpSpPr>
            <p:sp>
              <p:nvSpPr>
                <p:cNvPr id="222" name="Oval 69">
                  <a:extLst>
                    <a:ext uri="{FF2B5EF4-FFF2-40B4-BE49-F238E27FC236}">
                      <a16:creationId xmlns:a16="http://schemas.microsoft.com/office/drawing/2014/main" id="{303CBFF8-6EAB-47E8-9E4C-31D453CEB7E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0" y="352"/>
                  <a:ext cx="136" cy="136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  <p:sp>
              <p:nvSpPr>
                <p:cNvPr id="223" name="Oval 70">
                  <a:extLst>
                    <a:ext uri="{FF2B5EF4-FFF2-40B4-BE49-F238E27FC236}">
                      <a16:creationId xmlns:a16="http://schemas.microsoft.com/office/drawing/2014/main" id="{80F273E4-6F12-480C-B0DA-2DE91AE0062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6" y="368"/>
                  <a:ext cx="120" cy="120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</p:grpSp>
          <p:grpSp>
            <p:nvGrpSpPr>
              <p:cNvPr id="218" name="Group 71">
                <a:extLst>
                  <a:ext uri="{FF2B5EF4-FFF2-40B4-BE49-F238E27FC236}">
                    <a16:creationId xmlns:a16="http://schemas.microsoft.com/office/drawing/2014/main" id="{1218272A-17AE-4FC4-AE5D-FBD496FA4C7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19" y="4622"/>
                <a:ext cx="66" cy="66"/>
                <a:chOff x="250" y="352"/>
                <a:chExt cx="136" cy="136"/>
              </a:xfrm>
            </p:grpSpPr>
            <p:sp>
              <p:nvSpPr>
                <p:cNvPr id="220" name="Oval 72">
                  <a:extLst>
                    <a:ext uri="{FF2B5EF4-FFF2-40B4-BE49-F238E27FC236}">
                      <a16:creationId xmlns:a16="http://schemas.microsoft.com/office/drawing/2014/main" id="{E310DD64-5BA3-4EA9-AE10-618B880129C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0" y="352"/>
                  <a:ext cx="136" cy="136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  <p:sp>
              <p:nvSpPr>
                <p:cNvPr id="221" name="Oval 73">
                  <a:extLst>
                    <a:ext uri="{FF2B5EF4-FFF2-40B4-BE49-F238E27FC236}">
                      <a16:creationId xmlns:a16="http://schemas.microsoft.com/office/drawing/2014/main" id="{90E3F341-4B6F-4545-9830-80CF180A543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6" y="368"/>
                  <a:ext cx="120" cy="120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</p:grpSp>
          <p:sp>
            <p:nvSpPr>
              <p:cNvPr id="219" name="AutoShape 74">
                <a:extLst>
                  <a:ext uri="{FF2B5EF4-FFF2-40B4-BE49-F238E27FC236}">
                    <a16:creationId xmlns:a16="http://schemas.microsoft.com/office/drawing/2014/main" id="{C3AC2FCC-24D5-47F8-857A-B4CC735D96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849" y="4547"/>
                <a:ext cx="208" cy="3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FFFFFF"/>
                  </a:gs>
                  <a:gs pos="100000">
                    <a:srgbClr val="C0C0C0"/>
                  </a:gs>
                </a:gsLst>
                <a:path path="shape">
                  <a:fillToRect l="50000" t="50000" r="50000" b="50000"/>
                </a:path>
              </a:gradFill>
              <a:ln w="12700" algn="ctr">
                <a:solidFill>
                  <a:sysClr val="window" lastClr="FFFFFF"/>
                </a:solidFill>
                <a:round/>
                <a:headEnd/>
                <a:tailEnd/>
              </a:ln>
            </p:spPr>
            <p:txBody>
              <a:bodyPr wrap="none" lIns="97154" tIns="50520" rIns="11658" bIns="50520" anchor="ctr"/>
              <a:lstStyle/>
              <a:p>
                <a:pPr marL="0" marR="0" lvl="0" indent="0" algn="ctr" defTabSz="109196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1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+mj-ea"/>
                  <a:ea typeface="+mj-ea"/>
                  <a:cs typeface="하나 L"/>
                </a:endParaRPr>
              </a:p>
            </p:txBody>
          </p:sp>
        </p:grpSp>
        <p:grpSp>
          <p:nvGrpSpPr>
            <p:cNvPr id="246" name="Group 34">
              <a:extLst>
                <a:ext uri="{FF2B5EF4-FFF2-40B4-BE49-F238E27FC236}">
                  <a16:creationId xmlns:a16="http://schemas.microsoft.com/office/drawing/2014/main" id="{4409C1E4-00F4-43EE-B44E-842EF5ACBD02}"/>
                </a:ext>
              </a:extLst>
            </p:cNvPr>
            <p:cNvGrpSpPr>
              <a:grpSpLocks/>
            </p:cNvGrpSpPr>
            <p:nvPr/>
          </p:nvGrpSpPr>
          <p:grpSpPr bwMode="auto">
            <a:xfrm rot="16200000">
              <a:off x="3302578" y="4995453"/>
              <a:ext cx="44841" cy="179178"/>
              <a:chOff x="919" y="4440"/>
              <a:chExt cx="66" cy="248"/>
            </a:xfrm>
          </p:grpSpPr>
          <p:grpSp>
            <p:nvGrpSpPr>
              <p:cNvPr id="271" name="Group 35">
                <a:extLst>
                  <a:ext uri="{FF2B5EF4-FFF2-40B4-BE49-F238E27FC236}">
                    <a16:creationId xmlns:a16="http://schemas.microsoft.com/office/drawing/2014/main" id="{7FAC5AA0-B1CA-4278-A273-6AFB2BD92A9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19" y="4440"/>
                <a:ext cx="66" cy="66"/>
                <a:chOff x="250" y="352"/>
                <a:chExt cx="136" cy="136"/>
              </a:xfrm>
            </p:grpSpPr>
            <p:sp>
              <p:nvSpPr>
                <p:cNvPr id="276" name="Oval 36">
                  <a:extLst>
                    <a:ext uri="{FF2B5EF4-FFF2-40B4-BE49-F238E27FC236}">
                      <a16:creationId xmlns:a16="http://schemas.microsoft.com/office/drawing/2014/main" id="{ABDA176F-6885-420A-AEA4-17C0C7493E9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0" y="352"/>
                  <a:ext cx="136" cy="136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  <p:sp>
              <p:nvSpPr>
                <p:cNvPr id="277" name="Oval 37">
                  <a:extLst>
                    <a:ext uri="{FF2B5EF4-FFF2-40B4-BE49-F238E27FC236}">
                      <a16:creationId xmlns:a16="http://schemas.microsoft.com/office/drawing/2014/main" id="{68A18819-3EE7-4701-B8BA-39BCFBAB9F5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6" y="368"/>
                  <a:ext cx="120" cy="120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</p:grpSp>
          <p:grpSp>
            <p:nvGrpSpPr>
              <p:cNvPr id="272" name="Group 38">
                <a:extLst>
                  <a:ext uri="{FF2B5EF4-FFF2-40B4-BE49-F238E27FC236}">
                    <a16:creationId xmlns:a16="http://schemas.microsoft.com/office/drawing/2014/main" id="{AC60C845-9EFB-4E01-92A8-F49851F702C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19" y="4622"/>
                <a:ext cx="66" cy="66"/>
                <a:chOff x="250" y="352"/>
                <a:chExt cx="136" cy="136"/>
              </a:xfrm>
            </p:grpSpPr>
            <p:sp>
              <p:nvSpPr>
                <p:cNvPr id="274" name="Oval 39">
                  <a:extLst>
                    <a:ext uri="{FF2B5EF4-FFF2-40B4-BE49-F238E27FC236}">
                      <a16:creationId xmlns:a16="http://schemas.microsoft.com/office/drawing/2014/main" id="{E2663A96-10AC-4B6C-9442-846A3EA276B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0" y="352"/>
                  <a:ext cx="136" cy="136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  <p:sp>
              <p:nvSpPr>
                <p:cNvPr id="275" name="Oval 40">
                  <a:extLst>
                    <a:ext uri="{FF2B5EF4-FFF2-40B4-BE49-F238E27FC236}">
                      <a16:creationId xmlns:a16="http://schemas.microsoft.com/office/drawing/2014/main" id="{7DAD5EAA-AD2C-434B-90C0-467AC5A7335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6" y="368"/>
                  <a:ext cx="120" cy="120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</p:grpSp>
          <p:sp>
            <p:nvSpPr>
              <p:cNvPr id="273" name="AutoShape 41">
                <a:extLst>
                  <a:ext uri="{FF2B5EF4-FFF2-40B4-BE49-F238E27FC236}">
                    <a16:creationId xmlns:a16="http://schemas.microsoft.com/office/drawing/2014/main" id="{1967EFB5-541F-4348-AF62-BFF0149E32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849" y="4547"/>
                <a:ext cx="208" cy="3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FFFFFF"/>
                  </a:gs>
                  <a:gs pos="100000">
                    <a:srgbClr val="C0C0C0"/>
                  </a:gs>
                </a:gsLst>
                <a:path path="shape">
                  <a:fillToRect l="50000" t="50000" r="50000" b="50000"/>
                </a:path>
              </a:gradFill>
              <a:ln w="12700" algn="ctr">
                <a:solidFill>
                  <a:sysClr val="window" lastClr="FFFFFF"/>
                </a:solidFill>
                <a:round/>
                <a:headEnd/>
                <a:tailEnd/>
              </a:ln>
            </p:spPr>
            <p:txBody>
              <a:bodyPr wrap="none" lIns="97154" tIns="50520" rIns="11658" bIns="50520" anchor="ctr"/>
              <a:lstStyle/>
              <a:p>
                <a:pPr marL="0" marR="0" lvl="0" indent="0" algn="ctr" defTabSz="109196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1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+mj-ea"/>
                  <a:ea typeface="+mj-ea"/>
                  <a:cs typeface="하나 L"/>
                </a:endParaRPr>
              </a:p>
            </p:txBody>
          </p:sp>
        </p:grpSp>
        <p:grpSp>
          <p:nvGrpSpPr>
            <p:cNvPr id="247" name="Group 51">
              <a:extLst>
                <a:ext uri="{FF2B5EF4-FFF2-40B4-BE49-F238E27FC236}">
                  <a16:creationId xmlns:a16="http://schemas.microsoft.com/office/drawing/2014/main" id="{8EB3318B-D2D8-4608-ADA8-C8BB254B9DD5}"/>
                </a:ext>
              </a:extLst>
            </p:cNvPr>
            <p:cNvGrpSpPr>
              <a:grpSpLocks/>
            </p:cNvGrpSpPr>
            <p:nvPr/>
          </p:nvGrpSpPr>
          <p:grpSpPr bwMode="auto">
            <a:xfrm rot="16200000">
              <a:off x="3302578" y="5092867"/>
              <a:ext cx="44841" cy="179178"/>
              <a:chOff x="919" y="4440"/>
              <a:chExt cx="66" cy="248"/>
            </a:xfrm>
          </p:grpSpPr>
          <p:grpSp>
            <p:nvGrpSpPr>
              <p:cNvPr id="264" name="Group 52">
                <a:extLst>
                  <a:ext uri="{FF2B5EF4-FFF2-40B4-BE49-F238E27FC236}">
                    <a16:creationId xmlns:a16="http://schemas.microsoft.com/office/drawing/2014/main" id="{E095783B-0717-424A-837E-CDF137C4012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19" y="4440"/>
                <a:ext cx="66" cy="66"/>
                <a:chOff x="250" y="352"/>
                <a:chExt cx="136" cy="136"/>
              </a:xfrm>
            </p:grpSpPr>
            <p:sp>
              <p:nvSpPr>
                <p:cNvPr id="269" name="Oval 53">
                  <a:extLst>
                    <a:ext uri="{FF2B5EF4-FFF2-40B4-BE49-F238E27FC236}">
                      <a16:creationId xmlns:a16="http://schemas.microsoft.com/office/drawing/2014/main" id="{79804E39-A2B4-45DE-9DAC-50683A86914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0" y="352"/>
                  <a:ext cx="136" cy="136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  <p:sp>
              <p:nvSpPr>
                <p:cNvPr id="270" name="Oval 54">
                  <a:extLst>
                    <a:ext uri="{FF2B5EF4-FFF2-40B4-BE49-F238E27FC236}">
                      <a16:creationId xmlns:a16="http://schemas.microsoft.com/office/drawing/2014/main" id="{A69AA7C2-7C06-4351-A30C-E8077944B2F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6" y="368"/>
                  <a:ext cx="120" cy="120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</p:grpSp>
          <p:grpSp>
            <p:nvGrpSpPr>
              <p:cNvPr id="265" name="Group 55">
                <a:extLst>
                  <a:ext uri="{FF2B5EF4-FFF2-40B4-BE49-F238E27FC236}">
                    <a16:creationId xmlns:a16="http://schemas.microsoft.com/office/drawing/2014/main" id="{821F1FD1-507A-4380-8745-E4AECCC5E1E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19" y="4622"/>
                <a:ext cx="66" cy="66"/>
                <a:chOff x="250" y="352"/>
                <a:chExt cx="136" cy="136"/>
              </a:xfrm>
            </p:grpSpPr>
            <p:sp>
              <p:nvSpPr>
                <p:cNvPr id="267" name="Oval 56">
                  <a:extLst>
                    <a:ext uri="{FF2B5EF4-FFF2-40B4-BE49-F238E27FC236}">
                      <a16:creationId xmlns:a16="http://schemas.microsoft.com/office/drawing/2014/main" id="{F14BB7FC-0FF2-4423-AA05-9781317DA31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0" y="352"/>
                  <a:ext cx="136" cy="136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  <p:sp>
              <p:nvSpPr>
                <p:cNvPr id="268" name="Oval 57">
                  <a:extLst>
                    <a:ext uri="{FF2B5EF4-FFF2-40B4-BE49-F238E27FC236}">
                      <a16:creationId xmlns:a16="http://schemas.microsoft.com/office/drawing/2014/main" id="{89BBB1EC-BEDA-4ACA-83DA-52408537055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6" y="368"/>
                  <a:ext cx="120" cy="120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</p:grpSp>
          <p:sp>
            <p:nvSpPr>
              <p:cNvPr id="266" name="AutoShape 58">
                <a:extLst>
                  <a:ext uri="{FF2B5EF4-FFF2-40B4-BE49-F238E27FC236}">
                    <a16:creationId xmlns:a16="http://schemas.microsoft.com/office/drawing/2014/main" id="{18317634-2BA2-435B-8079-D7A3064D18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849" y="4547"/>
                <a:ext cx="208" cy="3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FFFFFF"/>
                  </a:gs>
                  <a:gs pos="100000">
                    <a:srgbClr val="C0C0C0"/>
                  </a:gs>
                </a:gsLst>
                <a:path path="shape">
                  <a:fillToRect l="50000" t="50000" r="50000" b="50000"/>
                </a:path>
              </a:gradFill>
              <a:ln w="12700" algn="ctr">
                <a:solidFill>
                  <a:sysClr val="window" lastClr="FFFFFF"/>
                </a:solidFill>
                <a:round/>
                <a:headEnd/>
                <a:tailEnd/>
              </a:ln>
            </p:spPr>
            <p:txBody>
              <a:bodyPr wrap="none" lIns="97154" tIns="50520" rIns="11658" bIns="50520" anchor="ctr"/>
              <a:lstStyle/>
              <a:p>
                <a:pPr marL="0" marR="0" lvl="0" indent="0" algn="ctr" defTabSz="109196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1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+mj-ea"/>
                  <a:ea typeface="+mj-ea"/>
                  <a:cs typeface="하나 L"/>
                </a:endParaRPr>
              </a:p>
            </p:txBody>
          </p:sp>
        </p:grpSp>
        <p:grpSp>
          <p:nvGrpSpPr>
            <p:cNvPr id="248" name="Group 59">
              <a:extLst>
                <a:ext uri="{FF2B5EF4-FFF2-40B4-BE49-F238E27FC236}">
                  <a16:creationId xmlns:a16="http://schemas.microsoft.com/office/drawing/2014/main" id="{11E51EFD-DAB7-429B-9B59-2003E25FA7ED}"/>
                </a:ext>
              </a:extLst>
            </p:cNvPr>
            <p:cNvGrpSpPr>
              <a:grpSpLocks/>
            </p:cNvGrpSpPr>
            <p:nvPr/>
          </p:nvGrpSpPr>
          <p:grpSpPr bwMode="auto">
            <a:xfrm rot="16200000">
              <a:off x="3302578" y="5191828"/>
              <a:ext cx="44841" cy="179178"/>
              <a:chOff x="919" y="4440"/>
              <a:chExt cx="66" cy="248"/>
            </a:xfrm>
          </p:grpSpPr>
          <p:grpSp>
            <p:nvGrpSpPr>
              <p:cNvPr id="257" name="Group 60">
                <a:extLst>
                  <a:ext uri="{FF2B5EF4-FFF2-40B4-BE49-F238E27FC236}">
                    <a16:creationId xmlns:a16="http://schemas.microsoft.com/office/drawing/2014/main" id="{3C55B745-1D08-4545-8746-5F984522AF7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19" y="4440"/>
                <a:ext cx="66" cy="66"/>
                <a:chOff x="250" y="352"/>
                <a:chExt cx="136" cy="136"/>
              </a:xfrm>
            </p:grpSpPr>
            <p:sp>
              <p:nvSpPr>
                <p:cNvPr id="262" name="Oval 61">
                  <a:extLst>
                    <a:ext uri="{FF2B5EF4-FFF2-40B4-BE49-F238E27FC236}">
                      <a16:creationId xmlns:a16="http://schemas.microsoft.com/office/drawing/2014/main" id="{F362D3AE-54DC-4A6A-BB1F-F6C51223A52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0" y="352"/>
                  <a:ext cx="136" cy="136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  <p:sp>
              <p:nvSpPr>
                <p:cNvPr id="263" name="Oval 62">
                  <a:extLst>
                    <a:ext uri="{FF2B5EF4-FFF2-40B4-BE49-F238E27FC236}">
                      <a16:creationId xmlns:a16="http://schemas.microsoft.com/office/drawing/2014/main" id="{B3E0F162-386A-41E0-AE2C-A0D52A1FBDE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6" y="368"/>
                  <a:ext cx="120" cy="120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</p:grpSp>
          <p:grpSp>
            <p:nvGrpSpPr>
              <p:cNvPr id="258" name="Group 63">
                <a:extLst>
                  <a:ext uri="{FF2B5EF4-FFF2-40B4-BE49-F238E27FC236}">
                    <a16:creationId xmlns:a16="http://schemas.microsoft.com/office/drawing/2014/main" id="{8F6EFB43-8FDB-402C-9B44-907E12403A5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19" y="4622"/>
                <a:ext cx="66" cy="66"/>
                <a:chOff x="250" y="352"/>
                <a:chExt cx="136" cy="136"/>
              </a:xfrm>
            </p:grpSpPr>
            <p:sp>
              <p:nvSpPr>
                <p:cNvPr id="260" name="Oval 64">
                  <a:extLst>
                    <a:ext uri="{FF2B5EF4-FFF2-40B4-BE49-F238E27FC236}">
                      <a16:creationId xmlns:a16="http://schemas.microsoft.com/office/drawing/2014/main" id="{D5B18AEE-C505-4DB9-AC24-1FCD23EE0F1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0" y="352"/>
                  <a:ext cx="136" cy="136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  <p:sp>
              <p:nvSpPr>
                <p:cNvPr id="261" name="Oval 65">
                  <a:extLst>
                    <a:ext uri="{FF2B5EF4-FFF2-40B4-BE49-F238E27FC236}">
                      <a16:creationId xmlns:a16="http://schemas.microsoft.com/office/drawing/2014/main" id="{0EBFEFF5-CD14-4D75-A436-33CC366A14D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6" y="368"/>
                  <a:ext cx="120" cy="120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</p:grpSp>
          <p:sp>
            <p:nvSpPr>
              <p:cNvPr id="259" name="AutoShape 66">
                <a:extLst>
                  <a:ext uri="{FF2B5EF4-FFF2-40B4-BE49-F238E27FC236}">
                    <a16:creationId xmlns:a16="http://schemas.microsoft.com/office/drawing/2014/main" id="{5A20EADA-B60E-4285-B098-2A1F40021C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849" y="4547"/>
                <a:ext cx="208" cy="3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FFFFFF"/>
                  </a:gs>
                  <a:gs pos="100000">
                    <a:srgbClr val="C0C0C0"/>
                  </a:gs>
                </a:gsLst>
                <a:path path="shape">
                  <a:fillToRect l="50000" t="50000" r="50000" b="50000"/>
                </a:path>
              </a:gradFill>
              <a:ln w="12700" algn="ctr">
                <a:solidFill>
                  <a:sysClr val="window" lastClr="FFFFFF"/>
                </a:solidFill>
                <a:round/>
                <a:headEnd/>
                <a:tailEnd/>
              </a:ln>
            </p:spPr>
            <p:txBody>
              <a:bodyPr wrap="none" lIns="97154" tIns="50520" rIns="11658" bIns="50520" anchor="ctr"/>
              <a:lstStyle/>
              <a:p>
                <a:pPr marL="0" marR="0" lvl="0" indent="0" algn="ctr" defTabSz="109196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1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+mj-ea"/>
                  <a:ea typeface="+mj-ea"/>
                  <a:cs typeface="하나 L"/>
                </a:endParaRPr>
              </a:p>
            </p:txBody>
          </p:sp>
        </p:grpSp>
        <p:grpSp>
          <p:nvGrpSpPr>
            <p:cNvPr id="249" name="Group 67">
              <a:extLst>
                <a:ext uri="{FF2B5EF4-FFF2-40B4-BE49-F238E27FC236}">
                  <a16:creationId xmlns:a16="http://schemas.microsoft.com/office/drawing/2014/main" id="{D8466098-1D1F-45AC-B5CA-5B920A759432}"/>
                </a:ext>
              </a:extLst>
            </p:cNvPr>
            <p:cNvGrpSpPr>
              <a:grpSpLocks/>
            </p:cNvGrpSpPr>
            <p:nvPr/>
          </p:nvGrpSpPr>
          <p:grpSpPr bwMode="auto">
            <a:xfrm rot="16200000">
              <a:off x="3303351" y="5289242"/>
              <a:ext cx="43295" cy="179178"/>
              <a:chOff x="919" y="4440"/>
              <a:chExt cx="66" cy="248"/>
            </a:xfrm>
          </p:grpSpPr>
          <p:grpSp>
            <p:nvGrpSpPr>
              <p:cNvPr id="250" name="Group 68">
                <a:extLst>
                  <a:ext uri="{FF2B5EF4-FFF2-40B4-BE49-F238E27FC236}">
                    <a16:creationId xmlns:a16="http://schemas.microsoft.com/office/drawing/2014/main" id="{8F7CDAFD-F8A6-4788-9A9A-391C3201E5A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19" y="4440"/>
                <a:ext cx="66" cy="66"/>
                <a:chOff x="250" y="352"/>
                <a:chExt cx="136" cy="136"/>
              </a:xfrm>
            </p:grpSpPr>
            <p:sp>
              <p:nvSpPr>
                <p:cNvPr id="255" name="Oval 69">
                  <a:extLst>
                    <a:ext uri="{FF2B5EF4-FFF2-40B4-BE49-F238E27FC236}">
                      <a16:creationId xmlns:a16="http://schemas.microsoft.com/office/drawing/2014/main" id="{303CBFF8-6EAB-47E8-9E4C-31D453CEB7E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0" y="352"/>
                  <a:ext cx="136" cy="136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  <p:sp>
              <p:nvSpPr>
                <p:cNvPr id="256" name="Oval 70">
                  <a:extLst>
                    <a:ext uri="{FF2B5EF4-FFF2-40B4-BE49-F238E27FC236}">
                      <a16:creationId xmlns:a16="http://schemas.microsoft.com/office/drawing/2014/main" id="{80F273E4-6F12-480C-B0DA-2DE91AE0062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6" y="368"/>
                  <a:ext cx="120" cy="120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</p:grpSp>
          <p:grpSp>
            <p:nvGrpSpPr>
              <p:cNvPr id="251" name="Group 71">
                <a:extLst>
                  <a:ext uri="{FF2B5EF4-FFF2-40B4-BE49-F238E27FC236}">
                    <a16:creationId xmlns:a16="http://schemas.microsoft.com/office/drawing/2014/main" id="{1218272A-17AE-4FC4-AE5D-FBD496FA4C7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19" y="4622"/>
                <a:ext cx="66" cy="66"/>
                <a:chOff x="250" y="352"/>
                <a:chExt cx="136" cy="136"/>
              </a:xfrm>
            </p:grpSpPr>
            <p:sp>
              <p:nvSpPr>
                <p:cNvPr id="253" name="Oval 72">
                  <a:extLst>
                    <a:ext uri="{FF2B5EF4-FFF2-40B4-BE49-F238E27FC236}">
                      <a16:creationId xmlns:a16="http://schemas.microsoft.com/office/drawing/2014/main" id="{E310DD64-5BA3-4EA9-AE10-618B880129C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0" y="352"/>
                  <a:ext cx="136" cy="136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  <p:sp>
              <p:nvSpPr>
                <p:cNvPr id="254" name="Oval 73">
                  <a:extLst>
                    <a:ext uri="{FF2B5EF4-FFF2-40B4-BE49-F238E27FC236}">
                      <a16:creationId xmlns:a16="http://schemas.microsoft.com/office/drawing/2014/main" id="{90E3F341-4B6F-4545-9830-80CF180A543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6" y="368"/>
                  <a:ext cx="120" cy="120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</p:grpSp>
          <p:sp>
            <p:nvSpPr>
              <p:cNvPr id="252" name="AutoShape 74">
                <a:extLst>
                  <a:ext uri="{FF2B5EF4-FFF2-40B4-BE49-F238E27FC236}">
                    <a16:creationId xmlns:a16="http://schemas.microsoft.com/office/drawing/2014/main" id="{C3AC2FCC-24D5-47F8-857A-B4CC735D96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849" y="4547"/>
                <a:ext cx="208" cy="3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FFFFFF"/>
                  </a:gs>
                  <a:gs pos="100000">
                    <a:srgbClr val="C0C0C0"/>
                  </a:gs>
                </a:gsLst>
                <a:path path="shape">
                  <a:fillToRect l="50000" t="50000" r="50000" b="50000"/>
                </a:path>
              </a:gradFill>
              <a:ln w="12700" algn="ctr">
                <a:solidFill>
                  <a:sysClr val="window" lastClr="FFFFFF"/>
                </a:solidFill>
                <a:round/>
                <a:headEnd/>
                <a:tailEnd/>
              </a:ln>
            </p:spPr>
            <p:txBody>
              <a:bodyPr wrap="none" lIns="97154" tIns="50520" rIns="11658" bIns="50520" anchor="ctr"/>
              <a:lstStyle/>
              <a:p>
                <a:pPr marL="0" marR="0" lvl="0" indent="0" algn="ctr" defTabSz="109196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1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+mj-ea"/>
                  <a:ea typeface="+mj-ea"/>
                  <a:cs typeface="하나 L"/>
                </a:endParaRPr>
              </a:p>
            </p:txBody>
          </p:sp>
        </p:grpSp>
        <p:grpSp>
          <p:nvGrpSpPr>
            <p:cNvPr id="279" name="Group 34">
              <a:extLst>
                <a:ext uri="{FF2B5EF4-FFF2-40B4-BE49-F238E27FC236}">
                  <a16:creationId xmlns:a16="http://schemas.microsoft.com/office/drawing/2014/main" id="{4409C1E4-00F4-43EE-B44E-842EF5ACBD02}"/>
                </a:ext>
              </a:extLst>
            </p:cNvPr>
            <p:cNvGrpSpPr>
              <a:grpSpLocks/>
            </p:cNvGrpSpPr>
            <p:nvPr/>
          </p:nvGrpSpPr>
          <p:grpSpPr bwMode="auto">
            <a:xfrm rot="16200000">
              <a:off x="3302578" y="5404329"/>
              <a:ext cx="44841" cy="179178"/>
              <a:chOff x="919" y="4440"/>
              <a:chExt cx="66" cy="248"/>
            </a:xfrm>
          </p:grpSpPr>
          <p:grpSp>
            <p:nvGrpSpPr>
              <p:cNvPr id="304" name="Group 35">
                <a:extLst>
                  <a:ext uri="{FF2B5EF4-FFF2-40B4-BE49-F238E27FC236}">
                    <a16:creationId xmlns:a16="http://schemas.microsoft.com/office/drawing/2014/main" id="{7FAC5AA0-B1CA-4278-A273-6AFB2BD92A9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19" y="4440"/>
                <a:ext cx="66" cy="66"/>
                <a:chOff x="250" y="352"/>
                <a:chExt cx="136" cy="136"/>
              </a:xfrm>
            </p:grpSpPr>
            <p:sp>
              <p:nvSpPr>
                <p:cNvPr id="309" name="Oval 36">
                  <a:extLst>
                    <a:ext uri="{FF2B5EF4-FFF2-40B4-BE49-F238E27FC236}">
                      <a16:creationId xmlns:a16="http://schemas.microsoft.com/office/drawing/2014/main" id="{ABDA176F-6885-420A-AEA4-17C0C7493E9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0" y="352"/>
                  <a:ext cx="136" cy="136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  <p:sp>
              <p:nvSpPr>
                <p:cNvPr id="310" name="Oval 37">
                  <a:extLst>
                    <a:ext uri="{FF2B5EF4-FFF2-40B4-BE49-F238E27FC236}">
                      <a16:creationId xmlns:a16="http://schemas.microsoft.com/office/drawing/2014/main" id="{68A18819-3EE7-4701-B8BA-39BCFBAB9F5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6" y="368"/>
                  <a:ext cx="120" cy="120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</p:grpSp>
          <p:grpSp>
            <p:nvGrpSpPr>
              <p:cNvPr id="305" name="Group 38">
                <a:extLst>
                  <a:ext uri="{FF2B5EF4-FFF2-40B4-BE49-F238E27FC236}">
                    <a16:creationId xmlns:a16="http://schemas.microsoft.com/office/drawing/2014/main" id="{AC60C845-9EFB-4E01-92A8-F49851F702C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19" y="4622"/>
                <a:ext cx="66" cy="66"/>
                <a:chOff x="250" y="352"/>
                <a:chExt cx="136" cy="136"/>
              </a:xfrm>
            </p:grpSpPr>
            <p:sp>
              <p:nvSpPr>
                <p:cNvPr id="307" name="Oval 39">
                  <a:extLst>
                    <a:ext uri="{FF2B5EF4-FFF2-40B4-BE49-F238E27FC236}">
                      <a16:creationId xmlns:a16="http://schemas.microsoft.com/office/drawing/2014/main" id="{E2663A96-10AC-4B6C-9442-846A3EA276B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0" y="352"/>
                  <a:ext cx="136" cy="136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  <p:sp>
              <p:nvSpPr>
                <p:cNvPr id="308" name="Oval 40">
                  <a:extLst>
                    <a:ext uri="{FF2B5EF4-FFF2-40B4-BE49-F238E27FC236}">
                      <a16:creationId xmlns:a16="http://schemas.microsoft.com/office/drawing/2014/main" id="{7DAD5EAA-AD2C-434B-90C0-467AC5A7335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6" y="368"/>
                  <a:ext cx="120" cy="120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</p:grpSp>
          <p:sp>
            <p:nvSpPr>
              <p:cNvPr id="306" name="AutoShape 41">
                <a:extLst>
                  <a:ext uri="{FF2B5EF4-FFF2-40B4-BE49-F238E27FC236}">
                    <a16:creationId xmlns:a16="http://schemas.microsoft.com/office/drawing/2014/main" id="{1967EFB5-541F-4348-AF62-BFF0149E32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849" y="4547"/>
                <a:ext cx="208" cy="3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FFFFFF"/>
                  </a:gs>
                  <a:gs pos="100000">
                    <a:srgbClr val="C0C0C0"/>
                  </a:gs>
                </a:gsLst>
                <a:path path="shape">
                  <a:fillToRect l="50000" t="50000" r="50000" b="50000"/>
                </a:path>
              </a:gradFill>
              <a:ln w="12700" algn="ctr">
                <a:solidFill>
                  <a:sysClr val="window" lastClr="FFFFFF"/>
                </a:solidFill>
                <a:round/>
                <a:headEnd/>
                <a:tailEnd/>
              </a:ln>
            </p:spPr>
            <p:txBody>
              <a:bodyPr wrap="none" lIns="97154" tIns="50520" rIns="11658" bIns="50520" anchor="ctr"/>
              <a:lstStyle/>
              <a:p>
                <a:pPr marL="0" marR="0" lvl="0" indent="0" algn="ctr" defTabSz="109196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1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+mj-ea"/>
                  <a:ea typeface="+mj-ea"/>
                  <a:cs typeface="하나 L"/>
                </a:endParaRPr>
              </a:p>
            </p:txBody>
          </p:sp>
        </p:grpSp>
        <p:grpSp>
          <p:nvGrpSpPr>
            <p:cNvPr id="280" name="Group 51">
              <a:extLst>
                <a:ext uri="{FF2B5EF4-FFF2-40B4-BE49-F238E27FC236}">
                  <a16:creationId xmlns:a16="http://schemas.microsoft.com/office/drawing/2014/main" id="{8EB3318B-D2D8-4608-ADA8-C8BB254B9DD5}"/>
                </a:ext>
              </a:extLst>
            </p:cNvPr>
            <p:cNvGrpSpPr>
              <a:grpSpLocks/>
            </p:cNvGrpSpPr>
            <p:nvPr/>
          </p:nvGrpSpPr>
          <p:grpSpPr bwMode="auto">
            <a:xfrm rot="16200000">
              <a:off x="3302578" y="5501742"/>
              <a:ext cx="44841" cy="179178"/>
              <a:chOff x="919" y="4440"/>
              <a:chExt cx="66" cy="248"/>
            </a:xfrm>
          </p:grpSpPr>
          <p:grpSp>
            <p:nvGrpSpPr>
              <p:cNvPr id="297" name="Group 52">
                <a:extLst>
                  <a:ext uri="{FF2B5EF4-FFF2-40B4-BE49-F238E27FC236}">
                    <a16:creationId xmlns:a16="http://schemas.microsoft.com/office/drawing/2014/main" id="{E095783B-0717-424A-837E-CDF137C4012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19" y="4440"/>
                <a:ext cx="66" cy="66"/>
                <a:chOff x="250" y="352"/>
                <a:chExt cx="136" cy="136"/>
              </a:xfrm>
            </p:grpSpPr>
            <p:sp>
              <p:nvSpPr>
                <p:cNvPr id="302" name="Oval 53">
                  <a:extLst>
                    <a:ext uri="{FF2B5EF4-FFF2-40B4-BE49-F238E27FC236}">
                      <a16:creationId xmlns:a16="http://schemas.microsoft.com/office/drawing/2014/main" id="{79804E39-A2B4-45DE-9DAC-50683A86914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0" y="352"/>
                  <a:ext cx="136" cy="136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  <p:sp>
              <p:nvSpPr>
                <p:cNvPr id="303" name="Oval 54">
                  <a:extLst>
                    <a:ext uri="{FF2B5EF4-FFF2-40B4-BE49-F238E27FC236}">
                      <a16:creationId xmlns:a16="http://schemas.microsoft.com/office/drawing/2014/main" id="{A69AA7C2-7C06-4351-A30C-E8077944B2F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6" y="368"/>
                  <a:ext cx="120" cy="120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</p:grpSp>
          <p:grpSp>
            <p:nvGrpSpPr>
              <p:cNvPr id="298" name="Group 55">
                <a:extLst>
                  <a:ext uri="{FF2B5EF4-FFF2-40B4-BE49-F238E27FC236}">
                    <a16:creationId xmlns:a16="http://schemas.microsoft.com/office/drawing/2014/main" id="{821F1FD1-507A-4380-8745-E4AECCC5E1E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19" y="4622"/>
                <a:ext cx="66" cy="66"/>
                <a:chOff x="250" y="352"/>
                <a:chExt cx="136" cy="136"/>
              </a:xfrm>
            </p:grpSpPr>
            <p:sp>
              <p:nvSpPr>
                <p:cNvPr id="300" name="Oval 56">
                  <a:extLst>
                    <a:ext uri="{FF2B5EF4-FFF2-40B4-BE49-F238E27FC236}">
                      <a16:creationId xmlns:a16="http://schemas.microsoft.com/office/drawing/2014/main" id="{F14BB7FC-0FF2-4423-AA05-9781317DA31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0" y="352"/>
                  <a:ext cx="136" cy="136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  <p:sp>
              <p:nvSpPr>
                <p:cNvPr id="301" name="Oval 57">
                  <a:extLst>
                    <a:ext uri="{FF2B5EF4-FFF2-40B4-BE49-F238E27FC236}">
                      <a16:creationId xmlns:a16="http://schemas.microsoft.com/office/drawing/2014/main" id="{89BBB1EC-BEDA-4ACA-83DA-52408537055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6" y="368"/>
                  <a:ext cx="120" cy="120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</p:grpSp>
          <p:sp>
            <p:nvSpPr>
              <p:cNvPr id="299" name="AutoShape 58">
                <a:extLst>
                  <a:ext uri="{FF2B5EF4-FFF2-40B4-BE49-F238E27FC236}">
                    <a16:creationId xmlns:a16="http://schemas.microsoft.com/office/drawing/2014/main" id="{18317634-2BA2-435B-8079-D7A3064D18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849" y="4547"/>
                <a:ext cx="208" cy="3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FFFFFF"/>
                  </a:gs>
                  <a:gs pos="100000">
                    <a:srgbClr val="C0C0C0"/>
                  </a:gs>
                </a:gsLst>
                <a:path path="shape">
                  <a:fillToRect l="50000" t="50000" r="50000" b="50000"/>
                </a:path>
              </a:gradFill>
              <a:ln w="12700" algn="ctr">
                <a:solidFill>
                  <a:sysClr val="window" lastClr="FFFFFF"/>
                </a:solidFill>
                <a:round/>
                <a:headEnd/>
                <a:tailEnd/>
              </a:ln>
            </p:spPr>
            <p:txBody>
              <a:bodyPr wrap="none" lIns="97154" tIns="50520" rIns="11658" bIns="50520" anchor="ctr"/>
              <a:lstStyle/>
              <a:p>
                <a:pPr marL="0" marR="0" lvl="0" indent="0" algn="ctr" defTabSz="109196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1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+mj-ea"/>
                  <a:ea typeface="+mj-ea"/>
                  <a:cs typeface="하나 L"/>
                </a:endParaRPr>
              </a:p>
            </p:txBody>
          </p:sp>
        </p:grpSp>
        <p:grpSp>
          <p:nvGrpSpPr>
            <p:cNvPr id="281" name="Group 59">
              <a:extLst>
                <a:ext uri="{FF2B5EF4-FFF2-40B4-BE49-F238E27FC236}">
                  <a16:creationId xmlns:a16="http://schemas.microsoft.com/office/drawing/2014/main" id="{11E51EFD-DAB7-429B-9B59-2003E25FA7ED}"/>
                </a:ext>
              </a:extLst>
            </p:cNvPr>
            <p:cNvGrpSpPr>
              <a:grpSpLocks/>
            </p:cNvGrpSpPr>
            <p:nvPr/>
          </p:nvGrpSpPr>
          <p:grpSpPr bwMode="auto">
            <a:xfrm rot="16200000">
              <a:off x="3302578" y="5600703"/>
              <a:ext cx="44841" cy="179178"/>
              <a:chOff x="919" y="4440"/>
              <a:chExt cx="66" cy="248"/>
            </a:xfrm>
          </p:grpSpPr>
          <p:grpSp>
            <p:nvGrpSpPr>
              <p:cNvPr id="290" name="Group 60">
                <a:extLst>
                  <a:ext uri="{FF2B5EF4-FFF2-40B4-BE49-F238E27FC236}">
                    <a16:creationId xmlns:a16="http://schemas.microsoft.com/office/drawing/2014/main" id="{3C55B745-1D08-4545-8746-5F984522AF7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19" y="4440"/>
                <a:ext cx="66" cy="66"/>
                <a:chOff x="250" y="352"/>
                <a:chExt cx="136" cy="136"/>
              </a:xfrm>
            </p:grpSpPr>
            <p:sp>
              <p:nvSpPr>
                <p:cNvPr id="295" name="Oval 61">
                  <a:extLst>
                    <a:ext uri="{FF2B5EF4-FFF2-40B4-BE49-F238E27FC236}">
                      <a16:creationId xmlns:a16="http://schemas.microsoft.com/office/drawing/2014/main" id="{F362D3AE-54DC-4A6A-BB1F-F6C51223A52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0" y="352"/>
                  <a:ext cx="136" cy="136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  <p:sp>
              <p:nvSpPr>
                <p:cNvPr id="296" name="Oval 62">
                  <a:extLst>
                    <a:ext uri="{FF2B5EF4-FFF2-40B4-BE49-F238E27FC236}">
                      <a16:creationId xmlns:a16="http://schemas.microsoft.com/office/drawing/2014/main" id="{B3E0F162-386A-41E0-AE2C-A0D52A1FBDE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6" y="368"/>
                  <a:ext cx="120" cy="120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</p:grpSp>
          <p:grpSp>
            <p:nvGrpSpPr>
              <p:cNvPr id="291" name="Group 63">
                <a:extLst>
                  <a:ext uri="{FF2B5EF4-FFF2-40B4-BE49-F238E27FC236}">
                    <a16:creationId xmlns:a16="http://schemas.microsoft.com/office/drawing/2014/main" id="{8F6EFB43-8FDB-402C-9B44-907E12403A5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19" y="4622"/>
                <a:ext cx="66" cy="66"/>
                <a:chOff x="250" y="352"/>
                <a:chExt cx="136" cy="136"/>
              </a:xfrm>
            </p:grpSpPr>
            <p:sp>
              <p:nvSpPr>
                <p:cNvPr id="293" name="Oval 64">
                  <a:extLst>
                    <a:ext uri="{FF2B5EF4-FFF2-40B4-BE49-F238E27FC236}">
                      <a16:creationId xmlns:a16="http://schemas.microsoft.com/office/drawing/2014/main" id="{D5B18AEE-C505-4DB9-AC24-1FCD23EE0F1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0" y="352"/>
                  <a:ext cx="136" cy="136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  <p:sp>
              <p:nvSpPr>
                <p:cNvPr id="294" name="Oval 65">
                  <a:extLst>
                    <a:ext uri="{FF2B5EF4-FFF2-40B4-BE49-F238E27FC236}">
                      <a16:creationId xmlns:a16="http://schemas.microsoft.com/office/drawing/2014/main" id="{0EBFEFF5-CD14-4D75-A436-33CC366A14D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6" y="368"/>
                  <a:ext cx="120" cy="120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</p:grpSp>
          <p:sp>
            <p:nvSpPr>
              <p:cNvPr id="292" name="AutoShape 66">
                <a:extLst>
                  <a:ext uri="{FF2B5EF4-FFF2-40B4-BE49-F238E27FC236}">
                    <a16:creationId xmlns:a16="http://schemas.microsoft.com/office/drawing/2014/main" id="{5A20EADA-B60E-4285-B098-2A1F40021C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849" y="4547"/>
                <a:ext cx="208" cy="3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FFFFFF"/>
                  </a:gs>
                  <a:gs pos="100000">
                    <a:srgbClr val="C0C0C0"/>
                  </a:gs>
                </a:gsLst>
                <a:path path="shape">
                  <a:fillToRect l="50000" t="50000" r="50000" b="50000"/>
                </a:path>
              </a:gradFill>
              <a:ln w="12700" algn="ctr">
                <a:solidFill>
                  <a:sysClr val="window" lastClr="FFFFFF"/>
                </a:solidFill>
                <a:round/>
                <a:headEnd/>
                <a:tailEnd/>
              </a:ln>
            </p:spPr>
            <p:txBody>
              <a:bodyPr wrap="none" lIns="97154" tIns="50520" rIns="11658" bIns="50520" anchor="ctr"/>
              <a:lstStyle/>
              <a:p>
                <a:pPr marL="0" marR="0" lvl="0" indent="0" algn="ctr" defTabSz="109196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1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+mj-ea"/>
                  <a:ea typeface="+mj-ea"/>
                  <a:cs typeface="하나 L"/>
                </a:endParaRPr>
              </a:p>
            </p:txBody>
          </p:sp>
        </p:grpSp>
        <p:grpSp>
          <p:nvGrpSpPr>
            <p:cNvPr id="282" name="Group 67">
              <a:extLst>
                <a:ext uri="{FF2B5EF4-FFF2-40B4-BE49-F238E27FC236}">
                  <a16:creationId xmlns:a16="http://schemas.microsoft.com/office/drawing/2014/main" id="{D8466098-1D1F-45AC-B5CA-5B920A759432}"/>
                </a:ext>
              </a:extLst>
            </p:cNvPr>
            <p:cNvGrpSpPr>
              <a:grpSpLocks/>
            </p:cNvGrpSpPr>
            <p:nvPr/>
          </p:nvGrpSpPr>
          <p:grpSpPr bwMode="auto">
            <a:xfrm rot="16200000">
              <a:off x="3303351" y="5698117"/>
              <a:ext cx="43295" cy="179178"/>
              <a:chOff x="919" y="4440"/>
              <a:chExt cx="66" cy="248"/>
            </a:xfrm>
          </p:grpSpPr>
          <p:grpSp>
            <p:nvGrpSpPr>
              <p:cNvPr id="283" name="Group 68">
                <a:extLst>
                  <a:ext uri="{FF2B5EF4-FFF2-40B4-BE49-F238E27FC236}">
                    <a16:creationId xmlns:a16="http://schemas.microsoft.com/office/drawing/2014/main" id="{8F7CDAFD-F8A6-4788-9A9A-391C3201E5A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19" y="4440"/>
                <a:ext cx="66" cy="66"/>
                <a:chOff x="250" y="352"/>
                <a:chExt cx="136" cy="136"/>
              </a:xfrm>
            </p:grpSpPr>
            <p:sp>
              <p:nvSpPr>
                <p:cNvPr id="288" name="Oval 69">
                  <a:extLst>
                    <a:ext uri="{FF2B5EF4-FFF2-40B4-BE49-F238E27FC236}">
                      <a16:creationId xmlns:a16="http://schemas.microsoft.com/office/drawing/2014/main" id="{303CBFF8-6EAB-47E8-9E4C-31D453CEB7E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0" y="352"/>
                  <a:ext cx="136" cy="136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  <p:sp>
              <p:nvSpPr>
                <p:cNvPr id="289" name="Oval 70">
                  <a:extLst>
                    <a:ext uri="{FF2B5EF4-FFF2-40B4-BE49-F238E27FC236}">
                      <a16:creationId xmlns:a16="http://schemas.microsoft.com/office/drawing/2014/main" id="{80F273E4-6F12-480C-B0DA-2DE91AE0062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6" y="368"/>
                  <a:ext cx="120" cy="120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</p:grpSp>
          <p:grpSp>
            <p:nvGrpSpPr>
              <p:cNvPr id="284" name="Group 71">
                <a:extLst>
                  <a:ext uri="{FF2B5EF4-FFF2-40B4-BE49-F238E27FC236}">
                    <a16:creationId xmlns:a16="http://schemas.microsoft.com/office/drawing/2014/main" id="{1218272A-17AE-4FC4-AE5D-FBD496FA4C7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19" y="4622"/>
                <a:ext cx="66" cy="66"/>
                <a:chOff x="250" y="352"/>
                <a:chExt cx="136" cy="136"/>
              </a:xfrm>
            </p:grpSpPr>
            <p:sp>
              <p:nvSpPr>
                <p:cNvPr id="286" name="Oval 72">
                  <a:extLst>
                    <a:ext uri="{FF2B5EF4-FFF2-40B4-BE49-F238E27FC236}">
                      <a16:creationId xmlns:a16="http://schemas.microsoft.com/office/drawing/2014/main" id="{E310DD64-5BA3-4EA9-AE10-618B880129C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0" y="352"/>
                  <a:ext cx="136" cy="136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  <p:sp>
              <p:nvSpPr>
                <p:cNvPr id="287" name="Oval 73">
                  <a:extLst>
                    <a:ext uri="{FF2B5EF4-FFF2-40B4-BE49-F238E27FC236}">
                      <a16:creationId xmlns:a16="http://schemas.microsoft.com/office/drawing/2014/main" id="{90E3F341-4B6F-4545-9830-80CF180A543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6" y="368"/>
                  <a:ext cx="120" cy="120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</p:grpSp>
          <p:sp>
            <p:nvSpPr>
              <p:cNvPr id="285" name="AutoShape 74">
                <a:extLst>
                  <a:ext uri="{FF2B5EF4-FFF2-40B4-BE49-F238E27FC236}">
                    <a16:creationId xmlns:a16="http://schemas.microsoft.com/office/drawing/2014/main" id="{C3AC2FCC-24D5-47F8-857A-B4CC735D96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849" y="4547"/>
                <a:ext cx="208" cy="3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FFFFFF"/>
                  </a:gs>
                  <a:gs pos="100000">
                    <a:srgbClr val="C0C0C0"/>
                  </a:gs>
                </a:gsLst>
                <a:path path="shape">
                  <a:fillToRect l="50000" t="50000" r="50000" b="50000"/>
                </a:path>
              </a:gradFill>
              <a:ln w="12700" algn="ctr">
                <a:solidFill>
                  <a:sysClr val="window" lastClr="FFFFFF"/>
                </a:solidFill>
                <a:round/>
                <a:headEnd/>
                <a:tailEnd/>
              </a:ln>
            </p:spPr>
            <p:txBody>
              <a:bodyPr wrap="none" lIns="97154" tIns="50520" rIns="11658" bIns="50520" anchor="ctr"/>
              <a:lstStyle/>
              <a:p>
                <a:pPr marL="0" marR="0" lvl="0" indent="0" algn="ctr" defTabSz="109196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1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+mj-ea"/>
                  <a:ea typeface="+mj-ea"/>
                  <a:cs typeface="하나 L"/>
                </a:endParaRPr>
              </a:p>
            </p:txBody>
          </p:sp>
        </p:grpSp>
        <p:grpSp>
          <p:nvGrpSpPr>
            <p:cNvPr id="312" name="Group 34">
              <a:extLst>
                <a:ext uri="{FF2B5EF4-FFF2-40B4-BE49-F238E27FC236}">
                  <a16:creationId xmlns:a16="http://schemas.microsoft.com/office/drawing/2014/main" id="{4409C1E4-00F4-43EE-B44E-842EF5ACBD02}"/>
                </a:ext>
              </a:extLst>
            </p:cNvPr>
            <p:cNvGrpSpPr>
              <a:grpSpLocks/>
            </p:cNvGrpSpPr>
            <p:nvPr/>
          </p:nvGrpSpPr>
          <p:grpSpPr bwMode="auto">
            <a:xfrm rot="16200000">
              <a:off x="3302578" y="5813205"/>
              <a:ext cx="44841" cy="179178"/>
              <a:chOff x="919" y="4440"/>
              <a:chExt cx="66" cy="248"/>
            </a:xfrm>
          </p:grpSpPr>
          <p:grpSp>
            <p:nvGrpSpPr>
              <p:cNvPr id="337" name="Group 35">
                <a:extLst>
                  <a:ext uri="{FF2B5EF4-FFF2-40B4-BE49-F238E27FC236}">
                    <a16:creationId xmlns:a16="http://schemas.microsoft.com/office/drawing/2014/main" id="{7FAC5AA0-B1CA-4278-A273-6AFB2BD92A9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19" y="4440"/>
                <a:ext cx="66" cy="66"/>
                <a:chOff x="250" y="352"/>
                <a:chExt cx="136" cy="136"/>
              </a:xfrm>
            </p:grpSpPr>
            <p:sp>
              <p:nvSpPr>
                <p:cNvPr id="342" name="Oval 36">
                  <a:extLst>
                    <a:ext uri="{FF2B5EF4-FFF2-40B4-BE49-F238E27FC236}">
                      <a16:creationId xmlns:a16="http://schemas.microsoft.com/office/drawing/2014/main" id="{ABDA176F-6885-420A-AEA4-17C0C7493E9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0" y="352"/>
                  <a:ext cx="136" cy="136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  <p:sp>
              <p:nvSpPr>
                <p:cNvPr id="343" name="Oval 37">
                  <a:extLst>
                    <a:ext uri="{FF2B5EF4-FFF2-40B4-BE49-F238E27FC236}">
                      <a16:creationId xmlns:a16="http://schemas.microsoft.com/office/drawing/2014/main" id="{68A18819-3EE7-4701-B8BA-39BCFBAB9F5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6" y="368"/>
                  <a:ext cx="120" cy="120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</p:grpSp>
          <p:grpSp>
            <p:nvGrpSpPr>
              <p:cNvPr id="338" name="Group 38">
                <a:extLst>
                  <a:ext uri="{FF2B5EF4-FFF2-40B4-BE49-F238E27FC236}">
                    <a16:creationId xmlns:a16="http://schemas.microsoft.com/office/drawing/2014/main" id="{AC60C845-9EFB-4E01-92A8-F49851F702C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19" y="4622"/>
                <a:ext cx="66" cy="66"/>
                <a:chOff x="250" y="352"/>
                <a:chExt cx="136" cy="136"/>
              </a:xfrm>
            </p:grpSpPr>
            <p:sp>
              <p:nvSpPr>
                <p:cNvPr id="340" name="Oval 39">
                  <a:extLst>
                    <a:ext uri="{FF2B5EF4-FFF2-40B4-BE49-F238E27FC236}">
                      <a16:creationId xmlns:a16="http://schemas.microsoft.com/office/drawing/2014/main" id="{E2663A96-10AC-4B6C-9442-846A3EA276B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0" y="352"/>
                  <a:ext cx="136" cy="136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  <p:sp>
              <p:nvSpPr>
                <p:cNvPr id="341" name="Oval 40">
                  <a:extLst>
                    <a:ext uri="{FF2B5EF4-FFF2-40B4-BE49-F238E27FC236}">
                      <a16:creationId xmlns:a16="http://schemas.microsoft.com/office/drawing/2014/main" id="{7DAD5EAA-AD2C-434B-90C0-467AC5A7335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6" y="368"/>
                  <a:ext cx="120" cy="120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</p:grpSp>
          <p:sp>
            <p:nvSpPr>
              <p:cNvPr id="339" name="AutoShape 41">
                <a:extLst>
                  <a:ext uri="{FF2B5EF4-FFF2-40B4-BE49-F238E27FC236}">
                    <a16:creationId xmlns:a16="http://schemas.microsoft.com/office/drawing/2014/main" id="{1967EFB5-541F-4348-AF62-BFF0149E32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849" y="4547"/>
                <a:ext cx="208" cy="3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FFFFFF"/>
                  </a:gs>
                  <a:gs pos="100000">
                    <a:srgbClr val="C0C0C0"/>
                  </a:gs>
                </a:gsLst>
                <a:path path="shape">
                  <a:fillToRect l="50000" t="50000" r="50000" b="50000"/>
                </a:path>
              </a:gradFill>
              <a:ln w="12700" algn="ctr">
                <a:solidFill>
                  <a:sysClr val="window" lastClr="FFFFFF"/>
                </a:solidFill>
                <a:round/>
                <a:headEnd/>
                <a:tailEnd/>
              </a:ln>
            </p:spPr>
            <p:txBody>
              <a:bodyPr wrap="none" lIns="97154" tIns="50520" rIns="11658" bIns="50520" anchor="ctr"/>
              <a:lstStyle/>
              <a:p>
                <a:pPr marL="0" marR="0" lvl="0" indent="0" algn="ctr" defTabSz="109196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1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+mj-ea"/>
                  <a:ea typeface="+mj-ea"/>
                  <a:cs typeface="하나 L"/>
                </a:endParaRPr>
              </a:p>
            </p:txBody>
          </p:sp>
        </p:grpSp>
        <p:grpSp>
          <p:nvGrpSpPr>
            <p:cNvPr id="313" name="Group 51">
              <a:extLst>
                <a:ext uri="{FF2B5EF4-FFF2-40B4-BE49-F238E27FC236}">
                  <a16:creationId xmlns:a16="http://schemas.microsoft.com/office/drawing/2014/main" id="{8EB3318B-D2D8-4608-ADA8-C8BB254B9DD5}"/>
                </a:ext>
              </a:extLst>
            </p:cNvPr>
            <p:cNvGrpSpPr>
              <a:grpSpLocks/>
            </p:cNvGrpSpPr>
            <p:nvPr/>
          </p:nvGrpSpPr>
          <p:grpSpPr bwMode="auto">
            <a:xfrm rot="16200000">
              <a:off x="3302578" y="5910618"/>
              <a:ext cx="44841" cy="179178"/>
              <a:chOff x="919" y="4440"/>
              <a:chExt cx="66" cy="248"/>
            </a:xfrm>
          </p:grpSpPr>
          <p:grpSp>
            <p:nvGrpSpPr>
              <p:cNvPr id="330" name="Group 52">
                <a:extLst>
                  <a:ext uri="{FF2B5EF4-FFF2-40B4-BE49-F238E27FC236}">
                    <a16:creationId xmlns:a16="http://schemas.microsoft.com/office/drawing/2014/main" id="{E095783B-0717-424A-837E-CDF137C4012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19" y="4440"/>
                <a:ext cx="66" cy="66"/>
                <a:chOff x="250" y="352"/>
                <a:chExt cx="136" cy="136"/>
              </a:xfrm>
            </p:grpSpPr>
            <p:sp>
              <p:nvSpPr>
                <p:cNvPr id="335" name="Oval 53">
                  <a:extLst>
                    <a:ext uri="{FF2B5EF4-FFF2-40B4-BE49-F238E27FC236}">
                      <a16:creationId xmlns:a16="http://schemas.microsoft.com/office/drawing/2014/main" id="{79804E39-A2B4-45DE-9DAC-50683A86914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0" y="352"/>
                  <a:ext cx="136" cy="136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  <p:sp>
              <p:nvSpPr>
                <p:cNvPr id="336" name="Oval 54">
                  <a:extLst>
                    <a:ext uri="{FF2B5EF4-FFF2-40B4-BE49-F238E27FC236}">
                      <a16:creationId xmlns:a16="http://schemas.microsoft.com/office/drawing/2014/main" id="{A69AA7C2-7C06-4351-A30C-E8077944B2F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6" y="368"/>
                  <a:ext cx="120" cy="120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</p:grpSp>
          <p:grpSp>
            <p:nvGrpSpPr>
              <p:cNvPr id="331" name="Group 55">
                <a:extLst>
                  <a:ext uri="{FF2B5EF4-FFF2-40B4-BE49-F238E27FC236}">
                    <a16:creationId xmlns:a16="http://schemas.microsoft.com/office/drawing/2014/main" id="{821F1FD1-507A-4380-8745-E4AECCC5E1E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19" y="4622"/>
                <a:ext cx="66" cy="66"/>
                <a:chOff x="250" y="352"/>
                <a:chExt cx="136" cy="136"/>
              </a:xfrm>
            </p:grpSpPr>
            <p:sp>
              <p:nvSpPr>
                <p:cNvPr id="333" name="Oval 56">
                  <a:extLst>
                    <a:ext uri="{FF2B5EF4-FFF2-40B4-BE49-F238E27FC236}">
                      <a16:creationId xmlns:a16="http://schemas.microsoft.com/office/drawing/2014/main" id="{F14BB7FC-0FF2-4423-AA05-9781317DA31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0" y="352"/>
                  <a:ext cx="136" cy="136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  <p:sp>
              <p:nvSpPr>
                <p:cNvPr id="334" name="Oval 57">
                  <a:extLst>
                    <a:ext uri="{FF2B5EF4-FFF2-40B4-BE49-F238E27FC236}">
                      <a16:creationId xmlns:a16="http://schemas.microsoft.com/office/drawing/2014/main" id="{89BBB1EC-BEDA-4ACA-83DA-52408537055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6" y="368"/>
                  <a:ext cx="120" cy="120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</p:grpSp>
          <p:sp>
            <p:nvSpPr>
              <p:cNvPr id="332" name="AutoShape 58">
                <a:extLst>
                  <a:ext uri="{FF2B5EF4-FFF2-40B4-BE49-F238E27FC236}">
                    <a16:creationId xmlns:a16="http://schemas.microsoft.com/office/drawing/2014/main" id="{18317634-2BA2-435B-8079-D7A3064D18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849" y="4547"/>
                <a:ext cx="208" cy="3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FFFFFF"/>
                  </a:gs>
                  <a:gs pos="100000">
                    <a:srgbClr val="C0C0C0"/>
                  </a:gs>
                </a:gsLst>
                <a:path path="shape">
                  <a:fillToRect l="50000" t="50000" r="50000" b="50000"/>
                </a:path>
              </a:gradFill>
              <a:ln w="12700" algn="ctr">
                <a:solidFill>
                  <a:sysClr val="window" lastClr="FFFFFF"/>
                </a:solidFill>
                <a:round/>
                <a:headEnd/>
                <a:tailEnd/>
              </a:ln>
            </p:spPr>
            <p:txBody>
              <a:bodyPr wrap="none" lIns="97154" tIns="50520" rIns="11658" bIns="50520" anchor="ctr"/>
              <a:lstStyle/>
              <a:p>
                <a:pPr marL="0" marR="0" lvl="0" indent="0" algn="ctr" defTabSz="109196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1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+mj-ea"/>
                  <a:ea typeface="+mj-ea"/>
                  <a:cs typeface="하나 L"/>
                </a:endParaRPr>
              </a:p>
            </p:txBody>
          </p:sp>
        </p:grpSp>
        <p:grpSp>
          <p:nvGrpSpPr>
            <p:cNvPr id="314" name="Group 59">
              <a:extLst>
                <a:ext uri="{FF2B5EF4-FFF2-40B4-BE49-F238E27FC236}">
                  <a16:creationId xmlns:a16="http://schemas.microsoft.com/office/drawing/2014/main" id="{11E51EFD-DAB7-429B-9B59-2003E25FA7ED}"/>
                </a:ext>
              </a:extLst>
            </p:cNvPr>
            <p:cNvGrpSpPr>
              <a:grpSpLocks/>
            </p:cNvGrpSpPr>
            <p:nvPr/>
          </p:nvGrpSpPr>
          <p:grpSpPr bwMode="auto">
            <a:xfrm rot="16200000">
              <a:off x="3302578" y="6009579"/>
              <a:ext cx="44841" cy="179178"/>
              <a:chOff x="919" y="4440"/>
              <a:chExt cx="66" cy="248"/>
            </a:xfrm>
          </p:grpSpPr>
          <p:grpSp>
            <p:nvGrpSpPr>
              <p:cNvPr id="323" name="Group 60">
                <a:extLst>
                  <a:ext uri="{FF2B5EF4-FFF2-40B4-BE49-F238E27FC236}">
                    <a16:creationId xmlns:a16="http://schemas.microsoft.com/office/drawing/2014/main" id="{3C55B745-1D08-4545-8746-5F984522AF7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19" y="4440"/>
                <a:ext cx="66" cy="66"/>
                <a:chOff x="250" y="352"/>
                <a:chExt cx="136" cy="136"/>
              </a:xfrm>
            </p:grpSpPr>
            <p:sp>
              <p:nvSpPr>
                <p:cNvPr id="328" name="Oval 61">
                  <a:extLst>
                    <a:ext uri="{FF2B5EF4-FFF2-40B4-BE49-F238E27FC236}">
                      <a16:creationId xmlns:a16="http://schemas.microsoft.com/office/drawing/2014/main" id="{F362D3AE-54DC-4A6A-BB1F-F6C51223A52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0" y="352"/>
                  <a:ext cx="136" cy="136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  <p:sp>
              <p:nvSpPr>
                <p:cNvPr id="329" name="Oval 62">
                  <a:extLst>
                    <a:ext uri="{FF2B5EF4-FFF2-40B4-BE49-F238E27FC236}">
                      <a16:creationId xmlns:a16="http://schemas.microsoft.com/office/drawing/2014/main" id="{B3E0F162-386A-41E0-AE2C-A0D52A1FBDE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6" y="368"/>
                  <a:ext cx="120" cy="120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</p:grpSp>
          <p:grpSp>
            <p:nvGrpSpPr>
              <p:cNvPr id="324" name="Group 63">
                <a:extLst>
                  <a:ext uri="{FF2B5EF4-FFF2-40B4-BE49-F238E27FC236}">
                    <a16:creationId xmlns:a16="http://schemas.microsoft.com/office/drawing/2014/main" id="{8F6EFB43-8FDB-402C-9B44-907E12403A5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19" y="4622"/>
                <a:ext cx="66" cy="66"/>
                <a:chOff x="250" y="352"/>
                <a:chExt cx="136" cy="136"/>
              </a:xfrm>
            </p:grpSpPr>
            <p:sp>
              <p:nvSpPr>
                <p:cNvPr id="326" name="Oval 64">
                  <a:extLst>
                    <a:ext uri="{FF2B5EF4-FFF2-40B4-BE49-F238E27FC236}">
                      <a16:creationId xmlns:a16="http://schemas.microsoft.com/office/drawing/2014/main" id="{D5B18AEE-C505-4DB9-AC24-1FCD23EE0F1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0" y="352"/>
                  <a:ext cx="136" cy="136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  <p:sp>
              <p:nvSpPr>
                <p:cNvPr id="327" name="Oval 65">
                  <a:extLst>
                    <a:ext uri="{FF2B5EF4-FFF2-40B4-BE49-F238E27FC236}">
                      <a16:creationId xmlns:a16="http://schemas.microsoft.com/office/drawing/2014/main" id="{0EBFEFF5-CD14-4D75-A436-33CC366A14D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6" y="368"/>
                  <a:ext cx="120" cy="120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</p:grpSp>
          <p:sp>
            <p:nvSpPr>
              <p:cNvPr id="325" name="AutoShape 66">
                <a:extLst>
                  <a:ext uri="{FF2B5EF4-FFF2-40B4-BE49-F238E27FC236}">
                    <a16:creationId xmlns:a16="http://schemas.microsoft.com/office/drawing/2014/main" id="{5A20EADA-B60E-4285-B098-2A1F40021C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849" y="4547"/>
                <a:ext cx="208" cy="3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FFFFFF"/>
                  </a:gs>
                  <a:gs pos="100000">
                    <a:srgbClr val="C0C0C0"/>
                  </a:gs>
                </a:gsLst>
                <a:path path="shape">
                  <a:fillToRect l="50000" t="50000" r="50000" b="50000"/>
                </a:path>
              </a:gradFill>
              <a:ln w="12700" algn="ctr">
                <a:solidFill>
                  <a:sysClr val="window" lastClr="FFFFFF"/>
                </a:solidFill>
                <a:round/>
                <a:headEnd/>
                <a:tailEnd/>
              </a:ln>
            </p:spPr>
            <p:txBody>
              <a:bodyPr wrap="none" lIns="97154" tIns="50520" rIns="11658" bIns="50520" anchor="ctr"/>
              <a:lstStyle/>
              <a:p>
                <a:pPr marL="0" marR="0" lvl="0" indent="0" algn="ctr" defTabSz="109196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1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+mj-ea"/>
                  <a:ea typeface="+mj-ea"/>
                  <a:cs typeface="하나 L"/>
                </a:endParaRPr>
              </a:p>
            </p:txBody>
          </p:sp>
        </p:grpSp>
        <p:grpSp>
          <p:nvGrpSpPr>
            <p:cNvPr id="315" name="Group 67">
              <a:extLst>
                <a:ext uri="{FF2B5EF4-FFF2-40B4-BE49-F238E27FC236}">
                  <a16:creationId xmlns:a16="http://schemas.microsoft.com/office/drawing/2014/main" id="{D8466098-1D1F-45AC-B5CA-5B920A759432}"/>
                </a:ext>
              </a:extLst>
            </p:cNvPr>
            <p:cNvGrpSpPr>
              <a:grpSpLocks/>
            </p:cNvGrpSpPr>
            <p:nvPr/>
          </p:nvGrpSpPr>
          <p:grpSpPr bwMode="auto">
            <a:xfrm rot="16200000">
              <a:off x="3303351" y="6106992"/>
              <a:ext cx="43295" cy="179178"/>
              <a:chOff x="919" y="4440"/>
              <a:chExt cx="66" cy="248"/>
            </a:xfrm>
          </p:grpSpPr>
          <p:grpSp>
            <p:nvGrpSpPr>
              <p:cNvPr id="316" name="Group 68">
                <a:extLst>
                  <a:ext uri="{FF2B5EF4-FFF2-40B4-BE49-F238E27FC236}">
                    <a16:creationId xmlns:a16="http://schemas.microsoft.com/office/drawing/2014/main" id="{8F7CDAFD-F8A6-4788-9A9A-391C3201E5A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19" y="4440"/>
                <a:ext cx="66" cy="66"/>
                <a:chOff x="250" y="352"/>
                <a:chExt cx="136" cy="136"/>
              </a:xfrm>
            </p:grpSpPr>
            <p:sp>
              <p:nvSpPr>
                <p:cNvPr id="321" name="Oval 69">
                  <a:extLst>
                    <a:ext uri="{FF2B5EF4-FFF2-40B4-BE49-F238E27FC236}">
                      <a16:creationId xmlns:a16="http://schemas.microsoft.com/office/drawing/2014/main" id="{303CBFF8-6EAB-47E8-9E4C-31D453CEB7E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0" y="352"/>
                  <a:ext cx="136" cy="136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  <p:sp>
              <p:nvSpPr>
                <p:cNvPr id="322" name="Oval 70">
                  <a:extLst>
                    <a:ext uri="{FF2B5EF4-FFF2-40B4-BE49-F238E27FC236}">
                      <a16:creationId xmlns:a16="http://schemas.microsoft.com/office/drawing/2014/main" id="{80F273E4-6F12-480C-B0DA-2DE91AE0062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6" y="368"/>
                  <a:ext cx="120" cy="120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</p:grpSp>
          <p:grpSp>
            <p:nvGrpSpPr>
              <p:cNvPr id="317" name="Group 71">
                <a:extLst>
                  <a:ext uri="{FF2B5EF4-FFF2-40B4-BE49-F238E27FC236}">
                    <a16:creationId xmlns:a16="http://schemas.microsoft.com/office/drawing/2014/main" id="{1218272A-17AE-4FC4-AE5D-FBD496FA4C7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19" y="4622"/>
                <a:ext cx="66" cy="66"/>
                <a:chOff x="250" y="352"/>
                <a:chExt cx="136" cy="136"/>
              </a:xfrm>
            </p:grpSpPr>
            <p:sp>
              <p:nvSpPr>
                <p:cNvPr id="319" name="Oval 72">
                  <a:extLst>
                    <a:ext uri="{FF2B5EF4-FFF2-40B4-BE49-F238E27FC236}">
                      <a16:creationId xmlns:a16="http://schemas.microsoft.com/office/drawing/2014/main" id="{E310DD64-5BA3-4EA9-AE10-618B880129C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0" y="352"/>
                  <a:ext cx="136" cy="136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  <p:sp>
              <p:nvSpPr>
                <p:cNvPr id="320" name="Oval 73">
                  <a:extLst>
                    <a:ext uri="{FF2B5EF4-FFF2-40B4-BE49-F238E27FC236}">
                      <a16:creationId xmlns:a16="http://schemas.microsoft.com/office/drawing/2014/main" id="{90E3F341-4B6F-4545-9830-80CF180A543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6" y="368"/>
                  <a:ext cx="120" cy="120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</p:grpSp>
          <p:sp>
            <p:nvSpPr>
              <p:cNvPr id="318" name="AutoShape 74">
                <a:extLst>
                  <a:ext uri="{FF2B5EF4-FFF2-40B4-BE49-F238E27FC236}">
                    <a16:creationId xmlns:a16="http://schemas.microsoft.com/office/drawing/2014/main" id="{C3AC2FCC-24D5-47F8-857A-B4CC735D96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849" y="4547"/>
                <a:ext cx="208" cy="3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FFFFFF"/>
                  </a:gs>
                  <a:gs pos="100000">
                    <a:srgbClr val="C0C0C0"/>
                  </a:gs>
                </a:gsLst>
                <a:path path="shape">
                  <a:fillToRect l="50000" t="50000" r="50000" b="50000"/>
                </a:path>
              </a:gradFill>
              <a:ln w="12700" algn="ctr">
                <a:solidFill>
                  <a:sysClr val="window" lastClr="FFFFFF"/>
                </a:solidFill>
                <a:round/>
                <a:headEnd/>
                <a:tailEnd/>
              </a:ln>
            </p:spPr>
            <p:txBody>
              <a:bodyPr wrap="none" lIns="97154" tIns="50520" rIns="11658" bIns="50520" anchor="ctr"/>
              <a:lstStyle/>
              <a:p>
                <a:pPr marL="0" marR="0" lvl="0" indent="0" algn="ctr" defTabSz="109196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1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+mj-ea"/>
                  <a:ea typeface="+mj-ea"/>
                  <a:cs typeface="하나 L"/>
                </a:endParaRPr>
              </a:p>
            </p:txBody>
          </p:sp>
        </p:grpSp>
        <p:grpSp>
          <p:nvGrpSpPr>
            <p:cNvPr id="345" name="Group 34">
              <a:extLst>
                <a:ext uri="{FF2B5EF4-FFF2-40B4-BE49-F238E27FC236}">
                  <a16:creationId xmlns:a16="http://schemas.microsoft.com/office/drawing/2014/main" id="{4409C1E4-00F4-43EE-B44E-842EF5ACBD02}"/>
                </a:ext>
              </a:extLst>
            </p:cNvPr>
            <p:cNvGrpSpPr>
              <a:grpSpLocks/>
            </p:cNvGrpSpPr>
            <p:nvPr/>
          </p:nvGrpSpPr>
          <p:grpSpPr bwMode="auto">
            <a:xfrm rot="16200000">
              <a:off x="3302578" y="6222081"/>
              <a:ext cx="44841" cy="179178"/>
              <a:chOff x="919" y="4440"/>
              <a:chExt cx="66" cy="248"/>
            </a:xfrm>
          </p:grpSpPr>
          <p:grpSp>
            <p:nvGrpSpPr>
              <p:cNvPr id="370" name="Group 35">
                <a:extLst>
                  <a:ext uri="{FF2B5EF4-FFF2-40B4-BE49-F238E27FC236}">
                    <a16:creationId xmlns:a16="http://schemas.microsoft.com/office/drawing/2014/main" id="{7FAC5AA0-B1CA-4278-A273-6AFB2BD92A9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19" y="4440"/>
                <a:ext cx="66" cy="66"/>
                <a:chOff x="250" y="352"/>
                <a:chExt cx="136" cy="136"/>
              </a:xfrm>
            </p:grpSpPr>
            <p:sp>
              <p:nvSpPr>
                <p:cNvPr id="375" name="Oval 36">
                  <a:extLst>
                    <a:ext uri="{FF2B5EF4-FFF2-40B4-BE49-F238E27FC236}">
                      <a16:creationId xmlns:a16="http://schemas.microsoft.com/office/drawing/2014/main" id="{ABDA176F-6885-420A-AEA4-17C0C7493E9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0" y="352"/>
                  <a:ext cx="136" cy="136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  <p:sp>
              <p:nvSpPr>
                <p:cNvPr id="376" name="Oval 37">
                  <a:extLst>
                    <a:ext uri="{FF2B5EF4-FFF2-40B4-BE49-F238E27FC236}">
                      <a16:creationId xmlns:a16="http://schemas.microsoft.com/office/drawing/2014/main" id="{68A18819-3EE7-4701-B8BA-39BCFBAB9F5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6" y="368"/>
                  <a:ext cx="120" cy="120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</p:grpSp>
          <p:grpSp>
            <p:nvGrpSpPr>
              <p:cNvPr id="371" name="Group 38">
                <a:extLst>
                  <a:ext uri="{FF2B5EF4-FFF2-40B4-BE49-F238E27FC236}">
                    <a16:creationId xmlns:a16="http://schemas.microsoft.com/office/drawing/2014/main" id="{AC60C845-9EFB-4E01-92A8-F49851F702C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19" y="4622"/>
                <a:ext cx="66" cy="66"/>
                <a:chOff x="250" y="352"/>
                <a:chExt cx="136" cy="136"/>
              </a:xfrm>
            </p:grpSpPr>
            <p:sp>
              <p:nvSpPr>
                <p:cNvPr id="373" name="Oval 39">
                  <a:extLst>
                    <a:ext uri="{FF2B5EF4-FFF2-40B4-BE49-F238E27FC236}">
                      <a16:creationId xmlns:a16="http://schemas.microsoft.com/office/drawing/2014/main" id="{E2663A96-10AC-4B6C-9442-846A3EA276B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0" y="352"/>
                  <a:ext cx="136" cy="136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  <p:sp>
              <p:nvSpPr>
                <p:cNvPr id="374" name="Oval 40">
                  <a:extLst>
                    <a:ext uri="{FF2B5EF4-FFF2-40B4-BE49-F238E27FC236}">
                      <a16:creationId xmlns:a16="http://schemas.microsoft.com/office/drawing/2014/main" id="{7DAD5EAA-AD2C-434B-90C0-467AC5A7335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6" y="368"/>
                  <a:ext cx="120" cy="120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</p:grpSp>
          <p:sp>
            <p:nvSpPr>
              <p:cNvPr id="372" name="AutoShape 41">
                <a:extLst>
                  <a:ext uri="{FF2B5EF4-FFF2-40B4-BE49-F238E27FC236}">
                    <a16:creationId xmlns:a16="http://schemas.microsoft.com/office/drawing/2014/main" id="{1967EFB5-541F-4348-AF62-BFF0149E32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849" y="4547"/>
                <a:ext cx="208" cy="3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FFFFFF"/>
                  </a:gs>
                  <a:gs pos="100000">
                    <a:srgbClr val="C0C0C0"/>
                  </a:gs>
                </a:gsLst>
                <a:path path="shape">
                  <a:fillToRect l="50000" t="50000" r="50000" b="50000"/>
                </a:path>
              </a:gradFill>
              <a:ln w="12700" algn="ctr">
                <a:solidFill>
                  <a:sysClr val="window" lastClr="FFFFFF"/>
                </a:solidFill>
                <a:round/>
                <a:headEnd/>
                <a:tailEnd/>
              </a:ln>
            </p:spPr>
            <p:txBody>
              <a:bodyPr wrap="none" lIns="97154" tIns="50520" rIns="11658" bIns="50520" anchor="ctr"/>
              <a:lstStyle/>
              <a:p>
                <a:pPr marL="0" marR="0" lvl="0" indent="0" algn="ctr" defTabSz="109196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1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+mj-ea"/>
                  <a:ea typeface="+mj-ea"/>
                  <a:cs typeface="하나 L"/>
                </a:endParaRPr>
              </a:p>
            </p:txBody>
          </p:sp>
        </p:grpSp>
        <p:grpSp>
          <p:nvGrpSpPr>
            <p:cNvPr id="346" name="Group 51">
              <a:extLst>
                <a:ext uri="{FF2B5EF4-FFF2-40B4-BE49-F238E27FC236}">
                  <a16:creationId xmlns:a16="http://schemas.microsoft.com/office/drawing/2014/main" id="{8EB3318B-D2D8-4608-ADA8-C8BB254B9DD5}"/>
                </a:ext>
              </a:extLst>
            </p:cNvPr>
            <p:cNvGrpSpPr>
              <a:grpSpLocks/>
            </p:cNvGrpSpPr>
            <p:nvPr/>
          </p:nvGrpSpPr>
          <p:grpSpPr bwMode="auto">
            <a:xfrm rot="16200000">
              <a:off x="3302578" y="6319494"/>
              <a:ext cx="44841" cy="179178"/>
              <a:chOff x="919" y="4440"/>
              <a:chExt cx="66" cy="248"/>
            </a:xfrm>
          </p:grpSpPr>
          <p:grpSp>
            <p:nvGrpSpPr>
              <p:cNvPr id="363" name="Group 52">
                <a:extLst>
                  <a:ext uri="{FF2B5EF4-FFF2-40B4-BE49-F238E27FC236}">
                    <a16:creationId xmlns:a16="http://schemas.microsoft.com/office/drawing/2014/main" id="{E095783B-0717-424A-837E-CDF137C4012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19" y="4440"/>
                <a:ext cx="66" cy="66"/>
                <a:chOff x="250" y="352"/>
                <a:chExt cx="136" cy="136"/>
              </a:xfrm>
            </p:grpSpPr>
            <p:sp>
              <p:nvSpPr>
                <p:cNvPr id="368" name="Oval 53">
                  <a:extLst>
                    <a:ext uri="{FF2B5EF4-FFF2-40B4-BE49-F238E27FC236}">
                      <a16:creationId xmlns:a16="http://schemas.microsoft.com/office/drawing/2014/main" id="{79804E39-A2B4-45DE-9DAC-50683A86914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0" y="352"/>
                  <a:ext cx="136" cy="136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  <p:sp>
              <p:nvSpPr>
                <p:cNvPr id="369" name="Oval 54">
                  <a:extLst>
                    <a:ext uri="{FF2B5EF4-FFF2-40B4-BE49-F238E27FC236}">
                      <a16:creationId xmlns:a16="http://schemas.microsoft.com/office/drawing/2014/main" id="{A69AA7C2-7C06-4351-A30C-E8077944B2F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6" y="368"/>
                  <a:ext cx="120" cy="120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</p:grpSp>
          <p:grpSp>
            <p:nvGrpSpPr>
              <p:cNvPr id="364" name="Group 55">
                <a:extLst>
                  <a:ext uri="{FF2B5EF4-FFF2-40B4-BE49-F238E27FC236}">
                    <a16:creationId xmlns:a16="http://schemas.microsoft.com/office/drawing/2014/main" id="{821F1FD1-507A-4380-8745-E4AECCC5E1E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19" y="4622"/>
                <a:ext cx="66" cy="66"/>
                <a:chOff x="250" y="352"/>
                <a:chExt cx="136" cy="136"/>
              </a:xfrm>
            </p:grpSpPr>
            <p:sp>
              <p:nvSpPr>
                <p:cNvPr id="366" name="Oval 56">
                  <a:extLst>
                    <a:ext uri="{FF2B5EF4-FFF2-40B4-BE49-F238E27FC236}">
                      <a16:creationId xmlns:a16="http://schemas.microsoft.com/office/drawing/2014/main" id="{F14BB7FC-0FF2-4423-AA05-9781317DA31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0" y="352"/>
                  <a:ext cx="136" cy="136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  <p:sp>
              <p:nvSpPr>
                <p:cNvPr id="367" name="Oval 57">
                  <a:extLst>
                    <a:ext uri="{FF2B5EF4-FFF2-40B4-BE49-F238E27FC236}">
                      <a16:creationId xmlns:a16="http://schemas.microsoft.com/office/drawing/2014/main" id="{89BBB1EC-BEDA-4ACA-83DA-52408537055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6" y="368"/>
                  <a:ext cx="120" cy="120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</p:grpSp>
          <p:sp>
            <p:nvSpPr>
              <p:cNvPr id="365" name="AutoShape 58">
                <a:extLst>
                  <a:ext uri="{FF2B5EF4-FFF2-40B4-BE49-F238E27FC236}">
                    <a16:creationId xmlns:a16="http://schemas.microsoft.com/office/drawing/2014/main" id="{18317634-2BA2-435B-8079-D7A3064D18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849" y="4547"/>
                <a:ext cx="208" cy="3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FFFFFF"/>
                  </a:gs>
                  <a:gs pos="100000">
                    <a:srgbClr val="C0C0C0"/>
                  </a:gs>
                </a:gsLst>
                <a:path path="shape">
                  <a:fillToRect l="50000" t="50000" r="50000" b="50000"/>
                </a:path>
              </a:gradFill>
              <a:ln w="12700" algn="ctr">
                <a:solidFill>
                  <a:sysClr val="window" lastClr="FFFFFF"/>
                </a:solidFill>
                <a:round/>
                <a:headEnd/>
                <a:tailEnd/>
              </a:ln>
            </p:spPr>
            <p:txBody>
              <a:bodyPr wrap="none" lIns="97154" tIns="50520" rIns="11658" bIns="50520" anchor="ctr"/>
              <a:lstStyle/>
              <a:p>
                <a:pPr marL="0" marR="0" lvl="0" indent="0" algn="ctr" defTabSz="109196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1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+mj-ea"/>
                  <a:ea typeface="+mj-ea"/>
                  <a:cs typeface="하나 L"/>
                </a:endParaRPr>
              </a:p>
            </p:txBody>
          </p:sp>
        </p:grpSp>
        <p:grpSp>
          <p:nvGrpSpPr>
            <p:cNvPr id="347" name="Group 59">
              <a:extLst>
                <a:ext uri="{FF2B5EF4-FFF2-40B4-BE49-F238E27FC236}">
                  <a16:creationId xmlns:a16="http://schemas.microsoft.com/office/drawing/2014/main" id="{11E51EFD-DAB7-429B-9B59-2003E25FA7ED}"/>
                </a:ext>
              </a:extLst>
            </p:cNvPr>
            <p:cNvGrpSpPr>
              <a:grpSpLocks/>
            </p:cNvGrpSpPr>
            <p:nvPr/>
          </p:nvGrpSpPr>
          <p:grpSpPr bwMode="auto">
            <a:xfrm rot="16200000">
              <a:off x="3302578" y="6418455"/>
              <a:ext cx="44841" cy="179178"/>
              <a:chOff x="919" y="4440"/>
              <a:chExt cx="66" cy="248"/>
            </a:xfrm>
          </p:grpSpPr>
          <p:grpSp>
            <p:nvGrpSpPr>
              <p:cNvPr id="356" name="Group 60">
                <a:extLst>
                  <a:ext uri="{FF2B5EF4-FFF2-40B4-BE49-F238E27FC236}">
                    <a16:creationId xmlns:a16="http://schemas.microsoft.com/office/drawing/2014/main" id="{3C55B745-1D08-4545-8746-5F984522AF7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19" y="4440"/>
                <a:ext cx="66" cy="66"/>
                <a:chOff x="250" y="352"/>
                <a:chExt cx="136" cy="136"/>
              </a:xfrm>
            </p:grpSpPr>
            <p:sp>
              <p:nvSpPr>
                <p:cNvPr id="361" name="Oval 61">
                  <a:extLst>
                    <a:ext uri="{FF2B5EF4-FFF2-40B4-BE49-F238E27FC236}">
                      <a16:creationId xmlns:a16="http://schemas.microsoft.com/office/drawing/2014/main" id="{F362D3AE-54DC-4A6A-BB1F-F6C51223A52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0" y="352"/>
                  <a:ext cx="136" cy="136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  <p:sp>
              <p:nvSpPr>
                <p:cNvPr id="362" name="Oval 62">
                  <a:extLst>
                    <a:ext uri="{FF2B5EF4-FFF2-40B4-BE49-F238E27FC236}">
                      <a16:creationId xmlns:a16="http://schemas.microsoft.com/office/drawing/2014/main" id="{B3E0F162-386A-41E0-AE2C-A0D52A1FBDE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6" y="368"/>
                  <a:ext cx="120" cy="120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</p:grpSp>
          <p:grpSp>
            <p:nvGrpSpPr>
              <p:cNvPr id="357" name="Group 63">
                <a:extLst>
                  <a:ext uri="{FF2B5EF4-FFF2-40B4-BE49-F238E27FC236}">
                    <a16:creationId xmlns:a16="http://schemas.microsoft.com/office/drawing/2014/main" id="{8F6EFB43-8FDB-402C-9B44-907E12403A5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19" y="4622"/>
                <a:ext cx="66" cy="66"/>
                <a:chOff x="250" y="352"/>
                <a:chExt cx="136" cy="136"/>
              </a:xfrm>
            </p:grpSpPr>
            <p:sp>
              <p:nvSpPr>
                <p:cNvPr id="359" name="Oval 64">
                  <a:extLst>
                    <a:ext uri="{FF2B5EF4-FFF2-40B4-BE49-F238E27FC236}">
                      <a16:creationId xmlns:a16="http://schemas.microsoft.com/office/drawing/2014/main" id="{D5B18AEE-C505-4DB9-AC24-1FCD23EE0F1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0" y="352"/>
                  <a:ext cx="136" cy="136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  <p:sp>
              <p:nvSpPr>
                <p:cNvPr id="360" name="Oval 65">
                  <a:extLst>
                    <a:ext uri="{FF2B5EF4-FFF2-40B4-BE49-F238E27FC236}">
                      <a16:creationId xmlns:a16="http://schemas.microsoft.com/office/drawing/2014/main" id="{0EBFEFF5-CD14-4D75-A436-33CC366A14D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6" y="368"/>
                  <a:ext cx="120" cy="120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</p:grpSp>
          <p:sp>
            <p:nvSpPr>
              <p:cNvPr id="358" name="AutoShape 66">
                <a:extLst>
                  <a:ext uri="{FF2B5EF4-FFF2-40B4-BE49-F238E27FC236}">
                    <a16:creationId xmlns:a16="http://schemas.microsoft.com/office/drawing/2014/main" id="{5A20EADA-B60E-4285-B098-2A1F40021C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849" y="4547"/>
                <a:ext cx="208" cy="3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FFFFFF"/>
                  </a:gs>
                  <a:gs pos="100000">
                    <a:srgbClr val="C0C0C0"/>
                  </a:gs>
                </a:gsLst>
                <a:path path="shape">
                  <a:fillToRect l="50000" t="50000" r="50000" b="50000"/>
                </a:path>
              </a:gradFill>
              <a:ln w="12700" algn="ctr">
                <a:solidFill>
                  <a:sysClr val="window" lastClr="FFFFFF"/>
                </a:solidFill>
                <a:round/>
                <a:headEnd/>
                <a:tailEnd/>
              </a:ln>
            </p:spPr>
            <p:txBody>
              <a:bodyPr wrap="none" lIns="97154" tIns="50520" rIns="11658" bIns="50520" anchor="ctr"/>
              <a:lstStyle/>
              <a:p>
                <a:pPr marL="0" marR="0" lvl="0" indent="0" algn="ctr" defTabSz="109196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1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+mj-ea"/>
                  <a:ea typeface="+mj-ea"/>
                  <a:cs typeface="하나 L"/>
                </a:endParaRPr>
              </a:p>
            </p:txBody>
          </p:sp>
        </p:grpSp>
        <p:grpSp>
          <p:nvGrpSpPr>
            <p:cNvPr id="348" name="Group 67">
              <a:extLst>
                <a:ext uri="{FF2B5EF4-FFF2-40B4-BE49-F238E27FC236}">
                  <a16:creationId xmlns:a16="http://schemas.microsoft.com/office/drawing/2014/main" id="{D8466098-1D1F-45AC-B5CA-5B920A759432}"/>
                </a:ext>
              </a:extLst>
            </p:cNvPr>
            <p:cNvGrpSpPr>
              <a:grpSpLocks/>
            </p:cNvGrpSpPr>
            <p:nvPr/>
          </p:nvGrpSpPr>
          <p:grpSpPr bwMode="auto">
            <a:xfrm rot="16200000">
              <a:off x="3303351" y="6515868"/>
              <a:ext cx="43295" cy="179178"/>
              <a:chOff x="919" y="4440"/>
              <a:chExt cx="66" cy="248"/>
            </a:xfrm>
          </p:grpSpPr>
          <p:grpSp>
            <p:nvGrpSpPr>
              <p:cNvPr id="349" name="Group 68">
                <a:extLst>
                  <a:ext uri="{FF2B5EF4-FFF2-40B4-BE49-F238E27FC236}">
                    <a16:creationId xmlns:a16="http://schemas.microsoft.com/office/drawing/2014/main" id="{8F7CDAFD-F8A6-4788-9A9A-391C3201E5A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19" y="4440"/>
                <a:ext cx="66" cy="66"/>
                <a:chOff x="250" y="352"/>
                <a:chExt cx="136" cy="136"/>
              </a:xfrm>
            </p:grpSpPr>
            <p:sp>
              <p:nvSpPr>
                <p:cNvPr id="354" name="Oval 69">
                  <a:extLst>
                    <a:ext uri="{FF2B5EF4-FFF2-40B4-BE49-F238E27FC236}">
                      <a16:creationId xmlns:a16="http://schemas.microsoft.com/office/drawing/2014/main" id="{303CBFF8-6EAB-47E8-9E4C-31D453CEB7E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0" y="352"/>
                  <a:ext cx="136" cy="136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  <p:sp>
              <p:nvSpPr>
                <p:cNvPr id="355" name="Oval 70">
                  <a:extLst>
                    <a:ext uri="{FF2B5EF4-FFF2-40B4-BE49-F238E27FC236}">
                      <a16:creationId xmlns:a16="http://schemas.microsoft.com/office/drawing/2014/main" id="{80F273E4-6F12-480C-B0DA-2DE91AE0062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6" y="368"/>
                  <a:ext cx="120" cy="120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</p:grpSp>
          <p:grpSp>
            <p:nvGrpSpPr>
              <p:cNvPr id="350" name="Group 71">
                <a:extLst>
                  <a:ext uri="{FF2B5EF4-FFF2-40B4-BE49-F238E27FC236}">
                    <a16:creationId xmlns:a16="http://schemas.microsoft.com/office/drawing/2014/main" id="{1218272A-17AE-4FC4-AE5D-FBD496FA4C7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19" y="4622"/>
                <a:ext cx="66" cy="66"/>
                <a:chOff x="250" y="352"/>
                <a:chExt cx="136" cy="136"/>
              </a:xfrm>
            </p:grpSpPr>
            <p:sp>
              <p:nvSpPr>
                <p:cNvPr id="352" name="Oval 72">
                  <a:extLst>
                    <a:ext uri="{FF2B5EF4-FFF2-40B4-BE49-F238E27FC236}">
                      <a16:creationId xmlns:a16="http://schemas.microsoft.com/office/drawing/2014/main" id="{E310DD64-5BA3-4EA9-AE10-618B880129C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0" y="352"/>
                  <a:ext cx="136" cy="136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  <p:sp>
              <p:nvSpPr>
                <p:cNvPr id="353" name="Oval 73">
                  <a:extLst>
                    <a:ext uri="{FF2B5EF4-FFF2-40B4-BE49-F238E27FC236}">
                      <a16:creationId xmlns:a16="http://schemas.microsoft.com/office/drawing/2014/main" id="{90E3F341-4B6F-4545-9830-80CF180A543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6" y="368"/>
                  <a:ext cx="120" cy="120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</p:grpSp>
          <p:sp>
            <p:nvSpPr>
              <p:cNvPr id="351" name="AutoShape 74">
                <a:extLst>
                  <a:ext uri="{FF2B5EF4-FFF2-40B4-BE49-F238E27FC236}">
                    <a16:creationId xmlns:a16="http://schemas.microsoft.com/office/drawing/2014/main" id="{C3AC2FCC-24D5-47F8-857A-B4CC735D96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849" y="4547"/>
                <a:ext cx="208" cy="3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FFFFFF"/>
                  </a:gs>
                  <a:gs pos="100000">
                    <a:srgbClr val="C0C0C0"/>
                  </a:gs>
                </a:gsLst>
                <a:path path="shape">
                  <a:fillToRect l="50000" t="50000" r="50000" b="50000"/>
                </a:path>
              </a:gradFill>
              <a:ln w="12700" algn="ctr">
                <a:solidFill>
                  <a:sysClr val="window" lastClr="FFFFFF"/>
                </a:solidFill>
                <a:round/>
                <a:headEnd/>
                <a:tailEnd/>
              </a:ln>
            </p:spPr>
            <p:txBody>
              <a:bodyPr wrap="none" lIns="97154" tIns="50520" rIns="11658" bIns="50520" anchor="ctr"/>
              <a:lstStyle/>
              <a:p>
                <a:pPr marL="0" marR="0" lvl="0" indent="0" algn="ctr" defTabSz="109196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1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+mj-ea"/>
                  <a:ea typeface="+mj-ea"/>
                  <a:cs typeface="하나 L"/>
                </a:endParaRPr>
              </a:p>
            </p:txBody>
          </p:sp>
        </p:grpSp>
        <p:grpSp>
          <p:nvGrpSpPr>
            <p:cNvPr id="378" name="Group 34">
              <a:extLst>
                <a:ext uri="{FF2B5EF4-FFF2-40B4-BE49-F238E27FC236}">
                  <a16:creationId xmlns:a16="http://schemas.microsoft.com/office/drawing/2014/main" id="{4409C1E4-00F4-43EE-B44E-842EF5ACBD02}"/>
                </a:ext>
              </a:extLst>
            </p:cNvPr>
            <p:cNvGrpSpPr>
              <a:grpSpLocks/>
            </p:cNvGrpSpPr>
            <p:nvPr/>
          </p:nvGrpSpPr>
          <p:grpSpPr bwMode="auto">
            <a:xfrm rot="16200000">
              <a:off x="3302578" y="6630955"/>
              <a:ext cx="44841" cy="179178"/>
              <a:chOff x="919" y="4440"/>
              <a:chExt cx="66" cy="248"/>
            </a:xfrm>
          </p:grpSpPr>
          <p:grpSp>
            <p:nvGrpSpPr>
              <p:cNvPr id="403" name="Group 35">
                <a:extLst>
                  <a:ext uri="{FF2B5EF4-FFF2-40B4-BE49-F238E27FC236}">
                    <a16:creationId xmlns:a16="http://schemas.microsoft.com/office/drawing/2014/main" id="{7FAC5AA0-B1CA-4278-A273-6AFB2BD92A9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19" y="4440"/>
                <a:ext cx="66" cy="66"/>
                <a:chOff x="250" y="352"/>
                <a:chExt cx="136" cy="136"/>
              </a:xfrm>
            </p:grpSpPr>
            <p:sp>
              <p:nvSpPr>
                <p:cNvPr id="408" name="Oval 36">
                  <a:extLst>
                    <a:ext uri="{FF2B5EF4-FFF2-40B4-BE49-F238E27FC236}">
                      <a16:creationId xmlns:a16="http://schemas.microsoft.com/office/drawing/2014/main" id="{ABDA176F-6885-420A-AEA4-17C0C7493E9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0" y="352"/>
                  <a:ext cx="136" cy="136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  <p:sp>
              <p:nvSpPr>
                <p:cNvPr id="409" name="Oval 37">
                  <a:extLst>
                    <a:ext uri="{FF2B5EF4-FFF2-40B4-BE49-F238E27FC236}">
                      <a16:creationId xmlns:a16="http://schemas.microsoft.com/office/drawing/2014/main" id="{68A18819-3EE7-4701-B8BA-39BCFBAB9F5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6" y="368"/>
                  <a:ext cx="120" cy="120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</p:grpSp>
          <p:grpSp>
            <p:nvGrpSpPr>
              <p:cNvPr id="404" name="Group 38">
                <a:extLst>
                  <a:ext uri="{FF2B5EF4-FFF2-40B4-BE49-F238E27FC236}">
                    <a16:creationId xmlns:a16="http://schemas.microsoft.com/office/drawing/2014/main" id="{AC60C845-9EFB-4E01-92A8-F49851F702C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19" y="4622"/>
                <a:ext cx="66" cy="66"/>
                <a:chOff x="250" y="352"/>
                <a:chExt cx="136" cy="136"/>
              </a:xfrm>
            </p:grpSpPr>
            <p:sp>
              <p:nvSpPr>
                <p:cNvPr id="406" name="Oval 39">
                  <a:extLst>
                    <a:ext uri="{FF2B5EF4-FFF2-40B4-BE49-F238E27FC236}">
                      <a16:creationId xmlns:a16="http://schemas.microsoft.com/office/drawing/2014/main" id="{E2663A96-10AC-4B6C-9442-846A3EA276B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0" y="352"/>
                  <a:ext cx="136" cy="136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  <p:sp>
              <p:nvSpPr>
                <p:cNvPr id="407" name="Oval 40">
                  <a:extLst>
                    <a:ext uri="{FF2B5EF4-FFF2-40B4-BE49-F238E27FC236}">
                      <a16:creationId xmlns:a16="http://schemas.microsoft.com/office/drawing/2014/main" id="{7DAD5EAA-AD2C-434B-90C0-467AC5A7335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6" y="368"/>
                  <a:ext cx="120" cy="120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</p:grpSp>
          <p:sp>
            <p:nvSpPr>
              <p:cNvPr id="405" name="AutoShape 41">
                <a:extLst>
                  <a:ext uri="{FF2B5EF4-FFF2-40B4-BE49-F238E27FC236}">
                    <a16:creationId xmlns:a16="http://schemas.microsoft.com/office/drawing/2014/main" id="{1967EFB5-541F-4348-AF62-BFF0149E32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849" y="4547"/>
                <a:ext cx="208" cy="3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FFFFFF"/>
                  </a:gs>
                  <a:gs pos="100000">
                    <a:srgbClr val="C0C0C0"/>
                  </a:gs>
                </a:gsLst>
                <a:path path="shape">
                  <a:fillToRect l="50000" t="50000" r="50000" b="50000"/>
                </a:path>
              </a:gradFill>
              <a:ln w="12700" algn="ctr">
                <a:solidFill>
                  <a:sysClr val="window" lastClr="FFFFFF"/>
                </a:solidFill>
                <a:round/>
                <a:headEnd/>
                <a:tailEnd/>
              </a:ln>
            </p:spPr>
            <p:txBody>
              <a:bodyPr wrap="none" lIns="97154" tIns="50520" rIns="11658" bIns="50520" anchor="ctr"/>
              <a:lstStyle/>
              <a:p>
                <a:pPr marL="0" marR="0" lvl="0" indent="0" algn="ctr" defTabSz="109196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1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+mj-ea"/>
                  <a:ea typeface="+mj-ea"/>
                  <a:cs typeface="하나 L"/>
                </a:endParaRPr>
              </a:p>
            </p:txBody>
          </p:sp>
        </p:grpSp>
        <p:grpSp>
          <p:nvGrpSpPr>
            <p:cNvPr id="379" name="Group 51">
              <a:extLst>
                <a:ext uri="{FF2B5EF4-FFF2-40B4-BE49-F238E27FC236}">
                  <a16:creationId xmlns:a16="http://schemas.microsoft.com/office/drawing/2014/main" id="{8EB3318B-D2D8-4608-ADA8-C8BB254B9DD5}"/>
                </a:ext>
              </a:extLst>
            </p:cNvPr>
            <p:cNvGrpSpPr>
              <a:grpSpLocks/>
            </p:cNvGrpSpPr>
            <p:nvPr/>
          </p:nvGrpSpPr>
          <p:grpSpPr bwMode="auto">
            <a:xfrm rot="16200000">
              <a:off x="3302578" y="6728368"/>
              <a:ext cx="44841" cy="179178"/>
              <a:chOff x="919" y="4440"/>
              <a:chExt cx="66" cy="248"/>
            </a:xfrm>
          </p:grpSpPr>
          <p:grpSp>
            <p:nvGrpSpPr>
              <p:cNvPr id="396" name="Group 52">
                <a:extLst>
                  <a:ext uri="{FF2B5EF4-FFF2-40B4-BE49-F238E27FC236}">
                    <a16:creationId xmlns:a16="http://schemas.microsoft.com/office/drawing/2014/main" id="{E095783B-0717-424A-837E-CDF137C4012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19" y="4440"/>
                <a:ext cx="66" cy="66"/>
                <a:chOff x="250" y="352"/>
                <a:chExt cx="136" cy="136"/>
              </a:xfrm>
            </p:grpSpPr>
            <p:sp>
              <p:nvSpPr>
                <p:cNvPr id="401" name="Oval 53">
                  <a:extLst>
                    <a:ext uri="{FF2B5EF4-FFF2-40B4-BE49-F238E27FC236}">
                      <a16:creationId xmlns:a16="http://schemas.microsoft.com/office/drawing/2014/main" id="{79804E39-A2B4-45DE-9DAC-50683A86914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0" y="352"/>
                  <a:ext cx="136" cy="136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  <p:sp>
              <p:nvSpPr>
                <p:cNvPr id="402" name="Oval 54">
                  <a:extLst>
                    <a:ext uri="{FF2B5EF4-FFF2-40B4-BE49-F238E27FC236}">
                      <a16:creationId xmlns:a16="http://schemas.microsoft.com/office/drawing/2014/main" id="{A69AA7C2-7C06-4351-A30C-E8077944B2F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6" y="368"/>
                  <a:ext cx="120" cy="120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</p:grpSp>
          <p:grpSp>
            <p:nvGrpSpPr>
              <p:cNvPr id="397" name="Group 55">
                <a:extLst>
                  <a:ext uri="{FF2B5EF4-FFF2-40B4-BE49-F238E27FC236}">
                    <a16:creationId xmlns:a16="http://schemas.microsoft.com/office/drawing/2014/main" id="{821F1FD1-507A-4380-8745-E4AECCC5E1E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19" y="4622"/>
                <a:ext cx="66" cy="66"/>
                <a:chOff x="250" y="352"/>
                <a:chExt cx="136" cy="136"/>
              </a:xfrm>
            </p:grpSpPr>
            <p:sp>
              <p:nvSpPr>
                <p:cNvPr id="399" name="Oval 56">
                  <a:extLst>
                    <a:ext uri="{FF2B5EF4-FFF2-40B4-BE49-F238E27FC236}">
                      <a16:creationId xmlns:a16="http://schemas.microsoft.com/office/drawing/2014/main" id="{F14BB7FC-0FF2-4423-AA05-9781317DA31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0" y="352"/>
                  <a:ext cx="136" cy="136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  <p:sp>
              <p:nvSpPr>
                <p:cNvPr id="400" name="Oval 57">
                  <a:extLst>
                    <a:ext uri="{FF2B5EF4-FFF2-40B4-BE49-F238E27FC236}">
                      <a16:creationId xmlns:a16="http://schemas.microsoft.com/office/drawing/2014/main" id="{89BBB1EC-BEDA-4ACA-83DA-52408537055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6" y="368"/>
                  <a:ext cx="120" cy="120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</p:grpSp>
          <p:sp>
            <p:nvSpPr>
              <p:cNvPr id="398" name="AutoShape 58">
                <a:extLst>
                  <a:ext uri="{FF2B5EF4-FFF2-40B4-BE49-F238E27FC236}">
                    <a16:creationId xmlns:a16="http://schemas.microsoft.com/office/drawing/2014/main" id="{18317634-2BA2-435B-8079-D7A3064D18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849" y="4547"/>
                <a:ext cx="208" cy="3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FFFFFF"/>
                  </a:gs>
                  <a:gs pos="100000">
                    <a:srgbClr val="C0C0C0"/>
                  </a:gs>
                </a:gsLst>
                <a:path path="shape">
                  <a:fillToRect l="50000" t="50000" r="50000" b="50000"/>
                </a:path>
              </a:gradFill>
              <a:ln w="12700" algn="ctr">
                <a:solidFill>
                  <a:sysClr val="window" lastClr="FFFFFF"/>
                </a:solidFill>
                <a:round/>
                <a:headEnd/>
                <a:tailEnd/>
              </a:ln>
            </p:spPr>
            <p:txBody>
              <a:bodyPr wrap="none" lIns="97154" tIns="50520" rIns="11658" bIns="50520" anchor="ctr"/>
              <a:lstStyle/>
              <a:p>
                <a:pPr marL="0" marR="0" lvl="0" indent="0" algn="ctr" defTabSz="109196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1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+mj-ea"/>
                  <a:ea typeface="+mj-ea"/>
                  <a:cs typeface="하나 L"/>
                </a:endParaRPr>
              </a:p>
            </p:txBody>
          </p:sp>
        </p:grpSp>
        <p:grpSp>
          <p:nvGrpSpPr>
            <p:cNvPr id="380" name="Group 59">
              <a:extLst>
                <a:ext uri="{FF2B5EF4-FFF2-40B4-BE49-F238E27FC236}">
                  <a16:creationId xmlns:a16="http://schemas.microsoft.com/office/drawing/2014/main" id="{11E51EFD-DAB7-429B-9B59-2003E25FA7ED}"/>
                </a:ext>
              </a:extLst>
            </p:cNvPr>
            <p:cNvGrpSpPr>
              <a:grpSpLocks/>
            </p:cNvGrpSpPr>
            <p:nvPr/>
          </p:nvGrpSpPr>
          <p:grpSpPr bwMode="auto">
            <a:xfrm rot="16200000">
              <a:off x="3302578" y="6827329"/>
              <a:ext cx="44841" cy="179178"/>
              <a:chOff x="919" y="4440"/>
              <a:chExt cx="66" cy="248"/>
            </a:xfrm>
          </p:grpSpPr>
          <p:grpSp>
            <p:nvGrpSpPr>
              <p:cNvPr id="389" name="Group 60">
                <a:extLst>
                  <a:ext uri="{FF2B5EF4-FFF2-40B4-BE49-F238E27FC236}">
                    <a16:creationId xmlns:a16="http://schemas.microsoft.com/office/drawing/2014/main" id="{3C55B745-1D08-4545-8746-5F984522AF7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19" y="4440"/>
                <a:ext cx="66" cy="66"/>
                <a:chOff x="250" y="352"/>
                <a:chExt cx="136" cy="136"/>
              </a:xfrm>
            </p:grpSpPr>
            <p:sp>
              <p:nvSpPr>
                <p:cNvPr id="394" name="Oval 61">
                  <a:extLst>
                    <a:ext uri="{FF2B5EF4-FFF2-40B4-BE49-F238E27FC236}">
                      <a16:creationId xmlns:a16="http://schemas.microsoft.com/office/drawing/2014/main" id="{F362D3AE-54DC-4A6A-BB1F-F6C51223A52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0" y="352"/>
                  <a:ext cx="136" cy="136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  <p:sp>
              <p:nvSpPr>
                <p:cNvPr id="395" name="Oval 62">
                  <a:extLst>
                    <a:ext uri="{FF2B5EF4-FFF2-40B4-BE49-F238E27FC236}">
                      <a16:creationId xmlns:a16="http://schemas.microsoft.com/office/drawing/2014/main" id="{B3E0F162-386A-41E0-AE2C-A0D52A1FBDE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6" y="368"/>
                  <a:ext cx="120" cy="120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</p:grpSp>
          <p:grpSp>
            <p:nvGrpSpPr>
              <p:cNvPr id="390" name="Group 63">
                <a:extLst>
                  <a:ext uri="{FF2B5EF4-FFF2-40B4-BE49-F238E27FC236}">
                    <a16:creationId xmlns:a16="http://schemas.microsoft.com/office/drawing/2014/main" id="{8F6EFB43-8FDB-402C-9B44-907E12403A5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19" y="4622"/>
                <a:ext cx="66" cy="66"/>
                <a:chOff x="250" y="352"/>
                <a:chExt cx="136" cy="136"/>
              </a:xfrm>
            </p:grpSpPr>
            <p:sp>
              <p:nvSpPr>
                <p:cNvPr id="392" name="Oval 64">
                  <a:extLst>
                    <a:ext uri="{FF2B5EF4-FFF2-40B4-BE49-F238E27FC236}">
                      <a16:creationId xmlns:a16="http://schemas.microsoft.com/office/drawing/2014/main" id="{D5B18AEE-C505-4DB9-AC24-1FCD23EE0F1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0" y="352"/>
                  <a:ext cx="136" cy="136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  <p:sp>
              <p:nvSpPr>
                <p:cNvPr id="393" name="Oval 65">
                  <a:extLst>
                    <a:ext uri="{FF2B5EF4-FFF2-40B4-BE49-F238E27FC236}">
                      <a16:creationId xmlns:a16="http://schemas.microsoft.com/office/drawing/2014/main" id="{0EBFEFF5-CD14-4D75-A436-33CC366A14D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6" y="368"/>
                  <a:ext cx="120" cy="120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</p:grpSp>
          <p:sp>
            <p:nvSpPr>
              <p:cNvPr id="391" name="AutoShape 66">
                <a:extLst>
                  <a:ext uri="{FF2B5EF4-FFF2-40B4-BE49-F238E27FC236}">
                    <a16:creationId xmlns:a16="http://schemas.microsoft.com/office/drawing/2014/main" id="{5A20EADA-B60E-4285-B098-2A1F40021C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849" y="4547"/>
                <a:ext cx="208" cy="3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FFFFFF"/>
                  </a:gs>
                  <a:gs pos="100000">
                    <a:srgbClr val="C0C0C0"/>
                  </a:gs>
                </a:gsLst>
                <a:path path="shape">
                  <a:fillToRect l="50000" t="50000" r="50000" b="50000"/>
                </a:path>
              </a:gradFill>
              <a:ln w="12700" algn="ctr">
                <a:solidFill>
                  <a:sysClr val="window" lastClr="FFFFFF"/>
                </a:solidFill>
                <a:round/>
                <a:headEnd/>
                <a:tailEnd/>
              </a:ln>
            </p:spPr>
            <p:txBody>
              <a:bodyPr wrap="none" lIns="97154" tIns="50520" rIns="11658" bIns="50520" anchor="ctr"/>
              <a:lstStyle/>
              <a:p>
                <a:pPr marL="0" marR="0" lvl="0" indent="0" algn="ctr" defTabSz="109196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1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+mj-ea"/>
                  <a:ea typeface="+mj-ea"/>
                  <a:cs typeface="하나 L"/>
                </a:endParaRPr>
              </a:p>
            </p:txBody>
          </p:sp>
        </p:grpSp>
        <p:grpSp>
          <p:nvGrpSpPr>
            <p:cNvPr id="381" name="Group 67">
              <a:extLst>
                <a:ext uri="{FF2B5EF4-FFF2-40B4-BE49-F238E27FC236}">
                  <a16:creationId xmlns:a16="http://schemas.microsoft.com/office/drawing/2014/main" id="{D8466098-1D1F-45AC-B5CA-5B920A759432}"/>
                </a:ext>
              </a:extLst>
            </p:cNvPr>
            <p:cNvGrpSpPr>
              <a:grpSpLocks/>
            </p:cNvGrpSpPr>
            <p:nvPr/>
          </p:nvGrpSpPr>
          <p:grpSpPr bwMode="auto">
            <a:xfrm rot="16200000">
              <a:off x="3303351" y="6924744"/>
              <a:ext cx="43295" cy="179178"/>
              <a:chOff x="919" y="4440"/>
              <a:chExt cx="66" cy="248"/>
            </a:xfrm>
          </p:grpSpPr>
          <p:grpSp>
            <p:nvGrpSpPr>
              <p:cNvPr id="382" name="Group 68">
                <a:extLst>
                  <a:ext uri="{FF2B5EF4-FFF2-40B4-BE49-F238E27FC236}">
                    <a16:creationId xmlns:a16="http://schemas.microsoft.com/office/drawing/2014/main" id="{8F7CDAFD-F8A6-4788-9A9A-391C3201E5A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19" y="4440"/>
                <a:ext cx="66" cy="66"/>
                <a:chOff x="250" y="352"/>
                <a:chExt cx="136" cy="136"/>
              </a:xfrm>
            </p:grpSpPr>
            <p:sp>
              <p:nvSpPr>
                <p:cNvPr id="387" name="Oval 69">
                  <a:extLst>
                    <a:ext uri="{FF2B5EF4-FFF2-40B4-BE49-F238E27FC236}">
                      <a16:creationId xmlns:a16="http://schemas.microsoft.com/office/drawing/2014/main" id="{303CBFF8-6EAB-47E8-9E4C-31D453CEB7E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0" y="352"/>
                  <a:ext cx="136" cy="136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  <p:sp>
              <p:nvSpPr>
                <p:cNvPr id="388" name="Oval 70">
                  <a:extLst>
                    <a:ext uri="{FF2B5EF4-FFF2-40B4-BE49-F238E27FC236}">
                      <a16:creationId xmlns:a16="http://schemas.microsoft.com/office/drawing/2014/main" id="{80F273E4-6F12-480C-B0DA-2DE91AE0062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6" y="368"/>
                  <a:ext cx="120" cy="120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</p:grpSp>
          <p:grpSp>
            <p:nvGrpSpPr>
              <p:cNvPr id="383" name="Group 71">
                <a:extLst>
                  <a:ext uri="{FF2B5EF4-FFF2-40B4-BE49-F238E27FC236}">
                    <a16:creationId xmlns:a16="http://schemas.microsoft.com/office/drawing/2014/main" id="{1218272A-17AE-4FC4-AE5D-FBD496FA4C7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19" y="4622"/>
                <a:ext cx="66" cy="66"/>
                <a:chOff x="250" y="352"/>
                <a:chExt cx="136" cy="136"/>
              </a:xfrm>
            </p:grpSpPr>
            <p:sp>
              <p:nvSpPr>
                <p:cNvPr id="385" name="Oval 72">
                  <a:extLst>
                    <a:ext uri="{FF2B5EF4-FFF2-40B4-BE49-F238E27FC236}">
                      <a16:creationId xmlns:a16="http://schemas.microsoft.com/office/drawing/2014/main" id="{E310DD64-5BA3-4EA9-AE10-618B880129C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0" y="352"/>
                  <a:ext cx="136" cy="136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  <p:sp>
              <p:nvSpPr>
                <p:cNvPr id="386" name="Oval 73">
                  <a:extLst>
                    <a:ext uri="{FF2B5EF4-FFF2-40B4-BE49-F238E27FC236}">
                      <a16:creationId xmlns:a16="http://schemas.microsoft.com/office/drawing/2014/main" id="{90E3F341-4B6F-4545-9830-80CF180A543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6" y="368"/>
                  <a:ext cx="120" cy="120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</p:grpSp>
          <p:sp>
            <p:nvSpPr>
              <p:cNvPr id="384" name="AutoShape 74">
                <a:extLst>
                  <a:ext uri="{FF2B5EF4-FFF2-40B4-BE49-F238E27FC236}">
                    <a16:creationId xmlns:a16="http://schemas.microsoft.com/office/drawing/2014/main" id="{C3AC2FCC-24D5-47F8-857A-B4CC735D96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849" y="4547"/>
                <a:ext cx="208" cy="3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FFFFFF"/>
                  </a:gs>
                  <a:gs pos="100000">
                    <a:srgbClr val="C0C0C0"/>
                  </a:gs>
                </a:gsLst>
                <a:path path="shape">
                  <a:fillToRect l="50000" t="50000" r="50000" b="50000"/>
                </a:path>
              </a:gradFill>
              <a:ln w="12700" algn="ctr">
                <a:solidFill>
                  <a:sysClr val="window" lastClr="FFFFFF"/>
                </a:solidFill>
                <a:round/>
                <a:headEnd/>
                <a:tailEnd/>
              </a:ln>
            </p:spPr>
            <p:txBody>
              <a:bodyPr wrap="none" lIns="97154" tIns="50520" rIns="11658" bIns="50520" anchor="ctr"/>
              <a:lstStyle/>
              <a:p>
                <a:pPr marL="0" marR="0" lvl="0" indent="0" algn="ctr" defTabSz="109196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1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+mj-ea"/>
                  <a:ea typeface="+mj-ea"/>
                  <a:cs typeface="하나 L"/>
                </a:endParaRPr>
              </a:p>
            </p:txBody>
          </p:sp>
        </p:grpSp>
        <p:grpSp>
          <p:nvGrpSpPr>
            <p:cNvPr id="411" name="Group 34">
              <a:extLst>
                <a:ext uri="{FF2B5EF4-FFF2-40B4-BE49-F238E27FC236}">
                  <a16:creationId xmlns:a16="http://schemas.microsoft.com/office/drawing/2014/main" id="{4409C1E4-00F4-43EE-B44E-842EF5ACBD02}"/>
                </a:ext>
              </a:extLst>
            </p:cNvPr>
            <p:cNvGrpSpPr>
              <a:grpSpLocks/>
            </p:cNvGrpSpPr>
            <p:nvPr/>
          </p:nvGrpSpPr>
          <p:grpSpPr bwMode="auto">
            <a:xfrm rot="16200000">
              <a:off x="3302578" y="7039831"/>
              <a:ext cx="44841" cy="179178"/>
              <a:chOff x="919" y="4440"/>
              <a:chExt cx="66" cy="248"/>
            </a:xfrm>
          </p:grpSpPr>
          <p:grpSp>
            <p:nvGrpSpPr>
              <p:cNvPr id="436" name="Group 35">
                <a:extLst>
                  <a:ext uri="{FF2B5EF4-FFF2-40B4-BE49-F238E27FC236}">
                    <a16:creationId xmlns:a16="http://schemas.microsoft.com/office/drawing/2014/main" id="{7FAC5AA0-B1CA-4278-A273-6AFB2BD92A9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19" y="4440"/>
                <a:ext cx="66" cy="66"/>
                <a:chOff x="250" y="352"/>
                <a:chExt cx="136" cy="136"/>
              </a:xfrm>
            </p:grpSpPr>
            <p:sp>
              <p:nvSpPr>
                <p:cNvPr id="441" name="Oval 36">
                  <a:extLst>
                    <a:ext uri="{FF2B5EF4-FFF2-40B4-BE49-F238E27FC236}">
                      <a16:creationId xmlns:a16="http://schemas.microsoft.com/office/drawing/2014/main" id="{ABDA176F-6885-420A-AEA4-17C0C7493E9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0" y="352"/>
                  <a:ext cx="136" cy="136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  <p:sp>
              <p:nvSpPr>
                <p:cNvPr id="442" name="Oval 37">
                  <a:extLst>
                    <a:ext uri="{FF2B5EF4-FFF2-40B4-BE49-F238E27FC236}">
                      <a16:creationId xmlns:a16="http://schemas.microsoft.com/office/drawing/2014/main" id="{68A18819-3EE7-4701-B8BA-39BCFBAB9F5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6" y="368"/>
                  <a:ext cx="120" cy="120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</p:grpSp>
          <p:grpSp>
            <p:nvGrpSpPr>
              <p:cNvPr id="437" name="Group 38">
                <a:extLst>
                  <a:ext uri="{FF2B5EF4-FFF2-40B4-BE49-F238E27FC236}">
                    <a16:creationId xmlns:a16="http://schemas.microsoft.com/office/drawing/2014/main" id="{AC60C845-9EFB-4E01-92A8-F49851F702C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19" y="4622"/>
                <a:ext cx="66" cy="66"/>
                <a:chOff x="250" y="352"/>
                <a:chExt cx="136" cy="136"/>
              </a:xfrm>
            </p:grpSpPr>
            <p:sp>
              <p:nvSpPr>
                <p:cNvPr id="439" name="Oval 39">
                  <a:extLst>
                    <a:ext uri="{FF2B5EF4-FFF2-40B4-BE49-F238E27FC236}">
                      <a16:creationId xmlns:a16="http://schemas.microsoft.com/office/drawing/2014/main" id="{E2663A96-10AC-4B6C-9442-846A3EA276B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0" y="352"/>
                  <a:ext cx="136" cy="136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  <p:sp>
              <p:nvSpPr>
                <p:cNvPr id="440" name="Oval 40">
                  <a:extLst>
                    <a:ext uri="{FF2B5EF4-FFF2-40B4-BE49-F238E27FC236}">
                      <a16:creationId xmlns:a16="http://schemas.microsoft.com/office/drawing/2014/main" id="{7DAD5EAA-AD2C-434B-90C0-467AC5A7335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6" y="368"/>
                  <a:ext cx="120" cy="120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</p:grpSp>
          <p:sp>
            <p:nvSpPr>
              <p:cNvPr id="438" name="AutoShape 41">
                <a:extLst>
                  <a:ext uri="{FF2B5EF4-FFF2-40B4-BE49-F238E27FC236}">
                    <a16:creationId xmlns:a16="http://schemas.microsoft.com/office/drawing/2014/main" id="{1967EFB5-541F-4348-AF62-BFF0149E32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849" y="4547"/>
                <a:ext cx="208" cy="3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FFFFFF"/>
                  </a:gs>
                  <a:gs pos="100000">
                    <a:srgbClr val="C0C0C0"/>
                  </a:gs>
                </a:gsLst>
                <a:path path="shape">
                  <a:fillToRect l="50000" t="50000" r="50000" b="50000"/>
                </a:path>
              </a:gradFill>
              <a:ln w="12700" algn="ctr">
                <a:solidFill>
                  <a:sysClr val="window" lastClr="FFFFFF"/>
                </a:solidFill>
                <a:round/>
                <a:headEnd/>
                <a:tailEnd/>
              </a:ln>
            </p:spPr>
            <p:txBody>
              <a:bodyPr wrap="none" lIns="97154" tIns="50520" rIns="11658" bIns="50520" anchor="ctr"/>
              <a:lstStyle/>
              <a:p>
                <a:pPr marL="0" marR="0" lvl="0" indent="0" algn="ctr" defTabSz="109196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1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+mj-ea"/>
                  <a:ea typeface="+mj-ea"/>
                  <a:cs typeface="하나 L"/>
                </a:endParaRPr>
              </a:p>
            </p:txBody>
          </p:sp>
        </p:grpSp>
        <p:grpSp>
          <p:nvGrpSpPr>
            <p:cNvPr id="412" name="Group 51">
              <a:extLst>
                <a:ext uri="{FF2B5EF4-FFF2-40B4-BE49-F238E27FC236}">
                  <a16:creationId xmlns:a16="http://schemas.microsoft.com/office/drawing/2014/main" id="{8EB3318B-D2D8-4608-ADA8-C8BB254B9DD5}"/>
                </a:ext>
              </a:extLst>
            </p:cNvPr>
            <p:cNvGrpSpPr>
              <a:grpSpLocks/>
            </p:cNvGrpSpPr>
            <p:nvPr/>
          </p:nvGrpSpPr>
          <p:grpSpPr bwMode="auto">
            <a:xfrm rot="16200000">
              <a:off x="3302578" y="7137244"/>
              <a:ext cx="44841" cy="179178"/>
              <a:chOff x="919" y="4440"/>
              <a:chExt cx="66" cy="248"/>
            </a:xfrm>
          </p:grpSpPr>
          <p:grpSp>
            <p:nvGrpSpPr>
              <p:cNvPr id="429" name="Group 52">
                <a:extLst>
                  <a:ext uri="{FF2B5EF4-FFF2-40B4-BE49-F238E27FC236}">
                    <a16:creationId xmlns:a16="http://schemas.microsoft.com/office/drawing/2014/main" id="{E095783B-0717-424A-837E-CDF137C4012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19" y="4440"/>
                <a:ext cx="66" cy="66"/>
                <a:chOff x="250" y="352"/>
                <a:chExt cx="136" cy="136"/>
              </a:xfrm>
            </p:grpSpPr>
            <p:sp>
              <p:nvSpPr>
                <p:cNvPr id="434" name="Oval 53">
                  <a:extLst>
                    <a:ext uri="{FF2B5EF4-FFF2-40B4-BE49-F238E27FC236}">
                      <a16:creationId xmlns:a16="http://schemas.microsoft.com/office/drawing/2014/main" id="{79804E39-A2B4-45DE-9DAC-50683A86914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0" y="352"/>
                  <a:ext cx="136" cy="136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  <p:sp>
              <p:nvSpPr>
                <p:cNvPr id="435" name="Oval 54">
                  <a:extLst>
                    <a:ext uri="{FF2B5EF4-FFF2-40B4-BE49-F238E27FC236}">
                      <a16:creationId xmlns:a16="http://schemas.microsoft.com/office/drawing/2014/main" id="{A69AA7C2-7C06-4351-A30C-E8077944B2F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6" y="368"/>
                  <a:ext cx="120" cy="120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</p:grpSp>
          <p:grpSp>
            <p:nvGrpSpPr>
              <p:cNvPr id="430" name="Group 55">
                <a:extLst>
                  <a:ext uri="{FF2B5EF4-FFF2-40B4-BE49-F238E27FC236}">
                    <a16:creationId xmlns:a16="http://schemas.microsoft.com/office/drawing/2014/main" id="{821F1FD1-507A-4380-8745-E4AECCC5E1E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19" y="4622"/>
                <a:ext cx="66" cy="66"/>
                <a:chOff x="250" y="352"/>
                <a:chExt cx="136" cy="136"/>
              </a:xfrm>
            </p:grpSpPr>
            <p:sp>
              <p:nvSpPr>
                <p:cNvPr id="432" name="Oval 56">
                  <a:extLst>
                    <a:ext uri="{FF2B5EF4-FFF2-40B4-BE49-F238E27FC236}">
                      <a16:creationId xmlns:a16="http://schemas.microsoft.com/office/drawing/2014/main" id="{F14BB7FC-0FF2-4423-AA05-9781317DA31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0" y="352"/>
                  <a:ext cx="136" cy="136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  <p:sp>
              <p:nvSpPr>
                <p:cNvPr id="433" name="Oval 57">
                  <a:extLst>
                    <a:ext uri="{FF2B5EF4-FFF2-40B4-BE49-F238E27FC236}">
                      <a16:creationId xmlns:a16="http://schemas.microsoft.com/office/drawing/2014/main" id="{89BBB1EC-BEDA-4ACA-83DA-52408537055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6" y="368"/>
                  <a:ext cx="120" cy="120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</p:grpSp>
          <p:sp>
            <p:nvSpPr>
              <p:cNvPr id="431" name="AutoShape 58">
                <a:extLst>
                  <a:ext uri="{FF2B5EF4-FFF2-40B4-BE49-F238E27FC236}">
                    <a16:creationId xmlns:a16="http://schemas.microsoft.com/office/drawing/2014/main" id="{18317634-2BA2-435B-8079-D7A3064D18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849" y="4547"/>
                <a:ext cx="208" cy="3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FFFFFF"/>
                  </a:gs>
                  <a:gs pos="100000">
                    <a:srgbClr val="C0C0C0"/>
                  </a:gs>
                </a:gsLst>
                <a:path path="shape">
                  <a:fillToRect l="50000" t="50000" r="50000" b="50000"/>
                </a:path>
              </a:gradFill>
              <a:ln w="12700" algn="ctr">
                <a:solidFill>
                  <a:sysClr val="window" lastClr="FFFFFF"/>
                </a:solidFill>
                <a:round/>
                <a:headEnd/>
                <a:tailEnd/>
              </a:ln>
            </p:spPr>
            <p:txBody>
              <a:bodyPr wrap="none" lIns="97154" tIns="50520" rIns="11658" bIns="50520" anchor="ctr"/>
              <a:lstStyle/>
              <a:p>
                <a:pPr marL="0" marR="0" lvl="0" indent="0" algn="ctr" defTabSz="109196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1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+mj-ea"/>
                  <a:ea typeface="+mj-ea"/>
                  <a:cs typeface="하나 L"/>
                </a:endParaRPr>
              </a:p>
            </p:txBody>
          </p:sp>
        </p:grpSp>
        <p:grpSp>
          <p:nvGrpSpPr>
            <p:cNvPr id="413" name="Group 59">
              <a:extLst>
                <a:ext uri="{FF2B5EF4-FFF2-40B4-BE49-F238E27FC236}">
                  <a16:creationId xmlns:a16="http://schemas.microsoft.com/office/drawing/2014/main" id="{11E51EFD-DAB7-429B-9B59-2003E25FA7ED}"/>
                </a:ext>
              </a:extLst>
            </p:cNvPr>
            <p:cNvGrpSpPr>
              <a:grpSpLocks/>
            </p:cNvGrpSpPr>
            <p:nvPr/>
          </p:nvGrpSpPr>
          <p:grpSpPr bwMode="auto">
            <a:xfrm rot="16200000">
              <a:off x="3302578" y="7236205"/>
              <a:ext cx="44841" cy="179178"/>
              <a:chOff x="919" y="4440"/>
              <a:chExt cx="66" cy="248"/>
            </a:xfrm>
          </p:grpSpPr>
          <p:grpSp>
            <p:nvGrpSpPr>
              <p:cNvPr id="422" name="Group 60">
                <a:extLst>
                  <a:ext uri="{FF2B5EF4-FFF2-40B4-BE49-F238E27FC236}">
                    <a16:creationId xmlns:a16="http://schemas.microsoft.com/office/drawing/2014/main" id="{3C55B745-1D08-4545-8746-5F984522AF7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19" y="4440"/>
                <a:ext cx="66" cy="66"/>
                <a:chOff x="250" y="352"/>
                <a:chExt cx="136" cy="136"/>
              </a:xfrm>
            </p:grpSpPr>
            <p:sp>
              <p:nvSpPr>
                <p:cNvPr id="427" name="Oval 61">
                  <a:extLst>
                    <a:ext uri="{FF2B5EF4-FFF2-40B4-BE49-F238E27FC236}">
                      <a16:creationId xmlns:a16="http://schemas.microsoft.com/office/drawing/2014/main" id="{F362D3AE-54DC-4A6A-BB1F-F6C51223A52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0" y="352"/>
                  <a:ext cx="136" cy="136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  <p:sp>
              <p:nvSpPr>
                <p:cNvPr id="428" name="Oval 62">
                  <a:extLst>
                    <a:ext uri="{FF2B5EF4-FFF2-40B4-BE49-F238E27FC236}">
                      <a16:creationId xmlns:a16="http://schemas.microsoft.com/office/drawing/2014/main" id="{B3E0F162-386A-41E0-AE2C-A0D52A1FBDE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6" y="368"/>
                  <a:ext cx="120" cy="120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</p:grpSp>
          <p:grpSp>
            <p:nvGrpSpPr>
              <p:cNvPr id="423" name="Group 63">
                <a:extLst>
                  <a:ext uri="{FF2B5EF4-FFF2-40B4-BE49-F238E27FC236}">
                    <a16:creationId xmlns:a16="http://schemas.microsoft.com/office/drawing/2014/main" id="{8F6EFB43-8FDB-402C-9B44-907E12403A5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19" y="4622"/>
                <a:ext cx="66" cy="66"/>
                <a:chOff x="250" y="352"/>
                <a:chExt cx="136" cy="136"/>
              </a:xfrm>
            </p:grpSpPr>
            <p:sp>
              <p:nvSpPr>
                <p:cNvPr id="425" name="Oval 64">
                  <a:extLst>
                    <a:ext uri="{FF2B5EF4-FFF2-40B4-BE49-F238E27FC236}">
                      <a16:creationId xmlns:a16="http://schemas.microsoft.com/office/drawing/2014/main" id="{D5B18AEE-C505-4DB9-AC24-1FCD23EE0F1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0" y="352"/>
                  <a:ext cx="136" cy="136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  <p:sp>
              <p:nvSpPr>
                <p:cNvPr id="426" name="Oval 65">
                  <a:extLst>
                    <a:ext uri="{FF2B5EF4-FFF2-40B4-BE49-F238E27FC236}">
                      <a16:creationId xmlns:a16="http://schemas.microsoft.com/office/drawing/2014/main" id="{0EBFEFF5-CD14-4D75-A436-33CC366A14D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6" y="368"/>
                  <a:ext cx="120" cy="120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</p:grpSp>
          <p:sp>
            <p:nvSpPr>
              <p:cNvPr id="424" name="AutoShape 66">
                <a:extLst>
                  <a:ext uri="{FF2B5EF4-FFF2-40B4-BE49-F238E27FC236}">
                    <a16:creationId xmlns:a16="http://schemas.microsoft.com/office/drawing/2014/main" id="{5A20EADA-B60E-4285-B098-2A1F40021C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849" y="4547"/>
                <a:ext cx="208" cy="3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FFFFFF"/>
                  </a:gs>
                  <a:gs pos="100000">
                    <a:srgbClr val="C0C0C0"/>
                  </a:gs>
                </a:gsLst>
                <a:path path="shape">
                  <a:fillToRect l="50000" t="50000" r="50000" b="50000"/>
                </a:path>
              </a:gradFill>
              <a:ln w="12700" algn="ctr">
                <a:solidFill>
                  <a:sysClr val="window" lastClr="FFFFFF"/>
                </a:solidFill>
                <a:round/>
                <a:headEnd/>
                <a:tailEnd/>
              </a:ln>
            </p:spPr>
            <p:txBody>
              <a:bodyPr wrap="none" lIns="97154" tIns="50520" rIns="11658" bIns="50520" anchor="ctr"/>
              <a:lstStyle/>
              <a:p>
                <a:pPr marL="0" marR="0" lvl="0" indent="0" algn="ctr" defTabSz="109196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1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+mj-ea"/>
                  <a:ea typeface="+mj-ea"/>
                  <a:cs typeface="하나 L"/>
                </a:endParaRPr>
              </a:p>
            </p:txBody>
          </p:sp>
        </p:grpSp>
        <p:grpSp>
          <p:nvGrpSpPr>
            <p:cNvPr id="414" name="Group 67">
              <a:extLst>
                <a:ext uri="{FF2B5EF4-FFF2-40B4-BE49-F238E27FC236}">
                  <a16:creationId xmlns:a16="http://schemas.microsoft.com/office/drawing/2014/main" id="{D8466098-1D1F-45AC-B5CA-5B920A759432}"/>
                </a:ext>
              </a:extLst>
            </p:cNvPr>
            <p:cNvGrpSpPr>
              <a:grpSpLocks/>
            </p:cNvGrpSpPr>
            <p:nvPr/>
          </p:nvGrpSpPr>
          <p:grpSpPr bwMode="auto">
            <a:xfrm rot="16200000">
              <a:off x="3303351" y="7333618"/>
              <a:ext cx="43295" cy="179178"/>
              <a:chOff x="919" y="4440"/>
              <a:chExt cx="66" cy="248"/>
            </a:xfrm>
          </p:grpSpPr>
          <p:grpSp>
            <p:nvGrpSpPr>
              <p:cNvPr id="415" name="Group 68">
                <a:extLst>
                  <a:ext uri="{FF2B5EF4-FFF2-40B4-BE49-F238E27FC236}">
                    <a16:creationId xmlns:a16="http://schemas.microsoft.com/office/drawing/2014/main" id="{8F7CDAFD-F8A6-4788-9A9A-391C3201E5A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19" y="4440"/>
                <a:ext cx="66" cy="66"/>
                <a:chOff x="250" y="352"/>
                <a:chExt cx="136" cy="136"/>
              </a:xfrm>
            </p:grpSpPr>
            <p:sp>
              <p:nvSpPr>
                <p:cNvPr id="420" name="Oval 69">
                  <a:extLst>
                    <a:ext uri="{FF2B5EF4-FFF2-40B4-BE49-F238E27FC236}">
                      <a16:creationId xmlns:a16="http://schemas.microsoft.com/office/drawing/2014/main" id="{303CBFF8-6EAB-47E8-9E4C-31D453CEB7E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0" y="352"/>
                  <a:ext cx="136" cy="136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  <p:sp>
              <p:nvSpPr>
                <p:cNvPr id="421" name="Oval 70">
                  <a:extLst>
                    <a:ext uri="{FF2B5EF4-FFF2-40B4-BE49-F238E27FC236}">
                      <a16:creationId xmlns:a16="http://schemas.microsoft.com/office/drawing/2014/main" id="{80F273E4-6F12-480C-B0DA-2DE91AE0062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6" y="368"/>
                  <a:ext cx="120" cy="120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</p:grpSp>
          <p:grpSp>
            <p:nvGrpSpPr>
              <p:cNvPr id="416" name="Group 71">
                <a:extLst>
                  <a:ext uri="{FF2B5EF4-FFF2-40B4-BE49-F238E27FC236}">
                    <a16:creationId xmlns:a16="http://schemas.microsoft.com/office/drawing/2014/main" id="{1218272A-17AE-4FC4-AE5D-FBD496FA4C7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19" y="4622"/>
                <a:ext cx="66" cy="66"/>
                <a:chOff x="250" y="352"/>
                <a:chExt cx="136" cy="136"/>
              </a:xfrm>
            </p:grpSpPr>
            <p:sp>
              <p:nvSpPr>
                <p:cNvPr id="418" name="Oval 72">
                  <a:extLst>
                    <a:ext uri="{FF2B5EF4-FFF2-40B4-BE49-F238E27FC236}">
                      <a16:creationId xmlns:a16="http://schemas.microsoft.com/office/drawing/2014/main" id="{E310DD64-5BA3-4EA9-AE10-618B880129C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0" y="352"/>
                  <a:ext cx="136" cy="136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  <p:sp>
              <p:nvSpPr>
                <p:cNvPr id="419" name="Oval 73">
                  <a:extLst>
                    <a:ext uri="{FF2B5EF4-FFF2-40B4-BE49-F238E27FC236}">
                      <a16:creationId xmlns:a16="http://schemas.microsoft.com/office/drawing/2014/main" id="{90E3F341-4B6F-4545-9830-80CF180A543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6" y="368"/>
                  <a:ext cx="120" cy="120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</p:grpSp>
          <p:sp>
            <p:nvSpPr>
              <p:cNvPr id="417" name="AutoShape 74">
                <a:extLst>
                  <a:ext uri="{FF2B5EF4-FFF2-40B4-BE49-F238E27FC236}">
                    <a16:creationId xmlns:a16="http://schemas.microsoft.com/office/drawing/2014/main" id="{C3AC2FCC-24D5-47F8-857A-B4CC735D96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849" y="4547"/>
                <a:ext cx="208" cy="3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FFFFFF"/>
                  </a:gs>
                  <a:gs pos="100000">
                    <a:srgbClr val="C0C0C0"/>
                  </a:gs>
                </a:gsLst>
                <a:path path="shape">
                  <a:fillToRect l="50000" t="50000" r="50000" b="50000"/>
                </a:path>
              </a:gradFill>
              <a:ln w="12700" algn="ctr">
                <a:solidFill>
                  <a:sysClr val="window" lastClr="FFFFFF"/>
                </a:solidFill>
                <a:round/>
                <a:headEnd/>
                <a:tailEnd/>
              </a:ln>
            </p:spPr>
            <p:txBody>
              <a:bodyPr wrap="none" lIns="97154" tIns="50520" rIns="11658" bIns="50520" anchor="ctr"/>
              <a:lstStyle/>
              <a:p>
                <a:pPr marL="0" marR="0" lvl="0" indent="0" algn="ctr" defTabSz="109196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1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+mj-ea"/>
                  <a:ea typeface="+mj-ea"/>
                  <a:cs typeface="하나 L"/>
                </a:endParaRPr>
              </a:p>
            </p:txBody>
          </p:sp>
        </p:grpSp>
        <p:grpSp>
          <p:nvGrpSpPr>
            <p:cNvPr id="507" name="Group 59">
              <a:extLst>
                <a:ext uri="{FF2B5EF4-FFF2-40B4-BE49-F238E27FC236}">
                  <a16:creationId xmlns:a16="http://schemas.microsoft.com/office/drawing/2014/main" id="{11E51EFD-DAB7-429B-9B59-2003E25FA7ED}"/>
                </a:ext>
              </a:extLst>
            </p:cNvPr>
            <p:cNvGrpSpPr>
              <a:grpSpLocks/>
            </p:cNvGrpSpPr>
            <p:nvPr/>
          </p:nvGrpSpPr>
          <p:grpSpPr bwMode="auto">
            <a:xfrm rot="16200000">
              <a:off x="3302578" y="7443445"/>
              <a:ext cx="44841" cy="179178"/>
              <a:chOff x="919" y="4440"/>
              <a:chExt cx="66" cy="248"/>
            </a:xfrm>
          </p:grpSpPr>
          <p:grpSp>
            <p:nvGrpSpPr>
              <p:cNvPr id="508" name="Group 60">
                <a:extLst>
                  <a:ext uri="{FF2B5EF4-FFF2-40B4-BE49-F238E27FC236}">
                    <a16:creationId xmlns:a16="http://schemas.microsoft.com/office/drawing/2014/main" id="{3C55B745-1D08-4545-8746-5F984522AF7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19" y="4440"/>
                <a:ext cx="66" cy="66"/>
                <a:chOff x="250" y="352"/>
                <a:chExt cx="136" cy="136"/>
              </a:xfrm>
            </p:grpSpPr>
            <p:sp>
              <p:nvSpPr>
                <p:cNvPr id="513" name="Oval 61">
                  <a:extLst>
                    <a:ext uri="{FF2B5EF4-FFF2-40B4-BE49-F238E27FC236}">
                      <a16:creationId xmlns:a16="http://schemas.microsoft.com/office/drawing/2014/main" id="{F362D3AE-54DC-4A6A-BB1F-F6C51223A52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0" y="352"/>
                  <a:ext cx="136" cy="136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  <p:sp>
              <p:nvSpPr>
                <p:cNvPr id="514" name="Oval 62">
                  <a:extLst>
                    <a:ext uri="{FF2B5EF4-FFF2-40B4-BE49-F238E27FC236}">
                      <a16:creationId xmlns:a16="http://schemas.microsoft.com/office/drawing/2014/main" id="{B3E0F162-386A-41E0-AE2C-A0D52A1FBDE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6" y="368"/>
                  <a:ext cx="120" cy="120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</p:grpSp>
          <p:grpSp>
            <p:nvGrpSpPr>
              <p:cNvPr id="509" name="Group 63">
                <a:extLst>
                  <a:ext uri="{FF2B5EF4-FFF2-40B4-BE49-F238E27FC236}">
                    <a16:creationId xmlns:a16="http://schemas.microsoft.com/office/drawing/2014/main" id="{8F6EFB43-8FDB-402C-9B44-907E12403A5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19" y="4622"/>
                <a:ext cx="66" cy="66"/>
                <a:chOff x="250" y="352"/>
                <a:chExt cx="136" cy="136"/>
              </a:xfrm>
            </p:grpSpPr>
            <p:sp>
              <p:nvSpPr>
                <p:cNvPr id="511" name="Oval 64">
                  <a:extLst>
                    <a:ext uri="{FF2B5EF4-FFF2-40B4-BE49-F238E27FC236}">
                      <a16:creationId xmlns:a16="http://schemas.microsoft.com/office/drawing/2014/main" id="{D5B18AEE-C505-4DB9-AC24-1FCD23EE0F1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0" y="352"/>
                  <a:ext cx="136" cy="136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  <p:sp>
              <p:nvSpPr>
                <p:cNvPr id="512" name="Oval 65">
                  <a:extLst>
                    <a:ext uri="{FF2B5EF4-FFF2-40B4-BE49-F238E27FC236}">
                      <a16:creationId xmlns:a16="http://schemas.microsoft.com/office/drawing/2014/main" id="{0EBFEFF5-CD14-4D75-A436-33CC366A14D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6" y="368"/>
                  <a:ext cx="120" cy="120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</p:grpSp>
          <p:sp>
            <p:nvSpPr>
              <p:cNvPr id="510" name="AutoShape 66">
                <a:extLst>
                  <a:ext uri="{FF2B5EF4-FFF2-40B4-BE49-F238E27FC236}">
                    <a16:creationId xmlns:a16="http://schemas.microsoft.com/office/drawing/2014/main" id="{5A20EADA-B60E-4285-B098-2A1F40021C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849" y="4547"/>
                <a:ext cx="208" cy="3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FFFFFF"/>
                  </a:gs>
                  <a:gs pos="100000">
                    <a:srgbClr val="C0C0C0"/>
                  </a:gs>
                </a:gsLst>
                <a:path path="shape">
                  <a:fillToRect l="50000" t="50000" r="50000" b="50000"/>
                </a:path>
              </a:gradFill>
              <a:ln w="12700" algn="ctr">
                <a:solidFill>
                  <a:sysClr val="window" lastClr="FFFFFF"/>
                </a:solidFill>
                <a:round/>
                <a:headEnd/>
                <a:tailEnd/>
              </a:ln>
            </p:spPr>
            <p:txBody>
              <a:bodyPr wrap="none" lIns="97154" tIns="50520" rIns="11658" bIns="50520" anchor="ctr"/>
              <a:lstStyle/>
              <a:p>
                <a:pPr marL="0" marR="0" lvl="0" indent="0" algn="ctr" defTabSz="109196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1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+mj-ea"/>
                  <a:ea typeface="+mj-ea"/>
                  <a:cs typeface="하나 L"/>
                </a:endParaRPr>
              </a:p>
            </p:txBody>
          </p:sp>
        </p:grpSp>
        <p:grpSp>
          <p:nvGrpSpPr>
            <p:cNvPr id="515" name="Group 67">
              <a:extLst>
                <a:ext uri="{FF2B5EF4-FFF2-40B4-BE49-F238E27FC236}">
                  <a16:creationId xmlns:a16="http://schemas.microsoft.com/office/drawing/2014/main" id="{D8466098-1D1F-45AC-B5CA-5B920A759432}"/>
                </a:ext>
              </a:extLst>
            </p:cNvPr>
            <p:cNvGrpSpPr>
              <a:grpSpLocks/>
            </p:cNvGrpSpPr>
            <p:nvPr/>
          </p:nvGrpSpPr>
          <p:grpSpPr bwMode="auto">
            <a:xfrm rot="16200000">
              <a:off x="3303351" y="7540859"/>
              <a:ext cx="43295" cy="179178"/>
              <a:chOff x="919" y="4440"/>
              <a:chExt cx="66" cy="248"/>
            </a:xfrm>
          </p:grpSpPr>
          <p:grpSp>
            <p:nvGrpSpPr>
              <p:cNvPr id="516" name="Group 68">
                <a:extLst>
                  <a:ext uri="{FF2B5EF4-FFF2-40B4-BE49-F238E27FC236}">
                    <a16:creationId xmlns:a16="http://schemas.microsoft.com/office/drawing/2014/main" id="{8F7CDAFD-F8A6-4788-9A9A-391C3201E5A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19" y="4440"/>
                <a:ext cx="66" cy="66"/>
                <a:chOff x="250" y="352"/>
                <a:chExt cx="136" cy="136"/>
              </a:xfrm>
            </p:grpSpPr>
            <p:sp>
              <p:nvSpPr>
                <p:cNvPr id="521" name="Oval 69">
                  <a:extLst>
                    <a:ext uri="{FF2B5EF4-FFF2-40B4-BE49-F238E27FC236}">
                      <a16:creationId xmlns:a16="http://schemas.microsoft.com/office/drawing/2014/main" id="{303CBFF8-6EAB-47E8-9E4C-31D453CEB7E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0" y="352"/>
                  <a:ext cx="136" cy="136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  <p:sp>
              <p:nvSpPr>
                <p:cNvPr id="522" name="Oval 70">
                  <a:extLst>
                    <a:ext uri="{FF2B5EF4-FFF2-40B4-BE49-F238E27FC236}">
                      <a16:creationId xmlns:a16="http://schemas.microsoft.com/office/drawing/2014/main" id="{80F273E4-6F12-480C-B0DA-2DE91AE0062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6" y="368"/>
                  <a:ext cx="120" cy="120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</p:grpSp>
          <p:grpSp>
            <p:nvGrpSpPr>
              <p:cNvPr id="517" name="Group 71">
                <a:extLst>
                  <a:ext uri="{FF2B5EF4-FFF2-40B4-BE49-F238E27FC236}">
                    <a16:creationId xmlns:a16="http://schemas.microsoft.com/office/drawing/2014/main" id="{1218272A-17AE-4FC4-AE5D-FBD496FA4C7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19" y="4622"/>
                <a:ext cx="66" cy="66"/>
                <a:chOff x="250" y="352"/>
                <a:chExt cx="136" cy="136"/>
              </a:xfrm>
            </p:grpSpPr>
            <p:sp>
              <p:nvSpPr>
                <p:cNvPr id="519" name="Oval 72">
                  <a:extLst>
                    <a:ext uri="{FF2B5EF4-FFF2-40B4-BE49-F238E27FC236}">
                      <a16:creationId xmlns:a16="http://schemas.microsoft.com/office/drawing/2014/main" id="{E310DD64-5BA3-4EA9-AE10-618B880129C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0" y="352"/>
                  <a:ext cx="136" cy="136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  <p:sp>
              <p:nvSpPr>
                <p:cNvPr id="520" name="Oval 73">
                  <a:extLst>
                    <a:ext uri="{FF2B5EF4-FFF2-40B4-BE49-F238E27FC236}">
                      <a16:creationId xmlns:a16="http://schemas.microsoft.com/office/drawing/2014/main" id="{90E3F341-4B6F-4545-9830-80CF180A543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6" y="368"/>
                  <a:ext cx="120" cy="120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</p:grpSp>
          <p:sp>
            <p:nvSpPr>
              <p:cNvPr id="518" name="AutoShape 74">
                <a:extLst>
                  <a:ext uri="{FF2B5EF4-FFF2-40B4-BE49-F238E27FC236}">
                    <a16:creationId xmlns:a16="http://schemas.microsoft.com/office/drawing/2014/main" id="{C3AC2FCC-24D5-47F8-857A-B4CC735D96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849" y="4547"/>
                <a:ext cx="208" cy="3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FFFFFF"/>
                  </a:gs>
                  <a:gs pos="100000">
                    <a:srgbClr val="C0C0C0"/>
                  </a:gs>
                </a:gsLst>
                <a:path path="shape">
                  <a:fillToRect l="50000" t="50000" r="50000" b="50000"/>
                </a:path>
              </a:gradFill>
              <a:ln w="12700" algn="ctr">
                <a:solidFill>
                  <a:sysClr val="window" lastClr="FFFFFF"/>
                </a:solidFill>
                <a:round/>
                <a:headEnd/>
                <a:tailEnd/>
              </a:ln>
            </p:spPr>
            <p:txBody>
              <a:bodyPr wrap="none" lIns="97154" tIns="50520" rIns="11658" bIns="50520" anchor="ctr"/>
              <a:lstStyle/>
              <a:p>
                <a:pPr marL="0" marR="0" lvl="0" indent="0" algn="ctr" defTabSz="109196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1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+mj-ea"/>
                  <a:ea typeface="+mj-ea"/>
                  <a:cs typeface="하나 L"/>
                </a:endParaRPr>
              </a:p>
            </p:txBody>
          </p:sp>
        </p:grpSp>
        <p:grpSp>
          <p:nvGrpSpPr>
            <p:cNvPr id="523" name="Group 34">
              <a:extLst>
                <a:ext uri="{FF2B5EF4-FFF2-40B4-BE49-F238E27FC236}">
                  <a16:creationId xmlns:a16="http://schemas.microsoft.com/office/drawing/2014/main" id="{4409C1E4-00F4-43EE-B44E-842EF5ACBD02}"/>
                </a:ext>
              </a:extLst>
            </p:cNvPr>
            <p:cNvGrpSpPr>
              <a:grpSpLocks/>
            </p:cNvGrpSpPr>
            <p:nvPr/>
          </p:nvGrpSpPr>
          <p:grpSpPr bwMode="auto">
            <a:xfrm rot="16200000">
              <a:off x="3302578" y="7655947"/>
              <a:ext cx="44841" cy="179178"/>
              <a:chOff x="919" y="4440"/>
              <a:chExt cx="66" cy="248"/>
            </a:xfrm>
          </p:grpSpPr>
          <p:grpSp>
            <p:nvGrpSpPr>
              <p:cNvPr id="524" name="Group 35">
                <a:extLst>
                  <a:ext uri="{FF2B5EF4-FFF2-40B4-BE49-F238E27FC236}">
                    <a16:creationId xmlns:a16="http://schemas.microsoft.com/office/drawing/2014/main" id="{7FAC5AA0-B1CA-4278-A273-6AFB2BD92A9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19" y="4440"/>
                <a:ext cx="66" cy="66"/>
                <a:chOff x="250" y="352"/>
                <a:chExt cx="136" cy="136"/>
              </a:xfrm>
            </p:grpSpPr>
            <p:sp>
              <p:nvSpPr>
                <p:cNvPr id="529" name="Oval 36">
                  <a:extLst>
                    <a:ext uri="{FF2B5EF4-FFF2-40B4-BE49-F238E27FC236}">
                      <a16:creationId xmlns:a16="http://schemas.microsoft.com/office/drawing/2014/main" id="{ABDA176F-6885-420A-AEA4-17C0C7493E9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0" y="352"/>
                  <a:ext cx="136" cy="136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  <p:sp>
              <p:nvSpPr>
                <p:cNvPr id="530" name="Oval 37">
                  <a:extLst>
                    <a:ext uri="{FF2B5EF4-FFF2-40B4-BE49-F238E27FC236}">
                      <a16:creationId xmlns:a16="http://schemas.microsoft.com/office/drawing/2014/main" id="{68A18819-3EE7-4701-B8BA-39BCFBAB9F5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6" y="368"/>
                  <a:ext cx="120" cy="120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</p:grpSp>
          <p:grpSp>
            <p:nvGrpSpPr>
              <p:cNvPr id="525" name="Group 38">
                <a:extLst>
                  <a:ext uri="{FF2B5EF4-FFF2-40B4-BE49-F238E27FC236}">
                    <a16:creationId xmlns:a16="http://schemas.microsoft.com/office/drawing/2014/main" id="{AC60C845-9EFB-4E01-92A8-F49851F702C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19" y="4622"/>
                <a:ext cx="66" cy="66"/>
                <a:chOff x="250" y="352"/>
                <a:chExt cx="136" cy="136"/>
              </a:xfrm>
            </p:grpSpPr>
            <p:sp>
              <p:nvSpPr>
                <p:cNvPr id="527" name="Oval 39">
                  <a:extLst>
                    <a:ext uri="{FF2B5EF4-FFF2-40B4-BE49-F238E27FC236}">
                      <a16:creationId xmlns:a16="http://schemas.microsoft.com/office/drawing/2014/main" id="{E2663A96-10AC-4B6C-9442-846A3EA276B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0" y="352"/>
                  <a:ext cx="136" cy="136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  <p:sp>
              <p:nvSpPr>
                <p:cNvPr id="528" name="Oval 40">
                  <a:extLst>
                    <a:ext uri="{FF2B5EF4-FFF2-40B4-BE49-F238E27FC236}">
                      <a16:creationId xmlns:a16="http://schemas.microsoft.com/office/drawing/2014/main" id="{7DAD5EAA-AD2C-434B-90C0-467AC5A7335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6" y="368"/>
                  <a:ext cx="120" cy="120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</p:grpSp>
          <p:sp>
            <p:nvSpPr>
              <p:cNvPr id="526" name="AutoShape 41">
                <a:extLst>
                  <a:ext uri="{FF2B5EF4-FFF2-40B4-BE49-F238E27FC236}">
                    <a16:creationId xmlns:a16="http://schemas.microsoft.com/office/drawing/2014/main" id="{1967EFB5-541F-4348-AF62-BFF0149E32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849" y="4547"/>
                <a:ext cx="208" cy="3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FFFFFF"/>
                  </a:gs>
                  <a:gs pos="100000">
                    <a:srgbClr val="C0C0C0"/>
                  </a:gs>
                </a:gsLst>
                <a:path path="shape">
                  <a:fillToRect l="50000" t="50000" r="50000" b="50000"/>
                </a:path>
              </a:gradFill>
              <a:ln w="12700" algn="ctr">
                <a:solidFill>
                  <a:sysClr val="window" lastClr="FFFFFF"/>
                </a:solidFill>
                <a:round/>
                <a:headEnd/>
                <a:tailEnd/>
              </a:ln>
            </p:spPr>
            <p:txBody>
              <a:bodyPr wrap="none" lIns="97154" tIns="50520" rIns="11658" bIns="50520" anchor="ctr"/>
              <a:lstStyle/>
              <a:p>
                <a:pPr marL="0" marR="0" lvl="0" indent="0" algn="ctr" defTabSz="109196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1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+mj-ea"/>
                  <a:ea typeface="+mj-ea"/>
                  <a:cs typeface="하나 L"/>
                </a:endParaRPr>
              </a:p>
            </p:txBody>
          </p:sp>
        </p:grpSp>
        <p:grpSp>
          <p:nvGrpSpPr>
            <p:cNvPr id="531" name="Group 51">
              <a:extLst>
                <a:ext uri="{FF2B5EF4-FFF2-40B4-BE49-F238E27FC236}">
                  <a16:creationId xmlns:a16="http://schemas.microsoft.com/office/drawing/2014/main" id="{8EB3318B-D2D8-4608-ADA8-C8BB254B9DD5}"/>
                </a:ext>
              </a:extLst>
            </p:cNvPr>
            <p:cNvGrpSpPr>
              <a:grpSpLocks/>
            </p:cNvGrpSpPr>
            <p:nvPr/>
          </p:nvGrpSpPr>
          <p:grpSpPr bwMode="auto">
            <a:xfrm rot="16200000">
              <a:off x="3302578" y="7753360"/>
              <a:ext cx="44841" cy="179178"/>
              <a:chOff x="919" y="4440"/>
              <a:chExt cx="66" cy="248"/>
            </a:xfrm>
          </p:grpSpPr>
          <p:grpSp>
            <p:nvGrpSpPr>
              <p:cNvPr id="532" name="Group 52">
                <a:extLst>
                  <a:ext uri="{FF2B5EF4-FFF2-40B4-BE49-F238E27FC236}">
                    <a16:creationId xmlns:a16="http://schemas.microsoft.com/office/drawing/2014/main" id="{E095783B-0717-424A-837E-CDF137C4012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19" y="4440"/>
                <a:ext cx="66" cy="66"/>
                <a:chOff x="250" y="352"/>
                <a:chExt cx="136" cy="136"/>
              </a:xfrm>
            </p:grpSpPr>
            <p:sp>
              <p:nvSpPr>
                <p:cNvPr id="537" name="Oval 53">
                  <a:extLst>
                    <a:ext uri="{FF2B5EF4-FFF2-40B4-BE49-F238E27FC236}">
                      <a16:creationId xmlns:a16="http://schemas.microsoft.com/office/drawing/2014/main" id="{79804E39-A2B4-45DE-9DAC-50683A86914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0" y="352"/>
                  <a:ext cx="136" cy="136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  <p:sp>
              <p:nvSpPr>
                <p:cNvPr id="538" name="Oval 54">
                  <a:extLst>
                    <a:ext uri="{FF2B5EF4-FFF2-40B4-BE49-F238E27FC236}">
                      <a16:creationId xmlns:a16="http://schemas.microsoft.com/office/drawing/2014/main" id="{A69AA7C2-7C06-4351-A30C-E8077944B2F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6" y="368"/>
                  <a:ext cx="120" cy="120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</p:grpSp>
          <p:grpSp>
            <p:nvGrpSpPr>
              <p:cNvPr id="533" name="Group 55">
                <a:extLst>
                  <a:ext uri="{FF2B5EF4-FFF2-40B4-BE49-F238E27FC236}">
                    <a16:creationId xmlns:a16="http://schemas.microsoft.com/office/drawing/2014/main" id="{821F1FD1-507A-4380-8745-E4AECCC5E1E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19" y="4622"/>
                <a:ext cx="66" cy="66"/>
                <a:chOff x="250" y="352"/>
                <a:chExt cx="136" cy="136"/>
              </a:xfrm>
            </p:grpSpPr>
            <p:sp>
              <p:nvSpPr>
                <p:cNvPr id="535" name="Oval 56">
                  <a:extLst>
                    <a:ext uri="{FF2B5EF4-FFF2-40B4-BE49-F238E27FC236}">
                      <a16:creationId xmlns:a16="http://schemas.microsoft.com/office/drawing/2014/main" id="{F14BB7FC-0FF2-4423-AA05-9781317DA31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0" y="352"/>
                  <a:ext cx="136" cy="136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  <p:sp>
              <p:nvSpPr>
                <p:cNvPr id="536" name="Oval 57">
                  <a:extLst>
                    <a:ext uri="{FF2B5EF4-FFF2-40B4-BE49-F238E27FC236}">
                      <a16:creationId xmlns:a16="http://schemas.microsoft.com/office/drawing/2014/main" id="{89BBB1EC-BEDA-4ACA-83DA-52408537055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6" y="368"/>
                  <a:ext cx="120" cy="120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</p:grpSp>
          <p:sp>
            <p:nvSpPr>
              <p:cNvPr id="534" name="AutoShape 58">
                <a:extLst>
                  <a:ext uri="{FF2B5EF4-FFF2-40B4-BE49-F238E27FC236}">
                    <a16:creationId xmlns:a16="http://schemas.microsoft.com/office/drawing/2014/main" id="{18317634-2BA2-435B-8079-D7A3064D18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849" y="4547"/>
                <a:ext cx="208" cy="3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FFFFFF"/>
                  </a:gs>
                  <a:gs pos="100000">
                    <a:srgbClr val="C0C0C0"/>
                  </a:gs>
                </a:gsLst>
                <a:path path="shape">
                  <a:fillToRect l="50000" t="50000" r="50000" b="50000"/>
                </a:path>
              </a:gradFill>
              <a:ln w="12700" algn="ctr">
                <a:solidFill>
                  <a:sysClr val="window" lastClr="FFFFFF"/>
                </a:solidFill>
                <a:round/>
                <a:headEnd/>
                <a:tailEnd/>
              </a:ln>
            </p:spPr>
            <p:txBody>
              <a:bodyPr wrap="none" lIns="97154" tIns="50520" rIns="11658" bIns="50520" anchor="ctr"/>
              <a:lstStyle/>
              <a:p>
                <a:pPr marL="0" marR="0" lvl="0" indent="0" algn="ctr" defTabSz="109196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1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+mj-ea"/>
                  <a:ea typeface="+mj-ea"/>
                  <a:cs typeface="하나 L"/>
                </a:endParaRPr>
              </a:p>
            </p:txBody>
          </p:sp>
        </p:grpSp>
        <p:grpSp>
          <p:nvGrpSpPr>
            <p:cNvPr id="539" name="Group 59">
              <a:extLst>
                <a:ext uri="{FF2B5EF4-FFF2-40B4-BE49-F238E27FC236}">
                  <a16:creationId xmlns:a16="http://schemas.microsoft.com/office/drawing/2014/main" id="{11E51EFD-DAB7-429B-9B59-2003E25FA7ED}"/>
                </a:ext>
              </a:extLst>
            </p:cNvPr>
            <p:cNvGrpSpPr>
              <a:grpSpLocks/>
            </p:cNvGrpSpPr>
            <p:nvPr/>
          </p:nvGrpSpPr>
          <p:grpSpPr bwMode="auto">
            <a:xfrm rot="16200000">
              <a:off x="3302578" y="7852321"/>
              <a:ext cx="44841" cy="179178"/>
              <a:chOff x="919" y="4440"/>
              <a:chExt cx="66" cy="248"/>
            </a:xfrm>
          </p:grpSpPr>
          <p:grpSp>
            <p:nvGrpSpPr>
              <p:cNvPr id="540" name="Group 60">
                <a:extLst>
                  <a:ext uri="{FF2B5EF4-FFF2-40B4-BE49-F238E27FC236}">
                    <a16:creationId xmlns:a16="http://schemas.microsoft.com/office/drawing/2014/main" id="{3C55B745-1D08-4545-8746-5F984522AF7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19" y="4440"/>
                <a:ext cx="66" cy="66"/>
                <a:chOff x="250" y="352"/>
                <a:chExt cx="136" cy="136"/>
              </a:xfrm>
            </p:grpSpPr>
            <p:sp>
              <p:nvSpPr>
                <p:cNvPr id="545" name="Oval 61">
                  <a:extLst>
                    <a:ext uri="{FF2B5EF4-FFF2-40B4-BE49-F238E27FC236}">
                      <a16:creationId xmlns:a16="http://schemas.microsoft.com/office/drawing/2014/main" id="{F362D3AE-54DC-4A6A-BB1F-F6C51223A52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0" y="352"/>
                  <a:ext cx="136" cy="136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  <p:sp>
              <p:nvSpPr>
                <p:cNvPr id="546" name="Oval 62">
                  <a:extLst>
                    <a:ext uri="{FF2B5EF4-FFF2-40B4-BE49-F238E27FC236}">
                      <a16:creationId xmlns:a16="http://schemas.microsoft.com/office/drawing/2014/main" id="{B3E0F162-386A-41E0-AE2C-A0D52A1FBDE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6" y="368"/>
                  <a:ext cx="120" cy="120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</p:grpSp>
          <p:grpSp>
            <p:nvGrpSpPr>
              <p:cNvPr id="541" name="Group 63">
                <a:extLst>
                  <a:ext uri="{FF2B5EF4-FFF2-40B4-BE49-F238E27FC236}">
                    <a16:creationId xmlns:a16="http://schemas.microsoft.com/office/drawing/2014/main" id="{8F6EFB43-8FDB-402C-9B44-907E12403A5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19" y="4622"/>
                <a:ext cx="66" cy="66"/>
                <a:chOff x="250" y="352"/>
                <a:chExt cx="136" cy="136"/>
              </a:xfrm>
            </p:grpSpPr>
            <p:sp>
              <p:nvSpPr>
                <p:cNvPr id="543" name="Oval 64">
                  <a:extLst>
                    <a:ext uri="{FF2B5EF4-FFF2-40B4-BE49-F238E27FC236}">
                      <a16:creationId xmlns:a16="http://schemas.microsoft.com/office/drawing/2014/main" id="{D5B18AEE-C505-4DB9-AC24-1FCD23EE0F1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0" y="352"/>
                  <a:ext cx="136" cy="136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  <p:sp>
              <p:nvSpPr>
                <p:cNvPr id="544" name="Oval 65">
                  <a:extLst>
                    <a:ext uri="{FF2B5EF4-FFF2-40B4-BE49-F238E27FC236}">
                      <a16:creationId xmlns:a16="http://schemas.microsoft.com/office/drawing/2014/main" id="{0EBFEFF5-CD14-4D75-A436-33CC366A14D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6" y="368"/>
                  <a:ext cx="120" cy="120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</p:grpSp>
          <p:sp>
            <p:nvSpPr>
              <p:cNvPr id="542" name="AutoShape 66">
                <a:extLst>
                  <a:ext uri="{FF2B5EF4-FFF2-40B4-BE49-F238E27FC236}">
                    <a16:creationId xmlns:a16="http://schemas.microsoft.com/office/drawing/2014/main" id="{5A20EADA-B60E-4285-B098-2A1F40021C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849" y="4547"/>
                <a:ext cx="208" cy="3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FFFFFF"/>
                  </a:gs>
                  <a:gs pos="100000">
                    <a:srgbClr val="C0C0C0"/>
                  </a:gs>
                </a:gsLst>
                <a:path path="shape">
                  <a:fillToRect l="50000" t="50000" r="50000" b="50000"/>
                </a:path>
              </a:gradFill>
              <a:ln w="12700" algn="ctr">
                <a:solidFill>
                  <a:sysClr val="window" lastClr="FFFFFF"/>
                </a:solidFill>
                <a:round/>
                <a:headEnd/>
                <a:tailEnd/>
              </a:ln>
            </p:spPr>
            <p:txBody>
              <a:bodyPr wrap="none" lIns="97154" tIns="50520" rIns="11658" bIns="50520" anchor="ctr"/>
              <a:lstStyle/>
              <a:p>
                <a:pPr marL="0" marR="0" lvl="0" indent="0" algn="ctr" defTabSz="109196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1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+mj-ea"/>
                  <a:ea typeface="+mj-ea"/>
                  <a:cs typeface="하나 L"/>
                </a:endParaRPr>
              </a:p>
            </p:txBody>
          </p:sp>
        </p:grpSp>
        <p:grpSp>
          <p:nvGrpSpPr>
            <p:cNvPr id="547" name="Group 67">
              <a:extLst>
                <a:ext uri="{FF2B5EF4-FFF2-40B4-BE49-F238E27FC236}">
                  <a16:creationId xmlns:a16="http://schemas.microsoft.com/office/drawing/2014/main" id="{D8466098-1D1F-45AC-B5CA-5B920A759432}"/>
                </a:ext>
              </a:extLst>
            </p:cNvPr>
            <p:cNvGrpSpPr>
              <a:grpSpLocks/>
            </p:cNvGrpSpPr>
            <p:nvPr/>
          </p:nvGrpSpPr>
          <p:grpSpPr bwMode="auto">
            <a:xfrm rot="16200000">
              <a:off x="3303351" y="7949734"/>
              <a:ext cx="43295" cy="179178"/>
              <a:chOff x="919" y="4440"/>
              <a:chExt cx="66" cy="248"/>
            </a:xfrm>
          </p:grpSpPr>
          <p:grpSp>
            <p:nvGrpSpPr>
              <p:cNvPr id="548" name="Group 68">
                <a:extLst>
                  <a:ext uri="{FF2B5EF4-FFF2-40B4-BE49-F238E27FC236}">
                    <a16:creationId xmlns:a16="http://schemas.microsoft.com/office/drawing/2014/main" id="{8F7CDAFD-F8A6-4788-9A9A-391C3201E5A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19" y="4440"/>
                <a:ext cx="66" cy="66"/>
                <a:chOff x="250" y="352"/>
                <a:chExt cx="136" cy="136"/>
              </a:xfrm>
            </p:grpSpPr>
            <p:sp>
              <p:nvSpPr>
                <p:cNvPr id="553" name="Oval 69">
                  <a:extLst>
                    <a:ext uri="{FF2B5EF4-FFF2-40B4-BE49-F238E27FC236}">
                      <a16:creationId xmlns:a16="http://schemas.microsoft.com/office/drawing/2014/main" id="{303CBFF8-6EAB-47E8-9E4C-31D453CEB7E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0" y="352"/>
                  <a:ext cx="136" cy="136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  <p:sp>
              <p:nvSpPr>
                <p:cNvPr id="554" name="Oval 70">
                  <a:extLst>
                    <a:ext uri="{FF2B5EF4-FFF2-40B4-BE49-F238E27FC236}">
                      <a16:creationId xmlns:a16="http://schemas.microsoft.com/office/drawing/2014/main" id="{80F273E4-6F12-480C-B0DA-2DE91AE0062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6" y="368"/>
                  <a:ext cx="120" cy="120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</p:grpSp>
          <p:grpSp>
            <p:nvGrpSpPr>
              <p:cNvPr id="549" name="Group 71">
                <a:extLst>
                  <a:ext uri="{FF2B5EF4-FFF2-40B4-BE49-F238E27FC236}">
                    <a16:creationId xmlns:a16="http://schemas.microsoft.com/office/drawing/2014/main" id="{1218272A-17AE-4FC4-AE5D-FBD496FA4C7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19" y="4622"/>
                <a:ext cx="66" cy="66"/>
                <a:chOff x="250" y="352"/>
                <a:chExt cx="136" cy="136"/>
              </a:xfrm>
            </p:grpSpPr>
            <p:sp>
              <p:nvSpPr>
                <p:cNvPr id="551" name="Oval 72">
                  <a:extLst>
                    <a:ext uri="{FF2B5EF4-FFF2-40B4-BE49-F238E27FC236}">
                      <a16:creationId xmlns:a16="http://schemas.microsoft.com/office/drawing/2014/main" id="{E310DD64-5BA3-4EA9-AE10-618B880129C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0" y="352"/>
                  <a:ext cx="136" cy="136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  <p:sp>
              <p:nvSpPr>
                <p:cNvPr id="552" name="Oval 73">
                  <a:extLst>
                    <a:ext uri="{FF2B5EF4-FFF2-40B4-BE49-F238E27FC236}">
                      <a16:creationId xmlns:a16="http://schemas.microsoft.com/office/drawing/2014/main" id="{90E3F341-4B6F-4545-9830-80CF180A543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6" y="368"/>
                  <a:ext cx="120" cy="120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</p:grpSp>
          <p:sp>
            <p:nvSpPr>
              <p:cNvPr id="550" name="AutoShape 74">
                <a:extLst>
                  <a:ext uri="{FF2B5EF4-FFF2-40B4-BE49-F238E27FC236}">
                    <a16:creationId xmlns:a16="http://schemas.microsoft.com/office/drawing/2014/main" id="{C3AC2FCC-24D5-47F8-857A-B4CC735D96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849" y="4547"/>
                <a:ext cx="208" cy="3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FFFFFF"/>
                  </a:gs>
                  <a:gs pos="100000">
                    <a:srgbClr val="C0C0C0"/>
                  </a:gs>
                </a:gsLst>
                <a:path path="shape">
                  <a:fillToRect l="50000" t="50000" r="50000" b="50000"/>
                </a:path>
              </a:gradFill>
              <a:ln w="12700" algn="ctr">
                <a:solidFill>
                  <a:sysClr val="window" lastClr="FFFFFF"/>
                </a:solidFill>
                <a:round/>
                <a:headEnd/>
                <a:tailEnd/>
              </a:ln>
            </p:spPr>
            <p:txBody>
              <a:bodyPr wrap="none" lIns="97154" tIns="50520" rIns="11658" bIns="50520" anchor="ctr"/>
              <a:lstStyle/>
              <a:p>
                <a:pPr marL="0" marR="0" lvl="0" indent="0" algn="ctr" defTabSz="109196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1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+mj-ea"/>
                  <a:ea typeface="+mj-ea"/>
                  <a:cs typeface="하나 L"/>
                </a:endParaRPr>
              </a:p>
            </p:txBody>
          </p:sp>
        </p:grpSp>
        <p:grpSp>
          <p:nvGrpSpPr>
            <p:cNvPr id="555" name="Group 34">
              <a:extLst>
                <a:ext uri="{FF2B5EF4-FFF2-40B4-BE49-F238E27FC236}">
                  <a16:creationId xmlns:a16="http://schemas.microsoft.com/office/drawing/2014/main" id="{4409C1E4-00F4-43EE-B44E-842EF5ACBD02}"/>
                </a:ext>
              </a:extLst>
            </p:cNvPr>
            <p:cNvGrpSpPr>
              <a:grpSpLocks/>
            </p:cNvGrpSpPr>
            <p:nvPr/>
          </p:nvGrpSpPr>
          <p:grpSpPr bwMode="auto">
            <a:xfrm rot="16200000">
              <a:off x="3302578" y="8064822"/>
              <a:ext cx="44841" cy="179178"/>
              <a:chOff x="919" y="4440"/>
              <a:chExt cx="66" cy="248"/>
            </a:xfrm>
          </p:grpSpPr>
          <p:grpSp>
            <p:nvGrpSpPr>
              <p:cNvPr id="556" name="Group 35">
                <a:extLst>
                  <a:ext uri="{FF2B5EF4-FFF2-40B4-BE49-F238E27FC236}">
                    <a16:creationId xmlns:a16="http://schemas.microsoft.com/office/drawing/2014/main" id="{7FAC5AA0-B1CA-4278-A273-6AFB2BD92A9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19" y="4440"/>
                <a:ext cx="66" cy="66"/>
                <a:chOff x="250" y="352"/>
                <a:chExt cx="136" cy="136"/>
              </a:xfrm>
            </p:grpSpPr>
            <p:sp>
              <p:nvSpPr>
                <p:cNvPr id="561" name="Oval 36">
                  <a:extLst>
                    <a:ext uri="{FF2B5EF4-FFF2-40B4-BE49-F238E27FC236}">
                      <a16:creationId xmlns:a16="http://schemas.microsoft.com/office/drawing/2014/main" id="{ABDA176F-6885-420A-AEA4-17C0C7493E9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0" y="352"/>
                  <a:ext cx="136" cy="136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  <p:sp>
              <p:nvSpPr>
                <p:cNvPr id="562" name="Oval 37">
                  <a:extLst>
                    <a:ext uri="{FF2B5EF4-FFF2-40B4-BE49-F238E27FC236}">
                      <a16:creationId xmlns:a16="http://schemas.microsoft.com/office/drawing/2014/main" id="{68A18819-3EE7-4701-B8BA-39BCFBAB9F5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6" y="368"/>
                  <a:ext cx="120" cy="120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</p:grpSp>
          <p:grpSp>
            <p:nvGrpSpPr>
              <p:cNvPr id="557" name="Group 38">
                <a:extLst>
                  <a:ext uri="{FF2B5EF4-FFF2-40B4-BE49-F238E27FC236}">
                    <a16:creationId xmlns:a16="http://schemas.microsoft.com/office/drawing/2014/main" id="{AC60C845-9EFB-4E01-92A8-F49851F702C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19" y="4622"/>
                <a:ext cx="66" cy="66"/>
                <a:chOff x="250" y="352"/>
                <a:chExt cx="136" cy="136"/>
              </a:xfrm>
            </p:grpSpPr>
            <p:sp>
              <p:nvSpPr>
                <p:cNvPr id="559" name="Oval 39">
                  <a:extLst>
                    <a:ext uri="{FF2B5EF4-FFF2-40B4-BE49-F238E27FC236}">
                      <a16:creationId xmlns:a16="http://schemas.microsoft.com/office/drawing/2014/main" id="{E2663A96-10AC-4B6C-9442-846A3EA276B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0" y="352"/>
                  <a:ext cx="136" cy="136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  <p:sp>
              <p:nvSpPr>
                <p:cNvPr id="560" name="Oval 40">
                  <a:extLst>
                    <a:ext uri="{FF2B5EF4-FFF2-40B4-BE49-F238E27FC236}">
                      <a16:creationId xmlns:a16="http://schemas.microsoft.com/office/drawing/2014/main" id="{7DAD5EAA-AD2C-434B-90C0-467AC5A7335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6" y="368"/>
                  <a:ext cx="120" cy="120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</p:grpSp>
          <p:sp>
            <p:nvSpPr>
              <p:cNvPr id="558" name="AutoShape 41">
                <a:extLst>
                  <a:ext uri="{FF2B5EF4-FFF2-40B4-BE49-F238E27FC236}">
                    <a16:creationId xmlns:a16="http://schemas.microsoft.com/office/drawing/2014/main" id="{1967EFB5-541F-4348-AF62-BFF0149E32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849" y="4547"/>
                <a:ext cx="208" cy="3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FFFFFF"/>
                  </a:gs>
                  <a:gs pos="100000">
                    <a:srgbClr val="C0C0C0"/>
                  </a:gs>
                </a:gsLst>
                <a:path path="shape">
                  <a:fillToRect l="50000" t="50000" r="50000" b="50000"/>
                </a:path>
              </a:gradFill>
              <a:ln w="12700" algn="ctr">
                <a:solidFill>
                  <a:sysClr val="window" lastClr="FFFFFF"/>
                </a:solidFill>
                <a:round/>
                <a:headEnd/>
                <a:tailEnd/>
              </a:ln>
            </p:spPr>
            <p:txBody>
              <a:bodyPr wrap="none" lIns="97154" tIns="50520" rIns="11658" bIns="50520" anchor="ctr"/>
              <a:lstStyle/>
              <a:p>
                <a:pPr marL="0" marR="0" lvl="0" indent="0" algn="ctr" defTabSz="109196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1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+mj-ea"/>
                  <a:ea typeface="+mj-ea"/>
                  <a:cs typeface="하나 L"/>
                </a:endParaRPr>
              </a:p>
            </p:txBody>
          </p:sp>
        </p:grpSp>
        <p:grpSp>
          <p:nvGrpSpPr>
            <p:cNvPr id="563" name="Group 51">
              <a:extLst>
                <a:ext uri="{FF2B5EF4-FFF2-40B4-BE49-F238E27FC236}">
                  <a16:creationId xmlns:a16="http://schemas.microsoft.com/office/drawing/2014/main" id="{8EB3318B-D2D8-4608-ADA8-C8BB254B9DD5}"/>
                </a:ext>
              </a:extLst>
            </p:cNvPr>
            <p:cNvGrpSpPr>
              <a:grpSpLocks/>
            </p:cNvGrpSpPr>
            <p:nvPr/>
          </p:nvGrpSpPr>
          <p:grpSpPr bwMode="auto">
            <a:xfrm rot="16200000">
              <a:off x="3302578" y="8162235"/>
              <a:ext cx="44841" cy="179178"/>
              <a:chOff x="919" y="4440"/>
              <a:chExt cx="66" cy="248"/>
            </a:xfrm>
          </p:grpSpPr>
          <p:grpSp>
            <p:nvGrpSpPr>
              <p:cNvPr id="564" name="Group 52">
                <a:extLst>
                  <a:ext uri="{FF2B5EF4-FFF2-40B4-BE49-F238E27FC236}">
                    <a16:creationId xmlns:a16="http://schemas.microsoft.com/office/drawing/2014/main" id="{E095783B-0717-424A-837E-CDF137C4012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19" y="4440"/>
                <a:ext cx="66" cy="66"/>
                <a:chOff x="250" y="352"/>
                <a:chExt cx="136" cy="136"/>
              </a:xfrm>
            </p:grpSpPr>
            <p:sp>
              <p:nvSpPr>
                <p:cNvPr id="569" name="Oval 53">
                  <a:extLst>
                    <a:ext uri="{FF2B5EF4-FFF2-40B4-BE49-F238E27FC236}">
                      <a16:creationId xmlns:a16="http://schemas.microsoft.com/office/drawing/2014/main" id="{79804E39-A2B4-45DE-9DAC-50683A86914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0" y="352"/>
                  <a:ext cx="136" cy="136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  <p:sp>
              <p:nvSpPr>
                <p:cNvPr id="570" name="Oval 54">
                  <a:extLst>
                    <a:ext uri="{FF2B5EF4-FFF2-40B4-BE49-F238E27FC236}">
                      <a16:creationId xmlns:a16="http://schemas.microsoft.com/office/drawing/2014/main" id="{A69AA7C2-7C06-4351-A30C-E8077944B2F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6" y="368"/>
                  <a:ext cx="120" cy="120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</p:grpSp>
          <p:grpSp>
            <p:nvGrpSpPr>
              <p:cNvPr id="565" name="Group 55">
                <a:extLst>
                  <a:ext uri="{FF2B5EF4-FFF2-40B4-BE49-F238E27FC236}">
                    <a16:creationId xmlns:a16="http://schemas.microsoft.com/office/drawing/2014/main" id="{821F1FD1-507A-4380-8745-E4AECCC5E1E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19" y="4622"/>
                <a:ext cx="66" cy="66"/>
                <a:chOff x="250" y="352"/>
                <a:chExt cx="136" cy="136"/>
              </a:xfrm>
            </p:grpSpPr>
            <p:sp>
              <p:nvSpPr>
                <p:cNvPr id="567" name="Oval 56">
                  <a:extLst>
                    <a:ext uri="{FF2B5EF4-FFF2-40B4-BE49-F238E27FC236}">
                      <a16:creationId xmlns:a16="http://schemas.microsoft.com/office/drawing/2014/main" id="{F14BB7FC-0FF2-4423-AA05-9781317DA31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0" y="352"/>
                  <a:ext cx="136" cy="136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  <p:sp>
              <p:nvSpPr>
                <p:cNvPr id="568" name="Oval 57">
                  <a:extLst>
                    <a:ext uri="{FF2B5EF4-FFF2-40B4-BE49-F238E27FC236}">
                      <a16:creationId xmlns:a16="http://schemas.microsoft.com/office/drawing/2014/main" id="{89BBB1EC-BEDA-4ACA-83DA-52408537055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6" y="368"/>
                  <a:ext cx="120" cy="120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</p:grpSp>
          <p:sp>
            <p:nvSpPr>
              <p:cNvPr id="566" name="AutoShape 58">
                <a:extLst>
                  <a:ext uri="{FF2B5EF4-FFF2-40B4-BE49-F238E27FC236}">
                    <a16:creationId xmlns:a16="http://schemas.microsoft.com/office/drawing/2014/main" id="{18317634-2BA2-435B-8079-D7A3064D18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849" y="4547"/>
                <a:ext cx="208" cy="3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FFFFFF"/>
                  </a:gs>
                  <a:gs pos="100000">
                    <a:srgbClr val="C0C0C0"/>
                  </a:gs>
                </a:gsLst>
                <a:path path="shape">
                  <a:fillToRect l="50000" t="50000" r="50000" b="50000"/>
                </a:path>
              </a:gradFill>
              <a:ln w="12700" algn="ctr">
                <a:solidFill>
                  <a:sysClr val="window" lastClr="FFFFFF"/>
                </a:solidFill>
                <a:round/>
                <a:headEnd/>
                <a:tailEnd/>
              </a:ln>
            </p:spPr>
            <p:txBody>
              <a:bodyPr wrap="none" lIns="97154" tIns="50520" rIns="11658" bIns="50520" anchor="ctr"/>
              <a:lstStyle/>
              <a:p>
                <a:pPr marL="0" marR="0" lvl="0" indent="0" algn="ctr" defTabSz="109196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1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+mj-ea"/>
                  <a:ea typeface="+mj-ea"/>
                  <a:cs typeface="하나 L"/>
                </a:endParaRPr>
              </a:p>
            </p:txBody>
          </p:sp>
        </p:grpSp>
        <p:grpSp>
          <p:nvGrpSpPr>
            <p:cNvPr id="571" name="Group 59">
              <a:extLst>
                <a:ext uri="{FF2B5EF4-FFF2-40B4-BE49-F238E27FC236}">
                  <a16:creationId xmlns:a16="http://schemas.microsoft.com/office/drawing/2014/main" id="{11E51EFD-DAB7-429B-9B59-2003E25FA7ED}"/>
                </a:ext>
              </a:extLst>
            </p:cNvPr>
            <p:cNvGrpSpPr>
              <a:grpSpLocks/>
            </p:cNvGrpSpPr>
            <p:nvPr/>
          </p:nvGrpSpPr>
          <p:grpSpPr bwMode="auto">
            <a:xfrm rot="16200000">
              <a:off x="3302578" y="8261196"/>
              <a:ext cx="44841" cy="179178"/>
              <a:chOff x="919" y="4440"/>
              <a:chExt cx="66" cy="248"/>
            </a:xfrm>
          </p:grpSpPr>
          <p:grpSp>
            <p:nvGrpSpPr>
              <p:cNvPr id="572" name="Group 60">
                <a:extLst>
                  <a:ext uri="{FF2B5EF4-FFF2-40B4-BE49-F238E27FC236}">
                    <a16:creationId xmlns:a16="http://schemas.microsoft.com/office/drawing/2014/main" id="{3C55B745-1D08-4545-8746-5F984522AF7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19" y="4440"/>
                <a:ext cx="66" cy="66"/>
                <a:chOff x="250" y="352"/>
                <a:chExt cx="136" cy="136"/>
              </a:xfrm>
            </p:grpSpPr>
            <p:sp>
              <p:nvSpPr>
                <p:cNvPr id="577" name="Oval 61">
                  <a:extLst>
                    <a:ext uri="{FF2B5EF4-FFF2-40B4-BE49-F238E27FC236}">
                      <a16:creationId xmlns:a16="http://schemas.microsoft.com/office/drawing/2014/main" id="{F362D3AE-54DC-4A6A-BB1F-F6C51223A52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0" y="352"/>
                  <a:ext cx="136" cy="136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  <p:sp>
              <p:nvSpPr>
                <p:cNvPr id="578" name="Oval 62">
                  <a:extLst>
                    <a:ext uri="{FF2B5EF4-FFF2-40B4-BE49-F238E27FC236}">
                      <a16:creationId xmlns:a16="http://schemas.microsoft.com/office/drawing/2014/main" id="{B3E0F162-386A-41E0-AE2C-A0D52A1FBDE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6" y="368"/>
                  <a:ext cx="120" cy="120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</p:grpSp>
          <p:grpSp>
            <p:nvGrpSpPr>
              <p:cNvPr id="573" name="Group 63">
                <a:extLst>
                  <a:ext uri="{FF2B5EF4-FFF2-40B4-BE49-F238E27FC236}">
                    <a16:creationId xmlns:a16="http://schemas.microsoft.com/office/drawing/2014/main" id="{8F6EFB43-8FDB-402C-9B44-907E12403A5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19" y="4622"/>
                <a:ext cx="66" cy="66"/>
                <a:chOff x="250" y="352"/>
                <a:chExt cx="136" cy="136"/>
              </a:xfrm>
            </p:grpSpPr>
            <p:sp>
              <p:nvSpPr>
                <p:cNvPr id="575" name="Oval 64">
                  <a:extLst>
                    <a:ext uri="{FF2B5EF4-FFF2-40B4-BE49-F238E27FC236}">
                      <a16:creationId xmlns:a16="http://schemas.microsoft.com/office/drawing/2014/main" id="{D5B18AEE-C505-4DB9-AC24-1FCD23EE0F1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0" y="352"/>
                  <a:ext cx="136" cy="136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  <p:sp>
              <p:nvSpPr>
                <p:cNvPr id="576" name="Oval 65">
                  <a:extLst>
                    <a:ext uri="{FF2B5EF4-FFF2-40B4-BE49-F238E27FC236}">
                      <a16:creationId xmlns:a16="http://schemas.microsoft.com/office/drawing/2014/main" id="{0EBFEFF5-CD14-4D75-A436-33CC366A14D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6" y="368"/>
                  <a:ext cx="120" cy="120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</p:grpSp>
          <p:sp>
            <p:nvSpPr>
              <p:cNvPr id="574" name="AutoShape 66">
                <a:extLst>
                  <a:ext uri="{FF2B5EF4-FFF2-40B4-BE49-F238E27FC236}">
                    <a16:creationId xmlns:a16="http://schemas.microsoft.com/office/drawing/2014/main" id="{5A20EADA-B60E-4285-B098-2A1F40021C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849" y="4547"/>
                <a:ext cx="208" cy="3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FFFFFF"/>
                  </a:gs>
                  <a:gs pos="100000">
                    <a:srgbClr val="C0C0C0"/>
                  </a:gs>
                </a:gsLst>
                <a:path path="shape">
                  <a:fillToRect l="50000" t="50000" r="50000" b="50000"/>
                </a:path>
              </a:gradFill>
              <a:ln w="12700" algn="ctr">
                <a:solidFill>
                  <a:sysClr val="window" lastClr="FFFFFF"/>
                </a:solidFill>
                <a:round/>
                <a:headEnd/>
                <a:tailEnd/>
              </a:ln>
            </p:spPr>
            <p:txBody>
              <a:bodyPr wrap="none" lIns="97154" tIns="50520" rIns="11658" bIns="50520" anchor="ctr"/>
              <a:lstStyle/>
              <a:p>
                <a:pPr marL="0" marR="0" lvl="0" indent="0" algn="ctr" defTabSz="109196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1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+mj-ea"/>
                  <a:ea typeface="+mj-ea"/>
                  <a:cs typeface="하나 L"/>
                </a:endParaRPr>
              </a:p>
            </p:txBody>
          </p:sp>
        </p:grpSp>
        <p:grpSp>
          <p:nvGrpSpPr>
            <p:cNvPr id="579" name="Group 67">
              <a:extLst>
                <a:ext uri="{FF2B5EF4-FFF2-40B4-BE49-F238E27FC236}">
                  <a16:creationId xmlns:a16="http://schemas.microsoft.com/office/drawing/2014/main" id="{D8466098-1D1F-45AC-B5CA-5B920A759432}"/>
                </a:ext>
              </a:extLst>
            </p:cNvPr>
            <p:cNvGrpSpPr>
              <a:grpSpLocks/>
            </p:cNvGrpSpPr>
            <p:nvPr/>
          </p:nvGrpSpPr>
          <p:grpSpPr bwMode="auto">
            <a:xfrm rot="16200000">
              <a:off x="3303351" y="8358610"/>
              <a:ext cx="43295" cy="179178"/>
              <a:chOff x="919" y="4440"/>
              <a:chExt cx="66" cy="248"/>
            </a:xfrm>
          </p:grpSpPr>
          <p:grpSp>
            <p:nvGrpSpPr>
              <p:cNvPr id="580" name="Group 68">
                <a:extLst>
                  <a:ext uri="{FF2B5EF4-FFF2-40B4-BE49-F238E27FC236}">
                    <a16:creationId xmlns:a16="http://schemas.microsoft.com/office/drawing/2014/main" id="{8F7CDAFD-F8A6-4788-9A9A-391C3201E5A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19" y="4440"/>
                <a:ext cx="66" cy="66"/>
                <a:chOff x="250" y="352"/>
                <a:chExt cx="136" cy="136"/>
              </a:xfrm>
            </p:grpSpPr>
            <p:sp>
              <p:nvSpPr>
                <p:cNvPr id="585" name="Oval 69">
                  <a:extLst>
                    <a:ext uri="{FF2B5EF4-FFF2-40B4-BE49-F238E27FC236}">
                      <a16:creationId xmlns:a16="http://schemas.microsoft.com/office/drawing/2014/main" id="{303CBFF8-6EAB-47E8-9E4C-31D453CEB7E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0" y="352"/>
                  <a:ext cx="136" cy="136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  <p:sp>
              <p:nvSpPr>
                <p:cNvPr id="586" name="Oval 70">
                  <a:extLst>
                    <a:ext uri="{FF2B5EF4-FFF2-40B4-BE49-F238E27FC236}">
                      <a16:creationId xmlns:a16="http://schemas.microsoft.com/office/drawing/2014/main" id="{80F273E4-6F12-480C-B0DA-2DE91AE0062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6" y="368"/>
                  <a:ext cx="120" cy="120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</p:grpSp>
          <p:grpSp>
            <p:nvGrpSpPr>
              <p:cNvPr id="581" name="Group 71">
                <a:extLst>
                  <a:ext uri="{FF2B5EF4-FFF2-40B4-BE49-F238E27FC236}">
                    <a16:creationId xmlns:a16="http://schemas.microsoft.com/office/drawing/2014/main" id="{1218272A-17AE-4FC4-AE5D-FBD496FA4C7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19" y="4622"/>
                <a:ext cx="66" cy="66"/>
                <a:chOff x="250" y="352"/>
                <a:chExt cx="136" cy="136"/>
              </a:xfrm>
            </p:grpSpPr>
            <p:sp>
              <p:nvSpPr>
                <p:cNvPr id="583" name="Oval 72">
                  <a:extLst>
                    <a:ext uri="{FF2B5EF4-FFF2-40B4-BE49-F238E27FC236}">
                      <a16:creationId xmlns:a16="http://schemas.microsoft.com/office/drawing/2014/main" id="{E310DD64-5BA3-4EA9-AE10-618B880129C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0" y="352"/>
                  <a:ext cx="136" cy="136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  <p:sp>
              <p:nvSpPr>
                <p:cNvPr id="584" name="Oval 73">
                  <a:extLst>
                    <a:ext uri="{FF2B5EF4-FFF2-40B4-BE49-F238E27FC236}">
                      <a16:creationId xmlns:a16="http://schemas.microsoft.com/office/drawing/2014/main" id="{90E3F341-4B6F-4545-9830-80CF180A543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6" y="368"/>
                  <a:ext cx="120" cy="120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</p:grpSp>
          <p:sp>
            <p:nvSpPr>
              <p:cNvPr id="582" name="AutoShape 74">
                <a:extLst>
                  <a:ext uri="{FF2B5EF4-FFF2-40B4-BE49-F238E27FC236}">
                    <a16:creationId xmlns:a16="http://schemas.microsoft.com/office/drawing/2014/main" id="{C3AC2FCC-24D5-47F8-857A-B4CC735D96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849" y="4547"/>
                <a:ext cx="208" cy="3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FFFFFF"/>
                  </a:gs>
                  <a:gs pos="100000">
                    <a:srgbClr val="C0C0C0"/>
                  </a:gs>
                </a:gsLst>
                <a:path path="shape">
                  <a:fillToRect l="50000" t="50000" r="50000" b="50000"/>
                </a:path>
              </a:gradFill>
              <a:ln w="12700" algn="ctr">
                <a:solidFill>
                  <a:sysClr val="window" lastClr="FFFFFF"/>
                </a:solidFill>
                <a:round/>
                <a:headEnd/>
                <a:tailEnd/>
              </a:ln>
            </p:spPr>
            <p:txBody>
              <a:bodyPr wrap="none" lIns="97154" tIns="50520" rIns="11658" bIns="50520" anchor="ctr"/>
              <a:lstStyle/>
              <a:p>
                <a:pPr marL="0" marR="0" lvl="0" indent="0" algn="ctr" defTabSz="109196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1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+mj-ea"/>
                  <a:ea typeface="+mj-ea"/>
                  <a:cs typeface="하나 L"/>
                </a:endParaRPr>
              </a:p>
            </p:txBody>
          </p:sp>
        </p:grpSp>
        <p:grpSp>
          <p:nvGrpSpPr>
            <p:cNvPr id="587" name="Group 34">
              <a:extLst>
                <a:ext uri="{FF2B5EF4-FFF2-40B4-BE49-F238E27FC236}">
                  <a16:creationId xmlns:a16="http://schemas.microsoft.com/office/drawing/2014/main" id="{4409C1E4-00F4-43EE-B44E-842EF5ACBD02}"/>
                </a:ext>
              </a:extLst>
            </p:cNvPr>
            <p:cNvGrpSpPr>
              <a:grpSpLocks/>
            </p:cNvGrpSpPr>
            <p:nvPr/>
          </p:nvGrpSpPr>
          <p:grpSpPr bwMode="auto">
            <a:xfrm rot="16200000">
              <a:off x="3302578" y="8473697"/>
              <a:ext cx="44841" cy="179178"/>
              <a:chOff x="919" y="4440"/>
              <a:chExt cx="66" cy="248"/>
            </a:xfrm>
          </p:grpSpPr>
          <p:grpSp>
            <p:nvGrpSpPr>
              <p:cNvPr id="588" name="Group 35">
                <a:extLst>
                  <a:ext uri="{FF2B5EF4-FFF2-40B4-BE49-F238E27FC236}">
                    <a16:creationId xmlns:a16="http://schemas.microsoft.com/office/drawing/2014/main" id="{7FAC5AA0-B1CA-4278-A273-6AFB2BD92A9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19" y="4440"/>
                <a:ext cx="66" cy="66"/>
                <a:chOff x="250" y="352"/>
                <a:chExt cx="136" cy="136"/>
              </a:xfrm>
            </p:grpSpPr>
            <p:sp>
              <p:nvSpPr>
                <p:cNvPr id="593" name="Oval 36">
                  <a:extLst>
                    <a:ext uri="{FF2B5EF4-FFF2-40B4-BE49-F238E27FC236}">
                      <a16:creationId xmlns:a16="http://schemas.microsoft.com/office/drawing/2014/main" id="{ABDA176F-6885-420A-AEA4-17C0C7493E9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0" y="352"/>
                  <a:ext cx="136" cy="136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  <p:sp>
              <p:nvSpPr>
                <p:cNvPr id="594" name="Oval 37">
                  <a:extLst>
                    <a:ext uri="{FF2B5EF4-FFF2-40B4-BE49-F238E27FC236}">
                      <a16:creationId xmlns:a16="http://schemas.microsoft.com/office/drawing/2014/main" id="{68A18819-3EE7-4701-B8BA-39BCFBAB9F5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6" y="368"/>
                  <a:ext cx="120" cy="120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</p:grpSp>
          <p:grpSp>
            <p:nvGrpSpPr>
              <p:cNvPr id="589" name="Group 38">
                <a:extLst>
                  <a:ext uri="{FF2B5EF4-FFF2-40B4-BE49-F238E27FC236}">
                    <a16:creationId xmlns:a16="http://schemas.microsoft.com/office/drawing/2014/main" id="{AC60C845-9EFB-4E01-92A8-F49851F702C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19" y="4622"/>
                <a:ext cx="66" cy="66"/>
                <a:chOff x="250" y="352"/>
                <a:chExt cx="136" cy="136"/>
              </a:xfrm>
            </p:grpSpPr>
            <p:sp>
              <p:nvSpPr>
                <p:cNvPr id="591" name="Oval 39">
                  <a:extLst>
                    <a:ext uri="{FF2B5EF4-FFF2-40B4-BE49-F238E27FC236}">
                      <a16:creationId xmlns:a16="http://schemas.microsoft.com/office/drawing/2014/main" id="{E2663A96-10AC-4B6C-9442-846A3EA276B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0" y="352"/>
                  <a:ext cx="136" cy="136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  <p:sp>
              <p:nvSpPr>
                <p:cNvPr id="592" name="Oval 40">
                  <a:extLst>
                    <a:ext uri="{FF2B5EF4-FFF2-40B4-BE49-F238E27FC236}">
                      <a16:creationId xmlns:a16="http://schemas.microsoft.com/office/drawing/2014/main" id="{7DAD5EAA-AD2C-434B-90C0-467AC5A7335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6" y="368"/>
                  <a:ext cx="120" cy="120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</p:grpSp>
          <p:sp>
            <p:nvSpPr>
              <p:cNvPr id="590" name="AutoShape 41">
                <a:extLst>
                  <a:ext uri="{FF2B5EF4-FFF2-40B4-BE49-F238E27FC236}">
                    <a16:creationId xmlns:a16="http://schemas.microsoft.com/office/drawing/2014/main" id="{1967EFB5-541F-4348-AF62-BFF0149E32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849" y="4547"/>
                <a:ext cx="208" cy="3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FFFFFF"/>
                  </a:gs>
                  <a:gs pos="100000">
                    <a:srgbClr val="C0C0C0"/>
                  </a:gs>
                </a:gsLst>
                <a:path path="shape">
                  <a:fillToRect l="50000" t="50000" r="50000" b="50000"/>
                </a:path>
              </a:gradFill>
              <a:ln w="12700" algn="ctr">
                <a:solidFill>
                  <a:sysClr val="window" lastClr="FFFFFF"/>
                </a:solidFill>
                <a:round/>
                <a:headEnd/>
                <a:tailEnd/>
              </a:ln>
            </p:spPr>
            <p:txBody>
              <a:bodyPr wrap="none" lIns="97154" tIns="50520" rIns="11658" bIns="50520" anchor="ctr"/>
              <a:lstStyle/>
              <a:p>
                <a:pPr marL="0" marR="0" lvl="0" indent="0" algn="ctr" defTabSz="109196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1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+mj-ea"/>
                  <a:ea typeface="+mj-ea"/>
                  <a:cs typeface="하나 L"/>
                </a:endParaRPr>
              </a:p>
            </p:txBody>
          </p:sp>
        </p:grpSp>
        <p:grpSp>
          <p:nvGrpSpPr>
            <p:cNvPr id="595" name="Group 51">
              <a:extLst>
                <a:ext uri="{FF2B5EF4-FFF2-40B4-BE49-F238E27FC236}">
                  <a16:creationId xmlns:a16="http://schemas.microsoft.com/office/drawing/2014/main" id="{8EB3318B-D2D8-4608-ADA8-C8BB254B9DD5}"/>
                </a:ext>
              </a:extLst>
            </p:cNvPr>
            <p:cNvGrpSpPr>
              <a:grpSpLocks/>
            </p:cNvGrpSpPr>
            <p:nvPr/>
          </p:nvGrpSpPr>
          <p:grpSpPr bwMode="auto">
            <a:xfrm rot="16200000">
              <a:off x="3302578" y="8571110"/>
              <a:ext cx="44841" cy="179178"/>
              <a:chOff x="919" y="4440"/>
              <a:chExt cx="66" cy="248"/>
            </a:xfrm>
          </p:grpSpPr>
          <p:grpSp>
            <p:nvGrpSpPr>
              <p:cNvPr id="596" name="Group 52">
                <a:extLst>
                  <a:ext uri="{FF2B5EF4-FFF2-40B4-BE49-F238E27FC236}">
                    <a16:creationId xmlns:a16="http://schemas.microsoft.com/office/drawing/2014/main" id="{E095783B-0717-424A-837E-CDF137C4012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19" y="4440"/>
                <a:ext cx="66" cy="66"/>
                <a:chOff x="250" y="352"/>
                <a:chExt cx="136" cy="136"/>
              </a:xfrm>
            </p:grpSpPr>
            <p:sp>
              <p:nvSpPr>
                <p:cNvPr id="601" name="Oval 53">
                  <a:extLst>
                    <a:ext uri="{FF2B5EF4-FFF2-40B4-BE49-F238E27FC236}">
                      <a16:creationId xmlns:a16="http://schemas.microsoft.com/office/drawing/2014/main" id="{79804E39-A2B4-45DE-9DAC-50683A86914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0" y="352"/>
                  <a:ext cx="136" cy="136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  <p:sp>
              <p:nvSpPr>
                <p:cNvPr id="602" name="Oval 54">
                  <a:extLst>
                    <a:ext uri="{FF2B5EF4-FFF2-40B4-BE49-F238E27FC236}">
                      <a16:creationId xmlns:a16="http://schemas.microsoft.com/office/drawing/2014/main" id="{A69AA7C2-7C06-4351-A30C-E8077944B2F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6" y="368"/>
                  <a:ext cx="120" cy="120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</p:grpSp>
          <p:grpSp>
            <p:nvGrpSpPr>
              <p:cNvPr id="597" name="Group 55">
                <a:extLst>
                  <a:ext uri="{FF2B5EF4-FFF2-40B4-BE49-F238E27FC236}">
                    <a16:creationId xmlns:a16="http://schemas.microsoft.com/office/drawing/2014/main" id="{821F1FD1-507A-4380-8745-E4AECCC5E1E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19" y="4622"/>
                <a:ext cx="66" cy="66"/>
                <a:chOff x="250" y="352"/>
                <a:chExt cx="136" cy="136"/>
              </a:xfrm>
            </p:grpSpPr>
            <p:sp>
              <p:nvSpPr>
                <p:cNvPr id="599" name="Oval 56">
                  <a:extLst>
                    <a:ext uri="{FF2B5EF4-FFF2-40B4-BE49-F238E27FC236}">
                      <a16:creationId xmlns:a16="http://schemas.microsoft.com/office/drawing/2014/main" id="{F14BB7FC-0FF2-4423-AA05-9781317DA31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0" y="352"/>
                  <a:ext cx="136" cy="136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  <p:sp>
              <p:nvSpPr>
                <p:cNvPr id="600" name="Oval 57">
                  <a:extLst>
                    <a:ext uri="{FF2B5EF4-FFF2-40B4-BE49-F238E27FC236}">
                      <a16:creationId xmlns:a16="http://schemas.microsoft.com/office/drawing/2014/main" id="{89BBB1EC-BEDA-4ACA-83DA-52408537055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6" y="368"/>
                  <a:ext cx="120" cy="120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</p:grpSp>
          <p:sp>
            <p:nvSpPr>
              <p:cNvPr id="598" name="AutoShape 58">
                <a:extLst>
                  <a:ext uri="{FF2B5EF4-FFF2-40B4-BE49-F238E27FC236}">
                    <a16:creationId xmlns:a16="http://schemas.microsoft.com/office/drawing/2014/main" id="{18317634-2BA2-435B-8079-D7A3064D18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849" y="4547"/>
                <a:ext cx="208" cy="3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FFFFFF"/>
                  </a:gs>
                  <a:gs pos="100000">
                    <a:srgbClr val="C0C0C0"/>
                  </a:gs>
                </a:gsLst>
                <a:path path="shape">
                  <a:fillToRect l="50000" t="50000" r="50000" b="50000"/>
                </a:path>
              </a:gradFill>
              <a:ln w="12700" algn="ctr">
                <a:solidFill>
                  <a:sysClr val="window" lastClr="FFFFFF"/>
                </a:solidFill>
                <a:round/>
                <a:headEnd/>
                <a:tailEnd/>
              </a:ln>
            </p:spPr>
            <p:txBody>
              <a:bodyPr wrap="none" lIns="97154" tIns="50520" rIns="11658" bIns="50520" anchor="ctr"/>
              <a:lstStyle/>
              <a:p>
                <a:pPr marL="0" marR="0" lvl="0" indent="0" algn="ctr" defTabSz="109196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1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+mj-ea"/>
                  <a:ea typeface="+mj-ea"/>
                  <a:cs typeface="하나 L"/>
                </a:endParaRPr>
              </a:p>
            </p:txBody>
          </p:sp>
        </p:grpSp>
        <p:grpSp>
          <p:nvGrpSpPr>
            <p:cNvPr id="603" name="Group 59">
              <a:extLst>
                <a:ext uri="{FF2B5EF4-FFF2-40B4-BE49-F238E27FC236}">
                  <a16:creationId xmlns:a16="http://schemas.microsoft.com/office/drawing/2014/main" id="{11E51EFD-DAB7-429B-9B59-2003E25FA7ED}"/>
                </a:ext>
              </a:extLst>
            </p:cNvPr>
            <p:cNvGrpSpPr>
              <a:grpSpLocks/>
            </p:cNvGrpSpPr>
            <p:nvPr/>
          </p:nvGrpSpPr>
          <p:grpSpPr bwMode="auto">
            <a:xfrm rot="16200000">
              <a:off x="3302578" y="8670071"/>
              <a:ext cx="44841" cy="179178"/>
              <a:chOff x="919" y="4440"/>
              <a:chExt cx="66" cy="248"/>
            </a:xfrm>
          </p:grpSpPr>
          <p:grpSp>
            <p:nvGrpSpPr>
              <p:cNvPr id="604" name="Group 60">
                <a:extLst>
                  <a:ext uri="{FF2B5EF4-FFF2-40B4-BE49-F238E27FC236}">
                    <a16:creationId xmlns:a16="http://schemas.microsoft.com/office/drawing/2014/main" id="{3C55B745-1D08-4545-8746-5F984522AF7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19" y="4440"/>
                <a:ext cx="66" cy="66"/>
                <a:chOff x="250" y="352"/>
                <a:chExt cx="136" cy="136"/>
              </a:xfrm>
            </p:grpSpPr>
            <p:sp>
              <p:nvSpPr>
                <p:cNvPr id="609" name="Oval 61">
                  <a:extLst>
                    <a:ext uri="{FF2B5EF4-FFF2-40B4-BE49-F238E27FC236}">
                      <a16:creationId xmlns:a16="http://schemas.microsoft.com/office/drawing/2014/main" id="{F362D3AE-54DC-4A6A-BB1F-F6C51223A52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0" y="352"/>
                  <a:ext cx="136" cy="136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  <p:sp>
              <p:nvSpPr>
                <p:cNvPr id="610" name="Oval 62">
                  <a:extLst>
                    <a:ext uri="{FF2B5EF4-FFF2-40B4-BE49-F238E27FC236}">
                      <a16:creationId xmlns:a16="http://schemas.microsoft.com/office/drawing/2014/main" id="{B3E0F162-386A-41E0-AE2C-A0D52A1FBDE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6" y="368"/>
                  <a:ext cx="120" cy="120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</p:grpSp>
          <p:grpSp>
            <p:nvGrpSpPr>
              <p:cNvPr id="605" name="Group 63">
                <a:extLst>
                  <a:ext uri="{FF2B5EF4-FFF2-40B4-BE49-F238E27FC236}">
                    <a16:creationId xmlns:a16="http://schemas.microsoft.com/office/drawing/2014/main" id="{8F6EFB43-8FDB-402C-9B44-907E12403A5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19" y="4622"/>
                <a:ext cx="66" cy="66"/>
                <a:chOff x="250" y="352"/>
                <a:chExt cx="136" cy="136"/>
              </a:xfrm>
            </p:grpSpPr>
            <p:sp>
              <p:nvSpPr>
                <p:cNvPr id="607" name="Oval 64">
                  <a:extLst>
                    <a:ext uri="{FF2B5EF4-FFF2-40B4-BE49-F238E27FC236}">
                      <a16:creationId xmlns:a16="http://schemas.microsoft.com/office/drawing/2014/main" id="{D5B18AEE-C505-4DB9-AC24-1FCD23EE0F1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0" y="352"/>
                  <a:ext cx="136" cy="136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  <p:sp>
              <p:nvSpPr>
                <p:cNvPr id="608" name="Oval 65">
                  <a:extLst>
                    <a:ext uri="{FF2B5EF4-FFF2-40B4-BE49-F238E27FC236}">
                      <a16:creationId xmlns:a16="http://schemas.microsoft.com/office/drawing/2014/main" id="{0EBFEFF5-CD14-4D75-A436-33CC366A14D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6" y="368"/>
                  <a:ext cx="120" cy="120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</p:grpSp>
          <p:sp>
            <p:nvSpPr>
              <p:cNvPr id="606" name="AutoShape 66">
                <a:extLst>
                  <a:ext uri="{FF2B5EF4-FFF2-40B4-BE49-F238E27FC236}">
                    <a16:creationId xmlns:a16="http://schemas.microsoft.com/office/drawing/2014/main" id="{5A20EADA-B60E-4285-B098-2A1F40021C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849" y="4547"/>
                <a:ext cx="208" cy="3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FFFFFF"/>
                  </a:gs>
                  <a:gs pos="100000">
                    <a:srgbClr val="C0C0C0"/>
                  </a:gs>
                </a:gsLst>
                <a:path path="shape">
                  <a:fillToRect l="50000" t="50000" r="50000" b="50000"/>
                </a:path>
              </a:gradFill>
              <a:ln w="12700" algn="ctr">
                <a:solidFill>
                  <a:sysClr val="window" lastClr="FFFFFF"/>
                </a:solidFill>
                <a:round/>
                <a:headEnd/>
                <a:tailEnd/>
              </a:ln>
            </p:spPr>
            <p:txBody>
              <a:bodyPr wrap="none" lIns="97154" tIns="50520" rIns="11658" bIns="50520" anchor="ctr"/>
              <a:lstStyle/>
              <a:p>
                <a:pPr marL="0" marR="0" lvl="0" indent="0" algn="ctr" defTabSz="109196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1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+mj-ea"/>
                  <a:ea typeface="+mj-ea"/>
                  <a:cs typeface="하나 L"/>
                </a:endParaRPr>
              </a:p>
            </p:txBody>
          </p:sp>
        </p:grpSp>
        <p:grpSp>
          <p:nvGrpSpPr>
            <p:cNvPr id="611" name="Group 67">
              <a:extLst>
                <a:ext uri="{FF2B5EF4-FFF2-40B4-BE49-F238E27FC236}">
                  <a16:creationId xmlns:a16="http://schemas.microsoft.com/office/drawing/2014/main" id="{D8466098-1D1F-45AC-B5CA-5B920A759432}"/>
                </a:ext>
              </a:extLst>
            </p:cNvPr>
            <p:cNvGrpSpPr>
              <a:grpSpLocks/>
            </p:cNvGrpSpPr>
            <p:nvPr/>
          </p:nvGrpSpPr>
          <p:grpSpPr bwMode="auto">
            <a:xfrm rot="16200000">
              <a:off x="3303351" y="8767485"/>
              <a:ext cx="43295" cy="179178"/>
              <a:chOff x="919" y="4440"/>
              <a:chExt cx="66" cy="248"/>
            </a:xfrm>
          </p:grpSpPr>
          <p:grpSp>
            <p:nvGrpSpPr>
              <p:cNvPr id="612" name="Group 68">
                <a:extLst>
                  <a:ext uri="{FF2B5EF4-FFF2-40B4-BE49-F238E27FC236}">
                    <a16:creationId xmlns:a16="http://schemas.microsoft.com/office/drawing/2014/main" id="{8F7CDAFD-F8A6-4788-9A9A-391C3201E5A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19" y="4440"/>
                <a:ext cx="66" cy="66"/>
                <a:chOff x="250" y="352"/>
                <a:chExt cx="136" cy="136"/>
              </a:xfrm>
            </p:grpSpPr>
            <p:sp>
              <p:nvSpPr>
                <p:cNvPr id="617" name="Oval 69">
                  <a:extLst>
                    <a:ext uri="{FF2B5EF4-FFF2-40B4-BE49-F238E27FC236}">
                      <a16:creationId xmlns:a16="http://schemas.microsoft.com/office/drawing/2014/main" id="{303CBFF8-6EAB-47E8-9E4C-31D453CEB7E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0" y="352"/>
                  <a:ext cx="136" cy="136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  <p:sp>
              <p:nvSpPr>
                <p:cNvPr id="618" name="Oval 70">
                  <a:extLst>
                    <a:ext uri="{FF2B5EF4-FFF2-40B4-BE49-F238E27FC236}">
                      <a16:creationId xmlns:a16="http://schemas.microsoft.com/office/drawing/2014/main" id="{80F273E4-6F12-480C-B0DA-2DE91AE0062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6" y="368"/>
                  <a:ext cx="120" cy="120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</p:grpSp>
          <p:grpSp>
            <p:nvGrpSpPr>
              <p:cNvPr id="613" name="Group 71">
                <a:extLst>
                  <a:ext uri="{FF2B5EF4-FFF2-40B4-BE49-F238E27FC236}">
                    <a16:creationId xmlns:a16="http://schemas.microsoft.com/office/drawing/2014/main" id="{1218272A-17AE-4FC4-AE5D-FBD496FA4C7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19" y="4622"/>
                <a:ext cx="66" cy="66"/>
                <a:chOff x="250" y="352"/>
                <a:chExt cx="136" cy="136"/>
              </a:xfrm>
            </p:grpSpPr>
            <p:sp>
              <p:nvSpPr>
                <p:cNvPr id="615" name="Oval 72">
                  <a:extLst>
                    <a:ext uri="{FF2B5EF4-FFF2-40B4-BE49-F238E27FC236}">
                      <a16:creationId xmlns:a16="http://schemas.microsoft.com/office/drawing/2014/main" id="{E310DD64-5BA3-4EA9-AE10-618B880129C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0" y="352"/>
                  <a:ext cx="136" cy="136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  <p:sp>
              <p:nvSpPr>
                <p:cNvPr id="616" name="Oval 73">
                  <a:extLst>
                    <a:ext uri="{FF2B5EF4-FFF2-40B4-BE49-F238E27FC236}">
                      <a16:creationId xmlns:a16="http://schemas.microsoft.com/office/drawing/2014/main" id="{90E3F341-4B6F-4545-9830-80CF180A543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6" y="368"/>
                  <a:ext cx="120" cy="120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</p:grpSp>
          <p:sp>
            <p:nvSpPr>
              <p:cNvPr id="614" name="AutoShape 74">
                <a:extLst>
                  <a:ext uri="{FF2B5EF4-FFF2-40B4-BE49-F238E27FC236}">
                    <a16:creationId xmlns:a16="http://schemas.microsoft.com/office/drawing/2014/main" id="{C3AC2FCC-24D5-47F8-857A-B4CC735D96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849" y="4547"/>
                <a:ext cx="208" cy="3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FFFFFF"/>
                  </a:gs>
                  <a:gs pos="100000">
                    <a:srgbClr val="C0C0C0"/>
                  </a:gs>
                </a:gsLst>
                <a:path path="shape">
                  <a:fillToRect l="50000" t="50000" r="50000" b="50000"/>
                </a:path>
              </a:gradFill>
              <a:ln w="12700" algn="ctr">
                <a:solidFill>
                  <a:sysClr val="window" lastClr="FFFFFF"/>
                </a:solidFill>
                <a:round/>
                <a:headEnd/>
                <a:tailEnd/>
              </a:ln>
            </p:spPr>
            <p:txBody>
              <a:bodyPr wrap="none" lIns="97154" tIns="50520" rIns="11658" bIns="50520" anchor="ctr"/>
              <a:lstStyle/>
              <a:p>
                <a:pPr marL="0" marR="0" lvl="0" indent="0" algn="ctr" defTabSz="109196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1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+mj-ea"/>
                  <a:ea typeface="+mj-ea"/>
                  <a:cs typeface="하나 L"/>
                </a:endParaRPr>
              </a:p>
            </p:txBody>
          </p:sp>
        </p:grpSp>
        <p:grpSp>
          <p:nvGrpSpPr>
            <p:cNvPr id="619" name="Group 34">
              <a:extLst>
                <a:ext uri="{FF2B5EF4-FFF2-40B4-BE49-F238E27FC236}">
                  <a16:creationId xmlns:a16="http://schemas.microsoft.com/office/drawing/2014/main" id="{4409C1E4-00F4-43EE-B44E-842EF5ACBD02}"/>
                </a:ext>
              </a:extLst>
            </p:cNvPr>
            <p:cNvGrpSpPr>
              <a:grpSpLocks/>
            </p:cNvGrpSpPr>
            <p:nvPr/>
          </p:nvGrpSpPr>
          <p:grpSpPr bwMode="auto">
            <a:xfrm rot="16200000">
              <a:off x="3302578" y="8882573"/>
              <a:ext cx="44841" cy="179178"/>
              <a:chOff x="919" y="4440"/>
              <a:chExt cx="66" cy="248"/>
            </a:xfrm>
          </p:grpSpPr>
          <p:grpSp>
            <p:nvGrpSpPr>
              <p:cNvPr id="620" name="Group 35">
                <a:extLst>
                  <a:ext uri="{FF2B5EF4-FFF2-40B4-BE49-F238E27FC236}">
                    <a16:creationId xmlns:a16="http://schemas.microsoft.com/office/drawing/2014/main" id="{7FAC5AA0-B1CA-4278-A273-6AFB2BD92A9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19" y="4440"/>
                <a:ext cx="66" cy="66"/>
                <a:chOff x="250" y="352"/>
                <a:chExt cx="136" cy="136"/>
              </a:xfrm>
            </p:grpSpPr>
            <p:sp>
              <p:nvSpPr>
                <p:cNvPr id="625" name="Oval 36">
                  <a:extLst>
                    <a:ext uri="{FF2B5EF4-FFF2-40B4-BE49-F238E27FC236}">
                      <a16:creationId xmlns:a16="http://schemas.microsoft.com/office/drawing/2014/main" id="{ABDA176F-6885-420A-AEA4-17C0C7493E9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0" y="352"/>
                  <a:ext cx="136" cy="136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  <p:sp>
              <p:nvSpPr>
                <p:cNvPr id="626" name="Oval 37">
                  <a:extLst>
                    <a:ext uri="{FF2B5EF4-FFF2-40B4-BE49-F238E27FC236}">
                      <a16:creationId xmlns:a16="http://schemas.microsoft.com/office/drawing/2014/main" id="{68A18819-3EE7-4701-B8BA-39BCFBAB9F5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6" y="368"/>
                  <a:ext cx="120" cy="120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</p:grpSp>
          <p:grpSp>
            <p:nvGrpSpPr>
              <p:cNvPr id="621" name="Group 38">
                <a:extLst>
                  <a:ext uri="{FF2B5EF4-FFF2-40B4-BE49-F238E27FC236}">
                    <a16:creationId xmlns:a16="http://schemas.microsoft.com/office/drawing/2014/main" id="{AC60C845-9EFB-4E01-92A8-F49851F702C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19" y="4622"/>
                <a:ext cx="66" cy="66"/>
                <a:chOff x="250" y="352"/>
                <a:chExt cx="136" cy="136"/>
              </a:xfrm>
            </p:grpSpPr>
            <p:sp>
              <p:nvSpPr>
                <p:cNvPr id="623" name="Oval 39">
                  <a:extLst>
                    <a:ext uri="{FF2B5EF4-FFF2-40B4-BE49-F238E27FC236}">
                      <a16:creationId xmlns:a16="http://schemas.microsoft.com/office/drawing/2014/main" id="{E2663A96-10AC-4B6C-9442-846A3EA276B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0" y="352"/>
                  <a:ext cx="136" cy="136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  <p:sp>
              <p:nvSpPr>
                <p:cNvPr id="624" name="Oval 40">
                  <a:extLst>
                    <a:ext uri="{FF2B5EF4-FFF2-40B4-BE49-F238E27FC236}">
                      <a16:creationId xmlns:a16="http://schemas.microsoft.com/office/drawing/2014/main" id="{7DAD5EAA-AD2C-434B-90C0-467AC5A7335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6" y="368"/>
                  <a:ext cx="120" cy="120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</p:grpSp>
          <p:sp>
            <p:nvSpPr>
              <p:cNvPr id="622" name="AutoShape 41">
                <a:extLst>
                  <a:ext uri="{FF2B5EF4-FFF2-40B4-BE49-F238E27FC236}">
                    <a16:creationId xmlns:a16="http://schemas.microsoft.com/office/drawing/2014/main" id="{1967EFB5-541F-4348-AF62-BFF0149E32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849" y="4547"/>
                <a:ext cx="208" cy="3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FFFFFF"/>
                  </a:gs>
                  <a:gs pos="100000">
                    <a:srgbClr val="C0C0C0"/>
                  </a:gs>
                </a:gsLst>
                <a:path path="shape">
                  <a:fillToRect l="50000" t="50000" r="50000" b="50000"/>
                </a:path>
              </a:gradFill>
              <a:ln w="12700" algn="ctr">
                <a:solidFill>
                  <a:sysClr val="window" lastClr="FFFFFF"/>
                </a:solidFill>
                <a:round/>
                <a:headEnd/>
                <a:tailEnd/>
              </a:ln>
            </p:spPr>
            <p:txBody>
              <a:bodyPr wrap="none" lIns="97154" tIns="50520" rIns="11658" bIns="50520" anchor="ctr"/>
              <a:lstStyle/>
              <a:p>
                <a:pPr marL="0" marR="0" lvl="0" indent="0" algn="ctr" defTabSz="109196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1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+mj-ea"/>
                  <a:ea typeface="+mj-ea"/>
                  <a:cs typeface="하나 L"/>
                </a:endParaRPr>
              </a:p>
            </p:txBody>
          </p:sp>
        </p:grpSp>
        <p:grpSp>
          <p:nvGrpSpPr>
            <p:cNvPr id="627" name="Group 51">
              <a:extLst>
                <a:ext uri="{FF2B5EF4-FFF2-40B4-BE49-F238E27FC236}">
                  <a16:creationId xmlns:a16="http://schemas.microsoft.com/office/drawing/2014/main" id="{8EB3318B-D2D8-4608-ADA8-C8BB254B9DD5}"/>
                </a:ext>
              </a:extLst>
            </p:cNvPr>
            <p:cNvGrpSpPr>
              <a:grpSpLocks/>
            </p:cNvGrpSpPr>
            <p:nvPr/>
          </p:nvGrpSpPr>
          <p:grpSpPr bwMode="auto">
            <a:xfrm rot="16200000">
              <a:off x="3302578" y="8979986"/>
              <a:ext cx="44841" cy="179178"/>
              <a:chOff x="919" y="4440"/>
              <a:chExt cx="66" cy="248"/>
            </a:xfrm>
          </p:grpSpPr>
          <p:grpSp>
            <p:nvGrpSpPr>
              <p:cNvPr id="628" name="Group 52">
                <a:extLst>
                  <a:ext uri="{FF2B5EF4-FFF2-40B4-BE49-F238E27FC236}">
                    <a16:creationId xmlns:a16="http://schemas.microsoft.com/office/drawing/2014/main" id="{E095783B-0717-424A-837E-CDF137C4012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19" y="4440"/>
                <a:ext cx="66" cy="66"/>
                <a:chOff x="250" y="352"/>
                <a:chExt cx="136" cy="136"/>
              </a:xfrm>
            </p:grpSpPr>
            <p:sp>
              <p:nvSpPr>
                <p:cNvPr id="633" name="Oval 53">
                  <a:extLst>
                    <a:ext uri="{FF2B5EF4-FFF2-40B4-BE49-F238E27FC236}">
                      <a16:creationId xmlns:a16="http://schemas.microsoft.com/office/drawing/2014/main" id="{79804E39-A2B4-45DE-9DAC-50683A86914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0" y="352"/>
                  <a:ext cx="136" cy="136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  <p:sp>
              <p:nvSpPr>
                <p:cNvPr id="634" name="Oval 54">
                  <a:extLst>
                    <a:ext uri="{FF2B5EF4-FFF2-40B4-BE49-F238E27FC236}">
                      <a16:creationId xmlns:a16="http://schemas.microsoft.com/office/drawing/2014/main" id="{A69AA7C2-7C06-4351-A30C-E8077944B2F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6" y="368"/>
                  <a:ext cx="120" cy="120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</p:grpSp>
          <p:grpSp>
            <p:nvGrpSpPr>
              <p:cNvPr id="629" name="Group 55">
                <a:extLst>
                  <a:ext uri="{FF2B5EF4-FFF2-40B4-BE49-F238E27FC236}">
                    <a16:creationId xmlns:a16="http://schemas.microsoft.com/office/drawing/2014/main" id="{821F1FD1-507A-4380-8745-E4AECCC5E1E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19" y="4622"/>
                <a:ext cx="66" cy="66"/>
                <a:chOff x="250" y="352"/>
                <a:chExt cx="136" cy="136"/>
              </a:xfrm>
            </p:grpSpPr>
            <p:sp>
              <p:nvSpPr>
                <p:cNvPr id="631" name="Oval 56">
                  <a:extLst>
                    <a:ext uri="{FF2B5EF4-FFF2-40B4-BE49-F238E27FC236}">
                      <a16:creationId xmlns:a16="http://schemas.microsoft.com/office/drawing/2014/main" id="{F14BB7FC-0FF2-4423-AA05-9781317DA31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0" y="352"/>
                  <a:ext cx="136" cy="136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  <p:sp>
              <p:nvSpPr>
                <p:cNvPr id="632" name="Oval 57">
                  <a:extLst>
                    <a:ext uri="{FF2B5EF4-FFF2-40B4-BE49-F238E27FC236}">
                      <a16:creationId xmlns:a16="http://schemas.microsoft.com/office/drawing/2014/main" id="{89BBB1EC-BEDA-4ACA-83DA-52408537055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6" y="368"/>
                  <a:ext cx="120" cy="120"/>
                </a:xfrm>
                <a:prstGeom prst="ellipse">
                  <a:avLst/>
                </a:prstGeom>
                <a:solidFill>
                  <a:sysClr val="windowText" lastClr="000000">
                    <a:alpha val="50195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/>
                <a:p>
                  <a:pPr marL="0" marR="0" lvl="0" indent="0" algn="ctr" defTabSz="109196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j-ea"/>
                    <a:ea typeface="+mj-ea"/>
                    <a:cs typeface="하나 L"/>
                  </a:endParaRPr>
                </a:p>
              </p:txBody>
            </p:sp>
          </p:grpSp>
          <p:sp>
            <p:nvSpPr>
              <p:cNvPr id="630" name="AutoShape 58">
                <a:extLst>
                  <a:ext uri="{FF2B5EF4-FFF2-40B4-BE49-F238E27FC236}">
                    <a16:creationId xmlns:a16="http://schemas.microsoft.com/office/drawing/2014/main" id="{18317634-2BA2-435B-8079-D7A3064D18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849" y="4547"/>
                <a:ext cx="208" cy="3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FFFFFF"/>
                  </a:gs>
                  <a:gs pos="100000">
                    <a:srgbClr val="C0C0C0"/>
                  </a:gs>
                </a:gsLst>
                <a:path path="shape">
                  <a:fillToRect l="50000" t="50000" r="50000" b="50000"/>
                </a:path>
              </a:gradFill>
              <a:ln w="12700" algn="ctr">
                <a:solidFill>
                  <a:sysClr val="window" lastClr="FFFFFF"/>
                </a:solidFill>
                <a:round/>
                <a:headEnd/>
                <a:tailEnd/>
              </a:ln>
            </p:spPr>
            <p:txBody>
              <a:bodyPr wrap="none" lIns="97154" tIns="50520" rIns="11658" bIns="50520" anchor="ctr"/>
              <a:lstStyle/>
              <a:p>
                <a:pPr marL="0" marR="0" lvl="0" indent="0" algn="ctr" defTabSz="109196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1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+mj-ea"/>
                  <a:ea typeface="+mj-ea"/>
                  <a:cs typeface="하나 L"/>
                </a:endParaRPr>
              </a:p>
            </p:txBody>
          </p:sp>
        </p:grpSp>
      </p:grpSp>
      <p:grpSp>
        <p:nvGrpSpPr>
          <p:cNvPr id="659" name="그룹 658">
            <a:extLst>
              <a:ext uri="{FF2B5EF4-FFF2-40B4-BE49-F238E27FC236}">
                <a16:creationId xmlns:a16="http://schemas.microsoft.com/office/drawing/2014/main" id="{827F87CD-89D9-49FF-BBA3-CEBC90D224DB}"/>
              </a:ext>
            </a:extLst>
          </p:cNvPr>
          <p:cNvGrpSpPr/>
          <p:nvPr/>
        </p:nvGrpSpPr>
        <p:grpSpPr>
          <a:xfrm>
            <a:off x="440668" y="1064568"/>
            <a:ext cx="66431" cy="180000"/>
            <a:chOff x="447632" y="1870808"/>
            <a:chExt cx="66431" cy="247087"/>
          </a:xfrm>
        </p:grpSpPr>
        <p:sp>
          <p:nvSpPr>
            <p:cNvPr id="660" name="직사각형 659">
              <a:extLst>
                <a:ext uri="{FF2B5EF4-FFF2-40B4-BE49-F238E27FC236}">
                  <a16:creationId xmlns:a16="http://schemas.microsoft.com/office/drawing/2014/main" id="{ECAB51E7-583B-4B3E-AB79-FFC2E6EF671A}"/>
                </a:ext>
              </a:extLst>
            </p:cNvPr>
            <p:cNvSpPr/>
            <p:nvPr/>
          </p:nvSpPr>
          <p:spPr>
            <a:xfrm>
              <a:off x="447632" y="1990162"/>
              <a:ext cx="66431" cy="12773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/>
            </a:bodyPr>
            <a:lstStyle/>
            <a:p>
              <a:pPr algn="ctr"/>
              <a:endParaRPr lang="ko-KR" altLang="en-US">
                <a:ln>
                  <a:solidFill>
                    <a:srgbClr val="02A1B2">
                      <a:alpha val="0"/>
                    </a:srgbClr>
                  </a:solidFill>
                </a:ln>
              </a:endParaRPr>
            </a:p>
          </p:txBody>
        </p:sp>
        <p:sp>
          <p:nvSpPr>
            <p:cNvPr id="661" name="직사각형 660">
              <a:extLst>
                <a:ext uri="{FF2B5EF4-FFF2-40B4-BE49-F238E27FC236}">
                  <a16:creationId xmlns:a16="http://schemas.microsoft.com/office/drawing/2014/main" id="{718F7F4B-E736-4B1B-BA02-78E1466C5B58}"/>
                </a:ext>
              </a:extLst>
            </p:cNvPr>
            <p:cNvSpPr/>
            <p:nvPr/>
          </p:nvSpPr>
          <p:spPr>
            <a:xfrm>
              <a:off x="447632" y="1870808"/>
              <a:ext cx="66431" cy="127733"/>
            </a:xfrm>
            <a:prstGeom prst="rect">
              <a:avLst/>
            </a:prstGeom>
            <a:solidFill>
              <a:srgbClr val="B71B6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/>
            </a:bodyPr>
            <a:lstStyle/>
            <a:p>
              <a:pPr algn="ctr"/>
              <a:endParaRPr lang="ko-KR" altLang="en-US">
                <a:ln>
                  <a:solidFill>
                    <a:srgbClr val="02A1B2">
                      <a:alpha val="0"/>
                    </a:srgbClr>
                  </a:solidFill>
                </a:ln>
              </a:endParaRPr>
            </a:p>
          </p:txBody>
        </p:sp>
      </p:grpSp>
      <p:sp>
        <p:nvSpPr>
          <p:cNvPr id="662" name="직사각형 661">
            <a:extLst>
              <a:ext uri="{FF2B5EF4-FFF2-40B4-BE49-F238E27FC236}">
                <a16:creationId xmlns:a16="http://schemas.microsoft.com/office/drawing/2014/main" id="{D0E827FF-B3A2-4FD8-9803-57B87D886E1C}"/>
              </a:ext>
            </a:extLst>
          </p:cNvPr>
          <p:cNvSpPr/>
          <p:nvPr/>
        </p:nvSpPr>
        <p:spPr>
          <a:xfrm>
            <a:off x="5206867" y="1065770"/>
            <a:ext cx="1209800" cy="17763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36000" rIns="72000" bIns="18000" rtlCol="0" anchor="ctr">
            <a:spAutoFit/>
          </a:bodyPr>
          <a:lstStyle/>
          <a:p>
            <a:pPr algn="r"/>
            <a:r>
              <a: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요구사항 번호</a:t>
            </a:r>
            <a:r>
              <a:rPr lang="en-US" altLang="ko-KR" sz="8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: </a:t>
            </a:r>
            <a:r>
              <a:rPr lang="en-US" altLang="ko-KR" sz="800">
                <a:solidFill>
                  <a:srgbClr val="0070C0"/>
                </a:solidFill>
                <a:latin typeface="+mj-ea"/>
                <a:ea typeface="+mj-ea"/>
              </a:rPr>
              <a:t>ABC-001</a:t>
            </a:r>
            <a:endParaRPr lang="ko-KR" altLang="en-US" sz="800" dirty="0">
              <a:solidFill>
                <a:srgbClr val="0070C0"/>
              </a:solidFill>
              <a:latin typeface="+mj-ea"/>
              <a:ea typeface="+mj-ea"/>
            </a:endParaRPr>
          </a:p>
        </p:txBody>
      </p:sp>
      <p:sp>
        <p:nvSpPr>
          <p:cNvPr id="663" name="AutoShape 165">
            <a:extLst>
              <a:ext uri="{FF2B5EF4-FFF2-40B4-BE49-F238E27FC236}">
                <a16:creationId xmlns:a16="http://schemas.microsoft.com/office/drawing/2014/main" id="{71C87B92-F4CA-4017-9691-9143414F63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668" y="1568624"/>
            <a:ext cx="5976000" cy="647237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3175" algn="ctr">
            <a:solidFill>
              <a:schemeClr val="bg1">
                <a:lumMod val="95000"/>
              </a:schemeClr>
            </a:solidFill>
            <a:round/>
            <a:headEnd/>
            <a:tailEnd/>
          </a:ln>
          <a:effectLst/>
        </p:spPr>
        <p:txBody>
          <a:bodyPr wrap="square" lIns="144000" tIns="36000" rIns="72000" bIns="36000" anchor="ctr"/>
          <a:lstStyle/>
          <a:p>
            <a:pPr marL="85725" lvl="0" indent="-85725" defTabSz="914400" fontAlgn="ctr">
              <a:lnSpc>
                <a:spcPct val="110000"/>
              </a:lnSpc>
              <a:spcAft>
                <a:spcPts val="300"/>
              </a:spcAft>
              <a:buFont typeface="Arial" pitchFamily="34" charset="0"/>
              <a:buChar char="•"/>
              <a:defRPr/>
            </a:pPr>
            <a:r>
              <a:rPr kumimoji="1" lang="ko-KR" altLang="en-US" sz="1000" kern="0">
                <a:solidFill>
                  <a:prstClr val="black">
                    <a:lumMod val="75000"/>
                    <a:lumOff val="25000"/>
                  </a:prstClr>
                </a:solidFill>
              </a:rPr>
              <a:t>현재 홈페이지를 </a:t>
            </a:r>
            <a:r>
              <a:rPr kumimoji="1" lang="ko-KR" altLang="en-US" sz="1000" ker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</a:rPr>
              <a:t>기획 및 디자인</a:t>
            </a:r>
            <a:r>
              <a:rPr kumimoji="1" lang="en-US" altLang="ko-KR" sz="1000" ker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</a:rPr>
              <a:t>, UI </a:t>
            </a:r>
            <a:r>
              <a:rPr kumimoji="1" lang="ko-KR" altLang="en-US" sz="1000" ker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</a:rPr>
              <a:t>측면에서 </a:t>
            </a:r>
            <a:r>
              <a:rPr kumimoji="1" lang="ko-KR" altLang="en-US" sz="1000" kern="0">
                <a:solidFill>
                  <a:prstClr val="black">
                    <a:lumMod val="75000"/>
                    <a:lumOff val="25000"/>
                  </a:prstClr>
                </a:solidFill>
              </a:rPr>
              <a:t>면밀히 분석하여 </a:t>
            </a:r>
            <a:r>
              <a:rPr kumimoji="1" lang="ko-KR" altLang="en-US" sz="1000" kern="0">
                <a:solidFill>
                  <a:prstClr val="black">
                    <a:lumMod val="75000"/>
                    <a:lumOff val="25000"/>
                  </a:prstClr>
                </a:solidFill>
                <a:latin typeface="+mj-ea"/>
                <a:ea typeface="+mj-ea"/>
              </a:rPr>
              <a:t>문제점을 개선하고</a:t>
            </a:r>
            <a:r>
              <a:rPr kumimoji="1" lang="en-US" altLang="ko-KR" sz="1000" kern="0">
                <a:solidFill>
                  <a:prstClr val="black">
                    <a:lumMod val="75000"/>
                    <a:lumOff val="25000"/>
                  </a:prstClr>
                </a:solidFill>
                <a:latin typeface="+mj-ea"/>
                <a:ea typeface="+mj-ea"/>
              </a:rPr>
              <a:t>,</a:t>
            </a:r>
            <a:r>
              <a:rPr kumimoji="1" lang="ko-KR" altLang="en-US" sz="1000" kern="0">
                <a:solidFill>
                  <a:prstClr val="black">
                    <a:lumMod val="75000"/>
                    <a:lumOff val="25000"/>
                  </a:prstClr>
                </a:solidFill>
                <a:latin typeface="+mj-ea"/>
                <a:ea typeface="+mj-ea"/>
              </a:rPr>
              <a:t> 장점은 유지</a:t>
            </a:r>
            <a:endParaRPr kumimoji="1" lang="en-US" altLang="ko-KR" sz="1000" kern="0">
              <a:solidFill>
                <a:prstClr val="black">
                  <a:lumMod val="75000"/>
                  <a:lumOff val="25000"/>
                </a:prstClr>
              </a:solidFill>
              <a:latin typeface="+mj-ea"/>
              <a:ea typeface="+mj-ea"/>
            </a:endParaRPr>
          </a:p>
          <a:p>
            <a:pPr marL="85725" lvl="0" indent="-85725" defTabSz="914400" fontAlgn="ctr">
              <a:lnSpc>
                <a:spcPct val="110000"/>
              </a:lnSpc>
              <a:spcAft>
                <a:spcPts val="300"/>
              </a:spcAft>
              <a:buFont typeface="Arial" pitchFamily="34" charset="0"/>
              <a:buChar char="•"/>
              <a:defRPr/>
            </a:pPr>
            <a:r>
              <a:rPr kumimoji="1" lang="ko-KR" altLang="en-US" sz="1000" kern="0">
                <a:solidFill>
                  <a:prstClr val="black">
                    <a:lumMod val="75000"/>
                    <a:lumOff val="25000"/>
                  </a:prstClr>
                </a:solidFill>
              </a:rPr>
              <a:t>분석 결과를 기반으로 </a:t>
            </a:r>
            <a:r>
              <a:rPr kumimoji="1" lang="ko-KR" altLang="en-US" sz="1000" ker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개선 사항을 도출</a:t>
            </a:r>
            <a:r>
              <a:rPr kumimoji="1" lang="ko-KR" altLang="en-US" sz="1000" kern="0">
                <a:solidFill>
                  <a:prstClr val="black">
                    <a:lumMod val="75000"/>
                    <a:lumOff val="25000"/>
                  </a:prstClr>
                </a:solidFill>
              </a:rPr>
              <a:t>하여 새롭게 구축되는 시스템에 반영</a:t>
            </a:r>
            <a:endParaRPr kumimoji="1" lang="en-US" altLang="ko-KR" sz="1000" kern="0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grpSp>
        <p:nvGrpSpPr>
          <p:cNvPr id="664" name="그룹 663">
            <a:extLst>
              <a:ext uri="{FF2B5EF4-FFF2-40B4-BE49-F238E27FC236}">
                <a16:creationId xmlns:a16="http://schemas.microsoft.com/office/drawing/2014/main" id="{8EDAADEF-0782-48D0-9FDB-8B0B8688EAE4}"/>
              </a:ext>
            </a:extLst>
          </p:cNvPr>
          <p:cNvGrpSpPr/>
          <p:nvPr/>
        </p:nvGrpSpPr>
        <p:grpSpPr>
          <a:xfrm>
            <a:off x="440668" y="2504728"/>
            <a:ext cx="5976000" cy="184666"/>
            <a:chOff x="4503039" y="5804479"/>
            <a:chExt cx="5976000" cy="184666"/>
          </a:xfrm>
        </p:grpSpPr>
        <p:cxnSp>
          <p:nvCxnSpPr>
            <p:cNvPr id="665" name="직선 연결선 664">
              <a:extLst>
                <a:ext uri="{FF2B5EF4-FFF2-40B4-BE49-F238E27FC236}">
                  <a16:creationId xmlns:a16="http://schemas.microsoft.com/office/drawing/2014/main" id="{B3115F91-8B8E-4FC7-92B2-88FC8D82FF2D}"/>
                </a:ext>
              </a:extLst>
            </p:cNvPr>
            <p:cNvCxnSpPr>
              <a:cxnSpLocks/>
            </p:cNvCxnSpPr>
            <p:nvPr/>
          </p:nvCxnSpPr>
          <p:spPr>
            <a:xfrm>
              <a:off x="4503039" y="5948495"/>
              <a:ext cx="5976000" cy="0"/>
            </a:xfrm>
            <a:prstGeom prst="line">
              <a:avLst/>
            </a:prstGeom>
            <a:ln w="12700" cap="flat">
              <a:solidFill>
                <a:srgbClr val="BAC0CE"/>
              </a:solidFill>
              <a:miter lim="800000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6" name="TextBox 665">
              <a:extLst>
                <a:ext uri="{FF2B5EF4-FFF2-40B4-BE49-F238E27FC236}">
                  <a16:creationId xmlns:a16="http://schemas.microsoft.com/office/drawing/2014/main" id="{248299FE-34CC-4339-99D9-72DD939E66E7}"/>
                </a:ext>
              </a:extLst>
            </p:cNvPr>
            <p:cNvSpPr txBox="1"/>
            <p:nvPr/>
          </p:nvSpPr>
          <p:spPr>
            <a:xfrm flipH="1">
              <a:off x="4503039" y="5804479"/>
              <a:ext cx="1769766" cy="18466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</p:spPr>
          <p:txBody>
            <a:bodyPr wrap="none" lIns="0" tIns="0" rIns="108000" bIns="0" rtlCol="0" anchor="b">
              <a:spAutoFit/>
            </a:bodyPr>
            <a:lstStyle/>
            <a:p>
              <a:pPr lvl="0" defTabSz="478031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ko-KR" altLang="en-US" sz="120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분석 결과 및 개선사항 도출</a:t>
              </a:r>
            </a:p>
          </p:txBody>
        </p:sp>
      </p:grpSp>
      <p:grpSp>
        <p:nvGrpSpPr>
          <p:cNvPr id="746" name="그룹 745">
            <a:extLst>
              <a:ext uri="{FF2B5EF4-FFF2-40B4-BE49-F238E27FC236}">
                <a16:creationId xmlns:a16="http://schemas.microsoft.com/office/drawing/2014/main" id="{E2A9B31D-F31D-4D5D-97F2-5F523075AA5C}"/>
              </a:ext>
            </a:extLst>
          </p:cNvPr>
          <p:cNvGrpSpPr/>
          <p:nvPr/>
        </p:nvGrpSpPr>
        <p:grpSpPr>
          <a:xfrm>
            <a:off x="3317711" y="2900772"/>
            <a:ext cx="3128735" cy="324000"/>
            <a:chOff x="233195" y="3380681"/>
            <a:chExt cx="3128735" cy="360000"/>
          </a:xfrm>
        </p:grpSpPr>
        <p:sp>
          <p:nvSpPr>
            <p:cNvPr id="747" name="양쪽 모서리가 둥근 사각형 106">
              <a:extLst>
                <a:ext uri="{FF2B5EF4-FFF2-40B4-BE49-F238E27FC236}">
                  <a16:creationId xmlns:a16="http://schemas.microsoft.com/office/drawing/2014/main" id="{7E0B863F-FF36-4328-9273-0B1B937BF2F7}"/>
                </a:ext>
              </a:extLst>
            </p:cNvPr>
            <p:cNvSpPr/>
            <p:nvPr/>
          </p:nvSpPr>
          <p:spPr>
            <a:xfrm>
              <a:off x="233195" y="3380681"/>
              <a:ext cx="3128735" cy="359206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rgbClr val="0B57A2"/>
            </a:solidFill>
            <a:ln>
              <a:noFill/>
            </a:ln>
          </p:spPr>
          <p:txBody>
            <a:bodyPr wrap="none" anchor="ctr"/>
            <a:lstStyle/>
            <a:p>
              <a:pPr marL="0" lvl="1" algn="ctr">
                <a:spcBef>
                  <a:spcPts val="600"/>
                </a:spcBef>
              </a:pPr>
              <a:r>
                <a:rPr lang="ko-KR" altLang="en-US" sz="1200" dirty="0">
                  <a:solidFill>
                    <a:prstClr val="white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</a:rPr>
                <a:t>개선 방향</a:t>
              </a:r>
            </a:p>
          </p:txBody>
        </p:sp>
        <p:sp>
          <p:nvSpPr>
            <p:cNvPr id="748" name="직각 삼각형 18">
              <a:extLst>
                <a:ext uri="{FF2B5EF4-FFF2-40B4-BE49-F238E27FC236}">
                  <a16:creationId xmlns:a16="http://schemas.microsoft.com/office/drawing/2014/main" id="{FF5BC44F-BF22-4517-9447-142F4DD1CC36}"/>
                </a:ext>
              </a:extLst>
            </p:cNvPr>
            <p:cNvSpPr/>
            <p:nvPr/>
          </p:nvSpPr>
          <p:spPr>
            <a:xfrm rot="16200000" flipH="1">
              <a:off x="3038419" y="3417171"/>
              <a:ext cx="359999" cy="287022"/>
            </a:xfrm>
            <a:prstGeom prst="rtTriangle">
              <a:avLst/>
            </a:prstGeom>
            <a:gradFill flip="none" rotWithShape="1">
              <a:gsLst>
                <a:gs pos="42000">
                  <a:srgbClr val="0B57A2"/>
                </a:gs>
                <a:gs pos="100000">
                  <a:srgbClr val="002060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latinLnBrk="0"/>
              <a:endParaRPr lang="ko-KR" altLang="en-US" sz="1100" spc="-5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</a:endParaRPr>
            </a:p>
          </p:txBody>
        </p:sp>
        <p:sp>
          <p:nvSpPr>
            <p:cNvPr id="749" name="직각 삼각형 19">
              <a:extLst>
                <a:ext uri="{FF2B5EF4-FFF2-40B4-BE49-F238E27FC236}">
                  <a16:creationId xmlns:a16="http://schemas.microsoft.com/office/drawing/2014/main" id="{9F089E50-C2E1-4CB5-86AA-76E996899257}"/>
                </a:ext>
              </a:extLst>
            </p:cNvPr>
            <p:cNvSpPr/>
            <p:nvPr/>
          </p:nvSpPr>
          <p:spPr>
            <a:xfrm rot="5400000">
              <a:off x="199984" y="3417170"/>
              <a:ext cx="359999" cy="287022"/>
            </a:xfrm>
            <a:prstGeom prst="rtTriangle">
              <a:avLst/>
            </a:prstGeom>
            <a:gradFill flip="none" rotWithShape="1">
              <a:gsLst>
                <a:gs pos="42000">
                  <a:srgbClr val="0B57A2"/>
                </a:gs>
                <a:gs pos="100000">
                  <a:srgbClr val="002060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100" spc="-5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</a:endParaRPr>
            </a:p>
          </p:txBody>
        </p:sp>
      </p:grpSp>
      <p:grpSp>
        <p:nvGrpSpPr>
          <p:cNvPr id="750" name="그룹 749">
            <a:extLst>
              <a:ext uri="{FF2B5EF4-FFF2-40B4-BE49-F238E27FC236}">
                <a16:creationId xmlns:a16="http://schemas.microsoft.com/office/drawing/2014/main" id="{3CBAF8B5-4122-4ECF-B60A-D4C00D623A57}"/>
              </a:ext>
            </a:extLst>
          </p:cNvPr>
          <p:cNvGrpSpPr/>
          <p:nvPr/>
        </p:nvGrpSpPr>
        <p:grpSpPr>
          <a:xfrm>
            <a:off x="452775" y="2900772"/>
            <a:ext cx="2831198" cy="324000"/>
            <a:chOff x="5035441" y="8131278"/>
            <a:chExt cx="2558320" cy="328455"/>
          </a:xfrm>
        </p:grpSpPr>
        <p:sp>
          <p:nvSpPr>
            <p:cNvPr id="751" name="양쪽 모서리가 둥근 사각형 106">
              <a:extLst>
                <a:ext uri="{FF2B5EF4-FFF2-40B4-BE49-F238E27FC236}">
                  <a16:creationId xmlns:a16="http://schemas.microsoft.com/office/drawing/2014/main" id="{1440FA5B-0347-493C-9AE7-29688E31F418}"/>
                </a:ext>
              </a:extLst>
            </p:cNvPr>
            <p:cNvSpPr/>
            <p:nvPr/>
          </p:nvSpPr>
          <p:spPr>
            <a:xfrm>
              <a:off x="5035441" y="8131278"/>
              <a:ext cx="2555360" cy="327731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rgbClr val="778AA5"/>
            </a:solidFill>
            <a:ln>
              <a:noFill/>
            </a:ln>
          </p:spPr>
          <p:txBody>
            <a:bodyPr wrap="none" anchor="ctr"/>
            <a:lstStyle/>
            <a:p>
              <a:pPr marL="0" lvl="1" algn="ctr">
                <a:spcBef>
                  <a:spcPts val="600"/>
                </a:spcBef>
              </a:pPr>
              <a:r>
                <a:rPr lang="ko-KR" altLang="en-US" sz="1200" dirty="0">
                  <a:solidFill>
                    <a:prstClr val="white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</a:rPr>
                <a:t>현황 분석</a:t>
              </a:r>
            </a:p>
          </p:txBody>
        </p:sp>
        <p:sp>
          <p:nvSpPr>
            <p:cNvPr id="752" name="직각 삼각형 18">
              <a:extLst>
                <a:ext uri="{FF2B5EF4-FFF2-40B4-BE49-F238E27FC236}">
                  <a16:creationId xmlns:a16="http://schemas.microsoft.com/office/drawing/2014/main" id="{926E9052-AF32-4191-BFB7-F9CF77EB3E90}"/>
                </a:ext>
              </a:extLst>
            </p:cNvPr>
            <p:cNvSpPr/>
            <p:nvPr/>
          </p:nvSpPr>
          <p:spPr>
            <a:xfrm rot="16200000" flipH="1">
              <a:off x="7299855" y="8165827"/>
              <a:ext cx="328454" cy="259358"/>
            </a:xfrm>
            <a:prstGeom prst="rtTriangle">
              <a:avLst/>
            </a:prstGeom>
            <a:gradFill flip="none" rotWithShape="1">
              <a:gsLst>
                <a:gs pos="42000">
                  <a:srgbClr val="778AA5"/>
                </a:gs>
                <a:gs pos="100000">
                  <a:srgbClr val="212E37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latinLnBrk="0"/>
              <a:endParaRPr lang="ko-KR" altLang="en-US" sz="1100" spc="-5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</a:endParaRPr>
            </a:p>
          </p:txBody>
        </p:sp>
        <p:sp>
          <p:nvSpPr>
            <p:cNvPr id="753" name="직각 삼각형 19">
              <a:extLst>
                <a:ext uri="{FF2B5EF4-FFF2-40B4-BE49-F238E27FC236}">
                  <a16:creationId xmlns:a16="http://schemas.microsoft.com/office/drawing/2014/main" id="{01622EA7-CCB0-4653-8357-0E2DEC1A93C9}"/>
                </a:ext>
              </a:extLst>
            </p:cNvPr>
            <p:cNvSpPr/>
            <p:nvPr/>
          </p:nvSpPr>
          <p:spPr>
            <a:xfrm rot="5400000">
              <a:off x="5000894" y="8165826"/>
              <a:ext cx="328454" cy="259358"/>
            </a:xfrm>
            <a:prstGeom prst="rtTriangle">
              <a:avLst/>
            </a:prstGeom>
            <a:gradFill flip="none" rotWithShape="1">
              <a:gsLst>
                <a:gs pos="42000">
                  <a:srgbClr val="778AA5"/>
                </a:gs>
                <a:gs pos="100000">
                  <a:srgbClr val="212E37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100" spc="-5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</a:endParaRPr>
            </a:p>
          </p:txBody>
        </p:sp>
      </p:grp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7AB3DE94-0912-48B1-ABE0-14F4455BB7B8}"/>
              </a:ext>
            </a:extLst>
          </p:cNvPr>
          <p:cNvCxnSpPr/>
          <p:nvPr/>
        </p:nvCxnSpPr>
        <p:spPr>
          <a:xfrm>
            <a:off x="440668" y="9381490"/>
            <a:ext cx="2844000" cy="0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6507251B-E7E8-4308-8B41-A3CB1D86EBC7}"/>
              </a:ext>
            </a:extLst>
          </p:cNvPr>
          <p:cNvGrpSpPr/>
          <p:nvPr/>
        </p:nvGrpSpPr>
        <p:grpSpPr>
          <a:xfrm>
            <a:off x="3429064" y="3440832"/>
            <a:ext cx="2916260" cy="1289255"/>
            <a:chOff x="3429064" y="3440832"/>
            <a:chExt cx="2916260" cy="1289255"/>
          </a:xfrm>
        </p:grpSpPr>
        <p:sp>
          <p:nvSpPr>
            <p:cNvPr id="443" name="직사각형 442"/>
            <p:cNvSpPr/>
            <p:nvPr/>
          </p:nvSpPr>
          <p:spPr>
            <a:xfrm>
              <a:off x="4005324" y="3695582"/>
              <a:ext cx="2340000" cy="103450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wrap="square" lIns="0" tIns="72000" rIns="0" rtlCol="0" anchor="t">
              <a:spAutoFit/>
            </a:bodyPr>
            <a:lstStyle/>
            <a:p>
              <a:pPr marL="90000" marR="0" lvl="0" indent="-90000" defTabSz="914400" fontAlgn="base">
                <a:lnSpc>
                  <a:spcPct val="110000"/>
                </a:lnSpc>
                <a:spcBef>
                  <a:spcPct val="0"/>
                </a:spcBef>
                <a:spcAft>
                  <a:spcPts val="6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  <a:buFont typeface="Arial" pitchFamily="34" charset="0"/>
                <a:buChar char="•"/>
                <a:tabLst/>
                <a:defRPr/>
              </a:pPr>
              <a:r>
                <a:rPr kumimoji="1"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방문하는 사용자들이 가장 필요로 하고 많이 찾는 서비스들을 로그 분석하여 전면에 배치</a:t>
              </a:r>
              <a:endParaRPr kumimoji="1"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  <a:p>
              <a:pPr marL="90000" marR="0" lvl="0" indent="-90000" defTabSz="914400" fontAlgn="base">
                <a:lnSpc>
                  <a:spcPct val="110000"/>
                </a:lnSpc>
                <a:spcBef>
                  <a:spcPct val="0"/>
                </a:spcBef>
                <a:spcAft>
                  <a:spcPts val="6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  <a:buFont typeface="Arial" pitchFamily="34" charset="0"/>
                <a:buChar char="•"/>
                <a:tabLst/>
                <a:defRPr/>
              </a:pPr>
              <a:r>
                <a:rPr kumimoji="1"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사용자의 특성과 업무의 특성에 맞게 통합</a:t>
              </a:r>
              <a:r>
                <a:rPr kumimoji="1" lang="en-US" altLang="ko-KR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, </a:t>
              </a:r>
              <a:r>
                <a:rPr kumimoji="1"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분리</a:t>
              </a:r>
              <a:r>
                <a:rPr kumimoji="1" lang="en-US" altLang="ko-KR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, </a:t>
              </a:r>
              <a:r>
                <a:rPr kumimoji="1"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직관적인 명칭을 적용하여 메뉴체계 개선</a:t>
              </a:r>
              <a:endParaRPr kumimoji="1"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  <a:p>
              <a:pPr marL="90000" marR="0" lvl="0" indent="-90000" defTabSz="914400" fontAlgn="base">
                <a:lnSpc>
                  <a:spcPct val="110000"/>
                </a:lnSpc>
                <a:spcBef>
                  <a:spcPct val="0"/>
                </a:spcBef>
                <a:spcAft>
                  <a:spcPts val="6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  <a:buFont typeface="Arial" pitchFamily="34" charset="0"/>
                <a:buChar char="•"/>
                <a:tabLst/>
                <a:defRPr/>
              </a:pPr>
              <a:r>
                <a:rPr kumimoji="1"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참여 및 공유할 수 있는 </a:t>
              </a:r>
              <a:r>
                <a:rPr kumimoji="1" lang="en-US" altLang="ko-KR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SNS </a:t>
              </a:r>
              <a:r>
                <a:rPr kumimoji="1"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소통 채널 확보</a:t>
              </a:r>
              <a:endParaRPr kumimoji="1"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endParaRPr>
            </a:p>
          </p:txBody>
        </p:sp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CAFFC1A7-A63B-4710-B87D-B24C62495816}"/>
                </a:ext>
              </a:extLst>
            </p:cNvPr>
            <p:cNvGrpSpPr/>
            <p:nvPr/>
          </p:nvGrpSpPr>
          <p:grpSpPr>
            <a:xfrm>
              <a:off x="3429064" y="3440832"/>
              <a:ext cx="2916260" cy="252000"/>
              <a:chOff x="3429064" y="3440832"/>
              <a:chExt cx="2916260" cy="252000"/>
            </a:xfrm>
          </p:grpSpPr>
          <p:sp>
            <p:nvSpPr>
              <p:cNvPr id="444" name="직사각형 443"/>
              <p:cNvSpPr/>
              <p:nvPr/>
            </p:nvSpPr>
            <p:spPr>
              <a:xfrm>
                <a:off x="4005324" y="3440832"/>
                <a:ext cx="2340000" cy="252000"/>
              </a:xfrm>
              <a:prstGeom prst="rect">
                <a:avLst/>
              </a:prstGeom>
              <a:solidFill>
                <a:srgbClr val="BDD7EE"/>
              </a:solidFill>
              <a:ln w="12700" algn="ctr">
                <a:noFill/>
                <a:miter lim="800000"/>
                <a:headEnd/>
                <a:tailEnd/>
              </a:ln>
              <a:effectLst/>
            </p:spPr>
            <p:txBody>
              <a:bodyPr lIns="108000" tIns="54000" rIns="36000" bIns="36000" anchor="ctr"/>
              <a:lstStyle/>
              <a:p>
                <a:pPr marL="166189" indent="-180964" defTabSz="914400" fontAlgn="base" latinLnBrk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ko-KR" altLang="en-US" sz="1100" ker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  <a:ea typeface="+mj-ea"/>
                  </a:rPr>
                  <a:t>사용자 중심의 서비스 제공</a:t>
                </a:r>
              </a:p>
            </p:txBody>
          </p:sp>
          <p:sp>
            <p:nvSpPr>
              <p:cNvPr id="445" name="직사각형 444"/>
              <p:cNvSpPr/>
              <p:nvPr/>
            </p:nvSpPr>
            <p:spPr>
              <a:xfrm>
                <a:off x="3429064" y="3440832"/>
                <a:ext cx="576000" cy="252000"/>
              </a:xfrm>
              <a:prstGeom prst="rect">
                <a:avLst/>
              </a:prstGeom>
              <a:solidFill>
                <a:srgbClr val="002060"/>
              </a:solidFill>
              <a:ln w="28575" cap="flat" cmpd="sng" algn="ctr">
                <a:noFill/>
                <a:prstDash val="solid"/>
              </a:ln>
              <a:effectLst>
                <a:outerShdw blurRad="38100" dist="38100" dir="2700000" algn="tl" rotWithShape="0">
                  <a:schemeClr val="bg1">
                    <a:alpha val="30000"/>
                  </a:schemeClr>
                </a:outerShdw>
              </a:effectLst>
            </p:spPr>
            <p:txBody>
              <a:bodyPr lIns="36000" tIns="54000" rIns="36000" bIns="36000" rtlCol="0" anchor="ctr"/>
              <a:lstStyle/>
              <a:p>
                <a:pPr marL="166189" indent="-180964" algn="ctr" defTabSz="914400" latinLnBrk="1"/>
                <a:r>
                  <a:rPr lang="ko-KR" altLang="en-US" sz="1000" kern="0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+mj-ea"/>
                    <a:ea typeface="+mj-ea"/>
                  </a:rPr>
                  <a:t>방향 </a:t>
                </a:r>
                <a:r>
                  <a:rPr lang="en-US" altLang="ko-KR" sz="1000" kern="0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+mj-ea"/>
                    <a:ea typeface="+mj-ea"/>
                  </a:rPr>
                  <a:t>01</a:t>
                </a:r>
                <a:endParaRPr lang="ko-KR" altLang="en-US" sz="1000" kern="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ea"/>
                  <a:ea typeface="+mj-ea"/>
                </a:endParaRPr>
              </a:p>
            </p:txBody>
          </p:sp>
        </p:grpSp>
        <p:sp>
          <p:nvSpPr>
            <p:cNvPr id="764" name="任意形状 514">
              <a:extLst>
                <a:ext uri="{FF2B5EF4-FFF2-40B4-BE49-F238E27FC236}">
                  <a16:creationId xmlns:a16="http://schemas.microsoft.com/office/drawing/2014/main" id="{D153F230-F369-475C-9648-3AEC584861CC}"/>
                </a:ext>
              </a:extLst>
            </p:cNvPr>
            <p:cNvSpPr/>
            <p:nvPr/>
          </p:nvSpPr>
          <p:spPr>
            <a:xfrm>
              <a:off x="3589636" y="3793244"/>
              <a:ext cx="254210" cy="3177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024" h="20490" extrusionOk="0">
                  <a:moveTo>
                    <a:pt x="4031" y="14895"/>
                  </a:moveTo>
                  <a:cubicBezTo>
                    <a:pt x="-262" y="12286"/>
                    <a:pt x="-1288" y="7173"/>
                    <a:pt x="1739" y="3473"/>
                  </a:cubicBezTo>
                  <a:cubicBezTo>
                    <a:pt x="4767" y="-226"/>
                    <a:pt x="10701" y="-1110"/>
                    <a:pt x="14993" y="1499"/>
                  </a:cubicBezTo>
                  <a:cubicBezTo>
                    <a:pt x="19286" y="4107"/>
                    <a:pt x="20312" y="9221"/>
                    <a:pt x="17285" y="12920"/>
                  </a:cubicBezTo>
                  <a:cubicBezTo>
                    <a:pt x="16658" y="13687"/>
                    <a:pt x="15883" y="14354"/>
                    <a:pt x="14993" y="14895"/>
                  </a:cubicBezTo>
                  <a:lnTo>
                    <a:pt x="17470" y="19771"/>
                  </a:lnTo>
                  <a:cubicBezTo>
                    <a:pt x="17602" y="20031"/>
                    <a:pt x="17465" y="20333"/>
                    <a:pt x="17164" y="20446"/>
                  </a:cubicBezTo>
                  <a:cubicBezTo>
                    <a:pt x="17089" y="20475"/>
                    <a:pt x="17007" y="20490"/>
                    <a:pt x="16924" y="20490"/>
                  </a:cubicBezTo>
                  <a:lnTo>
                    <a:pt x="2099" y="20490"/>
                  </a:lnTo>
                  <a:cubicBezTo>
                    <a:pt x="1770" y="20490"/>
                    <a:pt x="1504" y="20261"/>
                    <a:pt x="1503" y="19978"/>
                  </a:cubicBezTo>
                  <a:cubicBezTo>
                    <a:pt x="1503" y="19907"/>
                    <a:pt x="1520" y="19837"/>
                    <a:pt x="1553" y="19772"/>
                  </a:cubicBezTo>
                  <a:lnTo>
                    <a:pt x="4029" y="14895"/>
                  </a:lnTo>
                  <a:close/>
                  <a:moveTo>
                    <a:pt x="12038" y="14185"/>
                  </a:moveTo>
                  <a:lnTo>
                    <a:pt x="13621" y="13221"/>
                  </a:lnTo>
                  <a:cubicBezTo>
                    <a:pt x="16842" y="11265"/>
                    <a:pt x="17612" y="7430"/>
                    <a:pt x="15343" y="4655"/>
                  </a:cubicBezTo>
                  <a:cubicBezTo>
                    <a:pt x="13073" y="1880"/>
                    <a:pt x="8623" y="1216"/>
                    <a:pt x="5403" y="3172"/>
                  </a:cubicBezTo>
                  <a:cubicBezTo>
                    <a:pt x="2182" y="5127"/>
                    <a:pt x="1412" y="8962"/>
                    <a:pt x="3681" y="11737"/>
                  </a:cubicBezTo>
                  <a:cubicBezTo>
                    <a:pt x="4152" y="12313"/>
                    <a:pt x="4734" y="12815"/>
                    <a:pt x="5403" y="13221"/>
                  </a:cubicBezTo>
                  <a:lnTo>
                    <a:pt x="6985" y="14185"/>
                  </a:lnTo>
                  <a:lnTo>
                    <a:pt x="4825" y="18441"/>
                  </a:lnTo>
                  <a:lnTo>
                    <a:pt x="14198" y="18441"/>
                  </a:lnTo>
                  <a:lnTo>
                    <a:pt x="12038" y="14185"/>
                  </a:lnTo>
                  <a:close/>
                  <a:moveTo>
                    <a:pt x="4897" y="9189"/>
                  </a:moveTo>
                  <a:lnTo>
                    <a:pt x="7204" y="8692"/>
                  </a:lnTo>
                  <a:cubicBezTo>
                    <a:pt x="7520" y="9791"/>
                    <a:pt x="8810" y="10460"/>
                    <a:pt x="10085" y="10187"/>
                  </a:cubicBezTo>
                  <a:cubicBezTo>
                    <a:pt x="10939" y="10004"/>
                    <a:pt x="11607" y="9429"/>
                    <a:pt x="11819" y="8692"/>
                  </a:cubicBezTo>
                  <a:lnTo>
                    <a:pt x="14125" y="9189"/>
                  </a:lnTo>
                  <a:cubicBezTo>
                    <a:pt x="13484" y="11385"/>
                    <a:pt x="10899" y="12717"/>
                    <a:pt x="8350" y="12165"/>
                  </a:cubicBezTo>
                  <a:cubicBezTo>
                    <a:pt x="6651" y="11796"/>
                    <a:pt x="5325" y="10653"/>
                    <a:pt x="4897" y="9189"/>
                  </a:cubicBez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7CDCBBC3-AF34-4B2E-B9B0-63C36E26AD0C}"/>
              </a:ext>
            </a:extLst>
          </p:cNvPr>
          <p:cNvGrpSpPr/>
          <p:nvPr/>
        </p:nvGrpSpPr>
        <p:grpSpPr>
          <a:xfrm>
            <a:off x="3428999" y="4932409"/>
            <a:ext cx="2916325" cy="1289255"/>
            <a:chOff x="3428999" y="4932409"/>
            <a:chExt cx="2916325" cy="1289255"/>
          </a:xfrm>
        </p:grpSpPr>
        <p:sp>
          <p:nvSpPr>
            <p:cNvPr id="483" name="직사각형 482"/>
            <p:cNvSpPr/>
            <p:nvPr/>
          </p:nvSpPr>
          <p:spPr>
            <a:xfrm>
              <a:off x="4005324" y="5187159"/>
              <a:ext cx="2340000" cy="103450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wrap="square" lIns="0" tIns="72000" rIns="0" rtlCol="0" anchor="t">
              <a:spAutoFit/>
            </a:bodyPr>
            <a:lstStyle/>
            <a:p>
              <a:pPr marL="90000" indent="-90000" defTabSz="914400" fontAlgn="base">
                <a:lnSpc>
                  <a:spcPct val="110000"/>
                </a:lnSpc>
                <a:spcBef>
                  <a:spcPct val="0"/>
                </a:spcBef>
                <a:spcAft>
                  <a:spcPts val="6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  <a:buFont typeface="Arial" pitchFamily="34" charset="0"/>
                <a:buChar char="•"/>
                <a:defRPr/>
              </a:pPr>
              <a:r>
                <a:rPr kumimoji="1"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다양한 유형의 기기를 활용한 접근 환경 고려</a:t>
              </a:r>
              <a:endParaRPr kumimoji="1"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  <a:p>
              <a:pPr marL="90000" indent="-90000" defTabSz="914400" fontAlgn="base">
                <a:lnSpc>
                  <a:spcPct val="110000"/>
                </a:lnSpc>
                <a:spcBef>
                  <a:spcPct val="0"/>
                </a:spcBef>
                <a:spcAft>
                  <a:spcPts val="6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  <a:buFont typeface="Arial" pitchFamily="34" charset="0"/>
                <a:buChar char="•"/>
                <a:defRPr/>
              </a:pPr>
              <a:r>
                <a:rPr kumimoji="1"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모바일 기기에서도 최적화된 화면을 유지할 수 있도록 반응형 웹사이트 기술을 적용하여 구현 </a:t>
              </a:r>
              <a:endParaRPr kumimoji="1"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endParaRPr>
            </a:p>
            <a:p>
              <a:pPr marL="90000" indent="-90000" defTabSz="914400" fontAlgn="base">
                <a:lnSpc>
                  <a:spcPct val="110000"/>
                </a:lnSpc>
                <a:spcBef>
                  <a:spcPct val="0"/>
                </a:spcBef>
                <a:spcAft>
                  <a:spcPts val="6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  <a:buFont typeface="Arial" pitchFamily="34" charset="0"/>
                <a:buChar char="•"/>
                <a:defRPr/>
              </a:pPr>
              <a:r>
                <a:rPr kumimoji="1" lang="ko-KR" altLang="en-US" sz="9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원소스</a:t>
              </a:r>
              <a:r>
                <a:rPr kumimoji="1"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 </a:t>
              </a:r>
              <a:r>
                <a:rPr kumimoji="1" lang="ko-KR" altLang="en-US" sz="9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멀티유즈</a:t>
              </a:r>
              <a:r>
                <a:rPr kumimoji="1" lang="en-US" altLang="ko-KR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(</a:t>
              </a:r>
              <a:r>
                <a:rPr kumimoji="1"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한번의 관리</a:t>
              </a:r>
              <a:r>
                <a:rPr kumimoji="1" lang="en-US" altLang="ko-KR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)</a:t>
              </a:r>
              <a:r>
                <a:rPr kumimoji="1"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 기반의 효율적인 관리 체계 구축</a:t>
              </a:r>
              <a:r>
                <a:rPr kumimoji="1" lang="en-US" altLang="ko-KR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(</a:t>
              </a:r>
              <a:r>
                <a:rPr kumimoji="1"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인력 및 시간의 절감</a:t>
              </a:r>
              <a:r>
                <a:rPr kumimoji="1" lang="en-US" altLang="ko-KR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)</a:t>
              </a:r>
              <a:endParaRPr kumimoji="1"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endParaRPr>
            </a:p>
          </p:txBody>
        </p:sp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02B68C75-8C5C-4D1F-8D0C-F8616574F56A}"/>
                </a:ext>
              </a:extLst>
            </p:cNvPr>
            <p:cNvGrpSpPr/>
            <p:nvPr/>
          </p:nvGrpSpPr>
          <p:grpSpPr>
            <a:xfrm>
              <a:off x="3428999" y="4932409"/>
              <a:ext cx="2916325" cy="252000"/>
              <a:chOff x="3428999" y="4892653"/>
              <a:chExt cx="2916325" cy="252000"/>
            </a:xfrm>
          </p:grpSpPr>
          <p:sp>
            <p:nvSpPr>
              <p:cNvPr id="484" name="직사각형 483"/>
              <p:cNvSpPr/>
              <p:nvPr/>
            </p:nvSpPr>
            <p:spPr>
              <a:xfrm>
                <a:off x="4005324" y="4892653"/>
                <a:ext cx="2340000" cy="252000"/>
              </a:xfrm>
              <a:prstGeom prst="rect">
                <a:avLst/>
              </a:prstGeom>
              <a:solidFill>
                <a:srgbClr val="BDD7EE"/>
              </a:solidFill>
              <a:ln w="12700" algn="ctr">
                <a:noFill/>
                <a:miter lim="800000"/>
                <a:headEnd/>
                <a:tailEnd/>
              </a:ln>
              <a:effectLst/>
            </p:spPr>
            <p:txBody>
              <a:bodyPr lIns="108000" tIns="54000" rIns="36000" bIns="36000" anchor="ctr"/>
              <a:lstStyle/>
              <a:p>
                <a:pPr marL="166189" indent="-180964" defTabSz="914400" fontAlgn="base" latinLnBrk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ko-KR" altLang="en-US" sz="1100" ker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  <a:ea typeface="+mj-ea"/>
                  </a:rPr>
                  <a:t>반응형 홈페이지 기술 적용</a:t>
                </a:r>
              </a:p>
            </p:txBody>
          </p:sp>
          <p:sp>
            <p:nvSpPr>
              <p:cNvPr id="485" name="직사각형 484"/>
              <p:cNvSpPr/>
              <p:nvPr/>
            </p:nvSpPr>
            <p:spPr>
              <a:xfrm>
                <a:off x="3428999" y="4892653"/>
                <a:ext cx="576000" cy="252000"/>
              </a:xfrm>
              <a:prstGeom prst="rect">
                <a:avLst/>
              </a:prstGeom>
              <a:solidFill>
                <a:srgbClr val="002060"/>
              </a:solidFill>
              <a:ln w="28575" cap="flat" cmpd="sng" algn="ctr">
                <a:noFill/>
                <a:prstDash val="solid"/>
              </a:ln>
              <a:effectLst>
                <a:outerShdw blurRad="38100" dist="38100" dir="2700000" algn="tl" rotWithShape="0">
                  <a:schemeClr val="bg1">
                    <a:alpha val="30000"/>
                  </a:schemeClr>
                </a:outerShdw>
              </a:effectLst>
            </p:spPr>
            <p:txBody>
              <a:bodyPr lIns="36000" tIns="54000" rIns="36000" bIns="36000" rtlCol="0" anchor="ctr"/>
              <a:lstStyle/>
              <a:p>
                <a:pPr marL="166189" indent="-180964" algn="ctr" defTabSz="914400" latinLnBrk="1"/>
                <a:r>
                  <a:rPr lang="ko-KR" altLang="en-US" sz="1000" kern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+mj-ea"/>
                    <a:ea typeface="+mj-ea"/>
                  </a:rPr>
                  <a:t>방향 </a:t>
                </a:r>
                <a:r>
                  <a:rPr lang="en-US" altLang="ko-KR" sz="1000" kern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+mj-ea"/>
                    <a:ea typeface="+mj-ea"/>
                  </a:rPr>
                  <a:t>02</a:t>
                </a:r>
                <a:endParaRPr lang="ko-KR" altLang="en-US" sz="1000" kern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ea"/>
                  <a:ea typeface="+mj-ea"/>
                </a:endParaRPr>
              </a:p>
            </p:txBody>
          </p:sp>
        </p:grpSp>
        <p:pic>
          <p:nvPicPr>
            <p:cNvPr id="488" name="Picture 8" descr="accept, check, checkround, ok, yes icon"/>
            <p:cNvPicPr>
              <a:picLocks noChangeAspect="1" noChangeArrowheads="1"/>
            </p:cNvPicPr>
            <p:nvPr/>
          </p:nvPicPr>
          <p:blipFill>
            <a:blip r:embed="rId3" cstate="print">
              <a:lum bright="70000" contrast="-70000"/>
            </a:blip>
            <a:srcRect/>
            <a:stretch>
              <a:fillRect/>
            </a:stretch>
          </p:blipFill>
          <p:spPr bwMode="auto">
            <a:xfrm>
              <a:off x="3658343" y="5350833"/>
              <a:ext cx="116796" cy="116796"/>
            </a:xfrm>
            <a:prstGeom prst="rect">
              <a:avLst/>
            </a:prstGeom>
            <a:noFill/>
            <a:effectLst/>
          </p:spPr>
        </p:pic>
        <p:sp>
          <p:nvSpPr>
            <p:cNvPr id="765" name="任意形状 489">
              <a:extLst>
                <a:ext uri="{FF2B5EF4-FFF2-40B4-BE49-F238E27FC236}">
                  <a16:creationId xmlns:a16="http://schemas.microsoft.com/office/drawing/2014/main" id="{A8BC3930-6184-4959-9EC7-E74885772C19}"/>
                </a:ext>
              </a:extLst>
            </p:cNvPr>
            <p:cNvSpPr/>
            <p:nvPr/>
          </p:nvSpPr>
          <p:spPr>
            <a:xfrm>
              <a:off x="3558160" y="5290732"/>
              <a:ext cx="317162" cy="3013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7" h="21600" extrusionOk="0">
                  <a:moveTo>
                    <a:pt x="2160" y="14779"/>
                  </a:moveTo>
                  <a:lnTo>
                    <a:pt x="19437" y="14779"/>
                  </a:lnTo>
                  <a:lnTo>
                    <a:pt x="19437" y="2274"/>
                  </a:lnTo>
                  <a:lnTo>
                    <a:pt x="2160" y="2274"/>
                  </a:lnTo>
                  <a:lnTo>
                    <a:pt x="2160" y="14779"/>
                  </a:lnTo>
                  <a:close/>
                  <a:moveTo>
                    <a:pt x="11879" y="17053"/>
                  </a:moveTo>
                  <a:lnTo>
                    <a:pt x="11879" y="19326"/>
                  </a:lnTo>
                  <a:lnTo>
                    <a:pt x="16198" y="19326"/>
                  </a:lnTo>
                  <a:lnTo>
                    <a:pt x="16198" y="21600"/>
                  </a:lnTo>
                  <a:lnTo>
                    <a:pt x="5400" y="21600"/>
                  </a:lnTo>
                  <a:lnTo>
                    <a:pt x="5400" y="19326"/>
                  </a:lnTo>
                  <a:lnTo>
                    <a:pt x="9719" y="19326"/>
                  </a:lnTo>
                  <a:lnTo>
                    <a:pt x="9719" y="17053"/>
                  </a:lnTo>
                  <a:lnTo>
                    <a:pt x="1072" y="17053"/>
                  </a:lnTo>
                  <a:cubicBezTo>
                    <a:pt x="477" y="17049"/>
                    <a:pt x="-3" y="16538"/>
                    <a:pt x="1" y="15911"/>
                  </a:cubicBezTo>
                  <a:cubicBezTo>
                    <a:pt x="1" y="15910"/>
                    <a:pt x="1" y="15909"/>
                    <a:pt x="1" y="15908"/>
                  </a:cubicBezTo>
                  <a:lnTo>
                    <a:pt x="1" y="1145"/>
                  </a:lnTo>
                  <a:cubicBezTo>
                    <a:pt x="1" y="513"/>
                    <a:pt x="492" y="0"/>
                    <a:pt x="1072" y="0"/>
                  </a:cubicBezTo>
                  <a:lnTo>
                    <a:pt x="20526" y="0"/>
                  </a:lnTo>
                  <a:cubicBezTo>
                    <a:pt x="21118" y="0"/>
                    <a:pt x="21597" y="510"/>
                    <a:pt x="21597" y="1145"/>
                  </a:cubicBezTo>
                  <a:lnTo>
                    <a:pt x="21597" y="15908"/>
                  </a:lnTo>
                  <a:cubicBezTo>
                    <a:pt x="21597" y="16540"/>
                    <a:pt x="21106" y="17053"/>
                    <a:pt x="20526" y="17053"/>
                  </a:cubicBezTo>
                  <a:lnTo>
                    <a:pt x="11879" y="17053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EB54CEE6-B949-455D-BD76-390940724E6D}"/>
              </a:ext>
            </a:extLst>
          </p:cNvPr>
          <p:cNvGrpSpPr/>
          <p:nvPr/>
        </p:nvGrpSpPr>
        <p:grpSpPr>
          <a:xfrm>
            <a:off x="3429000" y="6449297"/>
            <a:ext cx="2916324" cy="1204003"/>
            <a:chOff x="3429000" y="6449297"/>
            <a:chExt cx="2916324" cy="1204003"/>
          </a:xfrm>
        </p:grpSpPr>
        <p:sp>
          <p:nvSpPr>
            <p:cNvPr id="490" name="직사각형 489"/>
            <p:cNvSpPr/>
            <p:nvPr/>
          </p:nvSpPr>
          <p:spPr>
            <a:xfrm>
              <a:off x="4005324" y="6695739"/>
              <a:ext cx="2340000" cy="95756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wrap="square" lIns="0" tIns="72000" rIns="0" rtlCol="0" anchor="t">
              <a:spAutoFit/>
            </a:bodyPr>
            <a:lstStyle/>
            <a:p>
              <a:pPr marL="90000" indent="-90000" defTabSz="914400" fontAlgn="base">
                <a:lnSpc>
                  <a:spcPct val="110000"/>
                </a:lnSpc>
                <a:spcBef>
                  <a:spcPct val="0"/>
                </a:spcBef>
                <a:spcAft>
                  <a:spcPts val="6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  <a:buFont typeface="Arial" pitchFamily="34" charset="0"/>
                <a:buChar char="•"/>
                <a:defRPr/>
              </a:pPr>
              <a:r>
                <a:rPr kumimoji="1"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기관의 이미지</a:t>
              </a:r>
              <a:r>
                <a:rPr kumimoji="1" lang="en-US" altLang="ko-KR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(</a:t>
              </a:r>
              <a:r>
                <a:rPr kumimoji="1"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컨셉트</a:t>
              </a:r>
              <a:r>
                <a:rPr kumimoji="1" lang="en-US" altLang="ko-KR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)</a:t>
              </a:r>
              <a:r>
                <a:rPr kumimoji="1"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를 기획 프로세스를 활용하여 도출하고 디자인에 전반적으로 반영</a:t>
              </a:r>
              <a:endParaRPr kumimoji="1"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  <a:p>
              <a:pPr marL="90000" indent="-90000" defTabSz="914400" fontAlgn="base">
                <a:lnSpc>
                  <a:spcPct val="110000"/>
                </a:lnSpc>
                <a:spcBef>
                  <a:spcPct val="0"/>
                </a:spcBef>
                <a:spcAft>
                  <a:spcPts val="6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  <a:buFont typeface="Arial" pitchFamily="34" charset="0"/>
                <a:buChar char="•"/>
                <a:defRPr/>
              </a:pPr>
              <a:r>
                <a:rPr kumimoji="1"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디자인 요소 구축 시 표준이 되는 웹 스타일가이드를 제작하고</a:t>
              </a:r>
              <a:r>
                <a:rPr kumimoji="1" lang="en-US" altLang="ko-KR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,</a:t>
              </a:r>
              <a:r>
                <a:rPr kumimoji="1"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 이를 기반으로 웹사이트 전체 디자인의 통일성을 유지</a:t>
              </a:r>
            </a:p>
          </p:txBody>
        </p:sp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24FD53DC-88C1-4A4B-B289-0333FC14FA11}"/>
                </a:ext>
              </a:extLst>
            </p:cNvPr>
            <p:cNvGrpSpPr/>
            <p:nvPr/>
          </p:nvGrpSpPr>
          <p:grpSpPr>
            <a:xfrm>
              <a:off x="3429000" y="6449297"/>
              <a:ext cx="2916064" cy="252000"/>
              <a:chOff x="3429000" y="6373537"/>
              <a:chExt cx="2916064" cy="252000"/>
            </a:xfrm>
          </p:grpSpPr>
          <p:sp>
            <p:nvSpPr>
              <p:cNvPr id="491" name="직사각형 490"/>
              <p:cNvSpPr/>
              <p:nvPr/>
            </p:nvSpPr>
            <p:spPr>
              <a:xfrm>
                <a:off x="4005064" y="6373537"/>
                <a:ext cx="2340000" cy="252000"/>
              </a:xfrm>
              <a:prstGeom prst="rect">
                <a:avLst/>
              </a:prstGeom>
              <a:solidFill>
                <a:srgbClr val="BDD7EE"/>
              </a:solidFill>
              <a:ln w="12700" algn="ctr">
                <a:noFill/>
                <a:miter lim="800000"/>
                <a:headEnd/>
                <a:tailEnd/>
              </a:ln>
              <a:effectLst/>
            </p:spPr>
            <p:txBody>
              <a:bodyPr lIns="108000" tIns="54000" rIns="36000" bIns="36000" anchor="ctr"/>
              <a:lstStyle/>
              <a:p>
                <a:pPr marL="166189" indent="-180964" defTabSz="914400" fontAlgn="base" latinLnBrk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ko-KR" altLang="en-US" sz="1100" ker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  <a:ea typeface="+mj-ea"/>
                  </a:rPr>
                  <a:t>컨셉 반영 및 통일된 디자인 구축</a:t>
                </a:r>
              </a:p>
            </p:txBody>
          </p:sp>
          <p:sp>
            <p:nvSpPr>
              <p:cNvPr id="492" name="직사각형 491"/>
              <p:cNvSpPr/>
              <p:nvPr/>
            </p:nvSpPr>
            <p:spPr>
              <a:xfrm>
                <a:off x="3429000" y="6373537"/>
                <a:ext cx="576000" cy="252000"/>
              </a:xfrm>
              <a:prstGeom prst="rect">
                <a:avLst/>
              </a:prstGeom>
              <a:solidFill>
                <a:srgbClr val="002060"/>
              </a:solidFill>
              <a:ln w="28575" cap="flat" cmpd="sng" algn="ctr">
                <a:noFill/>
                <a:prstDash val="solid"/>
              </a:ln>
              <a:effectLst>
                <a:outerShdw blurRad="38100" dist="38100" dir="2700000" algn="tl" rotWithShape="0">
                  <a:schemeClr val="bg1">
                    <a:alpha val="30000"/>
                  </a:schemeClr>
                </a:outerShdw>
              </a:effectLst>
            </p:spPr>
            <p:txBody>
              <a:bodyPr lIns="36000" tIns="54000" rIns="36000" bIns="36000" rtlCol="0" anchor="ctr"/>
              <a:lstStyle/>
              <a:p>
                <a:pPr marL="166189" indent="-180964" algn="ctr" defTabSz="914400" latinLnBrk="1"/>
                <a:r>
                  <a:rPr lang="ko-KR" altLang="en-US" sz="1000" kern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+mj-ea"/>
                    <a:ea typeface="+mj-ea"/>
                  </a:rPr>
                  <a:t>방향 </a:t>
                </a:r>
                <a:r>
                  <a:rPr lang="en-US" altLang="ko-KR" sz="1000" kern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+mj-ea"/>
                    <a:ea typeface="+mj-ea"/>
                  </a:rPr>
                  <a:t>03</a:t>
                </a:r>
                <a:endParaRPr lang="ko-KR" altLang="en-US" sz="1000" kern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ea"/>
                  <a:ea typeface="+mj-ea"/>
                </a:endParaRPr>
              </a:p>
            </p:txBody>
          </p:sp>
        </p:grpSp>
        <p:sp>
          <p:nvSpPr>
            <p:cNvPr id="766" name="任意形状 833">
              <a:extLst>
                <a:ext uri="{FF2B5EF4-FFF2-40B4-BE49-F238E27FC236}">
                  <a16:creationId xmlns:a16="http://schemas.microsoft.com/office/drawing/2014/main" id="{CABE1F30-4FA5-4512-AA34-5CFD05E36444}"/>
                </a:ext>
              </a:extLst>
            </p:cNvPr>
            <p:cNvSpPr/>
            <p:nvPr/>
          </p:nvSpPr>
          <p:spPr>
            <a:xfrm>
              <a:off x="3565712" y="6819529"/>
              <a:ext cx="302059" cy="30205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26" h="21600" extrusionOk="0">
                  <a:moveTo>
                    <a:pt x="2245" y="2274"/>
                  </a:moveTo>
                  <a:lnTo>
                    <a:pt x="2245" y="5684"/>
                  </a:lnTo>
                  <a:lnTo>
                    <a:pt x="17959" y="5684"/>
                  </a:lnTo>
                  <a:lnTo>
                    <a:pt x="17959" y="2274"/>
                  </a:lnTo>
                  <a:lnTo>
                    <a:pt x="2245" y="2274"/>
                  </a:lnTo>
                  <a:close/>
                  <a:moveTo>
                    <a:pt x="1122" y="0"/>
                  </a:moveTo>
                  <a:lnTo>
                    <a:pt x="19081" y="0"/>
                  </a:lnTo>
                  <a:cubicBezTo>
                    <a:pt x="19701" y="0"/>
                    <a:pt x="20203" y="509"/>
                    <a:pt x="20203" y="1137"/>
                  </a:cubicBezTo>
                  <a:lnTo>
                    <a:pt x="20203" y="6821"/>
                  </a:lnTo>
                  <a:cubicBezTo>
                    <a:pt x="20203" y="7449"/>
                    <a:pt x="19701" y="7958"/>
                    <a:pt x="19081" y="7958"/>
                  </a:cubicBezTo>
                  <a:lnTo>
                    <a:pt x="1122" y="7958"/>
                  </a:lnTo>
                  <a:cubicBezTo>
                    <a:pt x="502" y="7958"/>
                    <a:pt x="0" y="7449"/>
                    <a:pt x="0" y="6821"/>
                  </a:cubicBezTo>
                  <a:lnTo>
                    <a:pt x="0" y="1137"/>
                  </a:lnTo>
                  <a:cubicBezTo>
                    <a:pt x="0" y="509"/>
                    <a:pt x="502" y="0"/>
                    <a:pt x="1122" y="0"/>
                  </a:cubicBezTo>
                  <a:close/>
                  <a:moveTo>
                    <a:pt x="3367" y="10232"/>
                  </a:moveTo>
                  <a:lnTo>
                    <a:pt x="10102" y="10232"/>
                  </a:lnTo>
                  <a:cubicBezTo>
                    <a:pt x="10722" y="10232"/>
                    <a:pt x="11224" y="10741"/>
                    <a:pt x="11224" y="11368"/>
                  </a:cubicBezTo>
                  <a:lnTo>
                    <a:pt x="11224" y="14779"/>
                  </a:lnTo>
                  <a:lnTo>
                    <a:pt x="12347" y="14779"/>
                  </a:lnTo>
                  <a:lnTo>
                    <a:pt x="12347" y="21600"/>
                  </a:lnTo>
                  <a:lnTo>
                    <a:pt x="7857" y="21600"/>
                  </a:lnTo>
                  <a:lnTo>
                    <a:pt x="7857" y="14779"/>
                  </a:lnTo>
                  <a:lnTo>
                    <a:pt x="8979" y="14779"/>
                  </a:lnTo>
                  <a:lnTo>
                    <a:pt x="8979" y="12505"/>
                  </a:lnTo>
                  <a:lnTo>
                    <a:pt x="2245" y="12505"/>
                  </a:lnTo>
                  <a:cubicBezTo>
                    <a:pt x="1625" y="12505"/>
                    <a:pt x="1122" y="11996"/>
                    <a:pt x="1122" y="11368"/>
                  </a:cubicBezTo>
                  <a:lnTo>
                    <a:pt x="1122" y="9095"/>
                  </a:lnTo>
                  <a:lnTo>
                    <a:pt x="3367" y="9095"/>
                  </a:lnTo>
                  <a:lnTo>
                    <a:pt x="3367" y="10232"/>
                  </a:lnTo>
                  <a:close/>
                  <a:moveTo>
                    <a:pt x="16535" y="12201"/>
                  </a:moveTo>
                  <a:lnTo>
                    <a:pt x="18520" y="10191"/>
                  </a:lnTo>
                  <a:lnTo>
                    <a:pt x="20504" y="12201"/>
                  </a:lnTo>
                  <a:cubicBezTo>
                    <a:pt x="21600" y="13311"/>
                    <a:pt x="21600" y="15110"/>
                    <a:pt x="20504" y="16220"/>
                  </a:cubicBezTo>
                  <a:cubicBezTo>
                    <a:pt x="19408" y="17330"/>
                    <a:pt x="17631" y="17329"/>
                    <a:pt x="16535" y="16219"/>
                  </a:cubicBezTo>
                  <a:cubicBezTo>
                    <a:pt x="15440" y="15110"/>
                    <a:pt x="15440" y="13310"/>
                    <a:pt x="16535" y="12201"/>
                  </a:cubicBez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274913B8-B9ED-49BC-A139-A388CA99C47B}"/>
              </a:ext>
            </a:extLst>
          </p:cNvPr>
          <p:cNvGrpSpPr/>
          <p:nvPr/>
        </p:nvGrpSpPr>
        <p:grpSpPr>
          <a:xfrm>
            <a:off x="3429000" y="7916021"/>
            <a:ext cx="2916064" cy="1213443"/>
            <a:chOff x="3429000" y="7916021"/>
            <a:chExt cx="2916064" cy="1213443"/>
          </a:xfrm>
        </p:grpSpPr>
        <p:sp>
          <p:nvSpPr>
            <p:cNvPr id="495" name="직사각형 494"/>
            <p:cNvSpPr/>
            <p:nvPr/>
          </p:nvSpPr>
          <p:spPr>
            <a:xfrm>
              <a:off x="4005064" y="8171903"/>
              <a:ext cx="2340000" cy="95756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wrap="square" lIns="0" tIns="72000" rIns="0" rtlCol="0" anchor="t">
              <a:spAutoFit/>
            </a:bodyPr>
            <a:lstStyle/>
            <a:p>
              <a:pPr marL="90000" indent="-90000" defTabSz="914400" fontAlgn="base">
                <a:lnSpc>
                  <a:spcPct val="110000"/>
                </a:lnSpc>
                <a:spcBef>
                  <a:spcPct val="0"/>
                </a:spcBef>
                <a:spcAft>
                  <a:spcPts val="6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  <a:buFont typeface="Arial" pitchFamily="34" charset="0"/>
                <a:buChar char="•"/>
                <a:defRPr/>
              </a:pPr>
              <a:r>
                <a:rPr kumimoji="1"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어느 정도의 스크롤이 생겨도 여백을 두어 콘텐츠 사이의 간격을 두는 것이 정보 가독성 측면에서 우수한 것으로 판단</a:t>
              </a:r>
              <a:endParaRPr kumimoji="1"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  <a:p>
              <a:pPr marL="90000" indent="-90000" defTabSz="914400" fontAlgn="base">
                <a:lnSpc>
                  <a:spcPct val="110000"/>
                </a:lnSpc>
                <a:spcBef>
                  <a:spcPct val="0"/>
                </a:spcBef>
                <a:spcAft>
                  <a:spcPts val="6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  <a:buFont typeface="Arial" pitchFamily="34" charset="0"/>
                <a:buChar char="•"/>
                <a:defRPr/>
              </a:pPr>
              <a:r>
                <a:rPr kumimoji="1"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우수사이트로 선정된 대부분이 정보의 명확한 구분 및 적절한 여백을 활용하고 있음</a:t>
              </a:r>
            </a:p>
          </p:txBody>
        </p:sp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2022F4D2-55EF-4558-B494-AF7FA9ED6B72}"/>
                </a:ext>
              </a:extLst>
            </p:cNvPr>
            <p:cNvGrpSpPr/>
            <p:nvPr/>
          </p:nvGrpSpPr>
          <p:grpSpPr>
            <a:xfrm>
              <a:off x="3429000" y="7916021"/>
              <a:ext cx="2916064" cy="252000"/>
              <a:chOff x="3429000" y="7804257"/>
              <a:chExt cx="2916064" cy="252000"/>
            </a:xfrm>
          </p:grpSpPr>
          <p:sp>
            <p:nvSpPr>
              <p:cNvPr id="496" name="직사각형 495"/>
              <p:cNvSpPr/>
              <p:nvPr/>
            </p:nvSpPr>
            <p:spPr>
              <a:xfrm>
                <a:off x="4005064" y="7804257"/>
                <a:ext cx="2340000" cy="252000"/>
              </a:xfrm>
              <a:prstGeom prst="rect">
                <a:avLst/>
              </a:prstGeom>
              <a:solidFill>
                <a:srgbClr val="BDD7EE"/>
              </a:solidFill>
              <a:ln w="12700" algn="ctr">
                <a:noFill/>
                <a:miter lim="800000"/>
                <a:headEnd/>
                <a:tailEnd/>
              </a:ln>
              <a:effectLst/>
            </p:spPr>
            <p:txBody>
              <a:bodyPr lIns="108000" tIns="54000" rIns="36000" bIns="36000" anchor="ctr"/>
              <a:lstStyle/>
              <a:p>
                <a:pPr marL="166189" indent="-180964" defTabSz="914400" fontAlgn="base" latinLnBrk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ko-KR" altLang="en-US" sz="1100" ker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  <a:ea typeface="+mj-ea"/>
                  </a:rPr>
                  <a:t>정보 가독성을 위한 적절한 여백 활용</a:t>
                </a:r>
              </a:p>
            </p:txBody>
          </p:sp>
          <p:sp>
            <p:nvSpPr>
              <p:cNvPr id="497" name="직사각형 496"/>
              <p:cNvSpPr/>
              <p:nvPr/>
            </p:nvSpPr>
            <p:spPr>
              <a:xfrm>
                <a:off x="3429000" y="7804257"/>
                <a:ext cx="576000" cy="252000"/>
              </a:xfrm>
              <a:prstGeom prst="rect">
                <a:avLst/>
              </a:prstGeom>
              <a:solidFill>
                <a:srgbClr val="002060"/>
              </a:solidFill>
              <a:ln w="28575" cap="flat" cmpd="sng" algn="ctr">
                <a:noFill/>
                <a:prstDash val="solid"/>
              </a:ln>
              <a:effectLst>
                <a:outerShdw blurRad="38100" dist="38100" dir="2700000" algn="tl" rotWithShape="0">
                  <a:schemeClr val="bg1">
                    <a:alpha val="30000"/>
                  </a:schemeClr>
                </a:outerShdw>
              </a:effectLst>
            </p:spPr>
            <p:txBody>
              <a:bodyPr lIns="36000" tIns="54000" rIns="36000" bIns="36000" rtlCol="0" anchor="ctr"/>
              <a:lstStyle/>
              <a:p>
                <a:pPr marL="166189" indent="-180964" algn="ctr" defTabSz="914400" latinLnBrk="1"/>
                <a:r>
                  <a:rPr lang="ko-KR" altLang="en-US" sz="1000" kern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+mj-ea"/>
                    <a:ea typeface="+mj-ea"/>
                  </a:rPr>
                  <a:t>방향 </a:t>
                </a:r>
                <a:r>
                  <a:rPr lang="en-US" altLang="ko-KR" sz="1000" kern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+mj-ea"/>
                    <a:ea typeface="+mj-ea"/>
                  </a:rPr>
                  <a:t>04</a:t>
                </a:r>
                <a:endParaRPr lang="ko-KR" altLang="en-US" sz="1000" kern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ea"/>
                  <a:ea typeface="+mj-ea"/>
                </a:endParaRPr>
              </a:p>
            </p:txBody>
          </p:sp>
        </p:grpSp>
        <p:sp>
          <p:nvSpPr>
            <p:cNvPr id="767" name="任意形状 2587">
              <a:extLst>
                <a:ext uri="{FF2B5EF4-FFF2-40B4-BE49-F238E27FC236}">
                  <a16:creationId xmlns:a16="http://schemas.microsoft.com/office/drawing/2014/main" id="{940FE8CB-9B2C-44D6-B0B9-D7040810C25C}"/>
                </a:ext>
              </a:extLst>
            </p:cNvPr>
            <p:cNvSpPr/>
            <p:nvPr/>
          </p:nvSpPr>
          <p:spPr>
            <a:xfrm>
              <a:off x="3555378" y="8266678"/>
              <a:ext cx="322726" cy="32272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7046" y="15542"/>
                  </a:moveTo>
                  <a:lnTo>
                    <a:pt x="21600" y="20095"/>
                  </a:lnTo>
                  <a:lnTo>
                    <a:pt x="20095" y="21600"/>
                  </a:lnTo>
                  <a:lnTo>
                    <a:pt x="15542" y="17046"/>
                  </a:lnTo>
                  <a:cubicBezTo>
                    <a:pt x="13848" y="18404"/>
                    <a:pt x="11741" y="19143"/>
                    <a:pt x="9570" y="19139"/>
                  </a:cubicBezTo>
                  <a:cubicBezTo>
                    <a:pt x="4287" y="19139"/>
                    <a:pt x="0" y="14852"/>
                    <a:pt x="0" y="9570"/>
                  </a:cubicBezTo>
                  <a:cubicBezTo>
                    <a:pt x="0" y="4287"/>
                    <a:pt x="4287" y="0"/>
                    <a:pt x="9570" y="0"/>
                  </a:cubicBezTo>
                  <a:cubicBezTo>
                    <a:pt x="14852" y="0"/>
                    <a:pt x="19139" y="4287"/>
                    <a:pt x="19139" y="9570"/>
                  </a:cubicBezTo>
                  <a:cubicBezTo>
                    <a:pt x="19143" y="11741"/>
                    <a:pt x="18404" y="13848"/>
                    <a:pt x="17046" y="15542"/>
                  </a:cubicBezTo>
                  <a:close/>
                  <a:moveTo>
                    <a:pt x="14913" y="14753"/>
                  </a:moveTo>
                  <a:cubicBezTo>
                    <a:pt x="16262" y="13366"/>
                    <a:pt x="17016" y="11505"/>
                    <a:pt x="17013" y="9570"/>
                  </a:cubicBezTo>
                  <a:cubicBezTo>
                    <a:pt x="17013" y="5457"/>
                    <a:pt x="13682" y="2127"/>
                    <a:pt x="9570" y="2127"/>
                  </a:cubicBezTo>
                  <a:cubicBezTo>
                    <a:pt x="5457" y="2127"/>
                    <a:pt x="2127" y="5457"/>
                    <a:pt x="2127" y="9570"/>
                  </a:cubicBezTo>
                  <a:cubicBezTo>
                    <a:pt x="2127" y="13682"/>
                    <a:pt x="5457" y="17013"/>
                    <a:pt x="9570" y="17013"/>
                  </a:cubicBezTo>
                  <a:cubicBezTo>
                    <a:pt x="11505" y="17016"/>
                    <a:pt x="13366" y="16262"/>
                    <a:pt x="14753" y="14913"/>
                  </a:cubicBezTo>
                  <a:lnTo>
                    <a:pt x="14913" y="14753"/>
                  </a:lnTo>
                  <a:close/>
                  <a:moveTo>
                    <a:pt x="8506" y="8506"/>
                  </a:moveTo>
                  <a:lnTo>
                    <a:pt x="8506" y="5317"/>
                  </a:lnTo>
                  <a:lnTo>
                    <a:pt x="10633" y="5317"/>
                  </a:lnTo>
                  <a:lnTo>
                    <a:pt x="10633" y="8506"/>
                  </a:lnTo>
                  <a:lnTo>
                    <a:pt x="13823" y="8506"/>
                  </a:lnTo>
                  <a:lnTo>
                    <a:pt x="13823" y="10633"/>
                  </a:lnTo>
                  <a:lnTo>
                    <a:pt x="10633" y="10633"/>
                  </a:lnTo>
                  <a:lnTo>
                    <a:pt x="10633" y="13823"/>
                  </a:lnTo>
                  <a:lnTo>
                    <a:pt x="8506" y="13823"/>
                  </a:lnTo>
                  <a:lnTo>
                    <a:pt x="8506" y="10633"/>
                  </a:lnTo>
                  <a:lnTo>
                    <a:pt x="5317" y="10633"/>
                  </a:lnTo>
                  <a:lnTo>
                    <a:pt x="5317" y="8506"/>
                  </a:lnTo>
                  <a:lnTo>
                    <a:pt x="8506" y="8506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1B70953-D6F7-1134-BBD7-F46B815EE9A6}"/>
              </a:ext>
            </a:extLst>
          </p:cNvPr>
          <p:cNvSpPr txBox="1"/>
          <p:nvPr/>
        </p:nvSpPr>
        <p:spPr>
          <a:xfrm>
            <a:off x="1667082" y="503378"/>
            <a:ext cx="1288814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defTabSz="987095"/>
            <a:r>
              <a:rPr lang="en-US" altLang="ko-KR" sz="800" spc="-54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Ⅲ  </a:t>
            </a:r>
            <a:r>
              <a:rPr lang="ko-KR" altLang="en-US" sz="800" spc="-54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기술 및 기능  </a:t>
            </a:r>
            <a:r>
              <a:rPr lang="en-US" altLang="ko-KR" sz="800" spc="-54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&gt;  2. </a:t>
            </a:r>
            <a:r>
              <a:rPr lang="ko-KR" altLang="en-US" sz="800" spc="-54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기능 요구사항</a:t>
            </a:r>
          </a:p>
        </p:txBody>
      </p:sp>
    </p:spTree>
    <p:extLst>
      <p:ext uri="{BB962C8B-B14F-4D97-AF65-F5344CB8AC3E}">
        <p14:creationId xmlns:p14="http://schemas.microsoft.com/office/powerpoint/2010/main" val="54486255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제목 89"/>
          <p:cNvSpPr>
            <a:spLocks noGrp="1"/>
          </p:cNvSpPr>
          <p:nvPr>
            <p:ph type="title"/>
          </p:nvPr>
        </p:nvSpPr>
        <p:spPr>
          <a:xfrm>
            <a:off x="512676" y="1064568"/>
            <a:ext cx="1461989" cy="199285"/>
          </a:xfrm>
          <a:prstGeom prst="rect">
            <a:avLst/>
          </a:prstGeom>
          <a:noFill/>
        </p:spPr>
        <p:txBody>
          <a:bodyPr wrap="none" lIns="108000" tIns="0" rIns="0" bIns="0" anchor="ctr">
            <a:spAutoFit/>
          </a:bodyPr>
          <a:lstStyle/>
          <a:p>
            <a:r>
              <a:rPr lang="en-US" altLang="ko-KR" dirty="0"/>
              <a:t>2.3 </a:t>
            </a:r>
            <a:r>
              <a:rPr lang="ko-KR" altLang="en-US" dirty="0"/>
              <a:t>구축 방향 도출</a:t>
            </a: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47CC85BB-1B82-489B-9F87-8D9AAFEA9498}"/>
              </a:ext>
            </a:extLst>
          </p:cNvPr>
          <p:cNvGrpSpPr/>
          <p:nvPr/>
        </p:nvGrpSpPr>
        <p:grpSpPr>
          <a:xfrm>
            <a:off x="440668" y="7262697"/>
            <a:ext cx="5976664" cy="2118811"/>
            <a:chOff x="440668" y="7262697"/>
            <a:chExt cx="5976664" cy="2118811"/>
          </a:xfrm>
        </p:grpSpPr>
        <p:sp>
          <p:nvSpPr>
            <p:cNvPr id="194" name="직사각형 193"/>
            <p:cNvSpPr/>
            <p:nvPr/>
          </p:nvSpPr>
          <p:spPr>
            <a:xfrm>
              <a:off x="440668" y="8085508"/>
              <a:ext cx="1438737" cy="1296000"/>
            </a:xfrm>
            <a:prstGeom prst="rect">
              <a:avLst/>
            </a:prstGeom>
            <a:solidFill>
              <a:srgbClr val="F8F8F8"/>
            </a:solidFill>
            <a:ln w="25400" cap="flat" cmpd="sng" algn="ctr">
              <a:noFill/>
              <a:prstDash val="solid"/>
            </a:ln>
            <a:effectLst/>
          </p:spPr>
          <p:txBody>
            <a:bodyPr lIns="72000" tIns="72000" bIns="72000" rtlCol="0" anchor="t"/>
            <a:lstStyle/>
            <a:p>
              <a:pPr marL="90000" indent="-90000" defTabSz="914400" fontAlgn="base">
                <a:lnSpc>
                  <a:spcPct val="110000"/>
                </a:lnSpc>
                <a:spcBef>
                  <a:spcPct val="0"/>
                </a:spcBef>
                <a:spcAft>
                  <a:spcPts val="3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  <a:buFont typeface="Arial" pitchFamily="34" charset="0"/>
                <a:buChar char="•"/>
              </a:pPr>
              <a:r>
                <a:rPr kumimoji="1"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분석 단계에서 현재 활용되고 있는 로그분석을 활용하여 사용성 검증</a:t>
              </a:r>
              <a:endParaRPr kumimoji="1"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endParaRPr>
            </a:p>
            <a:p>
              <a:pPr marL="90000" indent="-90000" defTabSz="914400" fontAlgn="base">
                <a:lnSpc>
                  <a:spcPct val="110000"/>
                </a:lnSpc>
                <a:spcBef>
                  <a:spcPct val="0"/>
                </a:spcBef>
                <a:spcAft>
                  <a:spcPts val="3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  <a:buFont typeface="Arial" pitchFamily="34" charset="0"/>
                <a:buChar char="•"/>
              </a:pPr>
              <a:r>
                <a:rPr kumimoji="1"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각 담당자들에게 많이 요구되는 사용자들의 요구사항 수렴</a:t>
              </a:r>
            </a:p>
          </p:txBody>
        </p:sp>
        <p:sp>
          <p:nvSpPr>
            <p:cNvPr id="195" name="직사각형 194"/>
            <p:cNvSpPr/>
            <p:nvPr/>
          </p:nvSpPr>
          <p:spPr>
            <a:xfrm>
              <a:off x="1953310" y="8085508"/>
              <a:ext cx="1438737" cy="1296000"/>
            </a:xfrm>
            <a:prstGeom prst="rect">
              <a:avLst/>
            </a:prstGeom>
            <a:solidFill>
              <a:srgbClr val="F8F8F8"/>
            </a:solidFill>
            <a:ln w="25400" cap="flat" cmpd="sng" algn="ctr">
              <a:noFill/>
              <a:prstDash val="solid"/>
            </a:ln>
            <a:effectLst/>
          </p:spPr>
          <p:txBody>
            <a:bodyPr lIns="72000" tIns="72000" bIns="72000" rtlCol="0" anchor="t"/>
            <a:lstStyle/>
            <a:p>
              <a:pPr marL="90000" indent="-90000" defTabSz="914400" fontAlgn="base">
                <a:lnSpc>
                  <a:spcPct val="110000"/>
                </a:lnSpc>
                <a:spcBef>
                  <a:spcPct val="0"/>
                </a:spcBef>
                <a:spcAft>
                  <a:spcPts val="3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  <a:buFont typeface="Arial" pitchFamily="34" charset="0"/>
                <a:buChar char="•"/>
              </a:pPr>
              <a:r>
                <a:rPr kumimoji="1"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현재사이트의 기획</a:t>
              </a:r>
              <a:r>
                <a:rPr kumimoji="1" lang="en-US" altLang="ko-KR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, </a:t>
              </a:r>
              <a:r>
                <a:rPr kumimoji="1"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디자인</a:t>
              </a:r>
              <a:r>
                <a:rPr kumimoji="1" lang="en-US" altLang="ko-KR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, </a:t>
              </a:r>
              <a:r>
                <a:rPr kumimoji="1"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개발 등에 대한 분석을 바탕으로 개선사항을 도출</a:t>
              </a:r>
              <a:endParaRPr kumimoji="1"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endParaRPr>
            </a:p>
            <a:p>
              <a:pPr marL="90000" indent="-90000" defTabSz="914400" fontAlgn="base">
                <a:lnSpc>
                  <a:spcPct val="110000"/>
                </a:lnSpc>
                <a:spcBef>
                  <a:spcPct val="0"/>
                </a:spcBef>
                <a:spcAft>
                  <a:spcPts val="3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  <a:buFont typeface="Arial" pitchFamily="34" charset="0"/>
                <a:buChar char="•"/>
              </a:pPr>
              <a:r>
                <a:rPr kumimoji="1"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최신 트랜드에 맞는 웹사이트 구축을 위한 트랜드 분석</a:t>
              </a:r>
            </a:p>
          </p:txBody>
        </p:sp>
        <p:sp>
          <p:nvSpPr>
            <p:cNvPr id="196" name="직사각형 195"/>
            <p:cNvSpPr/>
            <p:nvPr/>
          </p:nvSpPr>
          <p:spPr>
            <a:xfrm>
              <a:off x="3465952" y="8085348"/>
              <a:ext cx="1438737" cy="1296000"/>
            </a:xfrm>
            <a:prstGeom prst="rect">
              <a:avLst/>
            </a:prstGeom>
            <a:solidFill>
              <a:srgbClr val="F8F8F8"/>
            </a:solidFill>
            <a:ln w="25400" cap="flat" cmpd="sng" algn="ctr">
              <a:noFill/>
              <a:prstDash val="solid"/>
            </a:ln>
            <a:effectLst/>
          </p:spPr>
          <p:txBody>
            <a:bodyPr lIns="72000" tIns="72000" bIns="72000" rtlCol="0" anchor="t"/>
            <a:lstStyle/>
            <a:p>
              <a:pPr marL="90000" indent="-90000" defTabSz="914400" fontAlgn="base">
                <a:lnSpc>
                  <a:spcPct val="110000"/>
                </a:lnSpc>
                <a:spcBef>
                  <a:spcPct val="0"/>
                </a:spcBef>
                <a:spcAft>
                  <a:spcPts val="3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  <a:buFont typeface="Arial" pitchFamily="34" charset="0"/>
                <a:buChar char="•"/>
              </a:pPr>
              <a:r>
                <a:rPr kumimoji="1"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사용자의 환경 및 업무</a:t>
              </a:r>
              <a:r>
                <a:rPr kumimoji="1" lang="en-US" altLang="ko-KR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 </a:t>
              </a:r>
              <a:r>
                <a:rPr kumimoji="1"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특성을 고려한 홈페이지 화면 설계 및 디자인 구축</a:t>
              </a:r>
              <a:endParaRPr kumimoji="1"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endParaRPr>
            </a:p>
            <a:p>
              <a:pPr marL="90000" indent="-90000" defTabSz="914400" fontAlgn="base">
                <a:lnSpc>
                  <a:spcPct val="110000"/>
                </a:lnSpc>
                <a:spcBef>
                  <a:spcPct val="0"/>
                </a:spcBef>
                <a:spcAft>
                  <a:spcPts val="3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  <a:buFont typeface="Arial" pitchFamily="34" charset="0"/>
                <a:buChar char="•"/>
              </a:pPr>
              <a:r>
                <a:rPr kumimoji="1"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일반 민원관련 문제를 가지고 있는 국민</a:t>
              </a:r>
              <a:endParaRPr kumimoji="1"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endParaRPr>
            </a:p>
            <a:p>
              <a:pPr marL="90000" indent="-90000" defTabSz="914400" fontAlgn="base">
                <a:lnSpc>
                  <a:spcPct val="110000"/>
                </a:lnSpc>
                <a:spcBef>
                  <a:spcPct val="0"/>
                </a:spcBef>
                <a:spcAft>
                  <a:spcPts val="3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  <a:buFont typeface="Arial" pitchFamily="34" charset="0"/>
                <a:buChar char="•"/>
              </a:pPr>
              <a:r>
                <a:rPr kumimoji="1"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업무를 위해 방문하는 해당 분야의 위원</a:t>
              </a:r>
            </a:p>
          </p:txBody>
        </p:sp>
        <p:sp>
          <p:nvSpPr>
            <p:cNvPr id="197" name="직사각형 196"/>
            <p:cNvSpPr/>
            <p:nvPr/>
          </p:nvSpPr>
          <p:spPr>
            <a:xfrm>
              <a:off x="4978595" y="8085508"/>
              <a:ext cx="1438737" cy="1296000"/>
            </a:xfrm>
            <a:prstGeom prst="rect">
              <a:avLst/>
            </a:prstGeom>
            <a:solidFill>
              <a:srgbClr val="F8F8F8"/>
            </a:solidFill>
            <a:ln w="25400" cap="flat" cmpd="sng" algn="ctr">
              <a:noFill/>
              <a:prstDash val="solid"/>
            </a:ln>
            <a:effectLst/>
          </p:spPr>
          <p:txBody>
            <a:bodyPr lIns="72000" tIns="72000" bIns="72000" rtlCol="0" anchor="t"/>
            <a:lstStyle/>
            <a:p>
              <a:pPr marL="90000" indent="-90000" defTabSz="914400" fontAlgn="base">
                <a:lnSpc>
                  <a:spcPct val="110000"/>
                </a:lnSpc>
                <a:spcBef>
                  <a:spcPct val="0"/>
                </a:spcBef>
                <a:spcAft>
                  <a:spcPts val="3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  <a:buFont typeface="Arial" pitchFamily="34" charset="0"/>
                <a:buChar char="•"/>
              </a:pPr>
              <a:r>
                <a:rPr kumimoji="1"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검증된 우수사이트를 기반으로 한 벤치마킹 수행</a:t>
              </a:r>
              <a:r>
                <a:rPr kumimoji="1" lang="en-US" altLang="ko-KR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(</a:t>
              </a:r>
              <a:r>
                <a:rPr kumimoji="1"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웹 어워드 및 유사 서비스 선정 등</a:t>
              </a:r>
              <a:r>
                <a:rPr kumimoji="1" lang="en-US" altLang="ko-KR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)</a:t>
              </a:r>
            </a:p>
            <a:p>
              <a:pPr marL="90000" indent="-90000" defTabSz="914400" fontAlgn="base">
                <a:lnSpc>
                  <a:spcPct val="110000"/>
                </a:lnSpc>
                <a:spcBef>
                  <a:spcPct val="0"/>
                </a:spcBef>
                <a:spcAft>
                  <a:spcPts val="3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  <a:buFont typeface="Arial" pitchFamily="34" charset="0"/>
                <a:buChar char="•"/>
              </a:pPr>
              <a:r>
                <a:rPr kumimoji="1"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수행 결과를 바탕으로 장점을 도출하고 구축 시 적극적으로 반영</a:t>
              </a:r>
              <a:endParaRPr kumimoji="1"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endParaRPr>
            </a:p>
          </p:txBody>
        </p:sp>
        <p:sp>
          <p:nvSpPr>
            <p:cNvPr id="198" name="모서리가 둥근 직사각형 197"/>
            <p:cNvSpPr/>
            <p:nvPr/>
          </p:nvSpPr>
          <p:spPr>
            <a:xfrm>
              <a:off x="440668" y="7653348"/>
              <a:ext cx="1438737" cy="432000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85000"/>
              </a:schemeClr>
            </a:solidFill>
            <a:ln w="3175" cap="flat" cmpd="sng" algn="ctr">
              <a:noFill/>
              <a:prstDash val="solid"/>
            </a:ln>
            <a:effectLst/>
          </p:spPr>
          <p:txBody>
            <a:bodyPr tIns="36000" bIns="36000" rtlCol="0" anchor="ctr"/>
            <a:lstStyle/>
            <a:p>
              <a:pPr algn="ctr" defTabSz="914400" fontAlgn="base" latinLnBrk="1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1000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로그분석</a:t>
              </a:r>
              <a:r>
                <a:rPr kumimoji="1" lang="ko-KR" altLang="en-US" sz="1000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을 통한</a:t>
              </a:r>
              <a:br>
                <a:rPr kumimoji="1" lang="en-US" altLang="ko-KR" sz="1000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</a:br>
              <a:r>
                <a:rPr kumimoji="1" lang="ko-KR" altLang="en-US" sz="1000" kern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사용성</a:t>
              </a:r>
              <a:r>
                <a:rPr kumimoji="1" lang="ko-KR" altLang="en-US" sz="1000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 검증</a:t>
              </a:r>
            </a:p>
          </p:txBody>
        </p:sp>
        <p:sp>
          <p:nvSpPr>
            <p:cNvPr id="199" name="모서리가 둥근 직사각형 198"/>
            <p:cNvSpPr/>
            <p:nvPr/>
          </p:nvSpPr>
          <p:spPr>
            <a:xfrm>
              <a:off x="1953310" y="7653348"/>
              <a:ext cx="1438737" cy="432000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85000"/>
              </a:schemeClr>
            </a:solidFill>
            <a:ln w="3175" cap="flat" cmpd="sng" algn="ctr">
              <a:noFill/>
              <a:prstDash val="solid"/>
            </a:ln>
            <a:effectLst/>
          </p:spPr>
          <p:txBody>
            <a:bodyPr tIns="36000" bIns="36000" rtlCol="0" anchor="ctr"/>
            <a:lstStyle/>
            <a:p>
              <a:pPr algn="ctr" defTabSz="914400" fontAlgn="base" latinLnBrk="1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1000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현재 사이트 분석</a:t>
              </a:r>
              <a:r>
                <a:rPr kumimoji="1" lang="ko-KR" altLang="en-US" sz="1000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을 통한</a:t>
              </a:r>
              <a:br>
                <a:rPr kumimoji="1" lang="en-US" altLang="ko-KR" sz="1000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</a:br>
              <a:r>
                <a:rPr kumimoji="1" lang="ko-KR" altLang="en-US" sz="1000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개선 방향 수립</a:t>
              </a:r>
            </a:p>
          </p:txBody>
        </p:sp>
        <p:sp>
          <p:nvSpPr>
            <p:cNvPr id="200" name="모서리가 둥근 직사각형 199"/>
            <p:cNvSpPr/>
            <p:nvPr/>
          </p:nvSpPr>
          <p:spPr>
            <a:xfrm>
              <a:off x="3465952" y="7653348"/>
              <a:ext cx="1438737" cy="432000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85000"/>
              </a:schemeClr>
            </a:solidFill>
            <a:ln w="3175" cap="flat" cmpd="sng" algn="ctr">
              <a:noFill/>
              <a:prstDash val="solid"/>
            </a:ln>
            <a:effectLst/>
          </p:spPr>
          <p:txBody>
            <a:bodyPr tIns="36000" bIns="36000" rtlCol="0" anchor="ctr"/>
            <a:lstStyle/>
            <a:p>
              <a:pPr algn="ctr" defTabSz="914400" fontAlgn="base" latinLnBrk="1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1000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사용자 분석</a:t>
              </a:r>
              <a:r>
                <a:rPr kumimoji="1" lang="ko-KR" altLang="en-US" sz="1000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을 통한</a:t>
              </a:r>
              <a:br>
                <a:rPr kumimoji="1" lang="en-US" altLang="ko-KR" sz="1000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</a:br>
              <a:r>
                <a:rPr kumimoji="1" lang="ko-KR" altLang="en-US" sz="1000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서비스 제공방안 수립</a:t>
              </a:r>
            </a:p>
          </p:txBody>
        </p:sp>
        <p:sp>
          <p:nvSpPr>
            <p:cNvPr id="201" name="모서리가 둥근 직사각형 200"/>
            <p:cNvSpPr/>
            <p:nvPr/>
          </p:nvSpPr>
          <p:spPr>
            <a:xfrm>
              <a:off x="4978595" y="7653348"/>
              <a:ext cx="1438737" cy="432000"/>
            </a:xfrm>
            <a:prstGeom prst="roundRect">
              <a:avLst>
                <a:gd name="adj" fmla="val 0"/>
              </a:avLst>
            </a:prstGeom>
            <a:solidFill>
              <a:srgbClr val="D6DCE5"/>
            </a:solidFill>
            <a:ln w="3175" cap="flat" cmpd="sng" algn="ctr">
              <a:noFill/>
              <a:prstDash val="solid"/>
            </a:ln>
            <a:effectLst/>
          </p:spPr>
          <p:txBody>
            <a:bodyPr tIns="36000" bIns="36000" rtlCol="0" anchor="ctr"/>
            <a:lstStyle/>
            <a:p>
              <a:pPr algn="ctr" defTabSz="914400" fontAlgn="base" latinLnBrk="1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1000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</a:rPr>
                <a:t>우수사이트 </a:t>
              </a:r>
              <a:r>
                <a:rPr kumimoji="1" lang="ko-KR" altLang="en-US" sz="1000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벤치마킹</a:t>
              </a:r>
              <a:r>
                <a:rPr kumimoji="1" lang="ko-KR" altLang="en-US" sz="1000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</a:rPr>
                <a:t>을</a:t>
              </a:r>
              <a:endParaRPr kumimoji="1" lang="en-US" altLang="ko-KR" sz="1000" ker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</a:endParaRPr>
            </a:p>
            <a:p>
              <a:pPr algn="ctr" defTabSz="914400" fontAlgn="base" latinLnBrk="1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1000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</a:rPr>
                <a:t>통한 개선 방향 수립</a:t>
              </a:r>
            </a:p>
          </p:txBody>
        </p:sp>
        <p:grpSp>
          <p:nvGrpSpPr>
            <p:cNvPr id="136" name="그룹 135"/>
            <p:cNvGrpSpPr/>
            <p:nvPr/>
          </p:nvGrpSpPr>
          <p:grpSpPr>
            <a:xfrm>
              <a:off x="1160037" y="7262697"/>
              <a:ext cx="4537928" cy="390652"/>
              <a:chOff x="1160037" y="7978349"/>
              <a:chExt cx="4537928" cy="390652"/>
            </a:xfrm>
          </p:grpSpPr>
          <p:sp>
            <p:nvSpPr>
              <p:cNvPr id="140" name="직사각형 139"/>
              <p:cNvSpPr/>
              <p:nvPr/>
            </p:nvSpPr>
            <p:spPr>
              <a:xfrm>
                <a:off x="1953310" y="7978349"/>
                <a:ext cx="2951379" cy="288000"/>
              </a:xfrm>
              <a:prstGeom prst="rect">
                <a:avLst/>
              </a:prstGeom>
              <a:solidFill>
                <a:srgbClr val="778AA5"/>
              </a:soli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lnSpc>
                    <a:spcPct val="120000"/>
                  </a:lnSpc>
                </a:pPr>
                <a:r>
                  <a:rPr lang="ko-KR" altLang="en-US" sz="1000">
                    <a:solidFill>
                      <a:prstClr val="white"/>
                    </a:solidFill>
                    <a:latin typeface="+mj-ea"/>
                    <a:ea typeface="+mj-ea"/>
                  </a:rPr>
                  <a:t>다양한 분석을 통한 구축 방향에 대한 시사점 도출</a:t>
                </a:r>
              </a:p>
            </p:txBody>
          </p:sp>
          <p:cxnSp>
            <p:nvCxnSpPr>
              <p:cNvPr id="141" name="꺾인 연결선 140"/>
              <p:cNvCxnSpPr>
                <a:stCxn id="198" idx="0"/>
                <a:endCxn id="140" idx="1"/>
              </p:cNvCxnSpPr>
              <p:nvPr/>
            </p:nvCxnSpPr>
            <p:spPr>
              <a:xfrm rot="5400000" flipH="1" flipV="1">
                <a:off x="1433348" y="7849039"/>
                <a:ext cx="246651" cy="793273"/>
              </a:xfrm>
              <a:prstGeom prst="bentConnector2">
                <a:avLst/>
              </a:prstGeom>
              <a:ln w="12700">
                <a:solidFill>
                  <a:srgbClr val="778AA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2" name="꺾인 연결선 141"/>
              <p:cNvCxnSpPr>
                <a:stCxn id="201" idx="0"/>
                <a:endCxn id="140" idx="3"/>
              </p:cNvCxnSpPr>
              <p:nvPr/>
            </p:nvCxnSpPr>
            <p:spPr>
              <a:xfrm rot="16200000" flipV="1">
                <a:off x="5178002" y="7849037"/>
                <a:ext cx="246651" cy="793275"/>
              </a:xfrm>
              <a:prstGeom prst="bentConnector2">
                <a:avLst/>
              </a:prstGeom>
              <a:ln w="12700">
                <a:solidFill>
                  <a:srgbClr val="778AA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21" name="그룹 120">
            <a:extLst>
              <a:ext uri="{FF2B5EF4-FFF2-40B4-BE49-F238E27FC236}">
                <a16:creationId xmlns:a16="http://schemas.microsoft.com/office/drawing/2014/main" id="{B9B27DE9-6A1E-4B15-866C-95B21B5159BD}"/>
              </a:ext>
            </a:extLst>
          </p:cNvPr>
          <p:cNvGrpSpPr/>
          <p:nvPr/>
        </p:nvGrpSpPr>
        <p:grpSpPr>
          <a:xfrm>
            <a:off x="440668" y="1064568"/>
            <a:ext cx="66431" cy="180000"/>
            <a:chOff x="447632" y="1870808"/>
            <a:chExt cx="66431" cy="247087"/>
          </a:xfrm>
        </p:grpSpPr>
        <p:sp>
          <p:nvSpPr>
            <p:cNvPr id="122" name="직사각형 121">
              <a:extLst>
                <a:ext uri="{FF2B5EF4-FFF2-40B4-BE49-F238E27FC236}">
                  <a16:creationId xmlns:a16="http://schemas.microsoft.com/office/drawing/2014/main" id="{95B6C247-0406-4AF2-B39A-8E3BE3BD9BE3}"/>
                </a:ext>
              </a:extLst>
            </p:cNvPr>
            <p:cNvSpPr/>
            <p:nvPr/>
          </p:nvSpPr>
          <p:spPr>
            <a:xfrm>
              <a:off x="447632" y="1990162"/>
              <a:ext cx="66431" cy="12773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/>
            </a:bodyPr>
            <a:lstStyle/>
            <a:p>
              <a:pPr algn="ctr"/>
              <a:endParaRPr lang="ko-KR" altLang="en-US">
                <a:ln>
                  <a:solidFill>
                    <a:srgbClr val="02A1B2">
                      <a:alpha val="0"/>
                    </a:srgbClr>
                  </a:solidFill>
                </a:ln>
              </a:endParaRPr>
            </a:p>
          </p:txBody>
        </p:sp>
        <p:sp>
          <p:nvSpPr>
            <p:cNvPr id="123" name="직사각형 122">
              <a:extLst>
                <a:ext uri="{FF2B5EF4-FFF2-40B4-BE49-F238E27FC236}">
                  <a16:creationId xmlns:a16="http://schemas.microsoft.com/office/drawing/2014/main" id="{04AA63BC-2F24-40EF-B2BF-C744DC0E0541}"/>
                </a:ext>
              </a:extLst>
            </p:cNvPr>
            <p:cNvSpPr/>
            <p:nvPr/>
          </p:nvSpPr>
          <p:spPr>
            <a:xfrm>
              <a:off x="447632" y="1870808"/>
              <a:ext cx="66431" cy="127733"/>
            </a:xfrm>
            <a:prstGeom prst="rect">
              <a:avLst/>
            </a:prstGeom>
            <a:solidFill>
              <a:srgbClr val="B71B6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/>
            </a:bodyPr>
            <a:lstStyle/>
            <a:p>
              <a:pPr algn="ctr"/>
              <a:endParaRPr lang="ko-KR" altLang="en-US">
                <a:ln>
                  <a:solidFill>
                    <a:srgbClr val="02A1B2">
                      <a:alpha val="0"/>
                    </a:srgbClr>
                  </a:solidFill>
                </a:ln>
              </a:endParaRPr>
            </a:p>
          </p:txBody>
        </p:sp>
      </p:grpSp>
      <p:sp>
        <p:nvSpPr>
          <p:cNvPr id="124" name="직사각형 123">
            <a:extLst>
              <a:ext uri="{FF2B5EF4-FFF2-40B4-BE49-F238E27FC236}">
                <a16:creationId xmlns:a16="http://schemas.microsoft.com/office/drawing/2014/main" id="{48472F7D-6E8B-44D2-970F-B8E31A88EA21}"/>
              </a:ext>
            </a:extLst>
          </p:cNvPr>
          <p:cNvSpPr/>
          <p:nvPr/>
        </p:nvSpPr>
        <p:spPr>
          <a:xfrm>
            <a:off x="5206867" y="1065770"/>
            <a:ext cx="1209800" cy="17763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36000" rIns="72000" bIns="18000" rtlCol="0" anchor="ctr">
            <a:spAutoFit/>
          </a:bodyPr>
          <a:lstStyle/>
          <a:p>
            <a:pPr algn="r"/>
            <a:r>
              <a: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요구사항 번호</a:t>
            </a:r>
            <a:r>
              <a:rPr lang="en-US" altLang="ko-KR" sz="8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: </a:t>
            </a:r>
            <a:r>
              <a:rPr lang="en-US" altLang="ko-KR" sz="800">
                <a:solidFill>
                  <a:srgbClr val="0070C0"/>
                </a:solidFill>
                <a:latin typeface="+mj-ea"/>
                <a:ea typeface="+mj-ea"/>
              </a:rPr>
              <a:t>ABC-001</a:t>
            </a:r>
            <a:endParaRPr lang="ko-KR" altLang="en-US" sz="800" dirty="0">
              <a:solidFill>
                <a:srgbClr val="0070C0"/>
              </a:solidFill>
              <a:latin typeface="+mj-ea"/>
              <a:ea typeface="+mj-ea"/>
            </a:endParaRPr>
          </a:p>
        </p:txBody>
      </p:sp>
      <p:sp>
        <p:nvSpPr>
          <p:cNvPr id="125" name="AutoShape 165">
            <a:extLst>
              <a:ext uri="{FF2B5EF4-FFF2-40B4-BE49-F238E27FC236}">
                <a16:creationId xmlns:a16="http://schemas.microsoft.com/office/drawing/2014/main" id="{EA5A98A4-02AE-4613-8343-B5E6F5801B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668" y="1568624"/>
            <a:ext cx="5976000" cy="647237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3175" algn="ctr">
            <a:solidFill>
              <a:schemeClr val="bg1">
                <a:lumMod val="95000"/>
              </a:schemeClr>
            </a:solidFill>
            <a:round/>
            <a:headEnd/>
            <a:tailEnd/>
          </a:ln>
          <a:effectLst/>
        </p:spPr>
        <p:txBody>
          <a:bodyPr wrap="square" lIns="144000" tIns="36000" rIns="72000" bIns="36000" anchor="ctr"/>
          <a:lstStyle/>
          <a:p>
            <a:pPr marL="85725" lvl="0" indent="-85725" defTabSz="914400" fontAlgn="ctr">
              <a:lnSpc>
                <a:spcPct val="110000"/>
              </a:lnSpc>
              <a:spcAft>
                <a:spcPts val="300"/>
              </a:spcAft>
              <a:buFont typeface="Arial" pitchFamily="34" charset="0"/>
              <a:buChar char="•"/>
              <a:defRPr/>
            </a:pPr>
            <a:r>
              <a:rPr kumimoji="1" lang="ko-KR" altLang="en-US" sz="1000" kern="0">
                <a:solidFill>
                  <a:prstClr val="black">
                    <a:lumMod val="75000"/>
                    <a:lumOff val="25000"/>
                  </a:prstClr>
                </a:solidFill>
              </a:rPr>
              <a:t>기관</a:t>
            </a:r>
            <a:r>
              <a:rPr kumimoji="1" lang="en-US" altLang="ko-KR" sz="1000" kern="0">
                <a:solidFill>
                  <a:prstClr val="black">
                    <a:lumMod val="75000"/>
                    <a:lumOff val="25000"/>
                  </a:prstClr>
                </a:solidFill>
              </a:rPr>
              <a:t>/</a:t>
            </a:r>
            <a:r>
              <a:rPr kumimoji="1" lang="ko-KR" altLang="en-US" sz="1000" kern="0">
                <a:solidFill>
                  <a:prstClr val="black">
                    <a:lumMod val="75000"/>
                    <a:lumOff val="25000"/>
                  </a:prstClr>
                </a:solidFill>
              </a:rPr>
              <a:t>서비스의 컨셉트를 확보하고 웹사이트 디자인에 </a:t>
            </a:r>
            <a:r>
              <a:rPr kumimoji="1" lang="ko-KR" altLang="en-US" sz="1000" kern="0">
                <a:solidFill>
                  <a:prstClr val="black">
                    <a:lumMod val="75000"/>
                    <a:lumOff val="25000"/>
                  </a:prstClr>
                </a:solidFill>
                <a:latin typeface="+mj-ea"/>
                <a:ea typeface="+mj-ea"/>
              </a:rPr>
              <a:t>전반적으로 통일감 있게 반영</a:t>
            </a:r>
          </a:p>
          <a:p>
            <a:pPr marL="85725" lvl="0" indent="-85725" defTabSz="914400" fontAlgn="ctr">
              <a:lnSpc>
                <a:spcPct val="110000"/>
              </a:lnSpc>
              <a:spcAft>
                <a:spcPts val="300"/>
              </a:spcAft>
              <a:buFont typeface="Arial" pitchFamily="34" charset="0"/>
              <a:buChar char="•"/>
              <a:defRPr/>
            </a:pPr>
            <a:r>
              <a:rPr kumimoji="1" lang="ko-KR" altLang="en-US" sz="1000" kern="0">
                <a:solidFill>
                  <a:prstClr val="black">
                    <a:lumMod val="75000"/>
                    <a:lumOff val="25000"/>
                  </a:prstClr>
                </a:solidFill>
              </a:rPr>
              <a:t>사용자 특성 및 업무 중심으로 </a:t>
            </a:r>
            <a:r>
              <a:rPr kumimoji="1" lang="ko-KR" altLang="en-US" sz="1000" kern="0">
                <a:solidFill>
                  <a:prstClr val="black">
                    <a:lumMod val="75000"/>
                    <a:lumOff val="25000"/>
                  </a:prstClr>
                </a:solidFill>
                <a:latin typeface="+mj-ea"/>
                <a:ea typeface="+mj-ea"/>
              </a:rPr>
              <a:t>메뉴체계</a:t>
            </a:r>
            <a:r>
              <a:rPr kumimoji="1" lang="en-US" altLang="ko-KR" sz="1000" kern="0">
                <a:solidFill>
                  <a:prstClr val="black">
                    <a:lumMod val="75000"/>
                    <a:lumOff val="25000"/>
                  </a:prstClr>
                </a:solidFill>
                <a:latin typeface="+mj-ea"/>
                <a:ea typeface="+mj-ea"/>
              </a:rPr>
              <a:t>(IA) </a:t>
            </a:r>
            <a:r>
              <a:rPr kumimoji="1" lang="ko-KR" altLang="en-US" sz="1000" kern="0">
                <a:solidFill>
                  <a:prstClr val="black">
                    <a:lumMod val="75000"/>
                    <a:lumOff val="25000"/>
                  </a:prstClr>
                </a:solidFill>
                <a:latin typeface="+mj-ea"/>
                <a:ea typeface="+mj-ea"/>
              </a:rPr>
              <a:t>및 홈페이지 디자인 개선</a:t>
            </a:r>
            <a:r>
              <a:rPr kumimoji="1" lang="en-US" altLang="ko-KR" sz="1000" kern="0">
                <a:solidFill>
                  <a:prstClr val="black">
                    <a:lumMod val="75000"/>
                    <a:lumOff val="25000"/>
                  </a:prstClr>
                </a:solidFill>
                <a:latin typeface="+mj-ea"/>
                <a:ea typeface="+mj-ea"/>
              </a:rPr>
              <a:t>, </a:t>
            </a:r>
            <a:r>
              <a:rPr kumimoji="1" lang="ko-KR" altLang="en-US" sz="1000" kern="0">
                <a:solidFill>
                  <a:prstClr val="black">
                    <a:lumMod val="75000"/>
                    <a:lumOff val="25000"/>
                  </a:prstClr>
                </a:solidFill>
                <a:latin typeface="+mj-ea"/>
                <a:ea typeface="+mj-ea"/>
              </a:rPr>
              <a:t>반응형 홈페이지 기술 적용</a:t>
            </a:r>
          </a:p>
        </p:txBody>
      </p:sp>
      <p:grpSp>
        <p:nvGrpSpPr>
          <p:cNvPr id="126" name="그룹 125">
            <a:extLst>
              <a:ext uri="{FF2B5EF4-FFF2-40B4-BE49-F238E27FC236}">
                <a16:creationId xmlns:a16="http://schemas.microsoft.com/office/drawing/2014/main" id="{5EB09B59-9E33-41AD-ABA7-277633D6BA1D}"/>
              </a:ext>
            </a:extLst>
          </p:cNvPr>
          <p:cNvGrpSpPr/>
          <p:nvPr/>
        </p:nvGrpSpPr>
        <p:grpSpPr>
          <a:xfrm>
            <a:off x="440668" y="2504728"/>
            <a:ext cx="5976000" cy="184666"/>
            <a:chOff x="4503039" y="5804479"/>
            <a:chExt cx="5976000" cy="184666"/>
          </a:xfrm>
        </p:grpSpPr>
        <p:cxnSp>
          <p:nvCxnSpPr>
            <p:cNvPr id="127" name="직선 연결선 126">
              <a:extLst>
                <a:ext uri="{FF2B5EF4-FFF2-40B4-BE49-F238E27FC236}">
                  <a16:creationId xmlns:a16="http://schemas.microsoft.com/office/drawing/2014/main" id="{1D2EB7E4-B1F0-4D90-B7AF-EBF6C74EE0F4}"/>
                </a:ext>
              </a:extLst>
            </p:cNvPr>
            <p:cNvCxnSpPr>
              <a:cxnSpLocks/>
            </p:cNvCxnSpPr>
            <p:nvPr/>
          </p:nvCxnSpPr>
          <p:spPr>
            <a:xfrm>
              <a:off x="4503039" y="5948495"/>
              <a:ext cx="5976000" cy="0"/>
            </a:xfrm>
            <a:prstGeom prst="line">
              <a:avLst/>
            </a:prstGeom>
            <a:ln w="12700" cap="flat">
              <a:solidFill>
                <a:srgbClr val="BAC0CE"/>
              </a:solidFill>
              <a:miter lim="800000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5F3E86E5-6FFF-4365-A7C9-DD63EDC6BF52}"/>
                </a:ext>
              </a:extLst>
            </p:cNvPr>
            <p:cNvSpPr txBox="1"/>
            <p:nvPr/>
          </p:nvSpPr>
          <p:spPr>
            <a:xfrm flipH="1">
              <a:off x="4503039" y="5804479"/>
              <a:ext cx="1006736" cy="18466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</p:spPr>
          <p:txBody>
            <a:bodyPr wrap="none" lIns="0" tIns="0" rIns="108000" bIns="0" rtlCol="0" anchor="b">
              <a:spAutoFit/>
            </a:bodyPr>
            <a:lstStyle/>
            <a:p>
              <a:pPr lvl="0" defTabSz="478031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ko-KR" altLang="en-US" sz="120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구축 방향 도출</a:t>
              </a:r>
            </a:p>
          </p:txBody>
        </p:sp>
      </p:grpSp>
      <p:grpSp>
        <p:nvGrpSpPr>
          <p:cNvPr id="262" name="그룹 261">
            <a:extLst>
              <a:ext uri="{FF2B5EF4-FFF2-40B4-BE49-F238E27FC236}">
                <a16:creationId xmlns:a16="http://schemas.microsoft.com/office/drawing/2014/main" id="{9D426EC9-3D96-4516-8FBB-96DDFEA1A990}"/>
              </a:ext>
            </a:extLst>
          </p:cNvPr>
          <p:cNvGrpSpPr/>
          <p:nvPr/>
        </p:nvGrpSpPr>
        <p:grpSpPr>
          <a:xfrm>
            <a:off x="1376792" y="2936776"/>
            <a:ext cx="4104416" cy="792088"/>
            <a:chOff x="1376792" y="2098607"/>
            <a:chExt cx="4104416" cy="792088"/>
          </a:xfrm>
        </p:grpSpPr>
        <p:sp>
          <p:nvSpPr>
            <p:cNvPr id="263" name="Rectangle 423">
              <a:extLst>
                <a:ext uri="{FF2B5EF4-FFF2-40B4-BE49-F238E27FC236}">
                  <a16:creationId xmlns:a16="http://schemas.microsoft.com/office/drawing/2014/main" id="{960E5009-6128-42BB-BF25-EB3743BC8A8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768288" y="2098607"/>
              <a:ext cx="3321423" cy="6309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>
              <a:lvl1pPr algn="ctr">
                <a:buSzPct val="80000"/>
                <a:defRPr kumimoji="1" sz="1000">
                  <a:solidFill>
                    <a:schemeClr val="bg1"/>
                  </a:solidFill>
                  <a:latin typeface="산돌고딕 L" pitchFamily="18" charset="-127"/>
                  <a:ea typeface="산돌고딕 L" pitchFamily="18" charset="-127"/>
                </a:defRPr>
              </a:lvl1pPr>
              <a:lvl2pPr marL="742950" indent="-285750" algn="ctr">
                <a:buSzPct val="80000"/>
                <a:defRPr kumimoji="1" sz="1000">
                  <a:solidFill>
                    <a:schemeClr val="bg1"/>
                  </a:solidFill>
                  <a:latin typeface="산돌고딕 L" pitchFamily="18" charset="-127"/>
                  <a:ea typeface="산돌고딕 L" pitchFamily="18" charset="-127"/>
                </a:defRPr>
              </a:lvl2pPr>
              <a:lvl3pPr marL="1143000" indent="-228600" algn="ctr">
                <a:buSzPct val="80000"/>
                <a:defRPr kumimoji="1" sz="1000">
                  <a:solidFill>
                    <a:schemeClr val="bg1"/>
                  </a:solidFill>
                  <a:latin typeface="산돌고딕 L" pitchFamily="18" charset="-127"/>
                  <a:ea typeface="산돌고딕 L" pitchFamily="18" charset="-127"/>
                </a:defRPr>
              </a:lvl3pPr>
              <a:lvl4pPr marL="1600200" indent="-228600" algn="ctr">
                <a:buSzPct val="80000"/>
                <a:defRPr kumimoji="1" sz="1000">
                  <a:solidFill>
                    <a:schemeClr val="bg1"/>
                  </a:solidFill>
                  <a:latin typeface="산돌고딕 L" pitchFamily="18" charset="-127"/>
                  <a:ea typeface="산돌고딕 L" pitchFamily="18" charset="-127"/>
                </a:defRPr>
              </a:lvl4pPr>
              <a:lvl5pPr marL="2057400" indent="-228600" algn="ctr">
                <a:buSzPct val="80000"/>
                <a:defRPr kumimoji="1" sz="1000">
                  <a:solidFill>
                    <a:schemeClr val="bg1"/>
                  </a:solidFill>
                  <a:latin typeface="산돌고딕 L" pitchFamily="18" charset="-127"/>
                  <a:ea typeface="산돌고딕 L" pitchFamily="18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SzPct val="80000"/>
                <a:defRPr kumimoji="1" sz="1000">
                  <a:solidFill>
                    <a:schemeClr val="bg1"/>
                  </a:solidFill>
                  <a:latin typeface="산돌고딕 L" pitchFamily="18" charset="-127"/>
                  <a:ea typeface="산돌고딕 L" pitchFamily="18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SzPct val="80000"/>
                <a:defRPr kumimoji="1" sz="1000">
                  <a:solidFill>
                    <a:schemeClr val="bg1"/>
                  </a:solidFill>
                  <a:latin typeface="산돌고딕 L" pitchFamily="18" charset="-127"/>
                  <a:ea typeface="산돌고딕 L" pitchFamily="18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SzPct val="80000"/>
                <a:defRPr kumimoji="1" sz="1000">
                  <a:solidFill>
                    <a:schemeClr val="bg1"/>
                  </a:solidFill>
                  <a:latin typeface="산돌고딕 L" pitchFamily="18" charset="-127"/>
                  <a:ea typeface="산돌고딕 L" pitchFamily="18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SzPct val="80000"/>
                <a:defRPr kumimoji="1" sz="1000">
                  <a:solidFill>
                    <a:schemeClr val="bg1"/>
                  </a:solidFill>
                  <a:latin typeface="산돌고딕 L" pitchFamily="18" charset="-127"/>
                  <a:ea typeface="산돌고딕 L" pitchFamily="18" charset="-127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ts val="600"/>
                </a:spcAft>
                <a:buSzTx/>
                <a:defRPr/>
              </a:pPr>
              <a:r>
                <a:rPr lang="ko-KR" altLang="en-US" sz="160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</a:rPr>
                <a:t>도출된 구축 방향을 통한 시스템 구축</a:t>
              </a:r>
            </a:p>
            <a:p>
              <a:pPr fontAlgn="base">
                <a:spcBef>
                  <a:spcPct val="0"/>
                </a:spcBef>
                <a:spcAft>
                  <a:spcPts val="600"/>
                </a:spcAft>
                <a:buSzTx/>
                <a:defRPr/>
              </a:pPr>
              <a:r>
                <a:rPr lang="ko-KR" altLang="en-US" sz="200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rgbClr val="FB6225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</a:rPr>
                <a:t>사용자를 위한 최상의 서비스 제공</a:t>
              </a:r>
            </a:p>
          </p:txBody>
        </p:sp>
        <p:sp>
          <p:nvSpPr>
            <p:cNvPr id="264" name="Freeform 34">
              <a:extLst>
                <a:ext uri="{FF2B5EF4-FFF2-40B4-BE49-F238E27FC236}">
                  <a16:creationId xmlns:a16="http://schemas.microsoft.com/office/drawing/2014/main" id="{78DDBC28-2C08-43F8-B8BB-E5B96563E6E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376792" y="2099434"/>
              <a:ext cx="180000" cy="144000"/>
            </a:xfrm>
            <a:custGeom>
              <a:avLst/>
              <a:gdLst>
                <a:gd name="T0" fmla="*/ 43 w 141"/>
                <a:gd name="T1" fmla="*/ 0 h 124"/>
                <a:gd name="T2" fmla="*/ 11 w 141"/>
                <a:gd name="T3" fmla="*/ 26 h 124"/>
                <a:gd name="T4" fmla="*/ 0 w 141"/>
                <a:gd name="T5" fmla="*/ 81 h 124"/>
                <a:gd name="T6" fmla="*/ 0 w 141"/>
                <a:gd name="T7" fmla="*/ 124 h 124"/>
                <a:gd name="T8" fmla="*/ 59 w 141"/>
                <a:gd name="T9" fmla="*/ 124 h 124"/>
                <a:gd name="T10" fmla="*/ 59 w 141"/>
                <a:gd name="T11" fmla="*/ 66 h 124"/>
                <a:gd name="T12" fmla="*/ 28 w 141"/>
                <a:gd name="T13" fmla="*/ 66 h 124"/>
                <a:gd name="T14" fmla="*/ 36 w 141"/>
                <a:gd name="T15" fmla="*/ 35 h 124"/>
                <a:gd name="T16" fmla="*/ 59 w 141"/>
                <a:gd name="T17" fmla="*/ 20 h 124"/>
                <a:gd name="T18" fmla="*/ 43 w 141"/>
                <a:gd name="T19" fmla="*/ 0 h 124"/>
                <a:gd name="T20" fmla="*/ 125 w 141"/>
                <a:gd name="T21" fmla="*/ 0 h 124"/>
                <a:gd name="T22" fmla="*/ 94 w 141"/>
                <a:gd name="T23" fmla="*/ 26 h 124"/>
                <a:gd name="T24" fmla="*/ 83 w 141"/>
                <a:gd name="T25" fmla="*/ 81 h 124"/>
                <a:gd name="T26" fmla="*/ 83 w 141"/>
                <a:gd name="T27" fmla="*/ 124 h 124"/>
                <a:gd name="T28" fmla="*/ 141 w 141"/>
                <a:gd name="T29" fmla="*/ 124 h 124"/>
                <a:gd name="T30" fmla="*/ 141 w 141"/>
                <a:gd name="T31" fmla="*/ 66 h 124"/>
                <a:gd name="T32" fmla="*/ 111 w 141"/>
                <a:gd name="T33" fmla="*/ 66 h 124"/>
                <a:gd name="T34" fmla="*/ 119 w 141"/>
                <a:gd name="T35" fmla="*/ 36 h 124"/>
                <a:gd name="T36" fmla="*/ 141 w 141"/>
                <a:gd name="T37" fmla="*/ 20 h 124"/>
                <a:gd name="T38" fmla="*/ 125 w 141"/>
                <a:gd name="T39" fmla="*/ 0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1" h="124">
                  <a:moveTo>
                    <a:pt x="43" y="0"/>
                  </a:moveTo>
                  <a:cubicBezTo>
                    <a:pt x="33" y="3"/>
                    <a:pt x="20" y="12"/>
                    <a:pt x="11" y="26"/>
                  </a:cubicBezTo>
                  <a:cubicBezTo>
                    <a:pt x="2" y="40"/>
                    <a:pt x="0" y="58"/>
                    <a:pt x="0" y="81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9" y="124"/>
                    <a:pt x="59" y="124"/>
                    <a:pt x="59" y="124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28" y="66"/>
                    <a:pt x="28" y="66"/>
                    <a:pt x="28" y="66"/>
                  </a:cubicBezTo>
                  <a:cubicBezTo>
                    <a:pt x="28" y="58"/>
                    <a:pt x="28" y="44"/>
                    <a:pt x="36" y="35"/>
                  </a:cubicBezTo>
                  <a:cubicBezTo>
                    <a:pt x="43" y="28"/>
                    <a:pt x="52" y="22"/>
                    <a:pt x="59" y="20"/>
                  </a:cubicBezTo>
                  <a:cubicBezTo>
                    <a:pt x="43" y="0"/>
                    <a:pt x="43" y="0"/>
                    <a:pt x="43" y="0"/>
                  </a:cubicBezTo>
                  <a:moveTo>
                    <a:pt x="125" y="0"/>
                  </a:moveTo>
                  <a:cubicBezTo>
                    <a:pt x="116" y="3"/>
                    <a:pt x="103" y="12"/>
                    <a:pt x="94" y="26"/>
                  </a:cubicBezTo>
                  <a:cubicBezTo>
                    <a:pt x="84" y="40"/>
                    <a:pt x="83" y="58"/>
                    <a:pt x="83" y="81"/>
                  </a:cubicBezTo>
                  <a:cubicBezTo>
                    <a:pt x="83" y="124"/>
                    <a:pt x="83" y="124"/>
                    <a:pt x="83" y="124"/>
                  </a:cubicBezTo>
                  <a:cubicBezTo>
                    <a:pt x="141" y="124"/>
                    <a:pt x="141" y="124"/>
                    <a:pt x="141" y="124"/>
                  </a:cubicBezTo>
                  <a:cubicBezTo>
                    <a:pt x="141" y="66"/>
                    <a:pt x="141" y="66"/>
                    <a:pt x="141" y="66"/>
                  </a:cubicBezTo>
                  <a:cubicBezTo>
                    <a:pt x="111" y="66"/>
                    <a:pt x="111" y="66"/>
                    <a:pt x="111" y="66"/>
                  </a:cubicBezTo>
                  <a:cubicBezTo>
                    <a:pt x="111" y="58"/>
                    <a:pt x="111" y="45"/>
                    <a:pt x="119" y="36"/>
                  </a:cubicBezTo>
                  <a:cubicBezTo>
                    <a:pt x="126" y="28"/>
                    <a:pt x="134" y="22"/>
                    <a:pt x="141" y="20"/>
                  </a:cubicBezTo>
                  <a:cubicBezTo>
                    <a:pt x="125" y="0"/>
                    <a:pt x="125" y="0"/>
                    <a:pt x="125" y="0"/>
                  </a:cubicBezTo>
                </a:path>
              </a:pathLst>
            </a:cu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txBody>
            <a:bodyPr/>
            <a:lstStyle/>
            <a:p>
              <a:pPr>
                <a:defRPr/>
              </a:pPr>
              <a:endParaRPr lang="ko-KR" altLang="en-US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1F497D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</a:endParaRPr>
            </a:p>
          </p:txBody>
        </p:sp>
        <p:sp>
          <p:nvSpPr>
            <p:cNvPr id="265" name="Freeform 34">
              <a:extLst>
                <a:ext uri="{FF2B5EF4-FFF2-40B4-BE49-F238E27FC236}">
                  <a16:creationId xmlns:a16="http://schemas.microsoft.com/office/drawing/2014/main" id="{71830976-B26F-4D8D-86F0-FF533C74AA9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 rot="10800000">
              <a:off x="5301208" y="2099434"/>
              <a:ext cx="180000" cy="144000"/>
            </a:xfrm>
            <a:custGeom>
              <a:avLst/>
              <a:gdLst>
                <a:gd name="T0" fmla="*/ 43 w 141"/>
                <a:gd name="T1" fmla="*/ 0 h 124"/>
                <a:gd name="T2" fmla="*/ 11 w 141"/>
                <a:gd name="T3" fmla="*/ 26 h 124"/>
                <a:gd name="T4" fmla="*/ 0 w 141"/>
                <a:gd name="T5" fmla="*/ 81 h 124"/>
                <a:gd name="T6" fmla="*/ 0 w 141"/>
                <a:gd name="T7" fmla="*/ 124 h 124"/>
                <a:gd name="T8" fmla="*/ 59 w 141"/>
                <a:gd name="T9" fmla="*/ 124 h 124"/>
                <a:gd name="T10" fmla="*/ 59 w 141"/>
                <a:gd name="T11" fmla="*/ 66 h 124"/>
                <a:gd name="T12" fmla="*/ 28 w 141"/>
                <a:gd name="T13" fmla="*/ 66 h 124"/>
                <a:gd name="T14" fmla="*/ 36 w 141"/>
                <a:gd name="T15" fmla="*/ 35 h 124"/>
                <a:gd name="T16" fmla="*/ 59 w 141"/>
                <a:gd name="T17" fmla="*/ 20 h 124"/>
                <a:gd name="T18" fmla="*/ 43 w 141"/>
                <a:gd name="T19" fmla="*/ 0 h 124"/>
                <a:gd name="T20" fmla="*/ 125 w 141"/>
                <a:gd name="T21" fmla="*/ 0 h 124"/>
                <a:gd name="T22" fmla="*/ 94 w 141"/>
                <a:gd name="T23" fmla="*/ 26 h 124"/>
                <a:gd name="T24" fmla="*/ 83 w 141"/>
                <a:gd name="T25" fmla="*/ 81 h 124"/>
                <a:gd name="T26" fmla="*/ 83 w 141"/>
                <a:gd name="T27" fmla="*/ 124 h 124"/>
                <a:gd name="T28" fmla="*/ 141 w 141"/>
                <a:gd name="T29" fmla="*/ 124 h 124"/>
                <a:gd name="T30" fmla="*/ 141 w 141"/>
                <a:gd name="T31" fmla="*/ 66 h 124"/>
                <a:gd name="T32" fmla="*/ 111 w 141"/>
                <a:gd name="T33" fmla="*/ 66 h 124"/>
                <a:gd name="T34" fmla="*/ 119 w 141"/>
                <a:gd name="T35" fmla="*/ 36 h 124"/>
                <a:gd name="T36" fmla="*/ 141 w 141"/>
                <a:gd name="T37" fmla="*/ 20 h 124"/>
                <a:gd name="T38" fmla="*/ 125 w 141"/>
                <a:gd name="T39" fmla="*/ 0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1" h="124">
                  <a:moveTo>
                    <a:pt x="43" y="0"/>
                  </a:moveTo>
                  <a:cubicBezTo>
                    <a:pt x="33" y="3"/>
                    <a:pt x="20" y="12"/>
                    <a:pt x="11" y="26"/>
                  </a:cubicBezTo>
                  <a:cubicBezTo>
                    <a:pt x="2" y="40"/>
                    <a:pt x="0" y="58"/>
                    <a:pt x="0" y="81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9" y="124"/>
                    <a:pt x="59" y="124"/>
                    <a:pt x="59" y="124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28" y="66"/>
                    <a:pt x="28" y="66"/>
                    <a:pt x="28" y="66"/>
                  </a:cubicBezTo>
                  <a:cubicBezTo>
                    <a:pt x="28" y="58"/>
                    <a:pt x="28" y="44"/>
                    <a:pt x="36" y="35"/>
                  </a:cubicBezTo>
                  <a:cubicBezTo>
                    <a:pt x="43" y="28"/>
                    <a:pt x="52" y="22"/>
                    <a:pt x="59" y="20"/>
                  </a:cubicBezTo>
                  <a:cubicBezTo>
                    <a:pt x="43" y="0"/>
                    <a:pt x="43" y="0"/>
                    <a:pt x="43" y="0"/>
                  </a:cubicBezTo>
                  <a:moveTo>
                    <a:pt x="125" y="0"/>
                  </a:moveTo>
                  <a:cubicBezTo>
                    <a:pt x="116" y="3"/>
                    <a:pt x="103" y="12"/>
                    <a:pt x="94" y="26"/>
                  </a:cubicBezTo>
                  <a:cubicBezTo>
                    <a:pt x="84" y="40"/>
                    <a:pt x="83" y="58"/>
                    <a:pt x="83" y="81"/>
                  </a:cubicBezTo>
                  <a:cubicBezTo>
                    <a:pt x="83" y="124"/>
                    <a:pt x="83" y="124"/>
                    <a:pt x="83" y="124"/>
                  </a:cubicBezTo>
                  <a:cubicBezTo>
                    <a:pt x="141" y="124"/>
                    <a:pt x="141" y="124"/>
                    <a:pt x="141" y="124"/>
                  </a:cubicBezTo>
                  <a:cubicBezTo>
                    <a:pt x="141" y="66"/>
                    <a:pt x="141" y="66"/>
                    <a:pt x="141" y="66"/>
                  </a:cubicBezTo>
                  <a:cubicBezTo>
                    <a:pt x="111" y="66"/>
                    <a:pt x="111" y="66"/>
                    <a:pt x="111" y="66"/>
                  </a:cubicBezTo>
                  <a:cubicBezTo>
                    <a:pt x="111" y="58"/>
                    <a:pt x="111" y="45"/>
                    <a:pt x="119" y="36"/>
                  </a:cubicBezTo>
                  <a:cubicBezTo>
                    <a:pt x="126" y="28"/>
                    <a:pt x="134" y="22"/>
                    <a:pt x="141" y="20"/>
                  </a:cubicBezTo>
                  <a:cubicBezTo>
                    <a:pt x="125" y="0"/>
                    <a:pt x="125" y="0"/>
                    <a:pt x="125" y="0"/>
                  </a:cubicBezTo>
                </a:path>
              </a:pathLst>
            </a:cu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txBody>
            <a:bodyPr/>
            <a:lstStyle/>
            <a:p>
              <a:pPr>
                <a:defRPr/>
              </a:pPr>
              <a:endParaRPr lang="ko-KR" altLang="en-US" sz="120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1F497D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</a:endParaRPr>
            </a:p>
          </p:txBody>
        </p:sp>
        <p:sp>
          <p:nvSpPr>
            <p:cNvPr id="266" name="사각형: 둥근 모서리 265">
              <a:extLst>
                <a:ext uri="{FF2B5EF4-FFF2-40B4-BE49-F238E27FC236}">
                  <a16:creationId xmlns:a16="http://schemas.microsoft.com/office/drawing/2014/main" id="{ECF7ED09-65F9-472E-B05C-41C2C1BDEC12}"/>
                </a:ext>
              </a:extLst>
            </p:cNvPr>
            <p:cNvSpPr/>
            <p:nvPr userDrawn="1"/>
          </p:nvSpPr>
          <p:spPr>
            <a:xfrm>
              <a:off x="1792637" y="2836695"/>
              <a:ext cx="3272727" cy="54000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3175">
              <a:noFill/>
            </a:ln>
            <a:effectLst>
              <a:outerShdw blurRad="101600" dist="38100" dir="5400000" algn="t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Pretendard" panose="02000503000000020004" pitchFamily="50" charset="-127"/>
                <a:ea typeface="Pretendard" panose="02000503000000020004" pitchFamily="50" charset="-127"/>
              </a:endParaRPr>
            </a:p>
          </p:txBody>
        </p:sp>
      </p:grpSp>
      <p:pic>
        <p:nvPicPr>
          <p:cNvPr id="291" name="Picture 5" descr="C:\Users\강세환\Desktop\새 폴더 (3)\ar4.png">
            <a:extLst>
              <a:ext uri="{FF2B5EF4-FFF2-40B4-BE49-F238E27FC236}">
                <a16:creationId xmlns:a16="http://schemas.microsoft.com/office/drawing/2014/main" id="{57E896A7-FB1D-4774-AB3E-76293DB72A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grayscl/>
          </a:blip>
          <a:stretch>
            <a:fillRect/>
          </a:stretch>
        </p:blipFill>
        <p:spPr bwMode="auto">
          <a:xfrm rot="10800000" flipV="1">
            <a:off x="3191186" y="6825208"/>
            <a:ext cx="475628" cy="3669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그림 294">
            <a:extLst>
              <a:ext uri="{FF2B5EF4-FFF2-40B4-BE49-F238E27FC236}">
                <a16:creationId xmlns:a16="http://schemas.microsoft.com/office/drawing/2014/main" id="{4544C085-B0BF-43E6-931A-42C4A9200C34}"/>
              </a:ext>
            </a:extLst>
          </p:cNvPr>
          <p:cNvPicPr preferRelativeResize="0">
            <a:picLocks/>
          </p:cNvPicPr>
          <p:nvPr/>
        </p:nvPicPr>
        <p:blipFill>
          <a:blip r:embed="rId4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842316" y="5330901"/>
            <a:ext cx="143409" cy="2916000"/>
          </a:xfrm>
          <a:prstGeom prst="rect">
            <a:avLst/>
          </a:prstGeom>
        </p:spPr>
      </p:pic>
      <p:grpSp>
        <p:nvGrpSpPr>
          <p:cNvPr id="13" name="그룹 12">
            <a:extLst>
              <a:ext uri="{FF2B5EF4-FFF2-40B4-BE49-F238E27FC236}">
                <a16:creationId xmlns:a16="http://schemas.microsoft.com/office/drawing/2014/main" id="{198838C0-3605-416F-BAEF-C4A307D8E9D5}"/>
              </a:ext>
            </a:extLst>
          </p:cNvPr>
          <p:cNvGrpSpPr/>
          <p:nvPr/>
        </p:nvGrpSpPr>
        <p:grpSpPr>
          <a:xfrm>
            <a:off x="440668" y="3980892"/>
            <a:ext cx="5976665" cy="2617599"/>
            <a:chOff x="440668" y="3980892"/>
            <a:chExt cx="5976665" cy="2617599"/>
          </a:xfrm>
        </p:grpSpPr>
        <p:grpSp>
          <p:nvGrpSpPr>
            <p:cNvPr id="304" name="그룹 303">
              <a:extLst>
                <a:ext uri="{FF2B5EF4-FFF2-40B4-BE49-F238E27FC236}">
                  <a16:creationId xmlns:a16="http://schemas.microsoft.com/office/drawing/2014/main" id="{3350156B-5B30-4259-8EA8-258266948E46}"/>
                </a:ext>
              </a:extLst>
            </p:cNvPr>
            <p:cNvGrpSpPr/>
            <p:nvPr/>
          </p:nvGrpSpPr>
          <p:grpSpPr>
            <a:xfrm>
              <a:off x="3501008" y="3980892"/>
              <a:ext cx="2916325" cy="1289255"/>
              <a:chOff x="3428999" y="4932409"/>
              <a:chExt cx="2916325" cy="1289255"/>
            </a:xfrm>
          </p:grpSpPr>
          <p:sp>
            <p:nvSpPr>
              <p:cNvPr id="305" name="직사각형 304">
                <a:extLst>
                  <a:ext uri="{FF2B5EF4-FFF2-40B4-BE49-F238E27FC236}">
                    <a16:creationId xmlns:a16="http://schemas.microsoft.com/office/drawing/2014/main" id="{2175CF62-A753-46D9-838E-7398366E07EB}"/>
                  </a:ext>
                </a:extLst>
              </p:cNvPr>
              <p:cNvSpPr/>
              <p:nvPr/>
            </p:nvSpPr>
            <p:spPr>
              <a:xfrm>
                <a:off x="4005323" y="5187159"/>
                <a:ext cx="2340000" cy="1034505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wrap="square" lIns="0" tIns="72000" rIns="0" rtlCol="0" anchor="t">
                <a:spAutoFit/>
              </a:bodyPr>
              <a:lstStyle/>
              <a:p>
                <a:pPr marL="90000" indent="-90000" defTabSz="914400" fontAlgn="base">
                  <a:lnSpc>
                    <a:spcPct val="110000"/>
                  </a:lnSpc>
                  <a:spcBef>
                    <a:spcPct val="0"/>
                  </a:spcBef>
                  <a:spcAft>
                    <a:spcPts val="600"/>
                  </a:spcAft>
                  <a:buClr>
                    <a:schemeClr val="tx1">
                      <a:lumMod val="75000"/>
                      <a:lumOff val="25000"/>
                    </a:schemeClr>
                  </a:buClr>
                  <a:buSzPct val="90000"/>
                  <a:buFont typeface="Arial" pitchFamily="34" charset="0"/>
                  <a:buChar char="•"/>
                  <a:defRPr/>
                </a:pPr>
                <a:r>
                  <a:rPr kumimoji="1" lang="ko-KR" alt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rPr>
                  <a:t>다양한 유형의 기기를 활용한 접근 환경 고려</a:t>
                </a:r>
                <a:endParaRPr kumimoji="1" lang="en-US" altLang="ko-KR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endParaRPr>
              </a:p>
              <a:p>
                <a:pPr marL="90000" indent="-90000" defTabSz="914400" fontAlgn="base">
                  <a:lnSpc>
                    <a:spcPct val="110000"/>
                  </a:lnSpc>
                  <a:spcBef>
                    <a:spcPct val="0"/>
                  </a:spcBef>
                  <a:spcAft>
                    <a:spcPts val="600"/>
                  </a:spcAft>
                  <a:buClr>
                    <a:schemeClr val="tx1">
                      <a:lumMod val="75000"/>
                      <a:lumOff val="25000"/>
                    </a:schemeClr>
                  </a:buClr>
                  <a:buSzPct val="90000"/>
                  <a:buFont typeface="Arial" pitchFamily="34" charset="0"/>
                  <a:buChar char="•"/>
                  <a:defRPr/>
                </a:pPr>
                <a:r>
                  <a:rPr kumimoji="1" lang="ko-KR" alt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 ExtraLight" panose="02000303000000020004" pitchFamily="50" charset="-127"/>
                    <a:ea typeface="Pretendard ExtraLight" panose="02000303000000020004" pitchFamily="50" charset="-127"/>
                    <a:cs typeface="Pretendard ExtraLight" panose="02000303000000020004" pitchFamily="50" charset="-127"/>
                  </a:rPr>
                  <a:t>모바일 기기에서도 최적화된 화면을 유지할 수 있도록 반응형 웹사이트 기술을 적용하여 구현 </a:t>
                </a:r>
                <a:endParaRPr kumimoji="1" lang="en-US" altLang="ko-KR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endParaRPr>
              </a:p>
              <a:p>
                <a:pPr marL="90000" indent="-90000" defTabSz="914400" fontAlgn="base">
                  <a:lnSpc>
                    <a:spcPct val="110000"/>
                  </a:lnSpc>
                  <a:spcBef>
                    <a:spcPct val="0"/>
                  </a:spcBef>
                  <a:spcAft>
                    <a:spcPts val="600"/>
                  </a:spcAft>
                  <a:buClr>
                    <a:schemeClr val="tx1">
                      <a:lumMod val="75000"/>
                      <a:lumOff val="25000"/>
                    </a:schemeClr>
                  </a:buClr>
                  <a:buSzPct val="90000"/>
                  <a:buFont typeface="Arial" pitchFamily="34" charset="0"/>
                  <a:buChar char="•"/>
                  <a:defRPr/>
                </a:pPr>
                <a:r>
                  <a:rPr kumimoji="1" lang="ko-KR" altLang="en-US" sz="9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 ExtraLight" panose="02000303000000020004" pitchFamily="50" charset="-127"/>
                    <a:ea typeface="Pretendard ExtraLight" panose="02000303000000020004" pitchFamily="50" charset="-127"/>
                    <a:cs typeface="Pretendard ExtraLight" panose="02000303000000020004" pitchFamily="50" charset="-127"/>
                  </a:rPr>
                  <a:t>원소스</a:t>
                </a:r>
                <a:r>
                  <a:rPr kumimoji="1" lang="ko-KR" alt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 ExtraLight" panose="02000303000000020004" pitchFamily="50" charset="-127"/>
                    <a:ea typeface="Pretendard ExtraLight" panose="02000303000000020004" pitchFamily="50" charset="-127"/>
                    <a:cs typeface="Pretendard ExtraLight" panose="02000303000000020004" pitchFamily="50" charset="-127"/>
                  </a:rPr>
                  <a:t> </a:t>
                </a:r>
                <a:r>
                  <a:rPr kumimoji="1" lang="ko-KR" altLang="en-US" sz="9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 ExtraLight" panose="02000303000000020004" pitchFamily="50" charset="-127"/>
                    <a:ea typeface="Pretendard ExtraLight" panose="02000303000000020004" pitchFamily="50" charset="-127"/>
                    <a:cs typeface="Pretendard ExtraLight" panose="02000303000000020004" pitchFamily="50" charset="-127"/>
                  </a:rPr>
                  <a:t>멀티유즈</a:t>
                </a:r>
                <a:r>
                  <a:rPr kumimoji="1" lang="en-US" altLang="ko-KR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 ExtraLight" panose="02000303000000020004" pitchFamily="50" charset="-127"/>
                    <a:ea typeface="Pretendard ExtraLight" panose="02000303000000020004" pitchFamily="50" charset="-127"/>
                    <a:cs typeface="Pretendard ExtraLight" panose="02000303000000020004" pitchFamily="50" charset="-127"/>
                  </a:rPr>
                  <a:t>(</a:t>
                </a:r>
                <a:r>
                  <a:rPr kumimoji="1" lang="ko-KR" alt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 ExtraLight" panose="02000303000000020004" pitchFamily="50" charset="-127"/>
                    <a:ea typeface="Pretendard ExtraLight" panose="02000303000000020004" pitchFamily="50" charset="-127"/>
                    <a:cs typeface="Pretendard ExtraLight" panose="02000303000000020004" pitchFamily="50" charset="-127"/>
                  </a:rPr>
                  <a:t>한번의 관리</a:t>
                </a:r>
                <a:r>
                  <a:rPr kumimoji="1" lang="en-US" altLang="ko-KR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 ExtraLight" panose="02000303000000020004" pitchFamily="50" charset="-127"/>
                    <a:ea typeface="Pretendard ExtraLight" panose="02000303000000020004" pitchFamily="50" charset="-127"/>
                    <a:cs typeface="Pretendard ExtraLight" panose="02000303000000020004" pitchFamily="50" charset="-127"/>
                  </a:rPr>
                  <a:t>)</a:t>
                </a:r>
                <a:r>
                  <a:rPr kumimoji="1" lang="ko-KR" alt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 ExtraLight" panose="02000303000000020004" pitchFamily="50" charset="-127"/>
                    <a:ea typeface="Pretendard ExtraLight" panose="02000303000000020004" pitchFamily="50" charset="-127"/>
                    <a:cs typeface="Pretendard ExtraLight" panose="02000303000000020004" pitchFamily="50" charset="-127"/>
                  </a:rPr>
                  <a:t> 기반의 효율적인 관리 체계 구축</a:t>
                </a:r>
                <a:r>
                  <a:rPr kumimoji="1" lang="en-US" altLang="ko-KR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 ExtraLight" panose="02000303000000020004" pitchFamily="50" charset="-127"/>
                    <a:ea typeface="Pretendard ExtraLight" panose="02000303000000020004" pitchFamily="50" charset="-127"/>
                    <a:cs typeface="Pretendard ExtraLight" panose="02000303000000020004" pitchFamily="50" charset="-127"/>
                  </a:rPr>
                  <a:t>(</a:t>
                </a:r>
                <a:r>
                  <a:rPr kumimoji="1" lang="ko-KR" alt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 ExtraLight" panose="02000303000000020004" pitchFamily="50" charset="-127"/>
                    <a:ea typeface="Pretendard ExtraLight" panose="02000303000000020004" pitchFamily="50" charset="-127"/>
                    <a:cs typeface="Pretendard ExtraLight" panose="02000303000000020004" pitchFamily="50" charset="-127"/>
                  </a:rPr>
                  <a:t>인력 및 시간의 절감</a:t>
                </a:r>
                <a:r>
                  <a:rPr kumimoji="1" lang="en-US" altLang="ko-KR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 ExtraLight" panose="02000303000000020004" pitchFamily="50" charset="-127"/>
                    <a:ea typeface="Pretendard ExtraLight" panose="02000303000000020004" pitchFamily="50" charset="-127"/>
                    <a:cs typeface="Pretendard ExtraLight" panose="02000303000000020004" pitchFamily="50" charset="-127"/>
                  </a:rPr>
                  <a:t>)</a:t>
                </a:r>
                <a:endParaRPr kumimoji="1"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endParaRPr>
              </a:p>
            </p:txBody>
          </p:sp>
          <p:grpSp>
            <p:nvGrpSpPr>
              <p:cNvPr id="306" name="그룹 305">
                <a:extLst>
                  <a:ext uri="{FF2B5EF4-FFF2-40B4-BE49-F238E27FC236}">
                    <a16:creationId xmlns:a16="http://schemas.microsoft.com/office/drawing/2014/main" id="{1E74B4B1-C4E3-4B13-AFAE-91BDA7884BBB}"/>
                  </a:ext>
                </a:extLst>
              </p:cNvPr>
              <p:cNvGrpSpPr/>
              <p:nvPr/>
            </p:nvGrpSpPr>
            <p:grpSpPr>
              <a:xfrm>
                <a:off x="3428999" y="4932409"/>
                <a:ext cx="2916325" cy="252000"/>
                <a:chOff x="3428999" y="4892653"/>
                <a:chExt cx="2916325" cy="252000"/>
              </a:xfrm>
            </p:grpSpPr>
            <p:sp>
              <p:nvSpPr>
                <p:cNvPr id="309" name="직사각형 308">
                  <a:extLst>
                    <a:ext uri="{FF2B5EF4-FFF2-40B4-BE49-F238E27FC236}">
                      <a16:creationId xmlns:a16="http://schemas.microsoft.com/office/drawing/2014/main" id="{9FD7BD9A-5C05-4EAC-80AD-1F6A0E0CCFE7}"/>
                    </a:ext>
                  </a:extLst>
                </p:cNvPr>
                <p:cNvSpPr/>
                <p:nvPr/>
              </p:nvSpPr>
              <p:spPr>
                <a:xfrm>
                  <a:off x="4005324" y="4892653"/>
                  <a:ext cx="2340000" cy="252000"/>
                </a:xfrm>
                <a:prstGeom prst="rect">
                  <a:avLst/>
                </a:prstGeom>
                <a:solidFill>
                  <a:srgbClr val="BDD7EE"/>
                </a:solidFill>
                <a:ln w="12700" algn="ctr">
                  <a:noFill/>
                  <a:miter lim="800000"/>
                  <a:headEnd/>
                  <a:tailEnd/>
                </a:ln>
                <a:effectLst/>
              </p:spPr>
              <p:txBody>
                <a:bodyPr lIns="108000" tIns="36000" rIns="36000" bIns="36000" anchor="ctr"/>
                <a:lstStyle/>
                <a:p>
                  <a:pPr marL="166189" indent="-180964" defTabSz="914400" fontAlgn="base" latinLnBrk="1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ko-KR" altLang="en-US" sz="1100" kern="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j-ea"/>
                      <a:ea typeface="+mj-ea"/>
                    </a:rPr>
                    <a:t>반응형 홈페이지 기술 적용</a:t>
                  </a:r>
                </a:p>
              </p:txBody>
            </p:sp>
            <p:sp>
              <p:nvSpPr>
                <p:cNvPr id="310" name="직사각형 309">
                  <a:extLst>
                    <a:ext uri="{FF2B5EF4-FFF2-40B4-BE49-F238E27FC236}">
                      <a16:creationId xmlns:a16="http://schemas.microsoft.com/office/drawing/2014/main" id="{6CCD50D4-B5ED-448E-9C62-B0B0585888E3}"/>
                    </a:ext>
                  </a:extLst>
                </p:cNvPr>
                <p:cNvSpPr/>
                <p:nvPr/>
              </p:nvSpPr>
              <p:spPr>
                <a:xfrm>
                  <a:off x="3428999" y="4892653"/>
                  <a:ext cx="576000" cy="252000"/>
                </a:xfrm>
                <a:prstGeom prst="rect">
                  <a:avLst/>
                </a:prstGeom>
                <a:solidFill>
                  <a:srgbClr val="002060"/>
                </a:solidFill>
                <a:ln w="28575" cap="flat" cmpd="sng" algn="ctr">
                  <a:noFill/>
                  <a:prstDash val="solid"/>
                </a:ln>
                <a:effectLst>
                  <a:outerShdw blurRad="38100" dist="38100" dir="2700000" algn="tl" rotWithShape="0">
                    <a:schemeClr val="bg1">
                      <a:alpha val="30000"/>
                    </a:schemeClr>
                  </a:outerShdw>
                </a:effectLst>
              </p:spPr>
              <p:txBody>
                <a:bodyPr lIns="36000" tIns="36000" rIns="36000" bIns="36000" rtlCol="0" anchor="ctr"/>
                <a:lstStyle/>
                <a:p>
                  <a:pPr marL="166189" indent="-180964" algn="ctr" defTabSz="914400" latinLnBrk="1"/>
                  <a:r>
                    <a:rPr lang="ko-KR" altLang="en-US" sz="1000" kern="0" dirty="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+mj-ea"/>
                      <a:ea typeface="+mj-ea"/>
                    </a:rPr>
                    <a:t>방향 </a:t>
                  </a:r>
                  <a:r>
                    <a:rPr lang="en-US" altLang="ko-KR" sz="1000" kern="0" dirty="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+mj-ea"/>
                      <a:ea typeface="+mj-ea"/>
                    </a:rPr>
                    <a:t>02</a:t>
                  </a:r>
                  <a:endParaRPr lang="ko-KR" altLang="en-US" sz="1000" kern="0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+mj-ea"/>
                    <a:ea typeface="+mj-ea"/>
                  </a:endParaRPr>
                </a:p>
              </p:txBody>
            </p:sp>
          </p:grpSp>
          <p:pic>
            <p:nvPicPr>
              <p:cNvPr id="307" name="Picture 8" descr="accept, check, checkround, ok, yes icon">
                <a:extLst>
                  <a:ext uri="{FF2B5EF4-FFF2-40B4-BE49-F238E27FC236}">
                    <a16:creationId xmlns:a16="http://schemas.microsoft.com/office/drawing/2014/main" id="{DA3A118A-3306-41E2-AD15-5ECEAE21C06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 cstate="print">
                <a:lum bright="70000" contrast="-70000"/>
              </a:blip>
              <a:srcRect/>
              <a:stretch>
                <a:fillRect/>
              </a:stretch>
            </p:blipFill>
            <p:spPr bwMode="auto">
              <a:xfrm>
                <a:off x="3658343" y="5350833"/>
                <a:ext cx="116796" cy="116796"/>
              </a:xfrm>
              <a:prstGeom prst="rect">
                <a:avLst/>
              </a:prstGeom>
              <a:noFill/>
              <a:effectLst/>
            </p:spPr>
          </p:pic>
          <p:sp>
            <p:nvSpPr>
              <p:cNvPr id="308" name="任意形状 489">
                <a:extLst>
                  <a:ext uri="{FF2B5EF4-FFF2-40B4-BE49-F238E27FC236}">
                    <a16:creationId xmlns:a16="http://schemas.microsoft.com/office/drawing/2014/main" id="{F023F52D-02DA-4DB4-8667-196EA33375DE}"/>
                  </a:ext>
                </a:extLst>
              </p:cNvPr>
              <p:cNvSpPr/>
              <p:nvPr/>
            </p:nvSpPr>
            <p:spPr>
              <a:xfrm>
                <a:off x="3558160" y="5290732"/>
                <a:ext cx="317162" cy="3013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7" h="21600" extrusionOk="0">
                    <a:moveTo>
                      <a:pt x="2160" y="14779"/>
                    </a:moveTo>
                    <a:lnTo>
                      <a:pt x="19437" y="14779"/>
                    </a:lnTo>
                    <a:lnTo>
                      <a:pt x="19437" y="2274"/>
                    </a:lnTo>
                    <a:lnTo>
                      <a:pt x="2160" y="2274"/>
                    </a:lnTo>
                    <a:lnTo>
                      <a:pt x="2160" y="14779"/>
                    </a:lnTo>
                    <a:close/>
                    <a:moveTo>
                      <a:pt x="11879" y="17053"/>
                    </a:moveTo>
                    <a:lnTo>
                      <a:pt x="11879" y="19326"/>
                    </a:lnTo>
                    <a:lnTo>
                      <a:pt x="16198" y="19326"/>
                    </a:lnTo>
                    <a:lnTo>
                      <a:pt x="16198" y="21600"/>
                    </a:lnTo>
                    <a:lnTo>
                      <a:pt x="5400" y="21600"/>
                    </a:lnTo>
                    <a:lnTo>
                      <a:pt x="5400" y="19326"/>
                    </a:lnTo>
                    <a:lnTo>
                      <a:pt x="9719" y="19326"/>
                    </a:lnTo>
                    <a:lnTo>
                      <a:pt x="9719" y="17053"/>
                    </a:lnTo>
                    <a:lnTo>
                      <a:pt x="1072" y="17053"/>
                    </a:lnTo>
                    <a:cubicBezTo>
                      <a:pt x="477" y="17049"/>
                      <a:pt x="-3" y="16538"/>
                      <a:pt x="1" y="15911"/>
                    </a:cubicBezTo>
                    <a:cubicBezTo>
                      <a:pt x="1" y="15910"/>
                      <a:pt x="1" y="15909"/>
                      <a:pt x="1" y="15908"/>
                    </a:cubicBezTo>
                    <a:lnTo>
                      <a:pt x="1" y="1145"/>
                    </a:lnTo>
                    <a:cubicBezTo>
                      <a:pt x="1" y="513"/>
                      <a:pt x="492" y="0"/>
                      <a:pt x="1072" y="0"/>
                    </a:cubicBezTo>
                    <a:lnTo>
                      <a:pt x="20526" y="0"/>
                    </a:lnTo>
                    <a:cubicBezTo>
                      <a:pt x="21118" y="0"/>
                      <a:pt x="21597" y="510"/>
                      <a:pt x="21597" y="1145"/>
                    </a:cubicBezTo>
                    <a:lnTo>
                      <a:pt x="21597" y="15908"/>
                    </a:lnTo>
                    <a:cubicBezTo>
                      <a:pt x="21597" y="16540"/>
                      <a:pt x="21106" y="17053"/>
                      <a:pt x="20526" y="17053"/>
                    </a:cubicBezTo>
                    <a:lnTo>
                      <a:pt x="11879" y="17053"/>
                    </a:lnTo>
                    <a:close/>
                  </a:path>
                </a:pathLst>
              </a:cu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endParaRPr/>
              </a:p>
            </p:txBody>
          </p:sp>
        </p:grpSp>
        <p:grpSp>
          <p:nvGrpSpPr>
            <p:cNvPr id="317" name="그룹 316">
              <a:extLst>
                <a:ext uri="{FF2B5EF4-FFF2-40B4-BE49-F238E27FC236}">
                  <a16:creationId xmlns:a16="http://schemas.microsoft.com/office/drawing/2014/main" id="{646A8E41-E7E2-4C64-854D-FCCD4FD7AE0F}"/>
                </a:ext>
              </a:extLst>
            </p:cNvPr>
            <p:cNvGrpSpPr/>
            <p:nvPr/>
          </p:nvGrpSpPr>
          <p:grpSpPr>
            <a:xfrm>
              <a:off x="3501008" y="5385048"/>
              <a:ext cx="2916324" cy="1213443"/>
              <a:chOff x="3465068" y="7916021"/>
              <a:chExt cx="2916324" cy="1213443"/>
            </a:xfrm>
          </p:grpSpPr>
          <p:sp>
            <p:nvSpPr>
              <p:cNvPr id="318" name="직사각형 317">
                <a:extLst>
                  <a:ext uri="{FF2B5EF4-FFF2-40B4-BE49-F238E27FC236}">
                    <a16:creationId xmlns:a16="http://schemas.microsoft.com/office/drawing/2014/main" id="{3183F318-D1F7-457A-AEB6-AFC92F16EAB4}"/>
                  </a:ext>
                </a:extLst>
              </p:cNvPr>
              <p:cNvSpPr/>
              <p:nvPr/>
            </p:nvSpPr>
            <p:spPr>
              <a:xfrm>
                <a:off x="4041392" y="8171903"/>
                <a:ext cx="2340000" cy="957561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wrap="square" lIns="0" tIns="72000" rIns="0" rtlCol="0" anchor="t">
                <a:spAutoFit/>
              </a:bodyPr>
              <a:lstStyle/>
              <a:p>
                <a:pPr marL="90000" indent="-90000" defTabSz="914400" fontAlgn="base">
                  <a:lnSpc>
                    <a:spcPct val="110000"/>
                  </a:lnSpc>
                  <a:spcBef>
                    <a:spcPct val="0"/>
                  </a:spcBef>
                  <a:spcAft>
                    <a:spcPts val="600"/>
                  </a:spcAft>
                  <a:buClr>
                    <a:schemeClr val="tx1">
                      <a:lumMod val="75000"/>
                      <a:lumOff val="25000"/>
                    </a:schemeClr>
                  </a:buClr>
                  <a:buSzPct val="90000"/>
                  <a:buFont typeface="Arial" pitchFamily="34" charset="0"/>
                  <a:buChar char="•"/>
                  <a:defRPr/>
                </a:pPr>
                <a:r>
                  <a:rPr kumimoji="1" lang="ko-KR" alt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rPr>
                  <a:t>어느 정도의 스크롤이 생겨도 여백을 두어 콘텐츠 사이의 간격을 두는 것이 정보 가독성 측면에서 우수한 것으로 판단</a:t>
                </a:r>
                <a:endParaRPr kumimoji="1" lang="en-US" altLang="ko-KR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endParaRPr>
              </a:p>
              <a:p>
                <a:pPr marL="90000" indent="-90000" defTabSz="914400" fontAlgn="base">
                  <a:lnSpc>
                    <a:spcPct val="110000"/>
                  </a:lnSpc>
                  <a:spcBef>
                    <a:spcPct val="0"/>
                  </a:spcBef>
                  <a:spcAft>
                    <a:spcPts val="600"/>
                  </a:spcAft>
                  <a:buClr>
                    <a:schemeClr val="tx1">
                      <a:lumMod val="75000"/>
                      <a:lumOff val="25000"/>
                    </a:schemeClr>
                  </a:buClr>
                  <a:buSzPct val="90000"/>
                  <a:buFont typeface="Arial" pitchFamily="34" charset="0"/>
                  <a:buChar char="•"/>
                  <a:defRPr/>
                </a:pPr>
                <a:r>
                  <a:rPr kumimoji="1" lang="ko-KR" alt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 ExtraLight" panose="02000303000000020004" pitchFamily="50" charset="-127"/>
                    <a:ea typeface="Pretendard ExtraLight" panose="02000303000000020004" pitchFamily="50" charset="-127"/>
                    <a:cs typeface="Pretendard ExtraLight" panose="02000303000000020004" pitchFamily="50" charset="-127"/>
                  </a:rPr>
                  <a:t>우수사이트로 선정된 대부분이 정보의 명확한 구분 및 적절한 여백을 활용하고 있음</a:t>
                </a:r>
              </a:p>
            </p:txBody>
          </p:sp>
          <p:grpSp>
            <p:nvGrpSpPr>
              <p:cNvPr id="319" name="그룹 318">
                <a:extLst>
                  <a:ext uri="{FF2B5EF4-FFF2-40B4-BE49-F238E27FC236}">
                    <a16:creationId xmlns:a16="http://schemas.microsoft.com/office/drawing/2014/main" id="{33218778-9C90-4CA2-BC43-A173AE9A5908}"/>
                  </a:ext>
                </a:extLst>
              </p:cNvPr>
              <p:cNvGrpSpPr/>
              <p:nvPr/>
            </p:nvGrpSpPr>
            <p:grpSpPr>
              <a:xfrm>
                <a:off x="3465068" y="7916021"/>
                <a:ext cx="2916256" cy="252000"/>
                <a:chOff x="3465068" y="7804257"/>
                <a:chExt cx="2916256" cy="252000"/>
              </a:xfrm>
            </p:grpSpPr>
            <p:sp>
              <p:nvSpPr>
                <p:cNvPr id="321" name="직사각형 320">
                  <a:extLst>
                    <a:ext uri="{FF2B5EF4-FFF2-40B4-BE49-F238E27FC236}">
                      <a16:creationId xmlns:a16="http://schemas.microsoft.com/office/drawing/2014/main" id="{1B0D3408-A762-450A-B636-05B978E5593A}"/>
                    </a:ext>
                  </a:extLst>
                </p:cNvPr>
                <p:cNvSpPr/>
                <p:nvPr/>
              </p:nvSpPr>
              <p:spPr>
                <a:xfrm>
                  <a:off x="4041324" y="7804257"/>
                  <a:ext cx="2340000" cy="252000"/>
                </a:xfrm>
                <a:prstGeom prst="rect">
                  <a:avLst/>
                </a:prstGeom>
                <a:solidFill>
                  <a:srgbClr val="BDD7EE"/>
                </a:solidFill>
                <a:ln w="12700" algn="ctr">
                  <a:noFill/>
                  <a:miter lim="800000"/>
                  <a:headEnd/>
                  <a:tailEnd/>
                </a:ln>
                <a:effectLst/>
              </p:spPr>
              <p:txBody>
                <a:bodyPr lIns="108000" tIns="36000" rIns="36000" bIns="36000" anchor="ctr"/>
                <a:lstStyle/>
                <a:p>
                  <a:pPr marL="166189" indent="-180964" defTabSz="914400" fontAlgn="base" latinLnBrk="1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ko-KR" altLang="en-US" sz="1100" kern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j-ea"/>
                      <a:ea typeface="+mj-ea"/>
                    </a:rPr>
                    <a:t>정보 가독성을 위한 적절한 여백 활용</a:t>
                  </a:r>
                </a:p>
              </p:txBody>
            </p:sp>
            <p:sp>
              <p:nvSpPr>
                <p:cNvPr id="322" name="직사각형 321">
                  <a:extLst>
                    <a:ext uri="{FF2B5EF4-FFF2-40B4-BE49-F238E27FC236}">
                      <a16:creationId xmlns:a16="http://schemas.microsoft.com/office/drawing/2014/main" id="{7E58F065-F23F-4FF2-8E3F-448669FC9B3D}"/>
                    </a:ext>
                  </a:extLst>
                </p:cNvPr>
                <p:cNvSpPr/>
                <p:nvPr/>
              </p:nvSpPr>
              <p:spPr>
                <a:xfrm>
                  <a:off x="3465068" y="7804257"/>
                  <a:ext cx="576000" cy="252000"/>
                </a:xfrm>
                <a:prstGeom prst="rect">
                  <a:avLst/>
                </a:prstGeom>
                <a:solidFill>
                  <a:srgbClr val="002060"/>
                </a:solidFill>
                <a:ln w="28575" cap="flat" cmpd="sng" algn="ctr">
                  <a:noFill/>
                  <a:prstDash val="solid"/>
                </a:ln>
                <a:effectLst>
                  <a:outerShdw blurRad="38100" dist="38100" dir="2700000" algn="tl" rotWithShape="0">
                    <a:schemeClr val="bg1">
                      <a:alpha val="30000"/>
                    </a:schemeClr>
                  </a:outerShdw>
                </a:effectLst>
              </p:spPr>
              <p:txBody>
                <a:bodyPr lIns="36000" tIns="36000" rIns="36000" bIns="36000" rtlCol="0" anchor="ctr"/>
                <a:lstStyle/>
                <a:p>
                  <a:pPr marL="166189" indent="-180964" algn="ctr" defTabSz="914400" latinLnBrk="1"/>
                  <a:r>
                    <a:rPr lang="ko-KR" altLang="en-US" sz="1000" kern="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+mj-ea"/>
                      <a:ea typeface="+mj-ea"/>
                    </a:rPr>
                    <a:t>방향 </a:t>
                  </a:r>
                  <a:r>
                    <a:rPr lang="en-US" altLang="ko-KR" sz="1000" kern="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+mj-ea"/>
                      <a:ea typeface="+mj-ea"/>
                    </a:rPr>
                    <a:t>04</a:t>
                  </a:r>
                  <a:endParaRPr lang="ko-KR" altLang="en-US" sz="1000" kern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+mj-ea"/>
                    <a:ea typeface="+mj-ea"/>
                  </a:endParaRPr>
                </a:p>
              </p:txBody>
            </p:sp>
          </p:grpSp>
          <p:sp>
            <p:nvSpPr>
              <p:cNvPr id="320" name="任意形状 2587">
                <a:extLst>
                  <a:ext uri="{FF2B5EF4-FFF2-40B4-BE49-F238E27FC236}">
                    <a16:creationId xmlns:a16="http://schemas.microsoft.com/office/drawing/2014/main" id="{BE21645C-BCCA-47B6-9219-B0D0EFC36CA2}"/>
                  </a:ext>
                </a:extLst>
              </p:cNvPr>
              <p:cNvSpPr/>
              <p:nvPr/>
            </p:nvSpPr>
            <p:spPr>
              <a:xfrm>
                <a:off x="3555378" y="8266678"/>
                <a:ext cx="322726" cy="32272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7046" y="15542"/>
                    </a:moveTo>
                    <a:lnTo>
                      <a:pt x="21600" y="20095"/>
                    </a:lnTo>
                    <a:lnTo>
                      <a:pt x="20095" y="21600"/>
                    </a:lnTo>
                    <a:lnTo>
                      <a:pt x="15542" y="17046"/>
                    </a:lnTo>
                    <a:cubicBezTo>
                      <a:pt x="13848" y="18404"/>
                      <a:pt x="11741" y="19143"/>
                      <a:pt x="9570" y="19139"/>
                    </a:cubicBezTo>
                    <a:cubicBezTo>
                      <a:pt x="4287" y="19139"/>
                      <a:pt x="0" y="14852"/>
                      <a:pt x="0" y="9570"/>
                    </a:cubicBezTo>
                    <a:cubicBezTo>
                      <a:pt x="0" y="4287"/>
                      <a:pt x="4287" y="0"/>
                      <a:pt x="9570" y="0"/>
                    </a:cubicBezTo>
                    <a:cubicBezTo>
                      <a:pt x="14852" y="0"/>
                      <a:pt x="19139" y="4287"/>
                      <a:pt x="19139" y="9570"/>
                    </a:cubicBezTo>
                    <a:cubicBezTo>
                      <a:pt x="19143" y="11741"/>
                      <a:pt x="18404" y="13848"/>
                      <a:pt x="17046" y="15542"/>
                    </a:cubicBezTo>
                    <a:close/>
                    <a:moveTo>
                      <a:pt x="14913" y="14753"/>
                    </a:moveTo>
                    <a:cubicBezTo>
                      <a:pt x="16262" y="13366"/>
                      <a:pt x="17016" y="11505"/>
                      <a:pt x="17013" y="9570"/>
                    </a:cubicBezTo>
                    <a:cubicBezTo>
                      <a:pt x="17013" y="5457"/>
                      <a:pt x="13682" y="2127"/>
                      <a:pt x="9570" y="2127"/>
                    </a:cubicBezTo>
                    <a:cubicBezTo>
                      <a:pt x="5457" y="2127"/>
                      <a:pt x="2127" y="5457"/>
                      <a:pt x="2127" y="9570"/>
                    </a:cubicBezTo>
                    <a:cubicBezTo>
                      <a:pt x="2127" y="13682"/>
                      <a:pt x="5457" y="17013"/>
                      <a:pt x="9570" y="17013"/>
                    </a:cubicBezTo>
                    <a:cubicBezTo>
                      <a:pt x="11505" y="17016"/>
                      <a:pt x="13366" y="16262"/>
                      <a:pt x="14753" y="14913"/>
                    </a:cubicBezTo>
                    <a:lnTo>
                      <a:pt x="14913" y="14753"/>
                    </a:lnTo>
                    <a:close/>
                    <a:moveTo>
                      <a:pt x="8506" y="8506"/>
                    </a:moveTo>
                    <a:lnTo>
                      <a:pt x="8506" y="5317"/>
                    </a:lnTo>
                    <a:lnTo>
                      <a:pt x="10633" y="5317"/>
                    </a:lnTo>
                    <a:lnTo>
                      <a:pt x="10633" y="8506"/>
                    </a:lnTo>
                    <a:lnTo>
                      <a:pt x="13823" y="8506"/>
                    </a:lnTo>
                    <a:lnTo>
                      <a:pt x="13823" y="10633"/>
                    </a:lnTo>
                    <a:lnTo>
                      <a:pt x="10633" y="10633"/>
                    </a:lnTo>
                    <a:lnTo>
                      <a:pt x="10633" y="13823"/>
                    </a:lnTo>
                    <a:lnTo>
                      <a:pt x="8506" y="13823"/>
                    </a:lnTo>
                    <a:lnTo>
                      <a:pt x="8506" y="10633"/>
                    </a:lnTo>
                    <a:lnTo>
                      <a:pt x="5317" y="10633"/>
                    </a:lnTo>
                    <a:lnTo>
                      <a:pt x="5317" y="8506"/>
                    </a:lnTo>
                    <a:lnTo>
                      <a:pt x="8506" y="8506"/>
                    </a:lnTo>
                    <a:close/>
                  </a:path>
                </a:pathLst>
              </a:cu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endParaRPr/>
              </a:p>
            </p:txBody>
          </p:sp>
        </p:grpSp>
        <p:grpSp>
          <p:nvGrpSpPr>
            <p:cNvPr id="323" name="그룹 322">
              <a:extLst>
                <a:ext uri="{FF2B5EF4-FFF2-40B4-BE49-F238E27FC236}">
                  <a16:creationId xmlns:a16="http://schemas.microsoft.com/office/drawing/2014/main" id="{028D5B8C-5FFB-44C8-A22A-B7998B313ADC}"/>
                </a:ext>
              </a:extLst>
            </p:cNvPr>
            <p:cNvGrpSpPr/>
            <p:nvPr/>
          </p:nvGrpSpPr>
          <p:grpSpPr>
            <a:xfrm>
              <a:off x="440732" y="3980892"/>
              <a:ext cx="2916260" cy="1289255"/>
              <a:chOff x="3429064" y="3440832"/>
              <a:chExt cx="2916260" cy="1289255"/>
            </a:xfrm>
          </p:grpSpPr>
          <p:sp>
            <p:nvSpPr>
              <p:cNvPr id="324" name="직사각형 323">
                <a:extLst>
                  <a:ext uri="{FF2B5EF4-FFF2-40B4-BE49-F238E27FC236}">
                    <a16:creationId xmlns:a16="http://schemas.microsoft.com/office/drawing/2014/main" id="{D9730CA3-D4D1-4189-AE2B-284D6B01A3A6}"/>
                  </a:ext>
                </a:extLst>
              </p:cNvPr>
              <p:cNvSpPr/>
              <p:nvPr/>
            </p:nvSpPr>
            <p:spPr>
              <a:xfrm>
                <a:off x="4005324" y="3695582"/>
                <a:ext cx="2340000" cy="1034505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wrap="square" lIns="0" tIns="72000" rIns="0" rtlCol="0" anchor="t">
                <a:spAutoFit/>
              </a:bodyPr>
              <a:lstStyle/>
              <a:p>
                <a:pPr marL="90000" marR="0" lvl="0" indent="-90000" defTabSz="914400" fontAlgn="base">
                  <a:lnSpc>
                    <a:spcPct val="110000"/>
                  </a:lnSpc>
                  <a:spcBef>
                    <a:spcPct val="0"/>
                  </a:spcBef>
                  <a:spcAft>
                    <a:spcPts val="600"/>
                  </a:spcAft>
                  <a:buClr>
                    <a:schemeClr val="tx1">
                      <a:lumMod val="75000"/>
                      <a:lumOff val="25000"/>
                    </a:schemeClr>
                  </a:buClr>
                  <a:buSzPct val="90000"/>
                  <a:buFont typeface="Arial" pitchFamily="34" charset="0"/>
                  <a:buChar char="•"/>
                  <a:tabLst/>
                  <a:defRPr/>
                </a:pPr>
                <a:r>
                  <a:rPr kumimoji="1" lang="ko-KR" alt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rPr>
                  <a:t>방문하는 사용자들이 가장 필요로 하고 많이 찾는 서비스들을 로그 분석하여 전면에 배치</a:t>
                </a:r>
                <a:endParaRPr kumimoji="1" lang="en-US" altLang="ko-KR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endParaRPr>
              </a:p>
              <a:p>
                <a:pPr marL="90000" marR="0" lvl="0" indent="-90000" defTabSz="914400" fontAlgn="base">
                  <a:lnSpc>
                    <a:spcPct val="110000"/>
                  </a:lnSpc>
                  <a:spcBef>
                    <a:spcPct val="0"/>
                  </a:spcBef>
                  <a:spcAft>
                    <a:spcPts val="600"/>
                  </a:spcAft>
                  <a:buClr>
                    <a:schemeClr val="tx1">
                      <a:lumMod val="75000"/>
                      <a:lumOff val="25000"/>
                    </a:schemeClr>
                  </a:buClr>
                  <a:buSzPct val="90000"/>
                  <a:buFont typeface="Arial" pitchFamily="34" charset="0"/>
                  <a:buChar char="•"/>
                  <a:tabLst/>
                  <a:defRPr/>
                </a:pPr>
                <a:r>
                  <a:rPr kumimoji="1" lang="ko-KR" alt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rPr>
                  <a:t>사용자의 특성과 업무의 특성에 맞게 통합</a:t>
                </a:r>
                <a:r>
                  <a:rPr kumimoji="1" lang="en-US" altLang="ko-KR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rPr>
                  <a:t>, </a:t>
                </a:r>
                <a:r>
                  <a:rPr kumimoji="1" lang="ko-KR" alt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rPr>
                  <a:t>분리</a:t>
                </a:r>
                <a:r>
                  <a:rPr kumimoji="1" lang="en-US" altLang="ko-KR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rPr>
                  <a:t>, </a:t>
                </a:r>
                <a:r>
                  <a:rPr kumimoji="1" lang="ko-KR" alt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rPr>
                  <a:t>직관적인 명칭을 적용하여 메뉴체계 개선</a:t>
                </a:r>
                <a:endParaRPr kumimoji="1" lang="en-US" altLang="ko-KR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endParaRPr>
              </a:p>
              <a:p>
                <a:pPr marL="90000" marR="0" lvl="0" indent="-90000" defTabSz="914400" fontAlgn="base">
                  <a:lnSpc>
                    <a:spcPct val="110000"/>
                  </a:lnSpc>
                  <a:spcBef>
                    <a:spcPct val="0"/>
                  </a:spcBef>
                  <a:spcAft>
                    <a:spcPts val="600"/>
                  </a:spcAft>
                  <a:buClr>
                    <a:schemeClr val="tx1">
                      <a:lumMod val="75000"/>
                      <a:lumOff val="25000"/>
                    </a:schemeClr>
                  </a:buClr>
                  <a:buSzPct val="90000"/>
                  <a:buFont typeface="Arial" pitchFamily="34" charset="0"/>
                  <a:buChar char="•"/>
                  <a:tabLst/>
                  <a:defRPr/>
                </a:pPr>
                <a:r>
                  <a:rPr kumimoji="1" lang="ko-KR" alt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 ExtraLight" panose="02000303000000020004" pitchFamily="50" charset="-127"/>
                    <a:ea typeface="Pretendard ExtraLight" panose="02000303000000020004" pitchFamily="50" charset="-127"/>
                    <a:cs typeface="Pretendard ExtraLight" panose="02000303000000020004" pitchFamily="50" charset="-127"/>
                  </a:rPr>
                  <a:t>참여 및 공유할 수 있는 </a:t>
                </a:r>
                <a:r>
                  <a:rPr kumimoji="1" lang="en-US" altLang="ko-KR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 ExtraLight" panose="02000303000000020004" pitchFamily="50" charset="-127"/>
                    <a:ea typeface="Pretendard ExtraLight" panose="02000303000000020004" pitchFamily="50" charset="-127"/>
                    <a:cs typeface="Pretendard ExtraLight" panose="02000303000000020004" pitchFamily="50" charset="-127"/>
                  </a:rPr>
                  <a:t>SNS </a:t>
                </a:r>
                <a:r>
                  <a:rPr kumimoji="1" lang="ko-KR" alt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 ExtraLight" panose="02000303000000020004" pitchFamily="50" charset="-127"/>
                    <a:ea typeface="Pretendard ExtraLight" panose="02000303000000020004" pitchFamily="50" charset="-127"/>
                    <a:cs typeface="Pretendard ExtraLight" panose="02000303000000020004" pitchFamily="50" charset="-127"/>
                  </a:rPr>
                  <a:t>소통 채널 확보</a:t>
                </a:r>
                <a:endParaRPr kumimoji="1" lang="en-US" altLang="ko-KR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endParaRPr>
              </a:p>
            </p:txBody>
          </p:sp>
          <p:grpSp>
            <p:nvGrpSpPr>
              <p:cNvPr id="325" name="그룹 324">
                <a:extLst>
                  <a:ext uri="{FF2B5EF4-FFF2-40B4-BE49-F238E27FC236}">
                    <a16:creationId xmlns:a16="http://schemas.microsoft.com/office/drawing/2014/main" id="{2A912CFD-7AE8-48E9-BF44-36FE365528D9}"/>
                  </a:ext>
                </a:extLst>
              </p:cNvPr>
              <p:cNvGrpSpPr/>
              <p:nvPr/>
            </p:nvGrpSpPr>
            <p:grpSpPr>
              <a:xfrm>
                <a:off x="3429064" y="3440832"/>
                <a:ext cx="2916260" cy="252000"/>
                <a:chOff x="3429064" y="3440832"/>
                <a:chExt cx="2916260" cy="252000"/>
              </a:xfrm>
            </p:grpSpPr>
            <p:sp>
              <p:nvSpPr>
                <p:cNvPr id="327" name="직사각형 326">
                  <a:extLst>
                    <a:ext uri="{FF2B5EF4-FFF2-40B4-BE49-F238E27FC236}">
                      <a16:creationId xmlns:a16="http://schemas.microsoft.com/office/drawing/2014/main" id="{8158E5C9-7757-41B2-9623-83B29B4EDE69}"/>
                    </a:ext>
                  </a:extLst>
                </p:cNvPr>
                <p:cNvSpPr/>
                <p:nvPr/>
              </p:nvSpPr>
              <p:spPr>
                <a:xfrm>
                  <a:off x="4005324" y="3440832"/>
                  <a:ext cx="2340000" cy="252000"/>
                </a:xfrm>
                <a:prstGeom prst="rect">
                  <a:avLst/>
                </a:prstGeom>
                <a:solidFill>
                  <a:srgbClr val="BDD7EE"/>
                </a:solidFill>
                <a:ln w="12700" algn="ctr">
                  <a:noFill/>
                  <a:miter lim="800000"/>
                  <a:headEnd/>
                  <a:tailEnd/>
                </a:ln>
                <a:effectLst/>
              </p:spPr>
              <p:txBody>
                <a:bodyPr lIns="108000" tIns="36000" rIns="36000" bIns="36000" anchor="ctr"/>
                <a:lstStyle/>
                <a:p>
                  <a:pPr marL="166189" indent="-180964" defTabSz="914400" fontAlgn="base" latinLnBrk="1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ko-KR" altLang="en-US" sz="1100" kern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j-ea"/>
                      <a:ea typeface="+mj-ea"/>
                    </a:rPr>
                    <a:t>사용자 중심의 서비스 제공</a:t>
                  </a:r>
                </a:p>
              </p:txBody>
            </p:sp>
            <p:sp>
              <p:nvSpPr>
                <p:cNvPr id="328" name="직사각형 327">
                  <a:extLst>
                    <a:ext uri="{FF2B5EF4-FFF2-40B4-BE49-F238E27FC236}">
                      <a16:creationId xmlns:a16="http://schemas.microsoft.com/office/drawing/2014/main" id="{137F5CCE-6C62-41A4-8533-9DBEE12ECA87}"/>
                    </a:ext>
                  </a:extLst>
                </p:cNvPr>
                <p:cNvSpPr/>
                <p:nvPr/>
              </p:nvSpPr>
              <p:spPr>
                <a:xfrm>
                  <a:off x="3429064" y="3440832"/>
                  <a:ext cx="576000" cy="252000"/>
                </a:xfrm>
                <a:prstGeom prst="rect">
                  <a:avLst/>
                </a:prstGeom>
                <a:solidFill>
                  <a:srgbClr val="002060"/>
                </a:solidFill>
                <a:ln w="28575" cap="flat" cmpd="sng" algn="ctr">
                  <a:noFill/>
                  <a:prstDash val="solid"/>
                </a:ln>
                <a:effectLst>
                  <a:outerShdw blurRad="38100" dist="38100" dir="2700000" algn="tl" rotWithShape="0">
                    <a:schemeClr val="bg1">
                      <a:alpha val="30000"/>
                    </a:schemeClr>
                  </a:outerShdw>
                </a:effectLst>
              </p:spPr>
              <p:txBody>
                <a:bodyPr lIns="36000" tIns="36000" rIns="36000" bIns="36000" rtlCol="0" anchor="ctr"/>
                <a:lstStyle/>
                <a:p>
                  <a:pPr marL="166189" indent="-180964" algn="ctr" defTabSz="914400" latinLnBrk="1"/>
                  <a:r>
                    <a:rPr lang="ko-KR" altLang="en-US" sz="1000" kern="0" dirty="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+mj-ea"/>
                      <a:ea typeface="+mj-ea"/>
                    </a:rPr>
                    <a:t>방향 </a:t>
                  </a:r>
                  <a:r>
                    <a:rPr lang="en-US" altLang="ko-KR" sz="1000" kern="0" dirty="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+mj-ea"/>
                      <a:ea typeface="+mj-ea"/>
                    </a:rPr>
                    <a:t>01</a:t>
                  </a:r>
                  <a:endParaRPr lang="ko-KR" altLang="en-US" sz="1000" kern="0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+mj-ea"/>
                    <a:ea typeface="+mj-ea"/>
                  </a:endParaRPr>
                </a:p>
              </p:txBody>
            </p:sp>
          </p:grpSp>
          <p:sp>
            <p:nvSpPr>
              <p:cNvPr id="326" name="任意形状 514">
                <a:extLst>
                  <a:ext uri="{FF2B5EF4-FFF2-40B4-BE49-F238E27FC236}">
                    <a16:creationId xmlns:a16="http://schemas.microsoft.com/office/drawing/2014/main" id="{BD5E2DD0-0272-4689-95AA-8C885FB7E360}"/>
                  </a:ext>
                </a:extLst>
              </p:cNvPr>
              <p:cNvSpPr/>
              <p:nvPr/>
            </p:nvSpPr>
            <p:spPr>
              <a:xfrm>
                <a:off x="3589636" y="3793244"/>
                <a:ext cx="254210" cy="31772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024" h="20490" extrusionOk="0">
                    <a:moveTo>
                      <a:pt x="4031" y="14895"/>
                    </a:moveTo>
                    <a:cubicBezTo>
                      <a:pt x="-262" y="12286"/>
                      <a:pt x="-1288" y="7173"/>
                      <a:pt x="1739" y="3473"/>
                    </a:cubicBezTo>
                    <a:cubicBezTo>
                      <a:pt x="4767" y="-226"/>
                      <a:pt x="10701" y="-1110"/>
                      <a:pt x="14993" y="1499"/>
                    </a:cubicBezTo>
                    <a:cubicBezTo>
                      <a:pt x="19286" y="4107"/>
                      <a:pt x="20312" y="9221"/>
                      <a:pt x="17285" y="12920"/>
                    </a:cubicBezTo>
                    <a:cubicBezTo>
                      <a:pt x="16658" y="13687"/>
                      <a:pt x="15883" y="14354"/>
                      <a:pt x="14993" y="14895"/>
                    </a:cubicBezTo>
                    <a:lnTo>
                      <a:pt x="17470" y="19771"/>
                    </a:lnTo>
                    <a:cubicBezTo>
                      <a:pt x="17602" y="20031"/>
                      <a:pt x="17465" y="20333"/>
                      <a:pt x="17164" y="20446"/>
                    </a:cubicBezTo>
                    <a:cubicBezTo>
                      <a:pt x="17089" y="20475"/>
                      <a:pt x="17007" y="20490"/>
                      <a:pt x="16924" y="20490"/>
                    </a:cubicBezTo>
                    <a:lnTo>
                      <a:pt x="2099" y="20490"/>
                    </a:lnTo>
                    <a:cubicBezTo>
                      <a:pt x="1770" y="20490"/>
                      <a:pt x="1504" y="20261"/>
                      <a:pt x="1503" y="19978"/>
                    </a:cubicBezTo>
                    <a:cubicBezTo>
                      <a:pt x="1503" y="19907"/>
                      <a:pt x="1520" y="19837"/>
                      <a:pt x="1553" y="19772"/>
                    </a:cubicBezTo>
                    <a:lnTo>
                      <a:pt x="4029" y="14895"/>
                    </a:lnTo>
                    <a:close/>
                    <a:moveTo>
                      <a:pt x="12038" y="14185"/>
                    </a:moveTo>
                    <a:lnTo>
                      <a:pt x="13621" y="13221"/>
                    </a:lnTo>
                    <a:cubicBezTo>
                      <a:pt x="16842" y="11265"/>
                      <a:pt x="17612" y="7430"/>
                      <a:pt x="15343" y="4655"/>
                    </a:cubicBezTo>
                    <a:cubicBezTo>
                      <a:pt x="13073" y="1880"/>
                      <a:pt x="8623" y="1216"/>
                      <a:pt x="5403" y="3172"/>
                    </a:cubicBezTo>
                    <a:cubicBezTo>
                      <a:pt x="2182" y="5127"/>
                      <a:pt x="1412" y="8962"/>
                      <a:pt x="3681" y="11737"/>
                    </a:cubicBezTo>
                    <a:cubicBezTo>
                      <a:pt x="4152" y="12313"/>
                      <a:pt x="4734" y="12815"/>
                      <a:pt x="5403" y="13221"/>
                    </a:cubicBezTo>
                    <a:lnTo>
                      <a:pt x="6985" y="14185"/>
                    </a:lnTo>
                    <a:lnTo>
                      <a:pt x="4825" y="18441"/>
                    </a:lnTo>
                    <a:lnTo>
                      <a:pt x="14198" y="18441"/>
                    </a:lnTo>
                    <a:lnTo>
                      <a:pt x="12038" y="14185"/>
                    </a:lnTo>
                    <a:close/>
                    <a:moveTo>
                      <a:pt x="4897" y="9189"/>
                    </a:moveTo>
                    <a:lnTo>
                      <a:pt x="7204" y="8692"/>
                    </a:lnTo>
                    <a:cubicBezTo>
                      <a:pt x="7520" y="9791"/>
                      <a:pt x="8810" y="10460"/>
                      <a:pt x="10085" y="10187"/>
                    </a:cubicBezTo>
                    <a:cubicBezTo>
                      <a:pt x="10939" y="10004"/>
                      <a:pt x="11607" y="9429"/>
                      <a:pt x="11819" y="8692"/>
                    </a:cubicBezTo>
                    <a:lnTo>
                      <a:pt x="14125" y="9189"/>
                    </a:lnTo>
                    <a:cubicBezTo>
                      <a:pt x="13484" y="11385"/>
                      <a:pt x="10899" y="12717"/>
                      <a:pt x="8350" y="12165"/>
                    </a:cubicBezTo>
                    <a:cubicBezTo>
                      <a:pt x="6651" y="11796"/>
                      <a:pt x="5325" y="10653"/>
                      <a:pt x="4897" y="9189"/>
                    </a:cubicBezTo>
                    <a:close/>
                  </a:path>
                </a:pathLst>
              </a:cu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endParaRPr/>
              </a:p>
            </p:txBody>
          </p:sp>
        </p:grpSp>
        <p:grpSp>
          <p:nvGrpSpPr>
            <p:cNvPr id="329" name="그룹 328">
              <a:extLst>
                <a:ext uri="{FF2B5EF4-FFF2-40B4-BE49-F238E27FC236}">
                  <a16:creationId xmlns:a16="http://schemas.microsoft.com/office/drawing/2014/main" id="{AED98EC1-95F6-4648-8C1A-81ECD2B91415}"/>
                </a:ext>
              </a:extLst>
            </p:cNvPr>
            <p:cNvGrpSpPr/>
            <p:nvPr/>
          </p:nvGrpSpPr>
          <p:grpSpPr>
            <a:xfrm>
              <a:off x="440668" y="5385048"/>
              <a:ext cx="2916324" cy="1204003"/>
              <a:chOff x="3429000" y="6449297"/>
              <a:chExt cx="2916324" cy="1204003"/>
            </a:xfrm>
          </p:grpSpPr>
          <p:sp>
            <p:nvSpPr>
              <p:cNvPr id="330" name="직사각형 329">
                <a:extLst>
                  <a:ext uri="{FF2B5EF4-FFF2-40B4-BE49-F238E27FC236}">
                    <a16:creationId xmlns:a16="http://schemas.microsoft.com/office/drawing/2014/main" id="{D23DDF39-D6F7-42FF-8E3E-51E36BDC7B75}"/>
                  </a:ext>
                </a:extLst>
              </p:cNvPr>
              <p:cNvSpPr/>
              <p:nvPr/>
            </p:nvSpPr>
            <p:spPr>
              <a:xfrm>
                <a:off x="4005324" y="6695739"/>
                <a:ext cx="2340000" cy="957561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wrap="square" lIns="0" tIns="72000" rIns="0" rtlCol="0" anchor="t">
                <a:spAutoFit/>
              </a:bodyPr>
              <a:lstStyle/>
              <a:p>
                <a:pPr marL="90000" indent="-90000" defTabSz="914400" fontAlgn="base">
                  <a:lnSpc>
                    <a:spcPct val="110000"/>
                  </a:lnSpc>
                  <a:spcBef>
                    <a:spcPct val="0"/>
                  </a:spcBef>
                  <a:spcAft>
                    <a:spcPts val="600"/>
                  </a:spcAft>
                  <a:buClr>
                    <a:schemeClr val="tx1">
                      <a:lumMod val="75000"/>
                      <a:lumOff val="25000"/>
                    </a:schemeClr>
                  </a:buClr>
                  <a:buSzPct val="90000"/>
                  <a:buFont typeface="Arial" pitchFamily="34" charset="0"/>
                  <a:buChar char="•"/>
                  <a:defRPr/>
                </a:pPr>
                <a:r>
                  <a:rPr kumimoji="1" lang="ko-KR" alt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rPr>
                  <a:t>기관의 이미지</a:t>
                </a:r>
                <a:r>
                  <a:rPr kumimoji="1" lang="en-US" altLang="ko-KR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rPr>
                  <a:t>(</a:t>
                </a:r>
                <a:r>
                  <a:rPr kumimoji="1" lang="ko-KR" alt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rPr>
                  <a:t>컨셉트</a:t>
                </a:r>
                <a:r>
                  <a:rPr kumimoji="1" lang="en-US" altLang="ko-KR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rPr>
                  <a:t>)</a:t>
                </a:r>
                <a:r>
                  <a:rPr kumimoji="1" lang="ko-KR" alt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rPr>
                  <a:t>를 기획 프로세스를 활용하여 도출하고 디자인에 전반적으로 반영</a:t>
                </a:r>
                <a:endParaRPr kumimoji="1" lang="en-US" altLang="ko-KR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endParaRPr>
              </a:p>
              <a:p>
                <a:pPr marL="90000" indent="-90000" defTabSz="914400" fontAlgn="base">
                  <a:lnSpc>
                    <a:spcPct val="110000"/>
                  </a:lnSpc>
                  <a:spcBef>
                    <a:spcPct val="0"/>
                  </a:spcBef>
                  <a:spcAft>
                    <a:spcPts val="600"/>
                  </a:spcAft>
                  <a:buClr>
                    <a:schemeClr val="tx1">
                      <a:lumMod val="75000"/>
                      <a:lumOff val="25000"/>
                    </a:schemeClr>
                  </a:buClr>
                  <a:buSzPct val="90000"/>
                  <a:buFont typeface="Arial" pitchFamily="34" charset="0"/>
                  <a:buChar char="•"/>
                  <a:defRPr/>
                </a:pPr>
                <a:r>
                  <a:rPr kumimoji="1" lang="ko-KR" alt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 ExtraLight" panose="02000303000000020004" pitchFamily="50" charset="-127"/>
                    <a:ea typeface="Pretendard ExtraLight" panose="02000303000000020004" pitchFamily="50" charset="-127"/>
                    <a:cs typeface="Pretendard ExtraLight" panose="02000303000000020004" pitchFamily="50" charset="-127"/>
                  </a:rPr>
                  <a:t>디자인 요소 구축 시 표준이 되는 웹 스타일가이드를 제작하고</a:t>
                </a:r>
                <a:r>
                  <a:rPr kumimoji="1" lang="en-US" altLang="ko-KR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 ExtraLight" panose="02000303000000020004" pitchFamily="50" charset="-127"/>
                    <a:ea typeface="Pretendard ExtraLight" panose="02000303000000020004" pitchFamily="50" charset="-127"/>
                    <a:cs typeface="Pretendard ExtraLight" panose="02000303000000020004" pitchFamily="50" charset="-127"/>
                  </a:rPr>
                  <a:t>,</a:t>
                </a:r>
                <a:r>
                  <a:rPr kumimoji="1" lang="ko-KR" alt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 ExtraLight" panose="02000303000000020004" pitchFamily="50" charset="-127"/>
                    <a:ea typeface="Pretendard ExtraLight" panose="02000303000000020004" pitchFamily="50" charset="-127"/>
                    <a:cs typeface="Pretendard ExtraLight" panose="02000303000000020004" pitchFamily="50" charset="-127"/>
                  </a:rPr>
                  <a:t> 이를 기반으로 웹사이트 전체 디자인의 통일성을 유지</a:t>
                </a:r>
              </a:p>
            </p:txBody>
          </p:sp>
          <p:grpSp>
            <p:nvGrpSpPr>
              <p:cNvPr id="331" name="그룹 330">
                <a:extLst>
                  <a:ext uri="{FF2B5EF4-FFF2-40B4-BE49-F238E27FC236}">
                    <a16:creationId xmlns:a16="http://schemas.microsoft.com/office/drawing/2014/main" id="{296F7814-86BE-400A-8540-36133C0CA584}"/>
                  </a:ext>
                </a:extLst>
              </p:cNvPr>
              <p:cNvGrpSpPr/>
              <p:nvPr/>
            </p:nvGrpSpPr>
            <p:grpSpPr>
              <a:xfrm>
                <a:off x="3429000" y="6449297"/>
                <a:ext cx="2916064" cy="252000"/>
                <a:chOff x="3429000" y="6373537"/>
                <a:chExt cx="2916064" cy="252000"/>
              </a:xfrm>
            </p:grpSpPr>
            <p:sp>
              <p:nvSpPr>
                <p:cNvPr id="333" name="직사각형 332">
                  <a:extLst>
                    <a:ext uri="{FF2B5EF4-FFF2-40B4-BE49-F238E27FC236}">
                      <a16:creationId xmlns:a16="http://schemas.microsoft.com/office/drawing/2014/main" id="{E04BF342-9D7F-431E-A21D-FAFB86A19E39}"/>
                    </a:ext>
                  </a:extLst>
                </p:cNvPr>
                <p:cNvSpPr/>
                <p:nvPr/>
              </p:nvSpPr>
              <p:spPr>
                <a:xfrm>
                  <a:off x="4005064" y="6373537"/>
                  <a:ext cx="2340000" cy="252000"/>
                </a:xfrm>
                <a:prstGeom prst="rect">
                  <a:avLst/>
                </a:prstGeom>
                <a:solidFill>
                  <a:srgbClr val="BDD7EE"/>
                </a:solidFill>
                <a:ln w="12700" algn="ctr">
                  <a:noFill/>
                  <a:miter lim="800000"/>
                  <a:headEnd/>
                  <a:tailEnd/>
                </a:ln>
                <a:effectLst/>
              </p:spPr>
              <p:txBody>
                <a:bodyPr lIns="108000" tIns="36000" rIns="36000" bIns="36000" anchor="ctr"/>
                <a:lstStyle/>
                <a:p>
                  <a:pPr marL="166189" indent="-180964" defTabSz="914400" fontAlgn="base" latinLnBrk="1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ko-KR" altLang="en-US" sz="1100" kern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j-ea"/>
                      <a:ea typeface="+mj-ea"/>
                    </a:rPr>
                    <a:t>컨셉 반영 및 통일된 디자인 구축</a:t>
                  </a:r>
                </a:p>
              </p:txBody>
            </p:sp>
            <p:sp>
              <p:nvSpPr>
                <p:cNvPr id="334" name="직사각형 333">
                  <a:extLst>
                    <a:ext uri="{FF2B5EF4-FFF2-40B4-BE49-F238E27FC236}">
                      <a16:creationId xmlns:a16="http://schemas.microsoft.com/office/drawing/2014/main" id="{E163C6DD-F742-4934-979C-3CACCB9CCB29}"/>
                    </a:ext>
                  </a:extLst>
                </p:cNvPr>
                <p:cNvSpPr/>
                <p:nvPr/>
              </p:nvSpPr>
              <p:spPr>
                <a:xfrm>
                  <a:off x="3429000" y="6373537"/>
                  <a:ext cx="576000" cy="252000"/>
                </a:xfrm>
                <a:prstGeom prst="rect">
                  <a:avLst/>
                </a:prstGeom>
                <a:solidFill>
                  <a:srgbClr val="002060"/>
                </a:solidFill>
                <a:ln w="28575" cap="flat" cmpd="sng" algn="ctr">
                  <a:noFill/>
                  <a:prstDash val="solid"/>
                </a:ln>
                <a:effectLst>
                  <a:outerShdw blurRad="38100" dist="38100" dir="2700000" algn="tl" rotWithShape="0">
                    <a:schemeClr val="bg1">
                      <a:alpha val="30000"/>
                    </a:schemeClr>
                  </a:outerShdw>
                </a:effectLst>
              </p:spPr>
              <p:txBody>
                <a:bodyPr lIns="36000" tIns="36000" rIns="36000" bIns="36000" rtlCol="0" anchor="ctr"/>
                <a:lstStyle/>
                <a:p>
                  <a:pPr marL="166189" indent="-180964" algn="ctr" defTabSz="914400" latinLnBrk="1"/>
                  <a:r>
                    <a:rPr lang="ko-KR" altLang="en-US" sz="1000" kern="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+mj-ea"/>
                      <a:ea typeface="+mj-ea"/>
                    </a:rPr>
                    <a:t>방향 </a:t>
                  </a:r>
                  <a:r>
                    <a:rPr lang="en-US" altLang="ko-KR" sz="1000" kern="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+mj-ea"/>
                      <a:ea typeface="+mj-ea"/>
                    </a:rPr>
                    <a:t>03</a:t>
                  </a:r>
                  <a:endParaRPr lang="ko-KR" altLang="en-US" sz="1000" kern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+mj-ea"/>
                    <a:ea typeface="+mj-ea"/>
                  </a:endParaRPr>
                </a:p>
              </p:txBody>
            </p:sp>
          </p:grpSp>
          <p:sp>
            <p:nvSpPr>
              <p:cNvPr id="332" name="任意形状 833">
                <a:extLst>
                  <a:ext uri="{FF2B5EF4-FFF2-40B4-BE49-F238E27FC236}">
                    <a16:creationId xmlns:a16="http://schemas.microsoft.com/office/drawing/2014/main" id="{DC82E32D-5B53-4027-AC00-C6C2C3D7791B}"/>
                  </a:ext>
                </a:extLst>
              </p:cNvPr>
              <p:cNvSpPr/>
              <p:nvPr/>
            </p:nvSpPr>
            <p:spPr>
              <a:xfrm>
                <a:off x="3565712" y="6819529"/>
                <a:ext cx="302059" cy="30205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326" h="21600" extrusionOk="0">
                    <a:moveTo>
                      <a:pt x="2245" y="2274"/>
                    </a:moveTo>
                    <a:lnTo>
                      <a:pt x="2245" y="5684"/>
                    </a:lnTo>
                    <a:lnTo>
                      <a:pt x="17959" y="5684"/>
                    </a:lnTo>
                    <a:lnTo>
                      <a:pt x="17959" y="2274"/>
                    </a:lnTo>
                    <a:lnTo>
                      <a:pt x="2245" y="2274"/>
                    </a:lnTo>
                    <a:close/>
                    <a:moveTo>
                      <a:pt x="1122" y="0"/>
                    </a:moveTo>
                    <a:lnTo>
                      <a:pt x="19081" y="0"/>
                    </a:lnTo>
                    <a:cubicBezTo>
                      <a:pt x="19701" y="0"/>
                      <a:pt x="20203" y="509"/>
                      <a:pt x="20203" y="1137"/>
                    </a:cubicBezTo>
                    <a:lnTo>
                      <a:pt x="20203" y="6821"/>
                    </a:lnTo>
                    <a:cubicBezTo>
                      <a:pt x="20203" y="7449"/>
                      <a:pt x="19701" y="7958"/>
                      <a:pt x="19081" y="7958"/>
                    </a:cubicBezTo>
                    <a:lnTo>
                      <a:pt x="1122" y="7958"/>
                    </a:lnTo>
                    <a:cubicBezTo>
                      <a:pt x="502" y="7958"/>
                      <a:pt x="0" y="7449"/>
                      <a:pt x="0" y="6821"/>
                    </a:cubicBezTo>
                    <a:lnTo>
                      <a:pt x="0" y="1137"/>
                    </a:lnTo>
                    <a:cubicBezTo>
                      <a:pt x="0" y="509"/>
                      <a:pt x="502" y="0"/>
                      <a:pt x="1122" y="0"/>
                    </a:cubicBezTo>
                    <a:close/>
                    <a:moveTo>
                      <a:pt x="3367" y="10232"/>
                    </a:moveTo>
                    <a:lnTo>
                      <a:pt x="10102" y="10232"/>
                    </a:lnTo>
                    <a:cubicBezTo>
                      <a:pt x="10722" y="10232"/>
                      <a:pt x="11224" y="10741"/>
                      <a:pt x="11224" y="11368"/>
                    </a:cubicBezTo>
                    <a:lnTo>
                      <a:pt x="11224" y="14779"/>
                    </a:lnTo>
                    <a:lnTo>
                      <a:pt x="12347" y="14779"/>
                    </a:lnTo>
                    <a:lnTo>
                      <a:pt x="12347" y="21600"/>
                    </a:lnTo>
                    <a:lnTo>
                      <a:pt x="7857" y="21600"/>
                    </a:lnTo>
                    <a:lnTo>
                      <a:pt x="7857" y="14779"/>
                    </a:lnTo>
                    <a:lnTo>
                      <a:pt x="8979" y="14779"/>
                    </a:lnTo>
                    <a:lnTo>
                      <a:pt x="8979" y="12505"/>
                    </a:lnTo>
                    <a:lnTo>
                      <a:pt x="2245" y="12505"/>
                    </a:lnTo>
                    <a:cubicBezTo>
                      <a:pt x="1625" y="12505"/>
                      <a:pt x="1122" y="11996"/>
                      <a:pt x="1122" y="11368"/>
                    </a:cubicBezTo>
                    <a:lnTo>
                      <a:pt x="1122" y="9095"/>
                    </a:lnTo>
                    <a:lnTo>
                      <a:pt x="3367" y="9095"/>
                    </a:lnTo>
                    <a:lnTo>
                      <a:pt x="3367" y="10232"/>
                    </a:lnTo>
                    <a:close/>
                    <a:moveTo>
                      <a:pt x="16535" y="12201"/>
                    </a:moveTo>
                    <a:lnTo>
                      <a:pt x="18520" y="10191"/>
                    </a:lnTo>
                    <a:lnTo>
                      <a:pt x="20504" y="12201"/>
                    </a:lnTo>
                    <a:cubicBezTo>
                      <a:pt x="21600" y="13311"/>
                      <a:pt x="21600" y="15110"/>
                      <a:pt x="20504" y="16220"/>
                    </a:cubicBezTo>
                    <a:cubicBezTo>
                      <a:pt x="19408" y="17330"/>
                      <a:pt x="17631" y="17329"/>
                      <a:pt x="16535" y="16219"/>
                    </a:cubicBezTo>
                    <a:cubicBezTo>
                      <a:pt x="15440" y="15110"/>
                      <a:pt x="15440" y="13310"/>
                      <a:pt x="16535" y="12201"/>
                    </a:cubicBezTo>
                    <a:close/>
                  </a:path>
                </a:pathLst>
              </a:cu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endParaRPr/>
              </a:p>
            </p:txBody>
          </p:sp>
        </p:grpSp>
      </p:grpSp>
      <p:pic>
        <p:nvPicPr>
          <p:cNvPr id="335" name="그림 334">
            <a:extLst>
              <a:ext uri="{FF2B5EF4-FFF2-40B4-BE49-F238E27FC236}">
                <a16:creationId xmlns:a16="http://schemas.microsoft.com/office/drawing/2014/main" id="{007F0BB9-F7E3-4730-8D68-61EF26FAA576}"/>
              </a:ext>
            </a:extLst>
          </p:cNvPr>
          <p:cNvPicPr preferRelativeResize="0">
            <a:picLocks/>
          </p:cNvPicPr>
          <p:nvPr/>
        </p:nvPicPr>
        <p:blipFill>
          <a:blip r:embed="rId4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4887304" y="5330901"/>
            <a:ext cx="143409" cy="2916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66C85FE-7BE0-DD0C-8885-8490A4075D65}"/>
              </a:ext>
            </a:extLst>
          </p:cNvPr>
          <p:cNvSpPr txBox="1"/>
          <p:nvPr/>
        </p:nvSpPr>
        <p:spPr>
          <a:xfrm>
            <a:off x="1667082" y="503378"/>
            <a:ext cx="1288814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defTabSz="987095"/>
            <a:r>
              <a:rPr lang="en-US" altLang="ko-KR" sz="800" spc="-54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Ⅲ  </a:t>
            </a:r>
            <a:r>
              <a:rPr lang="ko-KR" altLang="en-US" sz="800" spc="-54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기술 및 기능  </a:t>
            </a:r>
            <a:r>
              <a:rPr lang="en-US" altLang="ko-KR" sz="800" spc="-54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&gt;  2. </a:t>
            </a:r>
            <a:r>
              <a:rPr lang="ko-KR" altLang="en-US" sz="800" spc="-54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기능 요구사항</a:t>
            </a:r>
          </a:p>
        </p:txBody>
      </p:sp>
    </p:spTree>
    <p:extLst>
      <p:ext uri="{BB962C8B-B14F-4D97-AF65-F5344CB8AC3E}">
        <p14:creationId xmlns:p14="http://schemas.microsoft.com/office/powerpoint/2010/main" val="222441737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제목 89"/>
          <p:cNvSpPr>
            <a:spLocks noGrp="1"/>
          </p:cNvSpPr>
          <p:nvPr>
            <p:ph type="title"/>
          </p:nvPr>
        </p:nvSpPr>
        <p:spPr>
          <a:xfrm>
            <a:off x="512676" y="1064568"/>
            <a:ext cx="1619083" cy="199285"/>
          </a:xfrm>
          <a:prstGeom prst="rect">
            <a:avLst/>
          </a:prstGeom>
          <a:noFill/>
        </p:spPr>
        <p:txBody>
          <a:bodyPr wrap="none" lIns="108000" tIns="0" rIns="0" bIns="0" anchor="ctr">
            <a:spAutoFit/>
          </a:bodyPr>
          <a:lstStyle/>
          <a:p>
            <a:r>
              <a:rPr lang="en-US" altLang="ko-KR" dirty="0"/>
              <a:t>2.4 </a:t>
            </a:r>
            <a:r>
              <a:rPr lang="ko-KR" altLang="en-US" dirty="0"/>
              <a:t>시스템 설계 방안</a:t>
            </a:r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3B11CEA3-E856-49A3-817A-94A24A79D5E1}"/>
              </a:ext>
            </a:extLst>
          </p:cNvPr>
          <p:cNvGrpSpPr/>
          <p:nvPr/>
        </p:nvGrpSpPr>
        <p:grpSpPr>
          <a:xfrm>
            <a:off x="1412776" y="3833639"/>
            <a:ext cx="4032448" cy="327273"/>
            <a:chOff x="1412776" y="3833639"/>
            <a:chExt cx="4032448" cy="327273"/>
          </a:xfrm>
        </p:grpSpPr>
        <p:sp>
          <p:nvSpPr>
            <p:cNvPr id="109" name="모서리가 둥근 직사각형 108"/>
            <p:cNvSpPr/>
            <p:nvPr/>
          </p:nvSpPr>
          <p:spPr bwMode="auto">
            <a:xfrm>
              <a:off x="1412776" y="3833639"/>
              <a:ext cx="1963636" cy="327273"/>
            </a:xfrm>
            <a:prstGeom prst="rect">
              <a:avLst/>
            </a:prstGeom>
            <a:solidFill>
              <a:srgbClr val="A1AFC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 fontAlgn="base">
                <a:lnSpc>
                  <a:spcPct val="120000"/>
                </a:lnSpc>
                <a:spcBef>
                  <a:spcPct val="40000"/>
                </a:spcBef>
                <a:spcAft>
                  <a:spcPct val="0"/>
                </a:spcAft>
              </a:pPr>
              <a:r>
                <a:rPr kumimoji="1" lang="ko-KR" altLang="en-US" sz="1050" kern="0" spc="-50">
                  <a:solidFill>
                    <a:schemeClr val="bg1"/>
                  </a:solidFill>
                  <a:latin typeface="+mn-ea"/>
                  <a:sym typeface="Monotype Sorts"/>
                </a:rPr>
                <a:t>최신의 </a:t>
              </a:r>
              <a:r>
                <a:rPr kumimoji="1" lang="en-US" altLang="ko-KR" sz="1050" kern="0" spc="-50">
                  <a:solidFill>
                    <a:schemeClr val="bg1"/>
                  </a:solidFill>
                  <a:latin typeface="+mn-ea"/>
                  <a:sym typeface="Monotype Sorts"/>
                </a:rPr>
                <a:t>IT </a:t>
              </a:r>
              <a:r>
                <a:rPr kumimoji="1" lang="ko-KR" altLang="en-US" sz="1050" kern="0" spc="-50">
                  <a:solidFill>
                    <a:schemeClr val="bg1"/>
                  </a:solidFill>
                  <a:latin typeface="+mn-ea"/>
                  <a:sym typeface="Monotype Sorts"/>
                </a:rPr>
                <a:t>기술 및 표준화 적용</a:t>
              </a:r>
            </a:p>
          </p:txBody>
        </p:sp>
        <p:sp>
          <p:nvSpPr>
            <p:cNvPr id="110" name="모서리가 둥근 직사각형 109"/>
            <p:cNvSpPr/>
            <p:nvPr/>
          </p:nvSpPr>
          <p:spPr bwMode="auto">
            <a:xfrm>
              <a:off x="3481588" y="3833639"/>
              <a:ext cx="1963636" cy="327273"/>
            </a:xfrm>
            <a:prstGeom prst="rect">
              <a:avLst/>
            </a:prstGeom>
            <a:solidFill>
              <a:srgbClr val="A1AFC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 fontAlgn="base">
                <a:lnSpc>
                  <a:spcPct val="120000"/>
                </a:lnSpc>
                <a:spcBef>
                  <a:spcPct val="40000"/>
                </a:spcBef>
                <a:spcAft>
                  <a:spcPct val="0"/>
                </a:spcAft>
              </a:pPr>
              <a:r>
                <a:rPr kumimoji="1" lang="ko-KR" altLang="en-US" sz="1050" kern="0" spc="-50">
                  <a:solidFill>
                    <a:schemeClr val="bg1"/>
                  </a:solidFill>
                  <a:latin typeface="+mn-ea"/>
                  <a:sym typeface="Monotype Sorts"/>
                </a:rPr>
                <a:t>분야별 최적화된 설계방안 마련</a:t>
              </a:r>
            </a:p>
          </p:txBody>
        </p:sp>
      </p:grpSp>
      <p:sp>
        <p:nvSpPr>
          <p:cNvPr id="111" name="AutoShape 9">
            <a:extLst>
              <a:ext uri="{FF2B5EF4-FFF2-40B4-BE49-F238E27FC236}">
                <a16:creationId xmlns:a16="http://schemas.microsoft.com/office/drawing/2014/main" id="{5FB62DBC-1671-4389-90B9-0EA0DBB02CD8}"/>
              </a:ext>
            </a:extLst>
          </p:cNvPr>
          <p:cNvSpPr>
            <a:spLocks/>
          </p:cNvSpPr>
          <p:nvPr/>
        </p:nvSpPr>
        <p:spPr bwMode="gray">
          <a:xfrm rot="16200000" flipH="1">
            <a:off x="3242069" y="1467856"/>
            <a:ext cx="373863" cy="5976000"/>
          </a:xfrm>
          <a:prstGeom prst="leftBrace">
            <a:avLst>
              <a:gd name="adj1" fmla="val 124251"/>
              <a:gd name="adj2" fmla="val 50000"/>
            </a:avLst>
          </a:prstGeom>
          <a:gradFill rotWithShape="1">
            <a:gsLst>
              <a:gs pos="0">
                <a:schemeClr val="bg1">
                  <a:lumMod val="85000"/>
                </a:schemeClr>
              </a:gs>
              <a:gs pos="54000">
                <a:schemeClr val="bg1">
                  <a:lumMod val="95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</a:gradFill>
          <a:ln w="9525">
            <a:noFill/>
            <a:round/>
            <a:headEnd/>
            <a:tailEnd/>
          </a:ln>
        </p:spPr>
        <p:txBody>
          <a:bodyPr rot="10800000" vert="eaVert" wrap="none" anchor="ctr"/>
          <a:lstStyle/>
          <a:p>
            <a:pPr>
              <a:defRPr/>
            </a:pPr>
            <a:endParaRPr lang="ko-KR" altLang="en-US" dirty="0">
              <a:solidFill>
                <a:prstClr val="black"/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grpSp>
        <p:nvGrpSpPr>
          <p:cNvPr id="132" name="그룹 131">
            <a:extLst>
              <a:ext uri="{FF2B5EF4-FFF2-40B4-BE49-F238E27FC236}">
                <a16:creationId xmlns:a16="http://schemas.microsoft.com/office/drawing/2014/main" id="{2753B76B-46F2-45C3-B6F7-B37A024E0A2E}"/>
              </a:ext>
            </a:extLst>
          </p:cNvPr>
          <p:cNvGrpSpPr/>
          <p:nvPr/>
        </p:nvGrpSpPr>
        <p:grpSpPr>
          <a:xfrm>
            <a:off x="440668" y="1064568"/>
            <a:ext cx="66431" cy="180000"/>
            <a:chOff x="447632" y="1870808"/>
            <a:chExt cx="66431" cy="247087"/>
          </a:xfrm>
        </p:grpSpPr>
        <p:sp>
          <p:nvSpPr>
            <p:cNvPr id="133" name="직사각형 132">
              <a:extLst>
                <a:ext uri="{FF2B5EF4-FFF2-40B4-BE49-F238E27FC236}">
                  <a16:creationId xmlns:a16="http://schemas.microsoft.com/office/drawing/2014/main" id="{E5835BE6-6E5C-4396-BD38-DE5871501996}"/>
                </a:ext>
              </a:extLst>
            </p:cNvPr>
            <p:cNvSpPr/>
            <p:nvPr/>
          </p:nvSpPr>
          <p:spPr>
            <a:xfrm>
              <a:off x="447632" y="1990162"/>
              <a:ext cx="66431" cy="12773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/>
            </a:bodyPr>
            <a:lstStyle/>
            <a:p>
              <a:pPr algn="ctr"/>
              <a:endParaRPr lang="ko-KR" altLang="en-US">
                <a:ln>
                  <a:solidFill>
                    <a:srgbClr val="02A1B2">
                      <a:alpha val="0"/>
                    </a:srgbClr>
                  </a:solidFill>
                </a:ln>
              </a:endParaRPr>
            </a:p>
          </p:txBody>
        </p:sp>
        <p:sp>
          <p:nvSpPr>
            <p:cNvPr id="134" name="직사각형 133">
              <a:extLst>
                <a:ext uri="{FF2B5EF4-FFF2-40B4-BE49-F238E27FC236}">
                  <a16:creationId xmlns:a16="http://schemas.microsoft.com/office/drawing/2014/main" id="{DA042664-5704-4329-A348-9FC1B57536F3}"/>
                </a:ext>
              </a:extLst>
            </p:cNvPr>
            <p:cNvSpPr/>
            <p:nvPr/>
          </p:nvSpPr>
          <p:spPr>
            <a:xfrm>
              <a:off x="447632" y="1870808"/>
              <a:ext cx="66431" cy="127733"/>
            </a:xfrm>
            <a:prstGeom prst="rect">
              <a:avLst/>
            </a:prstGeom>
            <a:solidFill>
              <a:srgbClr val="B71B6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/>
            </a:bodyPr>
            <a:lstStyle/>
            <a:p>
              <a:pPr algn="ctr"/>
              <a:endParaRPr lang="ko-KR" altLang="en-US">
                <a:ln>
                  <a:solidFill>
                    <a:srgbClr val="02A1B2">
                      <a:alpha val="0"/>
                    </a:srgbClr>
                  </a:solidFill>
                </a:ln>
              </a:endParaRPr>
            </a:p>
          </p:txBody>
        </p:sp>
      </p:grpSp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8FF6886A-B9D9-4B3A-BE90-E29CCFC6A44D}"/>
              </a:ext>
            </a:extLst>
          </p:cNvPr>
          <p:cNvSpPr/>
          <p:nvPr/>
        </p:nvSpPr>
        <p:spPr>
          <a:xfrm>
            <a:off x="5206867" y="1065770"/>
            <a:ext cx="1209800" cy="17763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36000" rIns="72000" bIns="18000" rtlCol="0" anchor="ctr">
            <a:spAutoFit/>
          </a:bodyPr>
          <a:lstStyle/>
          <a:p>
            <a:pPr algn="r"/>
            <a:r>
              <a: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요구사항 번호</a:t>
            </a:r>
            <a:r>
              <a:rPr lang="en-US" altLang="ko-KR" sz="8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: </a:t>
            </a:r>
            <a:r>
              <a:rPr lang="en-US" altLang="ko-KR" sz="800">
                <a:solidFill>
                  <a:srgbClr val="0070C0"/>
                </a:solidFill>
                <a:latin typeface="+mj-ea"/>
                <a:ea typeface="+mj-ea"/>
              </a:rPr>
              <a:t>ABC-001</a:t>
            </a:r>
            <a:endParaRPr lang="ko-KR" altLang="en-US" sz="800" dirty="0">
              <a:solidFill>
                <a:srgbClr val="0070C0"/>
              </a:solidFill>
              <a:latin typeface="+mj-ea"/>
              <a:ea typeface="+mj-ea"/>
            </a:endParaRPr>
          </a:p>
        </p:txBody>
      </p:sp>
      <p:sp>
        <p:nvSpPr>
          <p:cNvPr id="136" name="AutoShape 165">
            <a:extLst>
              <a:ext uri="{FF2B5EF4-FFF2-40B4-BE49-F238E27FC236}">
                <a16:creationId xmlns:a16="http://schemas.microsoft.com/office/drawing/2014/main" id="{1BE8B08C-855F-4514-A82B-55037FA50B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668" y="1568624"/>
            <a:ext cx="5976000" cy="647237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3175" algn="ctr">
            <a:solidFill>
              <a:schemeClr val="bg1">
                <a:lumMod val="95000"/>
              </a:schemeClr>
            </a:solidFill>
            <a:round/>
            <a:headEnd/>
            <a:tailEnd/>
          </a:ln>
          <a:effectLst/>
        </p:spPr>
        <p:txBody>
          <a:bodyPr wrap="square" lIns="144000" tIns="36000" rIns="72000" bIns="36000" anchor="ctr"/>
          <a:lstStyle/>
          <a:p>
            <a:pPr marL="85725" lvl="0" indent="-85725" defTabSz="914400" fontAlgn="ctr">
              <a:lnSpc>
                <a:spcPct val="110000"/>
              </a:lnSpc>
              <a:spcAft>
                <a:spcPts val="300"/>
              </a:spcAft>
              <a:buFont typeface="Arial" pitchFamily="34" charset="0"/>
              <a:buChar char="•"/>
              <a:defRPr/>
            </a:pPr>
            <a:r>
              <a:rPr kumimoji="1" lang="ko-KR" altLang="en-US" sz="1000" kern="0">
                <a:solidFill>
                  <a:prstClr val="black">
                    <a:lumMod val="75000"/>
                    <a:lumOff val="25000"/>
                  </a:prstClr>
                </a:solidFill>
              </a:rPr>
              <a:t>최신 </a:t>
            </a:r>
            <a:r>
              <a:rPr kumimoji="1" lang="en-US" altLang="ko-KR" sz="1000" kern="0">
                <a:solidFill>
                  <a:prstClr val="black">
                    <a:lumMod val="75000"/>
                    <a:lumOff val="25000"/>
                  </a:prstClr>
                </a:solidFill>
              </a:rPr>
              <a:t>IT </a:t>
            </a:r>
            <a:r>
              <a:rPr kumimoji="1" lang="ko-KR" altLang="en-US" sz="1000" kern="0">
                <a:solidFill>
                  <a:prstClr val="black">
                    <a:lumMod val="75000"/>
                    <a:lumOff val="25000"/>
                  </a:prstClr>
                </a:solidFill>
              </a:rPr>
              <a:t>기술을 적용하고</a:t>
            </a:r>
            <a:r>
              <a:rPr kumimoji="1" lang="en-US" altLang="ko-KR" sz="1000" kern="0">
                <a:solidFill>
                  <a:prstClr val="black">
                    <a:lumMod val="75000"/>
                    <a:lumOff val="25000"/>
                  </a:prstClr>
                </a:solidFill>
              </a:rPr>
              <a:t>, </a:t>
            </a:r>
            <a:r>
              <a:rPr kumimoji="1" lang="ko-KR" altLang="en-US" sz="1000" kern="0">
                <a:solidFill>
                  <a:prstClr val="black">
                    <a:lumMod val="75000"/>
                    <a:lumOff val="25000"/>
                  </a:prstClr>
                </a:solidFill>
                <a:latin typeface="+mj-ea"/>
                <a:ea typeface="+mj-ea"/>
              </a:rPr>
              <a:t>국가 표준 웹 기술 및 보안 지침을 준수</a:t>
            </a:r>
            <a:r>
              <a:rPr kumimoji="1" lang="ko-KR" altLang="en-US" sz="1000" kern="0">
                <a:solidFill>
                  <a:prstClr val="black">
                    <a:lumMod val="75000"/>
                    <a:lumOff val="25000"/>
                  </a:prstClr>
                </a:solidFill>
              </a:rPr>
              <a:t>하여 고품질 서비스 구현</a:t>
            </a:r>
          </a:p>
          <a:p>
            <a:pPr marL="85725" lvl="0" indent="-85725" defTabSz="914400" fontAlgn="ctr">
              <a:lnSpc>
                <a:spcPct val="110000"/>
              </a:lnSpc>
              <a:spcAft>
                <a:spcPts val="300"/>
              </a:spcAft>
              <a:buFont typeface="Arial" pitchFamily="34" charset="0"/>
              <a:buChar char="•"/>
              <a:defRPr/>
            </a:pPr>
            <a:r>
              <a:rPr kumimoji="1" lang="ko-KR" altLang="en-US" sz="1000" kern="0">
                <a:solidFill>
                  <a:prstClr val="black">
                    <a:lumMod val="75000"/>
                    <a:lumOff val="25000"/>
                  </a:prstClr>
                </a:solidFill>
              </a:rPr>
              <a:t>전자정부 표준프레임워크 적용</a:t>
            </a:r>
            <a:r>
              <a:rPr kumimoji="1" lang="en-US" altLang="ko-KR" sz="1000" kern="0">
                <a:solidFill>
                  <a:prstClr val="black">
                    <a:lumMod val="75000"/>
                    <a:lumOff val="25000"/>
                  </a:prstClr>
                </a:solidFill>
              </a:rPr>
              <a:t>, </a:t>
            </a:r>
            <a:r>
              <a:rPr kumimoji="1" lang="ko-KR" altLang="en-US" sz="1000" kern="0">
                <a:solidFill>
                  <a:prstClr val="black">
                    <a:lumMod val="75000"/>
                    <a:lumOff val="25000"/>
                  </a:prstClr>
                </a:solidFill>
              </a:rPr>
              <a:t>데이터 표준</a:t>
            </a:r>
            <a:r>
              <a:rPr kumimoji="1" lang="en-US" altLang="ko-KR" sz="1000" kern="0">
                <a:solidFill>
                  <a:prstClr val="black">
                    <a:lumMod val="75000"/>
                    <a:lumOff val="25000"/>
                  </a:prstClr>
                </a:solidFill>
              </a:rPr>
              <a:t>/</a:t>
            </a:r>
            <a:r>
              <a:rPr kumimoji="1" lang="ko-KR" altLang="en-US" sz="1000" kern="0">
                <a:solidFill>
                  <a:prstClr val="black">
                    <a:lumMod val="75000"/>
                    <a:lumOff val="25000"/>
                  </a:prstClr>
                </a:solidFill>
              </a:rPr>
              <a:t>모델링을 기반으로 </a:t>
            </a:r>
            <a:r>
              <a:rPr kumimoji="1" lang="ko-KR" altLang="en-US" sz="1000" kern="0">
                <a:solidFill>
                  <a:prstClr val="black">
                    <a:lumMod val="75000"/>
                    <a:lumOff val="25000"/>
                  </a:prstClr>
                </a:solidFill>
                <a:latin typeface="+mj-ea"/>
                <a:ea typeface="+mj-ea"/>
              </a:rPr>
              <a:t>시스템의 유연성</a:t>
            </a:r>
            <a:r>
              <a:rPr kumimoji="1" lang="en-US" altLang="ko-KR" sz="1000" kern="0">
                <a:solidFill>
                  <a:prstClr val="black">
                    <a:lumMod val="75000"/>
                    <a:lumOff val="25000"/>
                  </a:prstClr>
                </a:solidFill>
                <a:latin typeface="+mj-ea"/>
                <a:ea typeface="+mj-ea"/>
              </a:rPr>
              <a:t>, </a:t>
            </a:r>
            <a:r>
              <a:rPr kumimoji="1" lang="ko-KR" altLang="en-US" sz="1000" kern="0">
                <a:solidFill>
                  <a:prstClr val="black">
                    <a:lumMod val="75000"/>
                    <a:lumOff val="25000"/>
                  </a:prstClr>
                </a:solidFill>
                <a:latin typeface="+mj-ea"/>
                <a:ea typeface="+mj-ea"/>
              </a:rPr>
              <a:t>안정성 확보</a:t>
            </a:r>
          </a:p>
        </p:txBody>
      </p:sp>
      <p:grpSp>
        <p:nvGrpSpPr>
          <p:cNvPr id="137" name="그룹 136">
            <a:extLst>
              <a:ext uri="{FF2B5EF4-FFF2-40B4-BE49-F238E27FC236}">
                <a16:creationId xmlns:a16="http://schemas.microsoft.com/office/drawing/2014/main" id="{75CF5CB3-09E4-44A8-8FB0-3D9A097933E7}"/>
              </a:ext>
            </a:extLst>
          </p:cNvPr>
          <p:cNvGrpSpPr/>
          <p:nvPr/>
        </p:nvGrpSpPr>
        <p:grpSpPr>
          <a:xfrm>
            <a:off x="440668" y="2504728"/>
            <a:ext cx="5976000" cy="184666"/>
            <a:chOff x="4503039" y="5804479"/>
            <a:chExt cx="5976000" cy="184666"/>
          </a:xfrm>
        </p:grpSpPr>
        <p:cxnSp>
          <p:nvCxnSpPr>
            <p:cNvPr id="138" name="직선 연결선 137">
              <a:extLst>
                <a:ext uri="{FF2B5EF4-FFF2-40B4-BE49-F238E27FC236}">
                  <a16:creationId xmlns:a16="http://schemas.microsoft.com/office/drawing/2014/main" id="{7E4E7109-5C98-4543-9AE0-F81A019EFAC9}"/>
                </a:ext>
              </a:extLst>
            </p:cNvPr>
            <p:cNvCxnSpPr>
              <a:cxnSpLocks/>
            </p:cNvCxnSpPr>
            <p:nvPr/>
          </p:nvCxnSpPr>
          <p:spPr>
            <a:xfrm>
              <a:off x="4503039" y="5948495"/>
              <a:ext cx="5976000" cy="0"/>
            </a:xfrm>
            <a:prstGeom prst="line">
              <a:avLst/>
            </a:prstGeom>
            <a:ln w="12700" cap="flat">
              <a:solidFill>
                <a:srgbClr val="BAC0CE"/>
              </a:solidFill>
              <a:miter lim="800000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44DF4902-BC13-4EA9-9493-349FF82782B9}"/>
                </a:ext>
              </a:extLst>
            </p:cNvPr>
            <p:cNvSpPr txBox="1"/>
            <p:nvPr/>
          </p:nvSpPr>
          <p:spPr>
            <a:xfrm flipH="1">
              <a:off x="4503039" y="5804479"/>
              <a:ext cx="1365809" cy="18466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</p:spPr>
          <p:txBody>
            <a:bodyPr wrap="none" lIns="0" tIns="0" rIns="108000" bIns="0" rtlCol="0" anchor="b">
              <a:spAutoFit/>
            </a:bodyPr>
            <a:lstStyle/>
            <a:p>
              <a:pPr lvl="0" defTabSz="478031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ko-KR" altLang="en-US" sz="120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목표시스템 설계방안</a:t>
              </a: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C1430664-543B-47D2-A09E-8A361807D09C}"/>
              </a:ext>
            </a:extLst>
          </p:cNvPr>
          <p:cNvGrpSpPr/>
          <p:nvPr/>
        </p:nvGrpSpPr>
        <p:grpSpPr>
          <a:xfrm>
            <a:off x="1268760" y="2900772"/>
            <a:ext cx="4320460" cy="743773"/>
            <a:chOff x="1268760" y="2900772"/>
            <a:chExt cx="4320460" cy="743773"/>
          </a:xfrm>
        </p:grpSpPr>
        <p:sp>
          <p:nvSpPr>
            <p:cNvPr id="279" name="Rectangle">
              <a:extLst>
                <a:ext uri="{FF2B5EF4-FFF2-40B4-BE49-F238E27FC236}">
                  <a16:creationId xmlns:a16="http://schemas.microsoft.com/office/drawing/2014/main" id="{E47C76A1-B07C-4545-977B-E869D13867D2}"/>
                </a:ext>
              </a:extLst>
            </p:cNvPr>
            <p:cNvSpPr/>
            <p:nvPr/>
          </p:nvSpPr>
          <p:spPr>
            <a:xfrm>
              <a:off x="1578439" y="3278820"/>
              <a:ext cx="3701123" cy="54000"/>
            </a:xfrm>
            <a:prstGeom prst="rect">
              <a:avLst/>
            </a:prstGeom>
            <a:solidFill>
              <a:schemeClr val="bg1"/>
            </a:solidFill>
            <a:ln w="3175">
              <a:noFill/>
            </a:ln>
            <a:effectLst>
              <a:outerShdw blurRad="101600" dist="38100" dir="5400000" algn="t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>
                <a:solidFill>
                  <a:schemeClr val="lt1"/>
                </a:solidFill>
                <a:latin typeface="Pretendard" panose="02000503000000020004" pitchFamily="50" charset="-127"/>
                <a:ea typeface="Pretendard" panose="02000503000000020004" pitchFamily="50" charset="-127"/>
                <a:sym typeface="Helvetica Neue Medium"/>
              </a:endParaRPr>
            </a:p>
          </p:txBody>
        </p:sp>
        <p:sp>
          <p:nvSpPr>
            <p:cNvPr id="280" name="Subtitle Text">
              <a:extLst>
                <a:ext uri="{FF2B5EF4-FFF2-40B4-BE49-F238E27FC236}">
                  <a16:creationId xmlns:a16="http://schemas.microsoft.com/office/drawing/2014/main" id="{B4C2F21E-5B82-4157-8486-51FF0AA574D9}"/>
                </a:ext>
              </a:extLst>
            </p:cNvPr>
            <p:cNvSpPr/>
            <p:nvPr/>
          </p:nvSpPr>
          <p:spPr>
            <a:xfrm>
              <a:off x="1639247" y="2900772"/>
              <a:ext cx="3579505" cy="2898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 algn="l" defTabSz="457200">
                <a:lnSpc>
                  <a:spcPct val="120000"/>
                </a:lnSpc>
                <a:defRPr sz="1400" cap="all" spc="1120">
                  <a:solidFill>
                    <a:srgbClr val="242423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 algn="ctr" defTabSz="914400" fontAlgn="base">
                <a:lnSpc>
                  <a:spcPct val="130000"/>
                </a:lnSpc>
                <a:defRPr/>
              </a:pPr>
              <a:r>
                <a:rPr kumimoji="1" lang="ko-KR" altLang="en-US" sz="1600" kern="0" spc="-3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  <a:cs typeface="Pretendard" panose="02000503000000020004" pitchFamily="50" charset="-127"/>
                </a:rPr>
                <a:t>고객 중심의 </a:t>
              </a:r>
              <a:r>
                <a:rPr kumimoji="1" lang="ko-KR" altLang="en-US" sz="1600" kern="0" spc="-30" dirty="0">
                  <a:solidFill>
                    <a:srgbClr val="FB6215"/>
                  </a:solidFill>
                  <a:latin typeface="+mj-ea"/>
                  <a:ea typeface="+mj-ea"/>
                  <a:cs typeface="Pretendard" panose="02000503000000020004" pitchFamily="50" charset="-127"/>
                </a:rPr>
                <a:t>최적화된 정보 시스템 서비스 설계</a:t>
              </a:r>
              <a:endParaRPr kumimoji="1" lang="en-US" altLang="ko-KR" sz="1600" kern="0" spc="-3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Pretendard" panose="02000503000000020004" pitchFamily="50" charset="-127"/>
              </a:endParaRPr>
            </a:p>
          </p:txBody>
        </p:sp>
        <p:sp>
          <p:nvSpPr>
            <p:cNvPr id="281" name="Freeform 34">
              <a:extLst>
                <a:ext uri="{FF2B5EF4-FFF2-40B4-BE49-F238E27FC236}">
                  <a16:creationId xmlns:a16="http://schemas.microsoft.com/office/drawing/2014/main" id="{0E16B504-3997-48B9-AE5D-4E060F59A22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68760" y="2914361"/>
              <a:ext cx="180000" cy="144000"/>
            </a:xfrm>
            <a:custGeom>
              <a:avLst/>
              <a:gdLst>
                <a:gd name="T0" fmla="*/ 43 w 141"/>
                <a:gd name="T1" fmla="*/ 0 h 124"/>
                <a:gd name="T2" fmla="*/ 11 w 141"/>
                <a:gd name="T3" fmla="*/ 26 h 124"/>
                <a:gd name="T4" fmla="*/ 0 w 141"/>
                <a:gd name="T5" fmla="*/ 81 h 124"/>
                <a:gd name="T6" fmla="*/ 0 w 141"/>
                <a:gd name="T7" fmla="*/ 124 h 124"/>
                <a:gd name="T8" fmla="*/ 59 w 141"/>
                <a:gd name="T9" fmla="*/ 124 h 124"/>
                <a:gd name="T10" fmla="*/ 59 w 141"/>
                <a:gd name="T11" fmla="*/ 66 h 124"/>
                <a:gd name="T12" fmla="*/ 28 w 141"/>
                <a:gd name="T13" fmla="*/ 66 h 124"/>
                <a:gd name="T14" fmla="*/ 36 w 141"/>
                <a:gd name="T15" fmla="*/ 35 h 124"/>
                <a:gd name="T16" fmla="*/ 59 w 141"/>
                <a:gd name="T17" fmla="*/ 20 h 124"/>
                <a:gd name="T18" fmla="*/ 43 w 141"/>
                <a:gd name="T19" fmla="*/ 0 h 124"/>
                <a:gd name="T20" fmla="*/ 125 w 141"/>
                <a:gd name="T21" fmla="*/ 0 h 124"/>
                <a:gd name="T22" fmla="*/ 94 w 141"/>
                <a:gd name="T23" fmla="*/ 26 h 124"/>
                <a:gd name="T24" fmla="*/ 83 w 141"/>
                <a:gd name="T25" fmla="*/ 81 h 124"/>
                <a:gd name="T26" fmla="*/ 83 w 141"/>
                <a:gd name="T27" fmla="*/ 124 h 124"/>
                <a:gd name="T28" fmla="*/ 141 w 141"/>
                <a:gd name="T29" fmla="*/ 124 h 124"/>
                <a:gd name="T30" fmla="*/ 141 w 141"/>
                <a:gd name="T31" fmla="*/ 66 h 124"/>
                <a:gd name="T32" fmla="*/ 111 w 141"/>
                <a:gd name="T33" fmla="*/ 66 h 124"/>
                <a:gd name="T34" fmla="*/ 119 w 141"/>
                <a:gd name="T35" fmla="*/ 36 h 124"/>
                <a:gd name="T36" fmla="*/ 141 w 141"/>
                <a:gd name="T37" fmla="*/ 20 h 124"/>
                <a:gd name="T38" fmla="*/ 125 w 141"/>
                <a:gd name="T39" fmla="*/ 0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1" h="124">
                  <a:moveTo>
                    <a:pt x="43" y="0"/>
                  </a:moveTo>
                  <a:cubicBezTo>
                    <a:pt x="33" y="3"/>
                    <a:pt x="20" y="12"/>
                    <a:pt x="11" y="26"/>
                  </a:cubicBezTo>
                  <a:cubicBezTo>
                    <a:pt x="2" y="40"/>
                    <a:pt x="0" y="58"/>
                    <a:pt x="0" y="81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9" y="124"/>
                    <a:pt x="59" y="124"/>
                    <a:pt x="59" y="124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28" y="66"/>
                    <a:pt x="28" y="66"/>
                    <a:pt x="28" y="66"/>
                  </a:cubicBezTo>
                  <a:cubicBezTo>
                    <a:pt x="28" y="58"/>
                    <a:pt x="28" y="44"/>
                    <a:pt x="36" y="35"/>
                  </a:cubicBezTo>
                  <a:cubicBezTo>
                    <a:pt x="43" y="28"/>
                    <a:pt x="52" y="22"/>
                    <a:pt x="59" y="20"/>
                  </a:cubicBezTo>
                  <a:cubicBezTo>
                    <a:pt x="43" y="0"/>
                    <a:pt x="43" y="0"/>
                    <a:pt x="43" y="0"/>
                  </a:cubicBezTo>
                  <a:moveTo>
                    <a:pt x="125" y="0"/>
                  </a:moveTo>
                  <a:cubicBezTo>
                    <a:pt x="116" y="3"/>
                    <a:pt x="103" y="12"/>
                    <a:pt x="94" y="26"/>
                  </a:cubicBezTo>
                  <a:cubicBezTo>
                    <a:pt x="84" y="40"/>
                    <a:pt x="83" y="58"/>
                    <a:pt x="83" y="81"/>
                  </a:cubicBezTo>
                  <a:cubicBezTo>
                    <a:pt x="83" y="124"/>
                    <a:pt x="83" y="124"/>
                    <a:pt x="83" y="124"/>
                  </a:cubicBezTo>
                  <a:cubicBezTo>
                    <a:pt x="141" y="124"/>
                    <a:pt x="141" y="124"/>
                    <a:pt x="141" y="124"/>
                  </a:cubicBezTo>
                  <a:cubicBezTo>
                    <a:pt x="141" y="66"/>
                    <a:pt x="141" y="66"/>
                    <a:pt x="141" y="66"/>
                  </a:cubicBezTo>
                  <a:cubicBezTo>
                    <a:pt x="111" y="66"/>
                    <a:pt x="111" y="66"/>
                    <a:pt x="111" y="66"/>
                  </a:cubicBezTo>
                  <a:cubicBezTo>
                    <a:pt x="111" y="58"/>
                    <a:pt x="111" y="45"/>
                    <a:pt x="119" y="36"/>
                  </a:cubicBezTo>
                  <a:cubicBezTo>
                    <a:pt x="126" y="28"/>
                    <a:pt x="134" y="22"/>
                    <a:pt x="141" y="20"/>
                  </a:cubicBezTo>
                  <a:cubicBezTo>
                    <a:pt x="125" y="0"/>
                    <a:pt x="125" y="0"/>
                    <a:pt x="125" y="0"/>
                  </a:cubicBezTo>
                </a:path>
              </a:pathLst>
            </a:cu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txBody>
            <a:bodyPr/>
            <a:lstStyle/>
            <a:p>
              <a:pPr>
                <a:defRPr/>
              </a:pPr>
              <a:endParaRPr lang="ko-KR" altLang="en-US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1F497D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</a:endParaRPr>
            </a:p>
          </p:txBody>
        </p:sp>
        <p:sp>
          <p:nvSpPr>
            <p:cNvPr id="282" name="Freeform 34">
              <a:extLst>
                <a:ext uri="{FF2B5EF4-FFF2-40B4-BE49-F238E27FC236}">
                  <a16:creationId xmlns:a16="http://schemas.microsoft.com/office/drawing/2014/main" id="{147CA166-BBF7-48D5-8940-AE51D71812BD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5409220" y="2914361"/>
              <a:ext cx="180000" cy="144000"/>
            </a:xfrm>
            <a:custGeom>
              <a:avLst/>
              <a:gdLst>
                <a:gd name="T0" fmla="*/ 43 w 141"/>
                <a:gd name="T1" fmla="*/ 0 h 124"/>
                <a:gd name="T2" fmla="*/ 11 w 141"/>
                <a:gd name="T3" fmla="*/ 26 h 124"/>
                <a:gd name="T4" fmla="*/ 0 w 141"/>
                <a:gd name="T5" fmla="*/ 81 h 124"/>
                <a:gd name="T6" fmla="*/ 0 w 141"/>
                <a:gd name="T7" fmla="*/ 124 h 124"/>
                <a:gd name="T8" fmla="*/ 59 w 141"/>
                <a:gd name="T9" fmla="*/ 124 h 124"/>
                <a:gd name="T10" fmla="*/ 59 w 141"/>
                <a:gd name="T11" fmla="*/ 66 h 124"/>
                <a:gd name="T12" fmla="*/ 28 w 141"/>
                <a:gd name="T13" fmla="*/ 66 h 124"/>
                <a:gd name="T14" fmla="*/ 36 w 141"/>
                <a:gd name="T15" fmla="*/ 35 h 124"/>
                <a:gd name="T16" fmla="*/ 59 w 141"/>
                <a:gd name="T17" fmla="*/ 20 h 124"/>
                <a:gd name="T18" fmla="*/ 43 w 141"/>
                <a:gd name="T19" fmla="*/ 0 h 124"/>
                <a:gd name="T20" fmla="*/ 125 w 141"/>
                <a:gd name="T21" fmla="*/ 0 h 124"/>
                <a:gd name="T22" fmla="*/ 94 w 141"/>
                <a:gd name="T23" fmla="*/ 26 h 124"/>
                <a:gd name="T24" fmla="*/ 83 w 141"/>
                <a:gd name="T25" fmla="*/ 81 h 124"/>
                <a:gd name="T26" fmla="*/ 83 w 141"/>
                <a:gd name="T27" fmla="*/ 124 h 124"/>
                <a:gd name="T28" fmla="*/ 141 w 141"/>
                <a:gd name="T29" fmla="*/ 124 h 124"/>
                <a:gd name="T30" fmla="*/ 141 w 141"/>
                <a:gd name="T31" fmla="*/ 66 h 124"/>
                <a:gd name="T32" fmla="*/ 111 w 141"/>
                <a:gd name="T33" fmla="*/ 66 h 124"/>
                <a:gd name="T34" fmla="*/ 119 w 141"/>
                <a:gd name="T35" fmla="*/ 36 h 124"/>
                <a:gd name="T36" fmla="*/ 141 w 141"/>
                <a:gd name="T37" fmla="*/ 20 h 124"/>
                <a:gd name="T38" fmla="*/ 125 w 141"/>
                <a:gd name="T39" fmla="*/ 0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1" h="124">
                  <a:moveTo>
                    <a:pt x="43" y="0"/>
                  </a:moveTo>
                  <a:cubicBezTo>
                    <a:pt x="33" y="3"/>
                    <a:pt x="20" y="12"/>
                    <a:pt x="11" y="26"/>
                  </a:cubicBezTo>
                  <a:cubicBezTo>
                    <a:pt x="2" y="40"/>
                    <a:pt x="0" y="58"/>
                    <a:pt x="0" y="81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9" y="124"/>
                    <a:pt x="59" y="124"/>
                    <a:pt x="59" y="124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28" y="66"/>
                    <a:pt x="28" y="66"/>
                    <a:pt x="28" y="66"/>
                  </a:cubicBezTo>
                  <a:cubicBezTo>
                    <a:pt x="28" y="58"/>
                    <a:pt x="28" y="44"/>
                    <a:pt x="36" y="35"/>
                  </a:cubicBezTo>
                  <a:cubicBezTo>
                    <a:pt x="43" y="28"/>
                    <a:pt x="52" y="22"/>
                    <a:pt x="59" y="20"/>
                  </a:cubicBezTo>
                  <a:cubicBezTo>
                    <a:pt x="43" y="0"/>
                    <a:pt x="43" y="0"/>
                    <a:pt x="43" y="0"/>
                  </a:cubicBezTo>
                  <a:moveTo>
                    <a:pt x="125" y="0"/>
                  </a:moveTo>
                  <a:cubicBezTo>
                    <a:pt x="116" y="3"/>
                    <a:pt x="103" y="12"/>
                    <a:pt x="94" y="26"/>
                  </a:cubicBezTo>
                  <a:cubicBezTo>
                    <a:pt x="84" y="40"/>
                    <a:pt x="83" y="58"/>
                    <a:pt x="83" y="81"/>
                  </a:cubicBezTo>
                  <a:cubicBezTo>
                    <a:pt x="83" y="124"/>
                    <a:pt x="83" y="124"/>
                    <a:pt x="83" y="124"/>
                  </a:cubicBezTo>
                  <a:cubicBezTo>
                    <a:pt x="141" y="124"/>
                    <a:pt x="141" y="124"/>
                    <a:pt x="141" y="124"/>
                  </a:cubicBezTo>
                  <a:cubicBezTo>
                    <a:pt x="141" y="66"/>
                    <a:pt x="141" y="66"/>
                    <a:pt x="141" y="66"/>
                  </a:cubicBezTo>
                  <a:cubicBezTo>
                    <a:pt x="111" y="66"/>
                    <a:pt x="111" y="66"/>
                    <a:pt x="111" y="66"/>
                  </a:cubicBezTo>
                  <a:cubicBezTo>
                    <a:pt x="111" y="58"/>
                    <a:pt x="111" y="45"/>
                    <a:pt x="119" y="36"/>
                  </a:cubicBezTo>
                  <a:cubicBezTo>
                    <a:pt x="126" y="28"/>
                    <a:pt x="134" y="22"/>
                    <a:pt x="141" y="20"/>
                  </a:cubicBezTo>
                  <a:cubicBezTo>
                    <a:pt x="125" y="0"/>
                    <a:pt x="125" y="0"/>
                    <a:pt x="125" y="0"/>
                  </a:cubicBezTo>
                </a:path>
              </a:pathLst>
            </a:cu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txBody>
            <a:bodyPr/>
            <a:lstStyle/>
            <a:p>
              <a:pPr>
                <a:defRPr/>
              </a:pPr>
              <a:endParaRPr lang="ko-KR" altLang="en-US" sz="120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1F497D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</a:endParaRPr>
            </a:p>
          </p:txBody>
        </p:sp>
        <p:sp>
          <p:nvSpPr>
            <p:cNvPr id="283" name="TextBox 282">
              <a:extLst>
                <a:ext uri="{FF2B5EF4-FFF2-40B4-BE49-F238E27FC236}">
                  <a16:creationId xmlns:a16="http://schemas.microsoft.com/office/drawing/2014/main" id="{1C4C659F-83DA-4E92-BB9C-09E97846D3B9}"/>
                </a:ext>
              </a:extLst>
            </p:cNvPr>
            <p:cNvSpPr txBox="1"/>
            <p:nvPr/>
          </p:nvSpPr>
          <p:spPr>
            <a:xfrm>
              <a:off x="1923073" y="3470651"/>
              <a:ext cx="3108223" cy="17389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>
              <a:defPPr>
                <a:defRPr lang="en-US"/>
              </a:defPPr>
              <a:lvl2pPr marL="0" lvl="1" algn="ctr" defTabSz="914400" fontAlgn="ctr">
                <a:lnSpc>
                  <a:spcPct val="110000"/>
                </a:lnSpc>
                <a:spcAft>
                  <a:spcPts val="300"/>
                </a:spcAft>
                <a:defRPr sz="800" spc="30">
                  <a:latin typeface="KoPubWorld돋움체 Light" panose="00000300000000000000" pitchFamily="2" charset="-127"/>
                  <a:ea typeface="KoPubWorld돋움체 Light" panose="00000300000000000000" pitchFamily="2" charset="-127"/>
                  <a:cs typeface="KoPubWorld돋움체 Light" panose="00000300000000000000" pitchFamily="2" charset="-127"/>
                </a:defRPr>
              </a:lvl2pPr>
            </a:lstStyle>
            <a:p>
              <a:pPr lvl="1" defTabSz="457200" fontAlgn="base">
                <a:spcBef>
                  <a:spcPct val="0"/>
                </a:spcBef>
                <a:spcAft>
                  <a:spcPts val="600"/>
                </a:spcAft>
                <a:defRPr/>
              </a:pPr>
              <a:r>
                <a:rPr kumimoji="1" lang="ko-KR" altLang="en-US" sz="110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2">
                      <a:lumMod val="75000"/>
                    </a:schemeClr>
                  </a:solidFill>
                  <a:latin typeface="+mn-ea"/>
                  <a:ea typeface="+mn-ea"/>
                  <a:cs typeface="Pretendard ExtraLight" panose="02000303000000020004" pitchFamily="50" charset="-127"/>
                  <a:sym typeface="Monotype Sorts"/>
                </a:rPr>
                <a:t>최신 </a:t>
              </a:r>
              <a:r>
                <a:rPr kumimoji="1" lang="en-US" altLang="ko-KR" sz="110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2">
                      <a:lumMod val="75000"/>
                    </a:schemeClr>
                  </a:solidFill>
                  <a:latin typeface="+mn-ea"/>
                  <a:ea typeface="+mn-ea"/>
                  <a:cs typeface="Pretendard ExtraLight" panose="02000303000000020004" pitchFamily="50" charset="-127"/>
                  <a:sym typeface="Monotype Sorts"/>
                </a:rPr>
                <a:t>IT </a:t>
              </a:r>
              <a:r>
                <a:rPr kumimoji="1" lang="ko-KR" altLang="en-US" sz="110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2">
                      <a:lumMod val="75000"/>
                    </a:schemeClr>
                  </a:solidFill>
                  <a:latin typeface="+mn-ea"/>
                  <a:ea typeface="+mn-ea"/>
                  <a:cs typeface="Pretendard ExtraLight" panose="02000303000000020004" pitchFamily="50" charset="-127"/>
                  <a:sym typeface="Monotype Sorts"/>
                </a:rPr>
                <a:t>기술을 적용</a:t>
              </a:r>
              <a:r>
                <a:rPr kumimoji="1" lang="en-US" altLang="ko-KR" sz="110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2">
                      <a:lumMod val="75000"/>
                    </a:schemeClr>
                  </a:solidFill>
                  <a:latin typeface="+mn-ea"/>
                  <a:ea typeface="+mn-ea"/>
                  <a:cs typeface="Pretendard ExtraLight" panose="02000303000000020004" pitchFamily="50" charset="-127"/>
                  <a:sym typeface="Monotype Sorts"/>
                </a:rPr>
                <a:t> </a:t>
              </a:r>
              <a:r>
                <a:rPr kumimoji="1" lang="ko-KR" altLang="en-US" sz="110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2">
                      <a:lumMod val="75000"/>
                    </a:schemeClr>
                  </a:solidFill>
                  <a:latin typeface="+mn-ea"/>
                  <a:ea typeface="+mn-ea"/>
                  <a:cs typeface="Pretendard ExtraLight" panose="02000303000000020004" pitchFamily="50" charset="-127"/>
                  <a:sym typeface="Monotype Sorts"/>
                </a:rPr>
                <a:t>및 국가 표준 웹 기술 및 보안 지침을 준수</a:t>
              </a:r>
              <a:endParaRPr kumimoji="1" lang="en-US" altLang="ko-KR" sz="11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2">
                    <a:lumMod val="75000"/>
                  </a:schemeClr>
                </a:solidFill>
                <a:latin typeface="+mn-ea"/>
                <a:ea typeface="+mn-ea"/>
                <a:cs typeface="Pretendard ExtraLight" panose="02000303000000020004" pitchFamily="50" charset="-127"/>
                <a:sym typeface="Monotype Sorts"/>
              </a:endParaRPr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E101E955-3A8C-43F8-9C2C-146CE54B4A9F}"/>
              </a:ext>
            </a:extLst>
          </p:cNvPr>
          <p:cNvGrpSpPr/>
          <p:nvPr/>
        </p:nvGrpSpPr>
        <p:grpSpPr>
          <a:xfrm>
            <a:off x="440668" y="4664968"/>
            <a:ext cx="5976664" cy="2843709"/>
            <a:chOff x="440668" y="4664968"/>
            <a:chExt cx="5976664" cy="2843709"/>
          </a:xfrm>
        </p:grpSpPr>
        <p:grpSp>
          <p:nvGrpSpPr>
            <p:cNvPr id="112" name="그룹 111"/>
            <p:cNvGrpSpPr/>
            <p:nvPr/>
          </p:nvGrpSpPr>
          <p:grpSpPr>
            <a:xfrm>
              <a:off x="1196828" y="4664968"/>
              <a:ext cx="4468264" cy="360092"/>
              <a:chOff x="1196828" y="7814856"/>
              <a:chExt cx="4468264" cy="360092"/>
            </a:xfrm>
          </p:grpSpPr>
          <p:sp>
            <p:nvSpPr>
              <p:cNvPr id="113" name="직사각형 112"/>
              <p:cNvSpPr/>
              <p:nvPr/>
            </p:nvSpPr>
            <p:spPr>
              <a:xfrm>
                <a:off x="2696194" y="7814856"/>
                <a:ext cx="1466281" cy="221599"/>
              </a:xfrm>
              <a:prstGeom prst="rect">
                <a:avLst/>
              </a:prstGeom>
            </p:spPr>
            <p:txBody>
              <a:bodyPr wrap="none" lIns="72000" tIns="0" rIns="72000" bIns="0">
                <a:spAutoFit/>
              </a:bodyPr>
              <a:lstStyle/>
              <a:p>
                <a:pPr algn="ctr">
                  <a:lnSpc>
                    <a:spcPct val="120000"/>
                  </a:lnSpc>
                  <a:spcBef>
                    <a:spcPct val="40000"/>
                  </a:spcBef>
                </a:pPr>
                <a:r>
                  <a:rPr lang="ko-KR" altLang="en-US" sz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  <a:ea typeface="+mj-ea"/>
                  </a:rPr>
                  <a:t>목표시스템 설계 방안</a:t>
                </a:r>
              </a:p>
            </p:txBody>
          </p:sp>
          <p:cxnSp>
            <p:nvCxnSpPr>
              <p:cNvPr id="114" name="꺾인 연결선 113"/>
              <p:cNvCxnSpPr>
                <a:stCxn id="293" idx="0"/>
                <a:endCxn id="113" idx="1"/>
              </p:cNvCxnSpPr>
              <p:nvPr/>
            </p:nvCxnSpPr>
            <p:spPr>
              <a:xfrm rot="5400000" flipH="1" flipV="1">
                <a:off x="1821865" y="7300619"/>
                <a:ext cx="249292" cy="1499366"/>
              </a:xfrm>
              <a:prstGeom prst="bentConnector2">
                <a:avLst/>
              </a:prstGeom>
              <a:ln w="12700">
                <a:solidFill>
                  <a:srgbClr val="778AA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꺾인 연결선 114"/>
              <p:cNvCxnSpPr>
                <a:stCxn id="213" idx="0"/>
                <a:endCxn id="113" idx="3"/>
              </p:cNvCxnSpPr>
              <p:nvPr/>
            </p:nvCxnSpPr>
            <p:spPr>
              <a:xfrm rot="16200000" flipV="1">
                <a:off x="4789138" y="7298993"/>
                <a:ext cx="249292" cy="1502617"/>
              </a:xfrm>
              <a:prstGeom prst="bentConnector2">
                <a:avLst/>
              </a:prstGeom>
              <a:ln w="12700">
                <a:solidFill>
                  <a:srgbClr val="778AA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28639070-32F6-4D83-96AE-6D632A63D0C0}"/>
                </a:ext>
              </a:extLst>
            </p:cNvPr>
            <p:cNvGrpSpPr/>
            <p:nvPr/>
          </p:nvGrpSpPr>
          <p:grpSpPr>
            <a:xfrm>
              <a:off x="4905164" y="5025060"/>
              <a:ext cx="1512000" cy="468000"/>
              <a:chOff x="4969144" y="5006797"/>
              <a:chExt cx="1447519" cy="468000"/>
            </a:xfrm>
            <a:solidFill>
              <a:srgbClr val="2F5597"/>
            </a:solidFill>
            <a:effectLst/>
          </p:grpSpPr>
          <p:sp>
            <p:nvSpPr>
              <p:cNvPr id="212" name="사각형: 둥근 모서리 301">
                <a:extLst>
                  <a:ext uri="{FF2B5EF4-FFF2-40B4-BE49-F238E27FC236}">
                    <a16:creationId xmlns:a16="http://schemas.microsoft.com/office/drawing/2014/main" id="{5E3D2359-ED11-4843-A0B1-6786C30B7C0B}"/>
                  </a:ext>
                </a:extLst>
              </p:cNvPr>
              <p:cNvSpPr/>
              <p:nvPr/>
            </p:nvSpPr>
            <p:spPr>
              <a:xfrm>
                <a:off x="4969144" y="5006797"/>
                <a:ext cx="358988" cy="468000"/>
              </a:xfrm>
              <a:prstGeom prst="rect">
                <a:avLst/>
              </a:prstGeom>
              <a:grpFill/>
              <a:ln w="12700" algn="ctr">
                <a:noFill/>
                <a:miter lim="800000"/>
                <a:headEnd/>
                <a:tailEnd/>
              </a:ln>
              <a:effectLst>
                <a:innerShdw blurRad="25400">
                  <a:prstClr val="black">
                    <a:alpha val="20000"/>
                  </a:prstClr>
                </a:innerShdw>
              </a:effectLst>
            </p:spPr>
            <p:txBody>
              <a:bodyPr lIns="72000" tIns="36000" rIns="72000" bIns="36000" anchor="ctr"/>
              <a:lstStyle/>
              <a:p>
                <a:pPr indent="-180964" algn="ctr"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000" dirty="0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13" name="사각형: 둥근 모서리 301">
                <a:extLst>
                  <a:ext uri="{FF2B5EF4-FFF2-40B4-BE49-F238E27FC236}">
                    <a16:creationId xmlns:a16="http://schemas.microsoft.com/office/drawing/2014/main" id="{C2644E2D-5156-4E48-B722-EE1124989589}"/>
                  </a:ext>
                </a:extLst>
              </p:cNvPr>
              <p:cNvSpPr/>
              <p:nvPr/>
            </p:nvSpPr>
            <p:spPr>
              <a:xfrm>
                <a:off x="4976664" y="5006797"/>
                <a:ext cx="1439999" cy="468000"/>
              </a:xfrm>
              <a:prstGeom prst="roundRect">
                <a:avLst>
                  <a:gd name="adj" fmla="val 50000"/>
                </a:avLst>
              </a:prstGeom>
              <a:grpFill/>
              <a:ln w="12700" algn="ctr">
                <a:noFill/>
                <a:miter lim="800000"/>
                <a:headEnd/>
                <a:tailEnd/>
              </a:ln>
              <a:effectLst/>
            </p:spPr>
            <p:txBody>
              <a:bodyPr lIns="36000" tIns="0" rIns="36000" bIns="0" anchor="ctr"/>
              <a:lstStyle/>
              <a:p>
                <a:pPr indent="-180964" algn="ctr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ko-KR" altLang="en-US" sz="1000">
                    <a:solidFill>
                      <a:schemeClr val="bg1"/>
                    </a:solidFill>
                    <a:latin typeface="+mj-ea"/>
                  </a:rPr>
                  <a:t>정부 서비스 표준화 지침 및 표준화 요건 준수</a:t>
                </a:r>
              </a:p>
            </p:txBody>
          </p:sp>
        </p:grpSp>
        <p:sp>
          <p:nvSpPr>
            <p:cNvPr id="284" name="사각형: 둥근 모서리 301">
              <a:extLst>
                <a:ext uri="{FF2B5EF4-FFF2-40B4-BE49-F238E27FC236}">
                  <a16:creationId xmlns:a16="http://schemas.microsoft.com/office/drawing/2014/main" id="{0DC45D7D-96F7-4B8F-8325-03811E39F424}"/>
                </a:ext>
              </a:extLst>
            </p:cNvPr>
            <p:cNvSpPr/>
            <p:nvPr/>
          </p:nvSpPr>
          <p:spPr>
            <a:xfrm>
              <a:off x="3429052" y="5025060"/>
              <a:ext cx="1476000" cy="468000"/>
            </a:xfrm>
            <a:prstGeom prst="roundRect">
              <a:avLst>
                <a:gd name="adj" fmla="val 0"/>
              </a:avLst>
            </a:prstGeom>
            <a:solidFill>
              <a:srgbClr val="0B57A2"/>
            </a:solidFill>
            <a:ln w="12700" algn="ctr">
              <a:noFill/>
              <a:miter lim="800000"/>
              <a:headEnd/>
              <a:tailEnd/>
            </a:ln>
            <a:effectLst/>
          </p:spPr>
          <p:txBody>
            <a:bodyPr lIns="36000" tIns="0" rIns="36000" bIns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1000">
                  <a:solidFill>
                    <a:schemeClr val="bg1"/>
                  </a:solidFill>
                  <a:latin typeface="+mj-ea"/>
                </a:rPr>
                <a:t>단계별 보안 적용을 통한</a:t>
              </a:r>
              <a:br>
                <a:rPr kumimoji="1" lang="ko-KR" altLang="en-US" sz="1000">
                  <a:solidFill>
                    <a:schemeClr val="bg1"/>
                  </a:solidFill>
                  <a:latin typeface="+mj-ea"/>
                </a:rPr>
              </a:br>
              <a:r>
                <a:rPr kumimoji="1" lang="ko-KR" altLang="en-US" sz="1000">
                  <a:solidFill>
                    <a:schemeClr val="bg1"/>
                  </a:solidFill>
                  <a:latin typeface="+mj-ea"/>
                </a:rPr>
                <a:t>보안 시스템 </a:t>
              </a:r>
            </a:p>
          </p:txBody>
        </p:sp>
        <p:sp>
          <p:nvSpPr>
            <p:cNvPr id="285" name="사각형: 둥근 모서리 301">
              <a:extLst>
                <a:ext uri="{FF2B5EF4-FFF2-40B4-BE49-F238E27FC236}">
                  <a16:creationId xmlns:a16="http://schemas.microsoft.com/office/drawing/2014/main" id="{A9E80E11-0380-401C-BD14-DB0B703882CE}"/>
                </a:ext>
              </a:extLst>
            </p:cNvPr>
            <p:cNvSpPr/>
            <p:nvPr/>
          </p:nvSpPr>
          <p:spPr>
            <a:xfrm>
              <a:off x="1952940" y="5025060"/>
              <a:ext cx="1476000" cy="468000"/>
            </a:xfrm>
            <a:prstGeom prst="roundRect">
              <a:avLst>
                <a:gd name="adj" fmla="val 0"/>
              </a:avLst>
            </a:prstGeom>
            <a:solidFill>
              <a:srgbClr val="2D7CBD"/>
            </a:solidFill>
            <a:ln w="12700" algn="ctr">
              <a:noFill/>
              <a:miter lim="800000"/>
              <a:headEnd/>
              <a:tailEnd/>
            </a:ln>
            <a:effectLst/>
          </p:spPr>
          <p:txBody>
            <a:bodyPr lIns="36000" tIns="0" rIns="36000" bIns="0" anchor="ctr"/>
            <a:lstStyle/>
            <a:p>
              <a:pPr indent="-180964"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1000">
                  <a:solidFill>
                    <a:schemeClr val="bg1"/>
                  </a:solidFill>
                  <a:latin typeface="+mj-ea"/>
                </a:rPr>
                <a:t>데이터 표준설계 및 모델 최적화로  정합성 보장</a:t>
              </a:r>
            </a:p>
          </p:txBody>
        </p:sp>
        <p:sp>
          <p:nvSpPr>
            <p:cNvPr id="287" name="Rectangle 56">
              <a:extLst>
                <a:ext uri="{FF2B5EF4-FFF2-40B4-BE49-F238E27FC236}">
                  <a16:creationId xmlns:a16="http://schemas.microsoft.com/office/drawing/2014/main" id="{D17BCDF2-2DBA-4AF5-BB00-55AC8214A2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668" y="5529280"/>
              <a:ext cx="1512000" cy="180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72000" tIns="72000" rIns="72000" rtlCol="0" anchor="t"/>
            <a:lstStyle/>
            <a:p>
              <a:pPr marL="90000" lvl="2" indent="-90000" defTabSz="914400" fontAlgn="base">
                <a:lnSpc>
                  <a:spcPct val="110000"/>
                </a:lnSpc>
                <a:spcBef>
                  <a:spcPct val="0"/>
                </a:spcBef>
                <a:spcAft>
                  <a:spcPts val="4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  <a:buFont typeface="Arial" pitchFamily="34" charset="0"/>
                <a:buChar char="•"/>
                <a:tabLst>
                  <a:tab pos="542925" algn="l"/>
                </a:tabLst>
                <a:defRPr/>
              </a:pPr>
              <a:r>
                <a:rPr kumimoji="1"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사용자 편의성을 고려한 </a:t>
              </a:r>
              <a:r>
                <a:rPr kumimoji="1"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UI </a:t>
              </a:r>
              <a:r>
                <a:rPr kumimoji="1"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구성</a:t>
              </a:r>
            </a:p>
            <a:p>
              <a:pPr marL="90000" lvl="2" indent="-90000" defTabSz="914400" fontAlgn="base">
                <a:lnSpc>
                  <a:spcPct val="110000"/>
                </a:lnSpc>
                <a:spcBef>
                  <a:spcPct val="0"/>
                </a:spcBef>
                <a:spcAft>
                  <a:spcPts val="4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  <a:buFont typeface="Arial" pitchFamily="34" charset="0"/>
                <a:buChar char="•"/>
                <a:tabLst>
                  <a:tab pos="542925" algn="l"/>
                </a:tabLst>
                <a:defRPr/>
              </a:pPr>
              <a:r>
                <a:rPr kumimoji="1"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HTML5 </a:t>
              </a:r>
              <a:r>
                <a:rPr kumimoji="1"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웹 표준 수용</a:t>
              </a:r>
              <a:r>
                <a:rPr kumimoji="1"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, </a:t>
              </a:r>
              <a:r>
                <a:rPr kumimoji="1"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브라우저 호환성 및 유연한 확장성을 보장</a:t>
              </a:r>
            </a:p>
            <a:p>
              <a:pPr marL="90000" lvl="2" indent="-90000" defTabSz="914400" fontAlgn="base">
                <a:lnSpc>
                  <a:spcPct val="110000"/>
                </a:lnSpc>
                <a:spcBef>
                  <a:spcPct val="0"/>
                </a:spcBef>
                <a:spcAft>
                  <a:spcPts val="4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  <a:buFont typeface="Arial" pitchFamily="34" charset="0"/>
                <a:buChar char="•"/>
                <a:tabLst>
                  <a:tab pos="542925" algn="l"/>
                </a:tabLst>
                <a:defRPr/>
              </a:pPr>
              <a:r>
                <a:rPr kumimoji="1"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확장성</a:t>
              </a:r>
              <a:r>
                <a:rPr kumimoji="1"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, </a:t>
              </a:r>
              <a:r>
                <a:rPr kumimoji="1"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호환성을 고려한 표준연계기술 적용</a:t>
              </a:r>
              <a:endParaRPr kumimoji="1"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endParaRPr>
            </a:p>
            <a:p>
              <a:pPr marL="90000" lvl="2" indent="-90000" defTabSz="914400" fontAlgn="base">
                <a:lnSpc>
                  <a:spcPct val="110000"/>
                </a:lnSpc>
                <a:spcBef>
                  <a:spcPct val="0"/>
                </a:spcBef>
                <a:spcAft>
                  <a:spcPts val="4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  <a:buFont typeface="Arial" pitchFamily="34" charset="0"/>
                <a:buChar char="•"/>
                <a:tabLst>
                  <a:tab pos="542925" algn="l"/>
                </a:tabLst>
                <a:defRPr/>
              </a:pPr>
              <a:r>
                <a:rPr kumimoji="1"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통계 정보를 이용한 사용성 반영 설계</a:t>
              </a:r>
            </a:p>
          </p:txBody>
        </p:sp>
        <p:sp>
          <p:nvSpPr>
            <p:cNvPr id="288" name="Rectangle 56">
              <a:extLst>
                <a:ext uri="{FF2B5EF4-FFF2-40B4-BE49-F238E27FC236}">
                  <a16:creationId xmlns:a16="http://schemas.microsoft.com/office/drawing/2014/main" id="{2AA7FECE-A5B6-4DD6-9799-6B48007D07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52889" y="5529280"/>
              <a:ext cx="1476000" cy="180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72000" tIns="72000" rIns="72000" rtlCol="0" anchor="t"/>
            <a:lstStyle/>
            <a:p>
              <a:pPr marL="90000" lvl="2" indent="-90000" defTabSz="914400" fontAlgn="base">
                <a:lnSpc>
                  <a:spcPct val="110000"/>
                </a:lnSpc>
                <a:spcBef>
                  <a:spcPct val="0"/>
                </a:spcBef>
                <a:spcAft>
                  <a:spcPts val="4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  <a:buFont typeface="Arial" pitchFamily="34" charset="0"/>
                <a:buChar char="•"/>
                <a:tabLst>
                  <a:tab pos="542925" algn="l"/>
                </a:tabLst>
                <a:defRPr/>
              </a:pPr>
              <a:r>
                <a:rPr kumimoji="1"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데이터 표준정립 및 설계</a:t>
              </a:r>
            </a:p>
            <a:p>
              <a:pPr marL="90000" lvl="2" indent="-90000" defTabSz="914400" fontAlgn="base">
                <a:lnSpc>
                  <a:spcPct val="110000"/>
                </a:lnSpc>
                <a:spcBef>
                  <a:spcPct val="0"/>
                </a:spcBef>
                <a:spcAft>
                  <a:spcPts val="4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  <a:buFont typeface="Arial" pitchFamily="34" charset="0"/>
                <a:buChar char="•"/>
                <a:tabLst>
                  <a:tab pos="542925" algn="l"/>
                </a:tabLst>
                <a:defRPr/>
              </a:pPr>
              <a:r>
                <a:rPr kumimoji="1"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데이터 정제 및 모델링으로 데이터 품질갱신</a:t>
              </a:r>
              <a:endParaRPr kumimoji="1"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endParaRPr>
            </a:p>
            <a:p>
              <a:pPr marL="90000" lvl="2" indent="-90000" defTabSz="914400" fontAlgn="base">
                <a:lnSpc>
                  <a:spcPct val="110000"/>
                </a:lnSpc>
                <a:spcBef>
                  <a:spcPct val="0"/>
                </a:spcBef>
                <a:spcAft>
                  <a:spcPts val="4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  <a:buFont typeface="Arial" pitchFamily="34" charset="0"/>
                <a:buChar char="•"/>
                <a:tabLst>
                  <a:tab pos="542925" algn="l"/>
                </a:tabLst>
                <a:defRPr/>
              </a:pPr>
              <a:r>
                <a:rPr kumimoji="1"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데이터 전환 검증으로 정합성 보장</a:t>
              </a:r>
              <a:endParaRPr kumimoji="1"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endParaRPr>
            </a:p>
            <a:p>
              <a:pPr marL="90000" lvl="2" indent="-90000" defTabSz="914400" fontAlgn="base">
                <a:lnSpc>
                  <a:spcPct val="110000"/>
                </a:lnSpc>
                <a:spcBef>
                  <a:spcPct val="0"/>
                </a:spcBef>
                <a:spcAft>
                  <a:spcPts val="4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  <a:buFont typeface="Arial" pitchFamily="34" charset="0"/>
                <a:buChar char="•"/>
                <a:tabLst>
                  <a:tab pos="542925" algn="l"/>
                </a:tabLst>
                <a:defRPr/>
              </a:pPr>
              <a:r>
                <a:rPr kumimoji="1"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국가기관 데이터베이스 표준화지침 준수</a:t>
              </a:r>
            </a:p>
          </p:txBody>
        </p:sp>
        <p:sp>
          <p:nvSpPr>
            <p:cNvPr id="289" name="Rectangle 56">
              <a:extLst>
                <a:ext uri="{FF2B5EF4-FFF2-40B4-BE49-F238E27FC236}">
                  <a16:creationId xmlns:a16="http://schemas.microsoft.com/office/drawing/2014/main" id="{C1576D1C-919A-42A4-B419-DBBB9FA432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9110" y="5529280"/>
              <a:ext cx="1476000" cy="180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72000" tIns="72000" rIns="72000" rtlCol="0" anchor="t"/>
            <a:lstStyle/>
            <a:p>
              <a:pPr marL="90000" lvl="2" indent="-90000" defTabSz="914400" fontAlgn="base">
                <a:lnSpc>
                  <a:spcPct val="110000"/>
                </a:lnSpc>
                <a:spcBef>
                  <a:spcPct val="0"/>
                </a:spcBef>
                <a:spcAft>
                  <a:spcPts val="4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  <a:buFont typeface="Arial" pitchFamily="34" charset="0"/>
                <a:buChar char="•"/>
                <a:tabLst>
                  <a:tab pos="542925" algn="l"/>
                </a:tabLst>
                <a:defRPr/>
              </a:pPr>
              <a:r>
                <a:rPr kumimoji="1"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서버</a:t>
              </a:r>
              <a:r>
                <a:rPr kumimoji="1"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, </a:t>
              </a:r>
              <a:r>
                <a:rPr kumimoji="1"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네트워크</a:t>
              </a:r>
              <a:r>
                <a:rPr kumimoji="1"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, </a:t>
              </a:r>
              <a:r>
                <a:rPr kumimoji="1"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보안</a:t>
              </a:r>
              <a:br>
                <a:rPr kumimoji="1"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</a:br>
              <a:r>
                <a:rPr kumimoji="1"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장비 등 영역별 보안</a:t>
              </a:r>
            </a:p>
            <a:p>
              <a:pPr marL="90000" lvl="2" indent="-90000" defTabSz="914400" fontAlgn="base">
                <a:lnSpc>
                  <a:spcPct val="110000"/>
                </a:lnSpc>
                <a:spcBef>
                  <a:spcPct val="0"/>
                </a:spcBef>
                <a:spcAft>
                  <a:spcPts val="4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  <a:buFont typeface="Arial" pitchFamily="34" charset="0"/>
                <a:buChar char="•"/>
                <a:tabLst>
                  <a:tab pos="542925" algn="l"/>
                </a:tabLst>
                <a:defRPr/>
              </a:pPr>
              <a:r>
                <a:rPr kumimoji="1"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행정안전부</a:t>
              </a:r>
              <a:r>
                <a:rPr kumimoji="1"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, </a:t>
              </a:r>
              <a:r>
                <a:rPr kumimoji="1"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기관 보안 규정 및 지침 준수</a:t>
              </a:r>
            </a:p>
            <a:p>
              <a:pPr marL="90000" lvl="2" indent="-90000" defTabSz="914400" fontAlgn="base">
                <a:lnSpc>
                  <a:spcPct val="110000"/>
                </a:lnSpc>
                <a:spcBef>
                  <a:spcPct val="0"/>
                </a:spcBef>
                <a:spcAft>
                  <a:spcPts val="4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  <a:buFont typeface="Arial" pitchFamily="34" charset="0"/>
                <a:buChar char="•"/>
                <a:tabLst>
                  <a:tab pos="542925" algn="l"/>
                </a:tabLst>
                <a:defRPr/>
              </a:pPr>
              <a:r>
                <a:rPr kumimoji="1"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JAVA </a:t>
              </a:r>
              <a:r>
                <a:rPr kumimoji="1"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소스코드 보안 </a:t>
              </a:r>
              <a:r>
                <a:rPr kumimoji="1"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(</a:t>
              </a:r>
              <a:r>
                <a:rPr kumimoji="1" lang="ko-KR" altLang="en-US" sz="10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시큐어코딩</a:t>
              </a:r>
              <a:r>
                <a:rPr kumimoji="1"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) </a:t>
              </a:r>
              <a:r>
                <a:rPr kumimoji="1"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가이드를 적용하여 소스코드 검증</a:t>
              </a:r>
              <a:endParaRPr kumimoji="1"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endParaRPr>
            </a:p>
            <a:p>
              <a:pPr marL="90000" lvl="2" indent="-90000" defTabSz="914400" fontAlgn="base">
                <a:lnSpc>
                  <a:spcPct val="110000"/>
                </a:lnSpc>
                <a:spcBef>
                  <a:spcPct val="0"/>
                </a:spcBef>
                <a:spcAft>
                  <a:spcPts val="4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  <a:buFont typeface="Arial" pitchFamily="34" charset="0"/>
                <a:buChar char="•"/>
                <a:tabLst>
                  <a:tab pos="542925" algn="l"/>
                </a:tabLst>
                <a:defRPr/>
              </a:pPr>
              <a:r>
                <a:rPr kumimoji="1"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보안취약점 점검 툴을 통한 취약점 점검</a:t>
              </a:r>
            </a:p>
          </p:txBody>
        </p:sp>
        <p:sp>
          <p:nvSpPr>
            <p:cNvPr id="290" name="Rectangle 56">
              <a:extLst>
                <a:ext uri="{FF2B5EF4-FFF2-40B4-BE49-F238E27FC236}">
                  <a16:creationId xmlns:a16="http://schemas.microsoft.com/office/drawing/2014/main" id="{7C91F229-05F0-4950-8C2B-0A41058460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5332" y="5529280"/>
              <a:ext cx="1512000" cy="180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72000" tIns="72000" rIns="72000" rtlCol="0" anchor="t"/>
            <a:lstStyle/>
            <a:p>
              <a:pPr marL="90000" lvl="2" indent="-90000" defTabSz="914400" fontAlgn="base">
                <a:lnSpc>
                  <a:spcPct val="110000"/>
                </a:lnSpc>
                <a:spcBef>
                  <a:spcPct val="0"/>
                </a:spcBef>
                <a:spcAft>
                  <a:spcPts val="4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  <a:buFont typeface="Arial" pitchFamily="34" charset="0"/>
                <a:buChar char="•"/>
                <a:tabLst>
                  <a:tab pos="542925" algn="l"/>
                </a:tabLst>
                <a:defRPr/>
              </a:pPr>
              <a:r>
                <a:rPr kumimoji="1" lang="ko-KR" altLang="en-US" sz="10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표준프레임워크</a:t>
              </a:r>
              <a:r>
                <a:rPr kumimoji="1"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 기반 체계구축</a:t>
              </a:r>
            </a:p>
            <a:p>
              <a:pPr marL="90000" lvl="2" indent="-90000" defTabSz="914400" fontAlgn="base">
                <a:lnSpc>
                  <a:spcPct val="110000"/>
                </a:lnSpc>
                <a:spcBef>
                  <a:spcPct val="0"/>
                </a:spcBef>
                <a:spcAft>
                  <a:spcPts val="4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  <a:buFont typeface="Arial" pitchFamily="34" charset="0"/>
                <a:buChar char="•"/>
                <a:tabLst>
                  <a:tab pos="542925" algn="l"/>
                </a:tabLst>
                <a:defRPr/>
              </a:pPr>
              <a:r>
                <a:rPr kumimoji="1"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행정정보 표준화 지침</a:t>
              </a:r>
              <a:endParaRPr kumimoji="1"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endParaRPr>
            </a:p>
            <a:p>
              <a:pPr marL="90000" lvl="2" indent="-90000" defTabSz="914400" fontAlgn="base">
                <a:lnSpc>
                  <a:spcPct val="110000"/>
                </a:lnSpc>
                <a:spcBef>
                  <a:spcPct val="0"/>
                </a:spcBef>
                <a:spcAft>
                  <a:spcPts val="4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  <a:buFont typeface="Arial" pitchFamily="34" charset="0"/>
                <a:buChar char="•"/>
                <a:tabLst>
                  <a:tab pos="542925" algn="l"/>
                </a:tabLst>
                <a:defRPr/>
              </a:pPr>
              <a:r>
                <a:rPr kumimoji="1"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정보시스템 구축</a:t>
              </a:r>
              <a:r>
                <a:rPr kumimoji="1"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·</a:t>
              </a:r>
              <a:r>
                <a:rPr kumimoji="1"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운영 기술지침</a:t>
              </a:r>
              <a:endParaRPr kumimoji="1"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endParaRPr>
            </a:p>
            <a:p>
              <a:pPr marL="90000" lvl="2" indent="-90000" defTabSz="914400" fontAlgn="base">
                <a:lnSpc>
                  <a:spcPct val="110000"/>
                </a:lnSpc>
                <a:spcBef>
                  <a:spcPct val="0"/>
                </a:spcBef>
                <a:spcAft>
                  <a:spcPts val="4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  <a:buFont typeface="Arial" pitchFamily="34" charset="0"/>
                <a:buChar char="•"/>
                <a:tabLst>
                  <a:tab pos="542925" algn="l"/>
                </a:tabLst>
                <a:defRPr/>
              </a:pPr>
              <a:r>
                <a:rPr kumimoji="1"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웹접근성</a:t>
              </a:r>
              <a:r>
                <a:rPr kumimoji="1"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/</a:t>
              </a:r>
              <a:r>
                <a:rPr kumimoji="1"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호환성 지침</a:t>
              </a:r>
              <a:endParaRPr kumimoji="1"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endParaRPr>
            </a:p>
            <a:p>
              <a:pPr marL="90000" lvl="2" indent="-90000" defTabSz="914400" fontAlgn="base">
                <a:lnSpc>
                  <a:spcPct val="110000"/>
                </a:lnSpc>
                <a:spcBef>
                  <a:spcPct val="0"/>
                </a:spcBef>
                <a:spcAft>
                  <a:spcPts val="4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  <a:buFont typeface="Arial" pitchFamily="34" charset="0"/>
                <a:buChar char="•"/>
                <a:tabLst>
                  <a:tab pos="542925" algn="l"/>
                </a:tabLst>
                <a:defRPr/>
              </a:pPr>
              <a:r>
                <a:rPr kumimoji="1"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행정</a:t>
              </a:r>
              <a:r>
                <a:rPr kumimoji="1"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․</a:t>
              </a:r>
              <a:r>
                <a:rPr kumimoji="1"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공공기관 웹사이트 구축</a:t>
              </a:r>
              <a:r>
                <a:rPr kumimoji="1"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․</a:t>
              </a:r>
              <a:r>
                <a:rPr kumimoji="1"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운영 가이드</a:t>
              </a:r>
            </a:p>
          </p:txBody>
        </p:sp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88DDB76B-168B-40B9-BBC3-B31406005533}"/>
                </a:ext>
              </a:extLst>
            </p:cNvPr>
            <p:cNvGrpSpPr/>
            <p:nvPr/>
          </p:nvGrpSpPr>
          <p:grpSpPr>
            <a:xfrm>
              <a:off x="440828" y="5025060"/>
              <a:ext cx="1512000" cy="468000"/>
              <a:chOff x="396507" y="4978282"/>
              <a:chExt cx="1440000" cy="468000"/>
            </a:xfrm>
            <a:solidFill>
              <a:srgbClr val="5A9BD5"/>
            </a:solidFill>
            <a:effectLst/>
          </p:grpSpPr>
          <p:sp>
            <p:nvSpPr>
              <p:cNvPr id="292" name="사각형: 둥근 모서리 301">
                <a:extLst>
                  <a:ext uri="{FF2B5EF4-FFF2-40B4-BE49-F238E27FC236}">
                    <a16:creationId xmlns:a16="http://schemas.microsoft.com/office/drawing/2014/main" id="{9A7DE77B-290D-499B-BA99-5BA2A6F36342}"/>
                  </a:ext>
                </a:extLst>
              </p:cNvPr>
              <p:cNvSpPr/>
              <p:nvPr/>
            </p:nvSpPr>
            <p:spPr>
              <a:xfrm>
                <a:off x="1477519" y="4978282"/>
                <a:ext cx="358988" cy="468000"/>
              </a:xfrm>
              <a:prstGeom prst="rect">
                <a:avLst/>
              </a:prstGeom>
              <a:grpFill/>
              <a:ln w="12700" algn="ctr">
                <a:noFill/>
                <a:miter lim="800000"/>
                <a:headEnd/>
                <a:tailEnd/>
              </a:ln>
              <a:effectLst>
                <a:innerShdw blurRad="25400">
                  <a:prstClr val="black">
                    <a:alpha val="20000"/>
                  </a:prstClr>
                </a:innerShdw>
              </a:effectLst>
            </p:spPr>
            <p:txBody>
              <a:bodyPr lIns="72000" tIns="36000" rIns="72000" bIns="36000" anchor="ctr"/>
              <a:lstStyle/>
              <a:p>
                <a:pPr indent="-180964" algn="ctr"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000" dirty="0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93" name="사각형: 둥근 모서리 301">
                <a:extLst>
                  <a:ext uri="{FF2B5EF4-FFF2-40B4-BE49-F238E27FC236}">
                    <a16:creationId xmlns:a16="http://schemas.microsoft.com/office/drawing/2014/main" id="{BB907555-DC5C-4221-BC19-6010FCBA0996}"/>
                  </a:ext>
                </a:extLst>
              </p:cNvPr>
              <p:cNvSpPr/>
              <p:nvPr/>
            </p:nvSpPr>
            <p:spPr>
              <a:xfrm>
                <a:off x="396507" y="4978282"/>
                <a:ext cx="1440000" cy="468000"/>
              </a:xfrm>
              <a:prstGeom prst="roundRect">
                <a:avLst>
                  <a:gd name="adj" fmla="val 50000"/>
                </a:avLst>
              </a:prstGeom>
              <a:grpFill/>
              <a:ln w="12700" algn="ctr">
                <a:noFill/>
                <a:miter lim="800000"/>
                <a:headEnd/>
                <a:tailEnd/>
              </a:ln>
              <a:effectLst/>
            </p:spPr>
            <p:txBody>
              <a:bodyPr lIns="36000" tIns="0" rIns="36000" bIns="0" anchor="ctr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ko-KR" altLang="en-US" sz="1000">
                    <a:solidFill>
                      <a:schemeClr val="bg1"/>
                    </a:solidFill>
                    <a:latin typeface="+mj-ea"/>
                  </a:rPr>
                  <a:t>사용성</a:t>
                </a:r>
                <a:r>
                  <a:rPr kumimoji="1" lang="en-US" altLang="ko-KR" sz="1000">
                    <a:solidFill>
                      <a:schemeClr val="bg1"/>
                    </a:solidFill>
                    <a:latin typeface="+mj-ea"/>
                  </a:rPr>
                  <a:t>,</a:t>
                </a:r>
                <a:r>
                  <a:rPr kumimoji="1" lang="ko-KR" altLang="en-US" sz="1000">
                    <a:solidFill>
                      <a:schemeClr val="bg1"/>
                    </a:solidFill>
                    <a:latin typeface="+mj-ea"/>
                  </a:rPr>
                  <a:t> 호환성 확보를 위한 시스템 설계</a:t>
                </a:r>
              </a:p>
            </p:txBody>
          </p:sp>
        </p:grpSp>
        <p:pic>
          <p:nvPicPr>
            <p:cNvPr id="301" name="그림 300">
              <a:extLst>
                <a:ext uri="{FF2B5EF4-FFF2-40B4-BE49-F238E27FC236}">
                  <a16:creationId xmlns:a16="http://schemas.microsoft.com/office/drawing/2014/main" id="{8FF74CF0-B9D8-4F35-B771-DCF7B219604A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3" cstate="print"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3357296" y="4448973"/>
              <a:ext cx="143409" cy="5976000"/>
            </a:xfrm>
            <a:prstGeom prst="rect">
              <a:avLst/>
            </a:prstGeom>
          </p:spPr>
        </p:pic>
        <p:sp>
          <p:nvSpPr>
            <p:cNvPr id="304" name="Line 135">
              <a:extLst>
                <a:ext uri="{FF2B5EF4-FFF2-40B4-BE49-F238E27FC236}">
                  <a16:creationId xmlns:a16="http://schemas.microsoft.com/office/drawing/2014/main" id="{FFB0ACC7-D27A-49E6-8026-43486E507364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946408" y="5493428"/>
              <a:ext cx="0" cy="1800000"/>
            </a:xfrm>
            <a:prstGeom prst="line">
              <a:avLst/>
            </a:prstGeom>
            <a:noFill/>
            <a:ln w="6350" cap="rnd">
              <a:solidFill>
                <a:srgbClr val="E6E6E6"/>
              </a:solidFill>
              <a:prstDash val="solid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457200" latinLnBrk="0">
                <a:defRPr/>
              </a:pPr>
              <a:endParaRPr lang="ko-KR" altLang="en-US" sz="1800" kern="0" dirty="0">
                <a:solidFill>
                  <a:prstClr val="black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</a:endParaRPr>
            </a:p>
          </p:txBody>
        </p:sp>
        <p:sp>
          <p:nvSpPr>
            <p:cNvPr id="305" name="Line 135">
              <a:extLst>
                <a:ext uri="{FF2B5EF4-FFF2-40B4-BE49-F238E27FC236}">
                  <a16:creationId xmlns:a16="http://schemas.microsoft.com/office/drawing/2014/main" id="{5BFC9A36-0E44-4848-A716-45C0C9A1C97D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3429000" y="5493244"/>
              <a:ext cx="0" cy="1800000"/>
            </a:xfrm>
            <a:prstGeom prst="line">
              <a:avLst/>
            </a:prstGeom>
            <a:noFill/>
            <a:ln w="6350" cap="rnd">
              <a:solidFill>
                <a:srgbClr val="E6E6E6"/>
              </a:solidFill>
              <a:prstDash val="solid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457200" latinLnBrk="0">
                <a:defRPr/>
              </a:pPr>
              <a:endParaRPr lang="ko-KR" altLang="en-US" sz="1800" kern="0" dirty="0">
                <a:solidFill>
                  <a:prstClr val="black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</a:endParaRPr>
            </a:p>
          </p:txBody>
        </p:sp>
        <p:sp>
          <p:nvSpPr>
            <p:cNvPr id="306" name="Line 135">
              <a:extLst>
                <a:ext uri="{FF2B5EF4-FFF2-40B4-BE49-F238E27FC236}">
                  <a16:creationId xmlns:a16="http://schemas.microsoft.com/office/drawing/2014/main" id="{F38804B7-D1E5-46C7-B08D-2EDA60316ED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911592" y="5493060"/>
              <a:ext cx="0" cy="1800000"/>
            </a:xfrm>
            <a:prstGeom prst="line">
              <a:avLst/>
            </a:prstGeom>
            <a:noFill/>
            <a:ln w="6350" cap="rnd">
              <a:solidFill>
                <a:srgbClr val="E6E6E6"/>
              </a:solidFill>
              <a:prstDash val="solid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457200" latinLnBrk="0">
                <a:defRPr/>
              </a:pPr>
              <a:endParaRPr lang="ko-KR" altLang="en-US" sz="1800" kern="0" dirty="0">
                <a:solidFill>
                  <a:prstClr val="black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</a:endParaRPr>
            </a:p>
          </p:txBody>
        </p: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0DA844CC-052A-41D0-BEDB-53995C73306D}"/>
              </a:ext>
            </a:extLst>
          </p:cNvPr>
          <p:cNvGrpSpPr/>
          <p:nvPr/>
        </p:nvGrpSpPr>
        <p:grpSpPr>
          <a:xfrm>
            <a:off x="3501332" y="7653316"/>
            <a:ext cx="2916000" cy="1728176"/>
            <a:chOff x="3501332" y="7653316"/>
            <a:chExt cx="2916000" cy="1728176"/>
          </a:xfrm>
        </p:grpSpPr>
        <p:sp>
          <p:nvSpPr>
            <p:cNvPr id="298" name="직사각형 297">
              <a:extLst>
                <a:ext uri="{FF2B5EF4-FFF2-40B4-BE49-F238E27FC236}">
                  <a16:creationId xmlns:a16="http://schemas.microsoft.com/office/drawing/2014/main" id="{4D66D4DB-066A-425A-B95E-143B5EAD0CD1}"/>
                </a:ext>
              </a:extLst>
            </p:cNvPr>
            <p:cNvSpPr/>
            <p:nvPr/>
          </p:nvSpPr>
          <p:spPr>
            <a:xfrm>
              <a:off x="3501332" y="7941492"/>
              <a:ext cx="2916000" cy="1440000"/>
            </a:xfrm>
            <a:prstGeom prst="rect">
              <a:avLst/>
            </a:prstGeom>
            <a:solidFill>
              <a:srgbClr val="EFF1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72000" bIns="72000" rtlCol="0" anchor="t"/>
            <a:lstStyle/>
            <a:p>
              <a:pPr marL="108000" lvl="2" indent="-108000" fontAlgn="base">
                <a:lnSpc>
                  <a:spcPct val="110000"/>
                </a:lnSpc>
                <a:spcBef>
                  <a:spcPct val="0"/>
                </a:spcBef>
                <a:spcAft>
                  <a:spcPts val="6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  <a:buFont typeface="Arial" panose="020B0604020202020204" pitchFamily="34" charset="0"/>
                <a:buChar char="•"/>
                <a:tabLst>
                  <a:tab pos="542925" algn="l"/>
                </a:tabLst>
                <a:defRPr/>
              </a:pP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동시접속 사용자수</a:t>
              </a:r>
              <a:r>
                <a: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, </a:t>
              </a: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동시 처리능력 등 성능지표 준수를 위한 설계</a:t>
              </a:r>
            </a:p>
            <a:p>
              <a:pPr marL="108000" lvl="2" indent="-108000" fontAlgn="base">
                <a:lnSpc>
                  <a:spcPct val="110000"/>
                </a:lnSpc>
                <a:spcBef>
                  <a:spcPct val="0"/>
                </a:spcBef>
                <a:spcAft>
                  <a:spcPts val="6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  <a:buFont typeface="Arial" panose="020B0604020202020204" pitchFamily="34" charset="0"/>
                <a:buChar char="•"/>
                <a:tabLst>
                  <a:tab pos="542925" algn="l"/>
                </a:tabLst>
                <a:defRPr/>
              </a:pP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검증된 성능측정도구를 활용한 모니터링 및 시스템 최적화 실시</a:t>
              </a:r>
            </a:p>
            <a:p>
              <a:pPr marL="108000" lvl="2" indent="-108000" fontAlgn="base">
                <a:lnSpc>
                  <a:spcPct val="110000"/>
                </a:lnSpc>
                <a:spcBef>
                  <a:spcPct val="0"/>
                </a:spcBef>
                <a:spcAft>
                  <a:spcPts val="6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  <a:buFont typeface="Arial" panose="020B0604020202020204" pitchFamily="34" charset="0"/>
                <a:buChar char="•"/>
                <a:tabLst>
                  <a:tab pos="542925" algn="l"/>
                </a:tabLst>
                <a:defRPr/>
              </a:pP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시스템 병목</a:t>
              </a:r>
              <a:r>
                <a: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/</a:t>
              </a: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장애 등의 발생에 빠른 대처를 위한 모니터링 및 대책을 고려</a:t>
              </a:r>
            </a:p>
          </p:txBody>
        </p:sp>
        <p:sp>
          <p:nvSpPr>
            <p:cNvPr id="300" name="양쪽 모서리가 둥근 사각형 147">
              <a:extLst>
                <a:ext uri="{FF2B5EF4-FFF2-40B4-BE49-F238E27FC236}">
                  <a16:creationId xmlns:a16="http://schemas.microsoft.com/office/drawing/2014/main" id="{BB9F5E99-759D-4B8A-B0D9-4D5530AE4C8C}"/>
                </a:ext>
              </a:extLst>
            </p:cNvPr>
            <p:cNvSpPr/>
            <p:nvPr/>
          </p:nvSpPr>
          <p:spPr>
            <a:xfrm>
              <a:off x="3501332" y="7653316"/>
              <a:ext cx="2916000" cy="288000"/>
            </a:xfrm>
            <a:prstGeom prst="rect">
              <a:avLst/>
            </a:prstGeom>
            <a:solidFill>
              <a:srgbClr val="ADB9CA"/>
            </a:solidFill>
            <a:ln w="6350" algn="ctr">
              <a:noFill/>
              <a:miter lim="800000"/>
              <a:headEnd/>
              <a:tailEnd/>
            </a:ln>
          </p:spPr>
          <p:txBody>
            <a:bodyPr wrap="square" lIns="360000" tIns="0" rIns="36000" bIns="0" anchor="ctr" anchorCtr="0">
              <a:noAutofit/>
            </a:bodyPr>
            <a:lstStyle/>
            <a:p>
              <a:pPr marL="0" lvl="1" fontAlgn="base">
                <a:spcBef>
                  <a:spcPct val="0"/>
                </a:spcBef>
                <a:buClr>
                  <a:prstClr val="black">
                    <a:lumMod val="75000"/>
                    <a:lumOff val="25000"/>
                  </a:prstClr>
                </a:buClr>
                <a:buSzPct val="80000"/>
                <a:tabLst>
                  <a:tab pos="4980827" algn="l"/>
                </a:tabLst>
                <a:defRPr/>
              </a:pPr>
              <a:r>
                <a:rPr kumimoji="1" lang="ko-KR" altLang="en-US" sz="110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최적의 성능보장</a:t>
              </a:r>
            </a:p>
          </p:txBody>
        </p:sp>
        <p:sp>
          <p:nvSpPr>
            <p:cNvPr id="303" name="양쪽 모서리가 둥근 사각형 147">
              <a:extLst>
                <a:ext uri="{FF2B5EF4-FFF2-40B4-BE49-F238E27FC236}">
                  <a16:creationId xmlns:a16="http://schemas.microsoft.com/office/drawing/2014/main" id="{51145388-A19E-4561-9BC6-435B1BC10ECF}"/>
                </a:ext>
              </a:extLst>
            </p:cNvPr>
            <p:cNvSpPr/>
            <p:nvPr/>
          </p:nvSpPr>
          <p:spPr>
            <a:xfrm>
              <a:off x="5157192" y="7689316"/>
              <a:ext cx="1224000" cy="216000"/>
            </a:xfrm>
            <a:prstGeom prst="roundRect">
              <a:avLst>
                <a:gd name="adj" fmla="val 50000"/>
              </a:avLst>
            </a:prstGeom>
            <a:solidFill>
              <a:srgbClr val="4E6485">
                <a:alpha val="70000"/>
              </a:srgbClr>
            </a:solidFill>
            <a:ln w="6350" algn="ctr">
              <a:noFill/>
              <a:miter lim="800000"/>
              <a:headEnd/>
              <a:tailEnd/>
            </a:ln>
          </p:spPr>
          <p:txBody>
            <a:bodyPr wrap="square" lIns="36000" tIns="36000" rIns="36000" bIns="36000" anchor="ctr" anchorCtr="0">
              <a:noAutofit/>
            </a:bodyPr>
            <a:lstStyle/>
            <a:p>
              <a:pPr marL="0" lvl="1" algn="ctr" fontAlgn="base">
                <a:spcBef>
                  <a:spcPct val="0"/>
                </a:spcBef>
                <a:buClr>
                  <a:prstClr val="black">
                    <a:lumMod val="75000"/>
                    <a:lumOff val="25000"/>
                  </a:prstClr>
                </a:buClr>
                <a:buSzPct val="80000"/>
                <a:tabLst>
                  <a:tab pos="4980827" algn="l"/>
                </a:tabLst>
                <a:defRPr/>
              </a:pPr>
              <a:r>
                <a:rPr kumimoji="1" lang="ko-KR" altLang="en-US" sz="100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</a:rPr>
                <a:t>성능테스트 실시</a:t>
              </a:r>
              <a:endParaRPr kumimoji="1" lang="en-US" altLang="ko-KR" sz="10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endParaRPr>
            </a:p>
          </p:txBody>
        </p:sp>
        <p:grpSp>
          <p:nvGrpSpPr>
            <p:cNvPr id="307" name="Gruppieren 241">
              <a:extLst>
                <a:ext uri="{FF2B5EF4-FFF2-40B4-BE49-F238E27FC236}">
                  <a16:creationId xmlns:a16="http://schemas.microsoft.com/office/drawing/2014/main" id="{3DF5AC58-4A3D-478D-A5FF-93206284F59E}"/>
                </a:ext>
              </a:extLst>
            </p:cNvPr>
            <p:cNvGrpSpPr/>
            <p:nvPr/>
          </p:nvGrpSpPr>
          <p:grpSpPr bwMode="gray">
            <a:xfrm>
              <a:off x="3560110" y="7690494"/>
              <a:ext cx="228930" cy="213644"/>
              <a:chOff x="98696" y="3961668"/>
              <a:chExt cx="510841" cy="495227"/>
            </a:xfrm>
            <a:solidFill>
              <a:srgbClr val="000000"/>
            </a:solidFill>
          </p:grpSpPr>
          <p:sp>
            <p:nvSpPr>
              <p:cNvPr id="308" name="Freeform 1091">
                <a:extLst>
                  <a:ext uri="{FF2B5EF4-FFF2-40B4-BE49-F238E27FC236}">
                    <a16:creationId xmlns:a16="http://schemas.microsoft.com/office/drawing/2014/main" id="{C0B9066B-EF54-4CAB-817E-E18480F9B283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98696" y="3961668"/>
                <a:ext cx="497458" cy="495227"/>
              </a:xfrm>
              <a:custGeom>
                <a:avLst/>
                <a:gdLst>
                  <a:gd name="T0" fmla="*/ 290 w 313"/>
                  <a:gd name="T1" fmla="*/ 104 h 311"/>
                  <a:gd name="T2" fmla="*/ 227 w 313"/>
                  <a:gd name="T3" fmla="*/ 278 h 311"/>
                  <a:gd name="T4" fmla="*/ 48 w 313"/>
                  <a:gd name="T5" fmla="*/ 243 h 311"/>
                  <a:gd name="T6" fmla="*/ 59 w 313"/>
                  <a:gd name="T7" fmla="*/ 54 h 311"/>
                  <a:gd name="T8" fmla="*/ 245 w 313"/>
                  <a:gd name="T9" fmla="*/ 43 h 311"/>
                  <a:gd name="T10" fmla="*/ 242 w 313"/>
                  <a:gd name="T11" fmla="*/ 46 h 311"/>
                  <a:gd name="T12" fmla="*/ 224 w 313"/>
                  <a:gd name="T13" fmla="*/ 61 h 311"/>
                  <a:gd name="T14" fmla="*/ 217 w 313"/>
                  <a:gd name="T15" fmla="*/ 61 h 311"/>
                  <a:gd name="T16" fmla="*/ 144 w 313"/>
                  <a:gd name="T17" fmla="*/ 45 h 311"/>
                  <a:gd name="T18" fmla="*/ 53 w 313"/>
                  <a:gd name="T19" fmla="*/ 119 h 311"/>
                  <a:gd name="T20" fmla="*/ 81 w 313"/>
                  <a:gd name="T21" fmla="*/ 234 h 311"/>
                  <a:gd name="T22" fmla="*/ 190 w 313"/>
                  <a:gd name="T23" fmla="*/ 260 h 311"/>
                  <a:gd name="T24" fmla="*/ 265 w 313"/>
                  <a:gd name="T25" fmla="*/ 182 h 311"/>
                  <a:gd name="T26" fmla="*/ 267 w 313"/>
                  <a:gd name="T27" fmla="*/ 137 h 311"/>
                  <a:gd name="T28" fmla="*/ 269 w 313"/>
                  <a:gd name="T29" fmla="*/ 131 h 311"/>
                  <a:gd name="T30" fmla="*/ 290 w 313"/>
                  <a:gd name="T31" fmla="*/ 104 h 3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13" h="311">
                    <a:moveTo>
                      <a:pt x="290" y="104"/>
                    </a:moveTo>
                    <a:cubicBezTo>
                      <a:pt x="313" y="163"/>
                      <a:pt x="294" y="240"/>
                      <a:pt x="227" y="278"/>
                    </a:cubicBezTo>
                    <a:cubicBezTo>
                      <a:pt x="167" y="311"/>
                      <a:pt x="92" y="298"/>
                      <a:pt x="48" y="243"/>
                    </a:cubicBezTo>
                    <a:cubicBezTo>
                      <a:pt x="0" y="184"/>
                      <a:pt x="8" y="103"/>
                      <a:pt x="59" y="54"/>
                    </a:cubicBezTo>
                    <a:cubicBezTo>
                      <a:pt x="113" y="0"/>
                      <a:pt x="194" y="2"/>
                      <a:pt x="245" y="43"/>
                    </a:cubicBezTo>
                    <a:cubicBezTo>
                      <a:pt x="244" y="44"/>
                      <a:pt x="243" y="45"/>
                      <a:pt x="242" y="46"/>
                    </a:cubicBezTo>
                    <a:cubicBezTo>
                      <a:pt x="236" y="51"/>
                      <a:pt x="230" y="56"/>
                      <a:pt x="224" y="61"/>
                    </a:cubicBezTo>
                    <a:cubicBezTo>
                      <a:pt x="221" y="63"/>
                      <a:pt x="220" y="63"/>
                      <a:pt x="217" y="61"/>
                    </a:cubicBezTo>
                    <a:cubicBezTo>
                      <a:pt x="195" y="47"/>
                      <a:pt x="170" y="41"/>
                      <a:pt x="144" y="45"/>
                    </a:cubicBezTo>
                    <a:cubicBezTo>
                      <a:pt x="99" y="51"/>
                      <a:pt x="68" y="76"/>
                      <a:pt x="53" y="119"/>
                    </a:cubicBezTo>
                    <a:cubicBezTo>
                      <a:pt x="38" y="162"/>
                      <a:pt x="48" y="202"/>
                      <a:pt x="81" y="234"/>
                    </a:cubicBezTo>
                    <a:cubicBezTo>
                      <a:pt x="112" y="264"/>
                      <a:pt x="149" y="272"/>
                      <a:pt x="190" y="260"/>
                    </a:cubicBezTo>
                    <a:cubicBezTo>
                      <a:pt x="229" y="249"/>
                      <a:pt x="254" y="221"/>
                      <a:pt x="265" y="182"/>
                    </a:cubicBezTo>
                    <a:cubicBezTo>
                      <a:pt x="269" y="167"/>
                      <a:pt x="269" y="152"/>
                      <a:pt x="267" y="137"/>
                    </a:cubicBezTo>
                    <a:cubicBezTo>
                      <a:pt x="267" y="135"/>
                      <a:pt x="268" y="132"/>
                      <a:pt x="269" y="131"/>
                    </a:cubicBezTo>
                    <a:cubicBezTo>
                      <a:pt x="275" y="122"/>
                      <a:pt x="282" y="113"/>
                      <a:pt x="290" y="104"/>
                    </a:cubicBezTo>
                    <a:close/>
                  </a:path>
                </a:pathLst>
              </a:custGeom>
              <a:solidFill>
                <a:schemeClr val="bg1">
                  <a:alpha val="38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dirty="0">
                  <a:solidFill>
                    <a:prstClr val="black"/>
                  </a:solidFill>
                  <a:latin typeface="나눔명조" panose="02020603020101020101" pitchFamily="18" charset="-127"/>
                  <a:ea typeface="나눔명조" panose="02020603020101020101" pitchFamily="18" charset="-127"/>
                </a:endParaRPr>
              </a:p>
            </p:txBody>
          </p:sp>
          <p:sp>
            <p:nvSpPr>
              <p:cNvPr id="309" name="Freeform 1092">
                <a:extLst>
                  <a:ext uri="{FF2B5EF4-FFF2-40B4-BE49-F238E27FC236}">
                    <a16:creationId xmlns:a16="http://schemas.microsoft.com/office/drawing/2014/main" id="{80EA5098-46A6-46E9-A92D-2AE4DE31D422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221386" y="3999591"/>
                <a:ext cx="388151" cy="336843"/>
              </a:xfrm>
              <a:custGeom>
                <a:avLst/>
                <a:gdLst>
                  <a:gd name="T0" fmla="*/ 0 w 245"/>
                  <a:gd name="T1" fmla="*/ 106 h 211"/>
                  <a:gd name="T2" fmla="*/ 20 w 245"/>
                  <a:gd name="T3" fmla="*/ 88 h 211"/>
                  <a:gd name="T4" fmla="*/ 24 w 245"/>
                  <a:gd name="T5" fmla="*/ 88 h 211"/>
                  <a:gd name="T6" fmla="*/ 83 w 245"/>
                  <a:gd name="T7" fmla="*/ 123 h 211"/>
                  <a:gd name="T8" fmla="*/ 89 w 245"/>
                  <a:gd name="T9" fmla="*/ 128 h 211"/>
                  <a:gd name="T10" fmla="*/ 239 w 245"/>
                  <a:gd name="T11" fmla="*/ 0 h 211"/>
                  <a:gd name="T12" fmla="*/ 244 w 245"/>
                  <a:gd name="T13" fmla="*/ 13 h 211"/>
                  <a:gd name="T14" fmla="*/ 243 w 245"/>
                  <a:gd name="T15" fmla="*/ 17 h 211"/>
                  <a:gd name="T16" fmla="*/ 200 w 245"/>
                  <a:gd name="T17" fmla="*/ 60 h 211"/>
                  <a:gd name="T18" fmla="*/ 133 w 245"/>
                  <a:gd name="T19" fmla="*/ 153 h 211"/>
                  <a:gd name="T20" fmla="*/ 99 w 245"/>
                  <a:gd name="T21" fmla="*/ 211 h 211"/>
                  <a:gd name="T22" fmla="*/ 0 w 245"/>
                  <a:gd name="T23" fmla="*/ 106 h 2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45" h="211">
                    <a:moveTo>
                      <a:pt x="0" y="106"/>
                    </a:moveTo>
                    <a:cubicBezTo>
                      <a:pt x="7" y="100"/>
                      <a:pt x="13" y="94"/>
                      <a:pt x="20" y="88"/>
                    </a:cubicBezTo>
                    <a:cubicBezTo>
                      <a:pt x="21" y="88"/>
                      <a:pt x="23" y="88"/>
                      <a:pt x="24" y="88"/>
                    </a:cubicBezTo>
                    <a:cubicBezTo>
                      <a:pt x="45" y="98"/>
                      <a:pt x="65" y="110"/>
                      <a:pt x="83" y="123"/>
                    </a:cubicBezTo>
                    <a:cubicBezTo>
                      <a:pt x="85" y="125"/>
                      <a:pt x="87" y="126"/>
                      <a:pt x="89" y="128"/>
                    </a:cubicBezTo>
                    <a:cubicBezTo>
                      <a:pt x="132" y="77"/>
                      <a:pt x="181" y="33"/>
                      <a:pt x="239" y="0"/>
                    </a:cubicBezTo>
                    <a:cubicBezTo>
                      <a:pt x="240" y="4"/>
                      <a:pt x="243" y="9"/>
                      <a:pt x="244" y="13"/>
                    </a:cubicBezTo>
                    <a:cubicBezTo>
                      <a:pt x="245" y="14"/>
                      <a:pt x="244" y="16"/>
                      <a:pt x="243" y="17"/>
                    </a:cubicBezTo>
                    <a:cubicBezTo>
                      <a:pt x="228" y="32"/>
                      <a:pt x="214" y="45"/>
                      <a:pt x="200" y="60"/>
                    </a:cubicBezTo>
                    <a:cubicBezTo>
                      <a:pt x="174" y="89"/>
                      <a:pt x="153" y="120"/>
                      <a:pt x="133" y="153"/>
                    </a:cubicBezTo>
                    <a:cubicBezTo>
                      <a:pt x="122" y="172"/>
                      <a:pt x="110" y="191"/>
                      <a:pt x="99" y="211"/>
                    </a:cubicBezTo>
                    <a:cubicBezTo>
                      <a:pt x="68" y="174"/>
                      <a:pt x="36" y="139"/>
                      <a:pt x="0" y="106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dirty="0">
                  <a:solidFill>
                    <a:prstClr val="black"/>
                  </a:solidFill>
                  <a:latin typeface="나눔명조" panose="02020603020101020101" pitchFamily="18" charset="-127"/>
                  <a:ea typeface="나눔명조" panose="02020603020101020101" pitchFamily="18" charset="-127"/>
                </a:endParaRPr>
              </a:p>
            </p:txBody>
          </p:sp>
        </p:grp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FDCBE386-28E1-4A6E-9B3E-BF590E364BA7}"/>
              </a:ext>
            </a:extLst>
          </p:cNvPr>
          <p:cNvGrpSpPr/>
          <p:nvPr/>
        </p:nvGrpSpPr>
        <p:grpSpPr>
          <a:xfrm>
            <a:off x="440668" y="7653316"/>
            <a:ext cx="2917336" cy="1728176"/>
            <a:chOff x="440668" y="7653316"/>
            <a:chExt cx="2917336" cy="1728176"/>
          </a:xfrm>
        </p:grpSpPr>
        <p:sp>
          <p:nvSpPr>
            <p:cNvPr id="297" name="직사각형 296">
              <a:extLst>
                <a:ext uri="{FF2B5EF4-FFF2-40B4-BE49-F238E27FC236}">
                  <a16:creationId xmlns:a16="http://schemas.microsoft.com/office/drawing/2014/main" id="{2B0FAC24-A485-4B1B-9BF9-F969FAE4B873}"/>
                </a:ext>
              </a:extLst>
            </p:cNvPr>
            <p:cNvSpPr/>
            <p:nvPr/>
          </p:nvSpPr>
          <p:spPr>
            <a:xfrm>
              <a:off x="442004" y="7941492"/>
              <a:ext cx="2916000" cy="1440000"/>
            </a:xfrm>
            <a:prstGeom prst="rect">
              <a:avLst/>
            </a:prstGeom>
            <a:solidFill>
              <a:srgbClr val="F8F8F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72000" bIns="72000" rtlCol="0" anchor="t"/>
            <a:lstStyle/>
            <a:p>
              <a:pPr marL="108000" lvl="2" indent="-108000" fontAlgn="base">
                <a:lnSpc>
                  <a:spcPct val="110000"/>
                </a:lnSpc>
                <a:spcBef>
                  <a:spcPct val="0"/>
                </a:spcBef>
                <a:spcAft>
                  <a:spcPts val="6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  <a:buFont typeface="Arial" panose="020B0604020202020204" pitchFamily="34" charset="0"/>
                <a:buChar char="•"/>
                <a:tabLst>
                  <a:tab pos="542925" algn="l"/>
                </a:tabLst>
                <a:defRPr/>
              </a:pP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설계단계부터 </a:t>
              </a:r>
              <a:r>
                <a:rPr lang="ko-KR" altLang="en-US" sz="10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밴더</a:t>
              </a: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 의존도에 대한 최소화 방안 수립 과 그에 맞는 제품을 선정</a:t>
              </a:r>
            </a:p>
            <a:p>
              <a:pPr marL="108000" lvl="2" indent="-108000" fontAlgn="base">
                <a:lnSpc>
                  <a:spcPct val="110000"/>
                </a:lnSpc>
                <a:spcBef>
                  <a:spcPct val="0"/>
                </a:spcBef>
                <a:spcAft>
                  <a:spcPts val="6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  <a:buFont typeface="Arial" panose="020B0604020202020204" pitchFamily="34" charset="0"/>
                <a:buChar char="•"/>
                <a:tabLst>
                  <a:tab pos="542925" algn="l"/>
                </a:tabLst>
                <a:defRPr/>
              </a:pP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공개</a:t>
              </a:r>
              <a:r>
                <a: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SW</a:t>
              </a: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를</a:t>
              </a:r>
              <a:r>
                <a: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 </a:t>
              </a: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우선으로 적용 검토</a:t>
              </a:r>
              <a:r>
                <a: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, EAI/ESB </a:t>
              </a: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표준 연계기술 적용</a:t>
              </a:r>
            </a:p>
            <a:p>
              <a:pPr marL="108000" lvl="2" indent="-108000" fontAlgn="base">
                <a:lnSpc>
                  <a:spcPct val="110000"/>
                </a:lnSpc>
                <a:spcBef>
                  <a:spcPct val="0"/>
                </a:spcBef>
                <a:spcAft>
                  <a:spcPts val="6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  <a:buFont typeface="Arial" panose="020B0604020202020204" pitchFamily="34" charset="0"/>
                <a:buChar char="•"/>
                <a:tabLst>
                  <a:tab pos="542925" algn="l"/>
                </a:tabLst>
                <a:defRPr/>
              </a:pP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국가표준으로 활용되는 </a:t>
              </a:r>
              <a:r>
                <a:rPr lang="ko-KR" altLang="en-US" sz="10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전자정부표준프레임워크</a:t>
              </a: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 기반의 정보</a:t>
              </a:r>
              <a:r>
                <a: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/</a:t>
              </a: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관리 시스템 구축</a:t>
              </a:r>
            </a:p>
          </p:txBody>
        </p:sp>
        <p:sp>
          <p:nvSpPr>
            <p:cNvPr id="299" name="양쪽 모서리가 둥근 사각형 147">
              <a:extLst>
                <a:ext uri="{FF2B5EF4-FFF2-40B4-BE49-F238E27FC236}">
                  <a16:creationId xmlns:a16="http://schemas.microsoft.com/office/drawing/2014/main" id="{51FEB146-7CE6-404E-9A05-677FC2DC1FA8}"/>
                </a:ext>
              </a:extLst>
            </p:cNvPr>
            <p:cNvSpPr/>
            <p:nvPr/>
          </p:nvSpPr>
          <p:spPr>
            <a:xfrm>
              <a:off x="440668" y="7653316"/>
              <a:ext cx="2916000" cy="288000"/>
            </a:xfrm>
            <a:prstGeom prst="rect">
              <a:avLst/>
            </a:prstGeom>
            <a:solidFill>
              <a:srgbClr val="BFBFBF"/>
            </a:solidFill>
            <a:ln w="6350" algn="ctr">
              <a:noFill/>
              <a:miter lim="800000"/>
              <a:headEnd/>
              <a:tailEnd/>
            </a:ln>
          </p:spPr>
          <p:txBody>
            <a:bodyPr wrap="square" lIns="360000" tIns="0" rIns="36000" bIns="0" anchor="ctr" anchorCtr="0">
              <a:noAutofit/>
            </a:bodyPr>
            <a:lstStyle/>
            <a:p>
              <a:pPr marL="0" lvl="1" fontAlgn="base">
                <a:spcBef>
                  <a:spcPct val="0"/>
                </a:spcBef>
                <a:buClr>
                  <a:prstClr val="black">
                    <a:lumMod val="75000"/>
                    <a:lumOff val="25000"/>
                  </a:prstClr>
                </a:buClr>
                <a:buSzPct val="80000"/>
                <a:tabLst>
                  <a:tab pos="4980827" algn="l"/>
                </a:tabLst>
                <a:defRPr/>
              </a:pPr>
              <a:r>
                <a:rPr kumimoji="1" lang="ko-KR" altLang="en-US" sz="1100" dirty="0" err="1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밴더</a:t>
              </a:r>
              <a:r>
                <a:rPr kumimoji="1" lang="ko-KR" altLang="en-US" sz="11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 종속성 해소</a:t>
              </a:r>
              <a:endParaRPr kumimoji="1" lang="en-US" altLang="ko-KR" sz="11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302" name="양쪽 모서리가 둥근 사각형 147">
              <a:extLst>
                <a:ext uri="{FF2B5EF4-FFF2-40B4-BE49-F238E27FC236}">
                  <a16:creationId xmlns:a16="http://schemas.microsoft.com/office/drawing/2014/main" id="{D778519F-CC9B-4DC8-B6D1-E118E15396E7}"/>
                </a:ext>
              </a:extLst>
            </p:cNvPr>
            <p:cNvSpPr/>
            <p:nvPr/>
          </p:nvSpPr>
          <p:spPr>
            <a:xfrm>
              <a:off x="2096988" y="7689316"/>
              <a:ext cx="1224000" cy="216000"/>
            </a:xfrm>
            <a:prstGeom prst="roundRect">
              <a:avLst>
                <a:gd name="adj" fmla="val 50000"/>
              </a:avLst>
            </a:prstGeom>
            <a:solidFill>
              <a:srgbClr val="666666">
                <a:alpha val="60000"/>
              </a:srgbClr>
            </a:solidFill>
            <a:ln w="6350" algn="ctr">
              <a:noFill/>
              <a:miter lim="800000"/>
              <a:headEnd/>
              <a:tailEnd/>
            </a:ln>
          </p:spPr>
          <p:txBody>
            <a:bodyPr wrap="square" lIns="36000" tIns="36000" rIns="36000" bIns="36000" anchor="ctr" anchorCtr="0">
              <a:noAutofit/>
            </a:bodyPr>
            <a:lstStyle/>
            <a:p>
              <a:pPr marL="0" lvl="1" algn="ctr" fontAlgn="base">
                <a:spcBef>
                  <a:spcPct val="0"/>
                </a:spcBef>
                <a:buClr>
                  <a:prstClr val="black">
                    <a:lumMod val="75000"/>
                    <a:lumOff val="25000"/>
                  </a:prstClr>
                </a:buClr>
                <a:buSzPct val="80000"/>
                <a:tabLst>
                  <a:tab pos="4980827" algn="l"/>
                </a:tabLst>
                <a:defRPr/>
              </a:pPr>
              <a:r>
                <a:rPr kumimoji="1" lang="ko-KR" altLang="en-US" sz="100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</a:rPr>
                <a:t>오픈소스 사용</a:t>
              </a:r>
              <a:endParaRPr kumimoji="1" lang="en-US" altLang="ko-KR" sz="10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endParaRPr>
            </a:p>
          </p:txBody>
        </p:sp>
        <p:grpSp>
          <p:nvGrpSpPr>
            <p:cNvPr id="310" name="Gruppieren 241">
              <a:extLst>
                <a:ext uri="{FF2B5EF4-FFF2-40B4-BE49-F238E27FC236}">
                  <a16:creationId xmlns:a16="http://schemas.microsoft.com/office/drawing/2014/main" id="{150DA4F9-4D18-493E-B2B8-E687A9F21078}"/>
                </a:ext>
              </a:extLst>
            </p:cNvPr>
            <p:cNvGrpSpPr/>
            <p:nvPr/>
          </p:nvGrpSpPr>
          <p:grpSpPr bwMode="gray">
            <a:xfrm>
              <a:off x="499770" y="7690487"/>
              <a:ext cx="228930" cy="213643"/>
              <a:chOff x="98696" y="3961668"/>
              <a:chExt cx="510841" cy="495227"/>
            </a:xfrm>
            <a:solidFill>
              <a:srgbClr val="000000"/>
            </a:solidFill>
          </p:grpSpPr>
          <p:sp>
            <p:nvSpPr>
              <p:cNvPr id="311" name="Freeform 1091">
                <a:extLst>
                  <a:ext uri="{FF2B5EF4-FFF2-40B4-BE49-F238E27FC236}">
                    <a16:creationId xmlns:a16="http://schemas.microsoft.com/office/drawing/2014/main" id="{7FA13463-0976-415B-862C-8161C829955A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98696" y="3961668"/>
                <a:ext cx="497458" cy="495227"/>
              </a:xfrm>
              <a:custGeom>
                <a:avLst/>
                <a:gdLst>
                  <a:gd name="T0" fmla="*/ 290 w 313"/>
                  <a:gd name="T1" fmla="*/ 104 h 311"/>
                  <a:gd name="T2" fmla="*/ 227 w 313"/>
                  <a:gd name="T3" fmla="*/ 278 h 311"/>
                  <a:gd name="T4" fmla="*/ 48 w 313"/>
                  <a:gd name="T5" fmla="*/ 243 h 311"/>
                  <a:gd name="T6" fmla="*/ 59 w 313"/>
                  <a:gd name="T7" fmla="*/ 54 h 311"/>
                  <a:gd name="T8" fmla="*/ 245 w 313"/>
                  <a:gd name="T9" fmla="*/ 43 h 311"/>
                  <a:gd name="T10" fmla="*/ 242 w 313"/>
                  <a:gd name="T11" fmla="*/ 46 h 311"/>
                  <a:gd name="T12" fmla="*/ 224 w 313"/>
                  <a:gd name="T13" fmla="*/ 61 h 311"/>
                  <a:gd name="T14" fmla="*/ 217 w 313"/>
                  <a:gd name="T15" fmla="*/ 61 h 311"/>
                  <a:gd name="T16" fmla="*/ 144 w 313"/>
                  <a:gd name="T17" fmla="*/ 45 h 311"/>
                  <a:gd name="T18" fmla="*/ 53 w 313"/>
                  <a:gd name="T19" fmla="*/ 119 h 311"/>
                  <a:gd name="T20" fmla="*/ 81 w 313"/>
                  <a:gd name="T21" fmla="*/ 234 h 311"/>
                  <a:gd name="T22" fmla="*/ 190 w 313"/>
                  <a:gd name="T23" fmla="*/ 260 h 311"/>
                  <a:gd name="T24" fmla="*/ 265 w 313"/>
                  <a:gd name="T25" fmla="*/ 182 h 311"/>
                  <a:gd name="T26" fmla="*/ 267 w 313"/>
                  <a:gd name="T27" fmla="*/ 137 h 311"/>
                  <a:gd name="T28" fmla="*/ 269 w 313"/>
                  <a:gd name="T29" fmla="*/ 131 h 311"/>
                  <a:gd name="T30" fmla="*/ 290 w 313"/>
                  <a:gd name="T31" fmla="*/ 104 h 3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13" h="311">
                    <a:moveTo>
                      <a:pt x="290" y="104"/>
                    </a:moveTo>
                    <a:cubicBezTo>
                      <a:pt x="313" y="163"/>
                      <a:pt x="294" y="240"/>
                      <a:pt x="227" y="278"/>
                    </a:cubicBezTo>
                    <a:cubicBezTo>
                      <a:pt x="167" y="311"/>
                      <a:pt x="92" y="298"/>
                      <a:pt x="48" y="243"/>
                    </a:cubicBezTo>
                    <a:cubicBezTo>
                      <a:pt x="0" y="184"/>
                      <a:pt x="8" y="103"/>
                      <a:pt x="59" y="54"/>
                    </a:cubicBezTo>
                    <a:cubicBezTo>
                      <a:pt x="113" y="0"/>
                      <a:pt x="194" y="2"/>
                      <a:pt x="245" y="43"/>
                    </a:cubicBezTo>
                    <a:cubicBezTo>
                      <a:pt x="244" y="44"/>
                      <a:pt x="243" y="45"/>
                      <a:pt x="242" y="46"/>
                    </a:cubicBezTo>
                    <a:cubicBezTo>
                      <a:pt x="236" y="51"/>
                      <a:pt x="230" y="56"/>
                      <a:pt x="224" y="61"/>
                    </a:cubicBezTo>
                    <a:cubicBezTo>
                      <a:pt x="221" y="63"/>
                      <a:pt x="220" y="63"/>
                      <a:pt x="217" y="61"/>
                    </a:cubicBezTo>
                    <a:cubicBezTo>
                      <a:pt x="195" y="47"/>
                      <a:pt x="170" y="41"/>
                      <a:pt x="144" y="45"/>
                    </a:cubicBezTo>
                    <a:cubicBezTo>
                      <a:pt x="99" y="51"/>
                      <a:pt x="68" y="76"/>
                      <a:pt x="53" y="119"/>
                    </a:cubicBezTo>
                    <a:cubicBezTo>
                      <a:pt x="38" y="162"/>
                      <a:pt x="48" y="202"/>
                      <a:pt x="81" y="234"/>
                    </a:cubicBezTo>
                    <a:cubicBezTo>
                      <a:pt x="112" y="264"/>
                      <a:pt x="149" y="272"/>
                      <a:pt x="190" y="260"/>
                    </a:cubicBezTo>
                    <a:cubicBezTo>
                      <a:pt x="229" y="249"/>
                      <a:pt x="254" y="221"/>
                      <a:pt x="265" y="182"/>
                    </a:cubicBezTo>
                    <a:cubicBezTo>
                      <a:pt x="269" y="167"/>
                      <a:pt x="269" y="152"/>
                      <a:pt x="267" y="137"/>
                    </a:cubicBezTo>
                    <a:cubicBezTo>
                      <a:pt x="267" y="135"/>
                      <a:pt x="268" y="132"/>
                      <a:pt x="269" y="131"/>
                    </a:cubicBezTo>
                    <a:cubicBezTo>
                      <a:pt x="275" y="122"/>
                      <a:pt x="282" y="113"/>
                      <a:pt x="290" y="104"/>
                    </a:cubicBezTo>
                    <a:close/>
                  </a:path>
                </a:pathLst>
              </a:custGeom>
              <a:solidFill>
                <a:schemeClr val="bg1">
                  <a:alpha val="38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dirty="0">
                  <a:solidFill>
                    <a:prstClr val="black"/>
                  </a:solidFill>
                  <a:latin typeface="나눔명조" panose="02020603020101020101" pitchFamily="18" charset="-127"/>
                  <a:ea typeface="나눔명조" panose="02020603020101020101" pitchFamily="18" charset="-127"/>
                </a:endParaRPr>
              </a:p>
            </p:txBody>
          </p:sp>
          <p:sp>
            <p:nvSpPr>
              <p:cNvPr id="312" name="Freeform 1092">
                <a:extLst>
                  <a:ext uri="{FF2B5EF4-FFF2-40B4-BE49-F238E27FC236}">
                    <a16:creationId xmlns:a16="http://schemas.microsoft.com/office/drawing/2014/main" id="{7D0AF0D9-EA8A-4B23-8344-26F2110314F3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221386" y="3999591"/>
                <a:ext cx="388151" cy="336843"/>
              </a:xfrm>
              <a:custGeom>
                <a:avLst/>
                <a:gdLst>
                  <a:gd name="T0" fmla="*/ 0 w 245"/>
                  <a:gd name="T1" fmla="*/ 106 h 211"/>
                  <a:gd name="T2" fmla="*/ 20 w 245"/>
                  <a:gd name="T3" fmla="*/ 88 h 211"/>
                  <a:gd name="T4" fmla="*/ 24 w 245"/>
                  <a:gd name="T5" fmla="*/ 88 h 211"/>
                  <a:gd name="T6" fmla="*/ 83 w 245"/>
                  <a:gd name="T7" fmla="*/ 123 h 211"/>
                  <a:gd name="T8" fmla="*/ 89 w 245"/>
                  <a:gd name="T9" fmla="*/ 128 h 211"/>
                  <a:gd name="T10" fmla="*/ 239 w 245"/>
                  <a:gd name="T11" fmla="*/ 0 h 211"/>
                  <a:gd name="T12" fmla="*/ 244 w 245"/>
                  <a:gd name="T13" fmla="*/ 13 h 211"/>
                  <a:gd name="T14" fmla="*/ 243 w 245"/>
                  <a:gd name="T15" fmla="*/ 17 h 211"/>
                  <a:gd name="T16" fmla="*/ 200 w 245"/>
                  <a:gd name="T17" fmla="*/ 60 h 211"/>
                  <a:gd name="T18" fmla="*/ 133 w 245"/>
                  <a:gd name="T19" fmla="*/ 153 h 211"/>
                  <a:gd name="T20" fmla="*/ 99 w 245"/>
                  <a:gd name="T21" fmla="*/ 211 h 211"/>
                  <a:gd name="T22" fmla="*/ 0 w 245"/>
                  <a:gd name="T23" fmla="*/ 106 h 2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45" h="211">
                    <a:moveTo>
                      <a:pt x="0" y="106"/>
                    </a:moveTo>
                    <a:cubicBezTo>
                      <a:pt x="7" y="100"/>
                      <a:pt x="13" y="94"/>
                      <a:pt x="20" y="88"/>
                    </a:cubicBezTo>
                    <a:cubicBezTo>
                      <a:pt x="21" y="88"/>
                      <a:pt x="23" y="88"/>
                      <a:pt x="24" y="88"/>
                    </a:cubicBezTo>
                    <a:cubicBezTo>
                      <a:pt x="45" y="98"/>
                      <a:pt x="65" y="110"/>
                      <a:pt x="83" y="123"/>
                    </a:cubicBezTo>
                    <a:cubicBezTo>
                      <a:pt x="85" y="125"/>
                      <a:pt x="87" y="126"/>
                      <a:pt x="89" y="128"/>
                    </a:cubicBezTo>
                    <a:cubicBezTo>
                      <a:pt x="132" y="77"/>
                      <a:pt x="181" y="33"/>
                      <a:pt x="239" y="0"/>
                    </a:cubicBezTo>
                    <a:cubicBezTo>
                      <a:pt x="240" y="4"/>
                      <a:pt x="243" y="9"/>
                      <a:pt x="244" y="13"/>
                    </a:cubicBezTo>
                    <a:cubicBezTo>
                      <a:pt x="245" y="14"/>
                      <a:pt x="244" y="16"/>
                      <a:pt x="243" y="17"/>
                    </a:cubicBezTo>
                    <a:cubicBezTo>
                      <a:pt x="228" y="32"/>
                      <a:pt x="214" y="45"/>
                      <a:pt x="200" y="60"/>
                    </a:cubicBezTo>
                    <a:cubicBezTo>
                      <a:pt x="174" y="89"/>
                      <a:pt x="153" y="120"/>
                      <a:pt x="133" y="153"/>
                    </a:cubicBezTo>
                    <a:cubicBezTo>
                      <a:pt x="122" y="172"/>
                      <a:pt x="110" y="191"/>
                      <a:pt x="99" y="211"/>
                    </a:cubicBezTo>
                    <a:cubicBezTo>
                      <a:pt x="68" y="174"/>
                      <a:pt x="36" y="139"/>
                      <a:pt x="0" y="106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dirty="0">
                  <a:solidFill>
                    <a:prstClr val="black"/>
                  </a:solidFill>
                  <a:latin typeface="나눔명조" panose="02020603020101020101" pitchFamily="18" charset="-127"/>
                  <a:ea typeface="나눔명조" panose="02020603020101020101" pitchFamily="18" charset="-127"/>
                </a:endParaRPr>
              </a:p>
            </p:txBody>
          </p:sp>
        </p:grp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A95ABE72-B5A6-22CD-4EEA-000542B88DB7}"/>
              </a:ext>
            </a:extLst>
          </p:cNvPr>
          <p:cNvSpPr txBox="1"/>
          <p:nvPr/>
        </p:nvSpPr>
        <p:spPr>
          <a:xfrm>
            <a:off x="1667082" y="503378"/>
            <a:ext cx="1288814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defTabSz="987095"/>
            <a:r>
              <a:rPr lang="en-US" altLang="ko-KR" sz="800" spc="-54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Ⅲ  </a:t>
            </a:r>
            <a:r>
              <a:rPr lang="ko-KR" altLang="en-US" sz="800" spc="-54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기술 및 기능  </a:t>
            </a:r>
            <a:r>
              <a:rPr lang="en-US" altLang="ko-KR" sz="800" spc="-54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&gt;  2. </a:t>
            </a:r>
            <a:r>
              <a:rPr lang="ko-KR" altLang="en-US" sz="800" spc="-54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기능 요구사항</a:t>
            </a:r>
          </a:p>
        </p:txBody>
      </p:sp>
    </p:spTree>
    <p:extLst>
      <p:ext uri="{BB962C8B-B14F-4D97-AF65-F5344CB8AC3E}">
        <p14:creationId xmlns:p14="http://schemas.microsoft.com/office/powerpoint/2010/main" val="240316453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제목 89"/>
          <p:cNvSpPr>
            <a:spLocks noGrp="1"/>
          </p:cNvSpPr>
          <p:nvPr>
            <p:ph type="title"/>
          </p:nvPr>
        </p:nvSpPr>
        <p:spPr>
          <a:xfrm>
            <a:off x="512676" y="1064568"/>
            <a:ext cx="1644731" cy="199285"/>
          </a:xfrm>
          <a:prstGeom prst="rect">
            <a:avLst/>
          </a:prstGeom>
          <a:noFill/>
        </p:spPr>
        <p:txBody>
          <a:bodyPr wrap="none" lIns="108000" tIns="0" rIns="0" bIns="0" anchor="ctr">
            <a:spAutoFit/>
          </a:bodyPr>
          <a:lstStyle/>
          <a:p>
            <a:r>
              <a:rPr lang="en-US" altLang="ko-KR" dirty="0"/>
              <a:t>2.5 UI/UX </a:t>
            </a:r>
            <a:r>
              <a:rPr lang="ko-KR" altLang="en-US" dirty="0"/>
              <a:t>구축 방안</a:t>
            </a:r>
          </a:p>
        </p:txBody>
      </p:sp>
      <p:graphicFrame>
        <p:nvGraphicFramePr>
          <p:cNvPr id="35" name="Group 7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341735"/>
              </p:ext>
            </p:extLst>
          </p:nvPr>
        </p:nvGraphicFramePr>
        <p:xfrm>
          <a:off x="440668" y="6213058"/>
          <a:ext cx="5976000" cy="3168433"/>
        </p:xfrm>
        <a:graphic>
          <a:graphicData uri="http://schemas.openxmlformats.org/drawingml/2006/table">
            <a:tbl>
              <a:tblPr/>
              <a:tblGrid>
                <a:gridCol w="11424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33545">
                  <a:extLst>
                    <a:ext uri="{9D8B030D-6E8A-4147-A177-3AD203B41FA5}">
                      <a16:colId xmlns:a16="http://schemas.microsoft.com/office/drawing/2014/main" val="4797657"/>
                    </a:ext>
                  </a:extLst>
                </a:gridCol>
              </a:tblGrid>
              <a:tr h="97714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1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시스템 분석</a:t>
                      </a:r>
                    </a:p>
                  </a:txBody>
                  <a:tcPr marL="72000" marR="72000" marT="36000" marB="3600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0000" marR="0" lvl="2" indent="-9000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Pct val="90000"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000" kern="12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업무와 사용자 중심으로 메뉴 체계의 재 분류 및 표준화 필요</a:t>
                      </a:r>
                      <a:endParaRPr kumimoji="1" lang="en-US" altLang="ko-KR" sz="1000" kern="120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Pretendard ExtraLight" panose="02000303000000020004" pitchFamily="50" charset="-127"/>
                        <a:ea typeface="Pretendard ExtraLight" panose="02000303000000020004" pitchFamily="50" charset="-127"/>
                        <a:cs typeface="Pretendard ExtraLight" panose="02000303000000020004" pitchFamily="50" charset="-127"/>
                      </a:endParaRPr>
                    </a:p>
                    <a:p>
                      <a:pPr marL="90000" marR="0" lvl="2" indent="-9000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Pct val="90000"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000" kern="12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화면 </a:t>
                      </a:r>
                      <a:r>
                        <a:rPr kumimoji="1" lang="en-US" altLang="ko-KR" sz="1000" kern="12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Navigation </a:t>
                      </a:r>
                      <a:r>
                        <a:rPr kumimoji="1" lang="ko-KR" altLang="en-US" sz="1000" kern="12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방식과 버튼 및 화면 구성에 일관된 표준 적용</a:t>
                      </a:r>
                      <a:endParaRPr kumimoji="1" lang="en-US" altLang="ko-KR" sz="1000" kern="120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Pretendard ExtraLight" panose="02000303000000020004" pitchFamily="50" charset="-127"/>
                        <a:ea typeface="Pretendard ExtraLight" panose="02000303000000020004" pitchFamily="50" charset="-127"/>
                        <a:cs typeface="Pretendard ExtraLight" panose="02000303000000020004" pitchFamily="50" charset="-127"/>
                      </a:endParaRPr>
                    </a:p>
                    <a:p>
                      <a:pPr marL="90000" marR="0" lvl="2" indent="-9000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Pct val="90000"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000" kern="12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통일된 </a:t>
                      </a:r>
                      <a:r>
                        <a:rPr kumimoji="1" lang="en-US" altLang="ko-KR" sz="1000" kern="12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color </a:t>
                      </a:r>
                      <a:r>
                        <a:rPr kumimoji="1" lang="ko-KR" altLang="en-US" sz="1000" kern="12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및 디자인 서식 적용으로 가독성을 높임</a:t>
                      </a:r>
                      <a:endParaRPr kumimoji="1" lang="en-US" altLang="ko-KR" sz="1000" kern="120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Pretendard ExtraLight" panose="02000303000000020004" pitchFamily="50" charset="-127"/>
                        <a:ea typeface="Pretendard ExtraLight" panose="02000303000000020004" pitchFamily="50" charset="-127"/>
                        <a:cs typeface="Pretendard ExtraLight" panose="02000303000000020004" pitchFamily="50" charset="-127"/>
                      </a:endParaRPr>
                    </a:p>
                    <a:p>
                      <a:pPr marL="90000" marR="0" lvl="2" indent="-9000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Pct val="90000"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000" kern="12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현 시스템 문제점 도출 및 관련 사용자 인터뷰 수행</a:t>
                      </a:r>
                      <a:endParaRPr kumimoji="1" lang="en-US" altLang="ko-KR" sz="10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Pretendard ExtraLight" panose="02000303000000020004" pitchFamily="50" charset="-127"/>
                        <a:ea typeface="Pretendard ExtraLight" panose="02000303000000020004" pitchFamily="50" charset="-127"/>
                        <a:cs typeface="Pretendard ExtraLight" panose="02000303000000020004" pitchFamily="50" charset="-127"/>
                      </a:endParaRPr>
                    </a:p>
                  </a:txBody>
                  <a:tcPr marL="72000" marR="72000" marT="36000" marB="3600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4153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9pPr>
                    </a:lstStyle>
                    <a:p>
                      <a:pPr marL="0" marR="0" lvl="0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1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개선 요구사항</a:t>
                      </a:r>
                    </a:p>
                  </a:txBody>
                  <a:tcPr marL="72000" marR="72000" marT="36000" marB="3600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3E7ED"/>
                    </a:solidFill>
                  </a:tcPr>
                </a:tc>
                <a:tc>
                  <a:txBody>
                    <a:bodyPr/>
                    <a:lstStyle/>
                    <a:p>
                      <a:pPr marL="90000" marR="0" lvl="2" indent="-9000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Pct val="90000"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000" kern="120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빠른 업무 처리가 가능한 시스템</a:t>
                      </a:r>
                      <a:endParaRPr kumimoji="1" lang="en-US" altLang="ko-KR" sz="1000" kern="1200" noProof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Pretendard ExtraLight" panose="02000303000000020004" pitchFamily="50" charset="-127"/>
                        <a:ea typeface="Pretendard ExtraLight" panose="02000303000000020004" pitchFamily="50" charset="-127"/>
                        <a:cs typeface="Pretendard ExtraLight" panose="02000303000000020004" pitchFamily="50" charset="-127"/>
                      </a:endParaRPr>
                    </a:p>
                    <a:p>
                      <a:pPr marL="90000" marR="0" lvl="2" indent="-9000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Pct val="90000"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000" kern="120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화면</a:t>
                      </a:r>
                      <a:r>
                        <a:rPr kumimoji="1" lang="en-US" altLang="ko-KR" sz="1000" kern="120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/</a:t>
                      </a:r>
                      <a:r>
                        <a:rPr kumimoji="1" lang="ko-KR" altLang="en-US" sz="1000" kern="120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업무 접근체계 및 검색 서비스 제공</a:t>
                      </a:r>
                      <a:endParaRPr kumimoji="1" lang="en-US" altLang="ko-KR" sz="1000" kern="1200" noProof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Pretendard ExtraLight" panose="02000303000000020004" pitchFamily="50" charset="-127"/>
                        <a:ea typeface="Pretendard ExtraLight" panose="02000303000000020004" pitchFamily="50" charset="-127"/>
                        <a:cs typeface="Pretendard ExtraLight" panose="02000303000000020004" pitchFamily="50" charset="-127"/>
                      </a:endParaRPr>
                    </a:p>
                    <a:p>
                      <a:pPr marL="90000" marR="0" lvl="2" indent="-9000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Pct val="90000"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000" kern="120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업무 사용자 중심의 통일된 인터페이스 구축</a:t>
                      </a:r>
                    </a:p>
                    <a:p>
                      <a:pPr marL="90000" marR="0" lvl="2" indent="-9000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Pct val="90000"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000" kern="120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수작업</a:t>
                      </a:r>
                      <a:r>
                        <a:rPr kumimoji="1" lang="en-US" altLang="ko-KR" sz="1000" kern="120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/</a:t>
                      </a:r>
                      <a:r>
                        <a:rPr kumimoji="1" lang="ko-KR" altLang="en-US" sz="1000" kern="120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반복되는 작업의 업무 처리 효율화</a:t>
                      </a:r>
                      <a:endParaRPr kumimoji="1" lang="en-US" altLang="ko-KR" sz="1000" kern="1200" noProof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Pretendard ExtraLight" panose="02000303000000020004" pitchFamily="50" charset="-127"/>
                        <a:ea typeface="Pretendard ExtraLight" panose="02000303000000020004" pitchFamily="50" charset="-127"/>
                        <a:cs typeface="Pretendard ExtraLight" panose="02000303000000020004" pitchFamily="50" charset="-127"/>
                      </a:endParaRPr>
                    </a:p>
                    <a:p>
                      <a:pPr marL="90000" marR="0" lvl="2" indent="-9000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Pct val="90000"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000" kern="120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중요</a:t>
                      </a:r>
                      <a:r>
                        <a:rPr kumimoji="1" lang="ko-KR" altLang="en-US" sz="1000" kern="1200" baseline="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 정보 및 상태 정보 알림</a:t>
                      </a:r>
                      <a:r>
                        <a:rPr kumimoji="1" lang="en-US" altLang="ko-KR" sz="1000" kern="1200" baseline="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/</a:t>
                      </a:r>
                      <a:r>
                        <a:rPr kumimoji="1" lang="ko-KR" altLang="en-US" sz="1000" kern="1200" baseline="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협업지원</a:t>
                      </a:r>
                      <a:endParaRPr kumimoji="1" lang="ko-KR" altLang="en-US" sz="1000" kern="1200" noProof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Pretendard ExtraLight" panose="02000303000000020004" pitchFamily="50" charset="-127"/>
                        <a:ea typeface="Pretendard ExtraLight" panose="02000303000000020004" pitchFamily="50" charset="-127"/>
                        <a:cs typeface="Pretendard ExtraLight" panose="02000303000000020004" pitchFamily="50" charset="-127"/>
                      </a:endParaRPr>
                    </a:p>
                  </a:txBody>
                  <a:tcPr marL="72000" marR="72000" marT="36000" marB="3600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7714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9pPr>
                    </a:lstStyle>
                    <a:p>
                      <a:pPr marL="0" marR="0" lvl="0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1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타 시스템 사례</a:t>
                      </a:r>
                    </a:p>
                  </a:txBody>
                  <a:tcPr marL="72000" marR="72000" marT="36000" marB="3600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DCE5"/>
                    </a:solidFill>
                  </a:tcPr>
                </a:tc>
                <a:tc>
                  <a:txBody>
                    <a:bodyPr/>
                    <a:lstStyle/>
                    <a:p>
                      <a:pPr marL="90000" marR="0" lvl="2" indent="-9000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Pct val="90000"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000" kern="120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업무 영역을 최대한 확보할 수 있는 화면 구조 채택</a:t>
                      </a:r>
                      <a:endParaRPr kumimoji="1" lang="en-US" altLang="ko-KR" sz="1000" kern="1200" noProof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Pretendard ExtraLight" panose="02000303000000020004" pitchFamily="50" charset="-127"/>
                        <a:ea typeface="Pretendard ExtraLight" panose="02000303000000020004" pitchFamily="50" charset="-127"/>
                        <a:cs typeface="Pretendard ExtraLight" panose="02000303000000020004" pitchFamily="50" charset="-127"/>
                      </a:endParaRPr>
                    </a:p>
                    <a:p>
                      <a:pPr marL="90000" marR="0" lvl="2" indent="-9000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Pct val="90000"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000" kern="120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업무 </a:t>
                      </a:r>
                      <a:r>
                        <a:rPr kumimoji="1" lang="en-US" altLang="ko-KR" sz="1000" kern="120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Flow</a:t>
                      </a:r>
                      <a:r>
                        <a:rPr kumimoji="1" lang="ko-KR" altLang="en-US" sz="1000" kern="1200" baseline="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를 정의 </a:t>
                      </a:r>
                      <a:r>
                        <a:rPr kumimoji="1" lang="en-US" altLang="ko-KR" sz="1000" kern="1200" baseline="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-&gt; </a:t>
                      </a:r>
                      <a:r>
                        <a:rPr kumimoji="1" lang="ko-KR" altLang="en-US" sz="1000" kern="1200" baseline="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사용자 선택에 의한 화면 연동 처리 기능</a:t>
                      </a:r>
                      <a:endParaRPr kumimoji="1" lang="en-US" altLang="ko-KR" sz="1000" kern="1200" baseline="0" noProof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Pretendard ExtraLight" panose="02000303000000020004" pitchFamily="50" charset="-127"/>
                        <a:ea typeface="Pretendard ExtraLight" panose="02000303000000020004" pitchFamily="50" charset="-127"/>
                        <a:cs typeface="Pretendard ExtraLight" panose="02000303000000020004" pitchFamily="50" charset="-127"/>
                      </a:endParaRPr>
                    </a:p>
                    <a:p>
                      <a:pPr marL="90000" marR="0" lvl="2" indent="-9000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Pct val="90000"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000" kern="1200" baseline="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업무 기능과 메뉴 트리 성능을 고려한 </a:t>
                      </a:r>
                      <a:r>
                        <a:rPr kumimoji="1" lang="en-US" altLang="ko-KR" sz="1000" kern="1200" baseline="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Navigation </a:t>
                      </a:r>
                      <a:r>
                        <a:rPr kumimoji="1" lang="ko-KR" altLang="en-US" sz="1000" kern="1200" baseline="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체계 설계</a:t>
                      </a:r>
                      <a:endParaRPr kumimoji="1" lang="en-US" altLang="ko-KR" sz="1000" kern="1200" baseline="0" noProof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Pretendard ExtraLight" panose="02000303000000020004" pitchFamily="50" charset="-127"/>
                        <a:ea typeface="Pretendard ExtraLight" panose="02000303000000020004" pitchFamily="50" charset="-127"/>
                        <a:cs typeface="Pretendard ExtraLight" panose="02000303000000020004" pitchFamily="50" charset="-127"/>
                      </a:endParaRPr>
                    </a:p>
                    <a:p>
                      <a:pPr marL="90000" marR="0" lvl="2" indent="-9000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Pct val="90000"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000" kern="120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각 화면과 관련된 업무 지원 정보</a:t>
                      </a:r>
                      <a:r>
                        <a:rPr kumimoji="1" lang="en-US" altLang="ko-KR" sz="1000" kern="120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/</a:t>
                      </a:r>
                      <a:r>
                        <a:rPr kumimoji="1" lang="ko-KR" altLang="en-US" sz="1000" kern="120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도움말 제공</a:t>
                      </a:r>
                    </a:p>
                  </a:txBody>
                  <a:tcPr marL="72000" marR="72000" marT="36000" marB="3600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2" name="직사각형 41"/>
          <p:cNvSpPr/>
          <p:nvPr/>
        </p:nvSpPr>
        <p:spPr>
          <a:xfrm>
            <a:off x="620688" y="3010896"/>
            <a:ext cx="1138132" cy="246221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eaLnBrk="1" fontAlgn="base" latinLnBrk="1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600" ker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개선 </a:t>
            </a:r>
            <a:r>
              <a:rPr kumimoji="1" lang="en-US" altLang="ko-KR" sz="1600" kern="0">
                <a:solidFill>
                  <a:srgbClr val="F2006D"/>
                </a:solidFill>
                <a:latin typeface="+mj-ea"/>
                <a:ea typeface="+mj-ea"/>
              </a:rPr>
              <a:t>POINT! </a:t>
            </a:r>
            <a:endParaRPr kumimoji="1" lang="ko-KR" altLang="en-US" sz="1600" b="0" i="0" u="none" strike="noStrike" kern="0" cap="none" spc="0" normalizeH="0" baseline="0" noProof="0">
              <a:ln>
                <a:noFill/>
              </a:ln>
              <a:solidFill>
                <a:srgbClr val="F2006D"/>
              </a:solidFill>
              <a:effectLst/>
              <a:uLnTx/>
              <a:uFillTx/>
              <a:latin typeface="+mj-ea"/>
              <a:ea typeface="+mj-ea"/>
            </a:endParaRPr>
          </a:p>
        </p:txBody>
      </p:sp>
      <p:grpSp>
        <p:nvGrpSpPr>
          <p:cNvPr id="86" name="그룹 85">
            <a:extLst>
              <a:ext uri="{FF2B5EF4-FFF2-40B4-BE49-F238E27FC236}">
                <a16:creationId xmlns:a16="http://schemas.microsoft.com/office/drawing/2014/main" id="{F23FE558-7129-4B6A-9A27-D49C799A3B26}"/>
              </a:ext>
            </a:extLst>
          </p:cNvPr>
          <p:cNvGrpSpPr/>
          <p:nvPr/>
        </p:nvGrpSpPr>
        <p:grpSpPr>
          <a:xfrm>
            <a:off x="440668" y="1064568"/>
            <a:ext cx="66431" cy="180000"/>
            <a:chOff x="447632" y="1870808"/>
            <a:chExt cx="66431" cy="247087"/>
          </a:xfrm>
        </p:grpSpPr>
        <p:sp>
          <p:nvSpPr>
            <p:cNvPr id="87" name="직사각형 86">
              <a:extLst>
                <a:ext uri="{FF2B5EF4-FFF2-40B4-BE49-F238E27FC236}">
                  <a16:creationId xmlns:a16="http://schemas.microsoft.com/office/drawing/2014/main" id="{55B4C791-6873-4E1F-B8DA-C9170D1C6E64}"/>
                </a:ext>
              </a:extLst>
            </p:cNvPr>
            <p:cNvSpPr/>
            <p:nvPr/>
          </p:nvSpPr>
          <p:spPr>
            <a:xfrm>
              <a:off x="447632" y="1990162"/>
              <a:ext cx="66431" cy="12773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/>
            </a:bodyPr>
            <a:lstStyle/>
            <a:p>
              <a:pPr algn="ctr"/>
              <a:endParaRPr lang="ko-KR" altLang="en-US">
                <a:ln>
                  <a:solidFill>
                    <a:srgbClr val="02A1B2">
                      <a:alpha val="0"/>
                    </a:srgbClr>
                  </a:solidFill>
                </a:ln>
              </a:endParaRPr>
            </a:p>
          </p:txBody>
        </p:sp>
        <p:sp>
          <p:nvSpPr>
            <p:cNvPr id="88" name="직사각형 87">
              <a:extLst>
                <a:ext uri="{FF2B5EF4-FFF2-40B4-BE49-F238E27FC236}">
                  <a16:creationId xmlns:a16="http://schemas.microsoft.com/office/drawing/2014/main" id="{7037CC04-6440-4DBE-830C-7AD8279523B8}"/>
                </a:ext>
              </a:extLst>
            </p:cNvPr>
            <p:cNvSpPr/>
            <p:nvPr/>
          </p:nvSpPr>
          <p:spPr>
            <a:xfrm>
              <a:off x="447632" y="1870808"/>
              <a:ext cx="66431" cy="127733"/>
            </a:xfrm>
            <a:prstGeom prst="rect">
              <a:avLst/>
            </a:prstGeom>
            <a:solidFill>
              <a:srgbClr val="B71B6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/>
            </a:bodyPr>
            <a:lstStyle/>
            <a:p>
              <a:pPr algn="ctr"/>
              <a:endParaRPr lang="ko-KR" altLang="en-US">
                <a:ln>
                  <a:solidFill>
                    <a:srgbClr val="02A1B2">
                      <a:alpha val="0"/>
                    </a:srgbClr>
                  </a:solidFill>
                </a:ln>
              </a:endParaRPr>
            </a:p>
          </p:txBody>
        </p:sp>
      </p:grp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57E8AB76-628D-4B27-8247-6ABF1E218FB5}"/>
              </a:ext>
            </a:extLst>
          </p:cNvPr>
          <p:cNvSpPr/>
          <p:nvPr/>
        </p:nvSpPr>
        <p:spPr>
          <a:xfrm>
            <a:off x="5206867" y="1065770"/>
            <a:ext cx="1209800" cy="17763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36000" rIns="72000" bIns="18000" rtlCol="0" anchor="ctr">
            <a:spAutoFit/>
          </a:bodyPr>
          <a:lstStyle/>
          <a:p>
            <a:pPr algn="r"/>
            <a:r>
              <a: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요구사항 번호</a:t>
            </a:r>
            <a:r>
              <a:rPr lang="en-US" altLang="ko-KR" sz="8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: </a:t>
            </a:r>
            <a:r>
              <a:rPr lang="en-US" altLang="ko-KR" sz="800">
                <a:solidFill>
                  <a:srgbClr val="0070C0"/>
                </a:solidFill>
                <a:latin typeface="+mj-ea"/>
                <a:ea typeface="+mj-ea"/>
              </a:rPr>
              <a:t>ABC-001</a:t>
            </a:r>
            <a:endParaRPr lang="ko-KR" altLang="en-US" sz="800" dirty="0">
              <a:solidFill>
                <a:srgbClr val="0070C0"/>
              </a:solidFill>
              <a:latin typeface="+mj-ea"/>
              <a:ea typeface="+mj-ea"/>
            </a:endParaRPr>
          </a:p>
        </p:txBody>
      </p:sp>
      <p:sp>
        <p:nvSpPr>
          <p:cNvPr id="91" name="AutoShape 165">
            <a:extLst>
              <a:ext uri="{FF2B5EF4-FFF2-40B4-BE49-F238E27FC236}">
                <a16:creationId xmlns:a16="http://schemas.microsoft.com/office/drawing/2014/main" id="{8084B10E-CCEE-4824-AD0A-6CAF6A24E2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668" y="1568624"/>
            <a:ext cx="5976000" cy="647237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3175" algn="ctr">
            <a:solidFill>
              <a:schemeClr val="bg1">
                <a:lumMod val="95000"/>
              </a:schemeClr>
            </a:solidFill>
            <a:round/>
            <a:headEnd/>
            <a:tailEnd/>
          </a:ln>
          <a:effectLst/>
        </p:spPr>
        <p:txBody>
          <a:bodyPr wrap="square" lIns="144000" tIns="36000" rIns="72000" bIns="36000" anchor="ctr"/>
          <a:lstStyle/>
          <a:p>
            <a:pPr marL="85725" lvl="0" indent="-85725" defTabSz="914400" fontAlgn="ctr">
              <a:lnSpc>
                <a:spcPct val="110000"/>
              </a:lnSpc>
              <a:spcAft>
                <a:spcPts val="300"/>
              </a:spcAft>
              <a:buFont typeface="Arial" pitchFamily="34" charset="0"/>
              <a:buChar char="•"/>
              <a:defRPr/>
            </a:pPr>
            <a:r>
              <a:rPr kumimoji="1" lang="ko-KR" altLang="en-US" sz="1000" kern="0">
                <a:solidFill>
                  <a:prstClr val="black">
                    <a:lumMod val="75000"/>
                    <a:lumOff val="25000"/>
                  </a:prstClr>
                </a:solidFill>
              </a:rPr>
              <a:t>쉽고 빠른 통합 업무 수행이 가능하도록 사용자 중심의 </a:t>
            </a:r>
            <a:r>
              <a:rPr kumimoji="1" lang="en-US" altLang="ko-KR" sz="1000" kern="0">
                <a:solidFill>
                  <a:prstClr val="black">
                    <a:lumMod val="75000"/>
                    <a:lumOff val="25000"/>
                  </a:prstClr>
                </a:solidFill>
              </a:rPr>
              <a:t>UI/UX</a:t>
            </a:r>
            <a:r>
              <a:rPr kumimoji="1" lang="ko-KR" altLang="en-US" sz="1000" kern="0">
                <a:solidFill>
                  <a:prstClr val="black">
                    <a:lumMod val="75000"/>
                    <a:lumOff val="25000"/>
                  </a:prstClr>
                </a:solidFill>
              </a:rPr>
              <a:t>와 효율적 업무 수행 지원이 가능하도록 구현</a:t>
            </a:r>
          </a:p>
          <a:p>
            <a:pPr marL="85725" lvl="0" indent="-85725" defTabSz="914400" fontAlgn="ctr">
              <a:lnSpc>
                <a:spcPct val="110000"/>
              </a:lnSpc>
              <a:spcAft>
                <a:spcPts val="300"/>
              </a:spcAft>
              <a:buFont typeface="Arial" pitchFamily="34" charset="0"/>
              <a:buChar char="•"/>
              <a:defRPr/>
            </a:pPr>
            <a:r>
              <a:rPr kumimoji="1" lang="ko-KR" altLang="en-US" sz="1000" kern="0">
                <a:solidFill>
                  <a:prstClr val="black">
                    <a:lumMod val="75000"/>
                    <a:lumOff val="25000"/>
                  </a:prstClr>
                </a:solidFill>
              </a:rPr>
              <a:t>기존 사업에 구축된 </a:t>
            </a:r>
            <a:r>
              <a:rPr kumimoji="1" lang="en-US" altLang="ko-KR" sz="1000" kern="0">
                <a:solidFill>
                  <a:prstClr val="black">
                    <a:lumMod val="75000"/>
                    <a:lumOff val="25000"/>
                  </a:prstClr>
                </a:solidFill>
              </a:rPr>
              <a:t>UI </a:t>
            </a:r>
            <a:r>
              <a:rPr kumimoji="1" lang="ko-KR" altLang="en-US" sz="1000" kern="0">
                <a:solidFill>
                  <a:prstClr val="black">
                    <a:lumMod val="75000"/>
                    <a:lumOff val="25000"/>
                  </a:prstClr>
                </a:solidFill>
              </a:rPr>
              <a:t>표준을 고려하고</a:t>
            </a:r>
            <a:r>
              <a:rPr kumimoji="1" lang="en-US" altLang="ko-KR" sz="1000" kern="0">
                <a:solidFill>
                  <a:prstClr val="black">
                    <a:lumMod val="75000"/>
                    <a:lumOff val="25000"/>
                  </a:prstClr>
                </a:solidFill>
              </a:rPr>
              <a:t>, </a:t>
            </a:r>
            <a:r>
              <a:rPr kumimoji="1" lang="ko-KR" altLang="en-US" sz="1000" kern="0">
                <a:solidFill>
                  <a:prstClr val="black">
                    <a:lumMod val="75000"/>
                    <a:lumOff val="25000"/>
                  </a:prstClr>
                </a:solidFill>
                <a:latin typeface="+mj-ea"/>
                <a:ea typeface="+mj-ea"/>
              </a:rPr>
              <a:t>사용자 및 관리자의 업무에 최적화된 </a:t>
            </a:r>
            <a:r>
              <a:rPr kumimoji="1" lang="en-US" altLang="ko-KR" sz="1000" kern="0">
                <a:solidFill>
                  <a:prstClr val="black">
                    <a:lumMod val="75000"/>
                    <a:lumOff val="25000"/>
                  </a:prstClr>
                </a:solidFill>
                <a:latin typeface="+mj-ea"/>
                <a:ea typeface="+mj-ea"/>
              </a:rPr>
              <a:t>UI/UX </a:t>
            </a:r>
            <a:r>
              <a:rPr kumimoji="1" lang="ko-KR" altLang="en-US" sz="1000" kern="0">
                <a:solidFill>
                  <a:prstClr val="black">
                    <a:lumMod val="75000"/>
                    <a:lumOff val="25000"/>
                  </a:prstClr>
                </a:solidFill>
                <a:latin typeface="+mj-ea"/>
                <a:ea typeface="+mj-ea"/>
              </a:rPr>
              <a:t>개선방안 수립</a:t>
            </a:r>
          </a:p>
        </p:txBody>
      </p:sp>
      <p:grpSp>
        <p:nvGrpSpPr>
          <p:cNvPr id="92" name="그룹 91">
            <a:extLst>
              <a:ext uri="{FF2B5EF4-FFF2-40B4-BE49-F238E27FC236}">
                <a16:creationId xmlns:a16="http://schemas.microsoft.com/office/drawing/2014/main" id="{5F65FE5B-D837-4D55-8106-2AEBB7F93BE6}"/>
              </a:ext>
            </a:extLst>
          </p:cNvPr>
          <p:cNvGrpSpPr/>
          <p:nvPr/>
        </p:nvGrpSpPr>
        <p:grpSpPr>
          <a:xfrm>
            <a:off x="440668" y="2504728"/>
            <a:ext cx="5976000" cy="184666"/>
            <a:chOff x="4503039" y="5804479"/>
            <a:chExt cx="5976000" cy="184666"/>
          </a:xfrm>
        </p:grpSpPr>
        <p:cxnSp>
          <p:nvCxnSpPr>
            <p:cNvPr id="93" name="직선 연결선 92">
              <a:extLst>
                <a:ext uri="{FF2B5EF4-FFF2-40B4-BE49-F238E27FC236}">
                  <a16:creationId xmlns:a16="http://schemas.microsoft.com/office/drawing/2014/main" id="{C879DECA-E99B-4298-A993-8AEF956FC8EF}"/>
                </a:ext>
              </a:extLst>
            </p:cNvPr>
            <p:cNvCxnSpPr>
              <a:cxnSpLocks/>
            </p:cNvCxnSpPr>
            <p:nvPr/>
          </p:nvCxnSpPr>
          <p:spPr>
            <a:xfrm>
              <a:off x="4503039" y="5948495"/>
              <a:ext cx="5976000" cy="0"/>
            </a:xfrm>
            <a:prstGeom prst="line">
              <a:avLst/>
            </a:prstGeom>
            <a:ln w="12700" cap="flat">
              <a:solidFill>
                <a:srgbClr val="BAC0CE"/>
              </a:solidFill>
              <a:miter lim="800000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D69393D3-0800-4844-9C39-507BE3EFDDA6}"/>
                </a:ext>
              </a:extLst>
            </p:cNvPr>
            <p:cNvSpPr txBox="1"/>
            <p:nvPr/>
          </p:nvSpPr>
          <p:spPr>
            <a:xfrm flipH="1">
              <a:off x="4503039" y="5804479"/>
              <a:ext cx="1163831" cy="18466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</p:spPr>
          <p:txBody>
            <a:bodyPr wrap="none" lIns="0" tIns="0" rIns="108000" bIns="0" rtlCol="0" anchor="b">
              <a:spAutoFit/>
            </a:bodyPr>
            <a:lstStyle/>
            <a:p>
              <a:pPr lvl="0" defTabSz="478031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ko-KR" sz="120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UI/UX </a:t>
              </a:r>
              <a:r>
                <a:rPr lang="ko-KR" altLang="en-US" sz="120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개선 방안</a:t>
              </a:r>
            </a:p>
          </p:txBody>
        </p:sp>
      </p:grpSp>
      <p:grpSp>
        <p:nvGrpSpPr>
          <p:cNvPr id="166" name="그룹 165">
            <a:extLst>
              <a:ext uri="{FF2B5EF4-FFF2-40B4-BE49-F238E27FC236}">
                <a16:creationId xmlns:a16="http://schemas.microsoft.com/office/drawing/2014/main" id="{0BB3C072-00DF-40D7-BEC4-1EB58F38BEBE}"/>
              </a:ext>
            </a:extLst>
          </p:cNvPr>
          <p:cNvGrpSpPr/>
          <p:nvPr/>
        </p:nvGrpSpPr>
        <p:grpSpPr>
          <a:xfrm>
            <a:off x="1806659" y="2916956"/>
            <a:ext cx="3244682" cy="396000"/>
            <a:chOff x="485862" y="6860794"/>
            <a:chExt cx="3244682" cy="396000"/>
          </a:xfrm>
        </p:grpSpPr>
        <p:sp>
          <p:nvSpPr>
            <p:cNvPr id="167" name="직사각형 166">
              <a:extLst>
                <a:ext uri="{FF2B5EF4-FFF2-40B4-BE49-F238E27FC236}">
                  <a16:creationId xmlns:a16="http://schemas.microsoft.com/office/drawing/2014/main" id="{0216E0FC-72A4-4F10-AAB0-BF70904187C5}"/>
                </a:ext>
              </a:extLst>
            </p:cNvPr>
            <p:cNvSpPr/>
            <p:nvPr/>
          </p:nvSpPr>
          <p:spPr>
            <a:xfrm>
              <a:off x="485862" y="6860794"/>
              <a:ext cx="3244682" cy="396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rgbClr val="0070C0"/>
              </a:solidFill>
              <a:miter lim="800000"/>
            </a:ln>
          </p:spPr>
          <p:txBody>
            <a:bodyPr wrap="none" lIns="108000" tIns="18000" rIns="36000" bIns="0" rtlCol="0" anchor="ctr">
              <a:noAutofit/>
            </a:bodyPr>
            <a:lstStyle/>
            <a:p>
              <a:pPr lvl="0"/>
              <a:r>
                <a:rPr kumimoji="1" lang="ko-KR" altLang="en-US" sz="1600" spc="-70">
                  <a:ln>
                    <a:solidFill>
                      <a:srgbClr val="7F7F7F">
                        <a:alpha val="0"/>
                      </a:srgbClr>
                    </a:solidFill>
                  </a:ln>
                  <a:solidFill>
                    <a:srgbClr val="034E93"/>
                  </a:solidFill>
                  <a:latin typeface="+mj-ea"/>
                  <a:ea typeface="+mj-ea"/>
                </a:rPr>
                <a:t>쉽고 빠른 통합 업무수행 공간 제공</a:t>
              </a:r>
              <a:endParaRPr kumimoji="1" lang="ko-KR" altLang="en-US" sz="1600" spc="-70" dirty="0">
                <a:ln>
                  <a:solidFill>
                    <a:srgbClr val="7F7F7F">
                      <a:alpha val="0"/>
                    </a:srgbClr>
                  </a:solidFill>
                </a:ln>
                <a:solidFill>
                  <a:srgbClr val="034E93"/>
                </a:solidFill>
                <a:latin typeface="+mj-ea"/>
                <a:ea typeface="+mj-ea"/>
              </a:endParaRPr>
            </a:p>
          </p:txBody>
        </p:sp>
        <p:grpSp>
          <p:nvGrpSpPr>
            <p:cNvPr id="168" name="그룹 167">
              <a:extLst>
                <a:ext uri="{FF2B5EF4-FFF2-40B4-BE49-F238E27FC236}">
                  <a16:creationId xmlns:a16="http://schemas.microsoft.com/office/drawing/2014/main" id="{872548CF-D7DB-4D4C-9ABC-A71A1C8425E2}"/>
                </a:ext>
              </a:extLst>
            </p:cNvPr>
            <p:cNvGrpSpPr/>
            <p:nvPr/>
          </p:nvGrpSpPr>
          <p:grpSpPr>
            <a:xfrm>
              <a:off x="3489765" y="6981600"/>
              <a:ext cx="155259" cy="154389"/>
              <a:chOff x="4218410" y="3020777"/>
              <a:chExt cx="212400" cy="211210"/>
            </a:xfrm>
          </p:grpSpPr>
          <p:sp>
            <p:nvSpPr>
              <p:cNvPr id="169" name="직사각형 168">
                <a:extLst>
                  <a:ext uri="{FF2B5EF4-FFF2-40B4-BE49-F238E27FC236}">
                    <a16:creationId xmlns:a16="http://schemas.microsoft.com/office/drawing/2014/main" id="{AC6B2CF0-44C7-494C-ADA5-700C388899D0}"/>
                  </a:ext>
                </a:extLst>
              </p:cNvPr>
              <p:cNvSpPr/>
              <p:nvPr/>
            </p:nvSpPr>
            <p:spPr>
              <a:xfrm>
                <a:off x="4218410" y="3020777"/>
                <a:ext cx="212400" cy="211210"/>
              </a:xfrm>
              <a:prstGeom prst="rect">
                <a:avLst/>
              </a:prstGeom>
              <a:solidFill>
                <a:srgbClr val="0070C0"/>
              </a:solidFill>
              <a:ln w="571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000" tIns="18000" rIns="18000" bIns="18000" rtlCol="0" anchor="ctr"/>
              <a:lstStyle/>
              <a:p>
                <a:pPr algn="ctr" defTabSz="621991" latinLnBrk="0">
                  <a:buSzPct val="80000"/>
                </a:pPr>
                <a:endParaRPr lang="ko-KR" altLang="en-US" sz="1100" b="1" kern="0" dirty="0" err="1">
                  <a:gradFill>
                    <a:gsLst>
                      <a:gs pos="0">
                        <a:srgbClr val="2C2C2C"/>
                      </a:gs>
                      <a:gs pos="51000">
                        <a:srgbClr val="2C2C2C"/>
                      </a:gs>
                    </a:gsLst>
                    <a:lin ang="5400000" scaled="1"/>
                  </a:gradFill>
                  <a:latin typeface="+mn-ea"/>
                </a:endParaRPr>
              </a:p>
            </p:txBody>
          </p:sp>
          <p:grpSp>
            <p:nvGrpSpPr>
              <p:cNvPr id="170" name="그룹 169">
                <a:extLst>
                  <a:ext uri="{FF2B5EF4-FFF2-40B4-BE49-F238E27FC236}">
                    <a16:creationId xmlns:a16="http://schemas.microsoft.com/office/drawing/2014/main" id="{FEA093E0-664C-4BB7-B301-D7BD0DC8FED8}"/>
                  </a:ext>
                </a:extLst>
              </p:cNvPr>
              <p:cNvGrpSpPr/>
              <p:nvPr/>
            </p:nvGrpSpPr>
            <p:grpSpPr>
              <a:xfrm>
                <a:off x="4268417" y="3070273"/>
                <a:ext cx="112387" cy="112219"/>
                <a:chOff x="9486304" y="2321524"/>
                <a:chExt cx="243822" cy="243822"/>
              </a:xfrm>
              <a:solidFill>
                <a:srgbClr val="E25100"/>
              </a:solidFill>
            </p:grpSpPr>
            <p:cxnSp>
              <p:nvCxnSpPr>
                <p:cNvPr id="171" name="직선 연결선 170">
                  <a:extLst>
                    <a:ext uri="{FF2B5EF4-FFF2-40B4-BE49-F238E27FC236}">
                      <a16:creationId xmlns:a16="http://schemas.microsoft.com/office/drawing/2014/main" id="{4052347C-A5CF-4390-9B26-3DC6B6FE7263}"/>
                    </a:ext>
                  </a:extLst>
                </p:cNvPr>
                <p:cNvCxnSpPr/>
                <p:nvPr/>
              </p:nvCxnSpPr>
              <p:spPr>
                <a:xfrm>
                  <a:off x="9486304" y="2443435"/>
                  <a:ext cx="243822" cy="0"/>
                </a:xfrm>
                <a:prstGeom prst="line">
                  <a:avLst/>
                </a:prstGeom>
                <a:grpFill/>
                <a:ln w="19050">
                  <a:solidFill>
                    <a:schemeClr val="bg1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2" name="직선 연결선 171">
                  <a:extLst>
                    <a:ext uri="{FF2B5EF4-FFF2-40B4-BE49-F238E27FC236}">
                      <a16:creationId xmlns:a16="http://schemas.microsoft.com/office/drawing/2014/main" id="{F8E39653-EC27-48C8-8B5A-8F4D37FAB98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>
                  <a:off x="9486304" y="2443435"/>
                  <a:ext cx="243822" cy="0"/>
                </a:xfrm>
                <a:prstGeom prst="line">
                  <a:avLst/>
                </a:prstGeom>
                <a:grpFill/>
                <a:ln w="19050">
                  <a:solidFill>
                    <a:schemeClr val="bg1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174" name="타원 173">
            <a:extLst>
              <a:ext uri="{FF2B5EF4-FFF2-40B4-BE49-F238E27FC236}">
                <a16:creationId xmlns:a16="http://schemas.microsoft.com/office/drawing/2014/main" id="{58C02C51-3410-41A4-9C08-FA7719FA4875}"/>
              </a:ext>
            </a:extLst>
          </p:cNvPr>
          <p:cNvSpPr/>
          <p:nvPr/>
        </p:nvSpPr>
        <p:spPr>
          <a:xfrm>
            <a:off x="604128" y="4257510"/>
            <a:ext cx="1055530" cy="1055530"/>
          </a:xfrm>
          <a:prstGeom prst="ellipse">
            <a:avLst/>
          </a:prstGeom>
          <a:solidFill>
            <a:schemeClr val="bg1">
              <a:lumMod val="95000"/>
            </a:schemeClr>
          </a:solidFill>
          <a:ln w="254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600" dirty="0"/>
          </a:p>
        </p:txBody>
      </p:sp>
      <p:sp>
        <p:nvSpPr>
          <p:cNvPr id="175" name="Freeform 4">
            <a:extLst>
              <a:ext uri="{FF2B5EF4-FFF2-40B4-BE49-F238E27FC236}">
                <a16:creationId xmlns:a16="http://schemas.microsoft.com/office/drawing/2014/main" id="{0A2CFF89-2C1F-402A-8FB2-231E7EE77318}"/>
              </a:ext>
            </a:extLst>
          </p:cNvPr>
          <p:cNvSpPr>
            <a:spLocks/>
          </p:cNvSpPr>
          <p:nvPr/>
        </p:nvSpPr>
        <p:spPr bwMode="auto">
          <a:xfrm>
            <a:off x="678512" y="4443699"/>
            <a:ext cx="948109" cy="796707"/>
          </a:xfrm>
          <a:custGeom>
            <a:avLst/>
            <a:gdLst>
              <a:gd name="T0" fmla="*/ 271 w 907"/>
              <a:gd name="T1" fmla="*/ 819 h 799"/>
              <a:gd name="T2" fmla="*/ 216 w 907"/>
              <a:gd name="T3" fmla="*/ 790 h 799"/>
              <a:gd name="T4" fmla="*/ 9 w 907"/>
              <a:gd name="T5" fmla="*/ 439 h 799"/>
              <a:gd name="T6" fmla="*/ 9 w 907"/>
              <a:gd name="T7" fmla="*/ 380 h 799"/>
              <a:gd name="T8" fmla="*/ 216 w 907"/>
              <a:gd name="T9" fmla="*/ 30 h 799"/>
              <a:gd name="T10" fmla="*/ 271 w 907"/>
              <a:gd name="T11" fmla="*/ 0 h 799"/>
              <a:gd name="T12" fmla="*/ 683 w 907"/>
              <a:gd name="T13" fmla="*/ 0 h 799"/>
              <a:gd name="T14" fmla="*/ 737 w 907"/>
              <a:gd name="T15" fmla="*/ 30 h 799"/>
              <a:gd name="T16" fmla="*/ 944 w 907"/>
              <a:gd name="T17" fmla="*/ 380 h 799"/>
              <a:gd name="T18" fmla="*/ 944 w 907"/>
              <a:gd name="T19" fmla="*/ 439 h 799"/>
              <a:gd name="T20" fmla="*/ 737 w 907"/>
              <a:gd name="T21" fmla="*/ 790 h 799"/>
              <a:gd name="T22" fmla="*/ 683 w 907"/>
              <a:gd name="T23" fmla="*/ 819 h 799"/>
              <a:gd name="T24" fmla="*/ 271 w 907"/>
              <a:gd name="T25" fmla="*/ 819 h 799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907"/>
              <a:gd name="T40" fmla="*/ 0 h 799"/>
              <a:gd name="T41" fmla="*/ 907 w 907"/>
              <a:gd name="T42" fmla="*/ 799 h 799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907" h="799">
                <a:moveTo>
                  <a:pt x="257" y="799"/>
                </a:moveTo>
                <a:cubicBezTo>
                  <a:pt x="238" y="799"/>
                  <a:pt x="215" y="786"/>
                  <a:pt x="206" y="770"/>
                </a:cubicBezTo>
                <a:cubicBezTo>
                  <a:pt x="9" y="429"/>
                  <a:pt x="9" y="429"/>
                  <a:pt x="9" y="429"/>
                </a:cubicBezTo>
                <a:cubicBezTo>
                  <a:pt x="0" y="413"/>
                  <a:pt x="0" y="386"/>
                  <a:pt x="9" y="370"/>
                </a:cubicBezTo>
                <a:cubicBezTo>
                  <a:pt x="206" y="30"/>
                  <a:pt x="206" y="30"/>
                  <a:pt x="206" y="30"/>
                </a:cubicBezTo>
                <a:cubicBezTo>
                  <a:pt x="215" y="13"/>
                  <a:pt x="238" y="0"/>
                  <a:pt x="257" y="0"/>
                </a:cubicBezTo>
                <a:cubicBezTo>
                  <a:pt x="650" y="0"/>
                  <a:pt x="650" y="0"/>
                  <a:pt x="650" y="0"/>
                </a:cubicBezTo>
                <a:cubicBezTo>
                  <a:pt x="669" y="0"/>
                  <a:pt x="692" y="13"/>
                  <a:pt x="701" y="30"/>
                </a:cubicBezTo>
                <a:cubicBezTo>
                  <a:pt x="898" y="370"/>
                  <a:pt x="898" y="370"/>
                  <a:pt x="898" y="370"/>
                </a:cubicBezTo>
                <a:cubicBezTo>
                  <a:pt x="907" y="386"/>
                  <a:pt x="907" y="413"/>
                  <a:pt x="898" y="429"/>
                </a:cubicBezTo>
                <a:cubicBezTo>
                  <a:pt x="701" y="770"/>
                  <a:pt x="701" y="770"/>
                  <a:pt x="701" y="770"/>
                </a:cubicBezTo>
                <a:cubicBezTo>
                  <a:pt x="692" y="786"/>
                  <a:pt x="669" y="799"/>
                  <a:pt x="650" y="799"/>
                </a:cubicBezTo>
                <a:lnTo>
                  <a:pt x="257" y="799"/>
                </a:lnTo>
                <a:close/>
              </a:path>
            </a:pathLst>
          </a:custGeom>
          <a:noFill/>
          <a:ln w="6350">
            <a:noFill/>
          </a:ln>
        </p:spPr>
        <p:txBody>
          <a:bodyPr vert="horz" wrap="square" lIns="93286" tIns="46643" rIns="93286" bIns="46643" numCol="1" anchor="ctr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100000"/>
              </a:lnSpc>
              <a:spcBef>
                <a:spcPts val="5"/>
              </a:spcBef>
              <a:buClr>
                <a:srgbClr val="FFFFFF"/>
              </a:buClr>
              <a:buSzPct val="110000"/>
              <a:tabLst>
                <a:tab pos="769620" algn="l"/>
                <a:tab pos="770255" algn="l"/>
              </a:tabLst>
            </a:pPr>
            <a:r>
              <a:rPr lang="ko-KR" altLang="en-US" sz="1000" b="1" kern="0" spc="-70" dirty="0">
                <a:ln w="6350">
                  <a:solidFill>
                    <a:srgbClr val="7ED2D8">
                      <a:alpha val="500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</a:rPr>
              <a:t>사용자 중심의 맞춤 서비스 제공</a:t>
            </a:r>
          </a:p>
        </p:txBody>
      </p:sp>
      <p:sp>
        <p:nvSpPr>
          <p:cNvPr id="177" name="타원 176">
            <a:extLst>
              <a:ext uri="{FF2B5EF4-FFF2-40B4-BE49-F238E27FC236}">
                <a16:creationId xmlns:a16="http://schemas.microsoft.com/office/drawing/2014/main" id="{71320ADF-EF3B-405A-BF75-50E3FB6906F6}"/>
              </a:ext>
            </a:extLst>
          </p:cNvPr>
          <p:cNvSpPr/>
          <p:nvPr/>
        </p:nvSpPr>
        <p:spPr>
          <a:xfrm>
            <a:off x="1753681" y="4257510"/>
            <a:ext cx="1055530" cy="1055530"/>
          </a:xfrm>
          <a:prstGeom prst="ellipse">
            <a:avLst/>
          </a:prstGeom>
          <a:solidFill>
            <a:srgbClr val="D2E6FB"/>
          </a:solidFill>
          <a:ln w="254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600"/>
          </a:p>
        </p:txBody>
      </p:sp>
      <p:sp>
        <p:nvSpPr>
          <p:cNvPr id="178" name="Freeform 4">
            <a:extLst>
              <a:ext uri="{FF2B5EF4-FFF2-40B4-BE49-F238E27FC236}">
                <a16:creationId xmlns:a16="http://schemas.microsoft.com/office/drawing/2014/main" id="{3F31EBA6-8DD3-4AA7-80B2-9EA755F1CDBF}"/>
              </a:ext>
            </a:extLst>
          </p:cNvPr>
          <p:cNvSpPr>
            <a:spLocks/>
          </p:cNvSpPr>
          <p:nvPr/>
        </p:nvSpPr>
        <p:spPr bwMode="auto">
          <a:xfrm>
            <a:off x="1813632" y="4443699"/>
            <a:ext cx="953721" cy="796707"/>
          </a:xfrm>
          <a:custGeom>
            <a:avLst/>
            <a:gdLst>
              <a:gd name="T0" fmla="*/ 271 w 907"/>
              <a:gd name="T1" fmla="*/ 819 h 799"/>
              <a:gd name="T2" fmla="*/ 216 w 907"/>
              <a:gd name="T3" fmla="*/ 790 h 799"/>
              <a:gd name="T4" fmla="*/ 9 w 907"/>
              <a:gd name="T5" fmla="*/ 439 h 799"/>
              <a:gd name="T6" fmla="*/ 9 w 907"/>
              <a:gd name="T7" fmla="*/ 380 h 799"/>
              <a:gd name="T8" fmla="*/ 216 w 907"/>
              <a:gd name="T9" fmla="*/ 30 h 799"/>
              <a:gd name="T10" fmla="*/ 271 w 907"/>
              <a:gd name="T11" fmla="*/ 0 h 799"/>
              <a:gd name="T12" fmla="*/ 683 w 907"/>
              <a:gd name="T13" fmla="*/ 0 h 799"/>
              <a:gd name="T14" fmla="*/ 737 w 907"/>
              <a:gd name="T15" fmla="*/ 30 h 799"/>
              <a:gd name="T16" fmla="*/ 944 w 907"/>
              <a:gd name="T17" fmla="*/ 380 h 799"/>
              <a:gd name="T18" fmla="*/ 944 w 907"/>
              <a:gd name="T19" fmla="*/ 439 h 799"/>
              <a:gd name="T20" fmla="*/ 737 w 907"/>
              <a:gd name="T21" fmla="*/ 790 h 799"/>
              <a:gd name="T22" fmla="*/ 683 w 907"/>
              <a:gd name="T23" fmla="*/ 819 h 799"/>
              <a:gd name="T24" fmla="*/ 271 w 907"/>
              <a:gd name="T25" fmla="*/ 819 h 799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907"/>
              <a:gd name="T40" fmla="*/ 0 h 799"/>
              <a:gd name="T41" fmla="*/ 907 w 907"/>
              <a:gd name="T42" fmla="*/ 799 h 799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907" h="799">
                <a:moveTo>
                  <a:pt x="257" y="799"/>
                </a:moveTo>
                <a:cubicBezTo>
                  <a:pt x="238" y="799"/>
                  <a:pt x="215" y="786"/>
                  <a:pt x="206" y="770"/>
                </a:cubicBezTo>
                <a:cubicBezTo>
                  <a:pt x="9" y="429"/>
                  <a:pt x="9" y="429"/>
                  <a:pt x="9" y="429"/>
                </a:cubicBezTo>
                <a:cubicBezTo>
                  <a:pt x="0" y="413"/>
                  <a:pt x="0" y="386"/>
                  <a:pt x="9" y="370"/>
                </a:cubicBezTo>
                <a:cubicBezTo>
                  <a:pt x="206" y="30"/>
                  <a:pt x="206" y="30"/>
                  <a:pt x="206" y="30"/>
                </a:cubicBezTo>
                <a:cubicBezTo>
                  <a:pt x="215" y="13"/>
                  <a:pt x="238" y="0"/>
                  <a:pt x="257" y="0"/>
                </a:cubicBezTo>
                <a:cubicBezTo>
                  <a:pt x="650" y="0"/>
                  <a:pt x="650" y="0"/>
                  <a:pt x="650" y="0"/>
                </a:cubicBezTo>
                <a:cubicBezTo>
                  <a:pt x="669" y="0"/>
                  <a:pt x="692" y="13"/>
                  <a:pt x="701" y="30"/>
                </a:cubicBezTo>
                <a:cubicBezTo>
                  <a:pt x="898" y="370"/>
                  <a:pt x="898" y="370"/>
                  <a:pt x="898" y="370"/>
                </a:cubicBezTo>
                <a:cubicBezTo>
                  <a:pt x="907" y="386"/>
                  <a:pt x="907" y="413"/>
                  <a:pt x="898" y="429"/>
                </a:cubicBezTo>
                <a:cubicBezTo>
                  <a:pt x="701" y="770"/>
                  <a:pt x="701" y="770"/>
                  <a:pt x="701" y="770"/>
                </a:cubicBezTo>
                <a:cubicBezTo>
                  <a:pt x="692" y="786"/>
                  <a:pt x="669" y="799"/>
                  <a:pt x="650" y="799"/>
                </a:cubicBezTo>
                <a:lnTo>
                  <a:pt x="257" y="799"/>
                </a:lnTo>
                <a:close/>
              </a:path>
            </a:pathLst>
          </a:custGeom>
          <a:noFill/>
          <a:ln w="6350">
            <a:noFill/>
          </a:ln>
        </p:spPr>
        <p:txBody>
          <a:bodyPr vert="horz" wrap="square" lIns="93286" tIns="46643" rIns="93286" bIns="46643" numCol="1" anchor="ctr" anchorCtr="0" compatLnSpc="1">
            <a:prstTxWarp prst="textNoShape">
              <a:avLst/>
            </a:prstTxWarp>
          </a:bodyPr>
          <a:lstStyle/>
          <a:p>
            <a:pPr algn="ctr">
              <a:spcBef>
                <a:spcPts val="5"/>
              </a:spcBef>
              <a:buClr>
                <a:srgbClr val="FFFFFF"/>
              </a:buClr>
              <a:buSzPct val="110000"/>
              <a:tabLst>
                <a:tab pos="769620" algn="l"/>
                <a:tab pos="770255" algn="l"/>
              </a:tabLst>
            </a:pPr>
            <a:r>
              <a:rPr lang="ko-KR" altLang="en-US" sz="1000" b="1" kern="0" spc="-70" dirty="0">
                <a:ln w="6350">
                  <a:solidFill>
                    <a:srgbClr val="7ED2D8">
                      <a:alpha val="500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</a:rPr>
              <a:t>효율적 업무 수행 지원</a:t>
            </a:r>
          </a:p>
        </p:txBody>
      </p:sp>
      <p:sp>
        <p:nvSpPr>
          <p:cNvPr id="180" name="타원 179">
            <a:extLst>
              <a:ext uri="{FF2B5EF4-FFF2-40B4-BE49-F238E27FC236}">
                <a16:creationId xmlns:a16="http://schemas.microsoft.com/office/drawing/2014/main" id="{3B7E16D1-F04E-436E-AFB9-45EB9149BF32}"/>
              </a:ext>
            </a:extLst>
          </p:cNvPr>
          <p:cNvSpPr/>
          <p:nvPr/>
        </p:nvSpPr>
        <p:spPr>
          <a:xfrm>
            <a:off x="2908871" y="4257510"/>
            <a:ext cx="1055530" cy="1055530"/>
          </a:xfrm>
          <a:prstGeom prst="ellipse">
            <a:avLst/>
          </a:prstGeom>
          <a:solidFill>
            <a:schemeClr val="bg1">
              <a:lumMod val="95000"/>
            </a:schemeClr>
          </a:solidFill>
          <a:ln w="254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600"/>
          </a:p>
        </p:txBody>
      </p:sp>
      <p:sp>
        <p:nvSpPr>
          <p:cNvPr id="181" name="Freeform 4">
            <a:extLst>
              <a:ext uri="{FF2B5EF4-FFF2-40B4-BE49-F238E27FC236}">
                <a16:creationId xmlns:a16="http://schemas.microsoft.com/office/drawing/2014/main" id="{850CF677-FA84-42B5-8C8A-0B1C64A4DB4D}"/>
              </a:ext>
            </a:extLst>
          </p:cNvPr>
          <p:cNvSpPr>
            <a:spLocks/>
          </p:cNvSpPr>
          <p:nvPr/>
        </p:nvSpPr>
        <p:spPr bwMode="auto">
          <a:xfrm>
            <a:off x="2928413" y="4443699"/>
            <a:ext cx="1030969" cy="796707"/>
          </a:xfrm>
          <a:custGeom>
            <a:avLst/>
            <a:gdLst>
              <a:gd name="T0" fmla="*/ 271 w 907"/>
              <a:gd name="T1" fmla="*/ 819 h 799"/>
              <a:gd name="T2" fmla="*/ 216 w 907"/>
              <a:gd name="T3" fmla="*/ 790 h 799"/>
              <a:gd name="T4" fmla="*/ 9 w 907"/>
              <a:gd name="T5" fmla="*/ 439 h 799"/>
              <a:gd name="T6" fmla="*/ 9 w 907"/>
              <a:gd name="T7" fmla="*/ 380 h 799"/>
              <a:gd name="T8" fmla="*/ 216 w 907"/>
              <a:gd name="T9" fmla="*/ 30 h 799"/>
              <a:gd name="T10" fmla="*/ 271 w 907"/>
              <a:gd name="T11" fmla="*/ 0 h 799"/>
              <a:gd name="T12" fmla="*/ 683 w 907"/>
              <a:gd name="T13" fmla="*/ 0 h 799"/>
              <a:gd name="T14" fmla="*/ 737 w 907"/>
              <a:gd name="T15" fmla="*/ 30 h 799"/>
              <a:gd name="T16" fmla="*/ 944 w 907"/>
              <a:gd name="T17" fmla="*/ 380 h 799"/>
              <a:gd name="T18" fmla="*/ 944 w 907"/>
              <a:gd name="T19" fmla="*/ 439 h 799"/>
              <a:gd name="T20" fmla="*/ 737 w 907"/>
              <a:gd name="T21" fmla="*/ 790 h 799"/>
              <a:gd name="T22" fmla="*/ 683 w 907"/>
              <a:gd name="T23" fmla="*/ 819 h 799"/>
              <a:gd name="T24" fmla="*/ 271 w 907"/>
              <a:gd name="T25" fmla="*/ 819 h 799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907"/>
              <a:gd name="T40" fmla="*/ 0 h 799"/>
              <a:gd name="T41" fmla="*/ 907 w 907"/>
              <a:gd name="T42" fmla="*/ 799 h 799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907" h="799">
                <a:moveTo>
                  <a:pt x="257" y="799"/>
                </a:moveTo>
                <a:cubicBezTo>
                  <a:pt x="238" y="799"/>
                  <a:pt x="215" y="786"/>
                  <a:pt x="206" y="770"/>
                </a:cubicBezTo>
                <a:cubicBezTo>
                  <a:pt x="9" y="429"/>
                  <a:pt x="9" y="429"/>
                  <a:pt x="9" y="429"/>
                </a:cubicBezTo>
                <a:cubicBezTo>
                  <a:pt x="0" y="413"/>
                  <a:pt x="0" y="386"/>
                  <a:pt x="9" y="370"/>
                </a:cubicBezTo>
                <a:cubicBezTo>
                  <a:pt x="206" y="30"/>
                  <a:pt x="206" y="30"/>
                  <a:pt x="206" y="30"/>
                </a:cubicBezTo>
                <a:cubicBezTo>
                  <a:pt x="215" y="13"/>
                  <a:pt x="238" y="0"/>
                  <a:pt x="257" y="0"/>
                </a:cubicBezTo>
                <a:cubicBezTo>
                  <a:pt x="650" y="0"/>
                  <a:pt x="650" y="0"/>
                  <a:pt x="650" y="0"/>
                </a:cubicBezTo>
                <a:cubicBezTo>
                  <a:pt x="669" y="0"/>
                  <a:pt x="692" y="13"/>
                  <a:pt x="701" y="30"/>
                </a:cubicBezTo>
                <a:cubicBezTo>
                  <a:pt x="898" y="370"/>
                  <a:pt x="898" y="370"/>
                  <a:pt x="898" y="370"/>
                </a:cubicBezTo>
                <a:cubicBezTo>
                  <a:pt x="907" y="386"/>
                  <a:pt x="907" y="413"/>
                  <a:pt x="898" y="429"/>
                </a:cubicBezTo>
                <a:cubicBezTo>
                  <a:pt x="701" y="770"/>
                  <a:pt x="701" y="770"/>
                  <a:pt x="701" y="770"/>
                </a:cubicBezTo>
                <a:cubicBezTo>
                  <a:pt x="692" y="786"/>
                  <a:pt x="669" y="799"/>
                  <a:pt x="650" y="799"/>
                </a:cubicBezTo>
                <a:lnTo>
                  <a:pt x="257" y="799"/>
                </a:lnTo>
                <a:close/>
              </a:path>
            </a:pathLst>
          </a:custGeom>
          <a:noFill/>
          <a:ln w="6350">
            <a:noFill/>
          </a:ln>
        </p:spPr>
        <p:txBody>
          <a:bodyPr vert="horz" wrap="square" lIns="93286" tIns="46643" rIns="93286" bIns="46643" numCol="1" anchor="ctr" anchorCtr="0" compatLnSpc="1">
            <a:prstTxWarp prst="textNoShape">
              <a:avLst/>
            </a:prstTxWarp>
          </a:bodyPr>
          <a:lstStyle/>
          <a:p>
            <a:pPr algn="ctr">
              <a:spcBef>
                <a:spcPts val="5"/>
              </a:spcBef>
              <a:buClr>
                <a:srgbClr val="FFFFFF"/>
              </a:buClr>
              <a:buSzPct val="110000"/>
              <a:tabLst>
                <a:tab pos="769620" algn="l"/>
                <a:tab pos="770255" algn="l"/>
              </a:tabLst>
            </a:pPr>
            <a:r>
              <a:rPr lang="ko-KR" altLang="en-US" sz="1000" b="1" kern="0" spc="-70" dirty="0">
                <a:ln w="6350">
                  <a:solidFill>
                    <a:srgbClr val="7ED2D8">
                      <a:alpha val="500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</a:rPr>
              <a:t>일관성 있고 직관적인 디자인 표준 적용</a:t>
            </a:r>
          </a:p>
        </p:txBody>
      </p:sp>
      <p:sp>
        <p:nvSpPr>
          <p:cNvPr id="183" name="타원 182">
            <a:extLst>
              <a:ext uri="{FF2B5EF4-FFF2-40B4-BE49-F238E27FC236}">
                <a16:creationId xmlns:a16="http://schemas.microsoft.com/office/drawing/2014/main" id="{FD063387-7C8B-43EE-8ABD-9A902BB99517}"/>
              </a:ext>
            </a:extLst>
          </p:cNvPr>
          <p:cNvSpPr/>
          <p:nvPr/>
        </p:nvSpPr>
        <p:spPr>
          <a:xfrm>
            <a:off x="4052786" y="4257510"/>
            <a:ext cx="1055530" cy="1055530"/>
          </a:xfrm>
          <a:prstGeom prst="ellipse">
            <a:avLst/>
          </a:prstGeom>
          <a:solidFill>
            <a:srgbClr val="D2E6FB"/>
          </a:solidFill>
          <a:ln w="254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600"/>
          </a:p>
        </p:txBody>
      </p:sp>
      <p:sp>
        <p:nvSpPr>
          <p:cNvPr id="184" name="Freeform 4">
            <a:extLst>
              <a:ext uri="{FF2B5EF4-FFF2-40B4-BE49-F238E27FC236}">
                <a16:creationId xmlns:a16="http://schemas.microsoft.com/office/drawing/2014/main" id="{F85D4403-EDEA-48B3-A204-A859E6D4B028}"/>
              </a:ext>
            </a:extLst>
          </p:cNvPr>
          <p:cNvSpPr>
            <a:spLocks/>
          </p:cNvSpPr>
          <p:nvPr/>
        </p:nvSpPr>
        <p:spPr bwMode="auto">
          <a:xfrm>
            <a:off x="4072327" y="4443699"/>
            <a:ext cx="1031955" cy="796707"/>
          </a:xfrm>
          <a:custGeom>
            <a:avLst/>
            <a:gdLst>
              <a:gd name="T0" fmla="*/ 271 w 907"/>
              <a:gd name="T1" fmla="*/ 819 h 799"/>
              <a:gd name="T2" fmla="*/ 216 w 907"/>
              <a:gd name="T3" fmla="*/ 790 h 799"/>
              <a:gd name="T4" fmla="*/ 9 w 907"/>
              <a:gd name="T5" fmla="*/ 439 h 799"/>
              <a:gd name="T6" fmla="*/ 9 w 907"/>
              <a:gd name="T7" fmla="*/ 380 h 799"/>
              <a:gd name="T8" fmla="*/ 216 w 907"/>
              <a:gd name="T9" fmla="*/ 30 h 799"/>
              <a:gd name="T10" fmla="*/ 271 w 907"/>
              <a:gd name="T11" fmla="*/ 0 h 799"/>
              <a:gd name="T12" fmla="*/ 683 w 907"/>
              <a:gd name="T13" fmla="*/ 0 h 799"/>
              <a:gd name="T14" fmla="*/ 737 w 907"/>
              <a:gd name="T15" fmla="*/ 30 h 799"/>
              <a:gd name="T16" fmla="*/ 944 w 907"/>
              <a:gd name="T17" fmla="*/ 380 h 799"/>
              <a:gd name="T18" fmla="*/ 944 w 907"/>
              <a:gd name="T19" fmla="*/ 439 h 799"/>
              <a:gd name="T20" fmla="*/ 737 w 907"/>
              <a:gd name="T21" fmla="*/ 790 h 799"/>
              <a:gd name="T22" fmla="*/ 683 w 907"/>
              <a:gd name="T23" fmla="*/ 819 h 799"/>
              <a:gd name="T24" fmla="*/ 271 w 907"/>
              <a:gd name="T25" fmla="*/ 819 h 799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907"/>
              <a:gd name="T40" fmla="*/ 0 h 799"/>
              <a:gd name="T41" fmla="*/ 907 w 907"/>
              <a:gd name="T42" fmla="*/ 799 h 799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907" h="799">
                <a:moveTo>
                  <a:pt x="257" y="799"/>
                </a:moveTo>
                <a:cubicBezTo>
                  <a:pt x="238" y="799"/>
                  <a:pt x="215" y="786"/>
                  <a:pt x="206" y="770"/>
                </a:cubicBezTo>
                <a:cubicBezTo>
                  <a:pt x="9" y="429"/>
                  <a:pt x="9" y="429"/>
                  <a:pt x="9" y="429"/>
                </a:cubicBezTo>
                <a:cubicBezTo>
                  <a:pt x="0" y="413"/>
                  <a:pt x="0" y="386"/>
                  <a:pt x="9" y="370"/>
                </a:cubicBezTo>
                <a:cubicBezTo>
                  <a:pt x="206" y="30"/>
                  <a:pt x="206" y="30"/>
                  <a:pt x="206" y="30"/>
                </a:cubicBezTo>
                <a:cubicBezTo>
                  <a:pt x="215" y="13"/>
                  <a:pt x="238" y="0"/>
                  <a:pt x="257" y="0"/>
                </a:cubicBezTo>
                <a:cubicBezTo>
                  <a:pt x="650" y="0"/>
                  <a:pt x="650" y="0"/>
                  <a:pt x="650" y="0"/>
                </a:cubicBezTo>
                <a:cubicBezTo>
                  <a:pt x="669" y="0"/>
                  <a:pt x="692" y="13"/>
                  <a:pt x="701" y="30"/>
                </a:cubicBezTo>
                <a:cubicBezTo>
                  <a:pt x="898" y="370"/>
                  <a:pt x="898" y="370"/>
                  <a:pt x="898" y="370"/>
                </a:cubicBezTo>
                <a:cubicBezTo>
                  <a:pt x="907" y="386"/>
                  <a:pt x="907" y="413"/>
                  <a:pt x="898" y="429"/>
                </a:cubicBezTo>
                <a:cubicBezTo>
                  <a:pt x="701" y="770"/>
                  <a:pt x="701" y="770"/>
                  <a:pt x="701" y="770"/>
                </a:cubicBezTo>
                <a:cubicBezTo>
                  <a:pt x="692" y="786"/>
                  <a:pt x="669" y="799"/>
                  <a:pt x="650" y="799"/>
                </a:cubicBezTo>
                <a:lnTo>
                  <a:pt x="257" y="799"/>
                </a:lnTo>
                <a:close/>
              </a:path>
            </a:pathLst>
          </a:custGeom>
          <a:noFill/>
          <a:ln w="6350">
            <a:noFill/>
          </a:ln>
        </p:spPr>
        <p:txBody>
          <a:bodyPr vert="horz" wrap="square" lIns="93286" tIns="46643" rIns="93286" bIns="46643" numCol="1" anchor="ctr" anchorCtr="0" compatLnSpc="1">
            <a:prstTxWarp prst="textNoShape">
              <a:avLst/>
            </a:prstTxWarp>
          </a:bodyPr>
          <a:lstStyle/>
          <a:p>
            <a:pPr algn="ctr">
              <a:spcBef>
                <a:spcPts val="5"/>
              </a:spcBef>
              <a:buClr>
                <a:srgbClr val="FFFFFF"/>
              </a:buClr>
              <a:buSzPct val="110000"/>
              <a:tabLst>
                <a:tab pos="769620" algn="l"/>
                <a:tab pos="770255" algn="l"/>
              </a:tabLst>
            </a:pPr>
            <a:r>
              <a:rPr lang="ko-KR" altLang="en-US" sz="1000" b="1" kern="0" spc="-70" dirty="0">
                <a:ln w="6350">
                  <a:solidFill>
                    <a:srgbClr val="7ED2D8">
                      <a:alpha val="500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</a:rPr>
              <a:t>채널 통합을 위한 표준 인프라 서비스</a:t>
            </a:r>
          </a:p>
        </p:txBody>
      </p:sp>
      <p:sp>
        <p:nvSpPr>
          <p:cNvPr id="186" name="타원 185">
            <a:extLst>
              <a:ext uri="{FF2B5EF4-FFF2-40B4-BE49-F238E27FC236}">
                <a16:creationId xmlns:a16="http://schemas.microsoft.com/office/drawing/2014/main" id="{23958FFB-ACC8-4890-BB4F-749AF2238F97}"/>
              </a:ext>
            </a:extLst>
          </p:cNvPr>
          <p:cNvSpPr/>
          <p:nvPr/>
        </p:nvSpPr>
        <p:spPr>
          <a:xfrm>
            <a:off x="5198343" y="4257510"/>
            <a:ext cx="1055530" cy="1055530"/>
          </a:xfrm>
          <a:prstGeom prst="ellipse">
            <a:avLst/>
          </a:prstGeom>
          <a:solidFill>
            <a:schemeClr val="bg1">
              <a:lumMod val="95000"/>
            </a:schemeClr>
          </a:solidFill>
          <a:ln w="254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600" dirty="0"/>
          </a:p>
        </p:txBody>
      </p:sp>
      <p:sp>
        <p:nvSpPr>
          <p:cNvPr id="187" name="Freeform 4">
            <a:extLst>
              <a:ext uri="{FF2B5EF4-FFF2-40B4-BE49-F238E27FC236}">
                <a16:creationId xmlns:a16="http://schemas.microsoft.com/office/drawing/2014/main" id="{8CF19C51-AEE8-42E2-BD4A-42B3953461CF}"/>
              </a:ext>
            </a:extLst>
          </p:cNvPr>
          <p:cNvSpPr>
            <a:spLocks/>
          </p:cNvSpPr>
          <p:nvPr/>
        </p:nvSpPr>
        <p:spPr bwMode="auto">
          <a:xfrm>
            <a:off x="5258294" y="4443699"/>
            <a:ext cx="953721" cy="796707"/>
          </a:xfrm>
          <a:custGeom>
            <a:avLst/>
            <a:gdLst>
              <a:gd name="T0" fmla="*/ 271 w 907"/>
              <a:gd name="T1" fmla="*/ 819 h 799"/>
              <a:gd name="T2" fmla="*/ 216 w 907"/>
              <a:gd name="T3" fmla="*/ 790 h 799"/>
              <a:gd name="T4" fmla="*/ 9 w 907"/>
              <a:gd name="T5" fmla="*/ 439 h 799"/>
              <a:gd name="T6" fmla="*/ 9 w 907"/>
              <a:gd name="T7" fmla="*/ 380 h 799"/>
              <a:gd name="T8" fmla="*/ 216 w 907"/>
              <a:gd name="T9" fmla="*/ 30 h 799"/>
              <a:gd name="T10" fmla="*/ 271 w 907"/>
              <a:gd name="T11" fmla="*/ 0 h 799"/>
              <a:gd name="T12" fmla="*/ 683 w 907"/>
              <a:gd name="T13" fmla="*/ 0 h 799"/>
              <a:gd name="T14" fmla="*/ 737 w 907"/>
              <a:gd name="T15" fmla="*/ 30 h 799"/>
              <a:gd name="T16" fmla="*/ 944 w 907"/>
              <a:gd name="T17" fmla="*/ 380 h 799"/>
              <a:gd name="T18" fmla="*/ 944 w 907"/>
              <a:gd name="T19" fmla="*/ 439 h 799"/>
              <a:gd name="T20" fmla="*/ 737 w 907"/>
              <a:gd name="T21" fmla="*/ 790 h 799"/>
              <a:gd name="T22" fmla="*/ 683 w 907"/>
              <a:gd name="T23" fmla="*/ 819 h 799"/>
              <a:gd name="T24" fmla="*/ 271 w 907"/>
              <a:gd name="T25" fmla="*/ 819 h 799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907"/>
              <a:gd name="T40" fmla="*/ 0 h 799"/>
              <a:gd name="T41" fmla="*/ 907 w 907"/>
              <a:gd name="T42" fmla="*/ 799 h 799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907" h="799">
                <a:moveTo>
                  <a:pt x="257" y="799"/>
                </a:moveTo>
                <a:cubicBezTo>
                  <a:pt x="238" y="799"/>
                  <a:pt x="215" y="786"/>
                  <a:pt x="206" y="770"/>
                </a:cubicBezTo>
                <a:cubicBezTo>
                  <a:pt x="9" y="429"/>
                  <a:pt x="9" y="429"/>
                  <a:pt x="9" y="429"/>
                </a:cubicBezTo>
                <a:cubicBezTo>
                  <a:pt x="0" y="413"/>
                  <a:pt x="0" y="386"/>
                  <a:pt x="9" y="370"/>
                </a:cubicBezTo>
                <a:cubicBezTo>
                  <a:pt x="206" y="30"/>
                  <a:pt x="206" y="30"/>
                  <a:pt x="206" y="30"/>
                </a:cubicBezTo>
                <a:cubicBezTo>
                  <a:pt x="215" y="13"/>
                  <a:pt x="238" y="0"/>
                  <a:pt x="257" y="0"/>
                </a:cubicBezTo>
                <a:cubicBezTo>
                  <a:pt x="650" y="0"/>
                  <a:pt x="650" y="0"/>
                  <a:pt x="650" y="0"/>
                </a:cubicBezTo>
                <a:cubicBezTo>
                  <a:pt x="669" y="0"/>
                  <a:pt x="692" y="13"/>
                  <a:pt x="701" y="30"/>
                </a:cubicBezTo>
                <a:cubicBezTo>
                  <a:pt x="898" y="370"/>
                  <a:pt x="898" y="370"/>
                  <a:pt x="898" y="370"/>
                </a:cubicBezTo>
                <a:cubicBezTo>
                  <a:pt x="907" y="386"/>
                  <a:pt x="907" y="413"/>
                  <a:pt x="898" y="429"/>
                </a:cubicBezTo>
                <a:cubicBezTo>
                  <a:pt x="701" y="770"/>
                  <a:pt x="701" y="770"/>
                  <a:pt x="701" y="770"/>
                </a:cubicBezTo>
                <a:cubicBezTo>
                  <a:pt x="692" y="786"/>
                  <a:pt x="669" y="799"/>
                  <a:pt x="650" y="799"/>
                </a:cubicBezTo>
                <a:lnTo>
                  <a:pt x="257" y="799"/>
                </a:lnTo>
                <a:close/>
              </a:path>
            </a:pathLst>
          </a:custGeom>
          <a:noFill/>
          <a:ln w="6350">
            <a:noFill/>
          </a:ln>
        </p:spPr>
        <p:txBody>
          <a:bodyPr vert="horz" wrap="square" lIns="93286" tIns="46643" rIns="93286" bIns="46643" numCol="1" anchor="ctr" anchorCtr="0" compatLnSpc="1">
            <a:prstTxWarp prst="textNoShape">
              <a:avLst/>
            </a:prstTxWarp>
          </a:bodyPr>
          <a:lstStyle/>
          <a:p>
            <a:pPr algn="ctr">
              <a:spcBef>
                <a:spcPts val="5"/>
              </a:spcBef>
              <a:buClr>
                <a:srgbClr val="FFFFFF"/>
              </a:buClr>
              <a:buSzPct val="110000"/>
              <a:tabLst>
                <a:tab pos="769620" algn="l"/>
                <a:tab pos="770255" algn="l"/>
              </a:tabLst>
            </a:pPr>
            <a:r>
              <a:rPr lang="ko-KR" altLang="en-US" sz="1000" b="1" kern="0" spc="-70" dirty="0">
                <a:ln w="6350">
                  <a:solidFill>
                    <a:srgbClr val="7ED2D8">
                      <a:alpha val="500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</a:rPr>
              <a:t>업무 처리 시 적정 성능과 안정성 확보</a:t>
            </a: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65C7AF68-577D-4E59-8872-911DEDACF9FD}"/>
              </a:ext>
            </a:extLst>
          </p:cNvPr>
          <p:cNvSpPr txBox="1"/>
          <p:nvPr/>
        </p:nvSpPr>
        <p:spPr bwMode="auto">
          <a:xfrm>
            <a:off x="955449" y="4366542"/>
            <a:ext cx="408265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72000" bIns="0" anchor="ctr" anchorCtr="0">
            <a:spAutoFit/>
          </a:bodyPr>
          <a:lstStyle/>
          <a:p>
            <a:pPr lvl="0" algn="ctr" eaLnBrk="0" hangingPunct="0">
              <a:spcAft>
                <a:spcPts val="600"/>
              </a:spcAft>
              <a:defRPr/>
            </a:pPr>
            <a:r>
              <a:rPr lang="en-US" altLang="ko-KR" sz="1200" kern="0" spc="-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244B90"/>
                </a:solidFill>
                <a:latin typeface="+mj-ea"/>
                <a:ea typeface="+mj-ea"/>
              </a:rPr>
              <a:t>01</a:t>
            </a:r>
            <a:endParaRPr lang="ko-KR" altLang="en-US" sz="1200" kern="0" spc="-5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rgbClr val="244B90"/>
              </a:solidFill>
              <a:latin typeface="+mj-ea"/>
              <a:ea typeface="+mj-ea"/>
            </a:endParaRP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7F2CE27A-E87B-4762-85A0-37C6830AD431}"/>
              </a:ext>
            </a:extLst>
          </p:cNvPr>
          <p:cNvSpPr txBox="1"/>
          <p:nvPr/>
        </p:nvSpPr>
        <p:spPr bwMode="auto">
          <a:xfrm>
            <a:off x="5569783" y="4366542"/>
            <a:ext cx="408265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72000" bIns="0" anchor="ctr" anchorCtr="0">
            <a:spAutoFit/>
          </a:bodyPr>
          <a:lstStyle/>
          <a:p>
            <a:pPr lvl="0" algn="ctr" eaLnBrk="0" hangingPunct="0">
              <a:spcAft>
                <a:spcPts val="600"/>
              </a:spcAft>
              <a:defRPr/>
            </a:pPr>
            <a:r>
              <a:rPr lang="en-US" altLang="ko-KR" sz="1200" kern="0" spc="-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244B90"/>
                </a:solidFill>
                <a:latin typeface="+mj-ea"/>
                <a:ea typeface="+mj-ea"/>
              </a:rPr>
              <a:t>05</a:t>
            </a:r>
            <a:endParaRPr lang="ko-KR" altLang="en-US" sz="1200" kern="0" spc="-5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rgbClr val="244B90"/>
              </a:solidFill>
              <a:latin typeface="+mj-ea"/>
              <a:ea typeface="+mj-ea"/>
            </a:endParaRP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A353A835-A0D6-448E-9E14-53E1CF93D71A}"/>
              </a:ext>
            </a:extLst>
          </p:cNvPr>
          <p:cNvSpPr txBox="1"/>
          <p:nvPr/>
        </p:nvSpPr>
        <p:spPr bwMode="auto">
          <a:xfrm>
            <a:off x="4417160" y="4366542"/>
            <a:ext cx="408265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72000" bIns="0" anchor="ctr" anchorCtr="0">
            <a:spAutoFit/>
          </a:bodyPr>
          <a:lstStyle/>
          <a:p>
            <a:pPr lvl="0" algn="ctr" eaLnBrk="0" hangingPunct="0">
              <a:spcAft>
                <a:spcPts val="600"/>
              </a:spcAft>
              <a:defRPr/>
            </a:pPr>
            <a:r>
              <a:rPr lang="en-US" altLang="ko-KR" sz="1200" kern="0" spc="-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244B90"/>
                </a:solidFill>
                <a:latin typeface="+mj-ea"/>
                <a:ea typeface="+mj-ea"/>
              </a:rPr>
              <a:t>04</a:t>
            </a:r>
            <a:endParaRPr lang="ko-KR" altLang="en-US" sz="1200" kern="0" spc="-5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rgbClr val="244B90"/>
              </a:solidFill>
              <a:latin typeface="+mj-ea"/>
              <a:ea typeface="+mj-ea"/>
            </a:endParaRP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74C72BD3-6799-4267-8B1E-847E52095C67}"/>
              </a:ext>
            </a:extLst>
          </p:cNvPr>
          <p:cNvSpPr txBox="1"/>
          <p:nvPr/>
        </p:nvSpPr>
        <p:spPr bwMode="auto">
          <a:xfrm>
            <a:off x="3271273" y="4366542"/>
            <a:ext cx="408265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72000" bIns="0" anchor="ctr" anchorCtr="0">
            <a:spAutoFit/>
          </a:bodyPr>
          <a:lstStyle/>
          <a:p>
            <a:pPr lvl="0" algn="ctr" eaLnBrk="0" hangingPunct="0">
              <a:spcAft>
                <a:spcPts val="600"/>
              </a:spcAft>
              <a:defRPr/>
            </a:pPr>
            <a:r>
              <a:rPr lang="en-US" altLang="ko-KR" sz="1200" kern="0" spc="-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244B90"/>
                </a:solidFill>
                <a:latin typeface="+mj-ea"/>
                <a:ea typeface="+mj-ea"/>
              </a:rPr>
              <a:t>03</a:t>
            </a:r>
            <a:endParaRPr lang="ko-KR" altLang="en-US" sz="1200" kern="0" spc="-5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rgbClr val="244B90"/>
              </a:solidFill>
              <a:latin typeface="+mj-ea"/>
              <a:ea typeface="+mj-ea"/>
            </a:endParaRP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5129D02F-43CF-4FAE-86DF-03246B0A659D}"/>
              </a:ext>
            </a:extLst>
          </p:cNvPr>
          <p:cNvSpPr txBox="1"/>
          <p:nvPr/>
        </p:nvSpPr>
        <p:spPr bwMode="auto">
          <a:xfrm>
            <a:off x="2104222" y="4366542"/>
            <a:ext cx="408265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72000" bIns="0" anchor="ctr" anchorCtr="0">
            <a:spAutoFit/>
          </a:bodyPr>
          <a:lstStyle/>
          <a:p>
            <a:pPr lvl="0" algn="ctr" eaLnBrk="0" hangingPunct="0">
              <a:spcAft>
                <a:spcPts val="600"/>
              </a:spcAft>
              <a:defRPr/>
            </a:pPr>
            <a:r>
              <a:rPr lang="en-US" altLang="ko-KR" sz="1200" kern="0" spc="-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244B90"/>
                </a:solidFill>
                <a:latin typeface="+mj-ea"/>
                <a:ea typeface="+mj-ea"/>
              </a:rPr>
              <a:t>02</a:t>
            </a:r>
            <a:endParaRPr lang="ko-KR" altLang="en-US" sz="1200" kern="0" spc="-5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rgbClr val="244B90"/>
              </a:solidFill>
              <a:latin typeface="+mj-ea"/>
              <a:ea typeface="+mj-ea"/>
            </a:endParaRPr>
          </a:p>
        </p:txBody>
      </p:sp>
      <p:sp>
        <p:nvSpPr>
          <p:cNvPr id="193" name="타원 192">
            <a:extLst>
              <a:ext uri="{FF2B5EF4-FFF2-40B4-BE49-F238E27FC236}">
                <a16:creationId xmlns:a16="http://schemas.microsoft.com/office/drawing/2014/main" id="{9B318539-7F81-44B8-AE16-A56E7AB76B43}"/>
              </a:ext>
            </a:extLst>
          </p:cNvPr>
          <p:cNvSpPr/>
          <p:nvPr/>
        </p:nvSpPr>
        <p:spPr>
          <a:xfrm flipV="1">
            <a:off x="1085209" y="4208318"/>
            <a:ext cx="98384" cy="98384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2060">
                <a:alpha val="6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600"/>
          </a:p>
        </p:txBody>
      </p:sp>
      <p:sp>
        <p:nvSpPr>
          <p:cNvPr id="194" name="타원 193">
            <a:extLst>
              <a:ext uri="{FF2B5EF4-FFF2-40B4-BE49-F238E27FC236}">
                <a16:creationId xmlns:a16="http://schemas.microsoft.com/office/drawing/2014/main" id="{4DC1926D-913C-47FC-B8E4-B5DD5AAEFF72}"/>
              </a:ext>
            </a:extLst>
          </p:cNvPr>
          <p:cNvSpPr/>
          <p:nvPr/>
        </p:nvSpPr>
        <p:spPr>
          <a:xfrm flipV="1">
            <a:off x="2223214" y="4208318"/>
            <a:ext cx="98384" cy="98384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2060">
                <a:alpha val="6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600"/>
          </a:p>
        </p:txBody>
      </p:sp>
      <p:sp>
        <p:nvSpPr>
          <p:cNvPr id="195" name="타원 194">
            <a:extLst>
              <a:ext uri="{FF2B5EF4-FFF2-40B4-BE49-F238E27FC236}">
                <a16:creationId xmlns:a16="http://schemas.microsoft.com/office/drawing/2014/main" id="{D7EA5D5E-FCB6-4F36-863E-B0E9D7B57D6C}"/>
              </a:ext>
            </a:extLst>
          </p:cNvPr>
          <p:cNvSpPr/>
          <p:nvPr/>
        </p:nvSpPr>
        <p:spPr>
          <a:xfrm flipV="1">
            <a:off x="3398539" y="4208318"/>
            <a:ext cx="98384" cy="98384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2060">
                <a:alpha val="6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600"/>
          </a:p>
        </p:txBody>
      </p:sp>
      <p:sp>
        <p:nvSpPr>
          <p:cNvPr id="196" name="타원 195">
            <a:extLst>
              <a:ext uri="{FF2B5EF4-FFF2-40B4-BE49-F238E27FC236}">
                <a16:creationId xmlns:a16="http://schemas.microsoft.com/office/drawing/2014/main" id="{A3911B13-1A45-4526-92E4-007A36C681BF}"/>
              </a:ext>
            </a:extLst>
          </p:cNvPr>
          <p:cNvSpPr/>
          <p:nvPr/>
        </p:nvSpPr>
        <p:spPr>
          <a:xfrm flipV="1">
            <a:off x="4554686" y="4208318"/>
            <a:ext cx="98384" cy="98384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2060">
                <a:alpha val="6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600"/>
          </a:p>
        </p:txBody>
      </p:sp>
      <p:sp>
        <p:nvSpPr>
          <p:cNvPr id="197" name="타원 196">
            <a:extLst>
              <a:ext uri="{FF2B5EF4-FFF2-40B4-BE49-F238E27FC236}">
                <a16:creationId xmlns:a16="http://schemas.microsoft.com/office/drawing/2014/main" id="{B46087F8-1E18-453A-B9FE-2C5B09C24EEB}"/>
              </a:ext>
            </a:extLst>
          </p:cNvPr>
          <p:cNvSpPr/>
          <p:nvPr/>
        </p:nvSpPr>
        <p:spPr>
          <a:xfrm flipV="1">
            <a:off x="5692690" y="4208318"/>
            <a:ext cx="98384" cy="98384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2060">
                <a:alpha val="6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600"/>
          </a:p>
        </p:txBody>
      </p:sp>
      <p:grpSp>
        <p:nvGrpSpPr>
          <p:cNvPr id="198" name="그룹 197">
            <a:extLst>
              <a:ext uri="{FF2B5EF4-FFF2-40B4-BE49-F238E27FC236}">
                <a16:creationId xmlns:a16="http://schemas.microsoft.com/office/drawing/2014/main" id="{E14D8CFB-7696-4DCB-B56C-FAA267902894}"/>
              </a:ext>
            </a:extLst>
          </p:cNvPr>
          <p:cNvGrpSpPr/>
          <p:nvPr/>
        </p:nvGrpSpPr>
        <p:grpSpPr>
          <a:xfrm>
            <a:off x="1131893" y="3764868"/>
            <a:ext cx="4594215" cy="401026"/>
            <a:chOff x="1167687" y="8387355"/>
            <a:chExt cx="5053636" cy="441129"/>
          </a:xfrm>
        </p:grpSpPr>
        <p:cxnSp>
          <p:nvCxnSpPr>
            <p:cNvPr id="199" name="직선 연결선[R] 20">
              <a:extLst>
                <a:ext uri="{FF2B5EF4-FFF2-40B4-BE49-F238E27FC236}">
                  <a16:creationId xmlns:a16="http://schemas.microsoft.com/office/drawing/2014/main" id="{503FBD9B-72EF-418D-A8A6-17D627C19C6D}"/>
                </a:ext>
              </a:extLst>
            </p:cNvPr>
            <p:cNvCxnSpPr>
              <a:cxnSpLocks/>
            </p:cNvCxnSpPr>
            <p:nvPr/>
          </p:nvCxnSpPr>
          <p:spPr>
            <a:xfrm>
              <a:off x="1167687" y="8684468"/>
              <a:ext cx="5053636" cy="0"/>
            </a:xfrm>
            <a:prstGeom prst="line">
              <a:avLst/>
            </a:prstGeom>
            <a:ln w="9525">
              <a:solidFill>
                <a:srgbClr val="778AA5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직선 연결선[R] 118">
              <a:extLst>
                <a:ext uri="{FF2B5EF4-FFF2-40B4-BE49-F238E27FC236}">
                  <a16:creationId xmlns:a16="http://schemas.microsoft.com/office/drawing/2014/main" id="{F6D34216-451C-4839-95D6-58AE12636FD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67687" y="8684468"/>
              <a:ext cx="0" cy="144016"/>
            </a:xfrm>
            <a:prstGeom prst="line">
              <a:avLst/>
            </a:prstGeom>
            <a:ln w="9525">
              <a:solidFill>
                <a:srgbClr val="778AA5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직선 연결선[R] 122">
              <a:extLst>
                <a:ext uri="{FF2B5EF4-FFF2-40B4-BE49-F238E27FC236}">
                  <a16:creationId xmlns:a16="http://schemas.microsoft.com/office/drawing/2014/main" id="{01FD6722-FD9B-442F-BCF2-19A168950C7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32379" y="8684468"/>
              <a:ext cx="0" cy="144016"/>
            </a:xfrm>
            <a:prstGeom prst="line">
              <a:avLst/>
            </a:prstGeom>
            <a:ln w="9525">
              <a:solidFill>
                <a:srgbClr val="778AA5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직선 연결선[R] 124">
              <a:extLst>
                <a:ext uri="{FF2B5EF4-FFF2-40B4-BE49-F238E27FC236}">
                  <a16:creationId xmlns:a16="http://schemas.microsoft.com/office/drawing/2014/main" id="{C86CD4C6-049D-4E4A-9257-DCF77564B51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13136" y="8387355"/>
              <a:ext cx="0" cy="441129"/>
            </a:xfrm>
            <a:prstGeom prst="line">
              <a:avLst/>
            </a:prstGeom>
            <a:ln w="9525">
              <a:solidFill>
                <a:srgbClr val="778AA5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직선 연결선[R] 125">
              <a:extLst>
                <a:ext uri="{FF2B5EF4-FFF2-40B4-BE49-F238E27FC236}">
                  <a16:creationId xmlns:a16="http://schemas.microsoft.com/office/drawing/2014/main" id="{9FA10421-F7FF-4825-85C4-DA2C185E730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75412" y="8684468"/>
              <a:ext cx="0" cy="144016"/>
            </a:xfrm>
            <a:prstGeom prst="line">
              <a:avLst/>
            </a:prstGeom>
            <a:ln w="9525">
              <a:solidFill>
                <a:srgbClr val="778AA5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직선 연결선[R] 126">
              <a:extLst>
                <a:ext uri="{FF2B5EF4-FFF2-40B4-BE49-F238E27FC236}">
                  <a16:creationId xmlns:a16="http://schemas.microsoft.com/office/drawing/2014/main" id="{DFD9E9D7-215C-41C0-8D1A-E42F25C8F54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21323" y="8684468"/>
              <a:ext cx="0" cy="144016"/>
            </a:xfrm>
            <a:prstGeom prst="line">
              <a:avLst/>
            </a:prstGeom>
            <a:ln w="9525">
              <a:solidFill>
                <a:srgbClr val="778AA5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34C593C8-678F-48C8-A31F-F58321254C24}"/>
              </a:ext>
            </a:extLst>
          </p:cNvPr>
          <p:cNvSpPr/>
          <p:nvPr/>
        </p:nvSpPr>
        <p:spPr>
          <a:xfrm>
            <a:off x="1765783" y="3590008"/>
            <a:ext cx="3326434" cy="252000"/>
          </a:xfrm>
          <a:prstGeom prst="roundRect">
            <a:avLst>
              <a:gd name="adj" fmla="val 50000"/>
            </a:avLst>
          </a:prstGeom>
          <a:solidFill>
            <a:srgbClr val="4BA6DD"/>
          </a:solidFill>
          <a:ln>
            <a:solidFill>
              <a:schemeClr val="accent1"/>
            </a:solidFill>
          </a:ln>
        </p:spPr>
        <p:txBody>
          <a:bodyPr wrap="square" lIns="144000" rIns="144000" rtlCol="0" anchor="ctr">
            <a:no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ko-KR" altLang="en-US" sz="1000" spc="-65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" panose="02000503000000020004" pitchFamily="50" charset="-127"/>
              </a:rPr>
              <a:t>사용자 중심 맞춤서비스와 효율적 업무 수행 지원 기능이 고려된</a:t>
            </a:r>
            <a:endParaRPr lang="ko-KR" altLang="en-US" sz="10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32" name="LcShp 28" descr="어두운 상향 대각선">
            <a:extLst>
              <a:ext uri="{FF2B5EF4-FFF2-40B4-BE49-F238E27FC236}">
                <a16:creationId xmlns:a16="http://schemas.microsoft.com/office/drawing/2014/main" id="{1E396D34-BD77-4748-B80B-58DC4B18C4DA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5162548" y="3333173"/>
            <a:ext cx="570708" cy="508835"/>
          </a:xfrm>
          <a:prstGeom prst="flowChartMagneticTape">
            <a:avLst/>
          </a:prstGeom>
          <a:solidFill>
            <a:srgbClr val="FFC000"/>
          </a:solidFill>
          <a:ln w="6350">
            <a:noFill/>
          </a:ln>
        </p:spPr>
        <p:txBody>
          <a:bodyPr wrap="none" anchor="ctr"/>
          <a:lstStyle/>
          <a:p>
            <a:pPr marL="0" marR="0" lvl="5" indent="-180964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3271AA"/>
              </a:buClr>
              <a:buSzPct val="140000"/>
              <a:buFontTx/>
              <a:buNone/>
              <a:tabLst>
                <a:tab pos="5648325" algn="l"/>
              </a:tabLst>
              <a:defRPr/>
            </a:pPr>
            <a:r>
              <a:rPr lang="en-US" altLang="ko-KR" sz="1200" spc="-5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+mj-ea"/>
                <a:ea typeface="+mj-ea"/>
              </a:rPr>
              <a:t>UI/UX</a:t>
            </a:r>
            <a:endParaRPr kumimoji="0" lang="ko-KR" altLang="en-US" sz="1200" b="0" i="0" u="none" strike="noStrike" kern="1200" cap="none" spc="-50" normalizeH="0" baseline="0" noProof="0" dirty="0">
              <a:ln>
                <a:solidFill>
                  <a:srgbClr val="4472C4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effectLst/>
              <a:uLnTx/>
              <a:uFillTx/>
              <a:latin typeface="+mj-ea"/>
              <a:ea typeface="+mj-ea"/>
            </a:endParaRPr>
          </a:p>
        </p:txBody>
      </p:sp>
      <p:grpSp>
        <p:nvGrpSpPr>
          <p:cNvPr id="236" name="그룹 235">
            <a:extLst>
              <a:ext uri="{FF2B5EF4-FFF2-40B4-BE49-F238E27FC236}">
                <a16:creationId xmlns:a16="http://schemas.microsoft.com/office/drawing/2014/main" id="{66D97005-A43C-4337-917F-A635BA9E8E43}"/>
              </a:ext>
            </a:extLst>
          </p:cNvPr>
          <p:cNvGrpSpPr/>
          <p:nvPr/>
        </p:nvGrpSpPr>
        <p:grpSpPr>
          <a:xfrm>
            <a:off x="1901355" y="5925108"/>
            <a:ext cx="3055291" cy="288032"/>
            <a:chOff x="2313060" y="3800872"/>
            <a:chExt cx="3055291" cy="288032"/>
          </a:xfrm>
        </p:grpSpPr>
        <p:sp>
          <p:nvSpPr>
            <p:cNvPr id="237" name="자유형: 도형 334">
              <a:extLst>
                <a:ext uri="{FF2B5EF4-FFF2-40B4-BE49-F238E27FC236}">
                  <a16:creationId xmlns:a16="http://schemas.microsoft.com/office/drawing/2014/main" id="{E912E8E9-339E-4681-9F74-4994F732EA20}"/>
                </a:ext>
              </a:extLst>
            </p:cNvPr>
            <p:cNvSpPr/>
            <p:nvPr/>
          </p:nvSpPr>
          <p:spPr>
            <a:xfrm flipH="1" flipV="1">
              <a:off x="2313060" y="3800904"/>
              <a:ext cx="454805" cy="288000"/>
            </a:xfrm>
            <a:custGeom>
              <a:avLst/>
              <a:gdLst>
                <a:gd name="connsiteX0" fmla="*/ 0 w 178423"/>
                <a:gd name="connsiteY0" fmla="*/ 0 h 260491"/>
                <a:gd name="connsiteX1" fmla="*/ 46626 w 178423"/>
                <a:gd name="connsiteY1" fmla="*/ 0 h 260491"/>
                <a:gd name="connsiteX2" fmla="*/ 157876 w 178423"/>
                <a:gd name="connsiteY2" fmla="*/ 0 h 260491"/>
                <a:gd name="connsiteX3" fmla="*/ 175847 w 178423"/>
                <a:gd name="connsiteY3" fmla="*/ 34861 h 260491"/>
                <a:gd name="connsiteX4" fmla="*/ 103960 w 178423"/>
                <a:gd name="connsiteY4" fmla="*/ 225630 h 260491"/>
                <a:gd name="connsiteX5" fmla="*/ 60202 w 178423"/>
                <a:gd name="connsiteY5" fmla="*/ 260491 h 260491"/>
                <a:gd name="connsiteX6" fmla="*/ 0 w 178423"/>
                <a:gd name="connsiteY6" fmla="*/ 260491 h 260491"/>
                <a:gd name="connsiteX7" fmla="*/ 0 w 178423"/>
                <a:gd name="connsiteY7" fmla="*/ 0 h 260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8423" h="260491">
                  <a:moveTo>
                    <a:pt x="0" y="0"/>
                  </a:moveTo>
                  <a:lnTo>
                    <a:pt x="46626" y="0"/>
                  </a:lnTo>
                  <a:cubicBezTo>
                    <a:pt x="157876" y="0"/>
                    <a:pt x="157876" y="0"/>
                    <a:pt x="157876" y="0"/>
                  </a:cubicBezTo>
                  <a:cubicBezTo>
                    <a:pt x="175066" y="0"/>
                    <a:pt x="182880" y="15494"/>
                    <a:pt x="175847" y="34861"/>
                  </a:cubicBezTo>
                  <a:cubicBezTo>
                    <a:pt x="103960" y="225630"/>
                    <a:pt x="103960" y="225630"/>
                    <a:pt x="103960" y="225630"/>
                  </a:cubicBezTo>
                  <a:cubicBezTo>
                    <a:pt x="96927" y="244997"/>
                    <a:pt x="77392" y="260491"/>
                    <a:pt x="60202" y="260491"/>
                  </a:cubicBezTo>
                  <a:lnTo>
                    <a:pt x="0" y="26049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45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8" name="자유형: 도형 333">
              <a:extLst>
                <a:ext uri="{FF2B5EF4-FFF2-40B4-BE49-F238E27FC236}">
                  <a16:creationId xmlns:a16="http://schemas.microsoft.com/office/drawing/2014/main" id="{711D950C-F6ED-495C-A2CF-0547DF724F05}"/>
                </a:ext>
              </a:extLst>
            </p:cNvPr>
            <p:cNvSpPr/>
            <p:nvPr/>
          </p:nvSpPr>
          <p:spPr>
            <a:xfrm flipH="1">
              <a:off x="2754730" y="3800904"/>
              <a:ext cx="2160837" cy="288000"/>
            </a:xfrm>
            <a:custGeom>
              <a:avLst/>
              <a:gdLst>
                <a:gd name="connsiteX0" fmla="*/ 0 w 632460"/>
                <a:gd name="connsiteY0" fmla="*/ 0 h 260491"/>
                <a:gd name="connsiteX1" fmla="*/ 56996 w 632460"/>
                <a:gd name="connsiteY1" fmla="*/ 0 h 260491"/>
                <a:gd name="connsiteX2" fmla="*/ 631935 w 632460"/>
                <a:gd name="connsiteY2" fmla="*/ 0 h 260491"/>
                <a:gd name="connsiteX3" fmla="*/ 632460 w 632460"/>
                <a:gd name="connsiteY3" fmla="*/ 0 h 260491"/>
                <a:gd name="connsiteX4" fmla="*/ 632460 w 632460"/>
                <a:gd name="connsiteY4" fmla="*/ 260491 h 260491"/>
                <a:gd name="connsiteX5" fmla="*/ 539438 w 632460"/>
                <a:gd name="connsiteY5" fmla="*/ 260491 h 260491"/>
                <a:gd name="connsiteX6" fmla="*/ 34711 w 632460"/>
                <a:gd name="connsiteY6" fmla="*/ 260491 h 260491"/>
                <a:gd name="connsiteX7" fmla="*/ 0 w 632460"/>
                <a:gd name="connsiteY7" fmla="*/ 260491 h 260491"/>
                <a:gd name="connsiteX8" fmla="*/ 0 w 632460"/>
                <a:gd name="connsiteY8" fmla="*/ 0 h 260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32460" h="260491">
                  <a:moveTo>
                    <a:pt x="0" y="0"/>
                  </a:moveTo>
                  <a:lnTo>
                    <a:pt x="56996" y="0"/>
                  </a:lnTo>
                  <a:cubicBezTo>
                    <a:pt x="350332" y="0"/>
                    <a:pt x="526334" y="0"/>
                    <a:pt x="631935" y="0"/>
                  </a:cubicBezTo>
                  <a:lnTo>
                    <a:pt x="632460" y="0"/>
                  </a:lnTo>
                  <a:lnTo>
                    <a:pt x="632460" y="260491"/>
                  </a:lnTo>
                  <a:lnTo>
                    <a:pt x="539438" y="260491"/>
                  </a:lnTo>
                  <a:cubicBezTo>
                    <a:pt x="300356" y="260491"/>
                    <a:pt x="140969" y="260491"/>
                    <a:pt x="34711" y="260491"/>
                  </a:cubicBezTo>
                  <a:lnTo>
                    <a:pt x="0" y="26049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45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>
                <a:defRPr/>
              </a:pPr>
              <a:r>
                <a:rPr lang="ko-KR" altLang="en-US" sz="1200" spc="-5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prstClr val="white"/>
                  </a:solidFill>
                  <a:latin typeface="+mj-ea"/>
                  <a:ea typeface="+mj-ea"/>
                </a:rPr>
                <a:t>시사점 종합</a:t>
              </a:r>
              <a:endParaRPr lang="ko-KR" altLang="en-US" sz="1200" spc="-5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white"/>
                </a:solidFill>
                <a:latin typeface="+mj-ea"/>
                <a:ea typeface="+mj-ea"/>
              </a:endParaRPr>
            </a:p>
          </p:txBody>
        </p:sp>
        <p:sp>
          <p:nvSpPr>
            <p:cNvPr id="239" name="자유형: 도형 338">
              <a:extLst>
                <a:ext uri="{FF2B5EF4-FFF2-40B4-BE49-F238E27FC236}">
                  <a16:creationId xmlns:a16="http://schemas.microsoft.com/office/drawing/2014/main" id="{32434737-B082-4AE2-A85F-BB77B37125F6}"/>
                </a:ext>
              </a:extLst>
            </p:cNvPr>
            <p:cNvSpPr/>
            <p:nvPr/>
          </p:nvSpPr>
          <p:spPr>
            <a:xfrm flipV="1">
              <a:off x="4915568" y="3800872"/>
              <a:ext cx="452783" cy="288000"/>
            </a:xfrm>
            <a:custGeom>
              <a:avLst/>
              <a:gdLst>
                <a:gd name="connsiteX0" fmla="*/ 0 w 178423"/>
                <a:gd name="connsiteY0" fmla="*/ 0 h 260491"/>
                <a:gd name="connsiteX1" fmla="*/ 46626 w 178423"/>
                <a:gd name="connsiteY1" fmla="*/ 0 h 260491"/>
                <a:gd name="connsiteX2" fmla="*/ 157876 w 178423"/>
                <a:gd name="connsiteY2" fmla="*/ 0 h 260491"/>
                <a:gd name="connsiteX3" fmla="*/ 175847 w 178423"/>
                <a:gd name="connsiteY3" fmla="*/ 34861 h 260491"/>
                <a:gd name="connsiteX4" fmla="*/ 103960 w 178423"/>
                <a:gd name="connsiteY4" fmla="*/ 225630 h 260491"/>
                <a:gd name="connsiteX5" fmla="*/ 60202 w 178423"/>
                <a:gd name="connsiteY5" fmla="*/ 260491 h 260491"/>
                <a:gd name="connsiteX6" fmla="*/ 0 w 178423"/>
                <a:gd name="connsiteY6" fmla="*/ 260491 h 260491"/>
                <a:gd name="connsiteX7" fmla="*/ 0 w 178423"/>
                <a:gd name="connsiteY7" fmla="*/ 0 h 260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8423" h="260491">
                  <a:moveTo>
                    <a:pt x="0" y="0"/>
                  </a:moveTo>
                  <a:lnTo>
                    <a:pt x="46626" y="0"/>
                  </a:lnTo>
                  <a:cubicBezTo>
                    <a:pt x="157876" y="0"/>
                    <a:pt x="157876" y="0"/>
                    <a:pt x="157876" y="0"/>
                  </a:cubicBezTo>
                  <a:cubicBezTo>
                    <a:pt x="175066" y="0"/>
                    <a:pt x="182880" y="15494"/>
                    <a:pt x="175847" y="34861"/>
                  </a:cubicBezTo>
                  <a:cubicBezTo>
                    <a:pt x="103960" y="225630"/>
                    <a:pt x="103960" y="225630"/>
                    <a:pt x="103960" y="225630"/>
                  </a:cubicBezTo>
                  <a:cubicBezTo>
                    <a:pt x="96927" y="244997"/>
                    <a:pt x="77392" y="260491"/>
                    <a:pt x="60202" y="260491"/>
                  </a:cubicBezTo>
                  <a:lnTo>
                    <a:pt x="0" y="26049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45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0126C937-4B15-40CA-AE21-49E00289BF56}"/>
              </a:ext>
            </a:extLst>
          </p:cNvPr>
          <p:cNvGrpSpPr/>
          <p:nvPr/>
        </p:nvGrpSpPr>
        <p:grpSpPr>
          <a:xfrm>
            <a:off x="1623826" y="5535892"/>
            <a:ext cx="3415158" cy="221599"/>
            <a:chOff x="1623826" y="5535892"/>
            <a:chExt cx="3415158" cy="221599"/>
          </a:xfrm>
        </p:grpSpPr>
        <p:sp>
          <p:nvSpPr>
            <p:cNvPr id="60" name="직사각형 59"/>
            <p:cNvSpPr/>
            <p:nvPr/>
          </p:nvSpPr>
          <p:spPr>
            <a:xfrm>
              <a:off x="1819017" y="5535892"/>
              <a:ext cx="3219967" cy="221599"/>
            </a:xfrm>
            <a:prstGeom prst="rect">
              <a:avLst/>
            </a:prstGeom>
          </p:spPr>
          <p:txBody>
            <a:bodyPr wrap="none" lIns="72000" tIns="0" rIns="72000" bIns="0">
              <a:spAutoFit/>
            </a:bodyPr>
            <a:lstStyle/>
            <a:p>
              <a:pPr algn="ctr">
                <a:lnSpc>
                  <a:spcPct val="120000"/>
                </a:lnSpc>
                <a:spcBef>
                  <a:spcPct val="40000"/>
                </a:spcBef>
              </a:pPr>
              <a:r>
                <a:rPr lang="ko-KR" altLang="en-US" sz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시사점 확인 및 분석을 통한 </a:t>
              </a:r>
              <a:r>
                <a:rPr lang="en-US" altLang="ko-KR" sz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UI/UX </a:t>
              </a:r>
              <a:r>
                <a:rPr lang="ko-KR" altLang="en-US" sz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개선 사항 도출</a:t>
              </a:r>
            </a:p>
          </p:txBody>
        </p: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2F20BEF0-8B80-4A2A-9C6E-DAFCEE87EE7E}"/>
                </a:ext>
              </a:extLst>
            </p:cNvPr>
            <p:cNvGrpSpPr/>
            <p:nvPr/>
          </p:nvGrpSpPr>
          <p:grpSpPr>
            <a:xfrm>
              <a:off x="1623826" y="5539870"/>
              <a:ext cx="228930" cy="213643"/>
              <a:chOff x="1623826" y="5550676"/>
              <a:chExt cx="228930" cy="213643"/>
            </a:xfrm>
          </p:grpSpPr>
          <p:sp>
            <p:nvSpPr>
              <p:cNvPr id="243" name="Freeform 1091">
                <a:extLst>
                  <a:ext uri="{FF2B5EF4-FFF2-40B4-BE49-F238E27FC236}">
                    <a16:creationId xmlns:a16="http://schemas.microsoft.com/office/drawing/2014/main" id="{0620A3E8-5575-4451-B41A-FA4E0C9FA3BB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1623826" y="5550676"/>
                <a:ext cx="222932" cy="213643"/>
              </a:xfrm>
              <a:custGeom>
                <a:avLst/>
                <a:gdLst>
                  <a:gd name="T0" fmla="*/ 290 w 313"/>
                  <a:gd name="T1" fmla="*/ 104 h 311"/>
                  <a:gd name="T2" fmla="*/ 227 w 313"/>
                  <a:gd name="T3" fmla="*/ 278 h 311"/>
                  <a:gd name="T4" fmla="*/ 48 w 313"/>
                  <a:gd name="T5" fmla="*/ 243 h 311"/>
                  <a:gd name="T6" fmla="*/ 59 w 313"/>
                  <a:gd name="T7" fmla="*/ 54 h 311"/>
                  <a:gd name="T8" fmla="*/ 245 w 313"/>
                  <a:gd name="T9" fmla="*/ 43 h 311"/>
                  <a:gd name="T10" fmla="*/ 242 w 313"/>
                  <a:gd name="T11" fmla="*/ 46 h 311"/>
                  <a:gd name="T12" fmla="*/ 224 w 313"/>
                  <a:gd name="T13" fmla="*/ 61 h 311"/>
                  <a:gd name="T14" fmla="*/ 217 w 313"/>
                  <a:gd name="T15" fmla="*/ 61 h 311"/>
                  <a:gd name="T16" fmla="*/ 144 w 313"/>
                  <a:gd name="T17" fmla="*/ 45 h 311"/>
                  <a:gd name="T18" fmla="*/ 53 w 313"/>
                  <a:gd name="T19" fmla="*/ 119 h 311"/>
                  <a:gd name="T20" fmla="*/ 81 w 313"/>
                  <a:gd name="T21" fmla="*/ 234 h 311"/>
                  <a:gd name="T22" fmla="*/ 190 w 313"/>
                  <a:gd name="T23" fmla="*/ 260 h 311"/>
                  <a:gd name="T24" fmla="*/ 265 w 313"/>
                  <a:gd name="T25" fmla="*/ 182 h 311"/>
                  <a:gd name="T26" fmla="*/ 267 w 313"/>
                  <a:gd name="T27" fmla="*/ 137 h 311"/>
                  <a:gd name="T28" fmla="*/ 269 w 313"/>
                  <a:gd name="T29" fmla="*/ 131 h 311"/>
                  <a:gd name="T30" fmla="*/ 290 w 313"/>
                  <a:gd name="T31" fmla="*/ 104 h 3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13" h="311">
                    <a:moveTo>
                      <a:pt x="290" y="104"/>
                    </a:moveTo>
                    <a:cubicBezTo>
                      <a:pt x="313" y="163"/>
                      <a:pt x="294" y="240"/>
                      <a:pt x="227" y="278"/>
                    </a:cubicBezTo>
                    <a:cubicBezTo>
                      <a:pt x="167" y="311"/>
                      <a:pt x="92" y="298"/>
                      <a:pt x="48" y="243"/>
                    </a:cubicBezTo>
                    <a:cubicBezTo>
                      <a:pt x="0" y="184"/>
                      <a:pt x="8" y="103"/>
                      <a:pt x="59" y="54"/>
                    </a:cubicBezTo>
                    <a:cubicBezTo>
                      <a:pt x="113" y="0"/>
                      <a:pt x="194" y="2"/>
                      <a:pt x="245" y="43"/>
                    </a:cubicBezTo>
                    <a:cubicBezTo>
                      <a:pt x="244" y="44"/>
                      <a:pt x="243" y="45"/>
                      <a:pt x="242" y="46"/>
                    </a:cubicBezTo>
                    <a:cubicBezTo>
                      <a:pt x="236" y="51"/>
                      <a:pt x="230" y="56"/>
                      <a:pt x="224" y="61"/>
                    </a:cubicBezTo>
                    <a:cubicBezTo>
                      <a:pt x="221" y="63"/>
                      <a:pt x="220" y="63"/>
                      <a:pt x="217" y="61"/>
                    </a:cubicBezTo>
                    <a:cubicBezTo>
                      <a:pt x="195" y="47"/>
                      <a:pt x="170" y="41"/>
                      <a:pt x="144" y="45"/>
                    </a:cubicBezTo>
                    <a:cubicBezTo>
                      <a:pt x="99" y="51"/>
                      <a:pt x="68" y="76"/>
                      <a:pt x="53" y="119"/>
                    </a:cubicBezTo>
                    <a:cubicBezTo>
                      <a:pt x="38" y="162"/>
                      <a:pt x="48" y="202"/>
                      <a:pt x="81" y="234"/>
                    </a:cubicBezTo>
                    <a:cubicBezTo>
                      <a:pt x="112" y="264"/>
                      <a:pt x="149" y="272"/>
                      <a:pt x="190" y="260"/>
                    </a:cubicBezTo>
                    <a:cubicBezTo>
                      <a:pt x="229" y="249"/>
                      <a:pt x="254" y="221"/>
                      <a:pt x="265" y="182"/>
                    </a:cubicBezTo>
                    <a:cubicBezTo>
                      <a:pt x="269" y="167"/>
                      <a:pt x="269" y="152"/>
                      <a:pt x="267" y="137"/>
                    </a:cubicBezTo>
                    <a:cubicBezTo>
                      <a:pt x="267" y="135"/>
                      <a:pt x="268" y="132"/>
                      <a:pt x="269" y="131"/>
                    </a:cubicBezTo>
                    <a:cubicBezTo>
                      <a:pt x="275" y="122"/>
                      <a:pt x="282" y="113"/>
                      <a:pt x="290" y="104"/>
                    </a:cubicBezTo>
                    <a:close/>
                  </a:path>
                </a:pathLst>
              </a:custGeom>
              <a:solidFill>
                <a:srgbClr val="FFC000">
                  <a:alpha val="38000"/>
                </a:srgbClr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en-US" dirty="0">
                  <a:solidFill>
                    <a:prstClr val="black"/>
                  </a:solidFill>
                  <a:latin typeface="나눔명조" panose="02020603020101020101" pitchFamily="18" charset="-127"/>
                  <a:ea typeface="나눔명조" panose="02020603020101020101" pitchFamily="18" charset="-127"/>
                </a:endParaRPr>
              </a:p>
            </p:txBody>
          </p:sp>
          <p:sp>
            <p:nvSpPr>
              <p:cNvPr id="244" name="Freeform 1092">
                <a:extLst>
                  <a:ext uri="{FF2B5EF4-FFF2-40B4-BE49-F238E27FC236}">
                    <a16:creationId xmlns:a16="http://schemas.microsoft.com/office/drawing/2014/main" id="{58696ECC-F2EF-44DB-8CB1-AE391126FE2D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1678809" y="5567036"/>
                <a:ext cx="173947" cy="145315"/>
              </a:xfrm>
              <a:custGeom>
                <a:avLst/>
                <a:gdLst>
                  <a:gd name="T0" fmla="*/ 0 w 245"/>
                  <a:gd name="T1" fmla="*/ 106 h 211"/>
                  <a:gd name="T2" fmla="*/ 20 w 245"/>
                  <a:gd name="T3" fmla="*/ 88 h 211"/>
                  <a:gd name="T4" fmla="*/ 24 w 245"/>
                  <a:gd name="T5" fmla="*/ 88 h 211"/>
                  <a:gd name="T6" fmla="*/ 83 w 245"/>
                  <a:gd name="T7" fmla="*/ 123 h 211"/>
                  <a:gd name="T8" fmla="*/ 89 w 245"/>
                  <a:gd name="T9" fmla="*/ 128 h 211"/>
                  <a:gd name="T10" fmla="*/ 239 w 245"/>
                  <a:gd name="T11" fmla="*/ 0 h 211"/>
                  <a:gd name="T12" fmla="*/ 244 w 245"/>
                  <a:gd name="T13" fmla="*/ 13 h 211"/>
                  <a:gd name="T14" fmla="*/ 243 w 245"/>
                  <a:gd name="T15" fmla="*/ 17 h 211"/>
                  <a:gd name="T16" fmla="*/ 200 w 245"/>
                  <a:gd name="T17" fmla="*/ 60 h 211"/>
                  <a:gd name="T18" fmla="*/ 133 w 245"/>
                  <a:gd name="T19" fmla="*/ 153 h 211"/>
                  <a:gd name="T20" fmla="*/ 99 w 245"/>
                  <a:gd name="T21" fmla="*/ 211 h 211"/>
                  <a:gd name="T22" fmla="*/ 0 w 245"/>
                  <a:gd name="T23" fmla="*/ 106 h 2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45" h="211">
                    <a:moveTo>
                      <a:pt x="0" y="106"/>
                    </a:moveTo>
                    <a:cubicBezTo>
                      <a:pt x="7" y="100"/>
                      <a:pt x="13" y="94"/>
                      <a:pt x="20" y="88"/>
                    </a:cubicBezTo>
                    <a:cubicBezTo>
                      <a:pt x="21" y="88"/>
                      <a:pt x="23" y="88"/>
                      <a:pt x="24" y="88"/>
                    </a:cubicBezTo>
                    <a:cubicBezTo>
                      <a:pt x="45" y="98"/>
                      <a:pt x="65" y="110"/>
                      <a:pt x="83" y="123"/>
                    </a:cubicBezTo>
                    <a:cubicBezTo>
                      <a:pt x="85" y="125"/>
                      <a:pt x="87" y="126"/>
                      <a:pt x="89" y="128"/>
                    </a:cubicBezTo>
                    <a:cubicBezTo>
                      <a:pt x="132" y="77"/>
                      <a:pt x="181" y="33"/>
                      <a:pt x="239" y="0"/>
                    </a:cubicBezTo>
                    <a:cubicBezTo>
                      <a:pt x="240" y="4"/>
                      <a:pt x="243" y="9"/>
                      <a:pt x="244" y="13"/>
                    </a:cubicBezTo>
                    <a:cubicBezTo>
                      <a:pt x="245" y="14"/>
                      <a:pt x="244" y="16"/>
                      <a:pt x="243" y="17"/>
                    </a:cubicBezTo>
                    <a:cubicBezTo>
                      <a:pt x="228" y="32"/>
                      <a:pt x="214" y="45"/>
                      <a:pt x="200" y="60"/>
                    </a:cubicBezTo>
                    <a:cubicBezTo>
                      <a:pt x="174" y="89"/>
                      <a:pt x="153" y="120"/>
                      <a:pt x="133" y="153"/>
                    </a:cubicBezTo>
                    <a:cubicBezTo>
                      <a:pt x="122" y="172"/>
                      <a:pt x="110" y="191"/>
                      <a:pt x="99" y="211"/>
                    </a:cubicBezTo>
                    <a:cubicBezTo>
                      <a:pt x="68" y="174"/>
                      <a:pt x="36" y="139"/>
                      <a:pt x="0" y="106"/>
                    </a:cubicBezTo>
                    <a:close/>
                  </a:path>
                </a:pathLst>
              </a:custGeom>
              <a:solidFill>
                <a:srgbClr val="FFC000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en-US" dirty="0">
                  <a:solidFill>
                    <a:prstClr val="black"/>
                  </a:solidFill>
                  <a:latin typeface="나눔명조" panose="02020603020101020101" pitchFamily="18" charset="-127"/>
                  <a:ea typeface="나눔명조" panose="02020603020101020101" pitchFamily="18" charset="-127"/>
                </a:endParaRPr>
              </a:p>
            </p:txBody>
          </p:sp>
        </p:grp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A8CB123F-ABB3-4ECA-1616-4EEEB26933D8}"/>
              </a:ext>
            </a:extLst>
          </p:cNvPr>
          <p:cNvSpPr txBox="1"/>
          <p:nvPr/>
        </p:nvSpPr>
        <p:spPr>
          <a:xfrm>
            <a:off x="1667082" y="503378"/>
            <a:ext cx="1288814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defTabSz="987095"/>
            <a:r>
              <a:rPr lang="en-US" altLang="ko-KR" sz="800" spc="-54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Ⅲ  </a:t>
            </a:r>
            <a:r>
              <a:rPr lang="ko-KR" altLang="en-US" sz="800" spc="-54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기술 및 기능  </a:t>
            </a:r>
            <a:r>
              <a:rPr lang="en-US" altLang="ko-KR" sz="800" spc="-54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&gt;  2. </a:t>
            </a:r>
            <a:r>
              <a:rPr lang="ko-KR" altLang="en-US" sz="800" spc="-54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기능 요구사항</a:t>
            </a:r>
          </a:p>
        </p:txBody>
      </p:sp>
    </p:spTree>
    <p:extLst>
      <p:ext uri="{BB962C8B-B14F-4D97-AF65-F5344CB8AC3E}">
        <p14:creationId xmlns:p14="http://schemas.microsoft.com/office/powerpoint/2010/main" val="161304192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제목 89"/>
          <p:cNvSpPr>
            <a:spLocks noGrp="1"/>
          </p:cNvSpPr>
          <p:nvPr>
            <p:ph type="title"/>
          </p:nvPr>
        </p:nvSpPr>
        <p:spPr>
          <a:xfrm>
            <a:off x="512676" y="1064568"/>
            <a:ext cx="1619083" cy="199285"/>
          </a:xfrm>
          <a:prstGeom prst="rect">
            <a:avLst/>
          </a:prstGeom>
          <a:noFill/>
        </p:spPr>
        <p:txBody>
          <a:bodyPr wrap="none" lIns="108000" tIns="0" rIns="0" bIns="0" anchor="ctr">
            <a:spAutoFit/>
          </a:bodyPr>
          <a:lstStyle/>
          <a:p>
            <a:r>
              <a:rPr lang="en-US" altLang="ko-KR" dirty="0"/>
              <a:t>2.6 </a:t>
            </a:r>
            <a:r>
              <a:rPr lang="ko-KR" altLang="en-US" dirty="0"/>
              <a:t>디자인 구축 방안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CE6872F5-65ED-4543-81C2-9089FE91842C}"/>
              </a:ext>
            </a:extLst>
          </p:cNvPr>
          <p:cNvGrpSpPr/>
          <p:nvPr/>
        </p:nvGrpSpPr>
        <p:grpSpPr>
          <a:xfrm>
            <a:off x="440668" y="7779122"/>
            <a:ext cx="5976332" cy="1602194"/>
            <a:chOff x="440668" y="7563552"/>
            <a:chExt cx="5976332" cy="1602194"/>
          </a:xfrm>
        </p:grpSpPr>
        <p:sp>
          <p:nvSpPr>
            <p:cNvPr id="161" name="직사각형 160"/>
            <p:cNvSpPr/>
            <p:nvPr/>
          </p:nvSpPr>
          <p:spPr>
            <a:xfrm>
              <a:off x="440669" y="7869324"/>
              <a:ext cx="2988000" cy="1296000"/>
            </a:xfrm>
            <a:prstGeom prst="rect">
              <a:avLst/>
            </a:prstGeom>
            <a:solidFill>
              <a:srgbClr val="EFF1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72000" bIns="72000" rtlCol="0" anchor="t"/>
            <a:lstStyle/>
            <a:p>
              <a:pPr marL="90000" lvl="2" indent="-90000" defTabSz="914400" fontAlgn="base">
                <a:lnSpc>
                  <a:spcPct val="110000"/>
                </a:lnSpc>
                <a:spcBef>
                  <a:spcPct val="0"/>
                </a:spcBef>
                <a:spcAft>
                  <a:spcPts val="3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  <a:buFont typeface="Arial" pitchFamily="34" charset="0"/>
                <a:buChar char="•"/>
                <a:defRPr/>
              </a:pPr>
              <a:r>
                <a:rPr kumimoji="1"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서비스 및 사용자 분석을 통한 서비스의 방향을 수립하고</a:t>
              </a:r>
              <a:r>
                <a:rPr kumimoji="1" lang="en-US" altLang="ko-KR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, </a:t>
              </a:r>
              <a:r>
                <a:rPr kumimoji="1"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도출된 방향을 웹 사이트 전반에 반영</a:t>
              </a:r>
            </a:p>
            <a:p>
              <a:pPr marL="90000" lvl="2" indent="-90000" defTabSz="914400" fontAlgn="base">
                <a:lnSpc>
                  <a:spcPct val="110000"/>
                </a:lnSpc>
                <a:spcBef>
                  <a:spcPct val="0"/>
                </a:spcBef>
                <a:spcAft>
                  <a:spcPts val="3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  <a:buFont typeface="Arial" pitchFamily="34" charset="0"/>
                <a:buChar char="•"/>
                <a:defRPr/>
              </a:pPr>
              <a:r>
                <a:rPr kumimoji="1"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웹 사이트의 </a:t>
              </a:r>
              <a:r>
                <a:rPr kumimoji="1" lang="ko-KR" altLang="en-US" sz="9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메인화면부터</a:t>
              </a:r>
              <a:r>
                <a:rPr kumimoji="1"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 정보 페이지 세부 화면까지 색상</a:t>
              </a:r>
              <a:r>
                <a:rPr kumimoji="1" lang="en-US" altLang="ko-KR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, </a:t>
              </a:r>
              <a:r>
                <a:rPr kumimoji="1" lang="ko-KR" altLang="en-US" sz="9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블릿</a:t>
              </a:r>
              <a:r>
                <a:rPr kumimoji="1" lang="en-US" altLang="ko-KR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, </a:t>
              </a:r>
              <a:r>
                <a:rPr kumimoji="1"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아이콘</a:t>
              </a:r>
              <a:r>
                <a:rPr kumimoji="1" lang="en-US" altLang="ko-KR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, </a:t>
              </a:r>
              <a:r>
                <a:rPr kumimoji="1"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이미지의 형태 등 일관성 있게 구성하여 웹 페이지 전체의 통일감 부여</a:t>
              </a:r>
            </a:p>
            <a:p>
              <a:pPr marL="90000" lvl="2" indent="-90000" defTabSz="914400" fontAlgn="base">
                <a:lnSpc>
                  <a:spcPct val="110000"/>
                </a:lnSpc>
                <a:spcBef>
                  <a:spcPct val="0"/>
                </a:spcBef>
                <a:spcAft>
                  <a:spcPts val="3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  <a:buFont typeface="Arial" pitchFamily="34" charset="0"/>
                <a:buChar char="•"/>
                <a:defRPr/>
              </a:pPr>
              <a:r>
                <a:rPr kumimoji="1"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다양한 정보에 대한 접근성 및 집중도 향상을 위한 레이아웃 및 인터페이스 구성</a:t>
              </a:r>
            </a:p>
          </p:txBody>
        </p:sp>
        <p:sp>
          <p:nvSpPr>
            <p:cNvPr id="162" name="직사각형 161"/>
            <p:cNvSpPr/>
            <p:nvPr/>
          </p:nvSpPr>
          <p:spPr>
            <a:xfrm>
              <a:off x="3429000" y="7869324"/>
              <a:ext cx="2988000" cy="129600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72000" rIns="216000" bIns="72000" rtlCol="0" anchor="t"/>
            <a:lstStyle/>
            <a:p>
              <a:pPr marL="90000" lvl="2" indent="-90000" defTabSz="914400" fontAlgn="base">
                <a:lnSpc>
                  <a:spcPct val="110000"/>
                </a:lnSpc>
                <a:spcBef>
                  <a:spcPct val="0"/>
                </a:spcBef>
                <a:spcAft>
                  <a:spcPts val="3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  <a:buFont typeface="Arial" pitchFamily="34" charset="0"/>
                <a:buChar char="•"/>
                <a:defRPr/>
              </a:pPr>
              <a:r>
                <a:rPr kumimoji="1"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깔끔한 레이아웃의 활용으로 시인성 및 가독성이 확보되어 고객의 입장에서 인지하기 쉽게 구성</a:t>
              </a:r>
            </a:p>
            <a:p>
              <a:pPr marL="90000" lvl="2" indent="-90000" defTabSz="914400" fontAlgn="base">
                <a:lnSpc>
                  <a:spcPct val="110000"/>
                </a:lnSpc>
                <a:spcBef>
                  <a:spcPct val="0"/>
                </a:spcBef>
                <a:spcAft>
                  <a:spcPts val="3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  <a:buFont typeface="Arial" pitchFamily="34" charset="0"/>
                <a:buChar char="•"/>
                <a:defRPr/>
              </a:pPr>
              <a:r>
                <a:rPr kumimoji="1"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정체성을 전체적인 주 컬러</a:t>
              </a:r>
              <a:r>
                <a:rPr kumimoji="1" lang="en-US" altLang="ko-KR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, </a:t>
              </a:r>
              <a:r>
                <a:rPr kumimoji="1"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이미지</a:t>
              </a:r>
              <a:r>
                <a:rPr kumimoji="1" lang="en-US" altLang="ko-KR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, </a:t>
              </a:r>
              <a:r>
                <a:rPr kumimoji="1"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명칭을 활용한 전략적 슬로건으로 표현</a:t>
              </a:r>
            </a:p>
            <a:p>
              <a:pPr marL="90000" lvl="2" indent="-90000" defTabSz="914400" fontAlgn="base">
                <a:lnSpc>
                  <a:spcPct val="110000"/>
                </a:lnSpc>
                <a:spcBef>
                  <a:spcPct val="0"/>
                </a:spcBef>
                <a:spcAft>
                  <a:spcPts val="3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  <a:buFont typeface="Arial" pitchFamily="34" charset="0"/>
                <a:buChar char="•"/>
                <a:defRPr/>
              </a:pPr>
              <a:r>
                <a:rPr kumimoji="1"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많은 정보를 제공하기 위하여 화면을 가득 채우는 것보다 어느 정도 여백을 두어 콘텐츠 사이의 간격을 두는 것이 정보 가독성 측면에서 우수한 것으로 판단</a:t>
              </a:r>
            </a:p>
          </p:txBody>
        </p:sp>
        <p:sp>
          <p:nvSpPr>
            <p:cNvPr id="163" name="직사각형 156"/>
            <p:cNvSpPr>
              <a:spLocks noChangeArrowheads="1"/>
            </p:cNvSpPr>
            <p:nvPr/>
          </p:nvSpPr>
          <p:spPr bwMode="auto">
            <a:xfrm>
              <a:off x="1201295" y="7661392"/>
              <a:ext cx="1466748" cy="169277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 defTabSz="914400" fontAlgn="base">
                <a:spcBef>
                  <a:spcPts val="600"/>
                </a:spcBef>
                <a:spcAft>
                  <a:spcPct val="0"/>
                </a:spcAft>
                <a:defRPr/>
              </a:pPr>
              <a:r>
                <a:rPr kumimoji="1" lang="ko-KR" altLang="en-US" sz="1100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홈페이지 </a:t>
              </a:r>
              <a:r>
                <a:rPr kumimoji="1" lang="ko-KR" altLang="en-US" sz="1100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주요서비스 분석</a:t>
              </a:r>
            </a:p>
          </p:txBody>
        </p:sp>
        <p:sp>
          <p:nvSpPr>
            <p:cNvPr id="164" name="직사각형 156"/>
            <p:cNvSpPr>
              <a:spLocks noChangeArrowheads="1"/>
            </p:cNvSpPr>
            <p:nvPr/>
          </p:nvSpPr>
          <p:spPr bwMode="auto">
            <a:xfrm>
              <a:off x="3831355" y="7661392"/>
              <a:ext cx="2183290" cy="169277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lvl="0" algn="ctr" defTabSz="914400" fontAlgn="base">
                <a:spcBef>
                  <a:spcPts val="600"/>
                </a:spcBef>
                <a:spcAft>
                  <a:spcPct val="0"/>
                </a:spcAft>
                <a:defRPr/>
              </a:pPr>
              <a:r>
                <a:rPr kumimoji="1" lang="ko-KR" altLang="en-US" sz="1100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우수 사이트 벤치마킹</a:t>
              </a:r>
              <a:r>
                <a:rPr kumimoji="1" lang="ko-KR" altLang="en-US" sz="1100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을 통한 장점 반영</a:t>
              </a:r>
            </a:p>
          </p:txBody>
        </p:sp>
        <p:cxnSp>
          <p:nvCxnSpPr>
            <p:cNvPr id="165" name="직선 연결선 164"/>
            <p:cNvCxnSpPr/>
            <p:nvPr/>
          </p:nvCxnSpPr>
          <p:spPr>
            <a:xfrm>
              <a:off x="3429000" y="7581746"/>
              <a:ext cx="0" cy="1584000"/>
            </a:xfrm>
            <a:prstGeom prst="line">
              <a:avLst/>
            </a:prstGeom>
            <a:noFill/>
            <a:ln w="6350" cap="flat" cmpd="sng" algn="ctr">
              <a:solidFill>
                <a:schemeClr val="bg1">
                  <a:lumMod val="85000"/>
                </a:schemeClr>
              </a:solidFill>
              <a:prstDash val="solid"/>
            </a:ln>
            <a:effectLst/>
          </p:spPr>
        </p:cxnSp>
        <p:sp>
          <p:nvSpPr>
            <p:cNvPr id="171" name="직사각형 170"/>
            <p:cNvSpPr/>
            <p:nvPr/>
          </p:nvSpPr>
          <p:spPr>
            <a:xfrm>
              <a:off x="440668" y="7563552"/>
              <a:ext cx="2988002" cy="36000"/>
            </a:xfrm>
            <a:prstGeom prst="rect">
              <a:avLst/>
            </a:prstGeom>
            <a:solidFill>
              <a:srgbClr val="0070C0"/>
            </a:solidFill>
            <a:ln w="6350" cap="flat" cmpd="sng" algn="ctr">
              <a:noFill/>
              <a:prstDash val="solid"/>
            </a:ln>
            <a:effectLst/>
          </p:spPr>
          <p:txBody>
            <a:bodyPr lIns="36000" tIns="36000" rIns="36000" bIns="36000" rtlCol="0" anchor="ctr"/>
            <a:lstStyle/>
            <a:p>
              <a:pPr marL="104775" indent="-104775" algn="ctr" defTabSz="914400" fontAlgn="base">
                <a:lnSpc>
                  <a:spcPts val="1600"/>
                </a:lnSpc>
                <a:spcBef>
                  <a:spcPct val="0"/>
                </a:spcBef>
                <a:spcAft>
                  <a:spcPts val="300"/>
                </a:spcAft>
                <a:buClr>
                  <a:prstClr val="black">
                    <a:lumMod val="75000"/>
                    <a:lumOff val="25000"/>
                  </a:prstClr>
                </a:buClr>
                <a:buSzPct val="90000"/>
                <a:buFont typeface="Arial" pitchFamily="34" charset="0"/>
                <a:buChar char="•"/>
              </a:pPr>
              <a:endParaRPr kumimoji="1" lang="ko-KR" altLang="en-US" sz="1000">
                <a:solidFill>
                  <a:prstClr val="black">
                    <a:lumMod val="75000"/>
                    <a:lumOff val="25000"/>
                  </a:prstClr>
                </a:solidFill>
              </a:endParaRPr>
            </a:p>
          </p:txBody>
        </p:sp>
        <p:sp>
          <p:nvSpPr>
            <p:cNvPr id="172" name="직사각형 171"/>
            <p:cNvSpPr/>
            <p:nvPr/>
          </p:nvSpPr>
          <p:spPr>
            <a:xfrm>
              <a:off x="3429000" y="7563552"/>
              <a:ext cx="2988000" cy="360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 w="6350" cap="flat" cmpd="sng" algn="ctr">
              <a:noFill/>
              <a:prstDash val="solid"/>
            </a:ln>
            <a:effectLst/>
          </p:spPr>
          <p:txBody>
            <a:bodyPr lIns="36000" tIns="36000" rIns="36000" bIns="36000" rtlCol="0" anchor="ctr"/>
            <a:lstStyle/>
            <a:p>
              <a:pPr marL="104775" indent="-104775" algn="ctr" defTabSz="914400" fontAlgn="base">
                <a:lnSpc>
                  <a:spcPts val="1600"/>
                </a:lnSpc>
                <a:spcBef>
                  <a:spcPct val="0"/>
                </a:spcBef>
                <a:spcAft>
                  <a:spcPts val="300"/>
                </a:spcAft>
                <a:buClr>
                  <a:prstClr val="black">
                    <a:lumMod val="75000"/>
                    <a:lumOff val="25000"/>
                  </a:prstClr>
                </a:buClr>
                <a:buSzPct val="90000"/>
                <a:buFont typeface="Arial" pitchFamily="34" charset="0"/>
                <a:buChar char="•"/>
              </a:pPr>
              <a:endParaRPr kumimoji="1" lang="ko-KR" altLang="en-US" sz="1000">
                <a:solidFill>
                  <a:prstClr val="black">
                    <a:lumMod val="75000"/>
                    <a:lumOff val="25000"/>
                  </a:prstClr>
                </a:solidFill>
              </a:endParaRPr>
            </a:p>
          </p:txBody>
        </p:sp>
      </p:grpSp>
      <p:grpSp>
        <p:nvGrpSpPr>
          <p:cNvPr id="102" name="그룹 101">
            <a:extLst>
              <a:ext uri="{FF2B5EF4-FFF2-40B4-BE49-F238E27FC236}">
                <a16:creationId xmlns:a16="http://schemas.microsoft.com/office/drawing/2014/main" id="{E4570E26-B2A7-4965-B572-39B2AE92B83E}"/>
              </a:ext>
            </a:extLst>
          </p:cNvPr>
          <p:cNvGrpSpPr/>
          <p:nvPr/>
        </p:nvGrpSpPr>
        <p:grpSpPr>
          <a:xfrm>
            <a:off x="440668" y="1064568"/>
            <a:ext cx="66431" cy="180000"/>
            <a:chOff x="447632" y="1870808"/>
            <a:chExt cx="66431" cy="247087"/>
          </a:xfrm>
        </p:grpSpPr>
        <p:sp>
          <p:nvSpPr>
            <p:cNvPr id="103" name="직사각형 102">
              <a:extLst>
                <a:ext uri="{FF2B5EF4-FFF2-40B4-BE49-F238E27FC236}">
                  <a16:creationId xmlns:a16="http://schemas.microsoft.com/office/drawing/2014/main" id="{51462856-1AF3-4554-BDA0-A578FE7B8894}"/>
                </a:ext>
              </a:extLst>
            </p:cNvPr>
            <p:cNvSpPr/>
            <p:nvPr/>
          </p:nvSpPr>
          <p:spPr>
            <a:xfrm>
              <a:off x="447632" y="1990162"/>
              <a:ext cx="66431" cy="12773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/>
            </a:bodyPr>
            <a:lstStyle/>
            <a:p>
              <a:pPr algn="ctr"/>
              <a:endParaRPr lang="ko-KR" altLang="en-US">
                <a:ln>
                  <a:solidFill>
                    <a:srgbClr val="02A1B2">
                      <a:alpha val="0"/>
                    </a:srgbClr>
                  </a:solidFill>
                </a:ln>
              </a:endParaRPr>
            </a:p>
          </p:txBody>
        </p:sp>
        <p:sp>
          <p:nvSpPr>
            <p:cNvPr id="104" name="직사각형 103">
              <a:extLst>
                <a:ext uri="{FF2B5EF4-FFF2-40B4-BE49-F238E27FC236}">
                  <a16:creationId xmlns:a16="http://schemas.microsoft.com/office/drawing/2014/main" id="{A891B56E-4BA4-4DDC-935A-5AD4A223689D}"/>
                </a:ext>
              </a:extLst>
            </p:cNvPr>
            <p:cNvSpPr/>
            <p:nvPr/>
          </p:nvSpPr>
          <p:spPr>
            <a:xfrm>
              <a:off x="447632" y="1870808"/>
              <a:ext cx="66431" cy="127733"/>
            </a:xfrm>
            <a:prstGeom prst="rect">
              <a:avLst/>
            </a:prstGeom>
            <a:solidFill>
              <a:srgbClr val="B71B6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/>
            </a:bodyPr>
            <a:lstStyle/>
            <a:p>
              <a:pPr algn="ctr"/>
              <a:endParaRPr lang="ko-KR" altLang="en-US">
                <a:ln>
                  <a:solidFill>
                    <a:srgbClr val="02A1B2">
                      <a:alpha val="0"/>
                    </a:srgbClr>
                  </a:solidFill>
                </a:ln>
              </a:endParaRPr>
            </a:p>
          </p:txBody>
        </p:sp>
      </p:grp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0CADC1DF-D219-4F69-82C6-DD7D8B82F98B}"/>
              </a:ext>
            </a:extLst>
          </p:cNvPr>
          <p:cNvSpPr/>
          <p:nvPr/>
        </p:nvSpPr>
        <p:spPr>
          <a:xfrm>
            <a:off x="5206867" y="1065770"/>
            <a:ext cx="1209800" cy="17763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36000" rIns="72000" bIns="18000" rtlCol="0" anchor="ctr">
            <a:spAutoFit/>
          </a:bodyPr>
          <a:lstStyle/>
          <a:p>
            <a:pPr algn="r"/>
            <a:r>
              <a: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요구사항 번호</a:t>
            </a:r>
            <a:r>
              <a:rPr lang="en-US" altLang="ko-KR" sz="8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: </a:t>
            </a:r>
            <a:r>
              <a:rPr lang="en-US" altLang="ko-KR" sz="800">
                <a:solidFill>
                  <a:srgbClr val="0070C0"/>
                </a:solidFill>
                <a:latin typeface="+mj-ea"/>
                <a:ea typeface="+mj-ea"/>
              </a:rPr>
              <a:t>ABC-001</a:t>
            </a:r>
            <a:endParaRPr lang="ko-KR" altLang="en-US" sz="800" dirty="0">
              <a:solidFill>
                <a:srgbClr val="0070C0"/>
              </a:solidFill>
              <a:latin typeface="+mj-ea"/>
              <a:ea typeface="+mj-ea"/>
            </a:endParaRPr>
          </a:p>
        </p:txBody>
      </p:sp>
      <p:sp>
        <p:nvSpPr>
          <p:cNvPr id="106" name="AutoShape 165">
            <a:extLst>
              <a:ext uri="{FF2B5EF4-FFF2-40B4-BE49-F238E27FC236}">
                <a16:creationId xmlns:a16="http://schemas.microsoft.com/office/drawing/2014/main" id="{6F34DF7D-CB6F-4607-8910-80ED5223C3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668" y="1568624"/>
            <a:ext cx="5976000" cy="647237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3175" algn="ctr">
            <a:solidFill>
              <a:schemeClr val="bg1">
                <a:lumMod val="95000"/>
              </a:schemeClr>
            </a:solidFill>
            <a:round/>
            <a:headEnd/>
            <a:tailEnd/>
          </a:ln>
          <a:effectLst/>
        </p:spPr>
        <p:txBody>
          <a:bodyPr wrap="square" lIns="144000" tIns="36000" rIns="72000" bIns="36000" anchor="ctr"/>
          <a:lstStyle/>
          <a:p>
            <a:pPr marL="85725" lvl="0" indent="-85725" defTabSz="914400" fontAlgn="ctr">
              <a:lnSpc>
                <a:spcPct val="110000"/>
              </a:lnSpc>
              <a:spcAft>
                <a:spcPts val="300"/>
              </a:spcAft>
              <a:buFont typeface="Arial" pitchFamily="34" charset="0"/>
              <a:buChar char="•"/>
              <a:defRPr/>
            </a:pPr>
            <a:r>
              <a:rPr kumimoji="1" lang="ko-KR" altLang="en-US" sz="1000" kern="0">
                <a:solidFill>
                  <a:prstClr val="black">
                    <a:lumMod val="75000"/>
                    <a:lumOff val="25000"/>
                  </a:prstClr>
                </a:solidFill>
              </a:rPr>
              <a:t>일관성 있는 디자인</a:t>
            </a:r>
            <a:r>
              <a:rPr kumimoji="1" lang="en-US" altLang="ko-KR" sz="1000" kern="0">
                <a:solidFill>
                  <a:prstClr val="black">
                    <a:lumMod val="75000"/>
                    <a:lumOff val="25000"/>
                  </a:prstClr>
                </a:solidFill>
              </a:rPr>
              <a:t>, </a:t>
            </a:r>
            <a:r>
              <a:rPr kumimoji="1" lang="ko-KR" altLang="en-US" sz="1000" kern="0">
                <a:solidFill>
                  <a:prstClr val="black">
                    <a:lumMod val="75000"/>
                    <a:lumOff val="25000"/>
                  </a:prstClr>
                </a:solidFill>
              </a:rPr>
              <a:t>유지관리의 효율성을 위한 </a:t>
            </a:r>
            <a:r>
              <a:rPr kumimoji="1" lang="ko-KR" altLang="en-US" sz="1000" kern="0">
                <a:solidFill>
                  <a:prstClr val="black">
                    <a:lumMod val="75000"/>
                    <a:lumOff val="25000"/>
                  </a:prstClr>
                </a:solidFill>
                <a:latin typeface="+mj-ea"/>
                <a:ea typeface="+mj-ea"/>
              </a:rPr>
              <a:t>디자인 스타일가이드 제작 활용</a:t>
            </a:r>
          </a:p>
          <a:p>
            <a:pPr marL="85725" lvl="0" indent="-85725" defTabSz="914400" fontAlgn="ctr">
              <a:lnSpc>
                <a:spcPct val="110000"/>
              </a:lnSpc>
              <a:spcAft>
                <a:spcPts val="300"/>
              </a:spcAft>
              <a:buFont typeface="Arial" pitchFamily="34" charset="0"/>
              <a:buChar char="•"/>
              <a:defRPr/>
            </a:pPr>
            <a:r>
              <a:rPr kumimoji="1" lang="ko-KR" altLang="en-US" sz="1000" kern="0">
                <a:solidFill>
                  <a:prstClr val="black">
                    <a:lumMod val="75000"/>
                    <a:lumOff val="25000"/>
                  </a:prstClr>
                </a:solidFill>
                <a:latin typeface="+mj-ea"/>
                <a:ea typeface="+mj-ea"/>
              </a:rPr>
              <a:t>정보에 대한 접근성이 용이</a:t>
            </a:r>
            <a:r>
              <a:rPr kumimoji="1" lang="ko-KR" altLang="en-US" sz="1000" kern="0">
                <a:solidFill>
                  <a:prstClr val="black">
                    <a:lumMod val="75000"/>
                    <a:lumOff val="25000"/>
                  </a:prstClr>
                </a:solidFill>
              </a:rPr>
              <a:t>한 디자인 요소</a:t>
            </a:r>
            <a:r>
              <a:rPr kumimoji="1" lang="en-US" altLang="ko-KR" sz="1000" kern="0">
                <a:solidFill>
                  <a:prstClr val="black">
                    <a:lumMod val="75000"/>
                    <a:lumOff val="25000"/>
                  </a:prstClr>
                </a:solidFill>
              </a:rPr>
              <a:t>(UI)</a:t>
            </a:r>
            <a:r>
              <a:rPr kumimoji="1" lang="ko-KR" altLang="en-US" sz="1000" kern="0">
                <a:solidFill>
                  <a:prstClr val="black">
                    <a:lumMod val="75000"/>
                    <a:lumOff val="25000"/>
                  </a:prstClr>
                </a:solidFill>
              </a:rPr>
              <a:t>와 레이아웃</a:t>
            </a:r>
            <a:r>
              <a:rPr kumimoji="1" lang="en-US" altLang="ko-KR" sz="1000" kern="0">
                <a:solidFill>
                  <a:prstClr val="black">
                    <a:lumMod val="75000"/>
                    <a:lumOff val="25000"/>
                  </a:prstClr>
                </a:solidFill>
              </a:rPr>
              <a:t>, </a:t>
            </a:r>
            <a:r>
              <a:rPr kumimoji="1" lang="ko-KR" altLang="en-US" sz="1000" kern="0">
                <a:solidFill>
                  <a:prstClr val="black">
                    <a:lumMod val="75000"/>
                    <a:lumOff val="25000"/>
                  </a:prstClr>
                </a:solidFill>
              </a:rPr>
              <a:t>컬러 시스템 등을 활용</a:t>
            </a:r>
          </a:p>
        </p:txBody>
      </p:sp>
      <p:grpSp>
        <p:nvGrpSpPr>
          <p:cNvPr id="107" name="그룹 106">
            <a:extLst>
              <a:ext uri="{FF2B5EF4-FFF2-40B4-BE49-F238E27FC236}">
                <a16:creationId xmlns:a16="http://schemas.microsoft.com/office/drawing/2014/main" id="{E03B7A8C-1BF5-462D-A285-F3D56B4B394F}"/>
              </a:ext>
            </a:extLst>
          </p:cNvPr>
          <p:cNvGrpSpPr/>
          <p:nvPr/>
        </p:nvGrpSpPr>
        <p:grpSpPr>
          <a:xfrm>
            <a:off x="440668" y="2504728"/>
            <a:ext cx="5976000" cy="184666"/>
            <a:chOff x="4503039" y="5804479"/>
            <a:chExt cx="5976000" cy="184666"/>
          </a:xfrm>
        </p:grpSpPr>
        <p:cxnSp>
          <p:nvCxnSpPr>
            <p:cNvPr id="108" name="직선 연결선 107">
              <a:extLst>
                <a:ext uri="{FF2B5EF4-FFF2-40B4-BE49-F238E27FC236}">
                  <a16:creationId xmlns:a16="http://schemas.microsoft.com/office/drawing/2014/main" id="{64BBF022-F32E-4A0D-BB84-7E7F87BF5283}"/>
                </a:ext>
              </a:extLst>
            </p:cNvPr>
            <p:cNvCxnSpPr>
              <a:cxnSpLocks/>
            </p:cNvCxnSpPr>
            <p:nvPr/>
          </p:nvCxnSpPr>
          <p:spPr>
            <a:xfrm>
              <a:off x="4503039" y="5948495"/>
              <a:ext cx="5976000" cy="0"/>
            </a:xfrm>
            <a:prstGeom prst="line">
              <a:avLst/>
            </a:prstGeom>
            <a:ln w="12700" cap="flat">
              <a:solidFill>
                <a:srgbClr val="BAC0CE"/>
              </a:solidFill>
              <a:miter lim="800000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FE656822-EDEE-4FF5-A991-6CB18F30D147}"/>
                </a:ext>
              </a:extLst>
            </p:cNvPr>
            <p:cNvSpPr txBox="1"/>
            <p:nvPr/>
          </p:nvSpPr>
          <p:spPr>
            <a:xfrm flipH="1">
              <a:off x="4503039" y="5804479"/>
              <a:ext cx="1163831" cy="18466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</p:spPr>
          <p:txBody>
            <a:bodyPr wrap="none" lIns="0" tIns="0" rIns="108000" bIns="0" rtlCol="0" anchor="b">
              <a:spAutoFit/>
            </a:bodyPr>
            <a:lstStyle/>
            <a:p>
              <a:pPr lvl="0" defTabSz="478031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ko-KR" altLang="en-US" sz="120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디자인 구축 개요</a:t>
              </a:r>
            </a:p>
          </p:txBody>
        </p:sp>
      </p:grpSp>
      <p:sp>
        <p:nvSpPr>
          <p:cNvPr id="237" name="직사각형 236">
            <a:extLst>
              <a:ext uri="{FF2B5EF4-FFF2-40B4-BE49-F238E27FC236}">
                <a16:creationId xmlns:a16="http://schemas.microsoft.com/office/drawing/2014/main" id="{0B589E83-51BF-4315-B095-9403BB08F57E}"/>
              </a:ext>
            </a:extLst>
          </p:cNvPr>
          <p:cNvSpPr/>
          <p:nvPr/>
        </p:nvSpPr>
        <p:spPr>
          <a:xfrm>
            <a:off x="729000" y="5133060"/>
            <a:ext cx="5400000" cy="360000"/>
          </a:xfrm>
          <a:prstGeom prst="rect">
            <a:avLst/>
          </a:prstGeom>
          <a:solidFill>
            <a:srgbClr val="0E41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lt1"/>
              </a:solidFill>
            </a:endParaRPr>
          </a:p>
        </p:txBody>
      </p:sp>
      <p:sp>
        <p:nvSpPr>
          <p:cNvPr id="238" name="직사각형 237">
            <a:extLst>
              <a:ext uri="{FF2B5EF4-FFF2-40B4-BE49-F238E27FC236}">
                <a16:creationId xmlns:a16="http://schemas.microsoft.com/office/drawing/2014/main" id="{0FB19986-17A5-49B4-9565-FD76AC34E648}"/>
              </a:ext>
            </a:extLst>
          </p:cNvPr>
          <p:cNvSpPr/>
          <p:nvPr/>
        </p:nvSpPr>
        <p:spPr>
          <a:xfrm>
            <a:off x="764704" y="5169020"/>
            <a:ext cx="5328000" cy="324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none" rtlCol="0" anchor="ctr">
            <a:noAutofit/>
          </a:bodyPr>
          <a:lstStyle/>
          <a:p>
            <a:pPr algn="ctr"/>
            <a:endParaRPr lang="ko-KR" altLang="en-US" sz="200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grpSp>
        <p:nvGrpSpPr>
          <p:cNvPr id="239" name="그룹 238">
            <a:extLst>
              <a:ext uri="{FF2B5EF4-FFF2-40B4-BE49-F238E27FC236}">
                <a16:creationId xmlns:a16="http://schemas.microsoft.com/office/drawing/2014/main" id="{566514D1-0ADB-4C42-B4D3-443383EBDB40}"/>
              </a:ext>
            </a:extLst>
          </p:cNvPr>
          <p:cNvGrpSpPr/>
          <p:nvPr/>
        </p:nvGrpSpPr>
        <p:grpSpPr>
          <a:xfrm>
            <a:off x="1630287" y="4973410"/>
            <a:ext cx="3585786" cy="307354"/>
            <a:chOff x="907074" y="6687513"/>
            <a:chExt cx="9052362" cy="397782"/>
          </a:xfrm>
        </p:grpSpPr>
        <p:sp>
          <p:nvSpPr>
            <p:cNvPr id="240" name="사각형: 둥근 모서리 681">
              <a:extLst>
                <a:ext uri="{FF2B5EF4-FFF2-40B4-BE49-F238E27FC236}">
                  <a16:creationId xmlns:a16="http://schemas.microsoft.com/office/drawing/2014/main" id="{B35259A7-B02F-495B-8DFD-EB5F1413A0F4}"/>
                </a:ext>
              </a:extLst>
            </p:cNvPr>
            <p:cNvSpPr/>
            <p:nvPr/>
          </p:nvSpPr>
          <p:spPr>
            <a:xfrm>
              <a:off x="907074" y="6687513"/>
              <a:ext cx="9052362" cy="397782"/>
            </a:xfrm>
            <a:prstGeom prst="roundRect">
              <a:avLst>
                <a:gd name="adj" fmla="val 50000"/>
              </a:avLst>
            </a:prstGeom>
            <a:solidFill>
              <a:srgbClr val="0E4194">
                <a:alpha val="20000"/>
              </a:srgbClr>
            </a:solidFill>
            <a:ln w="222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800">
                <a:latin typeface="+mj-ea"/>
                <a:ea typeface="+mj-ea"/>
              </a:endParaRPr>
            </a:p>
          </p:txBody>
        </p:sp>
        <p:sp>
          <p:nvSpPr>
            <p:cNvPr id="241" name="사각형: 둥근 모서리 682">
              <a:extLst>
                <a:ext uri="{FF2B5EF4-FFF2-40B4-BE49-F238E27FC236}">
                  <a16:creationId xmlns:a16="http://schemas.microsoft.com/office/drawing/2014/main" id="{E0857BB0-D7C4-40E1-B453-584E4290C800}"/>
                </a:ext>
              </a:extLst>
            </p:cNvPr>
            <p:cNvSpPr/>
            <p:nvPr/>
          </p:nvSpPr>
          <p:spPr>
            <a:xfrm>
              <a:off x="1066195" y="6687513"/>
              <a:ext cx="8735563" cy="397782"/>
            </a:xfrm>
            <a:prstGeom prst="roundRect">
              <a:avLst>
                <a:gd name="adj" fmla="val 50000"/>
              </a:avLst>
            </a:prstGeom>
            <a:solidFill>
              <a:srgbClr val="0E4194">
                <a:alpha val="50000"/>
              </a:srgbClr>
            </a:solidFill>
            <a:ln w="222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800">
                <a:latin typeface="+mj-ea"/>
                <a:ea typeface="+mj-ea"/>
              </a:endParaRPr>
            </a:p>
          </p:txBody>
        </p:sp>
        <p:grpSp>
          <p:nvGrpSpPr>
            <p:cNvPr id="242" name="그룹 241">
              <a:extLst>
                <a:ext uri="{FF2B5EF4-FFF2-40B4-BE49-F238E27FC236}">
                  <a16:creationId xmlns:a16="http://schemas.microsoft.com/office/drawing/2014/main" id="{5A457055-6CE7-4C24-91CC-CE91780049E3}"/>
                </a:ext>
              </a:extLst>
            </p:cNvPr>
            <p:cNvGrpSpPr/>
            <p:nvPr/>
          </p:nvGrpSpPr>
          <p:grpSpPr>
            <a:xfrm>
              <a:off x="1202179" y="6687513"/>
              <a:ext cx="8464826" cy="397782"/>
              <a:chOff x="6850229" y="4294948"/>
              <a:chExt cx="3865891" cy="293985"/>
            </a:xfrm>
          </p:grpSpPr>
          <p:sp>
            <p:nvSpPr>
              <p:cNvPr id="243" name="사각형: 둥근 모서리 693">
                <a:extLst>
                  <a:ext uri="{FF2B5EF4-FFF2-40B4-BE49-F238E27FC236}">
                    <a16:creationId xmlns:a16="http://schemas.microsoft.com/office/drawing/2014/main" id="{717E4999-D2AC-4A31-8BDF-28E1ACB8EC3E}"/>
                  </a:ext>
                </a:extLst>
              </p:cNvPr>
              <p:cNvSpPr/>
              <p:nvPr/>
            </p:nvSpPr>
            <p:spPr>
              <a:xfrm>
                <a:off x="6850229" y="4294948"/>
                <a:ext cx="3865891" cy="293985"/>
              </a:xfrm>
              <a:prstGeom prst="roundRect">
                <a:avLst>
                  <a:gd name="adj" fmla="val 50000"/>
                </a:avLst>
              </a:prstGeom>
              <a:solidFill>
                <a:srgbClr val="1D3D7D"/>
              </a:solidFill>
              <a:ln w="222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endParaRPr lang="ko-KR" altLang="en-US" sz="2800">
                  <a:latin typeface="+mj-ea"/>
                  <a:ea typeface="+mj-ea"/>
                </a:endParaRPr>
              </a:p>
            </p:txBody>
          </p:sp>
          <p:sp>
            <p:nvSpPr>
              <p:cNvPr id="244" name="직사각형 243">
                <a:extLst>
                  <a:ext uri="{FF2B5EF4-FFF2-40B4-BE49-F238E27FC236}">
                    <a16:creationId xmlns:a16="http://schemas.microsoft.com/office/drawing/2014/main" id="{B8A4DE79-473A-4A82-8E05-2AC95FDD46FB}"/>
                  </a:ext>
                </a:extLst>
              </p:cNvPr>
              <p:cNvSpPr/>
              <p:nvPr/>
            </p:nvSpPr>
            <p:spPr>
              <a:xfrm>
                <a:off x="7480685" y="4374824"/>
                <a:ext cx="2622580" cy="158143"/>
              </a:xfrm>
              <a:prstGeom prst="rect">
                <a:avLst/>
              </a:prstGeom>
            </p:spPr>
            <p:txBody>
              <a:bodyPr wrap="none" lIns="0" tIns="0" rIns="0" bIns="0" anchor="ctr" anchorCtr="0">
                <a:spAutoFit/>
                <a:scene3d>
                  <a:camera prst="orthographicFront"/>
                  <a:lightRig rig="threePt" dir="t"/>
                </a:scene3d>
                <a:sp3d/>
              </a:bodyPr>
              <a:lstStyle/>
              <a:p>
                <a:pPr algn="ctr" defTabSz="1043250"/>
                <a:r>
                  <a:rPr lang="ko-KR" altLang="en-US" sz="1300" spc="-80">
                    <a:ln>
                      <a:solidFill>
                        <a:srgbClr val="4472C4">
                          <a:alpha val="0"/>
                        </a:srgbClr>
                      </a:solidFill>
                    </a:ln>
                    <a:solidFill>
                      <a:srgbClr val="FFFFFF"/>
                    </a:solidFill>
                    <a:latin typeface="+mn-ea"/>
                  </a:rPr>
                  <a:t>고품질 디자인을 위한</a:t>
                </a:r>
                <a:r>
                  <a:rPr lang="ko-KR" altLang="en-US" sz="1300" spc="-80">
                    <a:ln>
                      <a:solidFill>
                        <a:srgbClr val="4472C4">
                          <a:alpha val="0"/>
                        </a:srgbClr>
                      </a:solidFill>
                    </a:ln>
                    <a:solidFill>
                      <a:srgbClr val="FDEB7F"/>
                    </a:solidFill>
                    <a:latin typeface="+mj-ea"/>
                    <a:ea typeface="+mj-ea"/>
                  </a:rPr>
                  <a:t> </a:t>
                </a:r>
                <a:r>
                  <a:rPr lang="en-US" altLang="ko-KR" sz="1300" spc="-80">
                    <a:ln>
                      <a:solidFill>
                        <a:srgbClr val="4472C4">
                          <a:alpha val="0"/>
                        </a:srgbClr>
                      </a:solidFill>
                    </a:ln>
                    <a:solidFill>
                      <a:srgbClr val="FDEB7F"/>
                    </a:solidFill>
                    <a:latin typeface="+mj-ea"/>
                    <a:ea typeface="+mj-ea"/>
                  </a:rPr>
                  <a:t>3</a:t>
                </a:r>
                <a:r>
                  <a:rPr lang="ko-KR" altLang="en-US" sz="1300" spc="-80">
                    <a:ln>
                      <a:solidFill>
                        <a:srgbClr val="4472C4">
                          <a:alpha val="0"/>
                        </a:srgbClr>
                      </a:solidFill>
                    </a:ln>
                    <a:solidFill>
                      <a:srgbClr val="FDEB7F"/>
                    </a:solidFill>
                    <a:latin typeface="+mj-ea"/>
                    <a:ea typeface="+mj-ea"/>
                  </a:rPr>
                  <a:t>가지 구축 가이드 라인</a:t>
                </a:r>
                <a:endParaRPr lang="ko-KR" altLang="en-US" sz="1300" spc="-8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rgbClr val="FDEB7F"/>
                  </a:solidFill>
                  <a:latin typeface="+mj-ea"/>
                  <a:ea typeface="+mj-ea"/>
                </a:endParaRPr>
              </a:p>
            </p:txBody>
          </p:sp>
        </p:grpSp>
      </p:grpSp>
      <p:grpSp>
        <p:nvGrpSpPr>
          <p:cNvPr id="503" name="그룹 502">
            <a:extLst>
              <a:ext uri="{FF2B5EF4-FFF2-40B4-BE49-F238E27FC236}">
                <a16:creationId xmlns:a16="http://schemas.microsoft.com/office/drawing/2014/main" id="{82F73593-262B-4437-9E5F-9B2E80BC03FB}"/>
              </a:ext>
            </a:extLst>
          </p:cNvPr>
          <p:cNvGrpSpPr/>
          <p:nvPr/>
        </p:nvGrpSpPr>
        <p:grpSpPr>
          <a:xfrm>
            <a:off x="1161000" y="2900772"/>
            <a:ext cx="4536000" cy="432000"/>
            <a:chOff x="1138091" y="2900828"/>
            <a:chExt cx="4581818" cy="504000"/>
          </a:xfrm>
        </p:grpSpPr>
        <p:sp>
          <p:nvSpPr>
            <p:cNvPr id="504" name="직사각형 503">
              <a:extLst>
                <a:ext uri="{FF2B5EF4-FFF2-40B4-BE49-F238E27FC236}">
                  <a16:creationId xmlns:a16="http://schemas.microsoft.com/office/drawing/2014/main" id="{94138D18-6690-4F2E-9EE2-A4A94E0FB01B}"/>
                </a:ext>
              </a:extLst>
            </p:cNvPr>
            <p:cNvSpPr/>
            <p:nvPr/>
          </p:nvSpPr>
          <p:spPr>
            <a:xfrm>
              <a:off x="1138091" y="2900828"/>
              <a:ext cx="4581818" cy="504000"/>
            </a:xfrm>
            <a:prstGeom prst="rect">
              <a:avLst/>
            </a:prstGeom>
            <a:gradFill>
              <a:gsLst>
                <a:gs pos="100000">
                  <a:srgbClr val="0070C0">
                    <a:alpha val="0"/>
                  </a:srgbClr>
                </a:gs>
                <a:gs pos="80000">
                  <a:srgbClr val="0070C0"/>
                </a:gs>
                <a:gs pos="20000">
                  <a:srgbClr val="0070C0"/>
                </a:gs>
                <a:gs pos="0">
                  <a:srgbClr val="0070C0">
                    <a:alpha val="0"/>
                  </a:srgbClr>
                </a:gs>
              </a:gsLst>
              <a:lin ang="0" scaled="0"/>
            </a:gradFill>
            <a:ln>
              <a:noFill/>
            </a:ln>
            <a:effectLst>
              <a:outerShdw blurRad="38100" dist="38100" dir="5400000" algn="t" rotWithShape="0">
                <a:prstClr val="black">
                  <a:alpha val="10000"/>
                </a:prstClr>
              </a:outerShdw>
            </a:effectLst>
          </p:spPr>
          <p:txBody>
            <a:bodyPr wrap="none" lIns="72000" tIns="36000" rIns="72000" bIns="36000" anchor="ctr"/>
            <a:lstStyle/>
            <a:p>
              <a:pPr lvl="0" algn="ctr"/>
              <a:endParaRPr lang="ko-KR" altLang="en-US" sz="1200" spc="-5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whit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</a:endParaRPr>
            </a:p>
          </p:txBody>
        </p:sp>
        <p:sp>
          <p:nvSpPr>
            <p:cNvPr id="505" name="직사각형 504">
              <a:extLst>
                <a:ext uri="{FF2B5EF4-FFF2-40B4-BE49-F238E27FC236}">
                  <a16:creationId xmlns:a16="http://schemas.microsoft.com/office/drawing/2014/main" id="{A2162D45-F87F-4FDB-AFD4-1438D0A03D37}"/>
                </a:ext>
              </a:extLst>
            </p:cNvPr>
            <p:cNvSpPr/>
            <p:nvPr/>
          </p:nvSpPr>
          <p:spPr>
            <a:xfrm>
              <a:off x="1138091" y="2940522"/>
              <a:ext cx="4581818" cy="432000"/>
            </a:xfrm>
            <a:prstGeom prst="rect">
              <a:avLst/>
            </a:prstGeom>
            <a:gradFill>
              <a:gsLst>
                <a:gs pos="100000">
                  <a:schemeClr val="bg1"/>
                </a:gs>
                <a:gs pos="80000">
                  <a:schemeClr val="accent1">
                    <a:lumMod val="10000"/>
                    <a:lumOff val="90000"/>
                  </a:schemeClr>
                </a:gs>
                <a:gs pos="20000">
                  <a:schemeClr val="accent1">
                    <a:lumMod val="10000"/>
                    <a:lumOff val="90000"/>
                  </a:schemeClr>
                </a:gs>
                <a:gs pos="0">
                  <a:schemeClr val="bg1"/>
                </a:gs>
              </a:gsLst>
              <a:lin ang="0" scaled="0"/>
            </a:gradFill>
            <a:ln>
              <a:noFill/>
            </a:ln>
          </p:spPr>
          <p:txBody>
            <a:bodyPr wrap="none" lIns="72000" tIns="36000" rIns="72000" bIns="36000" anchor="ctr"/>
            <a:lstStyle/>
            <a:p>
              <a:pPr lvl="0" algn="ctr" fontAlgn="base">
                <a:spcBef>
                  <a:spcPct val="0"/>
                </a:spcBef>
                <a:spcAft>
                  <a:spcPts val="600"/>
                </a:spcAft>
                <a:defRPr/>
              </a:pPr>
              <a:r>
                <a:rPr lang="ko-KR" altLang="en-US" sz="160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rgbClr val="002060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</a:rPr>
                <a:t>사용자 중심의 디자인 구축 방안 수립</a:t>
              </a:r>
              <a:endParaRPr lang="en-US" altLang="ko-KR" sz="16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206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</a:endParaRPr>
            </a:p>
          </p:txBody>
        </p: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23194D47-08BB-4A8A-BDA6-D7A28D86124E}"/>
              </a:ext>
            </a:extLst>
          </p:cNvPr>
          <p:cNvGrpSpPr/>
          <p:nvPr/>
        </p:nvGrpSpPr>
        <p:grpSpPr>
          <a:xfrm>
            <a:off x="1232776" y="3769516"/>
            <a:ext cx="4392448" cy="1003464"/>
            <a:chOff x="1340840" y="3517488"/>
            <a:chExt cx="4392448" cy="1003464"/>
          </a:xfrm>
        </p:grpSpPr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2753F5A5-7D4B-4ED2-905D-8026281A6CAC}"/>
                </a:ext>
              </a:extLst>
            </p:cNvPr>
            <p:cNvGrpSpPr/>
            <p:nvPr/>
          </p:nvGrpSpPr>
          <p:grpSpPr>
            <a:xfrm>
              <a:off x="1340840" y="3521374"/>
              <a:ext cx="936000" cy="999578"/>
              <a:chOff x="1340840" y="3097196"/>
              <a:chExt cx="936000" cy="999578"/>
            </a:xfrm>
          </p:grpSpPr>
          <p:grpSp>
            <p:nvGrpSpPr>
              <p:cNvPr id="3" name="그룹 2">
                <a:extLst>
                  <a:ext uri="{FF2B5EF4-FFF2-40B4-BE49-F238E27FC236}">
                    <a16:creationId xmlns:a16="http://schemas.microsoft.com/office/drawing/2014/main" id="{67B0B329-E968-4AE5-9A6A-14D1DC779FAE}"/>
                  </a:ext>
                </a:extLst>
              </p:cNvPr>
              <p:cNvGrpSpPr/>
              <p:nvPr/>
            </p:nvGrpSpPr>
            <p:grpSpPr>
              <a:xfrm>
                <a:off x="1340840" y="3133149"/>
                <a:ext cx="936000" cy="963625"/>
                <a:chOff x="1340767" y="3255225"/>
                <a:chExt cx="936000" cy="963625"/>
              </a:xfrm>
            </p:grpSpPr>
            <p:sp>
              <p:nvSpPr>
                <p:cNvPr id="332" name="Freeform 5">
                  <a:extLst>
                    <a:ext uri="{FF2B5EF4-FFF2-40B4-BE49-F238E27FC236}">
                      <a16:creationId xmlns:a16="http://schemas.microsoft.com/office/drawing/2014/main" id="{4BEE0ED9-D2A9-4E2D-94A9-9FA01230C07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340767" y="3282850"/>
                  <a:ext cx="936000" cy="936000"/>
                </a:xfrm>
                <a:prstGeom prst="ellipse">
                  <a:avLst/>
                </a:prstGeom>
                <a:solidFill>
                  <a:srgbClr val="5A9BD5"/>
                </a:solidFill>
                <a:ln>
                  <a:noFill/>
                </a:ln>
              </p:spPr>
              <p:txBody>
                <a:bodyPr wrap="none" anchor="ctr"/>
                <a:lstStyle/>
                <a:p>
                  <a:pPr latinLnBrk="0"/>
                  <a:endParaRPr kumimoji="1" lang="ko-KR" altLang="en-US" sz="1100" b="1" dirty="0">
                    <a:solidFill>
                      <a:prstClr val="black"/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</a:endParaRPr>
                </a:p>
              </p:txBody>
            </p:sp>
            <p:sp>
              <p:nvSpPr>
                <p:cNvPr id="333" name="타원 332">
                  <a:extLst>
                    <a:ext uri="{FF2B5EF4-FFF2-40B4-BE49-F238E27FC236}">
                      <a16:creationId xmlns:a16="http://schemas.microsoft.com/office/drawing/2014/main" id="{6245AED5-D6E0-4429-B0A9-AF1A358A6829}"/>
                    </a:ext>
                  </a:extLst>
                </p:cNvPr>
                <p:cNvSpPr/>
                <p:nvPr/>
              </p:nvSpPr>
              <p:spPr>
                <a:xfrm>
                  <a:off x="1412767" y="3354850"/>
                  <a:ext cx="792000" cy="792000"/>
                </a:xfrm>
                <a:prstGeom prst="ellipse">
                  <a:avLst/>
                </a:prstGeom>
                <a:solidFill>
                  <a:sysClr val="window" lastClr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63500" sx="102000" sy="102000" algn="ctr" rotWithShape="0">
                    <a:prstClr val="black">
                      <a:alpha val="3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algn="ctr" defTabSz="457200" latinLnBrk="0">
                    <a:defRPr/>
                  </a:pPr>
                  <a:endParaRPr lang="ko-KR" altLang="en-US" sz="1800" kern="0" dirty="0">
                    <a:solidFill>
                      <a:prstClr val="white"/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</a:endParaRPr>
                </a:p>
              </p:txBody>
            </p:sp>
            <p:sp>
              <p:nvSpPr>
                <p:cNvPr id="334" name="부분 원형 852">
                  <a:extLst>
                    <a:ext uri="{FF2B5EF4-FFF2-40B4-BE49-F238E27FC236}">
                      <a16:creationId xmlns:a16="http://schemas.microsoft.com/office/drawing/2014/main" id="{E174E863-71EC-4E1F-9FA6-BCDDA055A354}"/>
                    </a:ext>
                  </a:extLst>
                </p:cNvPr>
                <p:cNvSpPr/>
                <p:nvPr/>
              </p:nvSpPr>
              <p:spPr>
                <a:xfrm rot="10800000">
                  <a:off x="1373167" y="3255225"/>
                  <a:ext cx="871200" cy="796799"/>
                </a:xfrm>
                <a:prstGeom prst="pie">
                  <a:avLst>
                    <a:gd name="adj1" fmla="val 2698388"/>
                    <a:gd name="adj2" fmla="val 8107656"/>
                  </a:avLst>
                </a:prstGeom>
                <a:solidFill>
                  <a:sysClr val="window" lastClr="FFFFFF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 defTabSz="457200" latinLnBrk="0">
                    <a:defRPr/>
                  </a:pPr>
                  <a:endParaRPr lang="ko-KR" altLang="en-US" sz="1800" kern="0" dirty="0">
                    <a:solidFill>
                      <a:prstClr val="black"/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</a:endParaRPr>
                </a:p>
              </p:txBody>
            </p:sp>
          </p:grpSp>
          <p:sp>
            <p:nvSpPr>
              <p:cNvPr id="335" name="Text Box 336">
                <a:extLst>
                  <a:ext uri="{FF2B5EF4-FFF2-40B4-BE49-F238E27FC236}">
                    <a16:creationId xmlns:a16="http://schemas.microsoft.com/office/drawing/2014/main" id="{62F5C51E-A846-4C85-9743-C5A0123F3B8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16480" y="3503548"/>
                <a:ext cx="384721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med" len="lg"/>
                  </a14:hiddenLine>
                </a:ext>
              </a:extLst>
            </p:spPr>
            <p:txBody>
              <a:bodyPr wrap="none" lIns="0" tIns="0" rIns="0" bIns="0" anchor="ctr">
                <a:spAutoFit/>
              </a:bodyPr>
              <a:lstStyle>
                <a:lvl1pPr eaLnBrk="0" hangingPunct="0">
                  <a:defRPr kumimoji="1" sz="3100" b="1">
                    <a:solidFill>
                      <a:schemeClr val="tx1"/>
                    </a:solidFill>
                    <a:latin typeface="산돌향기 M" pitchFamily="18" charset="-127"/>
                    <a:ea typeface="산돌향기 M" pitchFamily="18" charset="-127"/>
                  </a:defRPr>
                </a:lvl1pPr>
                <a:lvl2pPr marL="742950" indent="-285750" eaLnBrk="0" hangingPunct="0">
                  <a:defRPr kumimoji="1" sz="3100" b="1">
                    <a:solidFill>
                      <a:schemeClr val="tx1"/>
                    </a:solidFill>
                    <a:latin typeface="산돌향기 M" pitchFamily="18" charset="-127"/>
                    <a:ea typeface="산돌향기 M" pitchFamily="18" charset="-127"/>
                  </a:defRPr>
                </a:lvl2pPr>
                <a:lvl3pPr marL="1143000" indent="-228600" eaLnBrk="0" hangingPunct="0">
                  <a:defRPr kumimoji="1" sz="3100" b="1">
                    <a:solidFill>
                      <a:schemeClr val="tx1"/>
                    </a:solidFill>
                    <a:latin typeface="산돌향기 M" pitchFamily="18" charset="-127"/>
                    <a:ea typeface="산돌향기 M" pitchFamily="18" charset="-127"/>
                  </a:defRPr>
                </a:lvl3pPr>
                <a:lvl4pPr marL="1600200" indent="-228600" eaLnBrk="0" hangingPunct="0">
                  <a:defRPr kumimoji="1" sz="3100" b="1">
                    <a:solidFill>
                      <a:schemeClr val="tx1"/>
                    </a:solidFill>
                    <a:latin typeface="산돌향기 M" pitchFamily="18" charset="-127"/>
                    <a:ea typeface="산돌향기 M" pitchFamily="18" charset="-127"/>
                  </a:defRPr>
                </a:lvl4pPr>
                <a:lvl5pPr marL="2057400" indent="-228600" eaLnBrk="0" hangingPunct="0">
                  <a:defRPr kumimoji="1" sz="3100" b="1">
                    <a:solidFill>
                      <a:schemeClr val="tx1"/>
                    </a:solidFill>
                    <a:latin typeface="산돌향기 M" pitchFamily="18" charset="-127"/>
                    <a:ea typeface="산돌향기 M" pitchFamily="18" charset="-127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100" b="1">
                    <a:solidFill>
                      <a:schemeClr val="tx1"/>
                    </a:solidFill>
                    <a:latin typeface="산돌향기 M" pitchFamily="18" charset="-127"/>
                    <a:ea typeface="산돌향기 M" pitchFamily="18" charset="-127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100" b="1">
                    <a:solidFill>
                      <a:schemeClr val="tx1"/>
                    </a:solidFill>
                    <a:latin typeface="산돌향기 M" pitchFamily="18" charset="-127"/>
                    <a:ea typeface="산돌향기 M" pitchFamily="18" charset="-127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100" b="1">
                    <a:solidFill>
                      <a:schemeClr val="tx1"/>
                    </a:solidFill>
                    <a:latin typeface="산돌향기 M" pitchFamily="18" charset="-127"/>
                    <a:ea typeface="산돌향기 M" pitchFamily="18" charset="-127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100" b="1">
                    <a:solidFill>
                      <a:schemeClr val="tx1"/>
                    </a:solidFill>
                    <a:latin typeface="산돌향기 M" pitchFamily="18" charset="-127"/>
                    <a:ea typeface="산돌향기 M" pitchFamily="18" charset="-127"/>
                  </a:defRPr>
                </a:lvl9pPr>
              </a:lstStyle>
              <a:p>
                <a:pPr algn="ctr" defTabSz="457200" eaLnBrk="1" latinLnBrk="0" hangingPunct="1">
                  <a:defRPr/>
                </a:pPr>
                <a:r>
                  <a:rPr lang="ko-KR" altLang="en-US" sz="1200" kern="0" spc="-50" dirty="0">
                    <a:ln>
                      <a:solidFill>
                        <a:srgbClr val="4472C4">
                          <a:shade val="50000"/>
                          <a:alpha val="0"/>
                        </a:srgb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Pretendard SemiBold" panose="02000703000000020004" pitchFamily="50" charset="-127"/>
                    <a:ea typeface="Pretendard SemiBold" panose="02000703000000020004" pitchFamily="50" charset="-127"/>
                  </a:rPr>
                  <a:t>최신</a:t>
                </a:r>
                <a:endParaRPr lang="en-US" altLang="ko-KR" sz="1200" kern="0" spc="-50" dirty="0">
                  <a:ln>
                    <a:solidFill>
                      <a:srgbClr val="4472C4">
                        <a:shade val="50000"/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</a:endParaRPr>
              </a:p>
              <a:p>
                <a:pPr algn="ctr" defTabSz="457200" eaLnBrk="1" latinLnBrk="0" hangingPunct="1">
                  <a:defRPr/>
                </a:pPr>
                <a:r>
                  <a:rPr lang="ko-KR" altLang="en-US" sz="1200" kern="0" spc="-50" dirty="0">
                    <a:ln>
                      <a:solidFill>
                        <a:srgbClr val="4472C4">
                          <a:shade val="50000"/>
                          <a:alpha val="0"/>
                        </a:srgb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Pretendard SemiBold" panose="02000703000000020004" pitchFamily="50" charset="-127"/>
                    <a:ea typeface="Pretendard SemiBold" panose="02000703000000020004" pitchFamily="50" charset="-127"/>
                  </a:rPr>
                  <a:t>트랜드</a:t>
                </a:r>
              </a:p>
            </p:txBody>
          </p:sp>
          <p:sp>
            <p:nvSpPr>
              <p:cNvPr id="336" name="Text Box 336">
                <a:extLst>
                  <a:ext uri="{FF2B5EF4-FFF2-40B4-BE49-F238E27FC236}">
                    <a16:creationId xmlns:a16="http://schemas.microsoft.com/office/drawing/2014/main" id="{E7F31695-848F-42C3-A702-B5B5BECACBA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5204" y="3097196"/>
                <a:ext cx="327273" cy="327273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wrap="none" lIns="90000" tIns="54000" rIns="90000" bIns="36000" anchor="ctr">
                <a:noAutofit/>
              </a:bodyPr>
              <a:lstStyle>
                <a:lvl1pPr eaLnBrk="0" hangingPunct="0">
                  <a:defRPr kumimoji="1" sz="3100" b="1">
                    <a:solidFill>
                      <a:schemeClr val="tx1"/>
                    </a:solidFill>
                    <a:latin typeface="산돌향기 M" pitchFamily="18" charset="-127"/>
                    <a:ea typeface="산돌향기 M" pitchFamily="18" charset="-127"/>
                  </a:defRPr>
                </a:lvl1pPr>
                <a:lvl2pPr marL="742950" indent="-285750" eaLnBrk="0" hangingPunct="0">
                  <a:defRPr kumimoji="1" sz="3100" b="1">
                    <a:solidFill>
                      <a:schemeClr val="tx1"/>
                    </a:solidFill>
                    <a:latin typeface="산돌향기 M" pitchFamily="18" charset="-127"/>
                    <a:ea typeface="산돌향기 M" pitchFamily="18" charset="-127"/>
                  </a:defRPr>
                </a:lvl2pPr>
                <a:lvl3pPr marL="1143000" indent="-228600" eaLnBrk="0" hangingPunct="0">
                  <a:defRPr kumimoji="1" sz="3100" b="1">
                    <a:solidFill>
                      <a:schemeClr val="tx1"/>
                    </a:solidFill>
                    <a:latin typeface="산돌향기 M" pitchFamily="18" charset="-127"/>
                    <a:ea typeface="산돌향기 M" pitchFamily="18" charset="-127"/>
                  </a:defRPr>
                </a:lvl3pPr>
                <a:lvl4pPr marL="1600200" indent="-228600" eaLnBrk="0" hangingPunct="0">
                  <a:defRPr kumimoji="1" sz="3100" b="1">
                    <a:solidFill>
                      <a:schemeClr val="tx1"/>
                    </a:solidFill>
                    <a:latin typeface="산돌향기 M" pitchFamily="18" charset="-127"/>
                    <a:ea typeface="산돌향기 M" pitchFamily="18" charset="-127"/>
                  </a:defRPr>
                </a:lvl4pPr>
                <a:lvl5pPr marL="2057400" indent="-228600" eaLnBrk="0" hangingPunct="0">
                  <a:defRPr kumimoji="1" sz="3100" b="1">
                    <a:solidFill>
                      <a:schemeClr val="tx1"/>
                    </a:solidFill>
                    <a:latin typeface="산돌향기 M" pitchFamily="18" charset="-127"/>
                    <a:ea typeface="산돌향기 M" pitchFamily="18" charset="-127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100" b="1">
                    <a:solidFill>
                      <a:schemeClr val="tx1"/>
                    </a:solidFill>
                    <a:latin typeface="산돌향기 M" pitchFamily="18" charset="-127"/>
                    <a:ea typeface="산돌향기 M" pitchFamily="18" charset="-127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100" b="1">
                    <a:solidFill>
                      <a:schemeClr val="tx1"/>
                    </a:solidFill>
                    <a:latin typeface="산돌향기 M" pitchFamily="18" charset="-127"/>
                    <a:ea typeface="산돌향기 M" pitchFamily="18" charset="-127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100" b="1">
                    <a:solidFill>
                      <a:schemeClr val="tx1"/>
                    </a:solidFill>
                    <a:latin typeface="산돌향기 M" pitchFamily="18" charset="-127"/>
                    <a:ea typeface="산돌향기 M" pitchFamily="18" charset="-127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100" b="1">
                    <a:solidFill>
                      <a:schemeClr val="tx1"/>
                    </a:solidFill>
                    <a:latin typeface="산돌향기 M" pitchFamily="18" charset="-127"/>
                    <a:ea typeface="산돌향기 M" pitchFamily="18" charset="-127"/>
                  </a:defRPr>
                </a:lvl9pPr>
              </a:lstStyle>
              <a:p>
                <a:pPr algn="ctr" defTabSz="457200" eaLnBrk="1" latinLnBrk="0" hangingPunct="1">
                  <a:defRPr/>
                </a:pPr>
                <a:r>
                  <a:rPr lang="en-US" altLang="ko-KR" sz="1200" kern="0" spc="-50" dirty="0">
                    <a:ln>
                      <a:solidFill>
                        <a:srgbClr val="4472C4">
                          <a:shade val="50000"/>
                          <a:alpha val="0"/>
                        </a:srgbClr>
                      </a:solidFill>
                    </a:ln>
                    <a:solidFill>
                      <a:srgbClr val="045DA4"/>
                    </a:solidFill>
                    <a:latin typeface="Pretendard SemiBold" panose="02000703000000020004" pitchFamily="50" charset="-127"/>
                    <a:ea typeface="Pretendard SemiBold" panose="02000703000000020004" pitchFamily="50" charset="-127"/>
                  </a:rPr>
                  <a:t>01</a:t>
                </a:r>
                <a:endParaRPr lang="ko-KR" altLang="en-US" sz="1200" kern="0" spc="-50" dirty="0">
                  <a:ln>
                    <a:solidFill>
                      <a:srgbClr val="4472C4">
                        <a:shade val="50000"/>
                        <a:alpha val="0"/>
                      </a:srgbClr>
                    </a:solidFill>
                  </a:ln>
                  <a:solidFill>
                    <a:srgbClr val="045DA4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</a:endParaRPr>
              </a:p>
            </p:txBody>
          </p:sp>
        </p:grpSp>
        <p:grpSp>
          <p:nvGrpSpPr>
            <p:cNvPr id="472" name="그룹 471">
              <a:extLst>
                <a:ext uri="{FF2B5EF4-FFF2-40B4-BE49-F238E27FC236}">
                  <a16:creationId xmlns:a16="http://schemas.microsoft.com/office/drawing/2014/main" id="{3862A460-24D3-4C82-88DE-4720AAAA78EB}"/>
                </a:ext>
              </a:extLst>
            </p:cNvPr>
            <p:cNvGrpSpPr/>
            <p:nvPr/>
          </p:nvGrpSpPr>
          <p:grpSpPr>
            <a:xfrm>
              <a:off x="3069064" y="3517488"/>
              <a:ext cx="936000" cy="1003464"/>
              <a:chOff x="1340840" y="3093310"/>
              <a:chExt cx="936000" cy="1003464"/>
            </a:xfrm>
          </p:grpSpPr>
          <p:grpSp>
            <p:nvGrpSpPr>
              <p:cNvPr id="473" name="그룹 472">
                <a:extLst>
                  <a:ext uri="{FF2B5EF4-FFF2-40B4-BE49-F238E27FC236}">
                    <a16:creationId xmlns:a16="http://schemas.microsoft.com/office/drawing/2014/main" id="{BB6A36B0-6BF5-4FFA-9BB2-AEF2FB7D7E1E}"/>
                  </a:ext>
                </a:extLst>
              </p:cNvPr>
              <p:cNvGrpSpPr/>
              <p:nvPr/>
            </p:nvGrpSpPr>
            <p:grpSpPr>
              <a:xfrm>
                <a:off x="1340840" y="3093310"/>
                <a:ext cx="936000" cy="1003464"/>
                <a:chOff x="1340767" y="3215386"/>
                <a:chExt cx="936000" cy="1003464"/>
              </a:xfrm>
            </p:grpSpPr>
            <p:sp>
              <p:nvSpPr>
                <p:cNvPr id="476" name="Freeform 5">
                  <a:extLst>
                    <a:ext uri="{FF2B5EF4-FFF2-40B4-BE49-F238E27FC236}">
                      <a16:creationId xmlns:a16="http://schemas.microsoft.com/office/drawing/2014/main" id="{DFEE477B-A0B2-48F2-863B-B686441289D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340767" y="3282850"/>
                  <a:ext cx="936000" cy="936000"/>
                </a:xfrm>
                <a:prstGeom prst="ellipse">
                  <a:avLst/>
                </a:prstGeom>
                <a:solidFill>
                  <a:srgbClr val="0B57A2"/>
                </a:solidFill>
                <a:ln>
                  <a:noFill/>
                </a:ln>
              </p:spPr>
              <p:txBody>
                <a:bodyPr wrap="none" anchor="ctr"/>
                <a:lstStyle/>
                <a:p>
                  <a:pPr latinLnBrk="0"/>
                  <a:endParaRPr kumimoji="1" lang="ko-KR" altLang="en-US" sz="1100" b="1" dirty="0">
                    <a:solidFill>
                      <a:prstClr val="black"/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</a:endParaRPr>
                </a:p>
              </p:txBody>
            </p:sp>
            <p:sp>
              <p:nvSpPr>
                <p:cNvPr id="477" name="타원 476">
                  <a:extLst>
                    <a:ext uri="{FF2B5EF4-FFF2-40B4-BE49-F238E27FC236}">
                      <a16:creationId xmlns:a16="http://schemas.microsoft.com/office/drawing/2014/main" id="{156BACD7-BEFC-4714-A2ED-0BFDFE669B5F}"/>
                    </a:ext>
                  </a:extLst>
                </p:cNvPr>
                <p:cNvSpPr/>
                <p:nvPr/>
              </p:nvSpPr>
              <p:spPr>
                <a:xfrm>
                  <a:off x="1412767" y="3354850"/>
                  <a:ext cx="792000" cy="792000"/>
                </a:xfrm>
                <a:prstGeom prst="ellipse">
                  <a:avLst/>
                </a:prstGeom>
                <a:solidFill>
                  <a:sysClr val="window" lastClr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63500" sx="102000" sy="102000" algn="ctr" rotWithShape="0">
                    <a:prstClr val="black">
                      <a:alpha val="3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algn="ctr"/>
                  <a:endParaRPr lang="ko-KR" altLang="en-US" kern="0" dirty="0">
                    <a:solidFill>
                      <a:prstClr val="white"/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</a:endParaRPr>
                </a:p>
              </p:txBody>
            </p:sp>
            <p:sp>
              <p:nvSpPr>
                <p:cNvPr id="478" name="부분 원형 852">
                  <a:extLst>
                    <a:ext uri="{FF2B5EF4-FFF2-40B4-BE49-F238E27FC236}">
                      <a16:creationId xmlns:a16="http://schemas.microsoft.com/office/drawing/2014/main" id="{0DAAD9C6-D97E-470F-8B59-4273ABAA5E60}"/>
                    </a:ext>
                  </a:extLst>
                </p:cNvPr>
                <p:cNvSpPr/>
                <p:nvPr/>
              </p:nvSpPr>
              <p:spPr>
                <a:xfrm rot="10800000">
                  <a:off x="1412767" y="3215386"/>
                  <a:ext cx="792000" cy="876479"/>
                </a:xfrm>
                <a:prstGeom prst="pie">
                  <a:avLst>
                    <a:gd name="adj1" fmla="val 2698388"/>
                    <a:gd name="adj2" fmla="val 8107656"/>
                  </a:avLst>
                </a:prstGeom>
                <a:solidFill>
                  <a:sysClr val="window" lastClr="FFFFFF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 defTabSz="457200" latinLnBrk="0">
                    <a:defRPr/>
                  </a:pPr>
                  <a:endParaRPr lang="ko-KR" altLang="en-US" sz="1800" kern="0" dirty="0">
                    <a:solidFill>
                      <a:prstClr val="black"/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</a:endParaRPr>
                </a:p>
              </p:txBody>
            </p:sp>
          </p:grpSp>
          <p:sp>
            <p:nvSpPr>
              <p:cNvPr id="474" name="Text Box 336">
                <a:extLst>
                  <a:ext uri="{FF2B5EF4-FFF2-40B4-BE49-F238E27FC236}">
                    <a16:creationId xmlns:a16="http://schemas.microsoft.com/office/drawing/2014/main" id="{097A94A0-F4F8-4E15-AD63-147EBF9D451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16479" y="3503548"/>
                <a:ext cx="384722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med" len="lg"/>
                  </a14:hiddenLine>
                </a:ext>
              </a:extLst>
            </p:spPr>
            <p:txBody>
              <a:bodyPr wrap="none" lIns="0" tIns="0" rIns="0" bIns="0" anchor="ctr">
                <a:spAutoFit/>
              </a:bodyPr>
              <a:lstStyle>
                <a:lvl1pPr eaLnBrk="0" hangingPunct="0">
                  <a:defRPr kumimoji="1" sz="3100" b="1">
                    <a:solidFill>
                      <a:schemeClr val="tx1"/>
                    </a:solidFill>
                    <a:latin typeface="산돌향기 M" pitchFamily="18" charset="-127"/>
                    <a:ea typeface="산돌향기 M" pitchFamily="18" charset="-127"/>
                  </a:defRPr>
                </a:lvl1pPr>
                <a:lvl2pPr marL="742950" indent="-285750" eaLnBrk="0" hangingPunct="0">
                  <a:defRPr kumimoji="1" sz="3100" b="1">
                    <a:solidFill>
                      <a:schemeClr val="tx1"/>
                    </a:solidFill>
                    <a:latin typeface="산돌향기 M" pitchFamily="18" charset="-127"/>
                    <a:ea typeface="산돌향기 M" pitchFamily="18" charset="-127"/>
                  </a:defRPr>
                </a:lvl2pPr>
                <a:lvl3pPr marL="1143000" indent="-228600" eaLnBrk="0" hangingPunct="0">
                  <a:defRPr kumimoji="1" sz="3100" b="1">
                    <a:solidFill>
                      <a:schemeClr val="tx1"/>
                    </a:solidFill>
                    <a:latin typeface="산돌향기 M" pitchFamily="18" charset="-127"/>
                    <a:ea typeface="산돌향기 M" pitchFamily="18" charset="-127"/>
                  </a:defRPr>
                </a:lvl3pPr>
                <a:lvl4pPr marL="1600200" indent="-228600" eaLnBrk="0" hangingPunct="0">
                  <a:defRPr kumimoji="1" sz="3100" b="1">
                    <a:solidFill>
                      <a:schemeClr val="tx1"/>
                    </a:solidFill>
                    <a:latin typeface="산돌향기 M" pitchFamily="18" charset="-127"/>
                    <a:ea typeface="산돌향기 M" pitchFamily="18" charset="-127"/>
                  </a:defRPr>
                </a:lvl4pPr>
                <a:lvl5pPr marL="2057400" indent="-228600" eaLnBrk="0" hangingPunct="0">
                  <a:defRPr kumimoji="1" sz="3100" b="1">
                    <a:solidFill>
                      <a:schemeClr val="tx1"/>
                    </a:solidFill>
                    <a:latin typeface="산돌향기 M" pitchFamily="18" charset="-127"/>
                    <a:ea typeface="산돌향기 M" pitchFamily="18" charset="-127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100" b="1">
                    <a:solidFill>
                      <a:schemeClr val="tx1"/>
                    </a:solidFill>
                    <a:latin typeface="산돌향기 M" pitchFamily="18" charset="-127"/>
                    <a:ea typeface="산돌향기 M" pitchFamily="18" charset="-127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100" b="1">
                    <a:solidFill>
                      <a:schemeClr val="tx1"/>
                    </a:solidFill>
                    <a:latin typeface="산돌향기 M" pitchFamily="18" charset="-127"/>
                    <a:ea typeface="산돌향기 M" pitchFamily="18" charset="-127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100" b="1">
                    <a:solidFill>
                      <a:schemeClr val="tx1"/>
                    </a:solidFill>
                    <a:latin typeface="산돌향기 M" pitchFamily="18" charset="-127"/>
                    <a:ea typeface="산돌향기 M" pitchFamily="18" charset="-127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100" b="1">
                    <a:solidFill>
                      <a:schemeClr val="tx1"/>
                    </a:solidFill>
                    <a:latin typeface="산돌향기 M" pitchFamily="18" charset="-127"/>
                    <a:ea typeface="산돌향기 M" pitchFamily="18" charset="-127"/>
                  </a:defRPr>
                </a:lvl9pPr>
              </a:lstStyle>
              <a:p>
                <a:pPr algn="ctr" defTabSz="457200" eaLnBrk="1" latinLnBrk="0" hangingPunct="1">
                  <a:defRPr/>
                </a:pPr>
                <a:r>
                  <a:rPr lang="ko-KR" altLang="en-US" sz="1200" kern="0" spc="-50" dirty="0">
                    <a:ln>
                      <a:solidFill>
                        <a:srgbClr val="4472C4">
                          <a:shade val="50000"/>
                          <a:alpha val="0"/>
                        </a:srgb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Pretendard SemiBold" panose="02000703000000020004" pitchFamily="50" charset="-127"/>
                    <a:ea typeface="Pretendard SemiBold" panose="02000703000000020004" pitchFamily="50" charset="-127"/>
                  </a:rPr>
                  <a:t>정보</a:t>
                </a:r>
                <a:endParaRPr lang="en-US" altLang="ko-KR" sz="1200" kern="0" spc="-50" dirty="0">
                  <a:ln>
                    <a:solidFill>
                      <a:srgbClr val="4472C4">
                        <a:shade val="50000"/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</a:endParaRPr>
              </a:p>
              <a:p>
                <a:pPr algn="ctr" defTabSz="457200" eaLnBrk="1" latinLnBrk="0" hangingPunct="1">
                  <a:defRPr/>
                </a:pPr>
                <a:r>
                  <a:rPr lang="ko-KR" altLang="en-US" sz="1200" kern="0" spc="-50" dirty="0">
                    <a:ln>
                      <a:solidFill>
                        <a:srgbClr val="4472C4">
                          <a:shade val="50000"/>
                          <a:alpha val="0"/>
                        </a:srgb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Pretendard SemiBold" panose="02000703000000020004" pitchFamily="50" charset="-127"/>
                    <a:ea typeface="Pretendard SemiBold" panose="02000703000000020004" pitchFamily="50" charset="-127"/>
                  </a:rPr>
                  <a:t>접근성</a:t>
                </a:r>
              </a:p>
            </p:txBody>
          </p:sp>
          <p:sp>
            <p:nvSpPr>
              <p:cNvPr id="475" name="Text Box 336">
                <a:extLst>
                  <a:ext uri="{FF2B5EF4-FFF2-40B4-BE49-F238E27FC236}">
                    <a16:creationId xmlns:a16="http://schemas.microsoft.com/office/drawing/2014/main" id="{48AE1C63-AEF0-4EF8-9F3C-8279D3BF322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5204" y="3097196"/>
                <a:ext cx="327273" cy="327273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wrap="none" lIns="90000" tIns="54000" rIns="90000" bIns="36000" anchor="ctr">
                <a:noAutofit/>
              </a:bodyPr>
              <a:lstStyle>
                <a:lvl1pPr eaLnBrk="0" hangingPunct="0">
                  <a:defRPr kumimoji="1" sz="3100" b="1">
                    <a:solidFill>
                      <a:schemeClr val="tx1"/>
                    </a:solidFill>
                    <a:latin typeface="산돌향기 M" pitchFamily="18" charset="-127"/>
                    <a:ea typeface="산돌향기 M" pitchFamily="18" charset="-127"/>
                  </a:defRPr>
                </a:lvl1pPr>
                <a:lvl2pPr marL="742950" indent="-285750" eaLnBrk="0" hangingPunct="0">
                  <a:defRPr kumimoji="1" sz="3100" b="1">
                    <a:solidFill>
                      <a:schemeClr val="tx1"/>
                    </a:solidFill>
                    <a:latin typeface="산돌향기 M" pitchFamily="18" charset="-127"/>
                    <a:ea typeface="산돌향기 M" pitchFamily="18" charset="-127"/>
                  </a:defRPr>
                </a:lvl2pPr>
                <a:lvl3pPr marL="1143000" indent="-228600" eaLnBrk="0" hangingPunct="0">
                  <a:defRPr kumimoji="1" sz="3100" b="1">
                    <a:solidFill>
                      <a:schemeClr val="tx1"/>
                    </a:solidFill>
                    <a:latin typeface="산돌향기 M" pitchFamily="18" charset="-127"/>
                    <a:ea typeface="산돌향기 M" pitchFamily="18" charset="-127"/>
                  </a:defRPr>
                </a:lvl3pPr>
                <a:lvl4pPr marL="1600200" indent="-228600" eaLnBrk="0" hangingPunct="0">
                  <a:defRPr kumimoji="1" sz="3100" b="1">
                    <a:solidFill>
                      <a:schemeClr val="tx1"/>
                    </a:solidFill>
                    <a:latin typeface="산돌향기 M" pitchFamily="18" charset="-127"/>
                    <a:ea typeface="산돌향기 M" pitchFamily="18" charset="-127"/>
                  </a:defRPr>
                </a:lvl4pPr>
                <a:lvl5pPr marL="2057400" indent="-228600" eaLnBrk="0" hangingPunct="0">
                  <a:defRPr kumimoji="1" sz="3100" b="1">
                    <a:solidFill>
                      <a:schemeClr val="tx1"/>
                    </a:solidFill>
                    <a:latin typeface="산돌향기 M" pitchFamily="18" charset="-127"/>
                    <a:ea typeface="산돌향기 M" pitchFamily="18" charset="-127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100" b="1">
                    <a:solidFill>
                      <a:schemeClr val="tx1"/>
                    </a:solidFill>
                    <a:latin typeface="산돌향기 M" pitchFamily="18" charset="-127"/>
                    <a:ea typeface="산돌향기 M" pitchFamily="18" charset="-127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100" b="1">
                    <a:solidFill>
                      <a:schemeClr val="tx1"/>
                    </a:solidFill>
                    <a:latin typeface="산돌향기 M" pitchFamily="18" charset="-127"/>
                    <a:ea typeface="산돌향기 M" pitchFamily="18" charset="-127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100" b="1">
                    <a:solidFill>
                      <a:schemeClr val="tx1"/>
                    </a:solidFill>
                    <a:latin typeface="산돌향기 M" pitchFamily="18" charset="-127"/>
                    <a:ea typeface="산돌향기 M" pitchFamily="18" charset="-127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100" b="1">
                    <a:solidFill>
                      <a:schemeClr val="tx1"/>
                    </a:solidFill>
                    <a:latin typeface="산돌향기 M" pitchFamily="18" charset="-127"/>
                    <a:ea typeface="산돌향기 M" pitchFamily="18" charset="-127"/>
                  </a:defRPr>
                </a:lvl9pPr>
              </a:lstStyle>
              <a:p>
                <a:pPr algn="ctr" defTabSz="457200" eaLnBrk="1" latinLnBrk="0" hangingPunct="1">
                  <a:defRPr/>
                </a:pPr>
                <a:r>
                  <a:rPr lang="en-US" altLang="ko-KR" sz="1200" kern="0" spc="-50" dirty="0">
                    <a:ln>
                      <a:solidFill>
                        <a:srgbClr val="4472C4">
                          <a:shade val="50000"/>
                          <a:alpha val="0"/>
                        </a:srgbClr>
                      </a:solidFill>
                    </a:ln>
                    <a:solidFill>
                      <a:srgbClr val="045DA4"/>
                    </a:solidFill>
                    <a:latin typeface="Pretendard SemiBold" panose="02000703000000020004" pitchFamily="50" charset="-127"/>
                    <a:ea typeface="Pretendard SemiBold" panose="02000703000000020004" pitchFamily="50" charset="-127"/>
                  </a:rPr>
                  <a:t>02</a:t>
                </a:r>
                <a:endParaRPr lang="ko-KR" altLang="en-US" sz="1200" kern="0" spc="-50" dirty="0">
                  <a:ln>
                    <a:solidFill>
                      <a:srgbClr val="4472C4">
                        <a:shade val="50000"/>
                        <a:alpha val="0"/>
                      </a:srgbClr>
                    </a:solidFill>
                  </a:ln>
                  <a:solidFill>
                    <a:srgbClr val="045DA4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</a:endParaRPr>
              </a:p>
            </p:txBody>
          </p:sp>
        </p:grpSp>
        <p:grpSp>
          <p:nvGrpSpPr>
            <p:cNvPr id="479" name="그룹 478">
              <a:extLst>
                <a:ext uri="{FF2B5EF4-FFF2-40B4-BE49-F238E27FC236}">
                  <a16:creationId xmlns:a16="http://schemas.microsoft.com/office/drawing/2014/main" id="{25190944-28A2-468D-810B-EC2195B45329}"/>
                </a:ext>
              </a:extLst>
            </p:cNvPr>
            <p:cNvGrpSpPr/>
            <p:nvPr/>
          </p:nvGrpSpPr>
          <p:grpSpPr>
            <a:xfrm>
              <a:off x="4797288" y="3517488"/>
              <a:ext cx="936000" cy="1003464"/>
              <a:chOff x="1340840" y="3093310"/>
              <a:chExt cx="936000" cy="1003464"/>
            </a:xfrm>
          </p:grpSpPr>
          <p:grpSp>
            <p:nvGrpSpPr>
              <p:cNvPr id="480" name="그룹 479">
                <a:extLst>
                  <a:ext uri="{FF2B5EF4-FFF2-40B4-BE49-F238E27FC236}">
                    <a16:creationId xmlns:a16="http://schemas.microsoft.com/office/drawing/2014/main" id="{02271BD4-7708-4FDC-A3CF-8AD42CFA23AB}"/>
                  </a:ext>
                </a:extLst>
              </p:cNvPr>
              <p:cNvGrpSpPr/>
              <p:nvPr/>
            </p:nvGrpSpPr>
            <p:grpSpPr>
              <a:xfrm>
                <a:off x="1340840" y="3093310"/>
                <a:ext cx="936000" cy="1003464"/>
                <a:chOff x="1340767" y="3215386"/>
                <a:chExt cx="936000" cy="1003464"/>
              </a:xfrm>
            </p:grpSpPr>
            <p:sp>
              <p:nvSpPr>
                <p:cNvPr id="483" name="Freeform 5">
                  <a:extLst>
                    <a:ext uri="{FF2B5EF4-FFF2-40B4-BE49-F238E27FC236}">
                      <a16:creationId xmlns:a16="http://schemas.microsoft.com/office/drawing/2014/main" id="{782C5D7C-E813-4DA3-ADBE-6FBE0423E87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340767" y="3282850"/>
                  <a:ext cx="936000" cy="936000"/>
                </a:xfrm>
                <a:prstGeom prst="ellipse">
                  <a:avLst/>
                </a:prstGeom>
                <a:solidFill>
                  <a:srgbClr val="2D7CBD"/>
                </a:solidFill>
                <a:ln>
                  <a:noFill/>
                </a:ln>
              </p:spPr>
              <p:txBody>
                <a:bodyPr wrap="none" anchor="ctr"/>
                <a:lstStyle/>
                <a:p>
                  <a:pPr latinLnBrk="0"/>
                  <a:endParaRPr kumimoji="1" lang="ko-KR" altLang="en-US" sz="1100" b="1" dirty="0">
                    <a:solidFill>
                      <a:prstClr val="black"/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</a:endParaRPr>
                </a:p>
              </p:txBody>
            </p:sp>
            <p:sp>
              <p:nvSpPr>
                <p:cNvPr id="484" name="타원 483">
                  <a:extLst>
                    <a:ext uri="{FF2B5EF4-FFF2-40B4-BE49-F238E27FC236}">
                      <a16:creationId xmlns:a16="http://schemas.microsoft.com/office/drawing/2014/main" id="{E35B983B-7D20-4C2B-87FB-1DF01742BB00}"/>
                    </a:ext>
                  </a:extLst>
                </p:cNvPr>
                <p:cNvSpPr/>
                <p:nvPr/>
              </p:nvSpPr>
              <p:spPr>
                <a:xfrm>
                  <a:off x="1412767" y="3354850"/>
                  <a:ext cx="792000" cy="792000"/>
                </a:xfrm>
                <a:prstGeom prst="ellipse">
                  <a:avLst/>
                </a:prstGeom>
                <a:solidFill>
                  <a:sysClr val="window" lastClr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63500" sx="102000" sy="102000" algn="ctr" rotWithShape="0">
                    <a:prstClr val="black">
                      <a:alpha val="3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algn="ctr"/>
                  <a:endParaRPr lang="ko-KR" altLang="en-US" kern="0" dirty="0">
                    <a:solidFill>
                      <a:prstClr val="white"/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</a:endParaRPr>
                </a:p>
              </p:txBody>
            </p:sp>
            <p:sp>
              <p:nvSpPr>
                <p:cNvPr id="485" name="부분 원형 852">
                  <a:extLst>
                    <a:ext uri="{FF2B5EF4-FFF2-40B4-BE49-F238E27FC236}">
                      <a16:creationId xmlns:a16="http://schemas.microsoft.com/office/drawing/2014/main" id="{9009C6E9-A58B-4E24-A3EF-6A8715DD9FDD}"/>
                    </a:ext>
                  </a:extLst>
                </p:cNvPr>
                <p:cNvSpPr/>
                <p:nvPr/>
              </p:nvSpPr>
              <p:spPr>
                <a:xfrm rot="10800000">
                  <a:off x="1412767" y="3215386"/>
                  <a:ext cx="792000" cy="876479"/>
                </a:xfrm>
                <a:prstGeom prst="pie">
                  <a:avLst>
                    <a:gd name="adj1" fmla="val 2698388"/>
                    <a:gd name="adj2" fmla="val 8107656"/>
                  </a:avLst>
                </a:prstGeom>
                <a:solidFill>
                  <a:sysClr val="window" lastClr="FFFFFF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 defTabSz="457200" latinLnBrk="0">
                    <a:defRPr/>
                  </a:pPr>
                  <a:endParaRPr lang="ko-KR" altLang="en-US" sz="1800" kern="0" dirty="0">
                    <a:solidFill>
                      <a:prstClr val="black"/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</a:endParaRPr>
                </a:p>
              </p:txBody>
            </p:sp>
          </p:grpSp>
          <p:sp>
            <p:nvSpPr>
              <p:cNvPr id="481" name="Text Box 336">
                <a:extLst>
                  <a:ext uri="{FF2B5EF4-FFF2-40B4-BE49-F238E27FC236}">
                    <a16:creationId xmlns:a16="http://schemas.microsoft.com/office/drawing/2014/main" id="{9CF5AFAC-1D8B-4049-BD14-376E4DC37D4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16479" y="3503548"/>
                <a:ext cx="384721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med" len="lg"/>
                  </a14:hiddenLine>
                </a:ext>
              </a:extLst>
            </p:spPr>
            <p:txBody>
              <a:bodyPr wrap="none" lIns="0" tIns="0" rIns="0" bIns="0" anchor="ctr">
                <a:spAutoFit/>
              </a:bodyPr>
              <a:lstStyle>
                <a:lvl1pPr eaLnBrk="0" hangingPunct="0">
                  <a:defRPr kumimoji="1" sz="3100" b="1">
                    <a:solidFill>
                      <a:schemeClr val="tx1"/>
                    </a:solidFill>
                    <a:latin typeface="산돌향기 M" pitchFamily="18" charset="-127"/>
                    <a:ea typeface="산돌향기 M" pitchFamily="18" charset="-127"/>
                  </a:defRPr>
                </a:lvl1pPr>
                <a:lvl2pPr marL="742950" indent="-285750" eaLnBrk="0" hangingPunct="0">
                  <a:defRPr kumimoji="1" sz="3100" b="1">
                    <a:solidFill>
                      <a:schemeClr val="tx1"/>
                    </a:solidFill>
                    <a:latin typeface="산돌향기 M" pitchFamily="18" charset="-127"/>
                    <a:ea typeface="산돌향기 M" pitchFamily="18" charset="-127"/>
                  </a:defRPr>
                </a:lvl2pPr>
                <a:lvl3pPr marL="1143000" indent="-228600" eaLnBrk="0" hangingPunct="0">
                  <a:defRPr kumimoji="1" sz="3100" b="1">
                    <a:solidFill>
                      <a:schemeClr val="tx1"/>
                    </a:solidFill>
                    <a:latin typeface="산돌향기 M" pitchFamily="18" charset="-127"/>
                    <a:ea typeface="산돌향기 M" pitchFamily="18" charset="-127"/>
                  </a:defRPr>
                </a:lvl3pPr>
                <a:lvl4pPr marL="1600200" indent="-228600" eaLnBrk="0" hangingPunct="0">
                  <a:defRPr kumimoji="1" sz="3100" b="1">
                    <a:solidFill>
                      <a:schemeClr val="tx1"/>
                    </a:solidFill>
                    <a:latin typeface="산돌향기 M" pitchFamily="18" charset="-127"/>
                    <a:ea typeface="산돌향기 M" pitchFamily="18" charset="-127"/>
                  </a:defRPr>
                </a:lvl4pPr>
                <a:lvl5pPr marL="2057400" indent="-228600" eaLnBrk="0" hangingPunct="0">
                  <a:defRPr kumimoji="1" sz="3100" b="1">
                    <a:solidFill>
                      <a:schemeClr val="tx1"/>
                    </a:solidFill>
                    <a:latin typeface="산돌향기 M" pitchFamily="18" charset="-127"/>
                    <a:ea typeface="산돌향기 M" pitchFamily="18" charset="-127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100" b="1">
                    <a:solidFill>
                      <a:schemeClr val="tx1"/>
                    </a:solidFill>
                    <a:latin typeface="산돌향기 M" pitchFamily="18" charset="-127"/>
                    <a:ea typeface="산돌향기 M" pitchFamily="18" charset="-127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100" b="1">
                    <a:solidFill>
                      <a:schemeClr val="tx1"/>
                    </a:solidFill>
                    <a:latin typeface="산돌향기 M" pitchFamily="18" charset="-127"/>
                    <a:ea typeface="산돌향기 M" pitchFamily="18" charset="-127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100" b="1">
                    <a:solidFill>
                      <a:schemeClr val="tx1"/>
                    </a:solidFill>
                    <a:latin typeface="산돌향기 M" pitchFamily="18" charset="-127"/>
                    <a:ea typeface="산돌향기 M" pitchFamily="18" charset="-127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100" b="1">
                    <a:solidFill>
                      <a:schemeClr val="tx1"/>
                    </a:solidFill>
                    <a:latin typeface="산돌향기 M" pitchFamily="18" charset="-127"/>
                    <a:ea typeface="산돌향기 M" pitchFamily="18" charset="-127"/>
                  </a:defRPr>
                </a:lvl9pPr>
              </a:lstStyle>
              <a:p>
                <a:pPr algn="ctr" defTabSz="457200" eaLnBrk="1" latinLnBrk="0" hangingPunct="1">
                  <a:defRPr/>
                </a:pPr>
                <a:r>
                  <a:rPr lang="ko-KR" altLang="en-US" sz="1200" kern="0" spc="-50" dirty="0">
                    <a:ln>
                      <a:solidFill>
                        <a:srgbClr val="4472C4">
                          <a:shade val="50000"/>
                          <a:alpha val="0"/>
                        </a:srgb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Pretendard SemiBold" panose="02000703000000020004" pitchFamily="50" charset="-127"/>
                    <a:ea typeface="Pretendard SemiBold" panose="02000703000000020004" pitchFamily="50" charset="-127"/>
                  </a:rPr>
                  <a:t>반응형</a:t>
                </a:r>
                <a:endParaRPr lang="en-US" altLang="ko-KR" sz="1200" kern="0" spc="-50" dirty="0">
                  <a:ln>
                    <a:solidFill>
                      <a:srgbClr val="4472C4">
                        <a:shade val="50000"/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</a:endParaRPr>
              </a:p>
              <a:p>
                <a:pPr algn="ctr" defTabSz="457200" eaLnBrk="1" latinLnBrk="0" hangingPunct="1">
                  <a:defRPr/>
                </a:pPr>
                <a:r>
                  <a:rPr lang="ko-KR" altLang="en-US" sz="1200" kern="0" spc="-50" dirty="0">
                    <a:ln>
                      <a:solidFill>
                        <a:srgbClr val="4472C4">
                          <a:shade val="50000"/>
                          <a:alpha val="0"/>
                        </a:srgb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Pretendard SemiBold" panose="02000703000000020004" pitchFamily="50" charset="-127"/>
                    <a:ea typeface="Pretendard SemiBold" panose="02000703000000020004" pitchFamily="50" charset="-127"/>
                  </a:rPr>
                  <a:t>기술</a:t>
                </a:r>
              </a:p>
            </p:txBody>
          </p:sp>
          <p:sp>
            <p:nvSpPr>
              <p:cNvPr id="482" name="Text Box 336">
                <a:extLst>
                  <a:ext uri="{FF2B5EF4-FFF2-40B4-BE49-F238E27FC236}">
                    <a16:creationId xmlns:a16="http://schemas.microsoft.com/office/drawing/2014/main" id="{B4CD2FC0-E11B-4E45-B294-2FFEAA8FA57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5204" y="3097156"/>
                <a:ext cx="327273" cy="327273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wrap="none" lIns="90000" tIns="54000" rIns="90000" bIns="36000" anchor="ctr">
                <a:noAutofit/>
              </a:bodyPr>
              <a:lstStyle>
                <a:lvl1pPr eaLnBrk="0" hangingPunct="0">
                  <a:defRPr kumimoji="1" sz="3100" b="1">
                    <a:solidFill>
                      <a:schemeClr val="tx1"/>
                    </a:solidFill>
                    <a:latin typeface="산돌향기 M" pitchFamily="18" charset="-127"/>
                    <a:ea typeface="산돌향기 M" pitchFamily="18" charset="-127"/>
                  </a:defRPr>
                </a:lvl1pPr>
                <a:lvl2pPr marL="742950" indent="-285750" eaLnBrk="0" hangingPunct="0">
                  <a:defRPr kumimoji="1" sz="3100" b="1">
                    <a:solidFill>
                      <a:schemeClr val="tx1"/>
                    </a:solidFill>
                    <a:latin typeface="산돌향기 M" pitchFamily="18" charset="-127"/>
                    <a:ea typeface="산돌향기 M" pitchFamily="18" charset="-127"/>
                  </a:defRPr>
                </a:lvl2pPr>
                <a:lvl3pPr marL="1143000" indent="-228600" eaLnBrk="0" hangingPunct="0">
                  <a:defRPr kumimoji="1" sz="3100" b="1">
                    <a:solidFill>
                      <a:schemeClr val="tx1"/>
                    </a:solidFill>
                    <a:latin typeface="산돌향기 M" pitchFamily="18" charset="-127"/>
                    <a:ea typeface="산돌향기 M" pitchFamily="18" charset="-127"/>
                  </a:defRPr>
                </a:lvl3pPr>
                <a:lvl4pPr marL="1600200" indent="-228600" eaLnBrk="0" hangingPunct="0">
                  <a:defRPr kumimoji="1" sz="3100" b="1">
                    <a:solidFill>
                      <a:schemeClr val="tx1"/>
                    </a:solidFill>
                    <a:latin typeface="산돌향기 M" pitchFamily="18" charset="-127"/>
                    <a:ea typeface="산돌향기 M" pitchFamily="18" charset="-127"/>
                  </a:defRPr>
                </a:lvl4pPr>
                <a:lvl5pPr marL="2057400" indent="-228600" eaLnBrk="0" hangingPunct="0">
                  <a:defRPr kumimoji="1" sz="3100" b="1">
                    <a:solidFill>
                      <a:schemeClr val="tx1"/>
                    </a:solidFill>
                    <a:latin typeface="산돌향기 M" pitchFamily="18" charset="-127"/>
                    <a:ea typeface="산돌향기 M" pitchFamily="18" charset="-127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100" b="1">
                    <a:solidFill>
                      <a:schemeClr val="tx1"/>
                    </a:solidFill>
                    <a:latin typeface="산돌향기 M" pitchFamily="18" charset="-127"/>
                    <a:ea typeface="산돌향기 M" pitchFamily="18" charset="-127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100" b="1">
                    <a:solidFill>
                      <a:schemeClr val="tx1"/>
                    </a:solidFill>
                    <a:latin typeface="산돌향기 M" pitchFamily="18" charset="-127"/>
                    <a:ea typeface="산돌향기 M" pitchFamily="18" charset="-127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100" b="1">
                    <a:solidFill>
                      <a:schemeClr val="tx1"/>
                    </a:solidFill>
                    <a:latin typeface="산돌향기 M" pitchFamily="18" charset="-127"/>
                    <a:ea typeface="산돌향기 M" pitchFamily="18" charset="-127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100" b="1">
                    <a:solidFill>
                      <a:schemeClr val="tx1"/>
                    </a:solidFill>
                    <a:latin typeface="산돌향기 M" pitchFamily="18" charset="-127"/>
                    <a:ea typeface="산돌향기 M" pitchFamily="18" charset="-127"/>
                  </a:defRPr>
                </a:lvl9pPr>
              </a:lstStyle>
              <a:p>
                <a:pPr algn="ctr" defTabSz="457200" eaLnBrk="1" latinLnBrk="0" hangingPunct="1">
                  <a:defRPr/>
                </a:pPr>
                <a:r>
                  <a:rPr lang="en-US" altLang="ko-KR" sz="1200" kern="0" spc="-50" dirty="0">
                    <a:ln>
                      <a:solidFill>
                        <a:srgbClr val="4472C4">
                          <a:shade val="50000"/>
                          <a:alpha val="0"/>
                        </a:srgbClr>
                      </a:solidFill>
                    </a:ln>
                    <a:solidFill>
                      <a:srgbClr val="045DA4"/>
                    </a:solidFill>
                    <a:latin typeface="Pretendard SemiBold" panose="02000703000000020004" pitchFamily="50" charset="-127"/>
                    <a:ea typeface="Pretendard SemiBold" panose="02000703000000020004" pitchFamily="50" charset="-127"/>
                  </a:rPr>
                  <a:t>03</a:t>
                </a:r>
                <a:endParaRPr lang="ko-KR" altLang="en-US" sz="1200" kern="0" spc="-50" dirty="0">
                  <a:ln>
                    <a:solidFill>
                      <a:srgbClr val="4472C4">
                        <a:shade val="50000"/>
                        <a:alpha val="0"/>
                      </a:srgbClr>
                    </a:solidFill>
                  </a:ln>
                  <a:solidFill>
                    <a:srgbClr val="045DA4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</a:endParaRPr>
              </a:p>
            </p:txBody>
          </p:sp>
        </p:grpSp>
        <p:grpSp>
          <p:nvGrpSpPr>
            <p:cNvPr id="506" name="그룹 505">
              <a:extLst>
                <a:ext uri="{FF2B5EF4-FFF2-40B4-BE49-F238E27FC236}">
                  <a16:creationId xmlns:a16="http://schemas.microsoft.com/office/drawing/2014/main" id="{8FFE0C3D-B740-4424-AA7F-EFC5B4603422}"/>
                </a:ext>
              </a:extLst>
            </p:cNvPr>
            <p:cNvGrpSpPr/>
            <p:nvPr/>
          </p:nvGrpSpPr>
          <p:grpSpPr>
            <a:xfrm>
              <a:off x="2516346" y="3826357"/>
              <a:ext cx="337199" cy="337205"/>
              <a:chOff x="982601" y="5024056"/>
              <a:chExt cx="370919" cy="370925"/>
            </a:xfrm>
          </p:grpSpPr>
          <p:sp>
            <p:nvSpPr>
              <p:cNvPr id="507" name="사각형: 둥근 모서리 487">
                <a:extLst>
                  <a:ext uri="{FF2B5EF4-FFF2-40B4-BE49-F238E27FC236}">
                    <a16:creationId xmlns:a16="http://schemas.microsoft.com/office/drawing/2014/main" id="{39D9889D-3C89-4A9A-81B5-843BA61B5DCD}"/>
                  </a:ext>
                </a:extLst>
              </p:cNvPr>
              <p:cNvSpPr/>
              <p:nvPr/>
            </p:nvSpPr>
            <p:spPr>
              <a:xfrm>
                <a:off x="982601" y="5150635"/>
                <a:ext cx="370919" cy="117767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65000"/>
                  <a:alpha val="50000"/>
                </a:schemeClr>
              </a:solidFill>
              <a:ln w="6350" algn="ctr">
                <a:noFill/>
                <a:miter lim="800000"/>
                <a:headEnd/>
                <a:tailEnd/>
              </a:ln>
              <a:effectLst/>
            </p:spPr>
            <p:txBody>
              <a:bodyPr wrap="square" lIns="36000" tIns="18000" rIns="36000" bIns="36000">
                <a:noAutofit/>
              </a:bodyPr>
              <a:lstStyle/>
              <a:p>
                <a:pPr algn="ctr"/>
                <a:endParaRPr kumimoji="1" lang="ko-KR" altLang="en-US" sz="1100" dirty="0">
                  <a:ln>
                    <a:solidFill>
                      <a:schemeClr val="accent1">
                        <a:shade val="5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</a:endParaRPr>
              </a:p>
            </p:txBody>
          </p:sp>
          <p:sp>
            <p:nvSpPr>
              <p:cNvPr id="508" name="사각형: 둥근 모서리 488">
                <a:extLst>
                  <a:ext uri="{FF2B5EF4-FFF2-40B4-BE49-F238E27FC236}">
                    <a16:creationId xmlns:a16="http://schemas.microsoft.com/office/drawing/2014/main" id="{9217221D-05FF-456F-8AE2-7226683ECB3C}"/>
                  </a:ext>
                </a:extLst>
              </p:cNvPr>
              <p:cNvSpPr/>
              <p:nvPr/>
            </p:nvSpPr>
            <p:spPr>
              <a:xfrm rot="5400000">
                <a:off x="982598" y="5150637"/>
                <a:ext cx="370925" cy="117763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65000"/>
                  <a:alpha val="50000"/>
                </a:schemeClr>
              </a:solidFill>
              <a:ln w="6350" algn="ctr">
                <a:noFill/>
                <a:miter lim="800000"/>
                <a:headEnd/>
                <a:tailEnd/>
              </a:ln>
              <a:effectLst/>
            </p:spPr>
            <p:txBody>
              <a:bodyPr wrap="square" lIns="36000" tIns="18000" rIns="36000" bIns="36000">
                <a:noAutofit/>
              </a:bodyPr>
              <a:lstStyle/>
              <a:p>
                <a:pPr algn="ctr"/>
                <a:endParaRPr kumimoji="1" lang="ko-KR" altLang="en-US" sz="1100" dirty="0">
                  <a:ln>
                    <a:solidFill>
                      <a:schemeClr val="accent1">
                        <a:shade val="5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</a:endParaRPr>
              </a:p>
            </p:txBody>
          </p:sp>
        </p:grpSp>
        <p:grpSp>
          <p:nvGrpSpPr>
            <p:cNvPr id="509" name="그룹 508">
              <a:extLst>
                <a:ext uri="{FF2B5EF4-FFF2-40B4-BE49-F238E27FC236}">
                  <a16:creationId xmlns:a16="http://schemas.microsoft.com/office/drawing/2014/main" id="{48741725-D27D-4148-8A04-F8BA3B804083}"/>
                </a:ext>
              </a:extLst>
            </p:cNvPr>
            <p:cNvGrpSpPr/>
            <p:nvPr/>
          </p:nvGrpSpPr>
          <p:grpSpPr>
            <a:xfrm>
              <a:off x="4171921" y="3826357"/>
              <a:ext cx="337199" cy="337205"/>
              <a:chOff x="982601" y="5024056"/>
              <a:chExt cx="370919" cy="370925"/>
            </a:xfrm>
          </p:grpSpPr>
          <p:sp>
            <p:nvSpPr>
              <p:cNvPr id="510" name="사각형: 둥근 모서리 487">
                <a:extLst>
                  <a:ext uri="{FF2B5EF4-FFF2-40B4-BE49-F238E27FC236}">
                    <a16:creationId xmlns:a16="http://schemas.microsoft.com/office/drawing/2014/main" id="{12F77062-ABF2-4C7D-8732-7691F1BD4BFC}"/>
                  </a:ext>
                </a:extLst>
              </p:cNvPr>
              <p:cNvSpPr/>
              <p:nvPr/>
            </p:nvSpPr>
            <p:spPr>
              <a:xfrm>
                <a:off x="982601" y="5150635"/>
                <a:ext cx="370919" cy="117767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65000"/>
                  <a:alpha val="50000"/>
                </a:schemeClr>
              </a:solidFill>
              <a:ln w="6350" algn="ctr">
                <a:noFill/>
                <a:miter lim="800000"/>
                <a:headEnd/>
                <a:tailEnd/>
              </a:ln>
              <a:effectLst/>
            </p:spPr>
            <p:txBody>
              <a:bodyPr wrap="square" lIns="36000" tIns="18000" rIns="36000" bIns="36000">
                <a:noAutofit/>
              </a:bodyPr>
              <a:lstStyle/>
              <a:p>
                <a:pPr algn="ctr"/>
                <a:endParaRPr kumimoji="1" lang="ko-KR" altLang="en-US" sz="1100" dirty="0">
                  <a:ln>
                    <a:solidFill>
                      <a:schemeClr val="accent1">
                        <a:shade val="5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</a:endParaRPr>
              </a:p>
            </p:txBody>
          </p:sp>
          <p:sp>
            <p:nvSpPr>
              <p:cNvPr id="511" name="사각형: 둥근 모서리 488">
                <a:extLst>
                  <a:ext uri="{FF2B5EF4-FFF2-40B4-BE49-F238E27FC236}">
                    <a16:creationId xmlns:a16="http://schemas.microsoft.com/office/drawing/2014/main" id="{24720DCC-5F3F-40AB-992C-4DFFDE105BC2}"/>
                  </a:ext>
                </a:extLst>
              </p:cNvPr>
              <p:cNvSpPr/>
              <p:nvPr/>
            </p:nvSpPr>
            <p:spPr>
              <a:xfrm rot="5400000">
                <a:off x="982598" y="5150637"/>
                <a:ext cx="370925" cy="117763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65000"/>
                  <a:alpha val="50000"/>
                </a:schemeClr>
              </a:solidFill>
              <a:ln w="6350" algn="ctr">
                <a:noFill/>
                <a:miter lim="800000"/>
                <a:headEnd/>
                <a:tailEnd/>
              </a:ln>
              <a:effectLst/>
            </p:spPr>
            <p:txBody>
              <a:bodyPr wrap="square" lIns="36000" tIns="18000" rIns="36000" bIns="36000">
                <a:noAutofit/>
              </a:bodyPr>
              <a:lstStyle/>
              <a:p>
                <a:pPr algn="ctr"/>
                <a:endParaRPr kumimoji="1" lang="ko-KR" altLang="en-US" sz="1100" dirty="0">
                  <a:ln>
                    <a:solidFill>
                      <a:schemeClr val="accent1">
                        <a:shade val="5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</a:endParaRPr>
              </a:p>
            </p:txBody>
          </p:sp>
        </p:grp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5190F96C-4FA0-482E-8A70-CE8C5CF97127}"/>
              </a:ext>
            </a:extLst>
          </p:cNvPr>
          <p:cNvGrpSpPr/>
          <p:nvPr/>
        </p:nvGrpSpPr>
        <p:grpSpPr>
          <a:xfrm>
            <a:off x="440668" y="5565068"/>
            <a:ext cx="5976664" cy="2123629"/>
            <a:chOff x="440668" y="5565068"/>
            <a:chExt cx="5976664" cy="2123629"/>
          </a:xfrm>
        </p:grpSpPr>
        <p:sp>
          <p:nvSpPr>
            <p:cNvPr id="148" name="직사각형 147"/>
            <p:cNvSpPr/>
            <p:nvPr/>
          </p:nvSpPr>
          <p:spPr>
            <a:xfrm>
              <a:off x="2475000" y="5889288"/>
              <a:ext cx="1908000" cy="1656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tIns="144000" rtlCol="0" anchor="t"/>
            <a:lstStyle/>
            <a:p>
              <a:pPr marL="90000" lvl="2" indent="-90000" defTabSz="914400" fontAlgn="base">
                <a:lnSpc>
                  <a:spcPct val="110000"/>
                </a:lnSpc>
                <a:spcBef>
                  <a:spcPct val="0"/>
                </a:spcBef>
                <a:spcAft>
                  <a:spcPts val="3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  <a:buFont typeface="Arial" pitchFamily="34" charset="0"/>
                <a:buChar char="•"/>
                <a:tabLst>
                  <a:tab pos="542925" algn="l"/>
                </a:tabLst>
                <a:defRPr/>
              </a:pPr>
              <a:r>
                <a:rPr kumimoji="1"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PC, </a:t>
              </a:r>
              <a:r>
                <a:rPr kumimoji="1"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태블릿</a:t>
              </a:r>
              <a:r>
                <a:rPr kumimoji="1"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(</a:t>
              </a:r>
              <a:r>
                <a:rPr kumimoji="1"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패드</a:t>
              </a:r>
              <a:r>
                <a:rPr kumimoji="1"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), </a:t>
              </a:r>
              <a:r>
                <a:rPr kumimoji="1"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모바일 등 다양한 브라우저 화면을 하나의 웹 사이트 소스코딩으로 멀티 플랫폼에 맞는 레이아웃 구성</a:t>
              </a:r>
            </a:p>
            <a:p>
              <a:pPr marL="90000" lvl="2" indent="-90000" defTabSz="914400" fontAlgn="base">
                <a:lnSpc>
                  <a:spcPct val="110000"/>
                </a:lnSpc>
                <a:spcBef>
                  <a:spcPct val="0"/>
                </a:spcBef>
                <a:spcAft>
                  <a:spcPts val="3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  <a:buFont typeface="Arial" pitchFamily="34" charset="0"/>
                <a:buChar char="•"/>
                <a:tabLst>
                  <a:tab pos="542925" algn="l"/>
                </a:tabLst>
                <a:defRPr/>
              </a:pPr>
              <a:r>
                <a:rPr kumimoji="1"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기관의 정체성과 부합되는 컬러 시스템 구성</a:t>
              </a:r>
            </a:p>
            <a:p>
              <a:pPr marL="90000" lvl="2" indent="-90000" defTabSz="914400" fontAlgn="base">
                <a:lnSpc>
                  <a:spcPct val="110000"/>
                </a:lnSpc>
                <a:spcBef>
                  <a:spcPct val="0"/>
                </a:spcBef>
                <a:spcAft>
                  <a:spcPts val="3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  <a:buFont typeface="Arial" pitchFamily="34" charset="0"/>
                <a:buChar char="•"/>
                <a:tabLst>
                  <a:tab pos="542925" algn="l"/>
                </a:tabLst>
                <a:defRPr/>
              </a:pPr>
              <a:r>
                <a:rPr kumimoji="1"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가능한 애니메이션은 자제하며 활용 시 최소화 적용</a:t>
              </a:r>
            </a:p>
          </p:txBody>
        </p:sp>
        <p:sp>
          <p:nvSpPr>
            <p:cNvPr id="150" name="직사각형 149"/>
            <p:cNvSpPr/>
            <p:nvPr/>
          </p:nvSpPr>
          <p:spPr>
            <a:xfrm>
              <a:off x="4509332" y="5889288"/>
              <a:ext cx="1908000" cy="1656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tIns="144000" rtlCol="0" anchor="t"/>
            <a:lstStyle/>
            <a:p>
              <a:pPr marL="90000" lvl="2" indent="-90000" defTabSz="914400" fontAlgn="base">
                <a:lnSpc>
                  <a:spcPct val="110000"/>
                </a:lnSpc>
                <a:spcBef>
                  <a:spcPct val="0"/>
                </a:spcBef>
                <a:spcAft>
                  <a:spcPts val="3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  <a:buFont typeface="Arial" pitchFamily="34" charset="0"/>
                <a:buChar char="•"/>
                <a:tabLst>
                  <a:tab pos="542925" algn="l"/>
                </a:tabLst>
                <a:defRPr/>
              </a:pPr>
              <a:r>
                <a:rPr kumimoji="1"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웹 사이트 전체 디자인 통일성을 유지하기 위한 가이드 문서 활용</a:t>
              </a:r>
            </a:p>
            <a:p>
              <a:pPr marL="90000" lvl="2" indent="-90000" defTabSz="914400" fontAlgn="base">
                <a:lnSpc>
                  <a:spcPct val="110000"/>
                </a:lnSpc>
                <a:spcBef>
                  <a:spcPct val="0"/>
                </a:spcBef>
                <a:spcAft>
                  <a:spcPts val="3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  <a:buFont typeface="Arial" pitchFamily="34" charset="0"/>
                <a:buChar char="•"/>
                <a:tabLst>
                  <a:tab pos="542925" algn="l"/>
                </a:tabLst>
                <a:defRPr/>
              </a:pPr>
              <a:r>
                <a:rPr kumimoji="1"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PC, </a:t>
              </a:r>
              <a:r>
                <a:rPr kumimoji="1"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태블릿</a:t>
              </a:r>
              <a:r>
                <a:rPr kumimoji="1"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(</a:t>
              </a:r>
              <a:r>
                <a:rPr kumimoji="1"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패드</a:t>
              </a:r>
              <a:r>
                <a:rPr kumimoji="1"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), </a:t>
              </a:r>
              <a:r>
                <a:rPr kumimoji="1"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모바일 등 일관성 있는 컨셉의 디자인 </a:t>
              </a:r>
              <a:endParaRPr kumimoji="1"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endParaRPr>
            </a:p>
            <a:p>
              <a:pPr marL="90000" lvl="2" indent="-90000" defTabSz="914400" fontAlgn="base">
                <a:lnSpc>
                  <a:spcPct val="110000"/>
                </a:lnSpc>
                <a:spcBef>
                  <a:spcPct val="0"/>
                </a:spcBef>
                <a:spcAft>
                  <a:spcPts val="3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  <a:buFont typeface="Arial" pitchFamily="34" charset="0"/>
                <a:buChar char="•"/>
                <a:tabLst>
                  <a:tab pos="542925" algn="l"/>
                </a:tabLst>
                <a:defRPr/>
              </a:pPr>
              <a:r>
                <a:rPr kumimoji="1"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레이아웃</a:t>
              </a:r>
              <a:r>
                <a:rPr kumimoji="1"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, </a:t>
              </a:r>
              <a:r>
                <a:rPr kumimoji="1" lang="ko-KR" altLang="en-US" sz="10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블릿</a:t>
              </a:r>
              <a:r>
                <a:rPr kumimoji="1"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, </a:t>
              </a:r>
              <a:r>
                <a:rPr kumimoji="1"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아이콘</a:t>
              </a:r>
              <a:r>
                <a:rPr kumimoji="1"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, UI, </a:t>
              </a:r>
              <a:r>
                <a:rPr kumimoji="1"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컬러 등 다양한 디자인 요소에 대한 가이드를 명시한 디자인 표준 문서 활용</a:t>
              </a:r>
            </a:p>
          </p:txBody>
        </p:sp>
        <p:sp>
          <p:nvSpPr>
            <p:cNvPr id="153" name="직사각형 152"/>
            <p:cNvSpPr/>
            <p:nvPr/>
          </p:nvSpPr>
          <p:spPr>
            <a:xfrm>
              <a:off x="440668" y="5889288"/>
              <a:ext cx="1908000" cy="1656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tIns="144000" rtlCol="0" anchor="t"/>
            <a:lstStyle/>
            <a:p>
              <a:pPr marL="90000" marR="0" lvl="2" indent="-90000" defTabSz="914400" fontAlgn="base">
                <a:lnSpc>
                  <a:spcPct val="110000"/>
                </a:lnSpc>
                <a:spcBef>
                  <a:spcPct val="0"/>
                </a:spcBef>
                <a:spcAft>
                  <a:spcPts val="3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  <a:buFont typeface="Arial" pitchFamily="34" charset="0"/>
                <a:buChar char="•"/>
                <a:tabLst>
                  <a:tab pos="542925" algn="l"/>
                </a:tabLst>
                <a:defRPr/>
              </a:pPr>
              <a:r>
                <a:rPr kumimoji="1"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현재 운영 사이트 분석 및 주 사용자 분석을 통한 컨셉 도출</a:t>
              </a:r>
            </a:p>
            <a:p>
              <a:pPr marL="90000" marR="0" lvl="2" indent="-90000" defTabSz="914400" fontAlgn="base">
                <a:lnSpc>
                  <a:spcPct val="110000"/>
                </a:lnSpc>
                <a:spcBef>
                  <a:spcPct val="0"/>
                </a:spcBef>
                <a:spcAft>
                  <a:spcPts val="3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  <a:buFont typeface="Arial" pitchFamily="34" charset="0"/>
                <a:buChar char="•"/>
                <a:tabLst>
                  <a:tab pos="542925" algn="l"/>
                </a:tabLst>
                <a:defRPr/>
              </a:pPr>
              <a:r>
                <a:rPr kumimoji="1"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이전 사업 및 유사 사업의 경험을 바탕으로 한 효율적인 기획 및 디자인을 수행</a:t>
              </a:r>
            </a:p>
            <a:p>
              <a:pPr marL="90000" marR="0" lvl="2" indent="-90000" defTabSz="914400" fontAlgn="base">
                <a:lnSpc>
                  <a:spcPct val="110000"/>
                </a:lnSpc>
                <a:spcBef>
                  <a:spcPct val="0"/>
                </a:spcBef>
                <a:spcAft>
                  <a:spcPts val="3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  <a:buFont typeface="Arial" pitchFamily="34" charset="0"/>
                <a:buChar char="•"/>
                <a:tabLst>
                  <a:tab pos="542925" algn="l"/>
                </a:tabLst>
                <a:defRPr/>
              </a:pPr>
              <a:r>
                <a:rPr kumimoji="1"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디자인의 품질 및 일관성 확보를 위한 제안사의 </a:t>
              </a:r>
              <a:r>
                <a:rPr kumimoji="1"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7</a:t>
              </a:r>
              <a:r>
                <a:rPr kumimoji="1"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단계 검증된 디자인 프로세스 적용</a:t>
              </a:r>
            </a:p>
          </p:txBody>
        </p:sp>
        <p:pic>
          <p:nvPicPr>
            <p:cNvPr id="512" name="그림 511">
              <a:extLst>
                <a:ext uri="{FF2B5EF4-FFF2-40B4-BE49-F238E27FC236}">
                  <a16:creationId xmlns:a16="http://schemas.microsoft.com/office/drawing/2014/main" id="{69FB2A2A-2889-4B18-A1DA-305179DBFA9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3" cstate="print"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3357296" y="4628993"/>
              <a:ext cx="143409" cy="5976000"/>
            </a:xfrm>
            <a:prstGeom prst="rect">
              <a:avLst/>
            </a:prstGeom>
          </p:spPr>
        </p:pic>
        <p:sp>
          <p:nvSpPr>
            <p:cNvPr id="146" name="직사각형 145"/>
            <p:cNvSpPr/>
            <p:nvPr/>
          </p:nvSpPr>
          <p:spPr>
            <a:xfrm>
              <a:off x="440668" y="5565068"/>
              <a:ext cx="1908000" cy="324000"/>
            </a:xfrm>
            <a:prstGeom prst="rect">
              <a:avLst/>
            </a:prstGeom>
            <a:solidFill>
              <a:srgbClr val="E3E7ED"/>
            </a:solidFill>
            <a:ln w="25400" cap="flat" cmpd="sng" algn="ctr">
              <a:noFill/>
              <a:prstDash val="solid"/>
            </a:ln>
            <a:effectLst/>
          </p:spPr>
          <p:txBody>
            <a:bodyPr lIns="396000" tIns="0" rIns="0" bIns="0" rtlCol="0" anchor="ctr"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1200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디자인 프로세스 적용</a:t>
              </a:r>
            </a:p>
          </p:txBody>
        </p:sp>
        <p:sp>
          <p:nvSpPr>
            <p:cNvPr id="147" name="직사각형 146"/>
            <p:cNvSpPr/>
            <p:nvPr/>
          </p:nvSpPr>
          <p:spPr>
            <a:xfrm>
              <a:off x="2475000" y="5565068"/>
              <a:ext cx="1908000" cy="324000"/>
            </a:xfrm>
            <a:prstGeom prst="rect">
              <a:avLst/>
            </a:prstGeom>
            <a:solidFill>
              <a:srgbClr val="E3E7ED"/>
            </a:solidFill>
            <a:ln w="25400" cap="flat" cmpd="sng" algn="ctr">
              <a:noFill/>
              <a:prstDash val="solid"/>
            </a:ln>
            <a:effectLst/>
          </p:spPr>
          <p:txBody>
            <a:bodyPr lIns="396000" tIns="0" rIns="0" bIns="0" rtlCol="0" anchor="ctr"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1200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디자인 요소 구축 방안</a:t>
              </a:r>
            </a:p>
          </p:txBody>
        </p:sp>
        <p:sp>
          <p:nvSpPr>
            <p:cNvPr id="149" name="직사각형 148"/>
            <p:cNvSpPr/>
            <p:nvPr/>
          </p:nvSpPr>
          <p:spPr>
            <a:xfrm>
              <a:off x="4509332" y="5565068"/>
              <a:ext cx="1908000" cy="324000"/>
            </a:xfrm>
            <a:prstGeom prst="rect">
              <a:avLst/>
            </a:prstGeom>
            <a:solidFill>
              <a:srgbClr val="E3E7ED"/>
            </a:solidFill>
            <a:ln w="25400" cap="flat" cmpd="sng" algn="ctr">
              <a:noFill/>
              <a:prstDash val="solid"/>
            </a:ln>
            <a:effectLst/>
          </p:spPr>
          <p:txBody>
            <a:bodyPr lIns="396000" tIns="0" rIns="0" bIns="0" rtlCol="0" anchor="ctr"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1200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스타일가이드 활용</a:t>
              </a:r>
            </a:p>
          </p:txBody>
        </p:sp>
        <p:sp>
          <p:nvSpPr>
            <p:cNvPr id="202" name="任意形状 845"/>
            <p:cNvSpPr/>
            <p:nvPr/>
          </p:nvSpPr>
          <p:spPr>
            <a:xfrm>
              <a:off x="2564904" y="5616978"/>
              <a:ext cx="228568" cy="2285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cubicBezTo>
                    <a:pt x="16764" y="0"/>
                    <a:pt x="21600" y="4296"/>
                    <a:pt x="21600" y="9600"/>
                  </a:cubicBezTo>
                  <a:cubicBezTo>
                    <a:pt x="21598" y="12913"/>
                    <a:pt x="18913" y="15598"/>
                    <a:pt x="15600" y="15600"/>
                  </a:cubicBezTo>
                  <a:lnTo>
                    <a:pt x="13476" y="15600"/>
                  </a:lnTo>
                  <a:cubicBezTo>
                    <a:pt x="12480" y="15600"/>
                    <a:pt x="11676" y="16404"/>
                    <a:pt x="11676" y="17400"/>
                  </a:cubicBezTo>
                  <a:cubicBezTo>
                    <a:pt x="11676" y="17856"/>
                    <a:pt x="11856" y="18276"/>
                    <a:pt x="12132" y="18588"/>
                  </a:cubicBezTo>
                  <a:cubicBezTo>
                    <a:pt x="12420" y="18912"/>
                    <a:pt x="12600" y="19332"/>
                    <a:pt x="12600" y="19800"/>
                  </a:cubicBezTo>
                  <a:cubicBezTo>
                    <a:pt x="12600" y="20796"/>
                    <a:pt x="11772" y="21600"/>
                    <a:pt x="10800" y="21600"/>
                  </a:cubicBezTo>
                  <a:cubicBezTo>
                    <a:pt x="4836" y="21600"/>
                    <a:pt x="0" y="16764"/>
                    <a:pt x="0" y="10800"/>
                  </a:cubicBezTo>
                  <a:cubicBezTo>
                    <a:pt x="0" y="4836"/>
                    <a:pt x="4836" y="0"/>
                    <a:pt x="10800" y="0"/>
                  </a:cubicBezTo>
                  <a:close/>
                  <a:moveTo>
                    <a:pt x="9516" y="17400"/>
                  </a:moveTo>
                  <a:cubicBezTo>
                    <a:pt x="9514" y="15214"/>
                    <a:pt x="11284" y="13441"/>
                    <a:pt x="13470" y="13440"/>
                  </a:cubicBezTo>
                  <a:cubicBezTo>
                    <a:pt x="13472" y="13440"/>
                    <a:pt x="13474" y="13440"/>
                    <a:pt x="13476" y="13440"/>
                  </a:cubicBezTo>
                  <a:lnTo>
                    <a:pt x="15600" y="13440"/>
                  </a:lnTo>
                  <a:cubicBezTo>
                    <a:pt x="17719" y="13438"/>
                    <a:pt x="19438" y="11721"/>
                    <a:pt x="19440" y="9601"/>
                  </a:cubicBezTo>
                  <a:cubicBezTo>
                    <a:pt x="19440" y="5550"/>
                    <a:pt x="15625" y="2160"/>
                    <a:pt x="10800" y="2160"/>
                  </a:cubicBezTo>
                  <a:cubicBezTo>
                    <a:pt x="6028" y="2156"/>
                    <a:pt x="2156" y="6020"/>
                    <a:pt x="2152" y="10792"/>
                  </a:cubicBezTo>
                  <a:cubicBezTo>
                    <a:pt x="2148" y="15287"/>
                    <a:pt x="5591" y="19034"/>
                    <a:pt x="10070" y="19410"/>
                  </a:cubicBezTo>
                  <a:cubicBezTo>
                    <a:pt x="9708" y="18802"/>
                    <a:pt x="9517" y="18108"/>
                    <a:pt x="9516" y="17401"/>
                  </a:cubicBezTo>
                  <a:close/>
                  <a:moveTo>
                    <a:pt x="5940" y="10800"/>
                  </a:moveTo>
                  <a:cubicBezTo>
                    <a:pt x="5045" y="10800"/>
                    <a:pt x="4320" y="10075"/>
                    <a:pt x="4320" y="9180"/>
                  </a:cubicBezTo>
                  <a:cubicBezTo>
                    <a:pt x="4320" y="8285"/>
                    <a:pt x="5045" y="7560"/>
                    <a:pt x="5940" y="7560"/>
                  </a:cubicBezTo>
                  <a:cubicBezTo>
                    <a:pt x="6835" y="7560"/>
                    <a:pt x="7560" y="8285"/>
                    <a:pt x="7560" y="9180"/>
                  </a:cubicBezTo>
                  <a:cubicBezTo>
                    <a:pt x="7560" y="10075"/>
                    <a:pt x="6835" y="10800"/>
                    <a:pt x="5940" y="10800"/>
                  </a:cubicBezTo>
                  <a:close/>
                  <a:moveTo>
                    <a:pt x="15660" y="10800"/>
                  </a:moveTo>
                  <a:cubicBezTo>
                    <a:pt x="14765" y="10800"/>
                    <a:pt x="14040" y="10075"/>
                    <a:pt x="14040" y="9180"/>
                  </a:cubicBezTo>
                  <a:cubicBezTo>
                    <a:pt x="14040" y="8285"/>
                    <a:pt x="14765" y="7560"/>
                    <a:pt x="15660" y="7560"/>
                  </a:cubicBezTo>
                  <a:cubicBezTo>
                    <a:pt x="16555" y="7560"/>
                    <a:pt x="17280" y="8285"/>
                    <a:pt x="17280" y="9180"/>
                  </a:cubicBezTo>
                  <a:cubicBezTo>
                    <a:pt x="17280" y="10075"/>
                    <a:pt x="16555" y="10800"/>
                    <a:pt x="15660" y="10800"/>
                  </a:cubicBezTo>
                  <a:close/>
                  <a:moveTo>
                    <a:pt x="10800" y="7560"/>
                  </a:moveTo>
                  <a:cubicBezTo>
                    <a:pt x="9905" y="7560"/>
                    <a:pt x="9180" y="6835"/>
                    <a:pt x="9180" y="5940"/>
                  </a:cubicBezTo>
                  <a:cubicBezTo>
                    <a:pt x="9180" y="5045"/>
                    <a:pt x="9905" y="4320"/>
                    <a:pt x="10800" y="4320"/>
                  </a:cubicBezTo>
                  <a:cubicBezTo>
                    <a:pt x="11695" y="4320"/>
                    <a:pt x="12420" y="5045"/>
                    <a:pt x="12420" y="5940"/>
                  </a:cubicBezTo>
                  <a:cubicBezTo>
                    <a:pt x="12420" y="6835"/>
                    <a:pt x="11695" y="7560"/>
                    <a:pt x="10800" y="7560"/>
                  </a:cubicBez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203" name="任意形状 657"/>
            <p:cNvSpPr/>
            <p:nvPr/>
          </p:nvSpPr>
          <p:spPr>
            <a:xfrm>
              <a:off x="548680" y="5624652"/>
              <a:ext cx="205714" cy="21322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6703" y="16208"/>
                  </a:moveTo>
                  <a:lnTo>
                    <a:pt x="0" y="16208"/>
                  </a:lnTo>
                  <a:lnTo>
                    <a:pt x="0" y="13893"/>
                  </a:lnTo>
                  <a:lnTo>
                    <a:pt x="21600" y="13893"/>
                  </a:lnTo>
                  <a:lnTo>
                    <a:pt x="21600" y="16208"/>
                  </a:lnTo>
                  <a:lnTo>
                    <a:pt x="14897" y="16208"/>
                  </a:lnTo>
                  <a:lnTo>
                    <a:pt x="18788" y="19963"/>
                  </a:lnTo>
                  <a:lnTo>
                    <a:pt x="17092" y="21600"/>
                  </a:lnTo>
                  <a:lnTo>
                    <a:pt x="12000" y="16688"/>
                  </a:lnTo>
                  <a:lnTo>
                    <a:pt x="12000" y="19682"/>
                  </a:lnTo>
                  <a:lnTo>
                    <a:pt x="9600" y="19682"/>
                  </a:lnTo>
                  <a:lnTo>
                    <a:pt x="9600" y="16688"/>
                  </a:lnTo>
                  <a:lnTo>
                    <a:pt x="4508" y="21600"/>
                  </a:lnTo>
                  <a:lnTo>
                    <a:pt x="2812" y="19963"/>
                  </a:lnTo>
                  <a:lnTo>
                    <a:pt x="6703" y="16208"/>
                  </a:lnTo>
                  <a:close/>
                  <a:moveTo>
                    <a:pt x="2400" y="0"/>
                  </a:moveTo>
                  <a:lnTo>
                    <a:pt x="19200" y="0"/>
                  </a:lnTo>
                  <a:cubicBezTo>
                    <a:pt x="19863" y="0"/>
                    <a:pt x="20400" y="518"/>
                    <a:pt x="20400" y="1158"/>
                  </a:cubicBezTo>
                  <a:lnTo>
                    <a:pt x="20400" y="12735"/>
                  </a:lnTo>
                  <a:lnTo>
                    <a:pt x="1200" y="12735"/>
                  </a:lnTo>
                  <a:lnTo>
                    <a:pt x="1200" y="1158"/>
                  </a:lnTo>
                  <a:cubicBezTo>
                    <a:pt x="1200" y="518"/>
                    <a:pt x="1737" y="0"/>
                    <a:pt x="2400" y="0"/>
                  </a:cubicBezTo>
                  <a:close/>
                  <a:moveTo>
                    <a:pt x="3600" y="2315"/>
                  </a:moveTo>
                  <a:lnTo>
                    <a:pt x="3600" y="10420"/>
                  </a:lnTo>
                  <a:lnTo>
                    <a:pt x="18000" y="10420"/>
                  </a:lnTo>
                  <a:lnTo>
                    <a:pt x="18000" y="2315"/>
                  </a:lnTo>
                  <a:lnTo>
                    <a:pt x="3600" y="2315"/>
                  </a:ln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514" name="任意形状 1441">
              <a:extLst>
                <a:ext uri="{FF2B5EF4-FFF2-40B4-BE49-F238E27FC236}">
                  <a16:creationId xmlns:a16="http://schemas.microsoft.com/office/drawing/2014/main" id="{C8FAABBF-9346-4A58-BF42-11C2665849D8}"/>
                </a:ext>
              </a:extLst>
            </p:cNvPr>
            <p:cNvSpPr/>
            <p:nvPr/>
          </p:nvSpPr>
          <p:spPr>
            <a:xfrm>
              <a:off x="4607685" y="5615477"/>
              <a:ext cx="189467" cy="23157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800" y="1964"/>
                  </a:moveTo>
                  <a:lnTo>
                    <a:pt x="20400" y="1964"/>
                  </a:lnTo>
                  <a:cubicBezTo>
                    <a:pt x="21063" y="1964"/>
                    <a:pt x="21600" y="2403"/>
                    <a:pt x="21600" y="2945"/>
                  </a:cubicBezTo>
                  <a:lnTo>
                    <a:pt x="21600" y="20618"/>
                  </a:lnTo>
                  <a:cubicBezTo>
                    <a:pt x="21600" y="21160"/>
                    <a:pt x="21063" y="21600"/>
                    <a:pt x="20400" y="21600"/>
                  </a:cubicBezTo>
                  <a:lnTo>
                    <a:pt x="1200" y="21600"/>
                  </a:lnTo>
                  <a:cubicBezTo>
                    <a:pt x="537" y="21600"/>
                    <a:pt x="0" y="21160"/>
                    <a:pt x="0" y="20618"/>
                  </a:cubicBezTo>
                  <a:lnTo>
                    <a:pt x="0" y="2945"/>
                  </a:lnTo>
                  <a:cubicBezTo>
                    <a:pt x="0" y="2403"/>
                    <a:pt x="537" y="1964"/>
                    <a:pt x="1200" y="1964"/>
                  </a:cubicBezTo>
                  <a:lnTo>
                    <a:pt x="4800" y="1964"/>
                  </a:lnTo>
                  <a:lnTo>
                    <a:pt x="4800" y="0"/>
                  </a:lnTo>
                  <a:lnTo>
                    <a:pt x="7200" y="0"/>
                  </a:lnTo>
                  <a:lnTo>
                    <a:pt x="7200" y="1964"/>
                  </a:lnTo>
                  <a:lnTo>
                    <a:pt x="14400" y="1964"/>
                  </a:lnTo>
                  <a:lnTo>
                    <a:pt x="14400" y="0"/>
                  </a:lnTo>
                  <a:lnTo>
                    <a:pt x="16800" y="0"/>
                  </a:lnTo>
                  <a:lnTo>
                    <a:pt x="16800" y="1964"/>
                  </a:lnTo>
                  <a:close/>
                  <a:moveTo>
                    <a:pt x="16800" y="3927"/>
                  </a:moveTo>
                  <a:lnTo>
                    <a:pt x="16800" y="5891"/>
                  </a:lnTo>
                  <a:lnTo>
                    <a:pt x="14400" y="5891"/>
                  </a:lnTo>
                  <a:lnTo>
                    <a:pt x="14400" y="3927"/>
                  </a:lnTo>
                  <a:lnTo>
                    <a:pt x="7200" y="3927"/>
                  </a:lnTo>
                  <a:lnTo>
                    <a:pt x="7200" y="5891"/>
                  </a:lnTo>
                  <a:lnTo>
                    <a:pt x="4800" y="5891"/>
                  </a:lnTo>
                  <a:lnTo>
                    <a:pt x="4800" y="3927"/>
                  </a:lnTo>
                  <a:lnTo>
                    <a:pt x="2400" y="3927"/>
                  </a:lnTo>
                  <a:lnTo>
                    <a:pt x="2400" y="19636"/>
                  </a:lnTo>
                  <a:lnTo>
                    <a:pt x="19200" y="19636"/>
                  </a:lnTo>
                  <a:lnTo>
                    <a:pt x="19200" y="3927"/>
                  </a:lnTo>
                  <a:lnTo>
                    <a:pt x="16800" y="3927"/>
                  </a:lnTo>
                  <a:close/>
                  <a:moveTo>
                    <a:pt x="4800" y="7855"/>
                  </a:moveTo>
                  <a:lnTo>
                    <a:pt x="16800" y="7855"/>
                  </a:lnTo>
                  <a:lnTo>
                    <a:pt x="16800" y="9818"/>
                  </a:lnTo>
                  <a:lnTo>
                    <a:pt x="4800" y="9818"/>
                  </a:lnTo>
                  <a:lnTo>
                    <a:pt x="4800" y="7855"/>
                  </a:lnTo>
                  <a:close/>
                  <a:moveTo>
                    <a:pt x="4800" y="11782"/>
                  </a:moveTo>
                  <a:lnTo>
                    <a:pt x="16800" y="11782"/>
                  </a:lnTo>
                  <a:lnTo>
                    <a:pt x="16800" y="13745"/>
                  </a:lnTo>
                  <a:lnTo>
                    <a:pt x="4800" y="13745"/>
                  </a:lnTo>
                  <a:lnTo>
                    <a:pt x="4800" y="11782"/>
                  </a:ln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</p:grpSp>
      <p:sp>
        <p:nvSpPr>
          <p:cNvPr id="515" name="Rectangle 423">
            <a:extLst>
              <a:ext uri="{FF2B5EF4-FFF2-40B4-BE49-F238E27FC236}">
                <a16:creationId xmlns:a16="http://schemas.microsoft.com/office/drawing/2014/main" id="{3ED42BEF-3C5D-4CAC-8D48-D19640B8B6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2003" y="3476836"/>
            <a:ext cx="4053995" cy="1692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>
            <a:lvl1pPr algn="ctr">
              <a:buSzPct val="80000"/>
              <a:defRPr kumimoji="1" sz="1000">
                <a:solidFill>
                  <a:schemeClr val="bg1"/>
                </a:solidFill>
                <a:latin typeface="산돌고딕 L" pitchFamily="18" charset="-127"/>
                <a:ea typeface="산돌고딕 L" pitchFamily="18" charset="-127"/>
              </a:defRPr>
            </a:lvl1pPr>
            <a:lvl2pPr marL="742950" indent="-285750" algn="ctr">
              <a:buSzPct val="80000"/>
              <a:defRPr kumimoji="1" sz="1000">
                <a:solidFill>
                  <a:schemeClr val="bg1"/>
                </a:solidFill>
                <a:latin typeface="산돌고딕 L" pitchFamily="18" charset="-127"/>
                <a:ea typeface="산돌고딕 L" pitchFamily="18" charset="-127"/>
              </a:defRPr>
            </a:lvl2pPr>
            <a:lvl3pPr marL="1143000" indent="-228600" algn="ctr">
              <a:buSzPct val="80000"/>
              <a:defRPr kumimoji="1" sz="1000">
                <a:solidFill>
                  <a:schemeClr val="bg1"/>
                </a:solidFill>
                <a:latin typeface="산돌고딕 L" pitchFamily="18" charset="-127"/>
                <a:ea typeface="산돌고딕 L" pitchFamily="18" charset="-127"/>
              </a:defRPr>
            </a:lvl3pPr>
            <a:lvl4pPr marL="1600200" indent="-228600" algn="ctr">
              <a:buSzPct val="80000"/>
              <a:defRPr kumimoji="1" sz="1000">
                <a:solidFill>
                  <a:schemeClr val="bg1"/>
                </a:solidFill>
                <a:latin typeface="산돌고딕 L" pitchFamily="18" charset="-127"/>
                <a:ea typeface="산돌고딕 L" pitchFamily="18" charset="-127"/>
              </a:defRPr>
            </a:lvl4pPr>
            <a:lvl5pPr marL="2057400" indent="-228600" algn="ctr">
              <a:buSzPct val="80000"/>
              <a:defRPr kumimoji="1" sz="1000">
                <a:solidFill>
                  <a:schemeClr val="bg1"/>
                </a:solidFill>
                <a:latin typeface="산돌고딕 L" pitchFamily="18" charset="-127"/>
                <a:ea typeface="산돌고딕 L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SzPct val="80000"/>
              <a:defRPr kumimoji="1" sz="1000">
                <a:solidFill>
                  <a:schemeClr val="bg1"/>
                </a:solidFill>
                <a:latin typeface="산돌고딕 L" pitchFamily="18" charset="-127"/>
                <a:ea typeface="산돌고딕 L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SzPct val="80000"/>
              <a:defRPr kumimoji="1" sz="1000">
                <a:solidFill>
                  <a:schemeClr val="bg1"/>
                </a:solidFill>
                <a:latin typeface="산돌고딕 L" pitchFamily="18" charset="-127"/>
                <a:ea typeface="산돌고딕 L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SzPct val="80000"/>
              <a:defRPr kumimoji="1" sz="1000">
                <a:solidFill>
                  <a:schemeClr val="bg1"/>
                </a:solidFill>
                <a:latin typeface="산돌고딕 L" pitchFamily="18" charset="-127"/>
                <a:ea typeface="산돌고딕 L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SzPct val="80000"/>
              <a:defRPr kumimoji="1" sz="1000">
                <a:solidFill>
                  <a:schemeClr val="bg1"/>
                </a:solidFill>
                <a:latin typeface="산돌고딕 L" pitchFamily="18" charset="-127"/>
                <a:ea typeface="산돌고딕 L" pitchFamily="18" charset="-127"/>
              </a:defRPr>
            </a:lvl9pPr>
          </a:lstStyle>
          <a:p>
            <a:pPr fontAlgn="base">
              <a:spcBef>
                <a:spcPct val="0"/>
              </a:spcBef>
              <a:spcAft>
                <a:spcPts val="600"/>
              </a:spcAft>
              <a:buSzTx/>
              <a:defRPr/>
            </a:pPr>
            <a:r>
              <a:rPr lang="ko-KR" altLang="en-US" sz="1100" spc="-5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2">
                    <a:lumMod val="75000"/>
                  </a:schemeClr>
                </a:solidFill>
                <a:latin typeface="+mn-ea"/>
                <a:ea typeface="+mn-ea"/>
              </a:rPr>
              <a:t>철저한 과업 분석과 소통을 통하여 사업성공을 위한 </a:t>
            </a:r>
            <a:r>
              <a:rPr lang="en-US" altLang="ko-KR" sz="1100" spc="-5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2">
                    <a:lumMod val="75000"/>
                  </a:schemeClr>
                </a:solidFill>
                <a:latin typeface="+mn-ea"/>
                <a:ea typeface="+mn-ea"/>
              </a:rPr>
              <a:t>4</a:t>
            </a:r>
            <a:r>
              <a:rPr lang="ko-KR" altLang="en-US" sz="1100" spc="-5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2">
                    <a:lumMod val="75000"/>
                  </a:schemeClr>
                </a:solidFill>
                <a:latin typeface="+mn-ea"/>
                <a:ea typeface="+mn-ea"/>
              </a:rPr>
              <a:t>대 사업수행 방향을 수립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CA7DB0-18F7-4EE0-C6C6-3A45664E3A58}"/>
              </a:ext>
            </a:extLst>
          </p:cNvPr>
          <p:cNvSpPr txBox="1"/>
          <p:nvPr/>
        </p:nvSpPr>
        <p:spPr>
          <a:xfrm>
            <a:off x="1667082" y="503378"/>
            <a:ext cx="1288814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defTabSz="987095"/>
            <a:r>
              <a:rPr lang="en-US" altLang="ko-KR" sz="800" spc="-54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Ⅲ  </a:t>
            </a:r>
            <a:r>
              <a:rPr lang="ko-KR" altLang="en-US" sz="800" spc="-54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기술 및 기능  </a:t>
            </a:r>
            <a:r>
              <a:rPr lang="en-US" altLang="ko-KR" sz="800" spc="-54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&gt;  2. </a:t>
            </a:r>
            <a:r>
              <a:rPr lang="ko-KR" altLang="en-US" sz="800" spc="-54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기능 요구사항</a:t>
            </a:r>
          </a:p>
        </p:txBody>
      </p:sp>
    </p:spTree>
    <p:extLst>
      <p:ext uri="{BB962C8B-B14F-4D97-AF65-F5344CB8AC3E}">
        <p14:creationId xmlns:p14="http://schemas.microsoft.com/office/powerpoint/2010/main" val="363909723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제목 89"/>
          <p:cNvSpPr>
            <a:spLocks noGrp="1"/>
          </p:cNvSpPr>
          <p:nvPr>
            <p:ph type="title"/>
          </p:nvPr>
        </p:nvSpPr>
        <p:spPr>
          <a:xfrm>
            <a:off x="512676" y="1064568"/>
            <a:ext cx="1202303" cy="199285"/>
          </a:xfrm>
          <a:prstGeom prst="rect">
            <a:avLst/>
          </a:prstGeom>
          <a:noFill/>
        </p:spPr>
        <p:txBody>
          <a:bodyPr wrap="none" lIns="108000" tIns="0" rIns="0" bIns="0" anchor="ctr">
            <a:spAutoFit/>
          </a:bodyPr>
          <a:lstStyle/>
          <a:p>
            <a:r>
              <a:rPr lang="en-US" altLang="ko-KR" dirty="0"/>
              <a:t>2.7 </a:t>
            </a:r>
            <a:r>
              <a:rPr lang="ko-KR" altLang="en-US" dirty="0"/>
              <a:t>업무흐름도</a:t>
            </a: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685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685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graphicFrame>
        <p:nvGraphicFramePr>
          <p:cNvPr id="44" name="Group 29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6356370"/>
              </p:ext>
            </p:extLst>
          </p:nvPr>
        </p:nvGraphicFramePr>
        <p:xfrm>
          <a:off x="441330" y="2903229"/>
          <a:ext cx="5975337" cy="6478263"/>
        </p:xfrm>
        <a:graphic>
          <a:graphicData uri="http://schemas.openxmlformats.org/drawingml/2006/table">
            <a:tbl>
              <a:tblPr/>
              <a:tblGrid>
                <a:gridCol w="13674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5232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6343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65595">
                <a:tc>
                  <a:txBody>
                    <a:bodyPr/>
                    <a:lstStyle/>
                    <a:p>
                      <a:pPr marL="0" marR="0" lvl="0" indent="0" algn="ctr" defTabSz="941388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업무설명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1388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사용자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1388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업무흐름도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1388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타 시스템</a:t>
                      </a:r>
                      <a:endParaRPr kumimoji="0" lang="en-US" altLang="ko-KR" sz="10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  <a:p>
                      <a:pPr marL="0" marR="0" lvl="0" indent="0" algn="ctr" defTabSz="941388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(</a:t>
                      </a:r>
                      <a:r>
                        <a:rPr kumimoji="0" lang="ko-KR" altLang="en-US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연계</a:t>
                      </a:r>
                      <a:r>
                        <a:rPr kumimoji="0" lang="en-US" altLang="ko-KR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)</a:t>
                      </a:r>
                      <a:endParaRPr kumimoji="0" lang="ko-KR" altLang="en-US" sz="10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12668">
                <a:tc>
                  <a:txBody>
                    <a:bodyPr/>
                    <a:lstStyle/>
                    <a:p>
                      <a:pPr marL="0" marR="0" lvl="0" indent="0" algn="ctr" defTabSz="99695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9695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9695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9695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9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40" name="AutoShape 33"/>
          <p:cNvSpPr>
            <a:spLocks noChangeArrowheads="1"/>
          </p:cNvSpPr>
          <p:nvPr/>
        </p:nvSpPr>
        <p:spPr bwMode="auto">
          <a:xfrm>
            <a:off x="2708920" y="3705814"/>
            <a:ext cx="792000" cy="180000"/>
          </a:xfrm>
          <a:prstGeom prst="roundRect">
            <a:avLst>
              <a:gd name="adj" fmla="val 0"/>
            </a:avLst>
          </a:prstGeom>
          <a:solidFill>
            <a:srgbClr val="DEEBF7"/>
          </a:solidFill>
          <a:ln w="6350" cap="flat" cmpd="sng" algn="ctr">
            <a:solidFill>
              <a:srgbClr val="B5D2ED"/>
            </a:solidFill>
            <a:prstDash val="solid"/>
          </a:ln>
          <a:effectLst/>
        </p:spPr>
        <p:txBody>
          <a:bodyPr wrap="none" lIns="0" tIns="0" rIns="0" bIns="0" rtlCol="0" anchor="ctr"/>
          <a:lstStyle/>
          <a:p>
            <a:pPr algn="ctr" defTabSz="914400" fontAlgn="base">
              <a:lnSpc>
                <a:spcPct val="120000"/>
              </a:lnSpc>
              <a:spcAft>
                <a:spcPct val="0"/>
              </a:spcAft>
            </a:pPr>
            <a:r>
              <a:rPr kumimoji="1" lang="ko-KR" altLang="en-US" sz="900" ker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부서코드</a:t>
            </a:r>
          </a:p>
        </p:txBody>
      </p:sp>
      <p:sp>
        <p:nvSpPr>
          <p:cNvPr id="46" name="AutoShape 33"/>
          <p:cNvSpPr>
            <a:spLocks noChangeArrowheads="1"/>
          </p:cNvSpPr>
          <p:nvPr/>
        </p:nvSpPr>
        <p:spPr bwMode="auto">
          <a:xfrm>
            <a:off x="4581216" y="3705814"/>
            <a:ext cx="792000" cy="180000"/>
          </a:xfrm>
          <a:prstGeom prst="roundRect">
            <a:avLst>
              <a:gd name="adj" fmla="val 0"/>
            </a:avLst>
          </a:prstGeom>
          <a:solidFill>
            <a:srgbClr val="DEEBF7"/>
          </a:solidFill>
          <a:ln w="6350" cap="flat" cmpd="sng" algn="ctr">
            <a:solidFill>
              <a:srgbClr val="B5D2ED"/>
            </a:solidFill>
            <a:prstDash val="solid"/>
          </a:ln>
          <a:effectLst/>
        </p:spPr>
        <p:txBody>
          <a:bodyPr wrap="none" lIns="0" tIns="0" rIns="0" bIns="0" rtlCol="0" anchor="ctr"/>
          <a:lstStyle/>
          <a:p>
            <a:pPr algn="ctr" defTabSz="914400" fontAlgn="base">
              <a:lnSpc>
                <a:spcPct val="120000"/>
              </a:lnSpc>
              <a:spcAft>
                <a:spcPct val="0"/>
              </a:spcAft>
            </a:pPr>
            <a:r>
              <a:rPr kumimoji="1" lang="ko-KR" altLang="en-US" sz="900" ker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지초정보</a:t>
            </a:r>
          </a:p>
        </p:txBody>
      </p:sp>
      <p:sp>
        <p:nvSpPr>
          <p:cNvPr id="47" name="AutoShape 33"/>
          <p:cNvSpPr>
            <a:spLocks noChangeArrowheads="1"/>
          </p:cNvSpPr>
          <p:nvPr/>
        </p:nvSpPr>
        <p:spPr bwMode="auto">
          <a:xfrm>
            <a:off x="2708920" y="5817136"/>
            <a:ext cx="792000" cy="180000"/>
          </a:xfrm>
          <a:prstGeom prst="roundRect">
            <a:avLst>
              <a:gd name="adj" fmla="val 0"/>
            </a:avLst>
          </a:prstGeom>
          <a:solidFill>
            <a:srgbClr val="DEEBF7"/>
          </a:solidFill>
          <a:ln w="6350" cap="flat" cmpd="sng" algn="ctr">
            <a:solidFill>
              <a:srgbClr val="B5D2ED"/>
            </a:solidFill>
            <a:prstDash val="solid"/>
          </a:ln>
          <a:effectLst/>
        </p:spPr>
        <p:txBody>
          <a:bodyPr wrap="none" lIns="0" tIns="0" rIns="0" bIns="0" rtlCol="0" anchor="ctr"/>
          <a:lstStyle/>
          <a:p>
            <a:pPr algn="ctr" defTabSz="914400" fontAlgn="base">
              <a:lnSpc>
                <a:spcPct val="120000"/>
              </a:lnSpc>
              <a:spcAft>
                <a:spcPct val="0"/>
              </a:spcAft>
            </a:pPr>
            <a:r>
              <a:rPr kumimoji="1" lang="ko-KR" altLang="en-US" sz="900" ker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보임</a:t>
            </a:r>
            <a:r>
              <a:rPr kumimoji="1" lang="en-US" altLang="ko-KR" sz="900" ker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/</a:t>
            </a:r>
            <a:r>
              <a:rPr kumimoji="1" lang="ko-KR" altLang="en-US" sz="900" ker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해임</a:t>
            </a:r>
          </a:p>
        </p:txBody>
      </p:sp>
      <p:sp>
        <p:nvSpPr>
          <p:cNvPr id="48" name="AutoShape 33"/>
          <p:cNvSpPr>
            <a:spLocks noChangeArrowheads="1"/>
          </p:cNvSpPr>
          <p:nvPr/>
        </p:nvSpPr>
        <p:spPr bwMode="auto">
          <a:xfrm>
            <a:off x="3645112" y="5817136"/>
            <a:ext cx="792000" cy="180000"/>
          </a:xfrm>
          <a:prstGeom prst="roundRect">
            <a:avLst>
              <a:gd name="adj" fmla="val 0"/>
            </a:avLst>
          </a:prstGeom>
          <a:solidFill>
            <a:srgbClr val="DEEBF7"/>
          </a:solidFill>
          <a:ln w="6350" cap="flat" cmpd="sng" algn="ctr">
            <a:solidFill>
              <a:srgbClr val="B5D2ED"/>
            </a:solidFill>
            <a:prstDash val="solid"/>
          </a:ln>
          <a:effectLst/>
        </p:spPr>
        <p:txBody>
          <a:bodyPr wrap="none" lIns="0" tIns="0" rIns="0" bIns="0" rtlCol="0" anchor="ctr"/>
          <a:lstStyle/>
          <a:p>
            <a:pPr algn="ctr" defTabSz="914400" fontAlgn="base">
              <a:lnSpc>
                <a:spcPct val="120000"/>
              </a:lnSpc>
              <a:spcAft>
                <a:spcPct val="0"/>
              </a:spcAft>
            </a:pPr>
            <a:r>
              <a:rPr kumimoji="1" lang="ko-KR" altLang="en-US" sz="900" ker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휴직</a:t>
            </a:r>
            <a:r>
              <a:rPr kumimoji="1" lang="en-US" altLang="ko-KR" sz="900" ker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/</a:t>
            </a:r>
            <a:r>
              <a:rPr kumimoji="1" lang="ko-KR" altLang="en-US" sz="900" ker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복직</a:t>
            </a:r>
          </a:p>
        </p:txBody>
      </p:sp>
      <p:sp>
        <p:nvSpPr>
          <p:cNvPr id="49" name="AutoShape 33"/>
          <p:cNvSpPr>
            <a:spLocks noChangeArrowheads="1"/>
          </p:cNvSpPr>
          <p:nvPr/>
        </p:nvSpPr>
        <p:spPr bwMode="auto">
          <a:xfrm>
            <a:off x="4581216" y="5817136"/>
            <a:ext cx="792000" cy="180000"/>
          </a:xfrm>
          <a:prstGeom prst="roundRect">
            <a:avLst>
              <a:gd name="adj" fmla="val 0"/>
            </a:avLst>
          </a:prstGeom>
          <a:solidFill>
            <a:srgbClr val="DEEBF7"/>
          </a:solidFill>
          <a:ln w="6350" cap="flat" cmpd="sng" algn="ctr">
            <a:solidFill>
              <a:srgbClr val="B5D2ED"/>
            </a:solidFill>
            <a:prstDash val="solid"/>
          </a:ln>
          <a:effectLst/>
        </p:spPr>
        <p:txBody>
          <a:bodyPr wrap="none" lIns="0" tIns="0" rIns="0" bIns="0" rtlCol="0" anchor="ctr"/>
          <a:lstStyle/>
          <a:p>
            <a:pPr algn="ctr" defTabSz="914400" fontAlgn="base">
              <a:lnSpc>
                <a:spcPct val="120000"/>
              </a:lnSpc>
              <a:spcAft>
                <a:spcPct val="0"/>
              </a:spcAft>
            </a:pPr>
            <a:r>
              <a:rPr kumimoji="1" lang="ko-KR" altLang="en-US" sz="900" ker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인사발령</a:t>
            </a:r>
          </a:p>
        </p:txBody>
      </p:sp>
      <p:sp>
        <p:nvSpPr>
          <p:cNvPr id="50" name="AutoShape 33"/>
          <p:cNvSpPr>
            <a:spLocks noChangeArrowheads="1"/>
          </p:cNvSpPr>
          <p:nvPr/>
        </p:nvSpPr>
        <p:spPr bwMode="auto">
          <a:xfrm>
            <a:off x="2708920" y="6105148"/>
            <a:ext cx="792000" cy="180000"/>
          </a:xfrm>
          <a:prstGeom prst="roundRect">
            <a:avLst>
              <a:gd name="adj" fmla="val 0"/>
            </a:avLst>
          </a:prstGeom>
          <a:solidFill>
            <a:srgbClr val="DEEBF7"/>
          </a:solidFill>
          <a:ln w="6350" cap="flat" cmpd="sng" algn="ctr">
            <a:solidFill>
              <a:srgbClr val="B5D2ED"/>
            </a:solidFill>
            <a:prstDash val="solid"/>
          </a:ln>
          <a:effectLst/>
        </p:spPr>
        <p:txBody>
          <a:bodyPr wrap="none" lIns="0" tIns="0" rIns="0" bIns="0" rtlCol="0" anchor="ctr"/>
          <a:lstStyle/>
          <a:p>
            <a:pPr algn="ctr" defTabSz="914400" fontAlgn="base">
              <a:lnSpc>
                <a:spcPct val="120000"/>
              </a:lnSpc>
              <a:spcAft>
                <a:spcPct val="0"/>
              </a:spcAft>
            </a:pPr>
            <a:r>
              <a:rPr kumimoji="1" lang="ko-KR" altLang="en-US" sz="900" ker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파견</a:t>
            </a:r>
            <a:r>
              <a:rPr kumimoji="1" lang="en-US" altLang="ko-KR" sz="900" ker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/</a:t>
            </a:r>
            <a:r>
              <a:rPr kumimoji="1" lang="ko-KR" altLang="en-US" sz="900" ker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복귀</a:t>
            </a:r>
          </a:p>
        </p:txBody>
      </p:sp>
      <p:sp>
        <p:nvSpPr>
          <p:cNvPr id="51" name="AutoShape 33"/>
          <p:cNvSpPr>
            <a:spLocks noChangeArrowheads="1"/>
          </p:cNvSpPr>
          <p:nvPr/>
        </p:nvSpPr>
        <p:spPr bwMode="auto">
          <a:xfrm>
            <a:off x="3645112" y="6105148"/>
            <a:ext cx="792000" cy="180000"/>
          </a:xfrm>
          <a:prstGeom prst="roundRect">
            <a:avLst>
              <a:gd name="adj" fmla="val 0"/>
            </a:avLst>
          </a:prstGeom>
          <a:solidFill>
            <a:srgbClr val="DEEBF7"/>
          </a:solidFill>
          <a:ln w="6350" cap="flat" cmpd="sng" algn="ctr">
            <a:solidFill>
              <a:srgbClr val="B5D2ED"/>
            </a:solidFill>
            <a:prstDash val="solid"/>
          </a:ln>
          <a:effectLst/>
        </p:spPr>
        <p:txBody>
          <a:bodyPr wrap="none" lIns="0" tIns="0" rIns="0" bIns="0" rtlCol="0" anchor="ctr"/>
          <a:lstStyle/>
          <a:p>
            <a:pPr algn="ctr" defTabSz="914400" fontAlgn="base">
              <a:lnSpc>
                <a:spcPct val="120000"/>
              </a:lnSpc>
              <a:spcAft>
                <a:spcPct val="0"/>
              </a:spcAft>
            </a:pPr>
            <a:r>
              <a:rPr kumimoji="1" lang="ko-KR" altLang="en-US" sz="900" ker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부서이동</a:t>
            </a:r>
          </a:p>
        </p:txBody>
      </p:sp>
      <p:sp>
        <p:nvSpPr>
          <p:cNvPr id="52" name="AutoShape 33"/>
          <p:cNvSpPr>
            <a:spLocks noChangeArrowheads="1"/>
          </p:cNvSpPr>
          <p:nvPr/>
        </p:nvSpPr>
        <p:spPr bwMode="auto">
          <a:xfrm>
            <a:off x="4581216" y="6105148"/>
            <a:ext cx="792000" cy="180000"/>
          </a:xfrm>
          <a:prstGeom prst="roundRect">
            <a:avLst>
              <a:gd name="adj" fmla="val 0"/>
            </a:avLst>
          </a:prstGeom>
          <a:solidFill>
            <a:srgbClr val="DEEBF7"/>
          </a:solidFill>
          <a:ln w="6350" cap="flat" cmpd="sng" algn="ctr">
            <a:solidFill>
              <a:srgbClr val="B5D2ED"/>
            </a:solidFill>
            <a:prstDash val="solid"/>
          </a:ln>
          <a:effectLst/>
        </p:spPr>
        <p:txBody>
          <a:bodyPr wrap="none" lIns="0" tIns="0" rIns="0" bIns="0" rtlCol="0" anchor="ctr"/>
          <a:lstStyle/>
          <a:p>
            <a:pPr algn="ctr" defTabSz="914400" fontAlgn="base">
              <a:lnSpc>
                <a:spcPct val="120000"/>
              </a:lnSpc>
              <a:spcAft>
                <a:spcPct val="0"/>
              </a:spcAft>
            </a:pPr>
            <a:r>
              <a:rPr kumimoji="1" lang="ko-KR" altLang="en-US" sz="900" ker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포상</a:t>
            </a:r>
            <a:r>
              <a:rPr kumimoji="1" lang="en-US" altLang="ko-KR" sz="900" ker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/</a:t>
            </a:r>
            <a:r>
              <a:rPr kumimoji="1" lang="ko-KR" altLang="en-US" sz="900" ker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징계</a:t>
            </a:r>
          </a:p>
        </p:txBody>
      </p:sp>
      <p:sp>
        <p:nvSpPr>
          <p:cNvPr id="53" name="AutoShape 33"/>
          <p:cNvSpPr>
            <a:spLocks noChangeArrowheads="1"/>
          </p:cNvSpPr>
          <p:nvPr/>
        </p:nvSpPr>
        <p:spPr bwMode="auto">
          <a:xfrm>
            <a:off x="2708920" y="6897236"/>
            <a:ext cx="792000" cy="180000"/>
          </a:xfrm>
          <a:prstGeom prst="roundRect">
            <a:avLst>
              <a:gd name="adj" fmla="val 0"/>
            </a:avLst>
          </a:prstGeom>
          <a:solidFill>
            <a:srgbClr val="DEEBF7"/>
          </a:solidFill>
          <a:ln w="6350" cap="flat" cmpd="sng" algn="ctr">
            <a:solidFill>
              <a:srgbClr val="B5D2ED"/>
            </a:solidFill>
            <a:prstDash val="solid"/>
          </a:ln>
          <a:effectLst/>
        </p:spPr>
        <p:txBody>
          <a:bodyPr wrap="none" lIns="0" tIns="0" rIns="0" bIns="0" rtlCol="0" anchor="ctr"/>
          <a:lstStyle/>
          <a:p>
            <a:pPr algn="ctr" defTabSz="914400" fontAlgn="base">
              <a:lnSpc>
                <a:spcPct val="120000"/>
              </a:lnSpc>
              <a:spcAft>
                <a:spcPct val="0"/>
              </a:spcAft>
            </a:pPr>
            <a:r>
              <a:rPr kumimoji="1" lang="ko-KR" altLang="en-US" sz="900" ker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국내출장신청</a:t>
            </a:r>
          </a:p>
        </p:txBody>
      </p:sp>
      <p:sp>
        <p:nvSpPr>
          <p:cNvPr id="55" name="AutoShape 33"/>
          <p:cNvSpPr>
            <a:spLocks noChangeArrowheads="1"/>
          </p:cNvSpPr>
          <p:nvPr/>
        </p:nvSpPr>
        <p:spPr bwMode="auto">
          <a:xfrm>
            <a:off x="4581216" y="6897236"/>
            <a:ext cx="792000" cy="180000"/>
          </a:xfrm>
          <a:prstGeom prst="roundRect">
            <a:avLst>
              <a:gd name="adj" fmla="val 0"/>
            </a:avLst>
          </a:prstGeom>
          <a:solidFill>
            <a:srgbClr val="DEEBF7"/>
          </a:solidFill>
          <a:ln w="6350" cap="flat" cmpd="sng" algn="ctr">
            <a:solidFill>
              <a:srgbClr val="B5D2ED"/>
            </a:solidFill>
            <a:prstDash val="solid"/>
          </a:ln>
          <a:effectLst/>
        </p:spPr>
        <p:txBody>
          <a:bodyPr wrap="none" lIns="0" tIns="0" rIns="0" bIns="0" rtlCol="0" anchor="ctr"/>
          <a:lstStyle/>
          <a:p>
            <a:pPr algn="ctr" defTabSz="914400" fontAlgn="base">
              <a:lnSpc>
                <a:spcPct val="120000"/>
              </a:lnSpc>
              <a:spcAft>
                <a:spcPct val="0"/>
              </a:spcAft>
            </a:pPr>
            <a:r>
              <a:rPr kumimoji="1" lang="ko-KR" altLang="en-US" sz="900" ker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교육출장신청</a:t>
            </a:r>
          </a:p>
        </p:txBody>
      </p:sp>
      <p:sp>
        <p:nvSpPr>
          <p:cNvPr id="56" name="AutoShape 33"/>
          <p:cNvSpPr>
            <a:spLocks noChangeArrowheads="1"/>
          </p:cNvSpPr>
          <p:nvPr/>
        </p:nvSpPr>
        <p:spPr bwMode="auto">
          <a:xfrm>
            <a:off x="2708920" y="7245931"/>
            <a:ext cx="792000" cy="180000"/>
          </a:xfrm>
          <a:prstGeom prst="roundRect">
            <a:avLst>
              <a:gd name="adj" fmla="val 0"/>
            </a:avLst>
          </a:prstGeom>
          <a:solidFill>
            <a:srgbClr val="DEEBF7"/>
          </a:solidFill>
          <a:ln w="6350" cap="flat" cmpd="sng" algn="ctr">
            <a:solidFill>
              <a:srgbClr val="B5D2ED"/>
            </a:solidFill>
            <a:prstDash val="solid"/>
          </a:ln>
          <a:effectLst/>
        </p:spPr>
        <p:txBody>
          <a:bodyPr wrap="none" lIns="0" tIns="0" rIns="0" bIns="0" rtlCol="0" anchor="ctr"/>
          <a:lstStyle/>
          <a:p>
            <a:pPr algn="ctr" defTabSz="914400" fontAlgn="base">
              <a:lnSpc>
                <a:spcPct val="120000"/>
              </a:lnSpc>
              <a:spcAft>
                <a:spcPct val="0"/>
              </a:spcAft>
            </a:pPr>
            <a:r>
              <a:rPr kumimoji="1" lang="ko-KR" altLang="en-US" sz="900" ker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휴가</a:t>
            </a:r>
            <a:r>
              <a:rPr kumimoji="1" lang="en-US" altLang="ko-KR" sz="900" ker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/</a:t>
            </a:r>
            <a:r>
              <a:rPr kumimoji="1" lang="ko-KR" altLang="en-US" sz="900" ker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시간외신청</a:t>
            </a:r>
          </a:p>
        </p:txBody>
      </p:sp>
      <p:sp>
        <p:nvSpPr>
          <p:cNvPr id="57" name="AutoShape 33"/>
          <p:cNvSpPr>
            <a:spLocks noChangeArrowheads="1"/>
          </p:cNvSpPr>
          <p:nvPr/>
        </p:nvSpPr>
        <p:spPr bwMode="auto">
          <a:xfrm>
            <a:off x="4581128" y="8665149"/>
            <a:ext cx="792000" cy="180000"/>
          </a:xfrm>
          <a:prstGeom prst="roundRect">
            <a:avLst>
              <a:gd name="adj" fmla="val 0"/>
            </a:avLst>
          </a:prstGeom>
          <a:solidFill>
            <a:srgbClr val="DEEBF7"/>
          </a:solidFill>
          <a:ln w="6350" cap="flat" cmpd="sng" algn="ctr">
            <a:solidFill>
              <a:srgbClr val="B5D2ED"/>
            </a:solidFill>
            <a:prstDash val="solid"/>
          </a:ln>
          <a:effectLst/>
        </p:spPr>
        <p:txBody>
          <a:bodyPr wrap="none" lIns="0" tIns="0" rIns="0" bIns="0" rtlCol="0" anchor="ctr"/>
          <a:lstStyle/>
          <a:p>
            <a:pPr algn="ctr" defTabSz="914400" fontAlgn="base">
              <a:lnSpc>
                <a:spcPct val="120000"/>
              </a:lnSpc>
              <a:spcAft>
                <a:spcPct val="0"/>
              </a:spcAft>
            </a:pPr>
            <a:r>
              <a:rPr kumimoji="1" lang="ko-KR" altLang="en-US" sz="900" ker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근태기준관리</a:t>
            </a:r>
          </a:p>
        </p:txBody>
      </p:sp>
      <p:sp>
        <p:nvSpPr>
          <p:cNvPr id="58" name="AutoShape 33"/>
          <p:cNvSpPr>
            <a:spLocks noChangeArrowheads="1"/>
          </p:cNvSpPr>
          <p:nvPr/>
        </p:nvSpPr>
        <p:spPr bwMode="auto">
          <a:xfrm>
            <a:off x="4581216" y="7245931"/>
            <a:ext cx="792000" cy="180000"/>
          </a:xfrm>
          <a:prstGeom prst="roundRect">
            <a:avLst>
              <a:gd name="adj" fmla="val 0"/>
            </a:avLst>
          </a:prstGeom>
          <a:solidFill>
            <a:srgbClr val="DEEBF7"/>
          </a:solidFill>
          <a:ln w="6350" cap="flat" cmpd="sng" algn="ctr">
            <a:solidFill>
              <a:srgbClr val="B5D2ED"/>
            </a:solidFill>
            <a:prstDash val="solid"/>
          </a:ln>
          <a:effectLst/>
        </p:spPr>
        <p:txBody>
          <a:bodyPr wrap="none" lIns="0" tIns="0" rIns="0" bIns="0" rtlCol="0" anchor="ctr"/>
          <a:lstStyle/>
          <a:p>
            <a:pPr algn="ctr" defTabSz="914400" fontAlgn="base">
              <a:lnSpc>
                <a:spcPct val="120000"/>
              </a:lnSpc>
              <a:spcAft>
                <a:spcPct val="0"/>
              </a:spcAft>
            </a:pPr>
            <a:r>
              <a:rPr kumimoji="1" lang="ko-KR" altLang="en-US" sz="900" ker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근무시간계산</a:t>
            </a:r>
          </a:p>
        </p:txBody>
      </p:sp>
      <p:sp>
        <p:nvSpPr>
          <p:cNvPr id="59" name="AutoShape 33"/>
          <p:cNvSpPr>
            <a:spLocks noChangeArrowheads="1"/>
          </p:cNvSpPr>
          <p:nvPr/>
        </p:nvSpPr>
        <p:spPr bwMode="auto">
          <a:xfrm>
            <a:off x="2708920" y="7617316"/>
            <a:ext cx="792000" cy="180000"/>
          </a:xfrm>
          <a:prstGeom prst="roundRect">
            <a:avLst>
              <a:gd name="adj" fmla="val 0"/>
            </a:avLst>
          </a:prstGeom>
          <a:solidFill>
            <a:srgbClr val="DEEBF7"/>
          </a:solidFill>
          <a:ln w="6350" cap="flat" cmpd="sng" algn="ctr">
            <a:solidFill>
              <a:srgbClr val="B5D2ED"/>
            </a:solidFill>
            <a:prstDash val="solid"/>
          </a:ln>
          <a:effectLst/>
        </p:spPr>
        <p:txBody>
          <a:bodyPr wrap="none" lIns="0" tIns="0" rIns="0" bIns="0" rtlCol="0" anchor="ctr"/>
          <a:lstStyle/>
          <a:p>
            <a:pPr algn="ctr" defTabSz="914400" fontAlgn="base">
              <a:lnSpc>
                <a:spcPct val="120000"/>
              </a:lnSpc>
              <a:spcAft>
                <a:spcPct val="0"/>
              </a:spcAft>
            </a:pPr>
            <a:r>
              <a:rPr kumimoji="1" lang="ko-KR" altLang="en-US" sz="900" ker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제 증명서 신청</a:t>
            </a:r>
          </a:p>
        </p:txBody>
      </p:sp>
      <p:sp>
        <p:nvSpPr>
          <p:cNvPr id="60" name="AutoShape 33"/>
          <p:cNvSpPr>
            <a:spLocks noChangeArrowheads="1"/>
          </p:cNvSpPr>
          <p:nvPr/>
        </p:nvSpPr>
        <p:spPr bwMode="auto">
          <a:xfrm>
            <a:off x="3645112" y="7617316"/>
            <a:ext cx="792000" cy="180000"/>
          </a:xfrm>
          <a:prstGeom prst="roundRect">
            <a:avLst>
              <a:gd name="adj" fmla="val 0"/>
            </a:avLst>
          </a:prstGeom>
          <a:solidFill>
            <a:srgbClr val="DEEBF7"/>
          </a:solidFill>
          <a:ln w="6350" cap="flat" cmpd="sng" algn="ctr">
            <a:solidFill>
              <a:srgbClr val="B5D2ED"/>
            </a:solidFill>
            <a:prstDash val="solid"/>
          </a:ln>
          <a:effectLst/>
        </p:spPr>
        <p:txBody>
          <a:bodyPr wrap="none" lIns="0" tIns="0" rIns="0" bIns="0" rtlCol="0" anchor="ctr"/>
          <a:lstStyle/>
          <a:p>
            <a:pPr algn="ctr" defTabSz="914400" fontAlgn="base">
              <a:lnSpc>
                <a:spcPct val="120000"/>
              </a:lnSpc>
              <a:spcAft>
                <a:spcPct val="0"/>
              </a:spcAft>
            </a:pPr>
            <a:r>
              <a:rPr kumimoji="1" lang="ko-KR" altLang="en-US" sz="900" ker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신청서 승인</a:t>
            </a:r>
          </a:p>
        </p:txBody>
      </p:sp>
      <p:sp>
        <p:nvSpPr>
          <p:cNvPr id="61" name="AutoShape 33"/>
          <p:cNvSpPr>
            <a:spLocks noChangeArrowheads="1"/>
          </p:cNvSpPr>
          <p:nvPr/>
        </p:nvSpPr>
        <p:spPr bwMode="auto">
          <a:xfrm>
            <a:off x="4581216" y="7617316"/>
            <a:ext cx="792000" cy="180000"/>
          </a:xfrm>
          <a:prstGeom prst="roundRect">
            <a:avLst>
              <a:gd name="adj" fmla="val 0"/>
            </a:avLst>
          </a:prstGeom>
          <a:solidFill>
            <a:srgbClr val="DEEBF7"/>
          </a:solidFill>
          <a:ln w="6350" cap="flat" cmpd="sng" algn="ctr">
            <a:solidFill>
              <a:srgbClr val="B5D2ED"/>
            </a:solidFill>
            <a:prstDash val="solid"/>
          </a:ln>
          <a:effectLst/>
        </p:spPr>
        <p:txBody>
          <a:bodyPr wrap="none" lIns="0" tIns="0" rIns="0" bIns="0" rtlCol="0" anchor="ctr"/>
          <a:lstStyle/>
          <a:p>
            <a:pPr algn="ctr" defTabSz="914400" fontAlgn="base">
              <a:lnSpc>
                <a:spcPct val="120000"/>
              </a:lnSpc>
              <a:spcAft>
                <a:spcPct val="0"/>
              </a:spcAft>
            </a:pPr>
            <a:r>
              <a:rPr kumimoji="1" lang="ko-KR" altLang="en-US" sz="900" ker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출퇴근 관리</a:t>
            </a:r>
          </a:p>
        </p:txBody>
      </p:sp>
      <p:sp>
        <p:nvSpPr>
          <p:cNvPr id="62" name="AutoShape 33"/>
          <p:cNvSpPr>
            <a:spLocks noChangeArrowheads="1"/>
          </p:cNvSpPr>
          <p:nvPr/>
        </p:nvSpPr>
        <p:spPr bwMode="auto">
          <a:xfrm>
            <a:off x="2708920" y="7977356"/>
            <a:ext cx="792000" cy="180000"/>
          </a:xfrm>
          <a:prstGeom prst="roundRect">
            <a:avLst>
              <a:gd name="adj" fmla="val 0"/>
            </a:avLst>
          </a:prstGeom>
          <a:solidFill>
            <a:srgbClr val="DEEBF7"/>
          </a:solidFill>
          <a:ln w="6350" cap="flat" cmpd="sng" algn="ctr">
            <a:solidFill>
              <a:srgbClr val="B5D2ED"/>
            </a:solidFill>
            <a:prstDash val="solid"/>
          </a:ln>
          <a:effectLst/>
        </p:spPr>
        <p:txBody>
          <a:bodyPr wrap="none" lIns="0" tIns="0" rIns="0" bIns="0" rtlCol="0" anchor="ctr"/>
          <a:lstStyle/>
          <a:p>
            <a:pPr algn="ctr" defTabSz="914400" fontAlgn="base">
              <a:lnSpc>
                <a:spcPct val="120000"/>
              </a:lnSpc>
              <a:spcAft>
                <a:spcPct val="0"/>
              </a:spcAft>
            </a:pPr>
            <a:r>
              <a:rPr kumimoji="1" lang="ko-KR" altLang="en-US" sz="900" ker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증명서 발급</a:t>
            </a:r>
          </a:p>
        </p:txBody>
      </p:sp>
      <p:grpSp>
        <p:nvGrpSpPr>
          <p:cNvPr id="9" name="그룹 8"/>
          <p:cNvGrpSpPr/>
          <p:nvPr/>
        </p:nvGrpSpPr>
        <p:grpSpPr>
          <a:xfrm>
            <a:off x="3645112" y="4288448"/>
            <a:ext cx="791822" cy="373335"/>
            <a:chOff x="3537014" y="4448925"/>
            <a:chExt cx="864000" cy="373335"/>
          </a:xfrm>
        </p:grpSpPr>
        <p:pic>
          <p:nvPicPr>
            <p:cNvPr id="65" name="Picture 100" descr="원통"/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835" r="2634"/>
            <a:stretch/>
          </p:blipFill>
          <p:spPr bwMode="gray">
            <a:xfrm>
              <a:off x="3537014" y="4448925"/>
              <a:ext cx="864000" cy="3733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6" name="AutoShape 40"/>
            <p:cNvSpPr>
              <a:spLocks noChangeArrowheads="1"/>
            </p:cNvSpPr>
            <p:nvPr/>
          </p:nvSpPr>
          <p:spPr bwMode="auto">
            <a:xfrm>
              <a:off x="3731485" y="4535683"/>
              <a:ext cx="475059" cy="170259"/>
            </a:xfrm>
            <a:prstGeom prst="roundRect">
              <a:avLst>
                <a:gd name="adj" fmla="val 16667"/>
              </a:avLst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pPr algn="ctr" eaLnBrk="0" hangingPunct="0"/>
              <a:r>
                <a:rPr lang="ko-KR" altLang="en-US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기준정보</a:t>
              </a:r>
            </a:p>
          </p:txBody>
        </p:sp>
      </p:grpSp>
      <p:grpSp>
        <p:nvGrpSpPr>
          <p:cNvPr id="70" name="그룹 69"/>
          <p:cNvGrpSpPr/>
          <p:nvPr/>
        </p:nvGrpSpPr>
        <p:grpSpPr>
          <a:xfrm>
            <a:off x="3645110" y="5191733"/>
            <a:ext cx="791822" cy="373335"/>
            <a:chOff x="3537014" y="4448925"/>
            <a:chExt cx="864000" cy="373335"/>
          </a:xfrm>
        </p:grpSpPr>
        <p:pic>
          <p:nvPicPr>
            <p:cNvPr id="71" name="Picture 100" descr="원통"/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835" r="2634"/>
            <a:stretch/>
          </p:blipFill>
          <p:spPr bwMode="gray">
            <a:xfrm>
              <a:off x="3537014" y="4448925"/>
              <a:ext cx="864000" cy="3733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2" name="AutoShape 40"/>
            <p:cNvSpPr>
              <a:spLocks noChangeArrowheads="1"/>
            </p:cNvSpPr>
            <p:nvPr/>
          </p:nvSpPr>
          <p:spPr bwMode="auto">
            <a:xfrm>
              <a:off x="3738083" y="4535683"/>
              <a:ext cx="461863" cy="170259"/>
            </a:xfrm>
            <a:prstGeom prst="roundRect">
              <a:avLst>
                <a:gd name="adj" fmla="val 16667"/>
              </a:avLst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pPr algn="ctr" eaLnBrk="0" hangingPunct="0"/>
              <a:r>
                <a:rPr lang="ko-KR" altLang="en-US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기본정보</a:t>
              </a:r>
            </a:p>
          </p:txBody>
        </p:sp>
      </p:grpSp>
      <p:grpSp>
        <p:nvGrpSpPr>
          <p:cNvPr id="73" name="그룹 72"/>
          <p:cNvGrpSpPr/>
          <p:nvPr/>
        </p:nvGrpSpPr>
        <p:grpSpPr>
          <a:xfrm>
            <a:off x="3645110" y="7149264"/>
            <a:ext cx="791822" cy="373335"/>
            <a:chOff x="3537014" y="4448925"/>
            <a:chExt cx="864000" cy="373335"/>
          </a:xfrm>
        </p:grpSpPr>
        <p:pic>
          <p:nvPicPr>
            <p:cNvPr id="74" name="Picture 100" descr="원통"/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835" r="2634"/>
            <a:stretch/>
          </p:blipFill>
          <p:spPr bwMode="gray">
            <a:xfrm>
              <a:off x="3537014" y="4448925"/>
              <a:ext cx="864000" cy="3733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5" name="AutoShape 40"/>
            <p:cNvSpPr>
              <a:spLocks noChangeArrowheads="1"/>
            </p:cNvSpPr>
            <p:nvPr/>
          </p:nvSpPr>
          <p:spPr bwMode="auto">
            <a:xfrm>
              <a:off x="3731485" y="4535683"/>
              <a:ext cx="475059" cy="170259"/>
            </a:xfrm>
            <a:prstGeom prst="roundRect">
              <a:avLst>
                <a:gd name="adj" fmla="val 16667"/>
              </a:avLst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pPr algn="ctr" eaLnBrk="0" hangingPunct="0"/>
              <a:r>
                <a:rPr lang="ko-KR" altLang="en-US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근태정보</a:t>
              </a:r>
            </a:p>
          </p:txBody>
        </p:sp>
      </p:grpSp>
      <p:sp>
        <p:nvSpPr>
          <p:cNvPr id="76" name="AutoShape 33"/>
          <p:cNvSpPr>
            <a:spLocks noChangeArrowheads="1"/>
          </p:cNvSpPr>
          <p:nvPr/>
        </p:nvSpPr>
        <p:spPr bwMode="auto">
          <a:xfrm>
            <a:off x="3645024" y="4910407"/>
            <a:ext cx="792000" cy="180000"/>
          </a:xfrm>
          <a:prstGeom prst="roundRect">
            <a:avLst>
              <a:gd name="adj" fmla="val 0"/>
            </a:avLst>
          </a:prstGeom>
          <a:solidFill>
            <a:srgbClr val="DEEBF7"/>
          </a:solidFill>
          <a:ln w="6350" cap="flat" cmpd="sng" algn="ctr">
            <a:solidFill>
              <a:srgbClr val="B5D2ED"/>
            </a:solidFill>
            <a:prstDash val="solid"/>
          </a:ln>
          <a:effectLst/>
        </p:spPr>
        <p:txBody>
          <a:bodyPr wrap="none" lIns="0" tIns="0" rIns="0" bIns="0" rtlCol="0" anchor="ctr"/>
          <a:lstStyle/>
          <a:p>
            <a:pPr algn="ctr" defTabSz="914400" fontAlgn="base">
              <a:lnSpc>
                <a:spcPct val="120000"/>
              </a:lnSpc>
              <a:spcAft>
                <a:spcPct val="0"/>
              </a:spcAft>
            </a:pPr>
            <a:r>
              <a:rPr kumimoji="1" lang="ko-KR" altLang="en-US" sz="900" ker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신규입사처리</a:t>
            </a:r>
          </a:p>
        </p:txBody>
      </p:sp>
      <p:sp>
        <p:nvSpPr>
          <p:cNvPr id="77" name="AutoShape 33"/>
          <p:cNvSpPr>
            <a:spLocks noChangeArrowheads="1"/>
          </p:cNvSpPr>
          <p:nvPr/>
        </p:nvSpPr>
        <p:spPr bwMode="auto">
          <a:xfrm>
            <a:off x="2709008" y="5288400"/>
            <a:ext cx="792000" cy="180000"/>
          </a:xfrm>
          <a:prstGeom prst="roundRect">
            <a:avLst>
              <a:gd name="adj" fmla="val 0"/>
            </a:avLst>
          </a:prstGeom>
          <a:solidFill>
            <a:srgbClr val="DEEBF7"/>
          </a:solidFill>
          <a:ln w="6350" cap="flat" cmpd="sng" algn="ctr">
            <a:solidFill>
              <a:srgbClr val="B5D2ED"/>
            </a:solidFill>
            <a:prstDash val="solid"/>
          </a:ln>
          <a:effectLst/>
        </p:spPr>
        <p:txBody>
          <a:bodyPr wrap="none" lIns="0" tIns="0" rIns="0" bIns="0" rtlCol="0" anchor="ctr"/>
          <a:lstStyle/>
          <a:p>
            <a:pPr algn="ctr" defTabSz="914400" fontAlgn="base">
              <a:lnSpc>
                <a:spcPct val="120000"/>
              </a:lnSpc>
              <a:spcAft>
                <a:spcPct val="0"/>
              </a:spcAft>
            </a:pPr>
            <a:r>
              <a:rPr kumimoji="1" lang="ko-KR" altLang="en-US" sz="900" ker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인사현황관리</a:t>
            </a:r>
          </a:p>
        </p:txBody>
      </p:sp>
      <p:cxnSp>
        <p:nvCxnSpPr>
          <p:cNvPr id="81" name="AutoShape 37"/>
          <p:cNvCxnSpPr>
            <a:cxnSpLocks noChangeShapeType="1"/>
            <a:stCxn id="45" idx="2"/>
            <a:endCxn id="65" idx="0"/>
          </p:cNvCxnSpPr>
          <p:nvPr/>
        </p:nvCxnSpPr>
        <p:spPr bwMode="auto">
          <a:xfrm rot="5400000">
            <a:off x="3839751" y="4087087"/>
            <a:ext cx="402634" cy="89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rgbClr val="4E6485"/>
            </a:solidFill>
            <a:miter lim="800000"/>
            <a:headEnd type="none" w="med" len="med"/>
            <a:tailEnd type="triangle" w="med" len="med"/>
          </a:ln>
        </p:spPr>
      </p:cxnSp>
      <p:cxnSp>
        <p:nvCxnSpPr>
          <p:cNvPr id="82" name="AutoShape 34"/>
          <p:cNvCxnSpPr>
            <a:cxnSpLocks noChangeShapeType="1"/>
            <a:endCxn id="40" idx="1"/>
          </p:cNvCxnSpPr>
          <p:nvPr/>
        </p:nvCxnSpPr>
        <p:spPr bwMode="auto">
          <a:xfrm>
            <a:off x="2404597" y="3795814"/>
            <a:ext cx="304323" cy="0"/>
          </a:xfrm>
          <a:prstGeom prst="straightConnector1">
            <a:avLst/>
          </a:prstGeom>
          <a:noFill/>
          <a:ln w="12700">
            <a:solidFill>
              <a:srgbClr val="4E6485"/>
            </a:solidFill>
            <a:miter lim="800000"/>
            <a:headEnd type="none" w="med" len="med"/>
            <a:tailEnd type="triangle" w="med" len="med"/>
          </a:ln>
        </p:spPr>
      </p:cxnSp>
      <p:sp>
        <p:nvSpPr>
          <p:cNvPr id="84" name="AutoShape 40"/>
          <p:cNvSpPr>
            <a:spLocks noChangeArrowheads="1"/>
          </p:cNvSpPr>
          <p:nvPr/>
        </p:nvSpPr>
        <p:spPr bwMode="auto">
          <a:xfrm>
            <a:off x="1916832" y="5205028"/>
            <a:ext cx="531052" cy="153233"/>
          </a:xfrm>
          <a:prstGeom prst="roundRect">
            <a:avLst>
              <a:gd name="adj" fmla="val 16667"/>
            </a:avLst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 algn="ctr" eaLnBrk="0" hangingPunct="0"/>
            <a:r>
              <a:rPr lang="ko-KR" altLang="en-US" sz="9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업무담당자</a:t>
            </a:r>
          </a:p>
        </p:txBody>
      </p:sp>
      <p:sp>
        <p:nvSpPr>
          <p:cNvPr id="91" name="AutoShape 40"/>
          <p:cNvSpPr>
            <a:spLocks noChangeArrowheads="1"/>
          </p:cNvSpPr>
          <p:nvPr/>
        </p:nvSpPr>
        <p:spPr bwMode="auto">
          <a:xfrm>
            <a:off x="1916832" y="4000435"/>
            <a:ext cx="531052" cy="153233"/>
          </a:xfrm>
          <a:prstGeom prst="roundRect">
            <a:avLst>
              <a:gd name="adj" fmla="val 16667"/>
            </a:avLst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 algn="ctr" eaLnBrk="0" hangingPunct="0"/>
            <a:r>
              <a:rPr lang="ko-KR" altLang="en-US" sz="9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업무담당자</a:t>
            </a:r>
          </a:p>
        </p:txBody>
      </p:sp>
      <p:sp>
        <p:nvSpPr>
          <p:cNvPr id="101" name="AutoShape 40"/>
          <p:cNvSpPr>
            <a:spLocks noChangeArrowheads="1"/>
          </p:cNvSpPr>
          <p:nvPr/>
        </p:nvSpPr>
        <p:spPr bwMode="auto">
          <a:xfrm>
            <a:off x="5829357" y="6950355"/>
            <a:ext cx="428873" cy="153233"/>
          </a:xfrm>
          <a:prstGeom prst="roundRect">
            <a:avLst>
              <a:gd name="adj" fmla="val 16667"/>
            </a:avLst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 algn="ctr" eaLnBrk="0" hangingPunct="0"/>
            <a:r>
              <a:rPr lang="ko-KR" altLang="en-US" sz="9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예산관리</a:t>
            </a:r>
          </a:p>
        </p:txBody>
      </p:sp>
      <p:sp>
        <p:nvSpPr>
          <p:cNvPr id="102" name="AutoShape 40"/>
          <p:cNvSpPr>
            <a:spLocks noChangeArrowheads="1"/>
          </p:cNvSpPr>
          <p:nvPr/>
        </p:nvSpPr>
        <p:spPr bwMode="auto">
          <a:xfrm>
            <a:off x="5829357" y="7859527"/>
            <a:ext cx="428873" cy="153233"/>
          </a:xfrm>
          <a:prstGeom prst="roundRect">
            <a:avLst>
              <a:gd name="adj" fmla="val 16667"/>
            </a:avLst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 algn="ctr" eaLnBrk="0" hangingPunct="0"/>
            <a:r>
              <a:rPr lang="ko-KR" altLang="en-US" sz="9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전자결재</a:t>
            </a:r>
          </a:p>
        </p:txBody>
      </p:sp>
      <p:sp>
        <p:nvSpPr>
          <p:cNvPr id="103" name="AutoShape 40"/>
          <p:cNvSpPr>
            <a:spLocks noChangeArrowheads="1"/>
          </p:cNvSpPr>
          <p:nvPr/>
        </p:nvSpPr>
        <p:spPr bwMode="auto">
          <a:xfrm>
            <a:off x="5778267" y="8950553"/>
            <a:ext cx="531053" cy="153233"/>
          </a:xfrm>
          <a:prstGeom prst="roundRect">
            <a:avLst>
              <a:gd name="adj" fmla="val 16667"/>
            </a:avLst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 algn="ctr" eaLnBrk="0" hangingPunct="0"/>
            <a:r>
              <a:rPr lang="ko-KR" altLang="en-US" sz="9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보안시스템</a:t>
            </a:r>
          </a:p>
        </p:txBody>
      </p:sp>
      <p:cxnSp>
        <p:nvCxnSpPr>
          <p:cNvPr id="104" name="AutoShape 34"/>
          <p:cNvCxnSpPr>
            <a:cxnSpLocks noChangeShapeType="1"/>
            <a:stCxn id="40" idx="3"/>
            <a:endCxn id="46" idx="1"/>
          </p:cNvCxnSpPr>
          <p:nvPr/>
        </p:nvCxnSpPr>
        <p:spPr bwMode="auto">
          <a:xfrm>
            <a:off x="3500920" y="3795814"/>
            <a:ext cx="1080296" cy="0"/>
          </a:xfrm>
          <a:prstGeom prst="straightConnector1">
            <a:avLst/>
          </a:prstGeom>
          <a:noFill/>
          <a:ln w="12700">
            <a:solidFill>
              <a:srgbClr val="4E6485"/>
            </a:solidFill>
            <a:miter lim="800000"/>
            <a:headEnd type="none" w="med" len="med"/>
            <a:tailEnd type="none" w="med" len="med"/>
          </a:ln>
        </p:spPr>
      </p:cxnSp>
      <p:sp>
        <p:nvSpPr>
          <p:cNvPr id="45" name="AutoShape 33"/>
          <p:cNvSpPr>
            <a:spLocks noChangeArrowheads="1"/>
          </p:cNvSpPr>
          <p:nvPr/>
        </p:nvSpPr>
        <p:spPr bwMode="auto">
          <a:xfrm>
            <a:off x="3645112" y="3705814"/>
            <a:ext cx="792000" cy="180000"/>
          </a:xfrm>
          <a:prstGeom prst="roundRect">
            <a:avLst>
              <a:gd name="adj" fmla="val 0"/>
            </a:avLst>
          </a:prstGeom>
          <a:solidFill>
            <a:srgbClr val="DEEBF7"/>
          </a:solidFill>
          <a:ln w="6350" cap="flat" cmpd="sng" algn="ctr">
            <a:solidFill>
              <a:srgbClr val="B5D2ED"/>
            </a:solidFill>
            <a:prstDash val="solid"/>
          </a:ln>
          <a:effectLst/>
        </p:spPr>
        <p:txBody>
          <a:bodyPr wrap="none" lIns="0" tIns="0" rIns="0" bIns="0" rtlCol="0" anchor="ctr"/>
          <a:lstStyle/>
          <a:p>
            <a:pPr algn="ctr" defTabSz="914400" fontAlgn="base">
              <a:lnSpc>
                <a:spcPct val="120000"/>
              </a:lnSpc>
              <a:spcAft>
                <a:spcPct val="0"/>
              </a:spcAft>
            </a:pPr>
            <a:r>
              <a:rPr kumimoji="1" lang="ko-KR" altLang="en-US" sz="900" ker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인사코드</a:t>
            </a:r>
          </a:p>
        </p:txBody>
      </p:sp>
      <p:cxnSp>
        <p:nvCxnSpPr>
          <p:cNvPr id="107" name="AutoShape 37"/>
          <p:cNvCxnSpPr>
            <a:cxnSpLocks noChangeShapeType="1"/>
            <a:stCxn id="40" idx="2"/>
            <a:endCxn id="65" idx="0"/>
          </p:cNvCxnSpPr>
          <p:nvPr/>
        </p:nvCxnSpPr>
        <p:spPr bwMode="auto">
          <a:xfrm rot="16200000" flipH="1">
            <a:off x="3371654" y="3619079"/>
            <a:ext cx="402634" cy="936103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rgbClr val="4E6485"/>
            </a:solidFill>
            <a:miter lim="800000"/>
            <a:headEnd type="none" w="med" len="med"/>
            <a:tailEnd type="triangle" w="med" len="med"/>
          </a:ln>
        </p:spPr>
      </p:cxnSp>
      <p:cxnSp>
        <p:nvCxnSpPr>
          <p:cNvPr id="110" name="AutoShape 37"/>
          <p:cNvCxnSpPr>
            <a:cxnSpLocks noChangeShapeType="1"/>
            <a:stCxn id="46" idx="2"/>
            <a:endCxn id="65" idx="0"/>
          </p:cNvCxnSpPr>
          <p:nvPr/>
        </p:nvCxnSpPr>
        <p:spPr bwMode="auto">
          <a:xfrm rot="5400000">
            <a:off x="4307803" y="3619035"/>
            <a:ext cx="402634" cy="936193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rgbClr val="4E6485"/>
            </a:solidFill>
            <a:miter lim="800000"/>
            <a:headEnd type="none" w="med" len="med"/>
            <a:tailEnd type="triangle" w="med" len="med"/>
          </a:ln>
        </p:spPr>
      </p:cxnSp>
      <p:cxnSp>
        <p:nvCxnSpPr>
          <p:cNvPr id="113" name="AutoShape 34"/>
          <p:cNvCxnSpPr>
            <a:cxnSpLocks noChangeShapeType="1"/>
            <a:endCxn id="76" idx="1"/>
          </p:cNvCxnSpPr>
          <p:nvPr/>
        </p:nvCxnSpPr>
        <p:spPr bwMode="auto">
          <a:xfrm>
            <a:off x="2404597" y="5000407"/>
            <a:ext cx="1240427" cy="0"/>
          </a:xfrm>
          <a:prstGeom prst="straightConnector1">
            <a:avLst/>
          </a:prstGeom>
          <a:noFill/>
          <a:ln w="12700">
            <a:solidFill>
              <a:srgbClr val="4E6485"/>
            </a:solidFill>
            <a:miter lim="800000"/>
            <a:headEnd type="none" w="med" len="med"/>
            <a:tailEnd type="triangle" w="med" len="med"/>
          </a:ln>
        </p:spPr>
      </p:cxnSp>
      <p:cxnSp>
        <p:nvCxnSpPr>
          <p:cNvPr id="116" name="AutoShape 34"/>
          <p:cNvCxnSpPr>
            <a:cxnSpLocks noChangeShapeType="1"/>
            <a:stCxn id="76" idx="2"/>
            <a:endCxn id="71" idx="0"/>
          </p:cNvCxnSpPr>
          <p:nvPr/>
        </p:nvCxnSpPr>
        <p:spPr bwMode="auto">
          <a:xfrm flipH="1">
            <a:off x="4041021" y="5090407"/>
            <a:ext cx="3" cy="101326"/>
          </a:xfrm>
          <a:prstGeom prst="straightConnector1">
            <a:avLst/>
          </a:prstGeom>
          <a:noFill/>
          <a:ln w="12700">
            <a:solidFill>
              <a:srgbClr val="4E6485"/>
            </a:solidFill>
            <a:miter lim="800000"/>
            <a:headEnd type="none" w="med" len="med"/>
            <a:tailEnd type="triangle" w="med" len="med"/>
          </a:ln>
        </p:spPr>
      </p:cxnSp>
      <p:cxnSp>
        <p:nvCxnSpPr>
          <p:cNvPr id="119" name="AutoShape 34"/>
          <p:cNvCxnSpPr>
            <a:cxnSpLocks noChangeShapeType="1"/>
            <a:stCxn id="58" idx="1"/>
            <a:endCxn id="74" idx="3"/>
          </p:cNvCxnSpPr>
          <p:nvPr/>
        </p:nvCxnSpPr>
        <p:spPr bwMode="auto">
          <a:xfrm flipH="1">
            <a:off x="4436932" y="7335931"/>
            <a:ext cx="144284" cy="1"/>
          </a:xfrm>
          <a:prstGeom prst="straightConnector1">
            <a:avLst/>
          </a:prstGeom>
          <a:noFill/>
          <a:ln w="12700">
            <a:solidFill>
              <a:srgbClr val="4E6485"/>
            </a:solidFill>
            <a:miter lim="800000"/>
            <a:headEnd type="none" w="med" len="med"/>
            <a:tailEnd type="triangle" w="med" len="med"/>
          </a:ln>
        </p:spPr>
      </p:cxnSp>
      <p:cxnSp>
        <p:nvCxnSpPr>
          <p:cNvPr id="121" name="AutoShape 34"/>
          <p:cNvCxnSpPr>
            <a:cxnSpLocks noChangeShapeType="1"/>
            <a:stCxn id="49" idx="2"/>
            <a:endCxn id="52" idx="0"/>
          </p:cNvCxnSpPr>
          <p:nvPr/>
        </p:nvCxnSpPr>
        <p:spPr bwMode="auto">
          <a:xfrm>
            <a:off x="4977216" y="5997136"/>
            <a:ext cx="0" cy="108012"/>
          </a:xfrm>
          <a:prstGeom prst="straightConnector1">
            <a:avLst/>
          </a:prstGeom>
          <a:noFill/>
          <a:ln w="12700">
            <a:solidFill>
              <a:srgbClr val="4E6485"/>
            </a:solidFill>
            <a:miter lim="800000"/>
            <a:headEnd type="none" w="med" len="med"/>
            <a:tailEnd type="none" w="med" len="med"/>
          </a:ln>
        </p:spPr>
      </p:cxnSp>
      <p:cxnSp>
        <p:nvCxnSpPr>
          <p:cNvPr id="128" name="AutoShape 34"/>
          <p:cNvCxnSpPr>
            <a:cxnSpLocks noChangeShapeType="1"/>
            <a:stCxn id="47" idx="2"/>
            <a:endCxn id="50" idx="0"/>
          </p:cNvCxnSpPr>
          <p:nvPr/>
        </p:nvCxnSpPr>
        <p:spPr bwMode="auto">
          <a:xfrm>
            <a:off x="3104920" y="5997136"/>
            <a:ext cx="0" cy="108012"/>
          </a:xfrm>
          <a:prstGeom prst="straightConnector1">
            <a:avLst/>
          </a:prstGeom>
          <a:noFill/>
          <a:ln w="12700">
            <a:solidFill>
              <a:srgbClr val="4E6485"/>
            </a:solidFill>
            <a:miter lim="800000"/>
            <a:headEnd type="none" w="med" len="med"/>
            <a:tailEnd type="none" w="med" len="med"/>
          </a:ln>
        </p:spPr>
      </p:cxnSp>
      <p:cxnSp>
        <p:nvCxnSpPr>
          <p:cNvPr id="131" name="AutoShape 37"/>
          <p:cNvCxnSpPr>
            <a:cxnSpLocks noChangeShapeType="1"/>
            <a:stCxn id="49" idx="0"/>
            <a:endCxn id="71" idx="2"/>
          </p:cNvCxnSpPr>
          <p:nvPr/>
        </p:nvCxnSpPr>
        <p:spPr bwMode="auto">
          <a:xfrm rot="16200000" flipV="1">
            <a:off x="4383085" y="5223004"/>
            <a:ext cx="252068" cy="936195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rgbClr val="4E6485"/>
            </a:solidFill>
            <a:miter lim="800000"/>
            <a:headEnd type="none" w="med" len="med"/>
            <a:tailEnd type="triangle" w="med" len="med"/>
          </a:ln>
        </p:spPr>
      </p:cxnSp>
      <p:cxnSp>
        <p:nvCxnSpPr>
          <p:cNvPr id="134" name="AutoShape 37"/>
          <p:cNvCxnSpPr>
            <a:cxnSpLocks noChangeShapeType="1"/>
            <a:stCxn id="48" idx="0"/>
            <a:endCxn id="71" idx="2"/>
          </p:cNvCxnSpPr>
          <p:nvPr/>
        </p:nvCxnSpPr>
        <p:spPr bwMode="auto">
          <a:xfrm rot="16200000" flipV="1">
            <a:off x="3915033" y="5691056"/>
            <a:ext cx="252068" cy="91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rgbClr val="4E6485"/>
            </a:solidFill>
            <a:miter lim="800000"/>
            <a:headEnd type="none" w="med" len="med"/>
            <a:tailEnd type="triangle" w="med" len="med"/>
          </a:ln>
        </p:spPr>
      </p:cxnSp>
      <p:cxnSp>
        <p:nvCxnSpPr>
          <p:cNvPr id="137" name="AutoShape 37"/>
          <p:cNvCxnSpPr>
            <a:cxnSpLocks noChangeShapeType="1"/>
            <a:stCxn id="47" idx="0"/>
            <a:endCxn id="71" idx="2"/>
          </p:cNvCxnSpPr>
          <p:nvPr/>
        </p:nvCxnSpPr>
        <p:spPr bwMode="auto">
          <a:xfrm rot="5400000" flipH="1" flipV="1">
            <a:off x="3446936" y="5223052"/>
            <a:ext cx="252068" cy="936101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rgbClr val="4E6485"/>
            </a:solidFill>
            <a:miter lim="800000"/>
            <a:headEnd type="none" w="med" len="med"/>
            <a:tailEnd type="triangle" w="med" len="med"/>
          </a:ln>
        </p:spPr>
      </p:cxnSp>
      <p:cxnSp>
        <p:nvCxnSpPr>
          <p:cNvPr id="141" name="AutoShape 34"/>
          <p:cNvCxnSpPr>
            <a:cxnSpLocks noChangeShapeType="1"/>
            <a:stCxn id="48" idx="2"/>
            <a:endCxn id="51" idx="0"/>
          </p:cNvCxnSpPr>
          <p:nvPr/>
        </p:nvCxnSpPr>
        <p:spPr bwMode="auto">
          <a:xfrm>
            <a:off x="4041112" y="5997136"/>
            <a:ext cx="0" cy="108012"/>
          </a:xfrm>
          <a:prstGeom prst="straightConnector1">
            <a:avLst/>
          </a:prstGeom>
          <a:noFill/>
          <a:ln w="12700">
            <a:solidFill>
              <a:srgbClr val="4E6485"/>
            </a:solidFill>
            <a:miter lim="800000"/>
            <a:headEnd type="none" w="med" len="med"/>
            <a:tailEnd type="none" w="med" len="med"/>
          </a:ln>
        </p:spPr>
      </p:cxnSp>
      <p:cxnSp>
        <p:nvCxnSpPr>
          <p:cNvPr id="144" name="AutoShape 34"/>
          <p:cNvCxnSpPr>
            <a:cxnSpLocks noChangeShapeType="1"/>
            <a:stCxn id="53" idx="3"/>
            <a:endCxn id="55" idx="1"/>
          </p:cNvCxnSpPr>
          <p:nvPr/>
        </p:nvCxnSpPr>
        <p:spPr bwMode="auto">
          <a:xfrm>
            <a:off x="3500920" y="6987236"/>
            <a:ext cx="1080296" cy="0"/>
          </a:xfrm>
          <a:prstGeom prst="straightConnector1">
            <a:avLst/>
          </a:prstGeom>
          <a:noFill/>
          <a:ln w="12700">
            <a:solidFill>
              <a:srgbClr val="0070C0"/>
            </a:solidFill>
            <a:miter lim="800000"/>
            <a:headEnd type="none" w="med" len="med"/>
            <a:tailEnd type="none" w="med" len="med"/>
          </a:ln>
        </p:spPr>
      </p:cxnSp>
      <p:cxnSp>
        <p:nvCxnSpPr>
          <p:cNvPr id="158" name="AutoShape 37"/>
          <p:cNvCxnSpPr>
            <a:cxnSpLocks noChangeShapeType="1"/>
            <a:stCxn id="60" idx="2"/>
            <a:endCxn id="62" idx="3"/>
          </p:cNvCxnSpPr>
          <p:nvPr/>
        </p:nvCxnSpPr>
        <p:spPr bwMode="auto">
          <a:xfrm rot="5400000">
            <a:off x="3635996" y="7662240"/>
            <a:ext cx="270040" cy="540192"/>
          </a:xfrm>
          <a:prstGeom prst="bentConnector2">
            <a:avLst/>
          </a:prstGeom>
          <a:noFill/>
          <a:ln w="12700">
            <a:solidFill>
              <a:srgbClr val="4E6485"/>
            </a:solidFill>
            <a:miter lim="800000"/>
            <a:headEnd type="none" w="med" len="med"/>
            <a:tailEnd type="triangle" w="med" len="med"/>
          </a:ln>
        </p:spPr>
      </p:cxnSp>
      <p:sp>
        <p:nvSpPr>
          <p:cNvPr id="54" name="AutoShape 33"/>
          <p:cNvSpPr>
            <a:spLocks noChangeArrowheads="1"/>
          </p:cNvSpPr>
          <p:nvPr/>
        </p:nvSpPr>
        <p:spPr bwMode="auto">
          <a:xfrm>
            <a:off x="3645112" y="6897236"/>
            <a:ext cx="792000" cy="180000"/>
          </a:xfrm>
          <a:prstGeom prst="roundRect">
            <a:avLst>
              <a:gd name="adj" fmla="val 0"/>
            </a:avLst>
          </a:prstGeom>
          <a:solidFill>
            <a:srgbClr val="DEEBF7"/>
          </a:solidFill>
          <a:ln w="6350" cap="flat" cmpd="sng" algn="ctr">
            <a:solidFill>
              <a:srgbClr val="B5D2ED"/>
            </a:solidFill>
            <a:prstDash val="solid"/>
          </a:ln>
          <a:effectLst/>
        </p:spPr>
        <p:txBody>
          <a:bodyPr wrap="none" lIns="0" tIns="0" rIns="0" bIns="0" rtlCol="0" anchor="ctr"/>
          <a:lstStyle/>
          <a:p>
            <a:pPr algn="ctr" defTabSz="914400" fontAlgn="base">
              <a:lnSpc>
                <a:spcPct val="120000"/>
              </a:lnSpc>
              <a:spcAft>
                <a:spcPct val="0"/>
              </a:spcAft>
            </a:pPr>
            <a:r>
              <a:rPr kumimoji="1" lang="ko-KR" altLang="en-US" sz="900" ker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국외출장신청</a:t>
            </a:r>
          </a:p>
        </p:txBody>
      </p:sp>
      <p:cxnSp>
        <p:nvCxnSpPr>
          <p:cNvPr id="163" name="AutoShape 34"/>
          <p:cNvCxnSpPr>
            <a:cxnSpLocks noChangeShapeType="1"/>
            <a:stCxn id="71" idx="1"/>
            <a:endCxn id="77" idx="3"/>
          </p:cNvCxnSpPr>
          <p:nvPr/>
        </p:nvCxnSpPr>
        <p:spPr bwMode="auto">
          <a:xfrm flipH="1" flipV="1">
            <a:off x="3501008" y="5378400"/>
            <a:ext cx="144102" cy="1"/>
          </a:xfrm>
          <a:prstGeom prst="straightConnector1">
            <a:avLst/>
          </a:prstGeom>
          <a:noFill/>
          <a:ln w="12700">
            <a:solidFill>
              <a:srgbClr val="4E6485"/>
            </a:solidFill>
            <a:miter lim="800000"/>
            <a:headEnd type="none" w="med" len="med"/>
            <a:tailEnd type="triangle" w="med" len="med"/>
          </a:ln>
        </p:spPr>
      </p:cxnSp>
      <p:cxnSp>
        <p:nvCxnSpPr>
          <p:cNvPr id="166" name="AutoShape 34"/>
          <p:cNvCxnSpPr>
            <a:cxnSpLocks noChangeShapeType="1"/>
            <a:stCxn id="56" idx="3"/>
            <a:endCxn id="74" idx="1"/>
          </p:cNvCxnSpPr>
          <p:nvPr/>
        </p:nvCxnSpPr>
        <p:spPr bwMode="auto">
          <a:xfrm>
            <a:off x="3500920" y="7335931"/>
            <a:ext cx="144190" cy="1"/>
          </a:xfrm>
          <a:prstGeom prst="straightConnector1">
            <a:avLst/>
          </a:prstGeom>
          <a:noFill/>
          <a:ln w="12700">
            <a:solidFill>
              <a:srgbClr val="4E6485"/>
            </a:solidFill>
            <a:miter lim="800000"/>
            <a:headEnd type="none" w="med" len="med"/>
            <a:tailEnd type="triangle" w="med" len="med"/>
          </a:ln>
        </p:spPr>
      </p:cxnSp>
      <p:cxnSp>
        <p:nvCxnSpPr>
          <p:cNvPr id="169" name="AutoShape 34"/>
          <p:cNvCxnSpPr>
            <a:cxnSpLocks noChangeShapeType="1"/>
            <a:stCxn id="61" idx="0"/>
            <a:endCxn id="58" idx="2"/>
          </p:cNvCxnSpPr>
          <p:nvPr/>
        </p:nvCxnSpPr>
        <p:spPr bwMode="auto">
          <a:xfrm flipV="1">
            <a:off x="4977216" y="7425931"/>
            <a:ext cx="0" cy="191385"/>
          </a:xfrm>
          <a:prstGeom prst="straightConnector1">
            <a:avLst/>
          </a:prstGeom>
          <a:noFill/>
          <a:ln w="12700">
            <a:solidFill>
              <a:srgbClr val="4E6485"/>
            </a:solidFill>
            <a:miter lim="800000"/>
            <a:headEnd type="none" w="med" len="med"/>
            <a:tailEnd type="triangle" w="med" len="med"/>
          </a:ln>
        </p:spPr>
      </p:cxnSp>
      <p:cxnSp>
        <p:nvCxnSpPr>
          <p:cNvPr id="172" name="AutoShape 34"/>
          <p:cNvCxnSpPr>
            <a:cxnSpLocks noChangeShapeType="1"/>
            <a:stCxn id="57" idx="0"/>
            <a:endCxn id="61" idx="2"/>
          </p:cNvCxnSpPr>
          <p:nvPr/>
        </p:nvCxnSpPr>
        <p:spPr bwMode="auto">
          <a:xfrm flipV="1">
            <a:off x="4977128" y="7797316"/>
            <a:ext cx="88" cy="867833"/>
          </a:xfrm>
          <a:prstGeom prst="straightConnector1">
            <a:avLst/>
          </a:prstGeom>
          <a:noFill/>
          <a:ln w="12700">
            <a:solidFill>
              <a:srgbClr val="4E6485"/>
            </a:solidFill>
            <a:miter lim="800000"/>
            <a:headEnd type="none" w="med" len="med"/>
            <a:tailEnd type="triangle" w="med" len="med"/>
          </a:ln>
        </p:spPr>
      </p:cxnSp>
      <p:cxnSp>
        <p:nvCxnSpPr>
          <p:cNvPr id="175" name="AutoShape 34"/>
          <p:cNvCxnSpPr>
            <a:cxnSpLocks noChangeShapeType="1"/>
            <a:endCxn id="57" idx="1"/>
          </p:cNvCxnSpPr>
          <p:nvPr/>
        </p:nvCxnSpPr>
        <p:spPr bwMode="auto">
          <a:xfrm>
            <a:off x="2395589" y="8755149"/>
            <a:ext cx="2185539" cy="0"/>
          </a:xfrm>
          <a:prstGeom prst="straightConnector1">
            <a:avLst/>
          </a:prstGeom>
          <a:noFill/>
          <a:ln w="12700">
            <a:solidFill>
              <a:srgbClr val="4E6485"/>
            </a:solidFill>
            <a:miter lim="800000"/>
            <a:headEnd type="none" w="med" len="med"/>
            <a:tailEnd type="triangle" w="med" len="med"/>
          </a:ln>
        </p:spPr>
      </p:cxnSp>
      <p:cxnSp>
        <p:nvCxnSpPr>
          <p:cNvPr id="178" name="AutoShape 37"/>
          <p:cNvCxnSpPr>
            <a:cxnSpLocks noChangeShapeType="1"/>
            <a:endCxn id="53" idx="0"/>
          </p:cNvCxnSpPr>
          <p:nvPr/>
        </p:nvCxnSpPr>
        <p:spPr bwMode="auto">
          <a:xfrm rot="10800000" flipV="1">
            <a:off x="3104921" y="6643692"/>
            <a:ext cx="2720339" cy="253543"/>
          </a:xfrm>
          <a:prstGeom prst="bentConnector2">
            <a:avLst/>
          </a:prstGeom>
          <a:noFill/>
          <a:ln w="12700">
            <a:solidFill>
              <a:srgbClr val="4E6485"/>
            </a:solidFill>
            <a:miter lim="800000"/>
            <a:headEnd type="none" w="med" len="med"/>
            <a:tailEnd type="triangle" w="med" len="med"/>
          </a:ln>
        </p:spPr>
      </p:cxnSp>
      <p:cxnSp>
        <p:nvCxnSpPr>
          <p:cNvPr id="192" name="AutoShape 37"/>
          <p:cNvCxnSpPr>
            <a:cxnSpLocks noChangeShapeType="1"/>
            <a:endCxn id="54" idx="0"/>
          </p:cNvCxnSpPr>
          <p:nvPr/>
        </p:nvCxnSpPr>
        <p:spPr bwMode="auto">
          <a:xfrm rot="10800000" flipV="1">
            <a:off x="4041113" y="6643692"/>
            <a:ext cx="1784147" cy="253543"/>
          </a:xfrm>
          <a:prstGeom prst="bentConnector2">
            <a:avLst/>
          </a:prstGeom>
          <a:noFill/>
          <a:ln w="12700">
            <a:solidFill>
              <a:srgbClr val="4E6485"/>
            </a:solidFill>
            <a:miter lim="800000"/>
            <a:headEnd type="none" w="med" len="med"/>
            <a:tailEnd type="triangle" w="med" len="med"/>
          </a:ln>
        </p:spPr>
      </p:cxnSp>
      <p:cxnSp>
        <p:nvCxnSpPr>
          <p:cNvPr id="195" name="AutoShape 37"/>
          <p:cNvCxnSpPr>
            <a:cxnSpLocks noChangeShapeType="1"/>
            <a:endCxn id="55" idx="0"/>
          </p:cNvCxnSpPr>
          <p:nvPr/>
        </p:nvCxnSpPr>
        <p:spPr bwMode="auto">
          <a:xfrm rot="10800000" flipV="1">
            <a:off x="4977217" y="6643692"/>
            <a:ext cx="848043" cy="253543"/>
          </a:xfrm>
          <a:prstGeom prst="bentConnector2">
            <a:avLst/>
          </a:prstGeom>
          <a:noFill/>
          <a:ln w="12700">
            <a:solidFill>
              <a:srgbClr val="4E6485"/>
            </a:solidFill>
            <a:miter lim="800000"/>
            <a:headEnd type="none" w="med" len="med"/>
            <a:tailEnd type="triangle" w="med" len="med"/>
          </a:ln>
        </p:spPr>
      </p:cxnSp>
      <p:cxnSp>
        <p:nvCxnSpPr>
          <p:cNvPr id="202" name="AutoShape 37"/>
          <p:cNvCxnSpPr>
            <a:cxnSpLocks noChangeShapeType="1"/>
            <a:stCxn id="55" idx="3"/>
          </p:cNvCxnSpPr>
          <p:nvPr/>
        </p:nvCxnSpPr>
        <p:spPr bwMode="auto">
          <a:xfrm>
            <a:off x="5373216" y="6987236"/>
            <a:ext cx="448378" cy="592006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rgbClr val="4E6485"/>
            </a:solidFill>
            <a:miter lim="800000"/>
            <a:headEnd type="none" w="med" len="med"/>
            <a:tailEnd type="triangle" w="med" len="med"/>
          </a:ln>
        </p:spPr>
      </p:cxnSp>
      <p:cxnSp>
        <p:nvCxnSpPr>
          <p:cNvPr id="205" name="AutoShape 37"/>
          <p:cNvCxnSpPr>
            <a:cxnSpLocks noChangeShapeType="1"/>
            <a:endCxn id="61" idx="3"/>
          </p:cNvCxnSpPr>
          <p:nvPr/>
        </p:nvCxnSpPr>
        <p:spPr bwMode="auto">
          <a:xfrm rot="10800000">
            <a:off x="5373216" y="7707316"/>
            <a:ext cx="445946" cy="915218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rgbClr val="4E6485"/>
            </a:solidFill>
            <a:miter lim="800000"/>
            <a:headEnd type="none" w="med" len="med"/>
            <a:tailEnd type="triangle" w="med" len="med"/>
          </a:ln>
        </p:spPr>
      </p:cxnSp>
      <p:sp>
        <p:nvSpPr>
          <p:cNvPr id="211" name="AutoShape 40"/>
          <p:cNvSpPr>
            <a:spLocks noChangeArrowheads="1"/>
          </p:cNvSpPr>
          <p:nvPr/>
        </p:nvSpPr>
        <p:spPr bwMode="auto">
          <a:xfrm>
            <a:off x="497234" y="3530952"/>
            <a:ext cx="1228235" cy="629960"/>
          </a:xfrm>
          <a:prstGeom prst="roundRect">
            <a:avLst>
              <a:gd name="adj" fmla="val 16667"/>
            </a:avLst>
          </a:prstGeom>
          <a:noFill/>
          <a:ln w="9525">
            <a:noFill/>
            <a:round/>
            <a:headEnd/>
            <a:tailEnd/>
          </a:ln>
          <a:effectLst/>
        </p:spPr>
        <p:txBody>
          <a:bodyPr wrap="square" lIns="0" tIns="0" rIns="0" bIns="0">
            <a:spAutoFit/>
          </a:bodyPr>
          <a:lstStyle/>
          <a:p>
            <a:pPr eaLnBrk="0" hangingPunct="0"/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Pretendard ExtraLight" panose="02000303000000020004" pitchFamily="50" charset="-127"/>
              </a:rPr>
              <a:t>기준정보 관리</a:t>
            </a:r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  <a:cs typeface="Pretendard ExtraLight" panose="02000303000000020004" pitchFamily="50" charset="-127"/>
            </a:endParaRPr>
          </a:p>
          <a:p>
            <a:pPr eaLnBrk="0" hangingPunct="0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인사관리의 효과적인 관리를 하기 위하여 기준정보를 관리</a:t>
            </a:r>
          </a:p>
        </p:txBody>
      </p:sp>
      <p:sp>
        <p:nvSpPr>
          <p:cNvPr id="212" name="AutoShape 40"/>
          <p:cNvSpPr>
            <a:spLocks noChangeArrowheads="1"/>
          </p:cNvSpPr>
          <p:nvPr/>
        </p:nvSpPr>
        <p:spPr bwMode="auto">
          <a:xfrm>
            <a:off x="497234" y="4700972"/>
            <a:ext cx="1228235" cy="476726"/>
          </a:xfrm>
          <a:prstGeom prst="roundRect">
            <a:avLst>
              <a:gd name="adj" fmla="val 16667"/>
            </a:avLst>
          </a:prstGeom>
          <a:noFill/>
          <a:ln w="9525">
            <a:noFill/>
            <a:round/>
            <a:headEnd/>
            <a:tailEnd/>
          </a:ln>
          <a:effectLst/>
        </p:spPr>
        <p:txBody>
          <a:bodyPr wrap="square" lIns="0" tIns="0" rIns="0" bIns="0">
            <a:spAutoFit/>
          </a:bodyPr>
          <a:lstStyle/>
          <a:p>
            <a:pPr eaLnBrk="0" hangingPunct="0"/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Pretendard ExtraLight" panose="02000303000000020004" pitchFamily="50" charset="-127"/>
              </a:rPr>
              <a:t>인사정보 등록</a:t>
            </a:r>
            <a:endParaRPr lang="en-US" altLang="ko-KR" sz="10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  <a:cs typeface="Pretendard ExtraLight" panose="02000303000000020004" pitchFamily="50" charset="-127"/>
            </a:endParaRPr>
          </a:p>
          <a:p>
            <a:pPr eaLnBrk="0" hangingPunct="0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신규 입사자로 확정되면 인사기본정보에 등록</a:t>
            </a:r>
          </a:p>
        </p:txBody>
      </p:sp>
      <p:sp>
        <p:nvSpPr>
          <p:cNvPr id="213" name="AutoShape 40"/>
          <p:cNvSpPr>
            <a:spLocks noChangeArrowheads="1"/>
          </p:cNvSpPr>
          <p:nvPr/>
        </p:nvSpPr>
        <p:spPr bwMode="auto">
          <a:xfrm>
            <a:off x="497234" y="5745088"/>
            <a:ext cx="1228235" cy="629960"/>
          </a:xfrm>
          <a:prstGeom prst="roundRect">
            <a:avLst>
              <a:gd name="adj" fmla="val 16667"/>
            </a:avLst>
          </a:prstGeom>
          <a:noFill/>
          <a:ln w="9525">
            <a:noFill/>
            <a:round/>
            <a:headEnd/>
            <a:tailEnd/>
          </a:ln>
          <a:effectLst/>
        </p:spPr>
        <p:txBody>
          <a:bodyPr wrap="square" lIns="0" tIns="0" rIns="0" bIns="0">
            <a:spAutoFit/>
          </a:bodyPr>
          <a:lstStyle/>
          <a:p>
            <a:pPr eaLnBrk="0" hangingPunct="0"/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Pretendard ExtraLight" panose="02000303000000020004" pitchFamily="50" charset="-127"/>
              </a:rPr>
              <a:t>인사기록사항 관리</a:t>
            </a:r>
            <a:endParaRPr lang="en-US" altLang="ko-KR" sz="10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  <a:cs typeface="Pretendard ExtraLight" panose="02000303000000020004" pitchFamily="50" charset="-127"/>
            </a:endParaRPr>
          </a:p>
          <a:p>
            <a:pPr eaLnBrk="0" hangingPunct="0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직원의 기본정보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, 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인사이동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, 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업무관련정보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, 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신상정보 등 관리</a:t>
            </a:r>
          </a:p>
        </p:txBody>
      </p:sp>
      <p:sp>
        <p:nvSpPr>
          <p:cNvPr id="214" name="AutoShape 40"/>
          <p:cNvSpPr>
            <a:spLocks noChangeArrowheads="1"/>
          </p:cNvSpPr>
          <p:nvPr/>
        </p:nvSpPr>
        <p:spPr bwMode="auto">
          <a:xfrm>
            <a:off x="497234" y="6609184"/>
            <a:ext cx="1228235" cy="783193"/>
          </a:xfrm>
          <a:prstGeom prst="roundRect">
            <a:avLst>
              <a:gd name="adj" fmla="val 16667"/>
            </a:avLst>
          </a:prstGeom>
          <a:noFill/>
          <a:ln w="9525">
            <a:noFill/>
            <a:round/>
            <a:headEnd/>
            <a:tailEnd/>
          </a:ln>
          <a:effectLst/>
        </p:spPr>
        <p:txBody>
          <a:bodyPr wrap="square" lIns="0" tIns="0" rIns="0" bIns="0">
            <a:spAutoFit/>
          </a:bodyPr>
          <a:lstStyle/>
          <a:p>
            <a:pPr eaLnBrk="0" hangingPunct="0"/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Pretendard ExtraLight" panose="02000303000000020004" pitchFamily="50" charset="-127"/>
              </a:rPr>
              <a:t>전자결재 업무</a:t>
            </a:r>
            <a:endParaRPr lang="en-US" altLang="ko-KR" sz="10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  <a:cs typeface="Pretendard ExtraLight" panose="02000303000000020004" pitchFamily="50" charset="-127"/>
            </a:endParaRPr>
          </a:p>
          <a:p>
            <a:pPr eaLnBrk="0" hangingPunct="0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전자결재를 통하여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, 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출장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, 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휴가 신청서를 제출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.</a:t>
            </a:r>
          </a:p>
          <a:p>
            <a:pPr eaLnBrk="0" hangingPunct="0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결재 완료 후 인사정보에 취합 후 부자재현황 등록</a:t>
            </a:r>
          </a:p>
        </p:txBody>
      </p:sp>
      <p:sp>
        <p:nvSpPr>
          <p:cNvPr id="215" name="AutoShape 40"/>
          <p:cNvSpPr>
            <a:spLocks noChangeArrowheads="1"/>
          </p:cNvSpPr>
          <p:nvPr/>
        </p:nvSpPr>
        <p:spPr bwMode="auto">
          <a:xfrm>
            <a:off x="497234" y="7553640"/>
            <a:ext cx="1228235" cy="476726"/>
          </a:xfrm>
          <a:prstGeom prst="roundRect">
            <a:avLst>
              <a:gd name="adj" fmla="val 16667"/>
            </a:avLst>
          </a:prstGeom>
          <a:noFill/>
          <a:ln w="9525">
            <a:noFill/>
            <a:round/>
            <a:headEnd/>
            <a:tailEnd/>
          </a:ln>
          <a:effectLst/>
        </p:spPr>
        <p:txBody>
          <a:bodyPr wrap="square" lIns="0" tIns="0" rIns="0" bIns="0">
            <a:spAutoFit/>
          </a:bodyPr>
          <a:lstStyle/>
          <a:p>
            <a:pPr eaLnBrk="0" hangingPunct="0"/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Pretendard ExtraLight" panose="02000303000000020004" pitchFamily="50" charset="-127"/>
              </a:rPr>
              <a:t>제 증명 발급</a:t>
            </a:r>
            <a:endParaRPr lang="en-US" altLang="ko-KR" sz="10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  <a:cs typeface="Pretendard ExtraLight" panose="02000303000000020004" pitchFamily="50" charset="-127"/>
            </a:endParaRPr>
          </a:p>
          <a:p>
            <a:pPr eaLnBrk="0" hangingPunct="0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제 증명서 발급 신청 후 승인 되면 본인 직접 발급</a:t>
            </a:r>
          </a:p>
        </p:txBody>
      </p:sp>
      <p:sp>
        <p:nvSpPr>
          <p:cNvPr id="216" name="AutoShape 40"/>
          <p:cNvSpPr>
            <a:spLocks noChangeArrowheads="1"/>
          </p:cNvSpPr>
          <p:nvPr/>
        </p:nvSpPr>
        <p:spPr bwMode="auto">
          <a:xfrm>
            <a:off x="497234" y="8193360"/>
            <a:ext cx="1228235" cy="629960"/>
          </a:xfrm>
          <a:prstGeom prst="roundRect">
            <a:avLst>
              <a:gd name="adj" fmla="val 16667"/>
            </a:avLst>
          </a:prstGeom>
          <a:noFill/>
          <a:ln w="9525">
            <a:noFill/>
            <a:round/>
            <a:headEnd/>
            <a:tailEnd/>
          </a:ln>
          <a:effectLst/>
        </p:spPr>
        <p:txBody>
          <a:bodyPr wrap="square" lIns="0" tIns="0" rIns="0" bIns="0">
            <a:spAutoFit/>
          </a:bodyPr>
          <a:lstStyle/>
          <a:p>
            <a:pPr eaLnBrk="0" hangingPunct="0"/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Pretendard ExtraLight" panose="02000303000000020004" pitchFamily="50" charset="-127"/>
              </a:rPr>
              <a:t>인사기록사항 관리</a:t>
            </a:r>
            <a:endParaRPr lang="en-US" altLang="ko-KR" sz="10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  <a:cs typeface="Pretendard ExtraLight" panose="02000303000000020004" pitchFamily="50" charset="-127"/>
            </a:endParaRPr>
          </a:p>
          <a:p>
            <a:pPr eaLnBrk="0" hangingPunct="0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출퇴근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, 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시간외근무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, 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유연근무제 기준관리와 보안시스템 연계 활용</a:t>
            </a:r>
          </a:p>
        </p:txBody>
      </p:sp>
      <p:sp>
        <p:nvSpPr>
          <p:cNvPr id="217" name="AutoShape 40"/>
          <p:cNvSpPr>
            <a:spLocks noChangeArrowheads="1"/>
          </p:cNvSpPr>
          <p:nvPr/>
        </p:nvSpPr>
        <p:spPr bwMode="auto">
          <a:xfrm>
            <a:off x="497234" y="8913440"/>
            <a:ext cx="1228235" cy="323493"/>
          </a:xfrm>
          <a:prstGeom prst="roundRect">
            <a:avLst>
              <a:gd name="adj" fmla="val 16667"/>
            </a:avLst>
          </a:prstGeom>
          <a:noFill/>
          <a:ln w="9525">
            <a:noFill/>
            <a:round/>
            <a:headEnd/>
            <a:tailEnd/>
          </a:ln>
          <a:effectLst/>
        </p:spPr>
        <p:txBody>
          <a:bodyPr wrap="square" lIns="0" tIns="0" rIns="0" bIns="0">
            <a:spAutoFit/>
          </a:bodyPr>
          <a:lstStyle/>
          <a:p>
            <a:pPr eaLnBrk="0" hangingPunct="0"/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Pretendard ExtraLight" panose="02000303000000020004" pitchFamily="50" charset="-127"/>
              </a:rPr>
              <a:t>평가결과 등록</a:t>
            </a:r>
            <a:endParaRPr lang="en-US" altLang="ko-KR" sz="10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  <a:cs typeface="Pretendard ExtraLight" panose="02000303000000020004" pitchFamily="50" charset="-127"/>
            </a:endParaRPr>
          </a:p>
          <a:p>
            <a:pPr eaLnBrk="0" hangingPunct="0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각 개인별 평가결과 등록</a:t>
            </a:r>
          </a:p>
        </p:txBody>
      </p:sp>
      <p:grpSp>
        <p:nvGrpSpPr>
          <p:cNvPr id="111" name="그룹 110">
            <a:extLst>
              <a:ext uri="{FF2B5EF4-FFF2-40B4-BE49-F238E27FC236}">
                <a16:creationId xmlns:a16="http://schemas.microsoft.com/office/drawing/2014/main" id="{27C214D5-FA1F-4E3F-BCCC-BB6B1899DBD2}"/>
              </a:ext>
            </a:extLst>
          </p:cNvPr>
          <p:cNvGrpSpPr/>
          <p:nvPr/>
        </p:nvGrpSpPr>
        <p:grpSpPr>
          <a:xfrm>
            <a:off x="5864229" y="7280808"/>
            <a:ext cx="359129" cy="452695"/>
            <a:chOff x="4486673" y="4095564"/>
            <a:chExt cx="359129" cy="452695"/>
          </a:xfrm>
        </p:grpSpPr>
        <p:sp>
          <p:nvSpPr>
            <p:cNvPr id="112" name="Freeform 909">
              <a:extLst>
                <a:ext uri="{FF2B5EF4-FFF2-40B4-BE49-F238E27FC236}">
                  <a16:creationId xmlns:a16="http://schemas.microsoft.com/office/drawing/2014/main" id="{CEE542FC-95E1-4ED4-AC29-A4730EFA0FB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86673" y="4095564"/>
              <a:ext cx="359129" cy="452695"/>
            </a:xfrm>
            <a:custGeom>
              <a:avLst/>
              <a:gdLst>
                <a:gd name="T0" fmla="*/ 139 w 197"/>
                <a:gd name="T1" fmla="*/ 146 h 248"/>
                <a:gd name="T2" fmla="*/ 122 w 197"/>
                <a:gd name="T3" fmla="*/ 149 h 248"/>
                <a:gd name="T4" fmla="*/ 106 w 197"/>
                <a:gd name="T5" fmla="*/ 159 h 248"/>
                <a:gd name="T6" fmla="*/ 96 w 197"/>
                <a:gd name="T7" fmla="*/ 173 h 248"/>
                <a:gd name="T8" fmla="*/ 93 w 197"/>
                <a:gd name="T9" fmla="*/ 192 h 248"/>
                <a:gd name="T10" fmla="*/ 96 w 197"/>
                <a:gd name="T11" fmla="*/ 209 h 248"/>
                <a:gd name="T12" fmla="*/ 106 w 197"/>
                <a:gd name="T13" fmla="*/ 224 h 248"/>
                <a:gd name="T14" fmla="*/ 122 w 197"/>
                <a:gd name="T15" fmla="*/ 235 h 248"/>
                <a:gd name="T16" fmla="*/ 139 w 197"/>
                <a:gd name="T17" fmla="*/ 238 h 248"/>
                <a:gd name="T18" fmla="*/ 158 w 197"/>
                <a:gd name="T19" fmla="*/ 235 h 248"/>
                <a:gd name="T20" fmla="*/ 171 w 197"/>
                <a:gd name="T21" fmla="*/ 224 h 248"/>
                <a:gd name="T22" fmla="*/ 182 w 197"/>
                <a:gd name="T23" fmla="*/ 209 h 248"/>
                <a:gd name="T24" fmla="*/ 185 w 197"/>
                <a:gd name="T25" fmla="*/ 192 h 248"/>
                <a:gd name="T26" fmla="*/ 182 w 197"/>
                <a:gd name="T27" fmla="*/ 173 h 248"/>
                <a:gd name="T28" fmla="*/ 171 w 197"/>
                <a:gd name="T29" fmla="*/ 159 h 248"/>
                <a:gd name="T30" fmla="*/ 158 w 197"/>
                <a:gd name="T31" fmla="*/ 149 h 248"/>
                <a:gd name="T32" fmla="*/ 139 w 197"/>
                <a:gd name="T33" fmla="*/ 146 h 248"/>
                <a:gd name="T34" fmla="*/ 45 w 197"/>
                <a:gd name="T35" fmla="*/ 96 h 248"/>
                <a:gd name="T36" fmla="*/ 45 w 197"/>
                <a:gd name="T37" fmla="*/ 108 h 248"/>
                <a:gd name="T38" fmla="*/ 142 w 197"/>
                <a:gd name="T39" fmla="*/ 108 h 248"/>
                <a:gd name="T40" fmla="*/ 142 w 197"/>
                <a:gd name="T41" fmla="*/ 96 h 248"/>
                <a:gd name="T42" fmla="*/ 45 w 197"/>
                <a:gd name="T43" fmla="*/ 96 h 248"/>
                <a:gd name="T44" fmla="*/ 21 w 197"/>
                <a:gd name="T45" fmla="*/ 96 h 248"/>
                <a:gd name="T46" fmla="*/ 21 w 197"/>
                <a:gd name="T47" fmla="*/ 108 h 248"/>
                <a:gd name="T48" fmla="*/ 36 w 197"/>
                <a:gd name="T49" fmla="*/ 108 h 248"/>
                <a:gd name="T50" fmla="*/ 36 w 197"/>
                <a:gd name="T51" fmla="*/ 96 h 248"/>
                <a:gd name="T52" fmla="*/ 21 w 197"/>
                <a:gd name="T53" fmla="*/ 96 h 248"/>
                <a:gd name="T54" fmla="*/ 45 w 197"/>
                <a:gd name="T55" fmla="*/ 60 h 248"/>
                <a:gd name="T56" fmla="*/ 45 w 197"/>
                <a:gd name="T57" fmla="*/ 70 h 248"/>
                <a:gd name="T58" fmla="*/ 142 w 197"/>
                <a:gd name="T59" fmla="*/ 70 h 248"/>
                <a:gd name="T60" fmla="*/ 142 w 197"/>
                <a:gd name="T61" fmla="*/ 60 h 248"/>
                <a:gd name="T62" fmla="*/ 45 w 197"/>
                <a:gd name="T63" fmla="*/ 60 h 248"/>
                <a:gd name="T64" fmla="*/ 21 w 197"/>
                <a:gd name="T65" fmla="*/ 60 h 248"/>
                <a:gd name="T66" fmla="*/ 21 w 197"/>
                <a:gd name="T67" fmla="*/ 70 h 248"/>
                <a:gd name="T68" fmla="*/ 36 w 197"/>
                <a:gd name="T69" fmla="*/ 70 h 248"/>
                <a:gd name="T70" fmla="*/ 36 w 197"/>
                <a:gd name="T71" fmla="*/ 60 h 248"/>
                <a:gd name="T72" fmla="*/ 21 w 197"/>
                <a:gd name="T73" fmla="*/ 60 h 248"/>
                <a:gd name="T74" fmla="*/ 45 w 197"/>
                <a:gd name="T75" fmla="*/ 28 h 248"/>
                <a:gd name="T76" fmla="*/ 45 w 197"/>
                <a:gd name="T77" fmla="*/ 38 h 248"/>
                <a:gd name="T78" fmla="*/ 142 w 197"/>
                <a:gd name="T79" fmla="*/ 38 h 248"/>
                <a:gd name="T80" fmla="*/ 142 w 197"/>
                <a:gd name="T81" fmla="*/ 28 h 248"/>
                <a:gd name="T82" fmla="*/ 45 w 197"/>
                <a:gd name="T83" fmla="*/ 28 h 248"/>
                <a:gd name="T84" fmla="*/ 22 w 197"/>
                <a:gd name="T85" fmla="*/ 28 h 248"/>
                <a:gd name="T86" fmla="*/ 22 w 197"/>
                <a:gd name="T87" fmla="*/ 38 h 248"/>
                <a:gd name="T88" fmla="*/ 38 w 197"/>
                <a:gd name="T89" fmla="*/ 38 h 248"/>
                <a:gd name="T90" fmla="*/ 38 w 197"/>
                <a:gd name="T91" fmla="*/ 28 h 248"/>
                <a:gd name="T92" fmla="*/ 22 w 197"/>
                <a:gd name="T93" fmla="*/ 28 h 248"/>
                <a:gd name="T94" fmla="*/ 0 w 197"/>
                <a:gd name="T95" fmla="*/ 0 h 248"/>
                <a:gd name="T96" fmla="*/ 168 w 197"/>
                <a:gd name="T97" fmla="*/ 0 h 248"/>
                <a:gd name="T98" fmla="*/ 168 w 197"/>
                <a:gd name="T99" fmla="*/ 142 h 248"/>
                <a:gd name="T100" fmla="*/ 183 w 197"/>
                <a:gd name="T101" fmla="*/ 154 h 248"/>
                <a:gd name="T102" fmla="*/ 194 w 197"/>
                <a:gd name="T103" fmla="*/ 171 h 248"/>
                <a:gd name="T104" fmla="*/ 197 w 197"/>
                <a:gd name="T105" fmla="*/ 192 h 248"/>
                <a:gd name="T106" fmla="*/ 192 w 197"/>
                <a:gd name="T107" fmla="*/ 214 h 248"/>
                <a:gd name="T108" fmla="*/ 180 w 197"/>
                <a:gd name="T109" fmla="*/ 233 h 248"/>
                <a:gd name="T110" fmla="*/ 161 w 197"/>
                <a:gd name="T111" fmla="*/ 245 h 248"/>
                <a:gd name="T112" fmla="*/ 139 w 197"/>
                <a:gd name="T113" fmla="*/ 248 h 248"/>
                <a:gd name="T114" fmla="*/ 122 w 197"/>
                <a:gd name="T115" fmla="*/ 247 h 248"/>
                <a:gd name="T116" fmla="*/ 108 w 197"/>
                <a:gd name="T117" fmla="*/ 240 h 248"/>
                <a:gd name="T118" fmla="*/ 0 w 197"/>
                <a:gd name="T119" fmla="*/ 240 h 248"/>
                <a:gd name="T120" fmla="*/ 0 w 197"/>
                <a:gd name="T121" fmla="*/ 0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97" h="248">
                  <a:moveTo>
                    <a:pt x="139" y="146"/>
                  </a:moveTo>
                  <a:lnTo>
                    <a:pt x="122" y="149"/>
                  </a:lnTo>
                  <a:lnTo>
                    <a:pt x="106" y="159"/>
                  </a:lnTo>
                  <a:lnTo>
                    <a:pt x="96" y="173"/>
                  </a:lnTo>
                  <a:lnTo>
                    <a:pt x="93" y="192"/>
                  </a:lnTo>
                  <a:lnTo>
                    <a:pt x="96" y="209"/>
                  </a:lnTo>
                  <a:lnTo>
                    <a:pt x="106" y="224"/>
                  </a:lnTo>
                  <a:lnTo>
                    <a:pt x="122" y="235"/>
                  </a:lnTo>
                  <a:lnTo>
                    <a:pt x="139" y="238"/>
                  </a:lnTo>
                  <a:lnTo>
                    <a:pt x="158" y="235"/>
                  </a:lnTo>
                  <a:lnTo>
                    <a:pt x="171" y="224"/>
                  </a:lnTo>
                  <a:lnTo>
                    <a:pt x="182" y="209"/>
                  </a:lnTo>
                  <a:lnTo>
                    <a:pt x="185" y="192"/>
                  </a:lnTo>
                  <a:lnTo>
                    <a:pt x="182" y="173"/>
                  </a:lnTo>
                  <a:lnTo>
                    <a:pt x="171" y="159"/>
                  </a:lnTo>
                  <a:lnTo>
                    <a:pt x="158" y="149"/>
                  </a:lnTo>
                  <a:lnTo>
                    <a:pt x="139" y="146"/>
                  </a:lnTo>
                  <a:close/>
                  <a:moveTo>
                    <a:pt x="45" y="96"/>
                  </a:moveTo>
                  <a:lnTo>
                    <a:pt x="45" y="108"/>
                  </a:lnTo>
                  <a:lnTo>
                    <a:pt x="142" y="108"/>
                  </a:lnTo>
                  <a:lnTo>
                    <a:pt x="142" y="96"/>
                  </a:lnTo>
                  <a:lnTo>
                    <a:pt x="45" y="96"/>
                  </a:lnTo>
                  <a:close/>
                  <a:moveTo>
                    <a:pt x="21" y="96"/>
                  </a:moveTo>
                  <a:lnTo>
                    <a:pt x="21" y="108"/>
                  </a:lnTo>
                  <a:lnTo>
                    <a:pt x="36" y="108"/>
                  </a:lnTo>
                  <a:lnTo>
                    <a:pt x="36" y="96"/>
                  </a:lnTo>
                  <a:lnTo>
                    <a:pt x="21" y="96"/>
                  </a:lnTo>
                  <a:close/>
                  <a:moveTo>
                    <a:pt x="45" y="60"/>
                  </a:moveTo>
                  <a:lnTo>
                    <a:pt x="45" y="70"/>
                  </a:lnTo>
                  <a:lnTo>
                    <a:pt x="142" y="70"/>
                  </a:lnTo>
                  <a:lnTo>
                    <a:pt x="142" y="60"/>
                  </a:lnTo>
                  <a:lnTo>
                    <a:pt x="45" y="60"/>
                  </a:lnTo>
                  <a:close/>
                  <a:moveTo>
                    <a:pt x="21" y="60"/>
                  </a:moveTo>
                  <a:lnTo>
                    <a:pt x="21" y="70"/>
                  </a:lnTo>
                  <a:lnTo>
                    <a:pt x="36" y="70"/>
                  </a:lnTo>
                  <a:lnTo>
                    <a:pt x="36" y="60"/>
                  </a:lnTo>
                  <a:lnTo>
                    <a:pt x="21" y="60"/>
                  </a:lnTo>
                  <a:close/>
                  <a:moveTo>
                    <a:pt x="45" y="28"/>
                  </a:moveTo>
                  <a:lnTo>
                    <a:pt x="45" y="38"/>
                  </a:lnTo>
                  <a:lnTo>
                    <a:pt x="142" y="38"/>
                  </a:lnTo>
                  <a:lnTo>
                    <a:pt x="142" y="28"/>
                  </a:lnTo>
                  <a:lnTo>
                    <a:pt x="45" y="28"/>
                  </a:lnTo>
                  <a:close/>
                  <a:moveTo>
                    <a:pt x="22" y="28"/>
                  </a:moveTo>
                  <a:lnTo>
                    <a:pt x="22" y="38"/>
                  </a:lnTo>
                  <a:lnTo>
                    <a:pt x="38" y="38"/>
                  </a:lnTo>
                  <a:lnTo>
                    <a:pt x="38" y="28"/>
                  </a:lnTo>
                  <a:lnTo>
                    <a:pt x="22" y="28"/>
                  </a:lnTo>
                  <a:close/>
                  <a:moveTo>
                    <a:pt x="0" y="0"/>
                  </a:moveTo>
                  <a:lnTo>
                    <a:pt x="168" y="0"/>
                  </a:lnTo>
                  <a:lnTo>
                    <a:pt x="168" y="142"/>
                  </a:lnTo>
                  <a:lnTo>
                    <a:pt x="183" y="154"/>
                  </a:lnTo>
                  <a:lnTo>
                    <a:pt x="194" y="171"/>
                  </a:lnTo>
                  <a:lnTo>
                    <a:pt x="197" y="192"/>
                  </a:lnTo>
                  <a:lnTo>
                    <a:pt x="192" y="214"/>
                  </a:lnTo>
                  <a:lnTo>
                    <a:pt x="180" y="233"/>
                  </a:lnTo>
                  <a:lnTo>
                    <a:pt x="161" y="245"/>
                  </a:lnTo>
                  <a:lnTo>
                    <a:pt x="139" y="248"/>
                  </a:lnTo>
                  <a:lnTo>
                    <a:pt x="122" y="247"/>
                  </a:lnTo>
                  <a:lnTo>
                    <a:pt x="108" y="240"/>
                  </a:lnTo>
                  <a:lnTo>
                    <a:pt x="0" y="2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 w="6350">
              <a:solidFill>
                <a:srgbClr val="3B434F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14" name="Freeform 910">
              <a:extLst>
                <a:ext uri="{FF2B5EF4-FFF2-40B4-BE49-F238E27FC236}">
                  <a16:creationId xmlns:a16="http://schemas.microsoft.com/office/drawing/2014/main" id="{B687F745-D6E1-4386-804A-485D419A0B9C}"/>
                </a:ext>
              </a:extLst>
            </p:cNvPr>
            <p:cNvSpPr>
              <a:spLocks/>
            </p:cNvSpPr>
            <p:nvPr/>
          </p:nvSpPr>
          <p:spPr bwMode="auto">
            <a:xfrm>
              <a:off x="4678568" y="4407169"/>
              <a:ext cx="127966" cy="93566"/>
            </a:xfrm>
            <a:custGeom>
              <a:avLst/>
              <a:gdLst>
                <a:gd name="T0" fmla="*/ 62 w 70"/>
                <a:gd name="T1" fmla="*/ 0 h 51"/>
                <a:gd name="T2" fmla="*/ 63 w 70"/>
                <a:gd name="T3" fmla="*/ 2 h 51"/>
                <a:gd name="T4" fmla="*/ 68 w 70"/>
                <a:gd name="T5" fmla="*/ 7 h 51"/>
                <a:gd name="T6" fmla="*/ 70 w 70"/>
                <a:gd name="T7" fmla="*/ 8 h 51"/>
                <a:gd name="T8" fmla="*/ 68 w 70"/>
                <a:gd name="T9" fmla="*/ 10 h 51"/>
                <a:gd name="T10" fmla="*/ 29 w 70"/>
                <a:gd name="T11" fmla="*/ 51 h 51"/>
                <a:gd name="T12" fmla="*/ 27 w 70"/>
                <a:gd name="T13" fmla="*/ 51 h 51"/>
                <a:gd name="T14" fmla="*/ 26 w 70"/>
                <a:gd name="T15" fmla="*/ 51 h 51"/>
                <a:gd name="T16" fmla="*/ 2 w 70"/>
                <a:gd name="T17" fmla="*/ 26 h 51"/>
                <a:gd name="T18" fmla="*/ 0 w 70"/>
                <a:gd name="T19" fmla="*/ 24 h 51"/>
                <a:gd name="T20" fmla="*/ 2 w 70"/>
                <a:gd name="T21" fmla="*/ 22 h 51"/>
                <a:gd name="T22" fmla="*/ 7 w 70"/>
                <a:gd name="T23" fmla="*/ 17 h 51"/>
                <a:gd name="T24" fmla="*/ 8 w 70"/>
                <a:gd name="T25" fmla="*/ 15 h 51"/>
                <a:gd name="T26" fmla="*/ 10 w 70"/>
                <a:gd name="T27" fmla="*/ 17 h 51"/>
                <a:gd name="T28" fmla="*/ 27 w 70"/>
                <a:gd name="T29" fmla="*/ 34 h 51"/>
                <a:gd name="T30" fmla="*/ 60 w 70"/>
                <a:gd name="T31" fmla="*/ 2 h 51"/>
                <a:gd name="T32" fmla="*/ 62 w 70"/>
                <a:gd name="T33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70" h="51">
                  <a:moveTo>
                    <a:pt x="62" y="0"/>
                  </a:moveTo>
                  <a:lnTo>
                    <a:pt x="63" y="2"/>
                  </a:lnTo>
                  <a:lnTo>
                    <a:pt x="68" y="7"/>
                  </a:lnTo>
                  <a:lnTo>
                    <a:pt x="70" y="8"/>
                  </a:lnTo>
                  <a:lnTo>
                    <a:pt x="68" y="10"/>
                  </a:lnTo>
                  <a:lnTo>
                    <a:pt x="29" y="51"/>
                  </a:lnTo>
                  <a:lnTo>
                    <a:pt x="27" y="51"/>
                  </a:lnTo>
                  <a:lnTo>
                    <a:pt x="26" y="51"/>
                  </a:lnTo>
                  <a:lnTo>
                    <a:pt x="2" y="26"/>
                  </a:lnTo>
                  <a:lnTo>
                    <a:pt x="0" y="24"/>
                  </a:lnTo>
                  <a:lnTo>
                    <a:pt x="2" y="22"/>
                  </a:lnTo>
                  <a:lnTo>
                    <a:pt x="7" y="17"/>
                  </a:lnTo>
                  <a:lnTo>
                    <a:pt x="8" y="15"/>
                  </a:lnTo>
                  <a:lnTo>
                    <a:pt x="10" y="17"/>
                  </a:lnTo>
                  <a:lnTo>
                    <a:pt x="27" y="34"/>
                  </a:lnTo>
                  <a:lnTo>
                    <a:pt x="60" y="2"/>
                  </a:lnTo>
                  <a:lnTo>
                    <a:pt x="62" y="0"/>
                  </a:lnTo>
                  <a:close/>
                </a:path>
              </a:pathLst>
            </a:custGeom>
            <a:solidFill>
              <a:srgbClr val="00B0F0"/>
            </a:solidFill>
            <a:ln w="6350">
              <a:solidFill>
                <a:srgbClr val="3B434F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sp>
        <p:nvSpPr>
          <p:cNvPr id="124" name="Freeform 237">
            <a:extLst>
              <a:ext uri="{FF2B5EF4-FFF2-40B4-BE49-F238E27FC236}">
                <a16:creationId xmlns:a16="http://schemas.microsoft.com/office/drawing/2014/main" id="{7EE6778E-35F4-4509-9B6D-A0DEBA55032C}"/>
              </a:ext>
            </a:extLst>
          </p:cNvPr>
          <p:cNvSpPr>
            <a:spLocks noEditPoints="1"/>
          </p:cNvSpPr>
          <p:nvPr/>
        </p:nvSpPr>
        <p:spPr bwMode="auto">
          <a:xfrm>
            <a:off x="5897355" y="8460252"/>
            <a:ext cx="292876" cy="409794"/>
          </a:xfrm>
          <a:custGeom>
            <a:avLst/>
            <a:gdLst>
              <a:gd name="T0" fmla="*/ 59 w 67"/>
              <a:gd name="T1" fmla="*/ 39 h 94"/>
              <a:gd name="T2" fmla="*/ 59 w 67"/>
              <a:gd name="T3" fmla="*/ 25 h 94"/>
              <a:gd name="T4" fmla="*/ 33 w 67"/>
              <a:gd name="T5" fmla="*/ 0 h 94"/>
              <a:gd name="T6" fmla="*/ 8 w 67"/>
              <a:gd name="T7" fmla="*/ 25 h 94"/>
              <a:gd name="T8" fmla="*/ 8 w 67"/>
              <a:gd name="T9" fmla="*/ 39 h 94"/>
              <a:gd name="T10" fmla="*/ 0 w 67"/>
              <a:gd name="T11" fmla="*/ 39 h 94"/>
              <a:gd name="T12" fmla="*/ 0 w 67"/>
              <a:gd name="T13" fmla="*/ 61 h 94"/>
              <a:gd name="T14" fmla="*/ 33 w 67"/>
              <a:gd name="T15" fmla="*/ 94 h 94"/>
              <a:gd name="T16" fmla="*/ 67 w 67"/>
              <a:gd name="T17" fmla="*/ 61 h 94"/>
              <a:gd name="T18" fmla="*/ 67 w 67"/>
              <a:gd name="T19" fmla="*/ 39 h 94"/>
              <a:gd name="T20" fmla="*/ 59 w 67"/>
              <a:gd name="T21" fmla="*/ 39 h 94"/>
              <a:gd name="T22" fmla="*/ 37 w 67"/>
              <a:gd name="T23" fmla="*/ 65 h 94"/>
              <a:gd name="T24" fmla="*/ 37 w 67"/>
              <a:gd name="T25" fmla="*/ 81 h 94"/>
              <a:gd name="T26" fmla="*/ 29 w 67"/>
              <a:gd name="T27" fmla="*/ 81 h 94"/>
              <a:gd name="T28" fmla="*/ 29 w 67"/>
              <a:gd name="T29" fmla="*/ 65 h 94"/>
              <a:gd name="T30" fmla="*/ 26 w 67"/>
              <a:gd name="T31" fmla="*/ 59 h 94"/>
              <a:gd name="T32" fmla="*/ 33 w 67"/>
              <a:gd name="T33" fmla="*/ 53 h 94"/>
              <a:gd name="T34" fmla="*/ 40 w 67"/>
              <a:gd name="T35" fmla="*/ 59 h 94"/>
              <a:gd name="T36" fmla="*/ 37 w 67"/>
              <a:gd name="T37" fmla="*/ 65 h 94"/>
              <a:gd name="T38" fmla="*/ 47 w 67"/>
              <a:gd name="T39" fmla="*/ 39 h 94"/>
              <a:gd name="T40" fmla="*/ 20 w 67"/>
              <a:gd name="T41" fmla="*/ 39 h 94"/>
              <a:gd name="T42" fmla="*/ 20 w 67"/>
              <a:gd name="T43" fmla="*/ 22 h 94"/>
              <a:gd name="T44" fmla="*/ 34 w 67"/>
              <a:gd name="T45" fmla="*/ 10 h 94"/>
              <a:gd name="T46" fmla="*/ 47 w 67"/>
              <a:gd name="T47" fmla="*/ 22 h 94"/>
              <a:gd name="T48" fmla="*/ 47 w 67"/>
              <a:gd name="T49" fmla="*/ 39 h 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67" h="94">
                <a:moveTo>
                  <a:pt x="59" y="39"/>
                </a:moveTo>
                <a:cubicBezTo>
                  <a:pt x="59" y="25"/>
                  <a:pt x="59" y="25"/>
                  <a:pt x="59" y="25"/>
                </a:cubicBezTo>
                <a:cubicBezTo>
                  <a:pt x="59" y="11"/>
                  <a:pt x="47" y="0"/>
                  <a:pt x="33" y="0"/>
                </a:cubicBezTo>
                <a:cubicBezTo>
                  <a:pt x="19" y="0"/>
                  <a:pt x="8" y="11"/>
                  <a:pt x="8" y="25"/>
                </a:cubicBezTo>
                <a:cubicBezTo>
                  <a:pt x="8" y="39"/>
                  <a:pt x="8" y="39"/>
                  <a:pt x="8" y="39"/>
                </a:cubicBezTo>
                <a:cubicBezTo>
                  <a:pt x="0" y="39"/>
                  <a:pt x="0" y="39"/>
                  <a:pt x="0" y="39"/>
                </a:cubicBezTo>
                <a:cubicBezTo>
                  <a:pt x="0" y="61"/>
                  <a:pt x="0" y="61"/>
                  <a:pt x="0" y="61"/>
                </a:cubicBezTo>
                <a:cubicBezTo>
                  <a:pt x="0" y="79"/>
                  <a:pt x="15" y="94"/>
                  <a:pt x="33" y="94"/>
                </a:cubicBezTo>
                <a:cubicBezTo>
                  <a:pt x="52" y="94"/>
                  <a:pt x="67" y="79"/>
                  <a:pt x="67" y="61"/>
                </a:cubicBezTo>
                <a:cubicBezTo>
                  <a:pt x="67" y="39"/>
                  <a:pt x="67" y="39"/>
                  <a:pt x="67" y="39"/>
                </a:cubicBezTo>
                <a:cubicBezTo>
                  <a:pt x="59" y="39"/>
                  <a:pt x="59" y="39"/>
                  <a:pt x="59" y="39"/>
                </a:cubicBezTo>
                <a:moveTo>
                  <a:pt x="37" y="65"/>
                </a:moveTo>
                <a:cubicBezTo>
                  <a:pt x="37" y="81"/>
                  <a:pt x="37" y="81"/>
                  <a:pt x="37" y="81"/>
                </a:cubicBezTo>
                <a:cubicBezTo>
                  <a:pt x="29" y="81"/>
                  <a:pt x="29" y="81"/>
                  <a:pt x="29" y="81"/>
                </a:cubicBezTo>
                <a:cubicBezTo>
                  <a:pt x="29" y="65"/>
                  <a:pt x="29" y="65"/>
                  <a:pt x="29" y="65"/>
                </a:cubicBezTo>
                <a:cubicBezTo>
                  <a:pt x="27" y="63"/>
                  <a:pt x="26" y="61"/>
                  <a:pt x="26" y="59"/>
                </a:cubicBezTo>
                <a:cubicBezTo>
                  <a:pt x="26" y="56"/>
                  <a:pt x="29" y="53"/>
                  <a:pt x="33" y="53"/>
                </a:cubicBezTo>
                <a:cubicBezTo>
                  <a:pt x="37" y="53"/>
                  <a:pt x="40" y="56"/>
                  <a:pt x="40" y="59"/>
                </a:cubicBezTo>
                <a:cubicBezTo>
                  <a:pt x="40" y="62"/>
                  <a:pt x="39" y="64"/>
                  <a:pt x="37" y="65"/>
                </a:cubicBezTo>
                <a:moveTo>
                  <a:pt x="47" y="39"/>
                </a:moveTo>
                <a:cubicBezTo>
                  <a:pt x="20" y="39"/>
                  <a:pt x="20" y="39"/>
                  <a:pt x="20" y="39"/>
                </a:cubicBezTo>
                <a:cubicBezTo>
                  <a:pt x="20" y="22"/>
                  <a:pt x="20" y="22"/>
                  <a:pt x="20" y="22"/>
                </a:cubicBezTo>
                <a:cubicBezTo>
                  <a:pt x="20" y="16"/>
                  <a:pt x="26" y="10"/>
                  <a:pt x="34" y="10"/>
                </a:cubicBezTo>
                <a:cubicBezTo>
                  <a:pt x="41" y="10"/>
                  <a:pt x="47" y="16"/>
                  <a:pt x="47" y="22"/>
                </a:cubicBezTo>
                <a:lnTo>
                  <a:pt x="47" y="39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  <a:ln w="6350">
            <a:solidFill>
              <a:srgbClr val="3B434F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grpSp>
        <p:nvGrpSpPr>
          <p:cNvPr id="115" name="그룹 114">
            <a:extLst>
              <a:ext uri="{FF2B5EF4-FFF2-40B4-BE49-F238E27FC236}">
                <a16:creationId xmlns:a16="http://schemas.microsoft.com/office/drawing/2014/main" id="{D4CEE0F4-18F1-49EA-BE55-72FB125A5147}"/>
              </a:ext>
            </a:extLst>
          </p:cNvPr>
          <p:cNvGrpSpPr/>
          <p:nvPr/>
        </p:nvGrpSpPr>
        <p:grpSpPr>
          <a:xfrm>
            <a:off x="5851682" y="6429164"/>
            <a:ext cx="284081" cy="431227"/>
            <a:chOff x="1156834" y="4682142"/>
            <a:chExt cx="389393" cy="648977"/>
          </a:xfrm>
          <a:solidFill>
            <a:schemeClr val="tx2">
              <a:lumMod val="20000"/>
              <a:lumOff val="80000"/>
            </a:schemeClr>
          </a:solidFill>
        </p:grpSpPr>
        <p:grpSp>
          <p:nvGrpSpPr>
            <p:cNvPr id="117" name="그룹 116">
              <a:extLst>
                <a:ext uri="{FF2B5EF4-FFF2-40B4-BE49-F238E27FC236}">
                  <a16:creationId xmlns:a16="http://schemas.microsoft.com/office/drawing/2014/main" id="{992F8FAC-E57B-42E3-9CBE-A18C4E914E55}"/>
                </a:ext>
              </a:extLst>
            </p:cNvPr>
            <p:cNvGrpSpPr/>
            <p:nvPr/>
          </p:nvGrpSpPr>
          <p:grpSpPr>
            <a:xfrm>
              <a:off x="1156834" y="4682142"/>
              <a:ext cx="389393" cy="648977"/>
              <a:chOff x="1156834" y="4682142"/>
              <a:chExt cx="389393" cy="648977"/>
            </a:xfrm>
            <a:grpFill/>
          </p:grpSpPr>
          <p:sp>
            <p:nvSpPr>
              <p:cNvPr id="120" name="Freeform 962">
                <a:extLst>
                  <a:ext uri="{FF2B5EF4-FFF2-40B4-BE49-F238E27FC236}">
                    <a16:creationId xmlns:a16="http://schemas.microsoft.com/office/drawing/2014/main" id="{0732907E-FABD-4166-AB7A-EC23EC15D5C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156834" y="4682142"/>
                <a:ext cx="389393" cy="439165"/>
              </a:xfrm>
              <a:custGeom>
                <a:avLst/>
                <a:gdLst>
                  <a:gd name="T0" fmla="*/ 0 w 960"/>
                  <a:gd name="T1" fmla="*/ 0 h 2000"/>
                  <a:gd name="T2" fmla="*/ 0 w 960"/>
                  <a:gd name="T3" fmla="*/ 0 h 2000"/>
                  <a:gd name="T4" fmla="*/ 0 w 960"/>
                  <a:gd name="T5" fmla="*/ 0 h 2000"/>
                  <a:gd name="T6" fmla="*/ 0 w 960"/>
                  <a:gd name="T7" fmla="*/ 0 h 2000"/>
                  <a:gd name="T8" fmla="*/ 0 w 960"/>
                  <a:gd name="T9" fmla="*/ 0 h 2000"/>
                  <a:gd name="T10" fmla="*/ 0 w 960"/>
                  <a:gd name="T11" fmla="*/ 0 h 2000"/>
                  <a:gd name="T12" fmla="*/ 0 w 960"/>
                  <a:gd name="T13" fmla="*/ 0 h 2000"/>
                  <a:gd name="T14" fmla="*/ 0 w 960"/>
                  <a:gd name="T15" fmla="*/ 0 h 2000"/>
                  <a:gd name="T16" fmla="*/ 0 w 960"/>
                  <a:gd name="T17" fmla="*/ 0 h 2000"/>
                  <a:gd name="T18" fmla="*/ 0 w 960"/>
                  <a:gd name="T19" fmla="*/ 0 h 2000"/>
                  <a:gd name="T20" fmla="*/ 0 w 960"/>
                  <a:gd name="T21" fmla="*/ 0 h 2000"/>
                  <a:gd name="T22" fmla="*/ 0 w 960"/>
                  <a:gd name="T23" fmla="*/ 0 h 2000"/>
                  <a:gd name="T24" fmla="*/ 0 w 960"/>
                  <a:gd name="T25" fmla="*/ 0 h 2000"/>
                  <a:gd name="T26" fmla="*/ 0 w 960"/>
                  <a:gd name="T27" fmla="*/ 0 h 2000"/>
                  <a:gd name="T28" fmla="*/ 0 w 960"/>
                  <a:gd name="T29" fmla="*/ 0 h 2000"/>
                  <a:gd name="T30" fmla="*/ 0 w 960"/>
                  <a:gd name="T31" fmla="*/ 0 h 2000"/>
                  <a:gd name="T32" fmla="*/ 0 w 960"/>
                  <a:gd name="T33" fmla="*/ 0 h 2000"/>
                  <a:gd name="T34" fmla="*/ 0 w 960"/>
                  <a:gd name="T35" fmla="*/ 0 h 2000"/>
                  <a:gd name="T36" fmla="*/ 0 w 960"/>
                  <a:gd name="T37" fmla="*/ 0 h 2000"/>
                  <a:gd name="T38" fmla="*/ 0 w 960"/>
                  <a:gd name="T39" fmla="*/ 0 h 2000"/>
                  <a:gd name="T40" fmla="*/ 0 w 960"/>
                  <a:gd name="T41" fmla="*/ 0 h 2000"/>
                  <a:gd name="T42" fmla="*/ 0 w 960"/>
                  <a:gd name="T43" fmla="*/ 0 h 2000"/>
                  <a:gd name="T44" fmla="*/ 0 w 960"/>
                  <a:gd name="T45" fmla="*/ 0 h 2000"/>
                  <a:gd name="T46" fmla="*/ 0 w 960"/>
                  <a:gd name="T47" fmla="*/ 0 h 2000"/>
                  <a:gd name="T48" fmla="*/ 0 w 960"/>
                  <a:gd name="T49" fmla="*/ 0 h 2000"/>
                  <a:gd name="T50" fmla="*/ 0 w 960"/>
                  <a:gd name="T51" fmla="*/ 0 h 2000"/>
                  <a:gd name="T52" fmla="*/ 0 w 960"/>
                  <a:gd name="T53" fmla="*/ 0 h 2000"/>
                  <a:gd name="T54" fmla="*/ 0 w 960"/>
                  <a:gd name="T55" fmla="*/ 0 h 2000"/>
                  <a:gd name="T56" fmla="*/ 0 w 960"/>
                  <a:gd name="T57" fmla="*/ 0 h 2000"/>
                  <a:gd name="T58" fmla="*/ 0 w 960"/>
                  <a:gd name="T59" fmla="*/ 0 h 2000"/>
                  <a:gd name="T60" fmla="*/ 0 w 960"/>
                  <a:gd name="T61" fmla="*/ 0 h 2000"/>
                  <a:gd name="T62" fmla="*/ 0 w 960"/>
                  <a:gd name="T63" fmla="*/ 0 h 2000"/>
                  <a:gd name="T64" fmla="*/ 0 w 960"/>
                  <a:gd name="T65" fmla="*/ 0 h 2000"/>
                  <a:gd name="T66" fmla="*/ 0 w 960"/>
                  <a:gd name="T67" fmla="*/ 0 h 2000"/>
                  <a:gd name="T68" fmla="*/ 0 w 960"/>
                  <a:gd name="T69" fmla="*/ 0 h 2000"/>
                  <a:gd name="T70" fmla="*/ 0 w 960"/>
                  <a:gd name="T71" fmla="*/ 0 h 2000"/>
                  <a:gd name="T72" fmla="*/ 0 w 960"/>
                  <a:gd name="T73" fmla="*/ 0 h 2000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w 960"/>
                  <a:gd name="T112" fmla="*/ 0 h 2000"/>
                  <a:gd name="T113" fmla="*/ 960 w 960"/>
                  <a:gd name="T114" fmla="*/ 2000 h 2000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T111" t="T112" r="T113" b="T114"/>
                <a:pathLst>
                  <a:path w="960" h="2000">
                    <a:moveTo>
                      <a:pt x="240" y="560"/>
                    </a:moveTo>
                    <a:lnTo>
                      <a:pt x="219" y="562"/>
                    </a:lnTo>
                    <a:lnTo>
                      <a:pt x="199" y="571"/>
                    </a:lnTo>
                    <a:lnTo>
                      <a:pt x="183" y="583"/>
                    </a:lnTo>
                    <a:lnTo>
                      <a:pt x="171" y="599"/>
                    </a:lnTo>
                    <a:lnTo>
                      <a:pt x="163" y="619"/>
                    </a:lnTo>
                    <a:lnTo>
                      <a:pt x="160" y="640"/>
                    </a:lnTo>
                    <a:lnTo>
                      <a:pt x="163" y="661"/>
                    </a:lnTo>
                    <a:lnTo>
                      <a:pt x="171" y="680"/>
                    </a:lnTo>
                    <a:lnTo>
                      <a:pt x="183" y="696"/>
                    </a:lnTo>
                    <a:lnTo>
                      <a:pt x="199" y="708"/>
                    </a:lnTo>
                    <a:lnTo>
                      <a:pt x="219" y="717"/>
                    </a:lnTo>
                    <a:lnTo>
                      <a:pt x="240" y="720"/>
                    </a:lnTo>
                    <a:lnTo>
                      <a:pt x="720" y="720"/>
                    </a:lnTo>
                    <a:lnTo>
                      <a:pt x="741" y="717"/>
                    </a:lnTo>
                    <a:lnTo>
                      <a:pt x="761" y="708"/>
                    </a:lnTo>
                    <a:lnTo>
                      <a:pt x="777" y="696"/>
                    </a:lnTo>
                    <a:lnTo>
                      <a:pt x="789" y="680"/>
                    </a:lnTo>
                    <a:lnTo>
                      <a:pt x="797" y="661"/>
                    </a:lnTo>
                    <a:lnTo>
                      <a:pt x="800" y="640"/>
                    </a:lnTo>
                    <a:lnTo>
                      <a:pt x="797" y="619"/>
                    </a:lnTo>
                    <a:lnTo>
                      <a:pt x="789" y="599"/>
                    </a:lnTo>
                    <a:lnTo>
                      <a:pt x="777" y="583"/>
                    </a:lnTo>
                    <a:lnTo>
                      <a:pt x="761" y="571"/>
                    </a:lnTo>
                    <a:lnTo>
                      <a:pt x="741" y="562"/>
                    </a:lnTo>
                    <a:lnTo>
                      <a:pt x="720" y="560"/>
                    </a:lnTo>
                    <a:lnTo>
                      <a:pt x="240" y="560"/>
                    </a:lnTo>
                    <a:close/>
                    <a:moveTo>
                      <a:pt x="240" y="240"/>
                    </a:moveTo>
                    <a:lnTo>
                      <a:pt x="219" y="242"/>
                    </a:lnTo>
                    <a:lnTo>
                      <a:pt x="199" y="251"/>
                    </a:lnTo>
                    <a:lnTo>
                      <a:pt x="183" y="263"/>
                    </a:lnTo>
                    <a:lnTo>
                      <a:pt x="171" y="279"/>
                    </a:lnTo>
                    <a:lnTo>
                      <a:pt x="163" y="299"/>
                    </a:lnTo>
                    <a:lnTo>
                      <a:pt x="160" y="320"/>
                    </a:lnTo>
                    <a:lnTo>
                      <a:pt x="163" y="341"/>
                    </a:lnTo>
                    <a:lnTo>
                      <a:pt x="171" y="360"/>
                    </a:lnTo>
                    <a:lnTo>
                      <a:pt x="183" y="376"/>
                    </a:lnTo>
                    <a:lnTo>
                      <a:pt x="199" y="388"/>
                    </a:lnTo>
                    <a:lnTo>
                      <a:pt x="219" y="397"/>
                    </a:lnTo>
                    <a:lnTo>
                      <a:pt x="240" y="400"/>
                    </a:lnTo>
                    <a:lnTo>
                      <a:pt x="720" y="400"/>
                    </a:lnTo>
                    <a:lnTo>
                      <a:pt x="741" y="397"/>
                    </a:lnTo>
                    <a:lnTo>
                      <a:pt x="761" y="388"/>
                    </a:lnTo>
                    <a:lnTo>
                      <a:pt x="777" y="376"/>
                    </a:lnTo>
                    <a:lnTo>
                      <a:pt x="789" y="360"/>
                    </a:lnTo>
                    <a:lnTo>
                      <a:pt x="797" y="341"/>
                    </a:lnTo>
                    <a:lnTo>
                      <a:pt x="800" y="320"/>
                    </a:lnTo>
                    <a:lnTo>
                      <a:pt x="797" y="299"/>
                    </a:lnTo>
                    <a:lnTo>
                      <a:pt x="789" y="279"/>
                    </a:lnTo>
                    <a:lnTo>
                      <a:pt x="777" y="263"/>
                    </a:lnTo>
                    <a:lnTo>
                      <a:pt x="761" y="251"/>
                    </a:lnTo>
                    <a:lnTo>
                      <a:pt x="741" y="242"/>
                    </a:lnTo>
                    <a:lnTo>
                      <a:pt x="720" y="240"/>
                    </a:lnTo>
                    <a:lnTo>
                      <a:pt x="240" y="240"/>
                    </a:lnTo>
                    <a:close/>
                    <a:moveTo>
                      <a:pt x="160" y="0"/>
                    </a:moveTo>
                    <a:lnTo>
                      <a:pt x="800" y="0"/>
                    </a:lnTo>
                    <a:lnTo>
                      <a:pt x="832" y="3"/>
                    </a:lnTo>
                    <a:lnTo>
                      <a:pt x="862" y="13"/>
                    </a:lnTo>
                    <a:lnTo>
                      <a:pt x="890" y="27"/>
                    </a:lnTo>
                    <a:lnTo>
                      <a:pt x="913" y="47"/>
                    </a:lnTo>
                    <a:lnTo>
                      <a:pt x="932" y="70"/>
                    </a:lnTo>
                    <a:lnTo>
                      <a:pt x="947" y="97"/>
                    </a:lnTo>
                    <a:lnTo>
                      <a:pt x="957" y="128"/>
                    </a:lnTo>
                    <a:lnTo>
                      <a:pt x="960" y="160"/>
                    </a:lnTo>
                    <a:lnTo>
                      <a:pt x="960" y="2000"/>
                    </a:lnTo>
                    <a:lnTo>
                      <a:pt x="0" y="2000"/>
                    </a:lnTo>
                    <a:lnTo>
                      <a:pt x="0" y="160"/>
                    </a:lnTo>
                    <a:lnTo>
                      <a:pt x="3" y="128"/>
                    </a:lnTo>
                    <a:lnTo>
                      <a:pt x="13" y="97"/>
                    </a:lnTo>
                    <a:lnTo>
                      <a:pt x="28" y="70"/>
                    </a:lnTo>
                    <a:lnTo>
                      <a:pt x="47" y="47"/>
                    </a:lnTo>
                    <a:lnTo>
                      <a:pt x="70" y="27"/>
                    </a:lnTo>
                    <a:lnTo>
                      <a:pt x="98" y="13"/>
                    </a:lnTo>
                    <a:lnTo>
                      <a:pt x="128" y="3"/>
                    </a:lnTo>
                    <a:lnTo>
                      <a:pt x="160" y="0"/>
                    </a:lnTo>
                    <a:close/>
                  </a:path>
                </a:pathLst>
              </a:custGeom>
              <a:grpFill/>
              <a:ln w="6350">
                <a:solidFill>
                  <a:srgbClr val="3B434F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22" name="Freeform 963">
                <a:extLst>
                  <a:ext uri="{FF2B5EF4-FFF2-40B4-BE49-F238E27FC236}">
                    <a16:creationId xmlns:a16="http://schemas.microsoft.com/office/drawing/2014/main" id="{464C9DB9-7A18-438D-A1D8-2AA27E3F04B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156834" y="4999353"/>
                <a:ext cx="389393" cy="331766"/>
              </a:xfrm>
              <a:custGeom>
                <a:avLst/>
                <a:gdLst>
                  <a:gd name="T0" fmla="*/ 0 w 960"/>
                  <a:gd name="T1" fmla="*/ 0 h 1120"/>
                  <a:gd name="T2" fmla="*/ 0 w 960"/>
                  <a:gd name="T3" fmla="*/ 0 h 1120"/>
                  <a:gd name="T4" fmla="*/ 0 w 960"/>
                  <a:gd name="T5" fmla="*/ 0 h 1120"/>
                  <a:gd name="T6" fmla="*/ 0 w 960"/>
                  <a:gd name="T7" fmla="*/ 0 h 1120"/>
                  <a:gd name="T8" fmla="*/ 0 w 960"/>
                  <a:gd name="T9" fmla="*/ 0 h 1120"/>
                  <a:gd name="T10" fmla="*/ 0 w 960"/>
                  <a:gd name="T11" fmla="*/ 0 h 1120"/>
                  <a:gd name="T12" fmla="*/ 0 w 960"/>
                  <a:gd name="T13" fmla="*/ 0 h 1120"/>
                  <a:gd name="T14" fmla="*/ 0 w 960"/>
                  <a:gd name="T15" fmla="*/ 0 h 1120"/>
                  <a:gd name="T16" fmla="*/ 0 w 960"/>
                  <a:gd name="T17" fmla="*/ 0 h 1120"/>
                  <a:gd name="T18" fmla="*/ 0 w 960"/>
                  <a:gd name="T19" fmla="*/ 0 h 1120"/>
                  <a:gd name="T20" fmla="*/ 0 w 960"/>
                  <a:gd name="T21" fmla="*/ 0 h 1120"/>
                  <a:gd name="T22" fmla="*/ 0 w 960"/>
                  <a:gd name="T23" fmla="*/ 0 h 1120"/>
                  <a:gd name="T24" fmla="*/ 0 w 960"/>
                  <a:gd name="T25" fmla="*/ 0 h 1120"/>
                  <a:gd name="T26" fmla="*/ 0 w 960"/>
                  <a:gd name="T27" fmla="*/ 0 h 1120"/>
                  <a:gd name="T28" fmla="*/ 0 w 960"/>
                  <a:gd name="T29" fmla="*/ 0 h 1120"/>
                  <a:gd name="T30" fmla="*/ 0 w 960"/>
                  <a:gd name="T31" fmla="*/ 0 h 1120"/>
                  <a:gd name="T32" fmla="*/ 0 w 960"/>
                  <a:gd name="T33" fmla="*/ 0 h 1120"/>
                  <a:gd name="T34" fmla="*/ 0 w 960"/>
                  <a:gd name="T35" fmla="*/ 0 h 1120"/>
                  <a:gd name="T36" fmla="*/ 0 w 960"/>
                  <a:gd name="T37" fmla="*/ 0 h 1120"/>
                  <a:gd name="T38" fmla="*/ 0 w 960"/>
                  <a:gd name="T39" fmla="*/ 0 h 1120"/>
                  <a:gd name="T40" fmla="*/ 0 w 960"/>
                  <a:gd name="T41" fmla="*/ 0 h 1120"/>
                  <a:gd name="T42" fmla="*/ 0 w 960"/>
                  <a:gd name="T43" fmla="*/ 0 h 1120"/>
                  <a:gd name="T44" fmla="*/ 0 w 960"/>
                  <a:gd name="T45" fmla="*/ 0 h 1120"/>
                  <a:gd name="T46" fmla="*/ 0 w 960"/>
                  <a:gd name="T47" fmla="*/ 0 h 1120"/>
                  <a:gd name="T48" fmla="*/ 0 w 960"/>
                  <a:gd name="T49" fmla="*/ 0 h 1120"/>
                  <a:gd name="T50" fmla="*/ 0 w 960"/>
                  <a:gd name="T51" fmla="*/ 0 h 1120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w 960"/>
                  <a:gd name="T79" fmla="*/ 0 h 1120"/>
                  <a:gd name="T80" fmla="*/ 960 w 960"/>
                  <a:gd name="T81" fmla="*/ 1120 h 1120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T78" t="T79" r="T80" b="T81"/>
                <a:pathLst>
                  <a:path w="960" h="1120">
                    <a:moveTo>
                      <a:pt x="640" y="160"/>
                    </a:moveTo>
                    <a:lnTo>
                      <a:pt x="640" y="240"/>
                    </a:lnTo>
                    <a:lnTo>
                      <a:pt x="800" y="240"/>
                    </a:lnTo>
                    <a:lnTo>
                      <a:pt x="800" y="160"/>
                    </a:lnTo>
                    <a:lnTo>
                      <a:pt x="640" y="160"/>
                    </a:lnTo>
                    <a:close/>
                    <a:moveTo>
                      <a:pt x="0" y="0"/>
                    </a:moveTo>
                    <a:lnTo>
                      <a:pt x="960" y="0"/>
                    </a:lnTo>
                    <a:lnTo>
                      <a:pt x="960" y="960"/>
                    </a:lnTo>
                    <a:lnTo>
                      <a:pt x="957" y="992"/>
                    </a:lnTo>
                    <a:lnTo>
                      <a:pt x="947" y="1022"/>
                    </a:lnTo>
                    <a:lnTo>
                      <a:pt x="932" y="1050"/>
                    </a:lnTo>
                    <a:lnTo>
                      <a:pt x="913" y="1073"/>
                    </a:lnTo>
                    <a:lnTo>
                      <a:pt x="890" y="1092"/>
                    </a:lnTo>
                    <a:lnTo>
                      <a:pt x="862" y="1107"/>
                    </a:lnTo>
                    <a:lnTo>
                      <a:pt x="832" y="1117"/>
                    </a:lnTo>
                    <a:lnTo>
                      <a:pt x="800" y="1120"/>
                    </a:lnTo>
                    <a:lnTo>
                      <a:pt x="160" y="1120"/>
                    </a:lnTo>
                    <a:lnTo>
                      <a:pt x="128" y="1117"/>
                    </a:lnTo>
                    <a:lnTo>
                      <a:pt x="98" y="1107"/>
                    </a:lnTo>
                    <a:lnTo>
                      <a:pt x="70" y="1092"/>
                    </a:lnTo>
                    <a:lnTo>
                      <a:pt x="47" y="1073"/>
                    </a:lnTo>
                    <a:lnTo>
                      <a:pt x="28" y="1050"/>
                    </a:lnTo>
                    <a:lnTo>
                      <a:pt x="13" y="1022"/>
                    </a:lnTo>
                    <a:lnTo>
                      <a:pt x="3" y="992"/>
                    </a:lnTo>
                    <a:lnTo>
                      <a:pt x="0" y="96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6350">
                <a:solidFill>
                  <a:srgbClr val="3B434F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</p:grpSp>
        <p:sp>
          <p:nvSpPr>
            <p:cNvPr id="118" name="모서리가 둥근 직사각형 756">
              <a:extLst>
                <a:ext uri="{FF2B5EF4-FFF2-40B4-BE49-F238E27FC236}">
                  <a16:creationId xmlns:a16="http://schemas.microsoft.com/office/drawing/2014/main" id="{24C52470-68E9-453D-90F6-2F9DCD50970A}"/>
                </a:ext>
              </a:extLst>
            </p:cNvPr>
            <p:cNvSpPr/>
            <p:nvPr/>
          </p:nvSpPr>
          <p:spPr bwMode="auto">
            <a:xfrm>
              <a:off x="1194619" y="5232291"/>
              <a:ext cx="108000" cy="36000"/>
            </a:xfrm>
            <a:prstGeom prst="roundRect">
              <a:avLst/>
            </a:prstGeom>
            <a:grpFill/>
            <a:ln w="6350">
              <a:solidFill>
                <a:srgbClr val="3B434F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sp>
        <p:nvSpPr>
          <p:cNvPr id="125" name="任意形状 776">
            <a:extLst>
              <a:ext uri="{FF2B5EF4-FFF2-40B4-BE49-F238E27FC236}">
                <a16:creationId xmlns:a16="http://schemas.microsoft.com/office/drawing/2014/main" id="{E225A11F-FD5C-4280-A5CA-A64F2630A692}"/>
              </a:ext>
            </a:extLst>
          </p:cNvPr>
          <p:cNvSpPr/>
          <p:nvPr/>
        </p:nvSpPr>
        <p:spPr>
          <a:xfrm>
            <a:off x="6059936" y="6681152"/>
            <a:ext cx="197338" cy="19733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1600"/>
                </a:moveTo>
                <a:cubicBezTo>
                  <a:pt x="4835" y="21600"/>
                  <a:pt x="0" y="16765"/>
                  <a:pt x="0" y="10800"/>
                </a:cubicBez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lose/>
                <a:moveTo>
                  <a:pt x="7020" y="12960"/>
                </a:moveTo>
                <a:lnTo>
                  <a:pt x="7020" y="15120"/>
                </a:lnTo>
                <a:lnTo>
                  <a:pt x="9720" y="15120"/>
                </a:lnTo>
                <a:lnTo>
                  <a:pt x="9720" y="17280"/>
                </a:lnTo>
                <a:lnTo>
                  <a:pt x="11880" y="17280"/>
                </a:lnTo>
                <a:lnTo>
                  <a:pt x="11880" y="15120"/>
                </a:lnTo>
                <a:lnTo>
                  <a:pt x="12960" y="15120"/>
                </a:lnTo>
                <a:cubicBezTo>
                  <a:pt x="14451" y="15120"/>
                  <a:pt x="15660" y="13911"/>
                  <a:pt x="15660" y="12420"/>
                </a:cubicBezTo>
                <a:cubicBezTo>
                  <a:pt x="15660" y="10929"/>
                  <a:pt x="14451" y="9720"/>
                  <a:pt x="12960" y="9720"/>
                </a:cubicBezTo>
                <a:lnTo>
                  <a:pt x="8640" y="9720"/>
                </a:lnTo>
                <a:cubicBezTo>
                  <a:pt x="8342" y="9720"/>
                  <a:pt x="8100" y="9478"/>
                  <a:pt x="8100" y="9180"/>
                </a:cubicBezTo>
                <a:cubicBezTo>
                  <a:pt x="8100" y="8882"/>
                  <a:pt x="8342" y="8640"/>
                  <a:pt x="8640" y="8640"/>
                </a:cubicBezTo>
                <a:lnTo>
                  <a:pt x="14580" y="8640"/>
                </a:lnTo>
                <a:lnTo>
                  <a:pt x="14580" y="6480"/>
                </a:lnTo>
                <a:lnTo>
                  <a:pt x="11880" y="6480"/>
                </a:lnTo>
                <a:lnTo>
                  <a:pt x="11880" y="4320"/>
                </a:lnTo>
                <a:lnTo>
                  <a:pt x="9720" y="4320"/>
                </a:lnTo>
                <a:lnTo>
                  <a:pt x="9720" y="6480"/>
                </a:lnTo>
                <a:lnTo>
                  <a:pt x="8640" y="6480"/>
                </a:lnTo>
                <a:cubicBezTo>
                  <a:pt x="7149" y="6480"/>
                  <a:pt x="5940" y="7689"/>
                  <a:pt x="5940" y="9180"/>
                </a:cubicBezTo>
                <a:cubicBezTo>
                  <a:pt x="5940" y="10671"/>
                  <a:pt x="7149" y="11880"/>
                  <a:pt x="8640" y="11880"/>
                </a:cubicBezTo>
                <a:lnTo>
                  <a:pt x="12960" y="11880"/>
                </a:lnTo>
                <a:cubicBezTo>
                  <a:pt x="13258" y="11880"/>
                  <a:pt x="13500" y="12122"/>
                  <a:pt x="13500" y="12420"/>
                </a:cubicBezTo>
                <a:cubicBezTo>
                  <a:pt x="13500" y="12718"/>
                  <a:pt x="13258" y="12960"/>
                  <a:pt x="12960" y="12960"/>
                </a:cubicBezTo>
                <a:lnTo>
                  <a:pt x="7020" y="12960"/>
                </a:lnTo>
                <a:close/>
              </a:path>
            </a:pathLst>
          </a:custGeom>
          <a:solidFill>
            <a:srgbClr val="8DC7EB"/>
          </a:solidFill>
          <a:ln w="6350">
            <a:solidFill>
              <a:srgbClr val="3B434F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FD943B35-A0BF-48EF-9813-13BE4E0C3C9E}"/>
              </a:ext>
            </a:extLst>
          </p:cNvPr>
          <p:cNvGrpSpPr/>
          <p:nvPr/>
        </p:nvGrpSpPr>
        <p:grpSpPr>
          <a:xfrm>
            <a:off x="1916832" y="8445388"/>
            <a:ext cx="531052" cy="667615"/>
            <a:chOff x="1916832" y="8445388"/>
            <a:chExt cx="531052" cy="667615"/>
          </a:xfrm>
        </p:grpSpPr>
        <p:sp>
          <p:nvSpPr>
            <p:cNvPr id="87" name="AutoShape 40"/>
            <p:cNvSpPr>
              <a:spLocks noChangeArrowheads="1"/>
            </p:cNvSpPr>
            <p:nvPr/>
          </p:nvSpPr>
          <p:spPr bwMode="auto">
            <a:xfrm>
              <a:off x="1916832" y="8959770"/>
              <a:ext cx="531052" cy="153233"/>
            </a:xfrm>
            <a:prstGeom prst="roundRect">
              <a:avLst>
                <a:gd name="adj" fmla="val 16667"/>
              </a:avLst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pPr algn="ctr" eaLnBrk="0" hangingPunct="0"/>
              <a:r>
                <a:rPr lang="ko-KR" altLang="en-US" sz="9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업무담당자</a:t>
              </a:r>
            </a:p>
          </p:txBody>
        </p:sp>
        <p:grpSp>
          <p:nvGrpSpPr>
            <p:cNvPr id="187" name="그룹 186">
              <a:extLst>
                <a:ext uri="{FF2B5EF4-FFF2-40B4-BE49-F238E27FC236}">
                  <a16:creationId xmlns:a16="http://schemas.microsoft.com/office/drawing/2014/main" id="{67048082-3640-449C-91D0-C5F72535CA0B}"/>
                </a:ext>
              </a:extLst>
            </p:cNvPr>
            <p:cNvGrpSpPr/>
            <p:nvPr/>
          </p:nvGrpSpPr>
          <p:grpSpPr>
            <a:xfrm>
              <a:off x="1929842" y="8445388"/>
              <a:ext cx="505032" cy="451591"/>
              <a:chOff x="1378250" y="4802619"/>
              <a:chExt cx="611088" cy="546425"/>
            </a:xfrm>
          </p:grpSpPr>
          <p:grpSp>
            <p:nvGrpSpPr>
              <p:cNvPr id="188" name="그룹 187">
                <a:extLst>
                  <a:ext uri="{FF2B5EF4-FFF2-40B4-BE49-F238E27FC236}">
                    <a16:creationId xmlns:a16="http://schemas.microsoft.com/office/drawing/2014/main" id="{401BCD00-1397-4EFA-9DBF-5B41E088D630}"/>
                  </a:ext>
                </a:extLst>
              </p:cNvPr>
              <p:cNvGrpSpPr/>
              <p:nvPr/>
            </p:nvGrpSpPr>
            <p:grpSpPr>
              <a:xfrm>
                <a:off x="1378250" y="4802619"/>
                <a:ext cx="418093" cy="546425"/>
                <a:chOff x="4957269" y="7918967"/>
                <a:chExt cx="418093" cy="546425"/>
              </a:xfrm>
            </p:grpSpPr>
            <p:sp>
              <p:nvSpPr>
                <p:cNvPr id="229" name="자유형: 도형 228">
                  <a:extLst>
                    <a:ext uri="{FF2B5EF4-FFF2-40B4-BE49-F238E27FC236}">
                      <a16:creationId xmlns:a16="http://schemas.microsoft.com/office/drawing/2014/main" id="{4E143E3E-B778-45A7-A88F-42F4FA00C071}"/>
                    </a:ext>
                  </a:extLst>
                </p:cNvPr>
                <p:cNvSpPr/>
                <p:nvPr/>
              </p:nvSpPr>
              <p:spPr>
                <a:xfrm>
                  <a:off x="4960676" y="8311624"/>
                  <a:ext cx="408565" cy="151725"/>
                </a:xfrm>
                <a:custGeom>
                  <a:avLst/>
                  <a:gdLst>
                    <a:gd name="connsiteX0" fmla="*/ 518 w 408565"/>
                    <a:gd name="connsiteY0" fmla="*/ 151726 h 151725"/>
                    <a:gd name="connsiteX1" fmla="*/ 111576 w 408565"/>
                    <a:gd name="connsiteY1" fmla="*/ 22516 h 151725"/>
                    <a:gd name="connsiteX2" fmla="*/ 165339 w 408565"/>
                    <a:gd name="connsiteY2" fmla="*/ 22516 h 151725"/>
                    <a:gd name="connsiteX3" fmla="*/ 165339 w 408565"/>
                    <a:gd name="connsiteY3" fmla="*/ 0 h 151725"/>
                    <a:gd name="connsiteX4" fmla="*/ 241454 w 408565"/>
                    <a:gd name="connsiteY4" fmla="*/ 1648 h 151725"/>
                    <a:gd name="connsiteX5" fmla="*/ 242663 w 408565"/>
                    <a:gd name="connsiteY5" fmla="*/ 22516 h 151725"/>
                    <a:gd name="connsiteX6" fmla="*/ 305488 w 408565"/>
                    <a:gd name="connsiteY6" fmla="*/ 22516 h 151725"/>
                    <a:gd name="connsiteX7" fmla="*/ 408277 w 408565"/>
                    <a:gd name="connsiteY7" fmla="*/ 151726 h 151725"/>
                    <a:gd name="connsiteX8" fmla="*/ 518 w 408565"/>
                    <a:gd name="connsiteY8" fmla="*/ 151726 h 1517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08565" h="151725">
                      <a:moveTo>
                        <a:pt x="518" y="151726"/>
                      </a:moveTo>
                      <a:cubicBezTo>
                        <a:pt x="518" y="151726"/>
                        <a:pt x="-14068" y="35485"/>
                        <a:pt x="111576" y="22516"/>
                      </a:cubicBezTo>
                      <a:cubicBezTo>
                        <a:pt x="111576" y="22516"/>
                        <a:pt x="165339" y="22516"/>
                        <a:pt x="165339" y="22516"/>
                      </a:cubicBezTo>
                      <a:cubicBezTo>
                        <a:pt x="165339" y="22516"/>
                        <a:pt x="165339" y="0"/>
                        <a:pt x="165339" y="0"/>
                      </a:cubicBezTo>
                      <a:cubicBezTo>
                        <a:pt x="165339" y="0"/>
                        <a:pt x="203159" y="14767"/>
                        <a:pt x="241454" y="1648"/>
                      </a:cubicBezTo>
                      <a:cubicBezTo>
                        <a:pt x="241454" y="1648"/>
                        <a:pt x="242663" y="22516"/>
                        <a:pt x="242663" y="22516"/>
                      </a:cubicBezTo>
                      <a:cubicBezTo>
                        <a:pt x="242663" y="22516"/>
                        <a:pt x="305488" y="22516"/>
                        <a:pt x="305488" y="22516"/>
                      </a:cubicBezTo>
                      <a:cubicBezTo>
                        <a:pt x="305488" y="22516"/>
                        <a:pt x="414893" y="32446"/>
                        <a:pt x="408277" y="151726"/>
                      </a:cubicBezTo>
                      <a:cubicBezTo>
                        <a:pt x="408277" y="151726"/>
                        <a:pt x="518" y="151726"/>
                        <a:pt x="518" y="15172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41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230" name="자유형: 도형 229">
                  <a:extLst>
                    <a:ext uri="{FF2B5EF4-FFF2-40B4-BE49-F238E27FC236}">
                      <a16:creationId xmlns:a16="http://schemas.microsoft.com/office/drawing/2014/main" id="{AC0EECEA-A93A-4C10-8785-999DB0EB429D}"/>
                    </a:ext>
                  </a:extLst>
                </p:cNvPr>
                <p:cNvSpPr/>
                <p:nvPr/>
              </p:nvSpPr>
              <p:spPr>
                <a:xfrm>
                  <a:off x="4957269" y="8330845"/>
                  <a:ext cx="418093" cy="134547"/>
                </a:xfrm>
                <a:custGeom>
                  <a:avLst/>
                  <a:gdLst>
                    <a:gd name="connsiteX0" fmla="*/ 410639 w 418093"/>
                    <a:gd name="connsiteY0" fmla="*/ 134548 h 134547"/>
                    <a:gd name="connsiteX1" fmla="*/ 410639 w 418093"/>
                    <a:gd name="connsiteY1" fmla="*/ 134548 h 134547"/>
                    <a:gd name="connsiteX2" fmla="*/ 7813 w 418093"/>
                    <a:gd name="connsiteY2" fmla="*/ 134548 h 134547"/>
                    <a:gd name="connsiteX3" fmla="*/ 7813 w 418093"/>
                    <a:gd name="connsiteY3" fmla="*/ 134548 h 134547"/>
                    <a:gd name="connsiteX4" fmla="*/ 0 w 418093"/>
                    <a:gd name="connsiteY4" fmla="*/ 134548 h 134547"/>
                    <a:gd name="connsiteX5" fmla="*/ 1950 w 418093"/>
                    <a:gd name="connsiteY5" fmla="*/ 104262 h 134547"/>
                    <a:gd name="connsiteX6" fmla="*/ 115655 w 418093"/>
                    <a:gd name="connsiteY6" fmla="*/ 0 h 134547"/>
                    <a:gd name="connsiteX7" fmla="*/ 168746 w 418093"/>
                    <a:gd name="connsiteY7" fmla="*/ 0 h 134547"/>
                    <a:gd name="connsiteX8" fmla="*/ 168746 w 418093"/>
                    <a:gd name="connsiteY8" fmla="*/ 6042 h 134547"/>
                    <a:gd name="connsiteX9" fmla="*/ 119216 w 418093"/>
                    <a:gd name="connsiteY9" fmla="*/ 6042 h 134547"/>
                    <a:gd name="connsiteX10" fmla="*/ 9626 w 418093"/>
                    <a:gd name="connsiteY10" fmla="*/ 106398 h 134547"/>
                    <a:gd name="connsiteX11" fmla="*/ 8273 w 418093"/>
                    <a:gd name="connsiteY11" fmla="*/ 127408 h 134547"/>
                    <a:gd name="connsiteX12" fmla="*/ 409574 w 418093"/>
                    <a:gd name="connsiteY12" fmla="*/ 127408 h 134547"/>
                    <a:gd name="connsiteX13" fmla="*/ 408824 w 418093"/>
                    <a:gd name="connsiteY13" fmla="*/ 106398 h 134547"/>
                    <a:gd name="connsiteX14" fmla="*/ 299236 w 418093"/>
                    <a:gd name="connsiteY14" fmla="*/ 6042 h 134547"/>
                    <a:gd name="connsiteX15" fmla="*/ 249090 w 418093"/>
                    <a:gd name="connsiteY15" fmla="*/ 6042 h 134547"/>
                    <a:gd name="connsiteX16" fmla="*/ 249090 w 418093"/>
                    <a:gd name="connsiteY16" fmla="*/ 0 h 134547"/>
                    <a:gd name="connsiteX17" fmla="*/ 302437 w 418093"/>
                    <a:gd name="connsiteY17" fmla="*/ 0 h 134547"/>
                    <a:gd name="connsiteX18" fmla="*/ 416142 w 418093"/>
                    <a:gd name="connsiteY18" fmla="*/ 104262 h 134547"/>
                    <a:gd name="connsiteX19" fmla="*/ 418093 w 418093"/>
                    <a:gd name="connsiteY19" fmla="*/ 134548 h 134547"/>
                    <a:gd name="connsiteX20" fmla="*/ 410639 w 418093"/>
                    <a:gd name="connsiteY20" fmla="*/ 134548 h 13454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418093" h="134547">
                      <a:moveTo>
                        <a:pt x="410639" y="134548"/>
                      </a:moveTo>
                      <a:cubicBezTo>
                        <a:pt x="410639" y="134548"/>
                        <a:pt x="410639" y="134548"/>
                        <a:pt x="410639" y="134548"/>
                      </a:cubicBezTo>
                      <a:cubicBezTo>
                        <a:pt x="410639" y="134548"/>
                        <a:pt x="7813" y="134548"/>
                        <a:pt x="7813" y="134548"/>
                      </a:cubicBezTo>
                      <a:cubicBezTo>
                        <a:pt x="7813" y="134548"/>
                        <a:pt x="7813" y="134548"/>
                        <a:pt x="7813" y="134548"/>
                      </a:cubicBezTo>
                      <a:cubicBezTo>
                        <a:pt x="7813" y="134548"/>
                        <a:pt x="0" y="134548"/>
                        <a:pt x="0" y="134548"/>
                      </a:cubicBezTo>
                      <a:cubicBezTo>
                        <a:pt x="0" y="134548"/>
                        <a:pt x="1950" y="104262"/>
                        <a:pt x="1950" y="104262"/>
                      </a:cubicBezTo>
                      <a:cubicBezTo>
                        <a:pt x="5757" y="45129"/>
                        <a:pt x="57007" y="0"/>
                        <a:pt x="115655" y="0"/>
                      </a:cubicBezTo>
                      <a:cubicBezTo>
                        <a:pt x="115655" y="0"/>
                        <a:pt x="168746" y="0"/>
                        <a:pt x="168746" y="0"/>
                      </a:cubicBezTo>
                      <a:cubicBezTo>
                        <a:pt x="168746" y="0"/>
                        <a:pt x="168746" y="6042"/>
                        <a:pt x="168746" y="6042"/>
                      </a:cubicBezTo>
                      <a:cubicBezTo>
                        <a:pt x="168746" y="6042"/>
                        <a:pt x="119216" y="6042"/>
                        <a:pt x="119216" y="6042"/>
                      </a:cubicBezTo>
                      <a:cubicBezTo>
                        <a:pt x="62690" y="6042"/>
                        <a:pt x="13296" y="49479"/>
                        <a:pt x="9626" y="106398"/>
                      </a:cubicBezTo>
                      <a:cubicBezTo>
                        <a:pt x="9626" y="106398"/>
                        <a:pt x="8273" y="127408"/>
                        <a:pt x="8273" y="127408"/>
                      </a:cubicBezTo>
                      <a:cubicBezTo>
                        <a:pt x="8273" y="127408"/>
                        <a:pt x="409574" y="127408"/>
                        <a:pt x="409574" y="127408"/>
                      </a:cubicBezTo>
                      <a:cubicBezTo>
                        <a:pt x="409574" y="127408"/>
                        <a:pt x="408824" y="106398"/>
                        <a:pt x="408824" y="106398"/>
                      </a:cubicBezTo>
                      <a:cubicBezTo>
                        <a:pt x="405154" y="49479"/>
                        <a:pt x="355760" y="6042"/>
                        <a:pt x="299236" y="6042"/>
                      </a:cubicBezTo>
                      <a:cubicBezTo>
                        <a:pt x="299236" y="6042"/>
                        <a:pt x="249090" y="6042"/>
                        <a:pt x="249090" y="6042"/>
                      </a:cubicBezTo>
                      <a:cubicBezTo>
                        <a:pt x="249090" y="6042"/>
                        <a:pt x="249090" y="0"/>
                        <a:pt x="249090" y="0"/>
                      </a:cubicBezTo>
                      <a:cubicBezTo>
                        <a:pt x="249090" y="0"/>
                        <a:pt x="302437" y="0"/>
                        <a:pt x="302437" y="0"/>
                      </a:cubicBezTo>
                      <a:cubicBezTo>
                        <a:pt x="361086" y="0"/>
                        <a:pt x="412335" y="45129"/>
                        <a:pt x="416142" y="104262"/>
                      </a:cubicBezTo>
                      <a:cubicBezTo>
                        <a:pt x="416142" y="104262"/>
                        <a:pt x="418093" y="134548"/>
                        <a:pt x="418093" y="134548"/>
                      </a:cubicBezTo>
                      <a:cubicBezTo>
                        <a:pt x="418093" y="134548"/>
                        <a:pt x="410639" y="134548"/>
                        <a:pt x="410639" y="134548"/>
                      </a:cubicBezTo>
                      <a:close/>
                    </a:path>
                  </a:pathLst>
                </a:custGeom>
                <a:solidFill>
                  <a:srgbClr val="3B434F"/>
                </a:solidFill>
                <a:ln w="141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231" name="자유형: 도형 230">
                  <a:extLst>
                    <a:ext uri="{FF2B5EF4-FFF2-40B4-BE49-F238E27FC236}">
                      <a16:creationId xmlns:a16="http://schemas.microsoft.com/office/drawing/2014/main" id="{D3F608A4-3B61-4C9D-9DF8-81D1C1F44A2F}"/>
                    </a:ext>
                  </a:extLst>
                </p:cNvPr>
                <p:cNvSpPr/>
                <p:nvPr/>
              </p:nvSpPr>
              <p:spPr>
                <a:xfrm>
                  <a:off x="5123599" y="8306905"/>
                  <a:ext cx="82759" cy="73914"/>
                </a:xfrm>
                <a:custGeom>
                  <a:avLst/>
                  <a:gdLst>
                    <a:gd name="connsiteX0" fmla="*/ 6644 w 82759"/>
                    <a:gd name="connsiteY0" fmla="*/ 2178 h 73914"/>
                    <a:gd name="connsiteX1" fmla="*/ 6644 w 82759"/>
                    <a:gd name="connsiteY1" fmla="*/ 36048 h 73914"/>
                    <a:gd name="connsiteX2" fmla="*/ 41682 w 82759"/>
                    <a:gd name="connsiteY2" fmla="*/ 67874 h 73914"/>
                    <a:gd name="connsiteX3" fmla="*/ 76718 w 82759"/>
                    <a:gd name="connsiteY3" fmla="*/ 36048 h 73914"/>
                    <a:gd name="connsiteX4" fmla="*/ 76718 w 82759"/>
                    <a:gd name="connsiteY4" fmla="*/ 2877 h 73914"/>
                    <a:gd name="connsiteX5" fmla="*/ 82760 w 82759"/>
                    <a:gd name="connsiteY5" fmla="*/ 1043 h 73914"/>
                    <a:gd name="connsiteX6" fmla="*/ 82760 w 82759"/>
                    <a:gd name="connsiteY6" fmla="*/ 36279 h 73914"/>
                    <a:gd name="connsiteX7" fmla="*/ 41379 w 82759"/>
                    <a:gd name="connsiteY7" fmla="*/ 73914 h 73914"/>
                    <a:gd name="connsiteX8" fmla="*/ 0 w 82759"/>
                    <a:gd name="connsiteY8" fmla="*/ 36279 h 73914"/>
                    <a:gd name="connsiteX9" fmla="*/ 0 w 82759"/>
                    <a:gd name="connsiteY9" fmla="*/ 0 h 73914"/>
                    <a:gd name="connsiteX10" fmla="*/ 6644 w 82759"/>
                    <a:gd name="connsiteY10" fmla="*/ 2178 h 739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82759" h="73914">
                      <a:moveTo>
                        <a:pt x="6644" y="2178"/>
                      </a:moveTo>
                      <a:cubicBezTo>
                        <a:pt x="6644" y="2178"/>
                        <a:pt x="6644" y="36048"/>
                        <a:pt x="6644" y="36048"/>
                      </a:cubicBezTo>
                      <a:cubicBezTo>
                        <a:pt x="6644" y="53625"/>
                        <a:pt x="22330" y="67874"/>
                        <a:pt x="41682" y="67874"/>
                      </a:cubicBezTo>
                      <a:cubicBezTo>
                        <a:pt x="61032" y="67874"/>
                        <a:pt x="76718" y="53625"/>
                        <a:pt x="76718" y="36048"/>
                      </a:cubicBezTo>
                      <a:cubicBezTo>
                        <a:pt x="76718" y="36048"/>
                        <a:pt x="76718" y="2877"/>
                        <a:pt x="76718" y="2877"/>
                      </a:cubicBezTo>
                      <a:cubicBezTo>
                        <a:pt x="78751" y="2314"/>
                        <a:pt x="80766" y="1703"/>
                        <a:pt x="82760" y="1043"/>
                      </a:cubicBezTo>
                      <a:cubicBezTo>
                        <a:pt x="82760" y="1043"/>
                        <a:pt x="82760" y="36279"/>
                        <a:pt x="82760" y="36279"/>
                      </a:cubicBezTo>
                      <a:cubicBezTo>
                        <a:pt x="82760" y="57064"/>
                        <a:pt x="64233" y="73914"/>
                        <a:pt x="41379" y="73914"/>
                      </a:cubicBezTo>
                      <a:cubicBezTo>
                        <a:pt x="18526" y="73914"/>
                        <a:pt x="0" y="57064"/>
                        <a:pt x="0" y="36279"/>
                      </a:cubicBezTo>
                      <a:cubicBezTo>
                        <a:pt x="0" y="36279"/>
                        <a:pt x="0" y="0"/>
                        <a:pt x="0" y="0"/>
                      </a:cubicBezTo>
                      <a:cubicBezTo>
                        <a:pt x="2189" y="786"/>
                        <a:pt x="4405" y="1510"/>
                        <a:pt x="6644" y="2178"/>
                      </a:cubicBezTo>
                      <a:close/>
                    </a:path>
                  </a:pathLst>
                </a:custGeom>
                <a:solidFill>
                  <a:srgbClr val="3B434F"/>
                </a:solidFill>
                <a:ln w="141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232" name="자유형: 도형 231">
                  <a:extLst>
                    <a:ext uri="{FF2B5EF4-FFF2-40B4-BE49-F238E27FC236}">
                      <a16:creationId xmlns:a16="http://schemas.microsoft.com/office/drawing/2014/main" id="{CF0E056F-79BC-494D-9E9E-A2F92457F038}"/>
                    </a:ext>
                  </a:extLst>
                </p:cNvPr>
                <p:cNvSpPr/>
                <p:nvPr/>
              </p:nvSpPr>
              <p:spPr>
                <a:xfrm>
                  <a:off x="5249692" y="8376470"/>
                  <a:ext cx="24625" cy="61330"/>
                </a:xfrm>
                <a:custGeom>
                  <a:avLst/>
                  <a:gdLst>
                    <a:gd name="connsiteX0" fmla="*/ 24004 w 24625"/>
                    <a:gd name="connsiteY0" fmla="*/ 27015 h 61330"/>
                    <a:gd name="connsiteX1" fmla="*/ 6894 w 24625"/>
                    <a:gd name="connsiteY1" fmla="*/ 59459 h 61330"/>
                    <a:gd name="connsiteX2" fmla="*/ 2057 w 24625"/>
                    <a:gd name="connsiteY2" fmla="*/ 61006 h 61330"/>
                    <a:gd name="connsiteX3" fmla="*/ 357 w 24625"/>
                    <a:gd name="connsiteY3" fmla="*/ 56611 h 61330"/>
                    <a:gd name="connsiteX4" fmla="*/ 16882 w 24625"/>
                    <a:gd name="connsiteY4" fmla="*/ 25276 h 61330"/>
                    <a:gd name="connsiteX5" fmla="*/ 3970 w 24625"/>
                    <a:gd name="connsiteY5" fmla="*/ 4943 h 61330"/>
                    <a:gd name="connsiteX6" fmla="*/ 5297 w 24625"/>
                    <a:gd name="connsiteY6" fmla="*/ 442 h 61330"/>
                    <a:gd name="connsiteX7" fmla="*/ 10248 w 24625"/>
                    <a:gd name="connsiteY7" fmla="*/ 1648 h 61330"/>
                    <a:gd name="connsiteX8" fmla="*/ 24141 w 24625"/>
                    <a:gd name="connsiteY8" fmla="*/ 23526 h 61330"/>
                    <a:gd name="connsiteX9" fmla="*/ 24004 w 24625"/>
                    <a:gd name="connsiteY9" fmla="*/ 27015 h 613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24625" h="61330">
                      <a:moveTo>
                        <a:pt x="24004" y="27015"/>
                      </a:moveTo>
                      <a:cubicBezTo>
                        <a:pt x="24004" y="27015"/>
                        <a:pt x="6894" y="59459"/>
                        <a:pt x="6894" y="59459"/>
                      </a:cubicBezTo>
                      <a:cubicBezTo>
                        <a:pt x="6027" y="61100"/>
                        <a:pt x="3862" y="61792"/>
                        <a:pt x="2057" y="61006"/>
                      </a:cubicBezTo>
                      <a:cubicBezTo>
                        <a:pt x="254" y="60220"/>
                        <a:pt x="-508" y="58252"/>
                        <a:pt x="357" y="56611"/>
                      </a:cubicBezTo>
                      <a:cubicBezTo>
                        <a:pt x="357" y="56611"/>
                        <a:pt x="16882" y="25276"/>
                        <a:pt x="16882" y="25276"/>
                      </a:cubicBezTo>
                      <a:cubicBezTo>
                        <a:pt x="16882" y="25276"/>
                        <a:pt x="3970" y="4943"/>
                        <a:pt x="3970" y="4943"/>
                      </a:cubicBezTo>
                      <a:cubicBezTo>
                        <a:pt x="2969" y="3368"/>
                        <a:pt x="3562" y="1352"/>
                        <a:pt x="5297" y="442"/>
                      </a:cubicBezTo>
                      <a:cubicBezTo>
                        <a:pt x="7030" y="-468"/>
                        <a:pt x="9247" y="73"/>
                        <a:pt x="10248" y="1648"/>
                      </a:cubicBezTo>
                      <a:cubicBezTo>
                        <a:pt x="10248" y="1648"/>
                        <a:pt x="24141" y="23526"/>
                        <a:pt x="24141" y="23526"/>
                      </a:cubicBezTo>
                      <a:cubicBezTo>
                        <a:pt x="24858" y="24653"/>
                        <a:pt x="24753" y="26003"/>
                        <a:pt x="24004" y="27015"/>
                      </a:cubicBezTo>
                      <a:close/>
                    </a:path>
                  </a:pathLst>
                </a:custGeom>
                <a:solidFill>
                  <a:srgbClr val="3B434F"/>
                </a:solidFill>
                <a:ln w="141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233" name="자유형: 도형 232">
                  <a:extLst>
                    <a:ext uri="{FF2B5EF4-FFF2-40B4-BE49-F238E27FC236}">
                      <a16:creationId xmlns:a16="http://schemas.microsoft.com/office/drawing/2014/main" id="{41412DE8-5C2D-4B26-88F2-D25DB6A11A59}"/>
                    </a:ext>
                  </a:extLst>
                </p:cNvPr>
                <p:cNvSpPr/>
                <p:nvPr/>
              </p:nvSpPr>
              <p:spPr>
                <a:xfrm>
                  <a:off x="5055942" y="8376418"/>
                  <a:ext cx="24759" cy="61519"/>
                </a:xfrm>
                <a:custGeom>
                  <a:avLst/>
                  <a:gdLst>
                    <a:gd name="connsiteX0" fmla="*/ 625 w 24759"/>
                    <a:gd name="connsiteY0" fmla="*/ 27098 h 61519"/>
                    <a:gd name="connsiteX1" fmla="*/ 17829 w 24759"/>
                    <a:gd name="connsiteY1" fmla="*/ 59642 h 61519"/>
                    <a:gd name="connsiteX2" fmla="*/ 22689 w 24759"/>
                    <a:gd name="connsiteY2" fmla="*/ 61194 h 61519"/>
                    <a:gd name="connsiteX3" fmla="*/ 24400 w 24759"/>
                    <a:gd name="connsiteY3" fmla="*/ 56784 h 61519"/>
                    <a:gd name="connsiteX4" fmla="*/ 7786 w 24759"/>
                    <a:gd name="connsiteY4" fmla="*/ 25353 h 61519"/>
                    <a:gd name="connsiteX5" fmla="*/ 20768 w 24759"/>
                    <a:gd name="connsiteY5" fmla="*/ 4958 h 61519"/>
                    <a:gd name="connsiteX6" fmla="*/ 19434 w 24759"/>
                    <a:gd name="connsiteY6" fmla="*/ 443 h 61519"/>
                    <a:gd name="connsiteX7" fmla="*/ 14456 w 24759"/>
                    <a:gd name="connsiteY7" fmla="*/ 1653 h 61519"/>
                    <a:gd name="connsiteX8" fmla="*/ 488 w 24759"/>
                    <a:gd name="connsiteY8" fmla="*/ 23599 h 61519"/>
                    <a:gd name="connsiteX9" fmla="*/ 625 w 24759"/>
                    <a:gd name="connsiteY9" fmla="*/ 27098 h 615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24759" h="61519">
                      <a:moveTo>
                        <a:pt x="625" y="27098"/>
                      </a:moveTo>
                      <a:cubicBezTo>
                        <a:pt x="625" y="27098"/>
                        <a:pt x="17829" y="59642"/>
                        <a:pt x="17829" y="59642"/>
                      </a:cubicBezTo>
                      <a:cubicBezTo>
                        <a:pt x="18698" y="61288"/>
                        <a:pt x="20874" y="61983"/>
                        <a:pt x="22689" y="61194"/>
                      </a:cubicBezTo>
                      <a:cubicBezTo>
                        <a:pt x="24504" y="60405"/>
                        <a:pt x="25270" y="58431"/>
                        <a:pt x="24400" y="56784"/>
                      </a:cubicBezTo>
                      <a:cubicBezTo>
                        <a:pt x="24400" y="56784"/>
                        <a:pt x="7786" y="25353"/>
                        <a:pt x="7786" y="25353"/>
                      </a:cubicBezTo>
                      <a:cubicBezTo>
                        <a:pt x="7786" y="25353"/>
                        <a:pt x="20768" y="4958"/>
                        <a:pt x="20768" y="4958"/>
                      </a:cubicBezTo>
                      <a:cubicBezTo>
                        <a:pt x="21773" y="3378"/>
                        <a:pt x="21177" y="1357"/>
                        <a:pt x="19434" y="443"/>
                      </a:cubicBezTo>
                      <a:cubicBezTo>
                        <a:pt x="17692" y="-469"/>
                        <a:pt x="15463" y="73"/>
                        <a:pt x="14456" y="1653"/>
                      </a:cubicBezTo>
                      <a:cubicBezTo>
                        <a:pt x="14456" y="1653"/>
                        <a:pt x="488" y="23599"/>
                        <a:pt x="488" y="23599"/>
                      </a:cubicBezTo>
                      <a:cubicBezTo>
                        <a:pt x="-233" y="24729"/>
                        <a:pt x="-128" y="26084"/>
                        <a:pt x="625" y="27098"/>
                      </a:cubicBezTo>
                      <a:close/>
                    </a:path>
                  </a:pathLst>
                </a:custGeom>
                <a:solidFill>
                  <a:srgbClr val="3B434F"/>
                </a:solidFill>
                <a:ln w="141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234" name="자유형: 도형 233">
                  <a:extLst>
                    <a:ext uri="{FF2B5EF4-FFF2-40B4-BE49-F238E27FC236}">
                      <a16:creationId xmlns:a16="http://schemas.microsoft.com/office/drawing/2014/main" id="{FDB07634-E55C-484A-A9CB-2C5B825F36B7}"/>
                    </a:ext>
                  </a:extLst>
                </p:cNvPr>
                <p:cNvSpPr/>
                <p:nvPr/>
              </p:nvSpPr>
              <p:spPr>
                <a:xfrm>
                  <a:off x="5123599" y="8329747"/>
                  <a:ext cx="6644" cy="133448"/>
                </a:xfrm>
                <a:custGeom>
                  <a:avLst/>
                  <a:gdLst>
                    <a:gd name="connsiteX0" fmla="*/ 0 w 6644"/>
                    <a:gd name="connsiteY0" fmla="*/ 0 h 133448"/>
                    <a:gd name="connsiteX1" fmla="*/ 6644 w 6644"/>
                    <a:gd name="connsiteY1" fmla="*/ 0 h 133448"/>
                    <a:gd name="connsiteX2" fmla="*/ 6644 w 6644"/>
                    <a:gd name="connsiteY2" fmla="*/ 133449 h 133448"/>
                    <a:gd name="connsiteX3" fmla="*/ 0 w 6644"/>
                    <a:gd name="connsiteY3" fmla="*/ 133449 h 133448"/>
                    <a:gd name="connsiteX4" fmla="*/ 0 w 6644"/>
                    <a:gd name="connsiteY4" fmla="*/ 0 h 1334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644" h="133448">
                      <a:moveTo>
                        <a:pt x="0" y="0"/>
                      </a:moveTo>
                      <a:cubicBezTo>
                        <a:pt x="0" y="0"/>
                        <a:pt x="6644" y="0"/>
                        <a:pt x="6644" y="0"/>
                      </a:cubicBezTo>
                      <a:cubicBezTo>
                        <a:pt x="6644" y="0"/>
                        <a:pt x="6644" y="133449"/>
                        <a:pt x="6644" y="133449"/>
                      </a:cubicBezTo>
                      <a:cubicBezTo>
                        <a:pt x="6644" y="133449"/>
                        <a:pt x="0" y="133449"/>
                        <a:pt x="0" y="133449"/>
                      </a:cubicBezTo>
                      <a:cubicBezTo>
                        <a:pt x="0" y="133449"/>
                        <a:pt x="0" y="0"/>
                        <a:pt x="0" y="0"/>
                      </a:cubicBezTo>
                      <a:close/>
                    </a:path>
                  </a:pathLst>
                </a:custGeom>
                <a:solidFill>
                  <a:srgbClr val="3B434F"/>
                </a:solidFill>
                <a:ln w="141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235" name="자유형: 도형 234">
                  <a:extLst>
                    <a:ext uri="{FF2B5EF4-FFF2-40B4-BE49-F238E27FC236}">
                      <a16:creationId xmlns:a16="http://schemas.microsoft.com/office/drawing/2014/main" id="{C5FD0EB5-E439-4510-B730-1409AF705DC6}"/>
                    </a:ext>
                  </a:extLst>
                </p:cNvPr>
                <p:cNvSpPr/>
                <p:nvPr/>
              </p:nvSpPr>
              <p:spPr>
                <a:xfrm>
                  <a:off x="5200317" y="8330845"/>
                  <a:ext cx="6645" cy="133448"/>
                </a:xfrm>
                <a:custGeom>
                  <a:avLst/>
                  <a:gdLst>
                    <a:gd name="connsiteX0" fmla="*/ 0 w 6645"/>
                    <a:gd name="connsiteY0" fmla="*/ 0 h 133448"/>
                    <a:gd name="connsiteX1" fmla="*/ 6646 w 6645"/>
                    <a:gd name="connsiteY1" fmla="*/ 0 h 133448"/>
                    <a:gd name="connsiteX2" fmla="*/ 6646 w 6645"/>
                    <a:gd name="connsiteY2" fmla="*/ 133449 h 133448"/>
                    <a:gd name="connsiteX3" fmla="*/ 0 w 6645"/>
                    <a:gd name="connsiteY3" fmla="*/ 133449 h 133448"/>
                    <a:gd name="connsiteX4" fmla="*/ 0 w 6645"/>
                    <a:gd name="connsiteY4" fmla="*/ 0 h 1334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645" h="133448">
                      <a:moveTo>
                        <a:pt x="0" y="0"/>
                      </a:moveTo>
                      <a:cubicBezTo>
                        <a:pt x="0" y="0"/>
                        <a:pt x="6646" y="0"/>
                        <a:pt x="6646" y="0"/>
                      </a:cubicBezTo>
                      <a:cubicBezTo>
                        <a:pt x="6646" y="0"/>
                        <a:pt x="6646" y="133449"/>
                        <a:pt x="6646" y="133449"/>
                      </a:cubicBezTo>
                      <a:cubicBezTo>
                        <a:pt x="6646" y="133449"/>
                        <a:pt x="0" y="133449"/>
                        <a:pt x="0" y="133449"/>
                      </a:cubicBezTo>
                      <a:cubicBezTo>
                        <a:pt x="0" y="133449"/>
                        <a:pt x="0" y="0"/>
                        <a:pt x="0" y="0"/>
                      </a:cubicBezTo>
                      <a:close/>
                    </a:path>
                  </a:pathLst>
                </a:custGeom>
                <a:solidFill>
                  <a:srgbClr val="3B434F"/>
                </a:solidFill>
                <a:ln w="141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236" name="자유형: 도형 235">
                  <a:extLst>
                    <a:ext uri="{FF2B5EF4-FFF2-40B4-BE49-F238E27FC236}">
                      <a16:creationId xmlns:a16="http://schemas.microsoft.com/office/drawing/2014/main" id="{E72EAFE2-CAA9-40B4-AD54-C0BD4E2BE429}"/>
                    </a:ext>
                  </a:extLst>
                </p:cNvPr>
                <p:cNvSpPr/>
                <p:nvPr/>
              </p:nvSpPr>
              <p:spPr>
                <a:xfrm>
                  <a:off x="5034212" y="7964548"/>
                  <a:ext cx="265163" cy="351468"/>
                </a:xfrm>
                <a:custGeom>
                  <a:avLst/>
                  <a:gdLst>
                    <a:gd name="connsiteX0" fmla="*/ 132582 w 265163"/>
                    <a:gd name="connsiteY0" fmla="*/ 0 h 351468"/>
                    <a:gd name="connsiteX1" fmla="*/ 265118 w 265163"/>
                    <a:gd name="connsiteY1" fmla="*/ 140551 h 351468"/>
                    <a:gd name="connsiteX2" fmla="*/ 263067 w 265163"/>
                    <a:gd name="connsiteY2" fmla="*/ 222078 h 351468"/>
                    <a:gd name="connsiteX3" fmla="*/ 132582 w 265163"/>
                    <a:gd name="connsiteY3" fmla="*/ 351468 h 351468"/>
                    <a:gd name="connsiteX4" fmla="*/ 2094 w 265163"/>
                    <a:gd name="connsiteY4" fmla="*/ 222078 h 351468"/>
                    <a:gd name="connsiteX5" fmla="*/ 46 w 265163"/>
                    <a:gd name="connsiteY5" fmla="*/ 140551 h 351468"/>
                    <a:gd name="connsiteX6" fmla="*/ 132582 w 265163"/>
                    <a:gd name="connsiteY6" fmla="*/ 0 h 3514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65163" h="351468">
                      <a:moveTo>
                        <a:pt x="132582" y="0"/>
                      </a:moveTo>
                      <a:cubicBezTo>
                        <a:pt x="207731" y="0"/>
                        <a:pt x="267046" y="63842"/>
                        <a:pt x="265118" y="140551"/>
                      </a:cubicBezTo>
                      <a:cubicBezTo>
                        <a:pt x="265118" y="140551"/>
                        <a:pt x="263067" y="222078"/>
                        <a:pt x="263067" y="222078"/>
                      </a:cubicBezTo>
                      <a:cubicBezTo>
                        <a:pt x="261251" y="294345"/>
                        <a:pt x="202849" y="351468"/>
                        <a:pt x="132582" y="351468"/>
                      </a:cubicBezTo>
                      <a:cubicBezTo>
                        <a:pt x="62313" y="351468"/>
                        <a:pt x="3912" y="294345"/>
                        <a:pt x="2094" y="222078"/>
                      </a:cubicBezTo>
                      <a:cubicBezTo>
                        <a:pt x="2094" y="222078"/>
                        <a:pt x="46" y="140551"/>
                        <a:pt x="46" y="140551"/>
                      </a:cubicBezTo>
                      <a:cubicBezTo>
                        <a:pt x="-1884" y="63842"/>
                        <a:pt x="57432" y="0"/>
                        <a:pt x="132582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41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237" name="자유형: 도형 236">
                  <a:extLst>
                    <a:ext uri="{FF2B5EF4-FFF2-40B4-BE49-F238E27FC236}">
                      <a16:creationId xmlns:a16="http://schemas.microsoft.com/office/drawing/2014/main" id="{FA5FB4B4-E5C9-4F05-86EE-4D38C25D0520}"/>
                    </a:ext>
                  </a:extLst>
                </p:cNvPr>
                <p:cNvSpPr/>
                <p:nvPr/>
              </p:nvSpPr>
              <p:spPr>
                <a:xfrm>
                  <a:off x="5027567" y="7956311"/>
                  <a:ext cx="277847" cy="365747"/>
                </a:xfrm>
                <a:custGeom>
                  <a:avLst/>
                  <a:gdLst>
                    <a:gd name="connsiteX0" fmla="*/ 277800 w 277847"/>
                    <a:gd name="connsiteY0" fmla="*/ 146261 h 365747"/>
                    <a:gd name="connsiteX1" fmla="*/ 275652 w 277847"/>
                    <a:gd name="connsiteY1" fmla="*/ 231101 h 365747"/>
                    <a:gd name="connsiteX2" fmla="*/ 138924 w 277847"/>
                    <a:gd name="connsiteY2" fmla="*/ 365748 h 365747"/>
                    <a:gd name="connsiteX3" fmla="*/ 2196 w 277847"/>
                    <a:gd name="connsiteY3" fmla="*/ 231101 h 365747"/>
                    <a:gd name="connsiteX4" fmla="*/ 48 w 277847"/>
                    <a:gd name="connsiteY4" fmla="*/ 146261 h 365747"/>
                    <a:gd name="connsiteX5" fmla="*/ 138924 w 277847"/>
                    <a:gd name="connsiteY5" fmla="*/ 0 h 365747"/>
                    <a:gd name="connsiteX6" fmla="*/ 277800 w 277847"/>
                    <a:gd name="connsiteY6" fmla="*/ 146261 h 365747"/>
                    <a:gd name="connsiteX7" fmla="*/ 138622 w 277847"/>
                    <a:gd name="connsiteY7" fmla="*/ 8786 h 365747"/>
                    <a:gd name="connsiteX8" fmla="*/ 7899 w 277847"/>
                    <a:gd name="connsiteY8" fmla="*/ 148239 h 365747"/>
                    <a:gd name="connsiteX9" fmla="*/ 9920 w 277847"/>
                    <a:gd name="connsiteY9" fmla="*/ 229130 h 365747"/>
                    <a:gd name="connsiteX10" fmla="*/ 138622 w 277847"/>
                    <a:gd name="connsiteY10" fmla="*/ 357510 h 365747"/>
                    <a:gd name="connsiteX11" fmla="*/ 267326 w 277847"/>
                    <a:gd name="connsiteY11" fmla="*/ 229130 h 365747"/>
                    <a:gd name="connsiteX12" fmla="*/ 269347 w 277847"/>
                    <a:gd name="connsiteY12" fmla="*/ 148239 h 365747"/>
                    <a:gd name="connsiteX13" fmla="*/ 138622 w 277847"/>
                    <a:gd name="connsiteY13" fmla="*/ 8786 h 36574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77847" h="365747">
                      <a:moveTo>
                        <a:pt x="277800" y="146261"/>
                      </a:moveTo>
                      <a:cubicBezTo>
                        <a:pt x="277800" y="146261"/>
                        <a:pt x="275652" y="231101"/>
                        <a:pt x="275652" y="231101"/>
                      </a:cubicBezTo>
                      <a:cubicBezTo>
                        <a:pt x="273749" y="306303"/>
                        <a:pt x="212554" y="365748"/>
                        <a:pt x="138924" y="365748"/>
                      </a:cubicBezTo>
                      <a:cubicBezTo>
                        <a:pt x="65294" y="365748"/>
                        <a:pt x="4100" y="306303"/>
                        <a:pt x="2196" y="231101"/>
                      </a:cubicBezTo>
                      <a:cubicBezTo>
                        <a:pt x="2196" y="231101"/>
                        <a:pt x="48" y="146261"/>
                        <a:pt x="48" y="146261"/>
                      </a:cubicBezTo>
                      <a:cubicBezTo>
                        <a:pt x="-1972" y="66436"/>
                        <a:pt x="60180" y="0"/>
                        <a:pt x="138924" y="0"/>
                      </a:cubicBezTo>
                      <a:cubicBezTo>
                        <a:pt x="217668" y="0"/>
                        <a:pt x="279822" y="66436"/>
                        <a:pt x="277800" y="146261"/>
                      </a:cubicBezTo>
                      <a:close/>
                      <a:moveTo>
                        <a:pt x="138622" y="8786"/>
                      </a:moveTo>
                      <a:cubicBezTo>
                        <a:pt x="64501" y="8786"/>
                        <a:pt x="5996" y="72130"/>
                        <a:pt x="7899" y="148239"/>
                      </a:cubicBezTo>
                      <a:cubicBezTo>
                        <a:pt x="7899" y="148239"/>
                        <a:pt x="9920" y="229130"/>
                        <a:pt x="9920" y="229130"/>
                      </a:cubicBezTo>
                      <a:cubicBezTo>
                        <a:pt x="11713" y="300833"/>
                        <a:pt x="69315" y="357510"/>
                        <a:pt x="138622" y="357510"/>
                      </a:cubicBezTo>
                      <a:cubicBezTo>
                        <a:pt x="207931" y="357510"/>
                        <a:pt x="265533" y="300833"/>
                        <a:pt x="267326" y="229130"/>
                      </a:cubicBezTo>
                      <a:cubicBezTo>
                        <a:pt x="267326" y="229130"/>
                        <a:pt x="269347" y="148239"/>
                        <a:pt x="269347" y="148239"/>
                      </a:cubicBezTo>
                      <a:cubicBezTo>
                        <a:pt x="271249" y="72130"/>
                        <a:pt x="212745" y="8786"/>
                        <a:pt x="138622" y="8786"/>
                      </a:cubicBezTo>
                      <a:close/>
                    </a:path>
                  </a:pathLst>
                </a:custGeom>
                <a:solidFill>
                  <a:srgbClr val="3B434F"/>
                </a:solidFill>
                <a:ln w="141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238" name="자유형: 도형 237">
                  <a:extLst>
                    <a:ext uri="{FF2B5EF4-FFF2-40B4-BE49-F238E27FC236}">
                      <a16:creationId xmlns:a16="http://schemas.microsoft.com/office/drawing/2014/main" id="{9AB80562-C350-4D3E-BA05-6BEC27B30ADC}"/>
                    </a:ext>
                  </a:extLst>
                </p:cNvPr>
                <p:cNvSpPr/>
                <p:nvPr/>
              </p:nvSpPr>
              <p:spPr>
                <a:xfrm>
                  <a:off x="5027341" y="8116668"/>
                  <a:ext cx="274256" cy="206488"/>
                </a:xfrm>
                <a:custGeom>
                  <a:avLst/>
                  <a:gdLst>
                    <a:gd name="connsiteX0" fmla="*/ 274256 w 274256"/>
                    <a:gd name="connsiteY0" fmla="*/ 0 h 206488"/>
                    <a:gd name="connsiteX1" fmla="*/ 268215 w 274256"/>
                    <a:gd name="connsiteY1" fmla="*/ 90065 h 206488"/>
                    <a:gd name="connsiteX2" fmla="*/ 137732 w 274256"/>
                    <a:gd name="connsiteY2" fmla="*/ 206336 h 206488"/>
                    <a:gd name="connsiteX3" fmla="*/ 137732 w 274256"/>
                    <a:gd name="connsiteY3" fmla="*/ 206489 h 206488"/>
                    <a:gd name="connsiteX4" fmla="*/ 137127 w 274256"/>
                    <a:gd name="connsiteY4" fmla="*/ 206413 h 206488"/>
                    <a:gd name="connsiteX5" fmla="*/ 136524 w 274256"/>
                    <a:gd name="connsiteY5" fmla="*/ 206489 h 206488"/>
                    <a:gd name="connsiteX6" fmla="*/ 136524 w 274256"/>
                    <a:gd name="connsiteY6" fmla="*/ 206336 h 206488"/>
                    <a:gd name="connsiteX7" fmla="*/ 6041 w 274256"/>
                    <a:gd name="connsiteY7" fmla="*/ 90065 h 206488"/>
                    <a:gd name="connsiteX8" fmla="*/ 0 w 274256"/>
                    <a:gd name="connsiteY8" fmla="*/ 0 h 206488"/>
                    <a:gd name="connsiteX9" fmla="*/ 49536 w 274256"/>
                    <a:gd name="connsiteY9" fmla="*/ 115326 h 206488"/>
                    <a:gd name="connsiteX10" fmla="*/ 82156 w 274256"/>
                    <a:gd name="connsiteY10" fmla="*/ 85671 h 206488"/>
                    <a:gd name="connsiteX11" fmla="*/ 137127 w 274256"/>
                    <a:gd name="connsiteY11" fmla="*/ 91464 h 206488"/>
                    <a:gd name="connsiteX12" fmla="*/ 192100 w 274256"/>
                    <a:gd name="connsiteY12" fmla="*/ 85671 h 206488"/>
                    <a:gd name="connsiteX13" fmla="*/ 224721 w 274256"/>
                    <a:gd name="connsiteY13" fmla="*/ 115326 h 206488"/>
                    <a:gd name="connsiteX14" fmla="*/ 274256 w 274256"/>
                    <a:gd name="connsiteY14" fmla="*/ 0 h 206488"/>
                    <a:gd name="connsiteX15" fmla="*/ 207084 w 274256"/>
                    <a:gd name="connsiteY15" fmla="*/ 126489 h 206488"/>
                    <a:gd name="connsiteX16" fmla="*/ 192484 w 274256"/>
                    <a:gd name="connsiteY16" fmla="*/ 108771 h 206488"/>
                    <a:gd name="connsiteX17" fmla="*/ 137732 w 274256"/>
                    <a:gd name="connsiteY17" fmla="*/ 119994 h 206488"/>
                    <a:gd name="connsiteX18" fmla="*/ 137732 w 274256"/>
                    <a:gd name="connsiteY18" fmla="*/ 119868 h 206488"/>
                    <a:gd name="connsiteX19" fmla="*/ 83364 w 274256"/>
                    <a:gd name="connsiteY19" fmla="*/ 108736 h 206488"/>
                    <a:gd name="connsiteX20" fmla="*/ 68866 w 274256"/>
                    <a:gd name="connsiteY20" fmla="*/ 126310 h 206488"/>
                    <a:gd name="connsiteX21" fmla="*/ 80947 w 274256"/>
                    <a:gd name="connsiteY21" fmla="*/ 153768 h 206488"/>
                    <a:gd name="connsiteX22" fmla="*/ 102694 w 274256"/>
                    <a:gd name="connsiteY22" fmla="*/ 174636 h 206488"/>
                    <a:gd name="connsiteX23" fmla="*/ 117192 w 274256"/>
                    <a:gd name="connsiteY23" fmla="*/ 162555 h 206488"/>
                    <a:gd name="connsiteX24" fmla="*/ 124442 w 274256"/>
                    <a:gd name="connsiteY24" fmla="*/ 148276 h 206488"/>
                    <a:gd name="connsiteX25" fmla="*/ 137732 w 274256"/>
                    <a:gd name="connsiteY25" fmla="*/ 148276 h 206488"/>
                    <a:gd name="connsiteX26" fmla="*/ 137732 w 274256"/>
                    <a:gd name="connsiteY26" fmla="*/ 148638 h 206488"/>
                    <a:gd name="connsiteX27" fmla="*/ 151116 w 274256"/>
                    <a:gd name="connsiteY27" fmla="*/ 148638 h 206488"/>
                    <a:gd name="connsiteX28" fmla="*/ 158416 w 274256"/>
                    <a:gd name="connsiteY28" fmla="*/ 163034 h 206488"/>
                    <a:gd name="connsiteX29" fmla="*/ 173016 w 274256"/>
                    <a:gd name="connsiteY29" fmla="*/ 175216 h 206488"/>
                    <a:gd name="connsiteX30" fmla="*/ 194917 w 274256"/>
                    <a:gd name="connsiteY30" fmla="*/ 154175 h 206488"/>
                    <a:gd name="connsiteX31" fmla="*/ 207084 w 274256"/>
                    <a:gd name="connsiteY31" fmla="*/ 126489 h 2064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</a:cxnLst>
                  <a:rect l="l" t="t" r="r" b="b"/>
                  <a:pathLst>
                    <a:path w="274256" h="206488">
                      <a:moveTo>
                        <a:pt x="274256" y="0"/>
                      </a:moveTo>
                      <a:cubicBezTo>
                        <a:pt x="274256" y="0"/>
                        <a:pt x="268215" y="90065"/>
                        <a:pt x="268215" y="90065"/>
                      </a:cubicBezTo>
                      <a:cubicBezTo>
                        <a:pt x="268215" y="90065"/>
                        <a:pt x="241385" y="194027"/>
                        <a:pt x="137732" y="206336"/>
                      </a:cubicBezTo>
                      <a:cubicBezTo>
                        <a:pt x="137732" y="206336"/>
                        <a:pt x="137732" y="206489"/>
                        <a:pt x="137732" y="206489"/>
                      </a:cubicBezTo>
                      <a:cubicBezTo>
                        <a:pt x="137528" y="206466"/>
                        <a:pt x="137331" y="206436"/>
                        <a:pt x="137127" y="206413"/>
                      </a:cubicBezTo>
                      <a:cubicBezTo>
                        <a:pt x="136925" y="206436"/>
                        <a:pt x="136728" y="206466"/>
                        <a:pt x="136524" y="206489"/>
                      </a:cubicBezTo>
                      <a:cubicBezTo>
                        <a:pt x="136524" y="206489"/>
                        <a:pt x="136524" y="206336"/>
                        <a:pt x="136524" y="206336"/>
                      </a:cubicBezTo>
                      <a:cubicBezTo>
                        <a:pt x="32871" y="194027"/>
                        <a:pt x="6041" y="90065"/>
                        <a:pt x="6041" y="90065"/>
                      </a:cubicBezTo>
                      <a:cubicBezTo>
                        <a:pt x="6041" y="90065"/>
                        <a:pt x="0" y="0"/>
                        <a:pt x="0" y="0"/>
                      </a:cubicBezTo>
                      <a:cubicBezTo>
                        <a:pt x="26898" y="108539"/>
                        <a:pt x="49536" y="115326"/>
                        <a:pt x="49536" y="115326"/>
                      </a:cubicBezTo>
                      <a:cubicBezTo>
                        <a:pt x="44954" y="82413"/>
                        <a:pt x="82156" y="85671"/>
                        <a:pt x="82156" y="85671"/>
                      </a:cubicBezTo>
                      <a:cubicBezTo>
                        <a:pt x="104829" y="89152"/>
                        <a:pt x="122878" y="90836"/>
                        <a:pt x="137127" y="91464"/>
                      </a:cubicBezTo>
                      <a:cubicBezTo>
                        <a:pt x="151378" y="90836"/>
                        <a:pt x="169427" y="89152"/>
                        <a:pt x="192100" y="85671"/>
                      </a:cubicBezTo>
                      <a:cubicBezTo>
                        <a:pt x="192100" y="85671"/>
                        <a:pt x="229302" y="82413"/>
                        <a:pt x="224721" y="115326"/>
                      </a:cubicBezTo>
                      <a:cubicBezTo>
                        <a:pt x="224721" y="115326"/>
                        <a:pt x="247358" y="108539"/>
                        <a:pt x="274256" y="0"/>
                      </a:cubicBezTo>
                      <a:close/>
                      <a:moveTo>
                        <a:pt x="207084" y="126489"/>
                      </a:moveTo>
                      <a:cubicBezTo>
                        <a:pt x="205325" y="107130"/>
                        <a:pt x="192484" y="108771"/>
                        <a:pt x="192484" y="108771"/>
                      </a:cubicBezTo>
                      <a:cubicBezTo>
                        <a:pt x="169653" y="114878"/>
                        <a:pt x="151733" y="118271"/>
                        <a:pt x="137732" y="119994"/>
                      </a:cubicBezTo>
                      <a:cubicBezTo>
                        <a:pt x="137732" y="119994"/>
                        <a:pt x="137732" y="119868"/>
                        <a:pt x="137732" y="119868"/>
                      </a:cubicBezTo>
                      <a:cubicBezTo>
                        <a:pt x="123830" y="118158"/>
                        <a:pt x="106034" y="114793"/>
                        <a:pt x="83364" y="108736"/>
                      </a:cubicBezTo>
                      <a:cubicBezTo>
                        <a:pt x="83364" y="108736"/>
                        <a:pt x="70612" y="107108"/>
                        <a:pt x="68866" y="126310"/>
                      </a:cubicBezTo>
                      <a:cubicBezTo>
                        <a:pt x="68866" y="126310"/>
                        <a:pt x="63745" y="145547"/>
                        <a:pt x="80947" y="153768"/>
                      </a:cubicBezTo>
                      <a:cubicBezTo>
                        <a:pt x="80947" y="153768"/>
                        <a:pt x="102694" y="174636"/>
                        <a:pt x="102694" y="174636"/>
                      </a:cubicBezTo>
                      <a:cubicBezTo>
                        <a:pt x="102694" y="174636"/>
                        <a:pt x="117556" y="178919"/>
                        <a:pt x="117192" y="162555"/>
                      </a:cubicBezTo>
                      <a:cubicBezTo>
                        <a:pt x="117192" y="162555"/>
                        <a:pt x="115680" y="150351"/>
                        <a:pt x="124442" y="148276"/>
                      </a:cubicBezTo>
                      <a:cubicBezTo>
                        <a:pt x="124442" y="148276"/>
                        <a:pt x="137732" y="148276"/>
                        <a:pt x="137732" y="148276"/>
                      </a:cubicBezTo>
                      <a:cubicBezTo>
                        <a:pt x="137732" y="148276"/>
                        <a:pt x="137732" y="148638"/>
                        <a:pt x="137732" y="148638"/>
                      </a:cubicBezTo>
                      <a:cubicBezTo>
                        <a:pt x="137732" y="148638"/>
                        <a:pt x="151116" y="148638"/>
                        <a:pt x="151116" y="148638"/>
                      </a:cubicBezTo>
                      <a:cubicBezTo>
                        <a:pt x="159939" y="150729"/>
                        <a:pt x="158416" y="163034"/>
                        <a:pt x="158416" y="163034"/>
                      </a:cubicBezTo>
                      <a:cubicBezTo>
                        <a:pt x="158051" y="179534"/>
                        <a:pt x="173016" y="175216"/>
                        <a:pt x="173016" y="175216"/>
                      </a:cubicBezTo>
                      <a:cubicBezTo>
                        <a:pt x="173016" y="175216"/>
                        <a:pt x="194917" y="154175"/>
                        <a:pt x="194917" y="154175"/>
                      </a:cubicBezTo>
                      <a:cubicBezTo>
                        <a:pt x="212240" y="145887"/>
                        <a:pt x="207084" y="126489"/>
                        <a:pt x="207084" y="126489"/>
                      </a:cubicBezTo>
                      <a:close/>
                    </a:path>
                  </a:pathLst>
                </a:custGeom>
                <a:solidFill>
                  <a:srgbClr val="3B434F">
                    <a:alpha val="6000"/>
                  </a:srgbClr>
                </a:solidFill>
                <a:ln w="141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239" name="자유형: 도형 238">
                  <a:extLst>
                    <a:ext uri="{FF2B5EF4-FFF2-40B4-BE49-F238E27FC236}">
                      <a16:creationId xmlns:a16="http://schemas.microsoft.com/office/drawing/2014/main" id="{F05AA065-6B6E-4B5E-BF77-48B343E0E595}"/>
                    </a:ext>
                  </a:extLst>
                </p:cNvPr>
                <p:cNvSpPr/>
                <p:nvPr/>
              </p:nvSpPr>
              <p:spPr>
                <a:xfrm>
                  <a:off x="5149574" y="8272633"/>
                  <a:ext cx="33829" cy="4392"/>
                </a:xfrm>
                <a:custGeom>
                  <a:avLst/>
                  <a:gdLst>
                    <a:gd name="connsiteX0" fmla="*/ 2417 w 33829"/>
                    <a:gd name="connsiteY0" fmla="*/ 0 h 4392"/>
                    <a:gd name="connsiteX1" fmla="*/ 31413 w 33829"/>
                    <a:gd name="connsiteY1" fmla="*/ 0 h 4392"/>
                    <a:gd name="connsiteX2" fmla="*/ 33830 w 33829"/>
                    <a:gd name="connsiteY2" fmla="*/ 2196 h 4392"/>
                    <a:gd name="connsiteX3" fmla="*/ 31413 w 33829"/>
                    <a:gd name="connsiteY3" fmla="*/ 4393 h 4392"/>
                    <a:gd name="connsiteX4" fmla="*/ 2417 w 33829"/>
                    <a:gd name="connsiteY4" fmla="*/ 4393 h 4392"/>
                    <a:gd name="connsiteX5" fmla="*/ 0 w 33829"/>
                    <a:gd name="connsiteY5" fmla="*/ 2196 h 4392"/>
                    <a:gd name="connsiteX6" fmla="*/ 2417 w 33829"/>
                    <a:gd name="connsiteY6" fmla="*/ 0 h 43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3829" h="4392">
                      <a:moveTo>
                        <a:pt x="2417" y="0"/>
                      </a:moveTo>
                      <a:cubicBezTo>
                        <a:pt x="2417" y="0"/>
                        <a:pt x="31413" y="0"/>
                        <a:pt x="31413" y="0"/>
                      </a:cubicBezTo>
                      <a:cubicBezTo>
                        <a:pt x="32748" y="0"/>
                        <a:pt x="33830" y="983"/>
                        <a:pt x="33830" y="2196"/>
                      </a:cubicBezTo>
                      <a:cubicBezTo>
                        <a:pt x="33830" y="3410"/>
                        <a:pt x="32748" y="4393"/>
                        <a:pt x="31413" y="4393"/>
                      </a:cubicBezTo>
                      <a:cubicBezTo>
                        <a:pt x="31413" y="4393"/>
                        <a:pt x="2417" y="4393"/>
                        <a:pt x="2417" y="4393"/>
                      </a:cubicBezTo>
                      <a:cubicBezTo>
                        <a:pt x="1082" y="4393"/>
                        <a:pt x="0" y="3410"/>
                        <a:pt x="0" y="2196"/>
                      </a:cubicBezTo>
                      <a:cubicBezTo>
                        <a:pt x="0" y="983"/>
                        <a:pt x="1082" y="0"/>
                        <a:pt x="2417" y="0"/>
                      </a:cubicBezTo>
                      <a:close/>
                    </a:path>
                  </a:pathLst>
                </a:custGeom>
                <a:solidFill>
                  <a:srgbClr val="3B434F"/>
                </a:solidFill>
                <a:ln w="141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240" name="자유형: 도형 239">
                  <a:extLst>
                    <a:ext uri="{FF2B5EF4-FFF2-40B4-BE49-F238E27FC236}">
                      <a16:creationId xmlns:a16="http://schemas.microsoft.com/office/drawing/2014/main" id="{40E95C9A-1758-4D33-B207-0ED6119A078B}"/>
                    </a:ext>
                  </a:extLst>
                </p:cNvPr>
                <p:cNvSpPr/>
                <p:nvPr/>
              </p:nvSpPr>
              <p:spPr>
                <a:xfrm>
                  <a:off x="5126616" y="8241878"/>
                  <a:ext cx="82160" cy="14280"/>
                </a:xfrm>
                <a:custGeom>
                  <a:avLst/>
                  <a:gdLst>
                    <a:gd name="connsiteX0" fmla="*/ 0 w 82160"/>
                    <a:gd name="connsiteY0" fmla="*/ 4471 h 14280"/>
                    <a:gd name="connsiteX1" fmla="*/ 3365 w 82160"/>
                    <a:gd name="connsiteY1" fmla="*/ 190 h 14280"/>
                    <a:gd name="connsiteX2" fmla="*/ 40821 w 82160"/>
                    <a:gd name="connsiteY2" fmla="*/ 9077 h 14280"/>
                    <a:gd name="connsiteX3" fmla="*/ 78637 w 82160"/>
                    <a:gd name="connsiteY3" fmla="*/ 0 h 14280"/>
                    <a:gd name="connsiteX4" fmla="*/ 82161 w 82160"/>
                    <a:gd name="connsiteY4" fmla="*/ 4423 h 14280"/>
                    <a:gd name="connsiteX5" fmla="*/ 41034 w 82160"/>
                    <a:gd name="connsiteY5" fmla="*/ 14281 h 14280"/>
                    <a:gd name="connsiteX6" fmla="*/ 0 w 82160"/>
                    <a:gd name="connsiteY6" fmla="*/ 4471 h 142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2160" h="14280">
                      <a:moveTo>
                        <a:pt x="0" y="4471"/>
                      </a:moveTo>
                      <a:cubicBezTo>
                        <a:pt x="0" y="4471"/>
                        <a:pt x="3365" y="190"/>
                        <a:pt x="3365" y="190"/>
                      </a:cubicBezTo>
                      <a:cubicBezTo>
                        <a:pt x="14182" y="5815"/>
                        <a:pt x="27034" y="9077"/>
                        <a:pt x="40821" y="9077"/>
                      </a:cubicBezTo>
                      <a:cubicBezTo>
                        <a:pt x="54763" y="9077"/>
                        <a:pt x="67746" y="5741"/>
                        <a:pt x="78637" y="0"/>
                      </a:cubicBezTo>
                      <a:cubicBezTo>
                        <a:pt x="78637" y="0"/>
                        <a:pt x="82161" y="4423"/>
                        <a:pt x="82161" y="4423"/>
                      </a:cubicBezTo>
                      <a:cubicBezTo>
                        <a:pt x="70312" y="10659"/>
                        <a:pt x="56193" y="14281"/>
                        <a:pt x="41034" y="14281"/>
                      </a:cubicBezTo>
                      <a:cubicBezTo>
                        <a:pt x="25915" y="14281"/>
                        <a:pt x="11829" y="10678"/>
                        <a:pt x="0" y="4471"/>
                      </a:cubicBezTo>
                      <a:close/>
                    </a:path>
                  </a:pathLst>
                </a:custGeom>
                <a:solidFill>
                  <a:srgbClr val="3B434F"/>
                </a:solidFill>
                <a:ln w="141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241" name="자유형: 도형 240">
                  <a:extLst>
                    <a:ext uri="{FF2B5EF4-FFF2-40B4-BE49-F238E27FC236}">
                      <a16:creationId xmlns:a16="http://schemas.microsoft.com/office/drawing/2014/main" id="{EBB7F946-14AA-4F52-A1B0-E10F43D37F7F}"/>
                    </a:ext>
                  </a:extLst>
                </p:cNvPr>
                <p:cNvSpPr/>
                <p:nvPr/>
              </p:nvSpPr>
              <p:spPr>
                <a:xfrm>
                  <a:off x="4997556" y="8112267"/>
                  <a:ext cx="33824" cy="88978"/>
                </a:xfrm>
                <a:custGeom>
                  <a:avLst/>
                  <a:gdLst>
                    <a:gd name="connsiteX0" fmla="*/ 29908 w 33824"/>
                    <a:gd name="connsiteY0" fmla="*/ 2676 h 88978"/>
                    <a:gd name="connsiteX1" fmla="*/ 25656 w 33824"/>
                    <a:gd name="connsiteY1" fmla="*/ 820 h 88978"/>
                    <a:gd name="connsiteX2" fmla="*/ 20591 w 33824"/>
                    <a:gd name="connsiteY2" fmla="*/ 18 h 88978"/>
                    <a:gd name="connsiteX3" fmla="*/ 19081 w 33824"/>
                    <a:gd name="connsiteY3" fmla="*/ 8 h 88978"/>
                    <a:gd name="connsiteX4" fmla="*/ 17503 w 33824"/>
                    <a:gd name="connsiteY4" fmla="*/ 105 h 88978"/>
                    <a:gd name="connsiteX5" fmla="*/ 14208 w 33824"/>
                    <a:gd name="connsiteY5" fmla="*/ 686 h 88978"/>
                    <a:gd name="connsiteX6" fmla="*/ 2523 w 33824"/>
                    <a:gd name="connsiteY6" fmla="*/ 10535 h 88978"/>
                    <a:gd name="connsiteX7" fmla="*/ 62 w 33824"/>
                    <a:gd name="connsiteY7" fmla="*/ 21742 h 88978"/>
                    <a:gd name="connsiteX8" fmla="*/ 11 w 33824"/>
                    <a:gd name="connsiteY8" fmla="*/ 25371 h 88978"/>
                    <a:gd name="connsiteX9" fmla="*/ 222 w 33824"/>
                    <a:gd name="connsiteY9" fmla="*/ 29361 h 88978"/>
                    <a:gd name="connsiteX10" fmla="*/ 1494 w 33824"/>
                    <a:gd name="connsiteY10" fmla="*/ 38493 h 88978"/>
                    <a:gd name="connsiteX11" fmla="*/ 4847 w 33824"/>
                    <a:gd name="connsiteY11" fmla="*/ 59989 h 88978"/>
                    <a:gd name="connsiteX12" fmla="*/ 33824 w 33824"/>
                    <a:gd name="connsiteY12" fmla="*/ 88979 h 88978"/>
                    <a:gd name="connsiteX13" fmla="*/ 29908 w 33824"/>
                    <a:gd name="connsiteY13" fmla="*/ 2676 h 88978"/>
                    <a:gd name="connsiteX14" fmla="*/ 29908 w 33824"/>
                    <a:gd name="connsiteY14" fmla="*/ 2676 h 889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3824" h="88978">
                      <a:moveTo>
                        <a:pt x="29908" y="2676"/>
                      </a:moveTo>
                      <a:cubicBezTo>
                        <a:pt x="29891" y="2678"/>
                        <a:pt x="28426" y="1613"/>
                        <a:pt x="25656" y="820"/>
                      </a:cubicBezTo>
                      <a:cubicBezTo>
                        <a:pt x="24272" y="425"/>
                        <a:pt x="22551" y="99"/>
                        <a:pt x="20591" y="18"/>
                      </a:cubicBezTo>
                      <a:cubicBezTo>
                        <a:pt x="20101" y="-1"/>
                        <a:pt x="19597" y="-6"/>
                        <a:pt x="19081" y="8"/>
                      </a:cubicBezTo>
                      <a:cubicBezTo>
                        <a:pt x="18566" y="21"/>
                        <a:pt x="18038" y="52"/>
                        <a:pt x="17503" y="105"/>
                      </a:cubicBezTo>
                      <a:cubicBezTo>
                        <a:pt x="16429" y="209"/>
                        <a:pt x="15322" y="395"/>
                        <a:pt x="14208" y="686"/>
                      </a:cubicBezTo>
                      <a:cubicBezTo>
                        <a:pt x="9747" y="1853"/>
                        <a:pt x="5196" y="4687"/>
                        <a:pt x="2523" y="10535"/>
                      </a:cubicBezTo>
                      <a:cubicBezTo>
                        <a:pt x="1181" y="13460"/>
                        <a:pt x="296" y="17140"/>
                        <a:pt x="62" y="21742"/>
                      </a:cubicBezTo>
                      <a:cubicBezTo>
                        <a:pt x="3" y="22893"/>
                        <a:pt x="-14" y="24102"/>
                        <a:pt x="11" y="25371"/>
                      </a:cubicBezTo>
                      <a:cubicBezTo>
                        <a:pt x="37" y="26640"/>
                        <a:pt x="106" y="27968"/>
                        <a:pt x="222" y="29361"/>
                      </a:cubicBezTo>
                      <a:cubicBezTo>
                        <a:pt x="453" y="32146"/>
                        <a:pt x="871" y="35182"/>
                        <a:pt x="1494" y="38493"/>
                      </a:cubicBezTo>
                      <a:cubicBezTo>
                        <a:pt x="1480" y="38489"/>
                        <a:pt x="913" y="48494"/>
                        <a:pt x="4847" y="59989"/>
                      </a:cubicBezTo>
                      <a:cubicBezTo>
                        <a:pt x="8546" y="71228"/>
                        <a:pt x="17428" y="85034"/>
                        <a:pt x="33824" y="88979"/>
                      </a:cubicBezTo>
                      <a:cubicBezTo>
                        <a:pt x="31938" y="60432"/>
                        <a:pt x="31880" y="31349"/>
                        <a:pt x="29908" y="2676"/>
                      </a:cubicBezTo>
                      <a:cubicBezTo>
                        <a:pt x="29908" y="2676"/>
                        <a:pt x="29908" y="2676"/>
                        <a:pt x="29908" y="2676"/>
                      </a:cubicBezTo>
                      <a:close/>
                    </a:path>
                  </a:pathLst>
                </a:custGeom>
                <a:solidFill>
                  <a:srgbClr val="F7FBFB"/>
                </a:solidFill>
                <a:ln w="141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242" name="자유형: 도형 241">
                  <a:extLst>
                    <a:ext uri="{FF2B5EF4-FFF2-40B4-BE49-F238E27FC236}">
                      <a16:creationId xmlns:a16="http://schemas.microsoft.com/office/drawing/2014/main" id="{97B49C61-607D-45D9-9948-3008466550C8}"/>
                    </a:ext>
                  </a:extLst>
                </p:cNvPr>
                <p:cNvSpPr/>
                <p:nvPr/>
              </p:nvSpPr>
              <p:spPr>
                <a:xfrm>
                  <a:off x="4993931" y="8106710"/>
                  <a:ext cx="51718" cy="101120"/>
                </a:xfrm>
                <a:custGeom>
                  <a:avLst/>
                  <a:gdLst>
                    <a:gd name="connsiteX0" fmla="*/ 35404 w 51718"/>
                    <a:gd name="connsiteY0" fmla="*/ 9384 h 101120"/>
                    <a:gd name="connsiteX1" fmla="*/ 7843 w 51718"/>
                    <a:gd name="connsiteY1" fmla="*/ 28035 h 101120"/>
                    <a:gd name="connsiteX2" fmla="*/ 13942 w 51718"/>
                    <a:gd name="connsiteY2" fmla="*/ 70316 h 101120"/>
                    <a:gd name="connsiteX3" fmla="*/ 43676 w 51718"/>
                    <a:gd name="connsiteY3" fmla="*/ 93855 h 101120"/>
                    <a:gd name="connsiteX4" fmla="*/ 43676 w 51718"/>
                    <a:gd name="connsiteY4" fmla="*/ 93855 h 101120"/>
                    <a:gd name="connsiteX5" fmla="*/ 43901 w 51718"/>
                    <a:gd name="connsiteY5" fmla="*/ 101120 h 101120"/>
                    <a:gd name="connsiteX6" fmla="*/ 5074 w 51718"/>
                    <a:gd name="connsiteY6" fmla="*/ 63234 h 101120"/>
                    <a:gd name="connsiteX7" fmla="*/ 113 w 51718"/>
                    <a:gd name="connsiteY7" fmla="*/ 32263 h 101120"/>
                    <a:gd name="connsiteX8" fmla="*/ 33624 w 51718"/>
                    <a:gd name="connsiteY8" fmla="*/ 1697 h 101120"/>
                    <a:gd name="connsiteX9" fmla="*/ 33624 w 51718"/>
                    <a:gd name="connsiteY9" fmla="*/ 1697 h 101120"/>
                    <a:gd name="connsiteX10" fmla="*/ 35404 w 51718"/>
                    <a:gd name="connsiteY10" fmla="*/ 9384 h 1011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51718" h="101120">
                      <a:moveTo>
                        <a:pt x="35404" y="9384"/>
                      </a:moveTo>
                      <a:cubicBezTo>
                        <a:pt x="35404" y="9384"/>
                        <a:pt x="6836" y="1338"/>
                        <a:pt x="7843" y="28035"/>
                      </a:cubicBezTo>
                      <a:cubicBezTo>
                        <a:pt x="7843" y="28035"/>
                        <a:pt x="12095" y="66748"/>
                        <a:pt x="13942" y="70316"/>
                      </a:cubicBezTo>
                      <a:cubicBezTo>
                        <a:pt x="13942" y="70316"/>
                        <a:pt x="25161" y="92856"/>
                        <a:pt x="43676" y="93855"/>
                      </a:cubicBezTo>
                      <a:cubicBezTo>
                        <a:pt x="61772" y="94832"/>
                        <a:pt x="43676" y="93855"/>
                        <a:pt x="43676" y="93855"/>
                      </a:cubicBezTo>
                      <a:cubicBezTo>
                        <a:pt x="43676" y="93855"/>
                        <a:pt x="43901" y="101120"/>
                        <a:pt x="43901" y="101120"/>
                      </a:cubicBezTo>
                      <a:cubicBezTo>
                        <a:pt x="43901" y="101120"/>
                        <a:pt x="11359" y="97327"/>
                        <a:pt x="5074" y="63234"/>
                      </a:cubicBezTo>
                      <a:cubicBezTo>
                        <a:pt x="5074" y="63234"/>
                        <a:pt x="113" y="32263"/>
                        <a:pt x="113" y="32263"/>
                      </a:cubicBezTo>
                      <a:cubicBezTo>
                        <a:pt x="113" y="32263"/>
                        <a:pt x="-3740" y="-8725"/>
                        <a:pt x="33624" y="1697"/>
                      </a:cubicBezTo>
                      <a:cubicBezTo>
                        <a:pt x="70023" y="11850"/>
                        <a:pt x="33624" y="1697"/>
                        <a:pt x="33624" y="1697"/>
                      </a:cubicBezTo>
                      <a:cubicBezTo>
                        <a:pt x="33624" y="1697"/>
                        <a:pt x="35404" y="9384"/>
                        <a:pt x="35404" y="9384"/>
                      </a:cubicBezTo>
                    </a:path>
                  </a:pathLst>
                </a:custGeom>
                <a:solidFill>
                  <a:srgbClr val="3B434F"/>
                </a:solidFill>
                <a:ln w="141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243" name="자유형: 도형 242">
                  <a:extLst>
                    <a:ext uri="{FF2B5EF4-FFF2-40B4-BE49-F238E27FC236}">
                      <a16:creationId xmlns:a16="http://schemas.microsoft.com/office/drawing/2014/main" id="{5A0CE9B6-726B-4C52-8DFD-7246C11B2B2E}"/>
                    </a:ext>
                  </a:extLst>
                </p:cNvPr>
                <p:cNvSpPr/>
                <p:nvPr/>
              </p:nvSpPr>
              <p:spPr>
                <a:xfrm>
                  <a:off x="5011034" y="8134551"/>
                  <a:ext cx="21735" cy="36427"/>
                </a:xfrm>
                <a:custGeom>
                  <a:avLst/>
                  <a:gdLst>
                    <a:gd name="connsiteX0" fmla="*/ 8872 w 21735"/>
                    <a:gd name="connsiteY0" fmla="*/ 35329 h 36427"/>
                    <a:gd name="connsiteX1" fmla="*/ 5900 w 21735"/>
                    <a:gd name="connsiteY1" fmla="*/ 36427 h 36427"/>
                    <a:gd name="connsiteX2" fmla="*/ 2948 w 21735"/>
                    <a:gd name="connsiteY2" fmla="*/ 35329 h 36427"/>
                    <a:gd name="connsiteX3" fmla="*/ 0 w 21735"/>
                    <a:gd name="connsiteY3" fmla="*/ 8322 h 36427"/>
                    <a:gd name="connsiteX4" fmla="*/ 21327 w 21735"/>
                    <a:gd name="connsiteY4" fmla="*/ 2050 h 36427"/>
                    <a:gd name="connsiteX5" fmla="*/ 21736 w 21735"/>
                    <a:gd name="connsiteY5" fmla="*/ 9772 h 36427"/>
                    <a:gd name="connsiteX6" fmla="*/ 6905 w 21735"/>
                    <a:gd name="connsiteY6" fmla="*/ 10969 h 36427"/>
                    <a:gd name="connsiteX7" fmla="*/ 8872 w 21735"/>
                    <a:gd name="connsiteY7" fmla="*/ 35329 h 364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1735" h="36427">
                      <a:moveTo>
                        <a:pt x="8872" y="35329"/>
                      </a:moveTo>
                      <a:cubicBezTo>
                        <a:pt x="8872" y="35329"/>
                        <a:pt x="7273" y="36427"/>
                        <a:pt x="5900" y="36427"/>
                      </a:cubicBezTo>
                      <a:cubicBezTo>
                        <a:pt x="4526" y="36427"/>
                        <a:pt x="2948" y="35329"/>
                        <a:pt x="2948" y="35329"/>
                      </a:cubicBezTo>
                      <a:cubicBezTo>
                        <a:pt x="2948" y="35329"/>
                        <a:pt x="0" y="8322"/>
                        <a:pt x="0" y="8322"/>
                      </a:cubicBezTo>
                      <a:cubicBezTo>
                        <a:pt x="0" y="8322"/>
                        <a:pt x="4066" y="-4978"/>
                        <a:pt x="21327" y="2050"/>
                      </a:cubicBezTo>
                      <a:cubicBezTo>
                        <a:pt x="21327" y="2050"/>
                        <a:pt x="21736" y="9772"/>
                        <a:pt x="21736" y="9772"/>
                      </a:cubicBezTo>
                      <a:cubicBezTo>
                        <a:pt x="21736" y="9772"/>
                        <a:pt x="6592" y="4890"/>
                        <a:pt x="6905" y="10969"/>
                      </a:cubicBezTo>
                      <a:cubicBezTo>
                        <a:pt x="7207" y="16822"/>
                        <a:pt x="8872" y="35329"/>
                        <a:pt x="8872" y="35329"/>
                      </a:cubicBezTo>
                      <a:close/>
                    </a:path>
                  </a:pathLst>
                </a:custGeom>
                <a:solidFill>
                  <a:srgbClr val="3B434F"/>
                </a:solidFill>
                <a:ln w="141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244" name="자유형: 도형 243">
                  <a:extLst>
                    <a:ext uri="{FF2B5EF4-FFF2-40B4-BE49-F238E27FC236}">
                      <a16:creationId xmlns:a16="http://schemas.microsoft.com/office/drawing/2014/main" id="{C570E02F-F6AC-41C8-892F-DB3F3C30D219}"/>
                    </a:ext>
                  </a:extLst>
                </p:cNvPr>
                <p:cNvSpPr/>
                <p:nvPr/>
              </p:nvSpPr>
              <p:spPr>
                <a:xfrm>
                  <a:off x="5301042" y="8112332"/>
                  <a:ext cx="33973" cy="88919"/>
                </a:xfrm>
                <a:custGeom>
                  <a:avLst/>
                  <a:gdLst>
                    <a:gd name="connsiteX0" fmla="*/ 3933 w 33973"/>
                    <a:gd name="connsiteY0" fmla="*/ 2674 h 88919"/>
                    <a:gd name="connsiteX1" fmla="*/ 8205 w 33973"/>
                    <a:gd name="connsiteY1" fmla="*/ 820 h 88919"/>
                    <a:gd name="connsiteX2" fmla="*/ 13292 w 33973"/>
                    <a:gd name="connsiteY2" fmla="*/ 19 h 88919"/>
                    <a:gd name="connsiteX3" fmla="*/ 14808 w 33973"/>
                    <a:gd name="connsiteY3" fmla="*/ 7 h 88919"/>
                    <a:gd name="connsiteX4" fmla="*/ 16394 w 33973"/>
                    <a:gd name="connsiteY4" fmla="*/ 104 h 88919"/>
                    <a:gd name="connsiteX5" fmla="*/ 19703 w 33973"/>
                    <a:gd name="connsiteY5" fmla="*/ 686 h 88919"/>
                    <a:gd name="connsiteX6" fmla="*/ 31440 w 33973"/>
                    <a:gd name="connsiteY6" fmla="*/ 10528 h 88919"/>
                    <a:gd name="connsiteX7" fmla="*/ 33911 w 33973"/>
                    <a:gd name="connsiteY7" fmla="*/ 21728 h 88919"/>
                    <a:gd name="connsiteX8" fmla="*/ 33962 w 33973"/>
                    <a:gd name="connsiteY8" fmla="*/ 25353 h 88919"/>
                    <a:gd name="connsiteX9" fmla="*/ 33751 w 33973"/>
                    <a:gd name="connsiteY9" fmla="*/ 29341 h 88919"/>
                    <a:gd name="connsiteX10" fmla="*/ 32473 w 33973"/>
                    <a:gd name="connsiteY10" fmla="*/ 38467 h 88919"/>
                    <a:gd name="connsiteX11" fmla="*/ 29105 w 33973"/>
                    <a:gd name="connsiteY11" fmla="*/ 59949 h 88919"/>
                    <a:gd name="connsiteX12" fmla="*/ 0 w 33973"/>
                    <a:gd name="connsiteY12" fmla="*/ 88919 h 88919"/>
                    <a:gd name="connsiteX13" fmla="*/ 3933 w 33973"/>
                    <a:gd name="connsiteY13" fmla="*/ 2674 h 88919"/>
                    <a:gd name="connsiteX14" fmla="*/ 3933 w 33973"/>
                    <a:gd name="connsiteY14" fmla="*/ 2674 h 889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3973" h="88919">
                      <a:moveTo>
                        <a:pt x="3933" y="2674"/>
                      </a:moveTo>
                      <a:cubicBezTo>
                        <a:pt x="3950" y="2676"/>
                        <a:pt x="5424" y="1611"/>
                        <a:pt x="8205" y="820"/>
                      </a:cubicBezTo>
                      <a:cubicBezTo>
                        <a:pt x="9595" y="424"/>
                        <a:pt x="11322" y="99"/>
                        <a:pt x="13292" y="19"/>
                      </a:cubicBezTo>
                      <a:cubicBezTo>
                        <a:pt x="13785" y="-2"/>
                        <a:pt x="14290" y="-5"/>
                        <a:pt x="14808" y="7"/>
                      </a:cubicBezTo>
                      <a:cubicBezTo>
                        <a:pt x="15326" y="20"/>
                        <a:pt x="15856" y="52"/>
                        <a:pt x="16394" y="104"/>
                      </a:cubicBezTo>
                      <a:cubicBezTo>
                        <a:pt x="17471" y="208"/>
                        <a:pt x="18583" y="395"/>
                        <a:pt x="19703" y="686"/>
                      </a:cubicBezTo>
                      <a:cubicBezTo>
                        <a:pt x="24184" y="1851"/>
                        <a:pt x="28754" y="4684"/>
                        <a:pt x="31440" y="10528"/>
                      </a:cubicBezTo>
                      <a:cubicBezTo>
                        <a:pt x="32786" y="13451"/>
                        <a:pt x="33676" y="17127"/>
                        <a:pt x="33911" y="21728"/>
                      </a:cubicBezTo>
                      <a:cubicBezTo>
                        <a:pt x="33970" y="22877"/>
                        <a:pt x="33988" y="24086"/>
                        <a:pt x="33962" y="25353"/>
                      </a:cubicBezTo>
                      <a:cubicBezTo>
                        <a:pt x="33936" y="26621"/>
                        <a:pt x="33867" y="27949"/>
                        <a:pt x="33751" y="29341"/>
                      </a:cubicBezTo>
                      <a:cubicBezTo>
                        <a:pt x="33518" y="32124"/>
                        <a:pt x="33098" y="35159"/>
                        <a:pt x="32473" y="38467"/>
                      </a:cubicBezTo>
                      <a:cubicBezTo>
                        <a:pt x="32486" y="38463"/>
                        <a:pt x="33057" y="48461"/>
                        <a:pt x="29105" y="59949"/>
                      </a:cubicBezTo>
                      <a:cubicBezTo>
                        <a:pt x="25390" y="71180"/>
                        <a:pt x="16470" y="84977"/>
                        <a:pt x="0" y="88919"/>
                      </a:cubicBezTo>
                      <a:cubicBezTo>
                        <a:pt x="1894" y="60391"/>
                        <a:pt x="1954" y="31328"/>
                        <a:pt x="3933" y="2674"/>
                      </a:cubicBezTo>
                      <a:cubicBezTo>
                        <a:pt x="3933" y="2674"/>
                        <a:pt x="3933" y="2674"/>
                        <a:pt x="3933" y="2674"/>
                      </a:cubicBezTo>
                      <a:close/>
                    </a:path>
                  </a:pathLst>
                </a:custGeom>
                <a:solidFill>
                  <a:srgbClr val="F7FBFB"/>
                </a:solidFill>
                <a:ln w="141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245" name="자유형: 도형 244">
                  <a:extLst>
                    <a:ext uri="{FF2B5EF4-FFF2-40B4-BE49-F238E27FC236}">
                      <a16:creationId xmlns:a16="http://schemas.microsoft.com/office/drawing/2014/main" id="{408B4F53-71B0-42D6-8678-5F52A3F59D78}"/>
                    </a:ext>
                  </a:extLst>
                </p:cNvPr>
                <p:cNvSpPr/>
                <p:nvPr/>
              </p:nvSpPr>
              <p:spPr>
                <a:xfrm>
                  <a:off x="5286705" y="8106778"/>
                  <a:ext cx="51945" cy="101052"/>
                </a:xfrm>
                <a:custGeom>
                  <a:avLst/>
                  <a:gdLst>
                    <a:gd name="connsiteX0" fmla="*/ 16387 w 51945"/>
                    <a:gd name="connsiteY0" fmla="*/ 9378 h 101052"/>
                    <a:gd name="connsiteX1" fmla="*/ 44068 w 51945"/>
                    <a:gd name="connsiteY1" fmla="*/ 28017 h 101052"/>
                    <a:gd name="connsiteX2" fmla="*/ 37942 w 51945"/>
                    <a:gd name="connsiteY2" fmla="*/ 70269 h 101052"/>
                    <a:gd name="connsiteX3" fmla="*/ 8078 w 51945"/>
                    <a:gd name="connsiteY3" fmla="*/ 93792 h 101052"/>
                    <a:gd name="connsiteX4" fmla="*/ 8078 w 51945"/>
                    <a:gd name="connsiteY4" fmla="*/ 93792 h 101052"/>
                    <a:gd name="connsiteX5" fmla="*/ 7853 w 51945"/>
                    <a:gd name="connsiteY5" fmla="*/ 101052 h 101052"/>
                    <a:gd name="connsiteX6" fmla="*/ 46850 w 51945"/>
                    <a:gd name="connsiteY6" fmla="*/ 63192 h 101052"/>
                    <a:gd name="connsiteX7" fmla="*/ 51833 w 51945"/>
                    <a:gd name="connsiteY7" fmla="*/ 32242 h 101052"/>
                    <a:gd name="connsiteX8" fmla="*/ 18174 w 51945"/>
                    <a:gd name="connsiteY8" fmla="*/ 1696 h 101052"/>
                    <a:gd name="connsiteX9" fmla="*/ 18174 w 51945"/>
                    <a:gd name="connsiteY9" fmla="*/ 1696 h 101052"/>
                    <a:gd name="connsiteX10" fmla="*/ 16387 w 51945"/>
                    <a:gd name="connsiteY10" fmla="*/ 9378 h 101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51945" h="101052">
                      <a:moveTo>
                        <a:pt x="16387" y="9378"/>
                      </a:moveTo>
                      <a:cubicBezTo>
                        <a:pt x="16387" y="9378"/>
                        <a:pt x="45078" y="1337"/>
                        <a:pt x="44068" y="28017"/>
                      </a:cubicBezTo>
                      <a:cubicBezTo>
                        <a:pt x="44068" y="28017"/>
                        <a:pt x="39797" y="66703"/>
                        <a:pt x="37942" y="70269"/>
                      </a:cubicBezTo>
                      <a:cubicBezTo>
                        <a:pt x="37942" y="70269"/>
                        <a:pt x="26673" y="92794"/>
                        <a:pt x="8078" y="93792"/>
                      </a:cubicBezTo>
                      <a:cubicBezTo>
                        <a:pt x="-10097" y="94767"/>
                        <a:pt x="8078" y="93792"/>
                        <a:pt x="8078" y="93792"/>
                      </a:cubicBezTo>
                      <a:cubicBezTo>
                        <a:pt x="8078" y="93792"/>
                        <a:pt x="7853" y="101052"/>
                        <a:pt x="7853" y="101052"/>
                      </a:cubicBezTo>
                      <a:cubicBezTo>
                        <a:pt x="7853" y="101052"/>
                        <a:pt x="40537" y="97262"/>
                        <a:pt x="46850" y="63192"/>
                      </a:cubicBezTo>
                      <a:cubicBezTo>
                        <a:pt x="46850" y="63192"/>
                        <a:pt x="51833" y="32242"/>
                        <a:pt x="51833" y="32242"/>
                      </a:cubicBezTo>
                      <a:cubicBezTo>
                        <a:pt x="51833" y="32242"/>
                        <a:pt x="55701" y="-8718"/>
                        <a:pt x="18174" y="1696"/>
                      </a:cubicBezTo>
                      <a:cubicBezTo>
                        <a:pt x="-18386" y="11842"/>
                        <a:pt x="18174" y="1696"/>
                        <a:pt x="18174" y="1696"/>
                      </a:cubicBezTo>
                      <a:cubicBezTo>
                        <a:pt x="18174" y="1696"/>
                        <a:pt x="16387" y="9378"/>
                        <a:pt x="16387" y="9378"/>
                      </a:cubicBezTo>
                    </a:path>
                  </a:pathLst>
                </a:custGeom>
                <a:solidFill>
                  <a:srgbClr val="3B434F"/>
                </a:solidFill>
                <a:ln w="141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246" name="자유형: 도형 245">
                  <a:extLst>
                    <a:ext uri="{FF2B5EF4-FFF2-40B4-BE49-F238E27FC236}">
                      <a16:creationId xmlns:a16="http://schemas.microsoft.com/office/drawing/2014/main" id="{F4978870-87F1-4DF7-A5EF-0510015986C3}"/>
                    </a:ext>
                  </a:extLst>
                </p:cNvPr>
                <p:cNvSpPr/>
                <p:nvPr/>
              </p:nvSpPr>
              <p:spPr>
                <a:xfrm>
                  <a:off x="5299642" y="8134600"/>
                  <a:ext cx="21832" cy="36403"/>
                </a:xfrm>
                <a:custGeom>
                  <a:avLst/>
                  <a:gdLst>
                    <a:gd name="connsiteX0" fmla="*/ 12919 w 21832"/>
                    <a:gd name="connsiteY0" fmla="*/ 35305 h 36403"/>
                    <a:gd name="connsiteX1" fmla="*/ 15905 w 21832"/>
                    <a:gd name="connsiteY1" fmla="*/ 36403 h 36403"/>
                    <a:gd name="connsiteX2" fmla="*/ 18870 w 21832"/>
                    <a:gd name="connsiteY2" fmla="*/ 35305 h 36403"/>
                    <a:gd name="connsiteX3" fmla="*/ 21832 w 21832"/>
                    <a:gd name="connsiteY3" fmla="*/ 8316 h 36403"/>
                    <a:gd name="connsiteX4" fmla="*/ 411 w 21832"/>
                    <a:gd name="connsiteY4" fmla="*/ 2049 h 36403"/>
                    <a:gd name="connsiteX5" fmla="*/ 0 w 21832"/>
                    <a:gd name="connsiteY5" fmla="*/ 9766 h 36403"/>
                    <a:gd name="connsiteX6" fmla="*/ 14896 w 21832"/>
                    <a:gd name="connsiteY6" fmla="*/ 10962 h 36403"/>
                    <a:gd name="connsiteX7" fmla="*/ 12919 w 21832"/>
                    <a:gd name="connsiteY7" fmla="*/ 35305 h 3640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1832" h="36403">
                      <a:moveTo>
                        <a:pt x="12919" y="35305"/>
                      </a:moveTo>
                      <a:cubicBezTo>
                        <a:pt x="12919" y="35305"/>
                        <a:pt x="14525" y="36403"/>
                        <a:pt x="15905" y="36403"/>
                      </a:cubicBezTo>
                      <a:cubicBezTo>
                        <a:pt x="17284" y="36403"/>
                        <a:pt x="18870" y="35305"/>
                        <a:pt x="18870" y="35305"/>
                      </a:cubicBezTo>
                      <a:cubicBezTo>
                        <a:pt x="18870" y="35305"/>
                        <a:pt x="21832" y="8316"/>
                        <a:pt x="21832" y="8316"/>
                      </a:cubicBezTo>
                      <a:cubicBezTo>
                        <a:pt x="21832" y="8316"/>
                        <a:pt x="17746" y="-4975"/>
                        <a:pt x="411" y="2049"/>
                      </a:cubicBezTo>
                      <a:cubicBezTo>
                        <a:pt x="411" y="2049"/>
                        <a:pt x="0" y="9766"/>
                        <a:pt x="0" y="9766"/>
                      </a:cubicBezTo>
                      <a:cubicBezTo>
                        <a:pt x="0" y="9766"/>
                        <a:pt x="15210" y="4887"/>
                        <a:pt x="14896" y="10962"/>
                      </a:cubicBezTo>
                      <a:cubicBezTo>
                        <a:pt x="14593" y="16811"/>
                        <a:pt x="12919" y="35305"/>
                        <a:pt x="12919" y="35305"/>
                      </a:cubicBezTo>
                      <a:close/>
                    </a:path>
                  </a:pathLst>
                </a:custGeom>
                <a:solidFill>
                  <a:srgbClr val="3B434F"/>
                </a:solidFill>
                <a:ln w="141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247" name="자유형: 도형 246">
                  <a:extLst>
                    <a:ext uri="{FF2B5EF4-FFF2-40B4-BE49-F238E27FC236}">
                      <a16:creationId xmlns:a16="http://schemas.microsoft.com/office/drawing/2014/main" id="{67D6628F-DA1E-434A-8DDB-CCB307FBB324}"/>
                    </a:ext>
                  </a:extLst>
                </p:cNvPr>
                <p:cNvSpPr/>
                <p:nvPr/>
              </p:nvSpPr>
              <p:spPr>
                <a:xfrm>
                  <a:off x="5163182" y="8167741"/>
                  <a:ext cx="25357" cy="38991"/>
                </a:xfrm>
                <a:custGeom>
                  <a:avLst/>
                  <a:gdLst>
                    <a:gd name="connsiteX0" fmla="*/ 14483 w 25357"/>
                    <a:gd name="connsiteY0" fmla="*/ 0 h 38991"/>
                    <a:gd name="connsiteX1" fmla="*/ 16598 w 25357"/>
                    <a:gd name="connsiteY1" fmla="*/ 0 h 38991"/>
                    <a:gd name="connsiteX2" fmla="*/ 25054 w 25357"/>
                    <a:gd name="connsiteY2" fmla="*/ 20869 h 38991"/>
                    <a:gd name="connsiteX3" fmla="*/ 24450 w 25357"/>
                    <a:gd name="connsiteY3" fmla="*/ 28557 h 38991"/>
                    <a:gd name="connsiteX4" fmla="*/ 9046 w 25357"/>
                    <a:gd name="connsiteY4" fmla="*/ 36795 h 38991"/>
                    <a:gd name="connsiteX5" fmla="*/ 4214 w 25357"/>
                    <a:gd name="connsiteY5" fmla="*/ 38992 h 38991"/>
                    <a:gd name="connsiteX6" fmla="*/ 589 w 25357"/>
                    <a:gd name="connsiteY6" fmla="*/ 35971 h 38991"/>
                    <a:gd name="connsiteX7" fmla="*/ 2703 w 25357"/>
                    <a:gd name="connsiteY7" fmla="*/ 31852 h 38991"/>
                    <a:gd name="connsiteX8" fmla="*/ 15993 w 25357"/>
                    <a:gd name="connsiteY8" fmla="*/ 26360 h 38991"/>
                    <a:gd name="connsiteX9" fmla="*/ 15993 w 25357"/>
                    <a:gd name="connsiteY9" fmla="*/ 19222 h 38991"/>
                    <a:gd name="connsiteX10" fmla="*/ 12670 w 25357"/>
                    <a:gd name="connsiteY10" fmla="*/ 8787 h 38991"/>
                    <a:gd name="connsiteX11" fmla="*/ 10858 w 25357"/>
                    <a:gd name="connsiteY11" fmla="*/ 1373 h 38991"/>
                    <a:gd name="connsiteX12" fmla="*/ 14483 w 25357"/>
                    <a:gd name="connsiteY12" fmla="*/ 0 h 389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5357" h="38991">
                      <a:moveTo>
                        <a:pt x="14483" y="0"/>
                      </a:moveTo>
                      <a:cubicBezTo>
                        <a:pt x="15188" y="0"/>
                        <a:pt x="15893" y="0"/>
                        <a:pt x="16598" y="0"/>
                      </a:cubicBezTo>
                      <a:cubicBezTo>
                        <a:pt x="20968" y="5397"/>
                        <a:pt x="22747" y="13691"/>
                        <a:pt x="25054" y="20869"/>
                      </a:cubicBezTo>
                      <a:cubicBezTo>
                        <a:pt x="25769" y="23093"/>
                        <a:pt x="25076" y="26984"/>
                        <a:pt x="24450" y="28557"/>
                      </a:cubicBezTo>
                      <a:cubicBezTo>
                        <a:pt x="22161" y="34318"/>
                        <a:pt x="14968" y="34214"/>
                        <a:pt x="9046" y="36795"/>
                      </a:cubicBezTo>
                      <a:cubicBezTo>
                        <a:pt x="7456" y="37487"/>
                        <a:pt x="6274" y="38684"/>
                        <a:pt x="4214" y="38992"/>
                      </a:cubicBezTo>
                      <a:cubicBezTo>
                        <a:pt x="2871" y="37916"/>
                        <a:pt x="1250" y="37705"/>
                        <a:pt x="589" y="35971"/>
                      </a:cubicBezTo>
                      <a:cubicBezTo>
                        <a:pt x="-1042" y="33928"/>
                        <a:pt x="1060" y="32653"/>
                        <a:pt x="2703" y="31852"/>
                      </a:cubicBezTo>
                      <a:cubicBezTo>
                        <a:pt x="5686" y="30398"/>
                        <a:pt x="14890" y="28965"/>
                        <a:pt x="15993" y="26360"/>
                      </a:cubicBezTo>
                      <a:cubicBezTo>
                        <a:pt x="17357" y="24951"/>
                        <a:pt x="16450" y="20710"/>
                        <a:pt x="15993" y="19222"/>
                      </a:cubicBezTo>
                      <a:cubicBezTo>
                        <a:pt x="14822" y="15409"/>
                        <a:pt x="14262" y="12226"/>
                        <a:pt x="12670" y="8787"/>
                      </a:cubicBezTo>
                      <a:cubicBezTo>
                        <a:pt x="11614" y="6503"/>
                        <a:pt x="9759" y="4094"/>
                        <a:pt x="10858" y="1373"/>
                      </a:cubicBezTo>
                      <a:cubicBezTo>
                        <a:pt x="11770" y="1018"/>
                        <a:pt x="13738" y="614"/>
                        <a:pt x="14483" y="0"/>
                      </a:cubicBezTo>
                      <a:close/>
                    </a:path>
                  </a:pathLst>
                </a:custGeom>
                <a:solidFill>
                  <a:srgbClr val="3B434F"/>
                </a:solidFill>
                <a:ln w="141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248" name="자유형: 도형 247">
                  <a:extLst>
                    <a:ext uri="{FF2B5EF4-FFF2-40B4-BE49-F238E27FC236}">
                      <a16:creationId xmlns:a16="http://schemas.microsoft.com/office/drawing/2014/main" id="{6A7E531F-384A-49C1-9670-1507D3B5887B}"/>
                    </a:ext>
                  </a:extLst>
                </p:cNvPr>
                <p:cNvSpPr/>
                <p:nvPr/>
              </p:nvSpPr>
              <p:spPr>
                <a:xfrm>
                  <a:off x="5087957" y="8121062"/>
                  <a:ext cx="24163" cy="21965"/>
                </a:xfrm>
                <a:custGeom>
                  <a:avLst/>
                  <a:gdLst>
                    <a:gd name="connsiteX0" fmla="*/ 12083 w 24163"/>
                    <a:gd name="connsiteY0" fmla="*/ 0 h 21965"/>
                    <a:gd name="connsiteX1" fmla="*/ 24164 w 24163"/>
                    <a:gd name="connsiteY1" fmla="*/ 10983 h 21965"/>
                    <a:gd name="connsiteX2" fmla="*/ 12083 w 24163"/>
                    <a:gd name="connsiteY2" fmla="*/ 21966 h 21965"/>
                    <a:gd name="connsiteX3" fmla="*/ 0 w 24163"/>
                    <a:gd name="connsiteY3" fmla="*/ 10983 h 21965"/>
                    <a:gd name="connsiteX4" fmla="*/ 12083 w 24163"/>
                    <a:gd name="connsiteY4" fmla="*/ 0 h 219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4163" h="21965">
                      <a:moveTo>
                        <a:pt x="12083" y="0"/>
                      </a:moveTo>
                      <a:cubicBezTo>
                        <a:pt x="18755" y="0"/>
                        <a:pt x="24164" y="4917"/>
                        <a:pt x="24164" y="10983"/>
                      </a:cubicBezTo>
                      <a:cubicBezTo>
                        <a:pt x="24164" y="17049"/>
                        <a:pt x="18755" y="21966"/>
                        <a:pt x="12083" y="21966"/>
                      </a:cubicBezTo>
                      <a:cubicBezTo>
                        <a:pt x="5410" y="21966"/>
                        <a:pt x="0" y="17049"/>
                        <a:pt x="0" y="10983"/>
                      </a:cubicBezTo>
                      <a:cubicBezTo>
                        <a:pt x="0" y="4917"/>
                        <a:pt x="5410" y="0"/>
                        <a:pt x="12083" y="0"/>
                      </a:cubicBezTo>
                      <a:close/>
                    </a:path>
                  </a:pathLst>
                </a:custGeom>
                <a:solidFill>
                  <a:srgbClr val="3B434F"/>
                </a:solidFill>
                <a:ln w="141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249" name="자유형: 도형 248">
                  <a:extLst>
                    <a:ext uri="{FF2B5EF4-FFF2-40B4-BE49-F238E27FC236}">
                      <a16:creationId xmlns:a16="http://schemas.microsoft.com/office/drawing/2014/main" id="{3D8781CA-5B8F-4847-BFE9-F880C42C1158}"/>
                    </a:ext>
                  </a:extLst>
                </p:cNvPr>
                <p:cNvSpPr/>
                <p:nvPr/>
              </p:nvSpPr>
              <p:spPr>
                <a:xfrm>
                  <a:off x="5222065" y="8121062"/>
                  <a:ext cx="24163" cy="21965"/>
                </a:xfrm>
                <a:custGeom>
                  <a:avLst/>
                  <a:gdLst>
                    <a:gd name="connsiteX0" fmla="*/ 12083 w 24163"/>
                    <a:gd name="connsiteY0" fmla="*/ 0 h 21965"/>
                    <a:gd name="connsiteX1" fmla="*/ 24164 w 24163"/>
                    <a:gd name="connsiteY1" fmla="*/ 10983 h 21965"/>
                    <a:gd name="connsiteX2" fmla="*/ 12083 w 24163"/>
                    <a:gd name="connsiteY2" fmla="*/ 21966 h 21965"/>
                    <a:gd name="connsiteX3" fmla="*/ 0 w 24163"/>
                    <a:gd name="connsiteY3" fmla="*/ 10983 h 21965"/>
                    <a:gd name="connsiteX4" fmla="*/ 12083 w 24163"/>
                    <a:gd name="connsiteY4" fmla="*/ 0 h 219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4163" h="21965">
                      <a:moveTo>
                        <a:pt x="12083" y="0"/>
                      </a:moveTo>
                      <a:cubicBezTo>
                        <a:pt x="18754" y="0"/>
                        <a:pt x="24164" y="4917"/>
                        <a:pt x="24164" y="10983"/>
                      </a:cubicBezTo>
                      <a:cubicBezTo>
                        <a:pt x="24164" y="17049"/>
                        <a:pt x="18754" y="21966"/>
                        <a:pt x="12083" y="21966"/>
                      </a:cubicBezTo>
                      <a:cubicBezTo>
                        <a:pt x="5410" y="21966"/>
                        <a:pt x="0" y="17049"/>
                        <a:pt x="0" y="10983"/>
                      </a:cubicBezTo>
                      <a:cubicBezTo>
                        <a:pt x="0" y="4917"/>
                        <a:pt x="5410" y="0"/>
                        <a:pt x="12083" y="0"/>
                      </a:cubicBezTo>
                      <a:close/>
                    </a:path>
                  </a:pathLst>
                </a:custGeom>
                <a:solidFill>
                  <a:srgbClr val="3B434F"/>
                </a:solidFill>
                <a:ln w="141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250" name="자유형: 도형 249">
                  <a:extLst>
                    <a:ext uri="{FF2B5EF4-FFF2-40B4-BE49-F238E27FC236}">
                      <a16:creationId xmlns:a16="http://schemas.microsoft.com/office/drawing/2014/main" id="{EEC56CD5-7C9F-4C45-AA9D-D0AF3A7F9F22}"/>
                    </a:ext>
                  </a:extLst>
                </p:cNvPr>
                <p:cNvSpPr/>
                <p:nvPr/>
              </p:nvSpPr>
              <p:spPr>
                <a:xfrm>
                  <a:off x="5224481" y="8161700"/>
                  <a:ext cx="30203" cy="27458"/>
                </a:xfrm>
                <a:custGeom>
                  <a:avLst/>
                  <a:gdLst>
                    <a:gd name="connsiteX0" fmla="*/ 15103 w 30203"/>
                    <a:gd name="connsiteY0" fmla="*/ 0 h 27458"/>
                    <a:gd name="connsiteX1" fmla="*/ 30204 w 30203"/>
                    <a:gd name="connsiteY1" fmla="*/ 13730 h 27458"/>
                    <a:gd name="connsiteX2" fmla="*/ 15103 w 30203"/>
                    <a:gd name="connsiteY2" fmla="*/ 27458 h 27458"/>
                    <a:gd name="connsiteX3" fmla="*/ 0 w 30203"/>
                    <a:gd name="connsiteY3" fmla="*/ 13730 h 27458"/>
                    <a:gd name="connsiteX4" fmla="*/ 15103 w 30203"/>
                    <a:gd name="connsiteY4" fmla="*/ 0 h 2745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0203" h="27458">
                      <a:moveTo>
                        <a:pt x="15103" y="0"/>
                      </a:moveTo>
                      <a:cubicBezTo>
                        <a:pt x="23443" y="0"/>
                        <a:pt x="30204" y="6147"/>
                        <a:pt x="30204" y="13730"/>
                      </a:cubicBezTo>
                      <a:cubicBezTo>
                        <a:pt x="30204" y="21312"/>
                        <a:pt x="23443" y="27458"/>
                        <a:pt x="15103" y="27458"/>
                      </a:cubicBezTo>
                      <a:cubicBezTo>
                        <a:pt x="6762" y="27458"/>
                        <a:pt x="0" y="21312"/>
                        <a:pt x="0" y="13730"/>
                      </a:cubicBezTo>
                      <a:cubicBezTo>
                        <a:pt x="0" y="6147"/>
                        <a:pt x="6762" y="0"/>
                        <a:pt x="15103" y="0"/>
                      </a:cubicBezTo>
                      <a:close/>
                    </a:path>
                  </a:pathLst>
                </a:custGeom>
                <a:solidFill>
                  <a:srgbClr val="EDF1F1"/>
                </a:solidFill>
                <a:ln w="141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251" name="자유형: 도형 250">
                  <a:extLst>
                    <a:ext uri="{FF2B5EF4-FFF2-40B4-BE49-F238E27FC236}">
                      <a16:creationId xmlns:a16="http://schemas.microsoft.com/office/drawing/2014/main" id="{236FDE4A-9D5A-49DC-8874-EA7F0322D8E4}"/>
                    </a:ext>
                  </a:extLst>
                </p:cNvPr>
                <p:cNvSpPr/>
                <p:nvPr/>
              </p:nvSpPr>
              <p:spPr>
                <a:xfrm>
                  <a:off x="5078293" y="8161700"/>
                  <a:ext cx="30203" cy="27458"/>
                </a:xfrm>
                <a:custGeom>
                  <a:avLst/>
                  <a:gdLst>
                    <a:gd name="connsiteX0" fmla="*/ 15101 w 30203"/>
                    <a:gd name="connsiteY0" fmla="*/ 0 h 27458"/>
                    <a:gd name="connsiteX1" fmla="*/ 30204 w 30203"/>
                    <a:gd name="connsiteY1" fmla="*/ 13730 h 27458"/>
                    <a:gd name="connsiteX2" fmla="*/ 15101 w 30203"/>
                    <a:gd name="connsiteY2" fmla="*/ 27458 h 27458"/>
                    <a:gd name="connsiteX3" fmla="*/ 0 w 30203"/>
                    <a:gd name="connsiteY3" fmla="*/ 13730 h 27458"/>
                    <a:gd name="connsiteX4" fmla="*/ 15101 w 30203"/>
                    <a:gd name="connsiteY4" fmla="*/ 0 h 2745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0203" h="27458">
                      <a:moveTo>
                        <a:pt x="15101" y="0"/>
                      </a:moveTo>
                      <a:cubicBezTo>
                        <a:pt x="23442" y="0"/>
                        <a:pt x="30204" y="6147"/>
                        <a:pt x="30204" y="13730"/>
                      </a:cubicBezTo>
                      <a:cubicBezTo>
                        <a:pt x="30204" y="21312"/>
                        <a:pt x="23442" y="27458"/>
                        <a:pt x="15101" y="27458"/>
                      </a:cubicBezTo>
                      <a:cubicBezTo>
                        <a:pt x="6761" y="27458"/>
                        <a:pt x="0" y="21312"/>
                        <a:pt x="0" y="13730"/>
                      </a:cubicBezTo>
                      <a:cubicBezTo>
                        <a:pt x="0" y="6147"/>
                        <a:pt x="6761" y="0"/>
                        <a:pt x="15101" y="0"/>
                      </a:cubicBezTo>
                      <a:close/>
                    </a:path>
                  </a:pathLst>
                </a:custGeom>
                <a:solidFill>
                  <a:srgbClr val="EDF1F1"/>
                </a:solidFill>
                <a:ln w="141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252" name="자유형: 도형 251">
                  <a:extLst>
                    <a:ext uri="{FF2B5EF4-FFF2-40B4-BE49-F238E27FC236}">
                      <a16:creationId xmlns:a16="http://schemas.microsoft.com/office/drawing/2014/main" id="{719692BD-07C6-479B-A6AD-2A386273DE6E}"/>
                    </a:ext>
                  </a:extLst>
                </p:cNvPr>
                <p:cNvSpPr/>
                <p:nvPr/>
              </p:nvSpPr>
              <p:spPr>
                <a:xfrm>
                  <a:off x="5026340" y="8100193"/>
                  <a:ext cx="280297" cy="77982"/>
                </a:xfrm>
                <a:custGeom>
                  <a:avLst/>
                  <a:gdLst>
                    <a:gd name="connsiteX0" fmla="*/ 260966 w 280297"/>
                    <a:gd name="connsiteY0" fmla="*/ 10984 h 77982"/>
                    <a:gd name="connsiteX1" fmla="*/ 260966 w 280297"/>
                    <a:gd name="connsiteY1" fmla="*/ 51622 h 77982"/>
                    <a:gd name="connsiteX2" fmla="*/ 232947 w 280297"/>
                    <a:gd name="connsiteY2" fmla="*/ 77938 h 77982"/>
                    <a:gd name="connsiteX3" fmla="*/ 178811 w 280297"/>
                    <a:gd name="connsiteY3" fmla="*/ 77983 h 77982"/>
                    <a:gd name="connsiteX4" fmla="*/ 151022 w 280297"/>
                    <a:gd name="connsiteY4" fmla="*/ 52720 h 77982"/>
                    <a:gd name="connsiteX5" fmla="*/ 151022 w 280297"/>
                    <a:gd name="connsiteY5" fmla="*/ 25262 h 77982"/>
                    <a:gd name="connsiteX6" fmla="*/ 129275 w 280297"/>
                    <a:gd name="connsiteY6" fmla="*/ 25262 h 77982"/>
                    <a:gd name="connsiteX7" fmla="*/ 129275 w 280297"/>
                    <a:gd name="connsiteY7" fmla="*/ 52720 h 77982"/>
                    <a:gd name="connsiteX8" fmla="*/ 101487 w 280297"/>
                    <a:gd name="connsiteY8" fmla="*/ 77983 h 77982"/>
                    <a:gd name="connsiteX9" fmla="*/ 47351 w 280297"/>
                    <a:gd name="connsiteY9" fmla="*/ 77938 h 77982"/>
                    <a:gd name="connsiteX10" fmla="*/ 19332 w 280297"/>
                    <a:gd name="connsiteY10" fmla="*/ 51622 h 77982"/>
                    <a:gd name="connsiteX11" fmla="*/ 19332 w 280297"/>
                    <a:gd name="connsiteY11" fmla="*/ 10984 h 77982"/>
                    <a:gd name="connsiteX12" fmla="*/ 0 w 280297"/>
                    <a:gd name="connsiteY12" fmla="*/ 10984 h 77982"/>
                    <a:gd name="connsiteX13" fmla="*/ 0 w 280297"/>
                    <a:gd name="connsiteY13" fmla="*/ 0 h 77982"/>
                    <a:gd name="connsiteX14" fmla="*/ 112360 w 280297"/>
                    <a:gd name="connsiteY14" fmla="*/ 0 h 77982"/>
                    <a:gd name="connsiteX15" fmla="*/ 129275 w 280297"/>
                    <a:gd name="connsiteY15" fmla="*/ 13180 h 77982"/>
                    <a:gd name="connsiteX16" fmla="*/ 151022 w 280297"/>
                    <a:gd name="connsiteY16" fmla="*/ 13180 h 77982"/>
                    <a:gd name="connsiteX17" fmla="*/ 167937 w 280297"/>
                    <a:gd name="connsiteY17" fmla="*/ 0 h 77982"/>
                    <a:gd name="connsiteX18" fmla="*/ 280298 w 280297"/>
                    <a:gd name="connsiteY18" fmla="*/ 0 h 77982"/>
                    <a:gd name="connsiteX19" fmla="*/ 280298 w 280297"/>
                    <a:gd name="connsiteY19" fmla="*/ 10984 h 77982"/>
                    <a:gd name="connsiteX20" fmla="*/ 260966 w 280297"/>
                    <a:gd name="connsiteY20" fmla="*/ 10984 h 77982"/>
                    <a:gd name="connsiteX21" fmla="*/ 117194 w 280297"/>
                    <a:gd name="connsiteY21" fmla="*/ 16475 h 77982"/>
                    <a:gd name="connsiteX22" fmla="*/ 112360 w 280297"/>
                    <a:gd name="connsiteY22" fmla="*/ 12082 h 77982"/>
                    <a:gd name="connsiteX23" fmla="*/ 31413 w 280297"/>
                    <a:gd name="connsiteY23" fmla="*/ 12082 h 77982"/>
                    <a:gd name="connsiteX24" fmla="*/ 31413 w 280297"/>
                    <a:gd name="connsiteY24" fmla="*/ 50525 h 77982"/>
                    <a:gd name="connsiteX25" fmla="*/ 49536 w 280297"/>
                    <a:gd name="connsiteY25" fmla="*/ 67000 h 77982"/>
                    <a:gd name="connsiteX26" fmla="*/ 99071 w 280297"/>
                    <a:gd name="connsiteY26" fmla="*/ 67000 h 77982"/>
                    <a:gd name="connsiteX27" fmla="*/ 117194 w 280297"/>
                    <a:gd name="connsiteY27" fmla="*/ 50525 h 77982"/>
                    <a:gd name="connsiteX28" fmla="*/ 117194 w 280297"/>
                    <a:gd name="connsiteY28" fmla="*/ 16475 h 77982"/>
                    <a:gd name="connsiteX29" fmla="*/ 248885 w 280297"/>
                    <a:gd name="connsiteY29" fmla="*/ 12082 h 77982"/>
                    <a:gd name="connsiteX30" fmla="*/ 167937 w 280297"/>
                    <a:gd name="connsiteY30" fmla="*/ 12082 h 77982"/>
                    <a:gd name="connsiteX31" fmla="*/ 163104 w 280297"/>
                    <a:gd name="connsiteY31" fmla="*/ 16475 h 77982"/>
                    <a:gd name="connsiteX32" fmla="*/ 163104 w 280297"/>
                    <a:gd name="connsiteY32" fmla="*/ 50525 h 77982"/>
                    <a:gd name="connsiteX33" fmla="*/ 181226 w 280297"/>
                    <a:gd name="connsiteY33" fmla="*/ 67000 h 77982"/>
                    <a:gd name="connsiteX34" fmla="*/ 230762 w 280297"/>
                    <a:gd name="connsiteY34" fmla="*/ 67000 h 77982"/>
                    <a:gd name="connsiteX35" fmla="*/ 248885 w 280297"/>
                    <a:gd name="connsiteY35" fmla="*/ 50525 h 77982"/>
                    <a:gd name="connsiteX36" fmla="*/ 248885 w 280297"/>
                    <a:gd name="connsiteY36" fmla="*/ 12082 h 77982"/>
                    <a:gd name="connsiteX37" fmla="*/ 231970 w 280297"/>
                    <a:gd name="connsiteY37" fmla="*/ 77983 h 77982"/>
                    <a:gd name="connsiteX38" fmla="*/ 232947 w 280297"/>
                    <a:gd name="connsiteY38" fmla="*/ 77938 h 77982"/>
                    <a:gd name="connsiteX39" fmla="*/ 231970 w 280297"/>
                    <a:gd name="connsiteY39" fmla="*/ 77983 h 77982"/>
                    <a:gd name="connsiteX40" fmla="*/ 47351 w 280297"/>
                    <a:gd name="connsiteY40" fmla="*/ 77938 h 77982"/>
                    <a:gd name="connsiteX41" fmla="*/ 48328 w 280297"/>
                    <a:gd name="connsiteY41" fmla="*/ 77983 h 77982"/>
                    <a:gd name="connsiteX42" fmla="*/ 47351 w 280297"/>
                    <a:gd name="connsiteY42" fmla="*/ 77938 h 779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</a:cxnLst>
                  <a:rect l="l" t="t" r="r" b="b"/>
                  <a:pathLst>
                    <a:path w="280297" h="77982">
                      <a:moveTo>
                        <a:pt x="260966" y="10984"/>
                      </a:moveTo>
                      <a:cubicBezTo>
                        <a:pt x="260966" y="10984"/>
                        <a:pt x="260966" y="51622"/>
                        <a:pt x="260966" y="51622"/>
                      </a:cubicBezTo>
                      <a:cubicBezTo>
                        <a:pt x="260966" y="61554"/>
                        <a:pt x="250310" y="77050"/>
                        <a:pt x="232947" y="77938"/>
                      </a:cubicBezTo>
                      <a:cubicBezTo>
                        <a:pt x="230395" y="77827"/>
                        <a:pt x="178811" y="77983"/>
                        <a:pt x="178811" y="77983"/>
                      </a:cubicBezTo>
                      <a:cubicBezTo>
                        <a:pt x="155621" y="77983"/>
                        <a:pt x="151022" y="52720"/>
                        <a:pt x="151022" y="52720"/>
                      </a:cubicBezTo>
                      <a:cubicBezTo>
                        <a:pt x="151022" y="52720"/>
                        <a:pt x="151022" y="25262"/>
                        <a:pt x="151022" y="25262"/>
                      </a:cubicBezTo>
                      <a:cubicBezTo>
                        <a:pt x="151022" y="25262"/>
                        <a:pt x="129275" y="25262"/>
                        <a:pt x="129275" y="25262"/>
                      </a:cubicBezTo>
                      <a:cubicBezTo>
                        <a:pt x="129275" y="25262"/>
                        <a:pt x="129275" y="52720"/>
                        <a:pt x="129275" y="52720"/>
                      </a:cubicBezTo>
                      <a:cubicBezTo>
                        <a:pt x="129275" y="52720"/>
                        <a:pt x="124677" y="77983"/>
                        <a:pt x="101487" y="77983"/>
                      </a:cubicBezTo>
                      <a:cubicBezTo>
                        <a:pt x="101487" y="77983"/>
                        <a:pt x="49902" y="77827"/>
                        <a:pt x="47351" y="77938"/>
                      </a:cubicBezTo>
                      <a:cubicBezTo>
                        <a:pt x="29987" y="77050"/>
                        <a:pt x="19332" y="61554"/>
                        <a:pt x="19332" y="51622"/>
                      </a:cubicBezTo>
                      <a:cubicBezTo>
                        <a:pt x="19332" y="51622"/>
                        <a:pt x="19332" y="10984"/>
                        <a:pt x="19332" y="10984"/>
                      </a:cubicBezTo>
                      <a:cubicBezTo>
                        <a:pt x="19332" y="10984"/>
                        <a:pt x="0" y="10984"/>
                        <a:pt x="0" y="10984"/>
                      </a:cubicBezTo>
                      <a:cubicBezTo>
                        <a:pt x="0" y="10984"/>
                        <a:pt x="0" y="0"/>
                        <a:pt x="0" y="0"/>
                      </a:cubicBezTo>
                      <a:cubicBezTo>
                        <a:pt x="0" y="0"/>
                        <a:pt x="112360" y="0"/>
                        <a:pt x="112360" y="0"/>
                      </a:cubicBezTo>
                      <a:cubicBezTo>
                        <a:pt x="112360" y="0"/>
                        <a:pt x="129275" y="2484"/>
                        <a:pt x="129275" y="13180"/>
                      </a:cubicBezTo>
                      <a:cubicBezTo>
                        <a:pt x="129275" y="13180"/>
                        <a:pt x="151022" y="13180"/>
                        <a:pt x="151022" y="13180"/>
                      </a:cubicBezTo>
                      <a:cubicBezTo>
                        <a:pt x="151022" y="2484"/>
                        <a:pt x="167937" y="0"/>
                        <a:pt x="167937" y="0"/>
                      </a:cubicBezTo>
                      <a:cubicBezTo>
                        <a:pt x="167937" y="0"/>
                        <a:pt x="280298" y="0"/>
                        <a:pt x="280298" y="0"/>
                      </a:cubicBezTo>
                      <a:cubicBezTo>
                        <a:pt x="280298" y="0"/>
                        <a:pt x="280298" y="10984"/>
                        <a:pt x="280298" y="10984"/>
                      </a:cubicBezTo>
                      <a:cubicBezTo>
                        <a:pt x="280298" y="10984"/>
                        <a:pt x="260966" y="10984"/>
                        <a:pt x="260966" y="10984"/>
                      </a:cubicBezTo>
                      <a:close/>
                      <a:moveTo>
                        <a:pt x="117194" y="16475"/>
                      </a:moveTo>
                      <a:cubicBezTo>
                        <a:pt x="117194" y="12561"/>
                        <a:pt x="112360" y="12082"/>
                        <a:pt x="112360" y="12082"/>
                      </a:cubicBezTo>
                      <a:cubicBezTo>
                        <a:pt x="112360" y="12082"/>
                        <a:pt x="31413" y="12082"/>
                        <a:pt x="31413" y="12082"/>
                      </a:cubicBezTo>
                      <a:cubicBezTo>
                        <a:pt x="31413" y="12082"/>
                        <a:pt x="31413" y="50525"/>
                        <a:pt x="31413" y="50525"/>
                      </a:cubicBezTo>
                      <a:cubicBezTo>
                        <a:pt x="31413" y="62503"/>
                        <a:pt x="49536" y="67000"/>
                        <a:pt x="49536" y="67000"/>
                      </a:cubicBezTo>
                      <a:cubicBezTo>
                        <a:pt x="49536" y="67000"/>
                        <a:pt x="99071" y="67000"/>
                        <a:pt x="99071" y="67000"/>
                      </a:cubicBezTo>
                      <a:cubicBezTo>
                        <a:pt x="116114" y="67000"/>
                        <a:pt x="117194" y="50525"/>
                        <a:pt x="117194" y="50525"/>
                      </a:cubicBezTo>
                      <a:cubicBezTo>
                        <a:pt x="117194" y="50525"/>
                        <a:pt x="117194" y="20391"/>
                        <a:pt x="117194" y="16475"/>
                      </a:cubicBezTo>
                      <a:close/>
                      <a:moveTo>
                        <a:pt x="248885" y="12082"/>
                      </a:moveTo>
                      <a:cubicBezTo>
                        <a:pt x="248885" y="12082"/>
                        <a:pt x="167937" y="12082"/>
                        <a:pt x="167937" y="12082"/>
                      </a:cubicBezTo>
                      <a:cubicBezTo>
                        <a:pt x="167937" y="12082"/>
                        <a:pt x="163104" y="12561"/>
                        <a:pt x="163104" y="16475"/>
                      </a:cubicBezTo>
                      <a:cubicBezTo>
                        <a:pt x="163104" y="20391"/>
                        <a:pt x="163104" y="50525"/>
                        <a:pt x="163104" y="50525"/>
                      </a:cubicBezTo>
                      <a:cubicBezTo>
                        <a:pt x="163104" y="50525"/>
                        <a:pt x="164184" y="67000"/>
                        <a:pt x="181226" y="67000"/>
                      </a:cubicBezTo>
                      <a:cubicBezTo>
                        <a:pt x="181226" y="67000"/>
                        <a:pt x="230762" y="67000"/>
                        <a:pt x="230762" y="67000"/>
                      </a:cubicBezTo>
                      <a:cubicBezTo>
                        <a:pt x="230762" y="67000"/>
                        <a:pt x="248885" y="62503"/>
                        <a:pt x="248885" y="50525"/>
                      </a:cubicBezTo>
                      <a:cubicBezTo>
                        <a:pt x="248885" y="50525"/>
                        <a:pt x="248885" y="12082"/>
                        <a:pt x="248885" y="12082"/>
                      </a:cubicBezTo>
                      <a:close/>
                      <a:moveTo>
                        <a:pt x="231970" y="77983"/>
                      </a:moveTo>
                      <a:cubicBezTo>
                        <a:pt x="232299" y="77976"/>
                        <a:pt x="232621" y="77954"/>
                        <a:pt x="232947" y="77938"/>
                      </a:cubicBezTo>
                      <a:cubicBezTo>
                        <a:pt x="233220" y="77949"/>
                        <a:pt x="232945" y="77965"/>
                        <a:pt x="231970" y="77983"/>
                      </a:cubicBezTo>
                      <a:close/>
                      <a:moveTo>
                        <a:pt x="47351" y="77938"/>
                      </a:moveTo>
                      <a:cubicBezTo>
                        <a:pt x="47677" y="77954"/>
                        <a:pt x="47998" y="77976"/>
                        <a:pt x="48328" y="77983"/>
                      </a:cubicBezTo>
                      <a:cubicBezTo>
                        <a:pt x="47352" y="77965"/>
                        <a:pt x="47078" y="77949"/>
                        <a:pt x="47351" y="77938"/>
                      </a:cubicBezTo>
                      <a:close/>
                    </a:path>
                  </a:pathLst>
                </a:custGeom>
                <a:solidFill>
                  <a:srgbClr val="3B434F"/>
                </a:solidFill>
                <a:ln w="141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253" name="자유형: 도형 252">
                  <a:extLst>
                    <a:ext uri="{FF2B5EF4-FFF2-40B4-BE49-F238E27FC236}">
                      <a16:creationId xmlns:a16="http://schemas.microsoft.com/office/drawing/2014/main" id="{681AA5DD-4BB5-4CE8-967A-0FF9D92C4881}"/>
                    </a:ext>
                  </a:extLst>
                </p:cNvPr>
                <p:cNvSpPr/>
                <p:nvPr/>
              </p:nvSpPr>
              <p:spPr>
                <a:xfrm>
                  <a:off x="5027269" y="7923360"/>
                  <a:ext cx="277627" cy="186717"/>
                </a:xfrm>
                <a:custGeom>
                  <a:avLst/>
                  <a:gdLst>
                    <a:gd name="connsiteX0" fmla="*/ 4364 w 277627"/>
                    <a:gd name="connsiteY0" fmla="*/ 186718 h 186717"/>
                    <a:gd name="connsiteX1" fmla="*/ 53932 w 277627"/>
                    <a:gd name="connsiteY1" fmla="*/ 91162 h 186717"/>
                    <a:gd name="connsiteX2" fmla="*/ 220769 w 277627"/>
                    <a:gd name="connsiteY2" fmla="*/ 91162 h 186717"/>
                    <a:gd name="connsiteX3" fmla="*/ 272755 w 277627"/>
                    <a:gd name="connsiteY3" fmla="*/ 186718 h 186717"/>
                    <a:gd name="connsiteX4" fmla="*/ 275176 w 277627"/>
                    <a:gd name="connsiteY4" fmla="*/ 186718 h 186717"/>
                    <a:gd name="connsiteX5" fmla="*/ 254620 w 277627"/>
                    <a:gd name="connsiteY5" fmla="*/ 63704 h 186717"/>
                    <a:gd name="connsiteX6" fmla="*/ 202635 w 277627"/>
                    <a:gd name="connsiteY6" fmla="*/ 17573 h 186717"/>
                    <a:gd name="connsiteX7" fmla="*/ 186918 w 277627"/>
                    <a:gd name="connsiteY7" fmla="*/ 26361 h 186717"/>
                    <a:gd name="connsiteX8" fmla="*/ 148232 w 277627"/>
                    <a:gd name="connsiteY8" fmla="*/ 0 h 186717"/>
                    <a:gd name="connsiteX9" fmla="*/ 116797 w 277627"/>
                    <a:gd name="connsiteY9" fmla="*/ 23066 h 186717"/>
                    <a:gd name="connsiteX10" fmla="*/ 99873 w 277627"/>
                    <a:gd name="connsiteY10" fmla="*/ 13180 h 186717"/>
                    <a:gd name="connsiteX11" fmla="*/ 62394 w 277627"/>
                    <a:gd name="connsiteY11" fmla="*/ 40639 h 186717"/>
                    <a:gd name="connsiteX12" fmla="*/ 37005 w 277627"/>
                    <a:gd name="connsiteY12" fmla="*/ 43934 h 186717"/>
                    <a:gd name="connsiteX13" fmla="*/ 23707 w 277627"/>
                    <a:gd name="connsiteY13" fmla="*/ 65901 h 186717"/>
                    <a:gd name="connsiteX14" fmla="*/ 1941 w 277627"/>
                    <a:gd name="connsiteY14" fmla="*/ 184522 h 186717"/>
                    <a:gd name="connsiteX15" fmla="*/ 4364 w 277627"/>
                    <a:gd name="connsiteY15" fmla="*/ 186718 h 1867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277627" h="186717">
                      <a:moveTo>
                        <a:pt x="4364" y="186718"/>
                      </a:moveTo>
                      <a:cubicBezTo>
                        <a:pt x="4364" y="186718"/>
                        <a:pt x="9024" y="120565"/>
                        <a:pt x="53932" y="91162"/>
                      </a:cubicBezTo>
                      <a:cubicBezTo>
                        <a:pt x="53932" y="91162"/>
                        <a:pt x="118771" y="131261"/>
                        <a:pt x="220769" y="91162"/>
                      </a:cubicBezTo>
                      <a:cubicBezTo>
                        <a:pt x="220769" y="91162"/>
                        <a:pt x="265884" y="109843"/>
                        <a:pt x="272755" y="186718"/>
                      </a:cubicBezTo>
                      <a:cubicBezTo>
                        <a:pt x="272755" y="186718"/>
                        <a:pt x="275176" y="186718"/>
                        <a:pt x="275176" y="186718"/>
                      </a:cubicBezTo>
                      <a:cubicBezTo>
                        <a:pt x="275176" y="186718"/>
                        <a:pt x="288094" y="98662"/>
                        <a:pt x="254620" y="63704"/>
                      </a:cubicBezTo>
                      <a:cubicBezTo>
                        <a:pt x="254620" y="63704"/>
                        <a:pt x="246376" y="36932"/>
                        <a:pt x="202635" y="17573"/>
                      </a:cubicBezTo>
                      <a:cubicBezTo>
                        <a:pt x="202635" y="17573"/>
                        <a:pt x="186918" y="26361"/>
                        <a:pt x="186918" y="26361"/>
                      </a:cubicBezTo>
                      <a:cubicBezTo>
                        <a:pt x="186918" y="26361"/>
                        <a:pt x="176359" y="14613"/>
                        <a:pt x="148232" y="0"/>
                      </a:cubicBezTo>
                      <a:cubicBezTo>
                        <a:pt x="148232" y="0"/>
                        <a:pt x="127429" y="8426"/>
                        <a:pt x="116797" y="23066"/>
                      </a:cubicBezTo>
                      <a:cubicBezTo>
                        <a:pt x="116797" y="23066"/>
                        <a:pt x="99873" y="13180"/>
                        <a:pt x="99873" y="13180"/>
                      </a:cubicBezTo>
                      <a:cubicBezTo>
                        <a:pt x="99873" y="13180"/>
                        <a:pt x="76221" y="23022"/>
                        <a:pt x="62394" y="40639"/>
                      </a:cubicBezTo>
                      <a:cubicBezTo>
                        <a:pt x="62394" y="40639"/>
                        <a:pt x="37005" y="43934"/>
                        <a:pt x="37005" y="43934"/>
                      </a:cubicBezTo>
                      <a:cubicBezTo>
                        <a:pt x="37005" y="43934"/>
                        <a:pt x="23707" y="65901"/>
                        <a:pt x="23707" y="65901"/>
                      </a:cubicBezTo>
                      <a:cubicBezTo>
                        <a:pt x="23707" y="65901"/>
                        <a:pt x="-8038" y="89150"/>
                        <a:pt x="1941" y="184522"/>
                      </a:cubicBezTo>
                      <a:cubicBezTo>
                        <a:pt x="1941" y="184522"/>
                        <a:pt x="4364" y="186718"/>
                        <a:pt x="4364" y="186718"/>
                      </a:cubicBezTo>
                      <a:close/>
                    </a:path>
                  </a:pathLst>
                </a:custGeom>
                <a:solidFill>
                  <a:schemeClr val="bg2">
                    <a:lumMod val="25000"/>
                  </a:schemeClr>
                </a:solidFill>
                <a:ln w="141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254" name="자유형: 도형 253">
                  <a:extLst>
                    <a:ext uri="{FF2B5EF4-FFF2-40B4-BE49-F238E27FC236}">
                      <a16:creationId xmlns:a16="http://schemas.microsoft.com/office/drawing/2014/main" id="{EF572371-DB67-4826-9338-7F86C7A52BC6}"/>
                    </a:ext>
                  </a:extLst>
                </p:cNvPr>
                <p:cNvSpPr/>
                <p:nvPr/>
              </p:nvSpPr>
              <p:spPr>
                <a:xfrm>
                  <a:off x="5023645" y="7918967"/>
                  <a:ext cx="286085" cy="191660"/>
                </a:xfrm>
                <a:custGeom>
                  <a:avLst/>
                  <a:gdLst>
                    <a:gd name="connsiteX0" fmla="*/ 283635 w 286085"/>
                    <a:gd name="connsiteY0" fmla="*/ 191111 h 191660"/>
                    <a:gd name="connsiteX1" fmla="*/ 272151 w 286085"/>
                    <a:gd name="connsiteY1" fmla="*/ 190563 h 191660"/>
                    <a:gd name="connsiteX2" fmla="*/ 224393 w 286085"/>
                    <a:gd name="connsiteY2" fmla="*/ 99950 h 191660"/>
                    <a:gd name="connsiteX3" fmla="*/ 57556 w 286085"/>
                    <a:gd name="connsiteY3" fmla="*/ 99400 h 191660"/>
                    <a:gd name="connsiteX4" fmla="*/ 12217 w 286085"/>
                    <a:gd name="connsiteY4" fmla="*/ 191661 h 191660"/>
                    <a:gd name="connsiteX5" fmla="*/ 1941 w 286085"/>
                    <a:gd name="connsiteY5" fmla="*/ 188915 h 191660"/>
                    <a:gd name="connsiteX6" fmla="*/ 23707 w 286085"/>
                    <a:gd name="connsiteY6" fmla="*/ 68647 h 191660"/>
                    <a:gd name="connsiteX7" fmla="*/ 38213 w 286085"/>
                    <a:gd name="connsiteY7" fmla="*/ 44482 h 191660"/>
                    <a:gd name="connsiteX8" fmla="*/ 64811 w 286085"/>
                    <a:gd name="connsiteY8" fmla="*/ 41187 h 191660"/>
                    <a:gd name="connsiteX9" fmla="*/ 104100 w 286085"/>
                    <a:gd name="connsiteY9" fmla="*/ 12631 h 191660"/>
                    <a:gd name="connsiteX10" fmla="*/ 119890 w 286085"/>
                    <a:gd name="connsiteY10" fmla="*/ 21967 h 191660"/>
                    <a:gd name="connsiteX11" fmla="*/ 152510 w 286085"/>
                    <a:gd name="connsiteY11" fmla="*/ 0 h 191660"/>
                    <a:gd name="connsiteX12" fmla="*/ 191171 w 286085"/>
                    <a:gd name="connsiteY12" fmla="*/ 25812 h 191660"/>
                    <a:gd name="connsiteX13" fmla="*/ 207467 w 286085"/>
                    <a:gd name="connsiteY13" fmla="*/ 17574 h 191660"/>
                    <a:gd name="connsiteX14" fmla="*/ 263078 w 286085"/>
                    <a:gd name="connsiteY14" fmla="*/ 67548 h 191660"/>
                    <a:gd name="connsiteX15" fmla="*/ 283635 w 286085"/>
                    <a:gd name="connsiteY15" fmla="*/ 191111 h 191660"/>
                    <a:gd name="connsiteX16" fmla="*/ 255205 w 286085"/>
                    <a:gd name="connsiteY16" fmla="*/ 69745 h 191660"/>
                    <a:gd name="connsiteX17" fmla="*/ 206274 w 286085"/>
                    <a:gd name="connsiteY17" fmla="*/ 26360 h 191660"/>
                    <a:gd name="connsiteX18" fmla="*/ 189963 w 286085"/>
                    <a:gd name="connsiteY18" fmla="*/ 35147 h 191660"/>
                    <a:gd name="connsiteX19" fmla="*/ 151301 w 286085"/>
                    <a:gd name="connsiteY19" fmla="*/ 8787 h 191660"/>
                    <a:gd name="connsiteX20" fmla="*/ 121702 w 286085"/>
                    <a:gd name="connsiteY20" fmla="*/ 32402 h 191660"/>
                    <a:gd name="connsiteX21" fmla="*/ 103579 w 286085"/>
                    <a:gd name="connsiteY21" fmla="*/ 21967 h 191660"/>
                    <a:gd name="connsiteX22" fmla="*/ 67937 w 286085"/>
                    <a:gd name="connsiteY22" fmla="*/ 48877 h 191660"/>
                    <a:gd name="connsiteX23" fmla="*/ 43775 w 286085"/>
                    <a:gd name="connsiteY23" fmla="*/ 52172 h 191660"/>
                    <a:gd name="connsiteX24" fmla="*/ 31089 w 286085"/>
                    <a:gd name="connsiteY24" fmla="*/ 73040 h 191660"/>
                    <a:gd name="connsiteX25" fmla="*/ 7529 w 286085"/>
                    <a:gd name="connsiteY25" fmla="*/ 165300 h 191660"/>
                    <a:gd name="connsiteX26" fmla="*/ 8132 w 286085"/>
                    <a:gd name="connsiteY26" fmla="*/ 164751 h 191660"/>
                    <a:gd name="connsiteX27" fmla="*/ 57556 w 286085"/>
                    <a:gd name="connsiteY27" fmla="*/ 90613 h 191660"/>
                    <a:gd name="connsiteX28" fmla="*/ 226206 w 286085"/>
                    <a:gd name="connsiteY28" fmla="*/ 91712 h 191660"/>
                    <a:gd name="connsiteX29" fmla="*/ 276952 w 286085"/>
                    <a:gd name="connsiteY29" fmla="*/ 165300 h 191660"/>
                    <a:gd name="connsiteX30" fmla="*/ 255205 w 286085"/>
                    <a:gd name="connsiteY30" fmla="*/ 69745 h 1916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</a:cxnLst>
                  <a:rect l="l" t="t" r="r" b="b"/>
                  <a:pathLst>
                    <a:path w="286085" h="191660">
                      <a:moveTo>
                        <a:pt x="283635" y="191111"/>
                      </a:moveTo>
                      <a:cubicBezTo>
                        <a:pt x="283635" y="191111"/>
                        <a:pt x="272151" y="190563"/>
                        <a:pt x="272151" y="190563"/>
                      </a:cubicBezTo>
                      <a:cubicBezTo>
                        <a:pt x="265280" y="113687"/>
                        <a:pt x="224393" y="99950"/>
                        <a:pt x="224393" y="99950"/>
                      </a:cubicBezTo>
                      <a:cubicBezTo>
                        <a:pt x="122396" y="140047"/>
                        <a:pt x="57556" y="99400"/>
                        <a:pt x="57556" y="99400"/>
                      </a:cubicBezTo>
                      <a:cubicBezTo>
                        <a:pt x="18333" y="129818"/>
                        <a:pt x="12217" y="191661"/>
                        <a:pt x="12217" y="191661"/>
                      </a:cubicBezTo>
                      <a:cubicBezTo>
                        <a:pt x="12217" y="191661"/>
                        <a:pt x="1941" y="188915"/>
                        <a:pt x="1941" y="188915"/>
                      </a:cubicBezTo>
                      <a:cubicBezTo>
                        <a:pt x="-8038" y="93544"/>
                        <a:pt x="23707" y="68647"/>
                        <a:pt x="23707" y="68647"/>
                      </a:cubicBezTo>
                      <a:cubicBezTo>
                        <a:pt x="23707" y="68647"/>
                        <a:pt x="38213" y="44482"/>
                        <a:pt x="38213" y="44482"/>
                      </a:cubicBezTo>
                      <a:cubicBezTo>
                        <a:pt x="38213" y="44482"/>
                        <a:pt x="64811" y="41187"/>
                        <a:pt x="64811" y="41187"/>
                      </a:cubicBezTo>
                      <a:cubicBezTo>
                        <a:pt x="78638" y="23572"/>
                        <a:pt x="104100" y="12631"/>
                        <a:pt x="104100" y="12631"/>
                      </a:cubicBezTo>
                      <a:cubicBezTo>
                        <a:pt x="104100" y="12631"/>
                        <a:pt x="119890" y="21967"/>
                        <a:pt x="119890" y="21967"/>
                      </a:cubicBezTo>
                      <a:cubicBezTo>
                        <a:pt x="130520" y="7328"/>
                        <a:pt x="152510" y="0"/>
                        <a:pt x="152510" y="0"/>
                      </a:cubicBezTo>
                      <a:cubicBezTo>
                        <a:pt x="180637" y="14613"/>
                        <a:pt x="191171" y="25812"/>
                        <a:pt x="191171" y="25812"/>
                      </a:cubicBezTo>
                      <a:cubicBezTo>
                        <a:pt x="191171" y="25812"/>
                        <a:pt x="207467" y="17574"/>
                        <a:pt x="207467" y="17574"/>
                      </a:cubicBezTo>
                      <a:cubicBezTo>
                        <a:pt x="251208" y="36932"/>
                        <a:pt x="263078" y="67548"/>
                        <a:pt x="263078" y="67548"/>
                      </a:cubicBezTo>
                      <a:cubicBezTo>
                        <a:pt x="296551" y="102506"/>
                        <a:pt x="283635" y="191111"/>
                        <a:pt x="283635" y="191111"/>
                      </a:cubicBezTo>
                      <a:close/>
                      <a:moveTo>
                        <a:pt x="255205" y="69745"/>
                      </a:moveTo>
                      <a:cubicBezTo>
                        <a:pt x="255205" y="69745"/>
                        <a:pt x="250014" y="45718"/>
                        <a:pt x="206274" y="26360"/>
                      </a:cubicBezTo>
                      <a:cubicBezTo>
                        <a:pt x="206274" y="26360"/>
                        <a:pt x="189963" y="35147"/>
                        <a:pt x="189963" y="35147"/>
                      </a:cubicBezTo>
                      <a:cubicBezTo>
                        <a:pt x="189963" y="35147"/>
                        <a:pt x="179429" y="23400"/>
                        <a:pt x="151301" y="8787"/>
                      </a:cubicBezTo>
                      <a:cubicBezTo>
                        <a:pt x="151301" y="8787"/>
                        <a:pt x="132332" y="17762"/>
                        <a:pt x="121702" y="32402"/>
                      </a:cubicBezTo>
                      <a:cubicBezTo>
                        <a:pt x="121702" y="32402"/>
                        <a:pt x="103579" y="21967"/>
                        <a:pt x="103579" y="21967"/>
                      </a:cubicBezTo>
                      <a:cubicBezTo>
                        <a:pt x="103579" y="21967"/>
                        <a:pt x="81766" y="31260"/>
                        <a:pt x="67937" y="48877"/>
                      </a:cubicBezTo>
                      <a:cubicBezTo>
                        <a:pt x="67937" y="48877"/>
                        <a:pt x="43775" y="52172"/>
                        <a:pt x="43775" y="52172"/>
                      </a:cubicBezTo>
                      <a:cubicBezTo>
                        <a:pt x="43775" y="52172"/>
                        <a:pt x="31089" y="73040"/>
                        <a:pt x="31089" y="73040"/>
                      </a:cubicBezTo>
                      <a:cubicBezTo>
                        <a:pt x="31089" y="73040"/>
                        <a:pt x="4739" y="91335"/>
                        <a:pt x="7529" y="165300"/>
                      </a:cubicBezTo>
                      <a:cubicBezTo>
                        <a:pt x="7529" y="165300"/>
                        <a:pt x="8132" y="164751"/>
                        <a:pt x="8132" y="164751"/>
                      </a:cubicBezTo>
                      <a:cubicBezTo>
                        <a:pt x="8132" y="164751"/>
                        <a:pt x="16516" y="118774"/>
                        <a:pt x="57556" y="90613"/>
                      </a:cubicBezTo>
                      <a:cubicBezTo>
                        <a:pt x="57556" y="90613"/>
                        <a:pt x="124208" y="131810"/>
                        <a:pt x="226206" y="91712"/>
                      </a:cubicBezTo>
                      <a:cubicBezTo>
                        <a:pt x="226206" y="91712"/>
                        <a:pt x="263888" y="107822"/>
                        <a:pt x="276952" y="165300"/>
                      </a:cubicBezTo>
                      <a:cubicBezTo>
                        <a:pt x="276952" y="165300"/>
                        <a:pt x="284706" y="106182"/>
                        <a:pt x="255205" y="69745"/>
                      </a:cubicBezTo>
                      <a:close/>
                    </a:path>
                  </a:pathLst>
                </a:custGeom>
                <a:solidFill>
                  <a:srgbClr val="3B434F"/>
                </a:solidFill>
                <a:ln w="141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255" name="자유형: 도형 254">
                  <a:extLst>
                    <a:ext uri="{FF2B5EF4-FFF2-40B4-BE49-F238E27FC236}">
                      <a16:creationId xmlns:a16="http://schemas.microsoft.com/office/drawing/2014/main" id="{A4981F44-7DF1-4FFE-B444-540E73FE291B}"/>
                    </a:ext>
                  </a:extLst>
                </p:cNvPr>
                <p:cNvSpPr/>
                <p:nvPr/>
              </p:nvSpPr>
              <p:spPr>
                <a:xfrm>
                  <a:off x="5141004" y="8378400"/>
                  <a:ext cx="48138" cy="83662"/>
                </a:xfrm>
                <a:custGeom>
                  <a:avLst/>
                  <a:gdLst>
                    <a:gd name="connsiteX0" fmla="*/ 7079 w 48138"/>
                    <a:gd name="connsiteY0" fmla="*/ 16733 h 83662"/>
                    <a:gd name="connsiteX1" fmla="*/ 24069 w 48138"/>
                    <a:gd name="connsiteY1" fmla="*/ 0 h 83662"/>
                    <a:gd name="connsiteX2" fmla="*/ 42475 w 48138"/>
                    <a:gd name="connsiteY2" fmla="*/ 16733 h 83662"/>
                    <a:gd name="connsiteX3" fmla="*/ 32564 w 48138"/>
                    <a:gd name="connsiteY3" fmla="*/ 25742 h 83662"/>
                    <a:gd name="connsiteX4" fmla="*/ 48138 w 48138"/>
                    <a:gd name="connsiteY4" fmla="*/ 83663 h 83662"/>
                    <a:gd name="connsiteX5" fmla="*/ 0 w 48138"/>
                    <a:gd name="connsiteY5" fmla="*/ 83663 h 83662"/>
                    <a:gd name="connsiteX6" fmla="*/ 16990 w 48138"/>
                    <a:gd name="connsiteY6" fmla="*/ 25742 h 83662"/>
                    <a:gd name="connsiteX7" fmla="*/ 7079 w 48138"/>
                    <a:gd name="connsiteY7" fmla="*/ 16733 h 836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48138" h="83662">
                      <a:moveTo>
                        <a:pt x="7079" y="16733"/>
                      </a:moveTo>
                      <a:cubicBezTo>
                        <a:pt x="7079" y="16733"/>
                        <a:pt x="24069" y="0"/>
                        <a:pt x="24069" y="0"/>
                      </a:cubicBezTo>
                      <a:cubicBezTo>
                        <a:pt x="24069" y="0"/>
                        <a:pt x="42475" y="16733"/>
                        <a:pt x="42475" y="16733"/>
                      </a:cubicBezTo>
                      <a:cubicBezTo>
                        <a:pt x="42475" y="16733"/>
                        <a:pt x="32564" y="25742"/>
                        <a:pt x="32564" y="25742"/>
                      </a:cubicBezTo>
                      <a:cubicBezTo>
                        <a:pt x="32564" y="25742"/>
                        <a:pt x="48138" y="83663"/>
                        <a:pt x="48138" y="83663"/>
                      </a:cubicBezTo>
                      <a:cubicBezTo>
                        <a:pt x="48138" y="83663"/>
                        <a:pt x="0" y="83663"/>
                        <a:pt x="0" y="83663"/>
                      </a:cubicBezTo>
                      <a:cubicBezTo>
                        <a:pt x="0" y="83663"/>
                        <a:pt x="16990" y="25742"/>
                        <a:pt x="16990" y="25742"/>
                      </a:cubicBezTo>
                      <a:cubicBezTo>
                        <a:pt x="16990" y="25742"/>
                        <a:pt x="7079" y="16733"/>
                        <a:pt x="7079" y="16733"/>
                      </a:cubicBezTo>
                      <a:close/>
                    </a:path>
                  </a:pathLst>
                </a:custGeom>
                <a:solidFill>
                  <a:srgbClr val="3B434F"/>
                </a:solidFill>
                <a:ln w="141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256" name="자유형: 도형 255">
                  <a:extLst>
                    <a:ext uri="{FF2B5EF4-FFF2-40B4-BE49-F238E27FC236}">
                      <a16:creationId xmlns:a16="http://schemas.microsoft.com/office/drawing/2014/main" id="{375823AF-D3A2-41CB-9948-B8FACC18E50B}"/>
                    </a:ext>
                  </a:extLst>
                </p:cNvPr>
                <p:cNvSpPr/>
                <p:nvPr/>
              </p:nvSpPr>
              <p:spPr>
                <a:xfrm>
                  <a:off x="5137585" y="8401604"/>
                  <a:ext cx="55208" cy="61444"/>
                </a:xfrm>
                <a:custGeom>
                  <a:avLst/>
                  <a:gdLst>
                    <a:gd name="connsiteX0" fmla="*/ 48300 w 55208"/>
                    <a:gd name="connsiteY0" fmla="*/ 61347 h 61444"/>
                    <a:gd name="connsiteX1" fmla="*/ 31177 w 55208"/>
                    <a:gd name="connsiteY1" fmla="*/ 3251 h 61444"/>
                    <a:gd name="connsiteX2" fmla="*/ 34737 w 55208"/>
                    <a:gd name="connsiteY2" fmla="*/ 2281 h 61444"/>
                    <a:gd name="connsiteX3" fmla="*/ 37098 w 55208"/>
                    <a:gd name="connsiteY3" fmla="*/ 0 h 61444"/>
                    <a:gd name="connsiteX4" fmla="*/ 55209 w 55208"/>
                    <a:gd name="connsiteY4" fmla="*/ 61444 h 61444"/>
                    <a:gd name="connsiteX5" fmla="*/ 48300 w 55208"/>
                    <a:gd name="connsiteY5" fmla="*/ 61347 h 61444"/>
                    <a:gd name="connsiteX6" fmla="*/ 0 w 55208"/>
                    <a:gd name="connsiteY6" fmla="*/ 60661 h 61444"/>
                    <a:gd name="connsiteX7" fmla="*/ 17876 w 55208"/>
                    <a:gd name="connsiteY7" fmla="*/ 283 h 61444"/>
                    <a:gd name="connsiteX8" fmla="*/ 19032 w 55208"/>
                    <a:gd name="connsiteY8" fmla="*/ 1183 h 61444"/>
                    <a:gd name="connsiteX9" fmla="*/ 22656 w 55208"/>
                    <a:gd name="connsiteY9" fmla="*/ 3379 h 61444"/>
                    <a:gd name="connsiteX10" fmla="*/ 23851 w 55208"/>
                    <a:gd name="connsiteY10" fmla="*/ 3488 h 61444"/>
                    <a:gd name="connsiteX11" fmla="*/ 6894 w 55208"/>
                    <a:gd name="connsiteY11" fmla="*/ 60758 h 61444"/>
                    <a:gd name="connsiteX12" fmla="*/ 0 w 55208"/>
                    <a:gd name="connsiteY12" fmla="*/ 60661 h 614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55208" h="61444">
                      <a:moveTo>
                        <a:pt x="48300" y="61347"/>
                      </a:moveTo>
                      <a:cubicBezTo>
                        <a:pt x="48300" y="61347"/>
                        <a:pt x="31177" y="3251"/>
                        <a:pt x="31177" y="3251"/>
                      </a:cubicBezTo>
                      <a:cubicBezTo>
                        <a:pt x="31177" y="3251"/>
                        <a:pt x="34737" y="2281"/>
                        <a:pt x="34737" y="2281"/>
                      </a:cubicBezTo>
                      <a:cubicBezTo>
                        <a:pt x="34737" y="2281"/>
                        <a:pt x="37098" y="0"/>
                        <a:pt x="37098" y="0"/>
                      </a:cubicBezTo>
                      <a:cubicBezTo>
                        <a:pt x="37098" y="0"/>
                        <a:pt x="55209" y="61444"/>
                        <a:pt x="55209" y="61444"/>
                      </a:cubicBezTo>
                      <a:cubicBezTo>
                        <a:pt x="55209" y="61444"/>
                        <a:pt x="48300" y="61347"/>
                        <a:pt x="48300" y="61347"/>
                      </a:cubicBezTo>
                      <a:close/>
                      <a:moveTo>
                        <a:pt x="0" y="60661"/>
                      </a:moveTo>
                      <a:cubicBezTo>
                        <a:pt x="0" y="60661"/>
                        <a:pt x="17876" y="283"/>
                        <a:pt x="17876" y="283"/>
                      </a:cubicBezTo>
                      <a:cubicBezTo>
                        <a:pt x="17876" y="283"/>
                        <a:pt x="19032" y="1183"/>
                        <a:pt x="19032" y="1183"/>
                      </a:cubicBezTo>
                      <a:cubicBezTo>
                        <a:pt x="19032" y="1183"/>
                        <a:pt x="22656" y="3379"/>
                        <a:pt x="22656" y="3379"/>
                      </a:cubicBezTo>
                      <a:cubicBezTo>
                        <a:pt x="22656" y="3379"/>
                        <a:pt x="23851" y="3488"/>
                        <a:pt x="23851" y="3488"/>
                      </a:cubicBezTo>
                      <a:cubicBezTo>
                        <a:pt x="23851" y="3488"/>
                        <a:pt x="6894" y="60758"/>
                        <a:pt x="6894" y="60758"/>
                      </a:cubicBezTo>
                      <a:cubicBezTo>
                        <a:pt x="6894" y="60758"/>
                        <a:pt x="0" y="60661"/>
                        <a:pt x="0" y="60661"/>
                      </a:cubicBezTo>
                      <a:close/>
                    </a:path>
                  </a:pathLst>
                </a:custGeom>
                <a:solidFill>
                  <a:srgbClr val="3B434F"/>
                </a:solidFill>
                <a:ln w="141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257" name="자유형: 도형 256">
                  <a:extLst>
                    <a:ext uri="{FF2B5EF4-FFF2-40B4-BE49-F238E27FC236}">
                      <a16:creationId xmlns:a16="http://schemas.microsoft.com/office/drawing/2014/main" id="{8FD1C1A1-773D-4800-995B-877178D82FFC}"/>
                    </a:ext>
                  </a:extLst>
                </p:cNvPr>
                <p:cNvSpPr/>
                <p:nvPr/>
              </p:nvSpPr>
              <p:spPr>
                <a:xfrm>
                  <a:off x="5125413" y="8375048"/>
                  <a:ext cx="80926" cy="40917"/>
                </a:xfrm>
                <a:custGeom>
                  <a:avLst/>
                  <a:gdLst>
                    <a:gd name="connsiteX0" fmla="*/ 80926 w 80926"/>
                    <a:gd name="connsiteY0" fmla="*/ 36544 h 40917"/>
                    <a:gd name="connsiteX1" fmla="*/ 76227 w 80926"/>
                    <a:gd name="connsiteY1" fmla="*/ 40815 h 40917"/>
                    <a:gd name="connsiteX2" fmla="*/ 57944 w 80926"/>
                    <a:gd name="connsiteY2" fmla="*/ 24194 h 40917"/>
                    <a:gd name="connsiteX3" fmla="*/ 41076 w 80926"/>
                    <a:gd name="connsiteY3" fmla="*/ 32681 h 40917"/>
                    <a:gd name="connsiteX4" fmla="*/ 23796 w 80926"/>
                    <a:gd name="connsiteY4" fmla="*/ 23568 h 40917"/>
                    <a:gd name="connsiteX5" fmla="*/ 4710 w 80926"/>
                    <a:gd name="connsiteY5" fmla="*/ 40918 h 40917"/>
                    <a:gd name="connsiteX6" fmla="*/ 0 w 80926"/>
                    <a:gd name="connsiteY6" fmla="*/ 36635 h 40917"/>
                    <a:gd name="connsiteX7" fmla="*/ 37575 w 80926"/>
                    <a:gd name="connsiteY7" fmla="*/ 2476 h 40917"/>
                    <a:gd name="connsiteX8" fmla="*/ 40513 w 80926"/>
                    <a:gd name="connsiteY8" fmla="*/ 0 h 40917"/>
                    <a:gd name="connsiteX9" fmla="*/ 43452 w 80926"/>
                    <a:gd name="connsiteY9" fmla="*/ 2476 h 40917"/>
                    <a:gd name="connsiteX10" fmla="*/ 80926 w 80926"/>
                    <a:gd name="connsiteY10" fmla="*/ 36544 h 40917"/>
                    <a:gd name="connsiteX11" fmla="*/ 27493 w 80926"/>
                    <a:gd name="connsiteY11" fmla="*/ 20208 h 40917"/>
                    <a:gd name="connsiteX12" fmla="*/ 40774 w 80926"/>
                    <a:gd name="connsiteY12" fmla="*/ 27739 h 40917"/>
                    <a:gd name="connsiteX13" fmla="*/ 53884 w 80926"/>
                    <a:gd name="connsiteY13" fmla="*/ 20503 h 40917"/>
                    <a:gd name="connsiteX14" fmla="*/ 40525 w 80926"/>
                    <a:gd name="connsiteY14" fmla="*/ 8360 h 40917"/>
                    <a:gd name="connsiteX15" fmla="*/ 27493 w 80926"/>
                    <a:gd name="connsiteY15" fmla="*/ 20208 h 409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80926" h="40917">
                      <a:moveTo>
                        <a:pt x="80926" y="36544"/>
                      </a:moveTo>
                      <a:cubicBezTo>
                        <a:pt x="80926" y="36544"/>
                        <a:pt x="76227" y="40815"/>
                        <a:pt x="76227" y="40815"/>
                      </a:cubicBezTo>
                      <a:cubicBezTo>
                        <a:pt x="76227" y="40815"/>
                        <a:pt x="57944" y="24194"/>
                        <a:pt x="57944" y="24194"/>
                      </a:cubicBezTo>
                      <a:cubicBezTo>
                        <a:pt x="54416" y="29288"/>
                        <a:pt x="48186" y="32681"/>
                        <a:pt x="41076" y="32681"/>
                      </a:cubicBezTo>
                      <a:cubicBezTo>
                        <a:pt x="33678" y="32681"/>
                        <a:pt x="27235" y="29009"/>
                        <a:pt x="23796" y="23568"/>
                      </a:cubicBezTo>
                      <a:cubicBezTo>
                        <a:pt x="23796" y="23568"/>
                        <a:pt x="4710" y="40918"/>
                        <a:pt x="4710" y="40918"/>
                      </a:cubicBezTo>
                      <a:cubicBezTo>
                        <a:pt x="4710" y="40918"/>
                        <a:pt x="0" y="36635"/>
                        <a:pt x="0" y="36635"/>
                      </a:cubicBezTo>
                      <a:cubicBezTo>
                        <a:pt x="0" y="36635"/>
                        <a:pt x="37575" y="2476"/>
                        <a:pt x="37575" y="2476"/>
                      </a:cubicBezTo>
                      <a:cubicBezTo>
                        <a:pt x="37575" y="2476"/>
                        <a:pt x="40513" y="0"/>
                        <a:pt x="40513" y="0"/>
                      </a:cubicBezTo>
                      <a:cubicBezTo>
                        <a:pt x="40513" y="0"/>
                        <a:pt x="43452" y="2476"/>
                        <a:pt x="43452" y="2476"/>
                      </a:cubicBezTo>
                      <a:cubicBezTo>
                        <a:pt x="43452" y="2476"/>
                        <a:pt x="80926" y="36544"/>
                        <a:pt x="80926" y="36544"/>
                      </a:cubicBezTo>
                      <a:close/>
                      <a:moveTo>
                        <a:pt x="27493" y="20208"/>
                      </a:moveTo>
                      <a:cubicBezTo>
                        <a:pt x="29901" y="24668"/>
                        <a:pt x="34940" y="27739"/>
                        <a:pt x="40774" y="27739"/>
                      </a:cubicBezTo>
                      <a:cubicBezTo>
                        <a:pt x="46476" y="27739"/>
                        <a:pt x="51413" y="24799"/>
                        <a:pt x="53884" y="20503"/>
                      </a:cubicBezTo>
                      <a:cubicBezTo>
                        <a:pt x="53884" y="20503"/>
                        <a:pt x="40525" y="8360"/>
                        <a:pt x="40525" y="8360"/>
                      </a:cubicBezTo>
                      <a:cubicBezTo>
                        <a:pt x="40525" y="8360"/>
                        <a:pt x="27493" y="20208"/>
                        <a:pt x="27493" y="20208"/>
                      </a:cubicBezTo>
                      <a:close/>
                    </a:path>
                  </a:pathLst>
                </a:custGeom>
                <a:solidFill>
                  <a:srgbClr val="3B434F"/>
                </a:solidFill>
                <a:ln w="141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258" name="자유형: 도형 257">
                  <a:extLst>
                    <a:ext uri="{FF2B5EF4-FFF2-40B4-BE49-F238E27FC236}">
                      <a16:creationId xmlns:a16="http://schemas.microsoft.com/office/drawing/2014/main" id="{81CAF903-328B-4817-8AD0-A59AF1E8AF7B}"/>
                    </a:ext>
                  </a:extLst>
                </p:cNvPr>
                <p:cNvSpPr/>
                <p:nvPr/>
              </p:nvSpPr>
              <p:spPr>
                <a:xfrm>
                  <a:off x="5115827" y="7947926"/>
                  <a:ext cx="77582" cy="84899"/>
                </a:xfrm>
                <a:custGeom>
                  <a:avLst/>
                  <a:gdLst>
                    <a:gd name="connsiteX0" fmla="*/ 52274 w 77582"/>
                    <a:gd name="connsiteY0" fmla="*/ 155 h 84899"/>
                    <a:gd name="connsiteX1" fmla="*/ 52530 w 77582"/>
                    <a:gd name="connsiteY1" fmla="*/ 2064 h 84899"/>
                    <a:gd name="connsiteX2" fmla="*/ 51708 w 77582"/>
                    <a:gd name="connsiteY2" fmla="*/ 5415 h 84899"/>
                    <a:gd name="connsiteX3" fmla="*/ 51075 w 77582"/>
                    <a:gd name="connsiteY3" fmla="*/ 10479 h 84899"/>
                    <a:gd name="connsiteX4" fmla="*/ 51065 w 77582"/>
                    <a:gd name="connsiteY4" fmla="*/ 14681 h 84899"/>
                    <a:gd name="connsiteX5" fmla="*/ 51253 w 77582"/>
                    <a:gd name="connsiteY5" fmla="*/ 17094 h 84899"/>
                    <a:gd name="connsiteX6" fmla="*/ 51368 w 77582"/>
                    <a:gd name="connsiteY6" fmla="*/ 18066 h 84899"/>
                    <a:gd name="connsiteX7" fmla="*/ 51433 w 77582"/>
                    <a:gd name="connsiteY7" fmla="*/ 18331 h 84899"/>
                    <a:gd name="connsiteX8" fmla="*/ 51578 w 77582"/>
                    <a:gd name="connsiteY8" fmla="*/ 19545 h 84899"/>
                    <a:gd name="connsiteX9" fmla="*/ 51798 w 77582"/>
                    <a:gd name="connsiteY9" fmla="*/ 20659 h 84899"/>
                    <a:gd name="connsiteX10" fmla="*/ 52158 w 77582"/>
                    <a:gd name="connsiteY10" fmla="*/ 22437 h 84899"/>
                    <a:gd name="connsiteX11" fmla="*/ 52223 w 77582"/>
                    <a:gd name="connsiteY11" fmla="*/ 22877 h 84899"/>
                    <a:gd name="connsiteX12" fmla="*/ 52590 w 77582"/>
                    <a:gd name="connsiteY12" fmla="*/ 24261 h 84899"/>
                    <a:gd name="connsiteX13" fmla="*/ 52624 w 77582"/>
                    <a:gd name="connsiteY13" fmla="*/ 24532 h 84899"/>
                    <a:gd name="connsiteX14" fmla="*/ 53186 w 77582"/>
                    <a:gd name="connsiteY14" fmla="*/ 26540 h 84899"/>
                    <a:gd name="connsiteX15" fmla="*/ 54271 w 77582"/>
                    <a:gd name="connsiteY15" fmla="*/ 29733 h 84899"/>
                    <a:gd name="connsiteX16" fmla="*/ 55051 w 77582"/>
                    <a:gd name="connsiteY16" fmla="*/ 31884 h 84899"/>
                    <a:gd name="connsiteX17" fmla="*/ 56666 w 77582"/>
                    <a:gd name="connsiteY17" fmla="*/ 35622 h 84899"/>
                    <a:gd name="connsiteX18" fmla="*/ 57778 w 77582"/>
                    <a:gd name="connsiteY18" fmla="*/ 37838 h 84899"/>
                    <a:gd name="connsiteX19" fmla="*/ 61248 w 77582"/>
                    <a:gd name="connsiteY19" fmla="*/ 44175 h 84899"/>
                    <a:gd name="connsiteX20" fmla="*/ 62505 w 77582"/>
                    <a:gd name="connsiteY20" fmla="*/ 46136 h 84899"/>
                    <a:gd name="connsiteX21" fmla="*/ 63326 w 77582"/>
                    <a:gd name="connsiteY21" fmla="*/ 47466 h 84899"/>
                    <a:gd name="connsiteX22" fmla="*/ 63799 w 77582"/>
                    <a:gd name="connsiteY22" fmla="*/ 48121 h 84899"/>
                    <a:gd name="connsiteX23" fmla="*/ 64821 w 77582"/>
                    <a:gd name="connsiteY23" fmla="*/ 49682 h 84899"/>
                    <a:gd name="connsiteX24" fmla="*/ 65802 w 77582"/>
                    <a:gd name="connsiteY24" fmla="*/ 51017 h 84899"/>
                    <a:gd name="connsiteX25" fmla="*/ 66888 w 77582"/>
                    <a:gd name="connsiteY25" fmla="*/ 52568 h 84899"/>
                    <a:gd name="connsiteX26" fmla="*/ 68831 w 77582"/>
                    <a:gd name="connsiteY26" fmla="*/ 55124 h 84899"/>
                    <a:gd name="connsiteX27" fmla="*/ 70915 w 77582"/>
                    <a:gd name="connsiteY27" fmla="*/ 57674 h 84899"/>
                    <a:gd name="connsiteX28" fmla="*/ 75279 w 77582"/>
                    <a:gd name="connsiteY28" fmla="*/ 62699 h 84899"/>
                    <a:gd name="connsiteX29" fmla="*/ 76665 w 77582"/>
                    <a:gd name="connsiteY29" fmla="*/ 64147 h 84899"/>
                    <a:gd name="connsiteX30" fmla="*/ 77390 w 77582"/>
                    <a:gd name="connsiteY30" fmla="*/ 64867 h 84899"/>
                    <a:gd name="connsiteX31" fmla="*/ 77524 w 77582"/>
                    <a:gd name="connsiteY31" fmla="*/ 65253 h 84899"/>
                    <a:gd name="connsiteX32" fmla="*/ 77576 w 77582"/>
                    <a:gd name="connsiteY32" fmla="*/ 65885 h 84899"/>
                    <a:gd name="connsiteX33" fmla="*/ 77537 w 77582"/>
                    <a:gd name="connsiteY33" fmla="*/ 66878 h 84899"/>
                    <a:gd name="connsiteX34" fmla="*/ 77065 w 77582"/>
                    <a:gd name="connsiteY34" fmla="*/ 67967 h 84899"/>
                    <a:gd name="connsiteX35" fmla="*/ 76435 w 77582"/>
                    <a:gd name="connsiteY35" fmla="*/ 68629 h 84899"/>
                    <a:gd name="connsiteX36" fmla="*/ 76064 w 77582"/>
                    <a:gd name="connsiteY36" fmla="*/ 68960 h 84899"/>
                    <a:gd name="connsiteX37" fmla="*/ 74760 w 77582"/>
                    <a:gd name="connsiteY37" fmla="*/ 69607 h 84899"/>
                    <a:gd name="connsiteX38" fmla="*/ 73347 w 77582"/>
                    <a:gd name="connsiteY38" fmla="*/ 68962 h 84899"/>
                    <a:gd name="connsiteX39" fmla="*/ 71311 w 77582"/>
                    <a:gd name="connsiteY39" fmla="*/ 66944 h 84899"/>
                    <a:gd name="connsiteX40" fmla="*/ 70909 w 77582"/>
                    <a:gd name="connsiteY40" fmla="*/ 66582 h 84899"/>
                    <a:gd name="connsiteX41" fmla="*/ 68651 w 77582"/>
                    <a:gd name="connsiteY41" fmla="*/ 64220 h 84899"/>
                    <a:gd name="connsiteX42" fmla="*/ 68165 w 77582"/>
                    <a:gd name="connsiteY42" fmla="*/ 63756 h 84899"/>
                    <a:gd name="connsiteX43" fmla="*/ 66448 w 77582"/>
                    <a:gd name="connsiteY43" fmla="*/ 61892 h 84899"/>
                    <a:gd name="connsiteX44" fmla="*/ 62356 w 77582"/>
                    <a:gd name="connsiteY44" fmla="*/ 57044 h 84899"/>
                    <a:gd name="connsiteX45" fmla="*/ 61471 w 77582"/>
                    <a:gd name="connsiteY45" fmla="*/ 55971 h 84899"/>
                    <a:gd name="connsiteX46" fmla="*/ 55836 w 77582"/>
                    <a:gd name="connsiteY46" fmla="*/ 47780 h 84899"/>
                    <a:gd name="connsiteX47" fmla="*/ 54548 w 77582"/>
                    <a:gd name="connsiteY47" fmla="*/ 45649 h 84899"/>
                    <a:gd name="connsiteX48" fmla="*/ 51409 w 77582"/>
                    <a:gd name="connsiteY48" fmla="*/ 39378 h 84899"/>
                    <a:gd name="connsiteX49" fmla="*/ 51075 w 77582"/>
                    <a:gd name="connsiteY49" fmla="*/ 38513 h 84899"/>
                    <a:gd name="connsiteX50" fmla="*/ 49595 w 77582"/>
                    <a:gd name="connsiteY50" fmla="*/ 34739 h 84899"/>
                    <a:gd name="connsiteX51" fmla="*/ 48399 w 77582"/>
                    <a:gd name="connsiteY51" fmla="*/ 30851 h 84899"/>
                    <a:gd name="connsiteX52" fmla="*/ 48181 w 77582"/>
                    <a:gd name="connsiteY52" fmla="*/ 30011 h 84899"/>
                    <a:gd name="connsiteX53" fmla="*/ 48141 w 77582"/>
                    <a:gd name="connsiteY53" fmla="*/ 29712 h 84899"/>
                    <a:gd name="connsiteX54" fmla="*/ 47926 w 77582"/>
                    <a:gd name="connsiteY54" fmla="*/ 28800 h 84899"/>
                    <a:gd name="connsiteX55" fmla="*/ 47475 w 77582"/>
                    <a:gd name="connsiteY55" fmla="*/ 26615 h 84899"/>
                    <a:gd name="connsiteX56" fmla="*/ 47157 w 77582"/>
                    <a:gd name="connsiteY56" fmla="*/ 24541 h 84899"/>
                    <a:gd name="connsiteX57" fmla="*/ 47071 w 77582"/>
                    <a:gd name="connsiteY57" fmla="*/ 24161 h 84899"/>
                    <a:gd name="connsiteX58" fmla="*/ 46919 w 77582"/>
                    <a:gd name="connsiteY58" fmla="*/ 22819 h 84899"/>
                    <a:gd name="connsiteX59" fmla="*/ 46747 w 77582"/>
                    <a:gd name="connsiteY59" fmla="*/ 20491 h 84899"/>
                    <a:gd name="connsiteX60" fmla="*/ 46692 w 77582"/>
                    <a:gd name="connsiteY60" fmla="*/ 17592 h 84899"/>
                    <a:gd name="connsiteX61" fmla="*/ 46847 w 77582"/>
                    <a:gd name="connsiteY61" fmla="*/ 14706 h 84899"/>
                    <a:gd name="connsiteX62" fmla="*/ 48248 w 77582"/>
                    <a:gd name="connsiteY62" fmla="*/ 6676 h 84899"/>
                    <a:gd name="connsiteX63" fmla="*/ 49253 w 77582"/>
                    <a:gd name="connsiteY63" fmla="*/ 3721 h 84899"/>
                    <a:gd name="connsiteX64" fmla="*/ 50128 w 77582"/>
                    <a:gd name="connsiteY64" fmla="*/ 1699 h 84899"/>
                    <a:gd name="connsiteX65" fmla="*/ 50380 w 77582"/>
                    <a:gd name="connsiteY65" fmla="*/ 1240 h 84899"/>
                    <a:gd name="connsiteX66" fmla="*/ 51136 w 77582"/>
                    <a:gd name="connsiteY66" fmla="*/ 137 h 84899"/>
                    <a:gd name="connsiteX67" fmla="*/ 51913 w 77582"/>
                    <a:gd name="connsiteY67" fmla="*/ 20 h 84899"/>
                    <a:gd name="connsiteX68" fmla="*/ 52274 w 77582"/>
                    <a:gd name="connsiteY68" fmla="*/ 155 h 84899"/>
                    <a:gd name="connsiteX69" fmla="*/ 23925 w 77582"/>
                    <a:gd name="connsiteY69" fmla="*/ 19086 h 84899"/>
                    <a:gd name="connsiteX70" fmla="*/ 24534 w 77582"/>
                    <a:gd name="connsiteY70" fmla="*/ 20651 h 84899"/>
                    <a:gd name="connsiteX71" fmla="*/ 24736 w 77582"/>
                    <a:gd name="connsiteY71" fmla="*/ 22278 h 84899"/>
                    <a:gd name="connsiteX72" fmla="*/ 24946 w 77582"/>
                    <a:gd name="connsiteY72" fmla="*/ 23410 h 84899"/>
                    <a:gd name="connsiteX73" fmla="*/ 25094 w 77582"/>
                    <a:gd name="connsiteY73" fmla="*/ 24303 h 84899"/>
                    <a:gd name="connsiteX74" fmla="*/ 25279 w 77582"/>
                    <a:gd name="connsiteY74" fmla="*/ 25219 h 84899"/>
                    <a:gd name="connsiteX75" fmla="*/ 25467 w 77582"/>
                    <a:gd name="connsiteY75" fmla="*/ 26238 h 84899"/>
                    <a:gd name="connsiteX76" fmla="*/ 25682 w 77582"/>
                    <a:gd name="connsiteY76" fmla="*/ 27150 h 84899"/>
                    <a:gd name="connsiteX77" fmla="*/ 26434 w 77582"/>
                    <a:gd name="connsiteY77" fmla="*/ 29928 h 84899"/>
                    <a:gd name="connsiteX78" fmla="*/ 27385 w 77582"/>
                    <a:gd name="connsiteY78" fmla="*/ 32837 h 84899"/>
                    <a:gd name="connsiteX79" fmla="*/ 28859 w 77582"/>
                    <a:gd name="connsiteY79" fmla="*/ 36582 h 84899"/>
                    <a:gd name="connsiteX80" fmla="*/ 29730 w 77582"/>
                    <a:gd name="connsiteY80" fmla="*/ 38442 h 84899"/>
                    <a:gd name="connsiteX81" fmla="*/ 30402 w 77582"/>
                    <a:gd name="connsiteY81" fmla="*/ 39925 h 84899"/>
                    <a:gd name="connsiteX82" fmla="*/ 33629 w 77582"/>
                    <a:gd name="connsiteY82" fmla="*/ 45804 h 84899"/>
                    <a:gd name="connsiteX83" fmla="*/ 36578 w 77582"/>
                    <a:gd name="connsiteY83" fmla="*/ 50359 h 84899"/>
                    <a:gd name="connsiteX84" fmla="*/ 37561 w 77582"/>
                    <a:gd name="connsiteY84" fmla="*/ 51694 h 84899"/>
                    <a:gd name="connsiteX85" fmla="*/ 39903 w 77582"/>
                    <a:gd name="connsiteY85" fmla="*/ 54858 h 84899"/>
                    <a:gd name="connsiteX86" fmla="*/ 42291 w 77582"/>
                    <a:gd name="connsiteY86" fmla="*/ 57754 h 84899"/>
                    <a:gd name="connsiteX87" fmla="*/ 42685 w 77582"/>
                    <a:gd name="connsiteY87" fmla="*/ 58159 h 84899"/>
                    <a:gd name="connsiteX88" fmla="*/ 44020 w 77582"/>
                    <a:gd name="connsiteY88" fmla="*/ 59674 h 84899"/>
                    <a:gd name="connsiteX89" fmla="*/ 44708 w 77582"/>
                    <a:gd name="connsiteY89" fmla="*/ 60369 h 84899"/>
                    <a:gd name="connsiteX90" fmla="*/ 45202 w 77582"/>
                    <a:gd name="connsiteY90" fmla="*/ 62707 h 84899"/>
                    <a:gd name="connsiteX91" fmla="*/ 42659 w 77582"/>
                    <a:gd name="connsiteY91" fmla="*/ 64964 h 84899"/>
                    <a:gd name="connsiteX92" fmla="*/ 41620 w 77582"/>
                    <a:gd name="connsiteY92" fmla="*/ 65136 h 84899"/>
                    <a:gd name="connsiteX93" fmla="*/ 40536 w 77582"/>
                    <a:gd name="connsiteY93" fmla="*/ 64282 h 84899"/>
                    <a:gd name="connsiteX94" fmla="*/ 39380 w 77582"/>
                    <a:gd name="connsiteY94" fmla="*/ 63134 h 84899"/>
                    <a:gd name="connsiteX95" fmla="*/ 37285 w 77582"/>
                    <a:gd name="connsiteY95" fmla="*/ 60877 h 84899"/>
                    <a:gd name="connsiteX96" fmla="*/ 33264 w 77582"/>
                    <a:gd name="connsiteY96" fmla="*/ 55974 h 84899"/>
                    <a:gd name="connsiteX97" fmla="*/ 26231 w 77582"/>
                    <a:gd name="connsiteY97" fmla="*/ 44186 h 84899"/>
                    <a:gd name="connsiteX98" fmla="*/ 24239 w 77582"/>
                    <a:gd name="connsiteY98" fmla="*/ 39109 h 84899"/>
                    <a:gd name="connsiteX99" fmla="*/ 23691 w 77582"/>
                    <a:gd name="connsiteY99" fmla="*/ 37259 h 84899"/>
                    <a:gd name="connsiteX100" fmla="*/ 22992 w 77582"/>
                    <a:gd name="connsiteY100" fmla="*/ 34763 h 84899"/>
                    <a:gd name="connsiteX101" fmla="*/ 22947 w 77582"/>
                    <a:gd name="connsiteY101" fmla="*/ 34435 h 84899"/>
                    <a:gd name="connsiteX102" fmla="*/ 22799 w 77582"/>
                    <a:gd name="connsiteY102" fmla="*/ 33891 h 84899"/>
                    <a:gd name="connsiteX103" fmla="*/ 22729 w 77582"/>
                    <a:gd name="connsiteY103" fmla="*/ 33422 h 84899"/>
                    <a:gd name="connsiteX104" fmla="*/ 22539 w 77582"/>
                    <a:gd name="connsiteY104" fmla="*/ 32476 h 84899"/>
                    <a:gd name="connsiteX105" fmla="*/ 22385 w 77582"/>
                    <a:gd name="connsiteY105" fmla="*/ 31556 h 84899"/>
                    <a:gd name="connsiteX106" fmla="*/ 22257 w 77582"/>
                    <a:gd name="connsiteY106" fmla="*/ 30950 h 84899"/>
                    <a:gd name="connsiteX107" fmla="*/ 21995 w 77582"/>
                    <a:gd name="connsiteY107" fmla="*/ 28489 h 84899"/>
                    <a:gd name="connsiteX108" fmla="*/ 21917 w 77582"/>
                    <a:gd name="connsiteY108" fmla="*/ 27890 h 84899"/>
                    <a:gd name="connsiteX109" fmla="*/ 21814 w 77582"/>
                    <a:gd name="connsiteY109" fmla="*/ 25509 h 84899"/>
                    <a:gd name="connsiteX110" fmla="*/ 21872 w 77582"/>
                    <a:gd name="connsiteY110" fmla="*/ 22782 h 84899"/>
                    <a:gd name="connsiteX111" fmla="*/ 21982 w 77582"/>
                    <a:gd name="connsiteY111" fmla="*/ 21734 h 84899"/>
                    <a:gd name="connsiteX112" fmla="*/ 22134 w 77582"/>
                    <a:gd name="connsiteY112" fmla="*/ 20563 h 84899"/>
                    <a:gd name="connsiteX113" fmla="*/ 22247 w 77582"/>
                    <a:gd name="connsiteY113" fmla="*/ 19790 h 84899"/>
                    <a:gd name="connsiteX114" fmla="*/ 22862 w 77582"/>
                    <a:gd name="connsiteY114" fmla="*/ 19044 h 84899"/>
                    <a:gd name="connsiteX115" fmla="*/ 23564 w 77582"/>
                    <a:gd name="connsiteY115" fmla="*/ 18952 h 84899"/>
                    <a:gd name="connsiteX116" fmla="*/ 23925 w 77582"/>
                    <a:gd name="connsiteY116" fmla="*/ 19086 h 84899"/>
                    <a:gd name="connsiteX117" fmla="*/ 2263 w 77582"/>
                    <a:gd name="connsiteY117" fmla="*/ 23191 h 84899"/>
                    <a:gd name="connsiteX118" fmla="*/ 2780 w 77582"/>
                    <a:gd name="connsiteY118" fmla="*/ 24872 h 84899"/>
                    <a:gd name="connsiteX119" fmla="*/ 2904 w 77582"/>
                    <a:gd name="connsiteY119" fmla="*/ 27716 h 84899"/>
                    <a:gd name="connsiteX120" fmla="*/ 3160 w 77582"/>
                    <a:gd name="connsiteY120" fmla="*/ 29974 h 84899"/>
                    <a:gd name="connsiteX121" fmla="*/ 3309 w 77582"/>
                    <a:gd name="connsiteY121" fmla="*/ 30692 h 84899"/>
                    <a:gd name="connsiteX122" fmla="*/ 3558 w 77582"/>
                    <a:gd name="connsiteY122" fmla="*/ 32050 h 84899"/>
                    <a:gd name="connsiteX123" fmla="*/ 3598 w 77582"/>
                    <a:gd name="connsiteY123" fmla="*/ 32349 h 84899"/>
                    <a:gd name="connsiteX124" fmla="*/ 3772 w 77582"/>
                    <a:gd name="connsiteY124" fmla="*/ 33035 h 84899"/>
                    <a:gd name="connsiteX125" fmla="*/ 3827 w 77582"/>
                    <a:gd name="connsiteY125" fmla="*/ 33420 h 84899"/>
                    <a:gd name="connsiteX126" fmla="*/ 4259 w 77582"/>
                    <a:gd name="connsiteY126" fmla="*/ 35069 h 84899"/>
                    <a:gd name="connsiteX127" fmla="*/ 5562 w 77582"/>
                    <a:gd name="connsiteY127" fmla="*/ 38927 h 84899"/>
                    <a:gd name="connsiteX128" fmla="*/ 9651 w 77582"/>
                    <a:gd name="connsiteY128" fmla="*/ 47061 h 84899"/>
                    <a:gd name="connsiteX129" fmla="*/ 11307 w 77582"/>
                    <a:gd name="connsiteY129" fmla="*/ 49631 h 84899"/>
                    <a:gd name="connsiteX130" fmla="*/ 12058 w 77582"/>
                    <a:gd name="connsiteY130" fmla="*/ 50666 h 84899"/>
                    <a:gd name="connsiteX131" fmla="*/ 14215 w 77582"/>
                    <a:gd name="connsiteY131" fmla="*/ 53611 h 84899"/>
                    <a:gd name="connsiteX132" fmla="*/ 17497 w 77582"/>
                    <a:gd name="connsiteY132" fmla="*/ 57534 h 84899"/>
                    <a:gd name="connsiteX133" fmla="*/ 18701 w 77582"/>
                    <a:gd name="connsiteY133" fmla="*/ 58865 h 84899"/>
                    <a:gd name="connsiteX134" fmla="*/ 19784 w 77582"/>
                    <a:gd name="connsiteY134" fmla="*/ 59965 h 84899"/>
                    <a:gd name="connsiteX135" fmla="*/ 22049 w 77582"/>
                    <a:gd name="connsiteY135" fmla="*/ 62283 h 84899"/>
                    <a:gd name="connsiteX136" fmla="*/ 23369 w 77582"/>
                    <a:gd name="connsiteY136" fmla="*/ 63538 h 84899"/>
                    <a:gd name="connsiteX137" fmla="*/ 24833 w 77582"/>
                    <a:gd name="connsiteY137" fmla="*/ 64887 h 84899"/>
                    <a:gd name="connsiteX138" fmla="*/ 25170 w 77582"/>
                    <a:gd name="connsiteY138" fmla="*/ 65156 h 84899"/>
                    <a:gd name="connsiteX139" fmla="*/ 26724 w 77582"/>
                    <a:gd name="connsiteY139" fmla="*/ 66564 h 84899"/>
                    <a:gd name="connsiteX140" fmla="*/ 27363 w 77582"/>
                    <a:gd name="connsiteY140" fmla="*/ 67079 h 84899"/>
                    <a:gd name="connsiteX141" fmla="*/ 29618 w 77582"/>
                    <a:gd name="connsiteY141" fmla="*/ 68992 h 84899"/>
                    <a:gd name="connsiteX142" fmla="*/ 30238 w 77582"/>
                    <a:gd name="connsiteY142" fmla="*/ 69495 h 84899"/>
                    <a:gd name="connsiteX143" fmla="*/ 30456 w 77582"/>
                    <a:gd name="connsiteY143" fmla="*/ 69637 h 84899"/>
                    <a:gd name="connsiteX144" fmla="*/ 31287 w 77582"/>
                    <a:gd name="connsiteY144" fmla="*/ 70325 h 84899"/>
                    <a:gd name="connsiteX145" fmla="*/ 31522 w 77582"/>
                    <a:gd name="connsiteY145" fmla="*/ 70478 h 84899"/>
                    <a:gd name="connsiteX146" fmla="*/ 32890 w 77582"/>
                    <a:gd name="connsiteY146" fmla="*/ 71566 h 84899"/>
                    <a:gd name="connsiteX147" fmla="*/ 33199 w 77582"/>
                    <a:gd name="connsiteY147" fmla="*/ 71767 h 84899"/>
                    <a:gd name="connsiteX148" fmla="*/ 34984 w 77582"/>
                    <a:gd name="connsiteY148" fmla="*/ 73125 h 84899"/>
                    <a:gd name="connsiteX149" fmla="*/ 35662 w 77582"/>
                    <a:gd name="connsiteY149" fmla="*/ 73589 h 84899"/>
                    <a:gd name="connsiteX150" fmla="*/ 36139 w 77582"/>
                    <a:gd name="connsiteY150" fmla="*/ 73925 h 84899"/>
                    <a:gd name="connsiteX151" fmla="*/ 37432 w 77582"/>
                    <a:gd name="connsiteY151" fmla="*/ 74864 h 84899"/>
                    <a:gd name="connsiteX152" fmla="*/ 38182 w 77582"/>
                    <a:gd name="connsiteY152" fmla="*/ 75376 h 84899"/>
                    <a:gd name="connsiteX153" fmla="*/ 38787 w 77582"/>
                    <a:gd name="connsiteY153" fmla="*/ 75793 h 84899"/>
                    <a:gd name="connsiteX154" fmla="*/ 40203 w 77582"/>
                    <a:gd name="connsiteY154" fmla="*/ 76713 h 84899"/>
                    <a:gd name="connsiteX155" fmla="*/ 43517 w 77582"/>
                    <a:gd name="connsiteY155" fmla="*/ 78816 h 84899"/>
                    <a:gd name="connsiteX156" fmla="*/ 44981 w 77582"/>
                    <a:gd name="connsiteY156" fmla="*/ 79816 h 84899"/>
                    <a:gd name="connsiteX157" fmla="*/ 45324 w 77582"/>
                    <a:gd name="connsiteY157" fmla="*/ 80636 h 84899"/>
                    <a:gd name="connsiteX158" fmla="*/ 45444 w 77582"/>
                    <a:gd name="connsiteY158" fmla="*/ 82508 h 84899"/>
                    <a:gd name="connsiteX159" fmla="*/ 45204 w 77582"/>
                    <a:gd name="connsiteY159" fmla="*/ 83024 h 84899"/>
                    <a:gd name="connsiteX160" fmla="*/ 44497 w 77582"/>
                    <a:gd name="connsiteY160" fmla="*/ 84134 h 84899"/>
                    <a:gd name="connsiteX161" fmla="*/ 43732 w 77582"/>
                    <a:gd name="connsiteY161" fmla="*/ 84756 h 84899"/>
                    <a:gd name="connsiteX162" fmla="*/ 42361 w 77582"/>
                    <a:gd name="connsiteY162" fmla="*/ 84687 h 84899"/>
                    <a:gd name="connsiteX163" fmla="*/ 41875 w 77582"/>
                    <a:gd name="connsiteY163" fmla="*/ 84397 h 84899"/>
                    <a:gd name="connsiteX164" fmla="*/ 39597 w 77582"/>
                    <a:gd name="connsiteY164" fmla="*/ 83141 h 84899"/>
                    <a:gd name="connsiteX165" fmla="*/ 39166 w 77582"/>
                    <a:gd name="connsiteY165" fmla="*/ 82886 h 84899"/>
                    <a:gd name="connsiteX166" fmla="*/ 38391 w 77582"/>
                    <a:gd name="connsiteY166" fmla="*/ 82407 h 84899"/>
                    <a:gd name="connsiteX167" fmla="*/ 37528 w 77582"/>
                    <a:gd name="connsiteY167" fmla="*/ 81898 h 84899"/>
                    <a:gd name="connsiteX168" fmla="*/ 36721 w 77582"/>
                    <a:gd name="connsiteY168" fmla="*/ 81423 h 84899"/>
                    <a:gd name="connsiteX169" fmla="*/ 36431 w 77582"/>
                    <a:gd name="connsiteY169" fmla="*/ 81235 h 84899"/>
                    <a:gd name="connsiteX170" fmla="*/ 35624 w 77582"/>
                    <a:gd name="connsiteY170" fmla="*/ 80760 h 84899"/>
                    <a:gd name="connsiteX171" fmla="*/ 34571 w 77582"/>
                    <a:gd name="connsiteY171" fmla="*/ 80077 h 84899"/>
                    <a:gd name="connsiteX172" fmla="*/ 33412 w 77582"/>
                    <a:gd name="connsiteY172" fmla="*/ 79349 h 84899"/>
                    <a:gd name="connsiteX173" fmla="*/ 32481 w 77582"/>
                    <a:gd name="connsiteY173" fmla="*/ 78720 h 84899"/>
                    <a:gd name="connsiteX174" fmla="*/ 31864 w 77582"/>
                    <a:gd name="connsiteY174" fmla="*/ 78318 h 84899"/>
                    <a:gd name="connsiteX175" fmla="*/ 30636 w 77582"/>
                    <a:gd name="connsiteY175" fmla="*/ 77471 h 84899"/>
                    <a:gd name="connsiteX176" fmla="*/ 30019 w 77582"/>
                    <a:gd name="connsiteY176" fmla="*/ 77070 h 84899"/>
                    <a:gd name="connsiteX177" fmla="*/ 28909 w 77582"/>
                    <a:gd name="connsiteY177" fmla="*/ 76249 h 84899"/>
                    <a:gd name="connsiteX178" fmla="*/ 28491 w 77582"/>
                    <a:gd name="connsiteY178" fmla="*/ 75977 h 84899"/>
                    <a:gd name="connsiteX179" fmla="*/ 27688 w 77582"/>
                    <a:gd name="connsiteY179" fmla="*/ 75357 h 84899"/>
                    <a:gd name="connsiteX180" fmla="*/ 27326 w 77582"/>
                    <a:gd name="connsiteY180" fmla="*/ 75121 h 84899"/>
                    <a:gd name="connsiteX181" fmla="*/ 26704 w 77582"/>
                    <a:gd name="connsiteY181" fmla="*/ 74619 h 84899"/>
                    <a:gd name="connsiteX182" fmla="*/ 26414 w 77582"/>
                    <a:gd name="connsiteY182" fmla="*/ 74430 h 84899"/>
                    <a:gd name="connsiteX183" fmla="*/ 24463 w 77582"/>
                    <a:gd name="connsiteY183" fmla="*/ 72863 h 84899"/>
                    <a:gd name="connsiteX184" fmla="*/ 23943 w 77582"/>
                    <a:gd name="connsiteY184" fmla="*/ 72477 h 84899"/>
                    <a:gd name="connsiteX185" fmla="*/ 21569 w 77582"/>
                    <a:gd name="connsiteY185" fmla="*/ 70436 h 84899"/>
                    <a:gd name="connsiteX186" fmla="*/ 20984 w 77582"/>
                    <a:gd name="connsiteY186" fmla="*/ 69957 h 84899"/>
                    <a:gd name="connsiteX187" fmla="*/ 18916 w 77582"/>
                    <a:gd name="connsiteY187" fmla="*/ 68016 h 84899"/>
                    <a:gd name="connsiteX188" fmla="*/ 18616 w 77582"/>
                    <a:gd name="connsiteY188" fmla="*/ 67772 h 84899"/>
                    <a:gd name="connsiteX189" fmla="*/ 17670 w 77582"/>
                    <a:gd name="connsiteY189" fmla="*/ 66809 h 84899"/>
                    <a:gd name="connsiteX190" fmla="*/ 17268 w 77582"/>
                    <a:gd name="connsiteY190" fmla="*/ 66448 h 84899"/>
                    <a:gd name="connsiteX191" fmla="*/ 14210 w 77582"/>
                    <a:gd name="connsiteY191" fmla="*/ 63218 h 84899"/>
                    <a:gd name="connsiteX192" fmla="*/ 9482 w 77582"/>
                    <a:gd name="connsiteY192" fmla="*/ 57258 h 84899"/>
                    <a:gd name="connsiteX193" fmla="*/ 8538 w 77582"/>
                    <a:gd name="connsiteY193" fmla="*/ 55948 h 84899"/>
                    <a:gd name="connsiteX194" fmla="*/ 6982 w 77582"/>
                    <a:gd name="connsiteY194" fmla="*/ 53494 h 84899"/>
                    <a:gd name="connsiteX195" fmla="*/ 4834 w 77582"/>
                    <a:gd name="connsiteY195" fmla="*/ 49559 h 84899"/>
                    <a:gd name="connsiteX196" fmla="*/ 3571 w 77582"/>
                    <a:gd name="connsiteY196" fmla="*/ 46696 h 84899"/>
                    <a:gd name="connsiteX197" fmla="*/ 2635 w 77582"/>
                    <a:gd name="connsiteY197" fmla="*/ 44396 h 84899"/>
                    <a:gd name="connsiteX198" fmla="*/ 1855 w 77582"/>
                    <a:gd name="connsiteY198" fmla="*/ 42072 h 84899"/>
                    <a:gd name="connsiteX199" fmla="*/ 1190 w 77582"/>
                    <a:gd name="connsiteY199" fmla="*/ 39673 h 84899"/>
                    <a:gd name="connsiteX200" fmla="*/ 994 w 77582"/>
                    <a:gd name="connsiteY200" fmla="*/ 38699 h 84899"/>
                    <a:gd name="connsiteX201" fmla="*/ 541 w 77582"/>
                    <a:gd name="connsiteY201" fmla="*/ 36414 h 84899"/>
                    <a:gd name="connsiteX202" fmla="*/ 146 w 77582"/>
                    <a:gd name="connsiteY202" fmla="*/ 26548 h 84899"/>
                    <a:gd name="connsiteX203" fmla="*/ 523 w 77582"/>
                    <a:gd name="connsiteY203" fmla="*/ 24253 h 84899"/>
                    <a:gd name="connsiteX204" fmla="*/ 1154 w 77582"/>
                    <a:gd name="connsiteY204" fmla="*/ 23169 h 84899"/>
                    <a:gd name="connsiteX205" fmla="*/ 1902 w 77582"/>
                    <a:gd name="connsiteY205" fmla="*/ 23057 h 84899"/>
                    <a:gd name="connsiteX206" fmla="*/ 2263 w 77582"/>
                    <a:gd name="connsiteY206" fmla="*/ 23191 h 8489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  <a:cxn ang="0">
                      <a:pos x="connsiteX191" y="connsiteY191"/>
                    </a:cxn>
                    <a:cxn ang="0">
                      <a:pos x="connsiteX192" y="connsiteY192"/>
                    </a:cxn>
                    <a:cxn ang="0">
                      <a:pos x="connsiteX193" y="connsiteY193"/>
                    </a:cxn>
                    <a:cxn ang="0">
                      <a:pos x="connsiteX194" y="connsiteY194"/>
                    </a:cxn>
                    <a:cxn ang="0">
                      <a:pos x="connsiteX195" y="connsiteY195"/>
                    </a:cxn>
                    <a:cxn ang="0">
                      <a:pos x="connsiteX196" y="connsiteY196"/>
                    </a:cxn>
                    <a:cxn ang="0">
                      <a:pos x="connsiteX197" y="connsiteY197"/>
                    </a:cxn>
                    <a:cxn ang="0">
                      <a:pos x="connsiteX198" y="connsiteY198"/>
                    </a:cxn>
                    <a:cxn ang="0">
                      <a:pos x="connsiteX199" y="connsiteY199"/>
                    </a:cxn>
                    <a:cxn ang="0">
                      <a:pos x="connsiteX200" y="connsiteY200"/>
                    </a:cxn>
                    <a:cxn ang="0">
                      <a:pos x="connsiteX201" y="connsiteY201"/>
                    </a:cxn>
                    <a:cxn ang="0">
                      <a:pos x="connsiteX202" y="connsiteY202"/>
                    </a:cxn>
                    <a:cxn ang="0">
                      <a:pos x="connsiteX203" y="connsiteY203"/>
                    </a:cxn>
                    <a:cxn ang="0">
                      <a:pos x="connsiteX204" y="connsiteY204"/>
                    </a:cxn>
                    <a:cxn ang="0">
                      <a:pos x="connsiteX205" y="connsiteY205"/>
                    </a:cxn>
                    <a:cxn ang="0">
                      <a:pos x="connsiteX206" y="connsiteY206"/>
                    </a:cxn>
                  </a:cxnLst>
                  <a:rect l="l" t="t" r="r" b="b"/>
                  <a:pathLst>
                    <a:path w="77582" h="84899">
                      <a:moveTo>
                        <a:pt x="52274" y="155"/>
                      </a:moveTo>
                      <a:cubicBezTo>
                        <a:pt x="53163" y="756"/>
                        <a:pt x="52723" y="1313"/>
                        <a:pt x="52530" y="2064"/>
                      </a:cubicBezTo>
                      <a:cubicBezTo>
                        <a:pt x="52242" y="3185"/>
                        <a:pt x="51900" y="4295"/>
                        <a:pt x="51708" y="5415"/>
                      </a:cubicBezTo>
                      <a:cubicBezTo>
                        <a:pt x="51416" y="7110"/>
                        <a:pt x="51151" y="8807"/>
                        <a:pt x="51075" y="10479"/>
                      </a:cubicBezTo>
                      <a:cubicBezTo>
                        <a:pt x="51010" y="11886"/>
                        <a:pt x="51038" y="13288"/>
                        <a:pt x="51065" y="14681"/>
                      </a:cubicBezTo>
                      <a:cubicBezTo>
                        <a:pt x="51081" y="15485"/>
                        <a:pt x="51232" y="16288"/>
                        <a:pt x="51253" y="17094"/>
                      </a:cubicBezTo>
                      <a:cubicBezTo>
                        <a:pt x="51262" y="17416"/>
                        <a:pt x="51358" y="17737"/>
                        <a:pt x="51368" y="18066"/>
                      </a:cubicBezTo>
                      <a:cubicBezTo>
                        <a:pt x="51391" y="18154"/>
                        <a:pt x="51412" y="18243"/>
                        <a:pt x="51433" y="18331"/>
                      </a:cubicBezTo>
                      <a:cubicBezTo>
                        <a:pt x="51446" y="18743"/>
                        <a:pt x="51565" y="19135"/>
                        <a:pt x="51578" y="19545"/>
                      </a:cubicBezTo>
                      <a:cubicBezTo>
                        <a:pt x="51651" y="19917"/>
                        <a:pt x="51725" y="20289"/>
                        <a:pt x="51798" y="20659"/>
                      </a:cubicBezTo>
                      <a:cubicBezTo>
                        <a:pt x="51907" y="21249"/>
                        <a:pt x="51960" y="21863"/>
                        <a:pt x="52158" y="22437"/>
                      </a:cubicBezTo>
                      <a:cubicBezTo>
                        <a:pt x="52179" y="22583"/>
                        <a:pt x="52202" y="22730"/>
                        <a:pt x="52223" y="22877"/>
                      </a:cubicBezTo>
                      <a:cubicBezTo>
                        <a:pt x="52380" y="23334"/>
                        <a:pt x="52431" y="23804"/>
                        <a:pt x="52590" y="24261"/>
                      </a:cubicBezTo>
                      <a:cubicBezTo>
                        <a:pt x="52601" y="24351"/>
                        <a:pt x="52613" y="24442"/>
                        <a:pt x="52624" y="24532"/>
                      </a:cubicBezTo>
                      <a:cubicBezTo>
                        <a:pt x="52853" y="25191"/>
                        <a:pt x="52957" y="25885"/>
                        <a:pt x="53186" y="26540"/>
                      </a:cubicBezTo>
                      <a:cubicBezTo>
                        <a:pt x="53558" y="27605"/>
                        <a:pt x="53860" y="28673"/>
                        <a:pt x="54271" y="29733"/>
                      </a:cubicBezTo>
                      <a:cubicBezTo>
                        <a:pt x="54542" y="30437"/>
                        <a:pt x="54776" y="31175"/>
                        <a:pt x="55051" y="31884"/>
                      </a:cubicBezTo>
                      <a:cubicBezTo>
                        <a:pt x="55536" y="33144"/>
                        <a:pt x="56131" y="34375"/>
                        <a:pt x="56666" y="35622"/>
                      </a:cubicBezTo>
                      <a:cubicBezTo>
                        <a:pt x="56992" y="36381"/>
                        <a:pt x="57429" y="37083"/>
                        <a:pt x="57778" y="37838"/>
                      </a:cubicBezTo>
                      <a:cubicBezTo>
                        <a:pt x="58766" y="39976"/>
                        <a:pt x="60034" y="42078"/>
                        <a:pt x="61248" y="44175"/>
                      </a:cubicBezTo>
                      <a:cubicBezTo>
                        <a:pt x="61640" y="44852"/>
                        <a:pt x="62070" y="45475"/>
                        <a:pt x="62505" y="46136"/>
                      </a:cubicBezTo>
                      <a:cubicBezTo>
                        <a:pt x="62782" y="46559"/>
                        <a:pt x="63070" y="47031"/>
                        <a:pt x="63326" y="47466"/>
                      </a:cubicBezTo>
                      <a:cubicBezTo>
                        <a:pt x="63468" y="47707"/>
                        <a:pt x="63645" y="47888"/>
                        <a:pt x="63799" y="48121"/>
                      </a:cubicBezTo>
                      <a:cubicBezTo>
                        <a:pt x="64132" y="48628"/>
                        <a:pt x="64493" y="49173"/>
                        <a:pt x="64821" y="49682"/>
                      </a:cubicBezTo>
                      <a:cubicBezTo>
                        <a:pt x="65126" y="50155"/>
                        <a:pt x="65468" y="50558"/>
                        <a:pt x="65802" y="51017"/>
                      </a:cubicBezTo>
                      <a:cubicBezTo>
                        <a:pt x="66165" y="51513"/>
                        <a:pt x="66522" y="52070"/>
                        <a:pt x="66888" y="52568"/>
                      </a:cubicBezTo>
                      <a:cubicBezTo>
                        <a:pt x="67526" y="53433"/>
                        <a:pt x="68199" y="54270"/>
                        <a:pt x="68831" y="55124"/>
                      </a:cubicBezTo>
                      <a:cubicBezTo>
                        <a:pt x="69485" y="56013"/>
                        <a:pt x="70221" y="56799"/>
                        <a:pt x="70915" y="57674"/>
                      </a:cubicBezTo>
                      <a:cubicBezTo>
                        <a:pt x="72259" y="59369"/>
                        <a:pt x="73830" y="60996"/>
                        <a:pt x="75279" y="62699"/>
                      </a:cubicBezTo>
                      <a:cubicBezTo>
                        <a:pt x="75713" y="63209"/>
                        <a:pt x="76231" y="63654"/>
                        <a:pt x="76665" y="64147"/>
                      </a:cubicBezTo>
                      <a:cubicBezTo>
                        <a:pt x="76881" y="64393"/>
                        <a:pt x="77244" y="64608"/>
                        <a:pt x="77390" y="64867"/>
                      </a:cubicBezTo>
                      <a:cubicBezTo>
                        <a:pt x="77449" y="64971"/>
                        <a:pt x="77483" y="65133"/>
                        <a:pt x="77524" y="65253"/>
                      </a:cubicBezTo>
                      <a:cubicBezTo>
                        <a:pt x="77592" y="65445"/>
                        <a:pt x="77574" y="65681"/>
                        <a:pt x="77576" y="65885"/>
                      </a:cubicBezTo>
                      <a:cubicBezTo>
                        <a:pt x="77582" y="66209"/>
                        <a:pt x="77599" y="66539"/>
                        <a:pt x="77537" y="66878"/>
                      </a:cubicBezTo>
                      <a:cubicBezTo>
                        <a:pt x="77472" y="67231"/>
                        <a:pt x="77225" y="67618"/>
                        <a:pt x="77065" y="67967"/>
                      </a:cubicBezTo>
                      <a:cubicBezTo>
                        <a:pt x="76937" y="68247"/>
                        <a:pt x="76617" y="68492"/>
                        <a:pt x="76435" y="68629"/>
                      </a:cubicBezTo>
                      <a:cubicBezTo>
                        <a:pt x="76284" y="68743"/>
                        <a:pt x="76220" y="68849"/>
                        <a:pt x="76064" y="68960"/>
                      </a:cubicBezTo>
                      <a:cubicBezTo>
                        <a:pt x="75661" y="69249"/>
                        <a:pt x="75204" y="69486"/>
                        <a:pt x="74760" y="69607"/>
                      </a:cubicBezTo>
                      <a:cubicBezTo>
                        <a:pt x="74302" y="69732"/>
                        <a:pt x="73710" y="69357"/>
                        <a:pt x="73347" y="68962"/>
                      </a:cubicBezTo>
                      <a:cubicBezTo>
                        <a:pt x="72713" y="68271"/>
                        <a:pt x="71920" y="67636"/>
                        <a:pt x="71311" y="66944"/>
                      </a:cubicBezTo>
                      <a:cubicBezTo>
                        <a:pt x="71183" y="66796"/>
                        <a:pt x="71038" y="66730"/>
                        <a:pt x="70909" y="66582"/>
                      </a:cubicBezTo>
                      <a:cubicBezTo>
                        <a:pt x="70207" y="65775"/>
                        <a:pt x="69345" y="65015"/>
                        <a:pt x="68651" y="64220"/>
                      </a:cubicBezTo>
                      <a:cubicBezTo>
                        <a:pt x="68493" y="64039"/>
                        <a:pt x="68320" y="63937"/>
                        <a:pt x="68165" y="63756"/>
                      </a:cubicBezTo>
                      <a:cubicBezTo>
                        <a:pt x="67627" y="63117"/>
                        <a:pt x="66995" y="62542"/>
                        <a:pt x="66448" y="61892"/>
                      </a:cubicBezTo>
                      <a:cubicBezTo>
                        <a:pt x="65076" y="60261"/>
                        <a:pt x="63597" y="58686"/>
                        <a:pt x="62356" y="57044"/>
                      </a:cubicBezTo>
                      <a:cubicBezTo>
                        <a:pt x="62066" y="56660"/>
                        <a:pt x="61755" y="56356"/>
                        <a:pt x="61471" y="55971"/>
                      </a:cubicBezTo>
                      <a:cubicBezTo>
                        <a:pt x="59462" y="53243"/>
                        <a:pt x="57446" y="50560"/>
                        <a:pt x="55836" y="47780"/>
                      </a:cubicBezTo>
                      <a:cubicBezTo>
                        <a:pt x="55413" y="47049"/>
                        <a:pt x="54944" y="46384"/>
                        <a:pt x="54548" y="45649"/>
                      </a:cubicBezTo>
                      <a:cubicBezTo>
                        <a:pt x="53422" y="43565"/>
                        <a:pt x="52373" y="41481"/>
                        <a:pt x="51409" y="39378"/>
                      </a:cubicBezTo>
                      <a:cubicBezTo>
                        <a:pt x="51283" y="39102"/>
                        <a:pt x="51191" y="38793"/>
                        <a:pt x="51075" y="38513"/>
                      </a:cubicBezTo>
                      <a:cubicBezTo>
                        <a:pt x="50547" y="37251"/>
                        <a:pt x="50070" y="36004"/>
                        <a:pt x="49595" y="34739"/>
                      </a:cubicBezTo>
                      <a:cubicBezTo>
                        <a:pt x="49118" y="33463"/>
                        <a:pt x="48846" y="32130"/>
                        <a:pt x="48399" y="30851"/>
                      </a:cubicBezTo>
                      <a:cubicBezTo>
                        <a:pt x="48306" y="30580"/>
                        <a:pt x="48276" y="30288"/>
                        <a:pt x="48181" y="30011"/>
                      </a:cubicBezTo>
                      <a:cubicBezTo>
                        <a:pt x="48168" y="29911"/>
                        <a:pt x="48154" y="29812"/>
                        <a:pt x="48141" y="29712"/>
                      </a:cubicBezTo>
                      <a:cubicBezTo>
                        <a:pt x="48038" y="29412"/>
                        <a:pt x="48027" y="29092"/>
                        <a:pt x="47926" y="28800"/>
                      </a:cubicBezTo>
                      <a:cubicBezTo>
                        <a:pt x="47683" y="28097"/>
                        <a:pt x="47608" y="27337"/>
                        <a:pt x="47475" y="26615"/>
                      </a:cubicBezTo>
                      <a:cubicBezTo>
                        <a:pt x="47350" y="25934"/>
                        <a:pt x="47179" y="25236"/>
                        <a:pt x="47157" y="24541"/>
                      </a:cubicBezTo>
                      <a:cubicBezTo>
                        <a:pt x="47129" y="24415"/>
                        <a:pt x="47099" y="24289"/>
                        <a:pt x="47071" y="24161"/>
                      </a:cubicBezTo>
                      <a:cubicBezTo>
                        <a:pt x="47057" y="23710"/>
                        <a:pt x="46932" y="23264"/>
                        <a:pt x="46919" y="22819"/>
                      </a:cubicBezTo>
                      <a:cubicBezTo>
                        <a:pt x="46898" y="22042"/>
                        <a:pt x="46762" y="21267"/>
                        <a:pt x="46747" y="20491"/>
                      </a:cubicBezTo>
                      <a:cubicBezTo>
                        <a:pt x="46727" y="19525"/>
                        <a:pt x="46686" y="18557"/>
                        <a:pt x="46692" y="17592"/>
                      </a:cubicBezTo>
                      <a:cubicBezTo>
                        <a:pt x="46699" y="16625"/>
                        <a:pt x="46786" y="15681"/>
                        <a:pt x="46847" y="14706"/>
                      </a:cubicBezTo>
                      <a:cubicBezTo>
                        <a:pt x="47014" y="12065"/>
                        <a:pt x="47545" y="9411"/>
                        <a:pt x="48248" y="6676"/>
                      </a:cubicBezTo>
                      <a:cubicBezTo>
                        <a:pt x="48501" y="5685"/>
                        <a:pt x="48910" y="4714"/>
                        <a:pt x="49253" y="3721"/>
                      </a:cubicBezTo>
                      <a:cubicBezTo>
                        <a:pt x="49491" y="3036"/>
                        <a:pt x="49863" y="2376"/>
                        <a:pt x="50128" y="1699"/>
                      </a:cubicBezTo>
                      <a:cubicBezTo>
                        <a:pt x="50197" y="1522"/>
                        <a:pt x="50305" y="1418"/>
                        <a:pt x="50380" y="1240"/>
                      </a:cubicBezTo>
                      <a:cubicBezTo>
                        <a:pt x="50538" y="858"/>
                        <a:pt x="50748" y="388"/>
                        <a:pt x="51136" y="137"/>
                      </a:cubicBezTo>
                      <a:cubicBezTo>
                        <a:pt x="51310" y="25"/>
                        <a:pt x="51709" y="-34"/>
                        <a:pt x="51913" y="20"/>
                      </a:cubicBezTo>
                      <a:cubicBezTo>
                        <a:pt x="52056" y="59"/>
                        <a:pt x="52147" y="159"/>
                        <a:pt x="52274" y="155"/>
                      </a:cubicBezTo>
                      <a:close/>
                      <a:moveTo>
                        <a:pt x="23925" y="19086"/>
                      </a:moveTo>
                      <a:cubicBezTo>
                        <a:pt x="24568" y="19510"/>
                        <a:pt x="24518" y="20130"/>
                        <a:pt x="24534" y="20651"/>
                      </a:cubicBezTo>
                      <a:cubicBezTo>
                        <a:pt x="24549" y="21193"/>
                        <a:pt x="24721" y="21733"/>
                        <a:pt x="24736" y="22278"/>
                      </a:cubicBezTo>
                      <a:cubicBezTo>
                        <a:pt x="24806" y="22656"/>
                        <a:pt x="24876" y="23033"/>
                        <a:pt x="24946" y="23410"/>
                      </a:cubicBezTo>
                      <a:cubicBezTo>
                        <a:pt x="24954" y="23715"/>
                        <a:pt x="25039" y="24004"/>
                        <a:pt x="25094" y="24303"/>
                      </a:cubicBezTo>
                      <a:cubicBezTo>
                        <a:pt x="25151" y="24609"/>
                        <a:pt x="25175" y="24918"/>
                        <a:pt x="25279" y="25219"/>
                      </a:cubicBezTo>
                      <a:cubicBezTo>
                        <a:pt x="25341" y="25559"/>
                        <a:pt x="25403" y="25898"/>
                        <a:pt x="25467" y="26238"/>
                      </a:cubicBezTo>
                      <a:cubicBezTo>
                        <a:pt x="25569" y="26536"/>
                        <a:pt x="25582" y="26855"/>
                        <a:pt x="25682" y="27150"/>
                      </a:cubicBezTo>
                      <a:cubicBezTo>
                        <a:pt x="25996" y="28058"/>
                        <a:pt x="26115" y="29022"/>
                        <a:pt x="26434" y="29928"/>
                      </a:cubicBezTo>
                      <a:cubicBezTo>
                        <a:pt x="26772" y="30889"/>
                        <a:pt x="27019" y="31884"/>
                        <a:pt x="27385" y="32837"/>
                      </a:cubicBezTo>
                      <a:cubicBezTo>
                        <a:pt x="27867" y="34085"/>
                        <a:pt x="28337" y="35341"/>
                        <a:pt x="28859" y="36582"/>
                      </a:cubicBezTo>
                      <a:cubicBezTo>
                        <a:pt x="29127" y="37217"/>
                        <a:pt x="29445" y="37810"/>
                        <a:pt x="29730" y="38442"/>
                      </a:cubicBezTo>
                      <a:cubicBezTo>
                        <a:pt x="29948" y="38926"/>
                        <a:pt x="30155" y="39452"/>
                        <a:pt x="30402" y="39925"/>
                      </a:cubicBezTo>
                      <a:cubicBezTo>
                        <a:pt x="31433" y="41888"/>
                        <a:pt x="32496" y="43848"/>
                        <a:pt x="33629" y="45804"/>
                      </a:cubicBezTo>
                      <a:cubicBezTo>
                        <a:pt x="34525" y="47354"/>
                        <a:pt x="35596" y="48832"/>
                        <a:pt x="36578" y="50359"/>
                      </a:cubicBezTo>
                      <a:cubicBezTo>
                        <a:pt x="36881" y="50831"/>
                        <a:pt x="37224" y="51236"/>
                        <a:pt x="37561" y="51694"/>
                      </a:cubicBezTo>
                      <a:cubicBezTo>
                        <a:pt x="38318" y="52729"/>
                        <a:pt x="39125" y="53806"/>
                        <a:pt x="39903" y="54858"/>
                      </a:cubicBezTo>
                      <a:cubicBezTo>
                        <a:pt x="40636" y="55853"/>
                        <a:pt x="41518" y="56781"/>
                        <a:pt x="42291" y="57754"/>
                      </a:cubicBezTo>
                      <a:cubicBezTo>
                        <a:pt x="42417" y="57914"/>
                        <a:pt x="42563" y="58000"/>
                        <a:pt x="42685" y="58159"/>
                      </a:cubicBezTo>
                      <a:cubicBezTo>
                        <a:pt x="43077" y="58673"/>
                        <a:pt x="43589" y="59169"/>
                        <a:pt x="44020" y="59674"/>
                      </a:cubicBezTo>
                      <a:cubicBezTo>
                        <a:pt x="44237" y="59928"/>
                        <a:pt x="44511" y="60104"/>
                        <a:pt x="44708" y="60369"/>
                      </a:cubicBezTo>
                      <a:cubicBezTo>
                        <a:pt x="45138" y="60950"/>
                        <a:pt x="45407" y="62032"/>
                        <a:pt x="45202" y="62707"/>
                      </a:cubicBezTo>
                      <a:cubicBezTo>
                        <a:pt x="44847" y="63877"/>
                        <a:pt x="43605" y="64663"/>
                        <a:pt x="42659" y="64964"/>
                      </a:cubicBezTo>
                      <a:cubicBezTo>
                        <a:pt x="42375" y="65056"/>
                        <a:pt x="41930" y="65221"/>
                        <a:pt x="41620" y="65136"/>
                      </a:cubicBezTo>
                      <a:cubicBezTo>
                        <a:pt x="41132" y="65003"/>
                        <a:pt x="40820" y="64608"/>
                        <a:pt x="40536" y="64282"/>
                      </a:cubicBezTo>
                      <a:cubicBezTo>
                        <a:pt x="40166" y="63860"/>
                        <a:pt x="39737" y="63554"/>
                        <a:pt x="39380" y="63134"/>
                      </a:cubicBezTo>
                      <a:cubicBezTo>
                        <a:pt x="38720" y="62355"/>
                        <a:pt x="37945" y="61660"/>
                        <a:pt x="37285" y="60877"/>
                      </a:cubicBezTo>
                      <a:cubicBezTo>
                        <a:pt x="35904" y="59234"/>
                        <a:pt x="34490" y="57646"/>
                        <a:pt x="33264" y="55974"/>
                      </a:cubicBezTo>
                      <a:cubicBezTo>
                        <a:pt x="30425" y="52105"/>
                        <a:pt x="28068" y="48200"/>
                        <a:pt x="26231" y="44186"/>
                      </a:cubicBezTo>
                      <a:cubicBezTo>
                        <a:pt x="25468" y="42521"/>
                        <a:pt x="24854" y="40803"/>
                        <a:pt x="24239" y="39109"/>
                      </a:cubicBezTo>
                      <a:cubicBezTo>
                        <a:pt x="24021" y="38506"/>
                        <a:pt x="23901" y="37860"/>
                        <a:pt x="23691" y="37259"/>
                      </a:cubicBezTo>
                      <a:cubicBezTo>
                        <a:pt x="23403" y="36434"/>
                        <a:pt x="23275" y="35583"/>
                        <a:pt x="22992" y="34763"/>
                      </a:cubicBezTo>
                      <a:cubicBezTo>
                        <a:pt x="22976" y="34654"/>
                        <a:pt x="22962" y="34545"/>
                        <a:pt x="22947" y="34435"/>
                      </a:cubicBezTo>
                      <a:cubicBezTo>
                        <a:pt x="22901" y="34252"/>
                        <a:pt x="22833" y="34075"/>
                        <a:pt x="22799" y="33891"/>
                      </a:cubicBezTo>
                      <a:cubicBezTo>
                        <a:pt x="22775" y="33735"/>
                        <a:pt x="22751" y="33578"/>
                        <a:pt x="22729" y="33422"/>
                      </a:cubicBezTo>
                      <a:cubicBezTo>
                        <a:pt x="22621" y="33112"/>
                        <a:pt x="22597" y="32793"/>
                        <a:pt x="22539" y="32476"/>
                      </a:cubicBezTo>
                      <a:cubicBezTo>
                        <a:pt x="22482" y="32170"/>
                        <a:pt x="22395" y="31870"/>
                        <a:pt x="22385" y="31556"/>
                      </a:cubicBezTo>
                      <a:cubicBezTo>
                        <a:pt x="22342" y="31354"/>
                        <a:pt x="22300" y="31152"/>
                        <a:pt x="22257" y="30950"/>
                      </a:cubicBezTo>
                      <a:cubicBezTo>
                        <a:pt x="22232" y="30126"/>
                        <a:pt x="22014" y="29319"/>
                        <a:pt x="21995" y="28489"/>
                      </a:cubicBezTo>
                      <a:cubicBezTo>
                        <a:pt x="21991" y="28293"/>
                        <a:pt x="21923" y="28086"/>
                        <a:pt x="21917" y="27890"/>
                      </a:cubicBezTo>
                      <a:cubicBezTo>
                        <a:pt x="21896" y="27097"/>
                        <a:pt x="21810" y="26302"/>
                        <a:pt x="21814" y="25509"/>
                      </a:cubicBezTo>
                      <a:cubicBezTo>
                        <a:pt x="21818" y="24606"/>
                        <a:pt x="21810" y="23687"/>
                        <a:pt x="21872" y="22782"/>
                      </a:cubicBezTo>
                      <a:cubicBezTo>
                        <a:pt x="21896" y="22426"/>
                        <a:pt x="21964" y="22090"/>
                        <a:pt x="21982" y="21734"/>
                      </a:cubicBezTo>
                      <a:cubicBezTo>
                        <a:pt x="22001" y="21343"/>
                        <a:pt x="22077" y="20967"/>
                        <a:pt x="22134" y="20563"/>
                      </a:cubicBezTo>
                      <a:cubicBezTo>
                        <a:pt x="22168" y="20323"/>
                        <a:pt x="22168" y="20032"/>
                        <a:pt x="22247" y="19790"/>
                      </a:cubicBezTo>
                      <a:cubicBezTo>
                        <a:pt x="22328" y="19543"/>
                        <a:pt x="22605" y="19146"/>
                        <a:pt x="22862" y="19044"/>
                      </a:cubicBezTo>
                      <a:cubicBezTo>
                        <a:pt x="23036" y="18974"/>
                        <a:pt x="23373" y="18905"/>
                        <a:pt x="23564" y="18952"/>
                      </a:cubicBezTo>
                      <a:cubicBezTo>
                        <a:pt x="23707" y="18989"/>
                        <a:pt x="23796" y="19090"/>
                        <a:pt x="23925" y="19086"/>
                      </a:cubicBezTo>
                      <a:close/>
                      <a:moveTo>
                        <a:pt x="2263" y="23191"/>
                      </a:moveTo>
                      <a:cubicBezTo>
                        <a:pt x="2985" y="23674"/>
                        <a:pt x="2785" y="24281"/>
                        <a:pt x="2780" y="24872"/>
                      </a:cubicBezTo>
                      <a:cubicBezTo>
                        <a:pt x="2772" y="25822"/>
                        <a:pt x="2877" y="26770"/>
                        <a:pt x="2904" y="27716"/>
                      </a:cubicBezTo>
                      <a:cubicBezTo>
                        <a:pt x="2925" y="28469"/>
                        <a:pt x="3138" y="29219"/>
                        <a:pt x="3160" y="29974"/>
                      </a:cubicBezTo>
                      <a:cubicBezTo>
                        <a:pt x="3210" y="30214"/>
                        <a:pt x="3260" y="30453"/>
                        <a:pt x="3309" y="30692"/>
                      </a:cubicBezTo>
                      <a:cubicBezTo>
                        <a:pt x="3322" y="31111"/>
                        <a:pt x="3421" y="31650"/>
                        <a:pt x="3558" y="32050"/>
                      </a:cubicBezTo>
                      <a:cubicBezTo>
                        <a:pt x="3571" y="32149"/>
                        <a:pt x="3585" y="32250"/>
                        <a:pt x="3598" y="32349"/>
                      </a:cubicBezTo>
                      <a:cubicBezTo>
                        <a:pt x="3640" y="32581"/>
                        <a:pt x="3694" y="32808"/>
                        <a:pt x="3772" y="33035"/>
                      </a:cubicBezTo>
                      <a:cubicBezTo>
                        <a:pt x="3790" y="33164"/>
                        <a:pt x="3809" y="33291"/>
                        <a:pt x="3827" y="33420"/>
                      </a:cubicBezTo>
                      <a:cubicBezTo>
                        <a:pt x="4013" y="33958"/>
                        <a:pt x="4071" y="34536"/>
                        <a:pt x="4259" y="35069"/>
                      </a:cubicBezTo>
                      <a:cubicBezTo>
                        <a:pt x="4709" y="36347"/>
                        <a:pt x="5069" y="37652"/>
                        <a:pt x="5562" y="38927"/>
                      </a:cubicBezTo>
                      <a:cubicBezTo>
                        <a:pt x="6629" y="41692"/>
                        <a:pt x="8093" y="44371"/>
                        <a:pt x="9651" y="47061"/>
                      </a:cubicBezTo>
                      <a:cubicBezTo>
                        <a:pt x="10159" y="47940"/>
                        <a:pt x="10793" y="48757"/>
                        <a:pt x="11307" y="49631"/>
                      </a:cubicBezTo>
                      <a:cubicBezTo>
                        <a:pt x="11527" y="50003"/>
                        <a:pt x="11814" y="50305"/>
                        <a:pt x="12058" y="50666"/>
                      </a:cubicBezTo>
                      <a:cubicBezTo>
                        <a:pt x="12722" y="51650"/>
                        <a:pt x="13493" y="52634"/>
                        <a:pt x="14215" y="53611"/>
                      </a:cubicBezTo>
                      <a:cubicBezTo>
                        <a:pt x="15215" y="54962"/>
                        <a:pt x="16434" y="56194"/>
                        <a:pt x="17497" y="57534"/>
                      </a:cubicBezTo>
                      <a:cubicBezTo>
                        <a:pt x="17870" y="58004"/>
                        <a:pt x="18340" y="58412"/>
                        <a:pt x="18701" y="58865"/>
                      </a:cubicBezTo>
                      <a:cubicBezTo>
                        <a:pt x="19023" y="59266"/>
                        <a:pt x="19440" y="59569"/>
                        <a:pt x="19784" y="59965"/>
                      </a:cubicBezTo>
                      <a:cubicBezTo>
                        <a:pt x="20466" y="60752"/>
                        <a:pt x="21326" y="61501"/>
                        <a:pt x="22049" y="62283"/>
                      </a:cubicBezTo>
                      <a:cubicBezTo>
                        <a:pt x="22467" y="62736"/>
                        <a:pt x="22964" y="63102"/>
                        <a:pt x="23369" y="63538"/>
                      </a:cubicBezTo>
                      <a:cubicBezTo>
                        <a:pt x="23820" y="64027"/>
                        <a:pt x="24388" y="64417"/>
                        <a:pt x="24833" y="64887"/>
                      </a:cubicBezTo>
                      <a:cubicBezTo>
                        <a:pt x="24944" y="64977"/>
                        <a:pt x="25058" y="65067"/>
                        <a:pt x="25170" y="65156"/>
                      </a:cubicBezTo>
                      <a:cubicBezTo>
                        <a:pt x="25623" y="65645"/>
                        <a:pt x="26257" y="66077"/>
                        <a:pt x="26724" y="66564"/>
                      </a:cubicBezTo>
                      <a:cubicBezTo>
                        <a:pt x="26924" y="66773"/>
                        <a:pt x="27160" y="66871"/>
                        <a:pt x="27363" y="67079"/>
                      </a:cubicBezTo>
                      <a:cubicBezTo>
                        <a:pt x="28018" y="67757"/>
                        <a:pt x="28944" y="68307"/>
                        <a:pt x="29618" y="68992"/>
                      </a:cubicBezTo>
                      <a:cubicBezTo>
                        <a:pt x="29811" y="69187"/>
                        <a:pt x="30067" y="69320"/>
                        <a:pt x="30238" y="69495"/>
                      </a:cubicBezTo>
                      <a:cubicBezTo>
                        <a:pt x="30310" y="69541"/>
                        <a:pt x="30384" y="69589"/>
                        <a:pt x="30456" y="69637"/>
                      </a:cubicBezTo>
                      <a:cubicBezTo>
                        <a:pt x="30688" y="69872"/>
                        <a:pt x="31051" y="70087"/>
                        <a:pt x="31287" y="70325"/>
                      </a:cubicBezTo>
                      <a:cubicBezTo>
                        <a:pt x="31365" y="70375"/>
                        <a:pt x="31444" y="70427"/>
                        <a:pt x="31522" y="70478"/>
                      </a:cubicBezTo>
                      <a:cubicBezTo>
                        <a:pt x="31907" y="70867"/>
                        <a:pt x="32502" y="71175"/>
                        <a:pt x="32890" y="71566"/>
                      </a:cubicBezTo>
                      <a:cubicBezTo>
                        <a:pt x="32993" y="71633"/>
                        <a:pt x="33097" y="71700"/>
                        <a:pt x="33199" y="71767"/>
                      </a:cubicBezTo>
                      <a:cubicBezTo>
                        <a:pt x="33696" y="72265"/>
                        <a:pt x="34481" y="72622"/>
                        <a:pt x="34984" y="73125"/>
                      </a:cubicBezTo>
                      <a:cubicBezTo>
                        <a:pt x="35211" y="73281"/>
                        <a:pt x="35436" y="73435"/>
                        <a:pt x="35662" y="73589"/>
                      </a:cubicBezTo>
                      <a:cubicBezTo>
                        <a:pt x="35773" y="73700"/>
                        <a:pt x="36011" y="73795"/>
                        <a:pt x="36139" y="73925"/>
                      </a:cubicBezTo>
                      <a:cubicBezTo>
                        <a:pt x="36482" y="74268"/>
                        <a:pt x="37060" y="74537"/>
                        <a:pt x="37432" y="74864"/>
                      </a:cubicBezTo>
                      <a:cubicBezTo>
                        <a:pt x="37651" y="75057"/>
                        <a:pt x="37997" y="75191"/>
                        <a:pt x="38182" y="75376"/>
                      </a:cubicBezTo>
                      <a:cubicBezTo>
                        <a:pt x="38345" y="75539"/>
                        <a:pt x="38643" y="75649"/>
                        <a:pt x="38787" y="75793"/>
                      </a:cubicBezTo>
                      <a:cubicBezTo>
                        <a:pt x="39258" y="76101"/>
                        <a:pt x="39731" y="76407"/>
                        <a:pt x="40203" y="76713"/>
                      </a:cubicBezTo>
                      <a:cubicBezTo>
                        <a:pt x="41321" y="77439"/>
                        <a:pt x="42436" y="78120"/>
                        <a:pt x="43517" y="78816"/>
                      </a:cubicBezTo>
                      <a:cubicBezTo>
                        <a:pt x="44030" y="79146"/>
                        <a:pt x="44666" y="79405"/>
                        <a:pt x="44981" y="79816"/>
                      </a:cubicBezTo>
                      <a:cubicBezTo>
                        <a:pt x="45158" y="80049"/>
                        <a:pt x="45230" y="80383"/>
                        <a:pt x="45324" y="80636"/>
                      </a:cubicBezTo>
                      <a:cubicBezTo>
                        <a:pt x="45535" y="81208"/>
                        <a:pt x="45621" y="81886"/>
                        <a:pt x="45444" y="82508"/>
                      </a:cubicBezTo>
                      <a:cubicBezTo>
                        <a:pt x="45390" y="82697"/>
                        <a:pt x="45281" y="82826"/>
                        <a:pt x="45204" y="83024"/>
                      </a:cubicBezTo>
                      <a:cubicBezTo>
                        <a:pt x="45079" y="83342"/>
                        <a:pt x="44869" y="83835"/>
                        <a:pt x="44497" y="84134"/>
                      </a:cubicBezTo>
                      <a:cubicBezTo>
                        <a:pt x="44253" y="84327"/>
                        <a:pt x="44001" y="84588"/>
                        <a:pt x="43732" y="84756"/>
                      </a:cubicBezTo>
                      <a:cubicBezTo>
                        <a:pt x="43318" y="85016"/>
                        <a:pt x="42866" y="84877"/>
                        <a:pt x="42361" y="84687"/>
                      </a:cubicBezTo>
                      <a:cubicBezTo>
                        <a:pt x="42198" y="84590"/>
                        <a:pt x="42036" y="84494"/>
                        <a:pt x="41875" y="84397"/>
                      </a:cubicBezTo>
                      <a:cubicBezTo>
                        <a:pt x="41099" y="84095"/>
                        <a:pt x="40376" y="83446"/>
                        <a:pt x="39597" y="83141"/>
                      </a:cubicBezTo>
                      <a:cubicBezTo>
                        <a:pt x="39447" y="83082"/>
                        <a:pt x="39290" y="82935"/>
                        <a:pt x="39166" y="82886"/>
                      </a:cubicBezTo>
                      <a:cubicBezTo>
                        <a:pt x="38907" y="82727"/>
                        <a:pt x="38648" y="82567"/>
                        <a:pt x="38391" y="82407"/>
                      </a:cubicBezTo>
                      <a:cubicBezTo>
                        <a:pt x="38106" y="82296"/>
                        <a:pt x="37850" y="82024"/>
                        <a:pt x="37528" y="81898"/>
                      </a:cubicBezTo>
                      <a:cubicBezTo>
                        <a:pt x="37259" y="81792"/>
                        <a:pt x="36985" y="81594"/>
                        <a:pt x="36721" y="81423"/>
                      </a:cubicBezTo>
                      <a:cubicBezTo>
                        <a:pt x="36625" y="81361"/>
                        <a:pt x="36527" y="81298"/>
                        <a:pt x="36431" y="81235"/>
                      </a:cubicBezTo>
                      <a:cubicBezTo>
                        <a:pt x="36172" y="81132"/>
                        <a:pt x="35866" y="80917"/>
                        <a:pt x="35624" y="80760"/>
                      </a:cubicBezTo>
                      <a:cubicBezTo>
                        <a:pt x="35273" y="80532"/>
                        <a:pt x="34922" y="80304"/>
                        <a:pt x="34571" y="80077"/>
                      </a:cubicBezTo>
                      <a:cubicBezTo>
                        <a:pt x="34193" y="79927"/>
                        <a:pt x="33775" y="79585"/>
                        <a:pt x="33412" y="79349"/>
                      </a:cubicBezTo>
                      <a:cubicBezTo>
                        <a:pt x="33114" y="79155"/>
                        <a:pt x="32707" y="78945"/>
                        <a:pt x="32481" y="78720"/>
                      </a:cubicBezTo>
                      <a:cubicBezTo>
                        <a:pt x="32276" y="78586"/>
                        <a:pt x="32070" y="78452"/>
                        <a:pt x="31864" y="78318"/>
                      </a:cubicBezTo>
                      <a:cubicBezTo>
                        <a:pt x="31435" y="78039"/>
                        <a:pt x="31010" y="77764"/>
                        <a:pt x="30636" y="77471"/>
                      </a:cubicBezTo>
                      <a:cubicBezTo>
                        <a:pt x="30431" y="77338"/>
                        <a:pt x="30224" y="77204"/>
                        <a:pt x="30019" y="77070"/>
                      </a:cubicBezTo>
                      <a:cubicBezTo>
                        <a:pt x="29721" y="76771"/>
                        <a:pt x="29205" y="76545"/>
                        <a:pt x="28909" y="76249"/>
                      </a:cubicBezTo>
                      <a:cubicBezTo>
                        <a:pt x="28769" y="76159"/>
                        <a:pt x="28630" y="76068"/>
                        <a:pt x="28491" y="75977"/>
                      </a:cubicBezTo>
                      <a:cubicBezTo>
                        <a:pt x="28274" y="75761"/>
                        <a:pt x="27902" y="75572"/>
                        <a:pt x="27688" y="75357"/>
                      </a:cubicBezTo>
                      <a:cubicBezTo>
                        <a:pt x="27568" y="75278"/>
                        <a:pt x="27446" y="75200"/>
                        <a:pt x="27326" y="75121"/>
                      </a:cubicBezTo>
                      <a:cubicBezTo>
                        <a:pt x="27162" y="74956"/>
                        <a:pt x="26869" y="74784"/>
                        <a:pt x="26704" y="74619"/>
                      </a:cubicBezTo>
                      <a:cubicBezTo>
                        <a:pt x="26608" y="74556"/>
                        <a:pt x="26512" y="74493"/>
                        <a:pt x="26414" y="74430"/>
                      </a:cubicBezTo>
                      <a:cubicBezTo>
                        <a:pt x="25848" y="73858"/>
                        <a:pt x="25017" y="73426"/>
                        <a:pt x="24463" y="72863"/>
                      </a:cubicBezTo>
                      <a:cubicBezTo>
                        <a:pt x="24290" y="72735"/>
                        <a:pt x="24116" y="72606"/>
                        <a:pt x="23943" y="72477"/>
                      </a:cubicBezTo>
                      <a:cubicBezTo>
                        <a:pt x="23228" y="71745"/>
                        <a:pt x="22260" y="71157"/>
                        <a:pt x="21569" y="70436"/>
                      </a:cubicBezTo>
                      <a:cubicBezTo>
                        <a:pt x="21381" y="70240"/>
                        <a:pt x="21170" y="70152"/>
                        <a:pt x="20984" y="69957"/>
                      </a:cubicBezTo>
                      <a:cubicBezTo>
                        <a:pt x="20346" y="69283"/>
                        <a:pt x="19532" y="68682"/>
                        <a:pt x="18916" y="68016"/>
                      </a:cubicBezTo>
                      <a:cubicBezTo>
                        <a:pt x="18815" y="67907"/>
                        <a:pt x="18716" y="67881"/>
                        <a:pt x="18616" y="67772"/>
                      </a:cubicBezTo>
                      <a:cubicBezTo>
                        <a:pt x="18325" y="67455"/>
                        <a:pt x="17952" y="67128"/>
                        <a:pt x="17670" y="66809"/>
                      </a:cubicBezTo>
                      <a:cubicBezTo>
                        <a:pt x="17540" y="66660"/>
                        <a:pt x="17398" y="66598"/>
                        <a:pt x="17268" y="66448"/>
                      </a:cubicBezTo>
                      <a:cubicBezTo>
                        <a:pt x="16295" y="65333"/>
                        <a:pt x="15153" y="64336"/>
                        <a:pt x="14210" y="63218"/>
                      </a:cubicBezTo>
                      <a:cubicBezTo>
                        <a:pt x="12542" y="61234"/>
                        <a:pt x="10802" y="59300"/>
                        <a:pt x="9482" y="57258"/>
                      </a:cubicBezTo>
                      <a:cubicBezTo>
                        <a:pt x="9183" y="56796"/>
                        <a:pt x="8828" y="56409"/>
                        <a:pt x="8538" y="55948"/>
                      </a:cubicBezTo>
                      <a:cubicBezTo>
                        <a:pt x="8024" y="55131"/>
                        <a:pt x="7465" y="54326"/>
                        <a:pt x="6982" y="53494"/>
                      </a:cubicBezTo>
                      <a:cubicBezTo>
                        <a:pt x="6227" y="52188"/>
                        <a:pt x="5521" y="50873"/>
                        <a:pt x="4834" y="49559"/>
                      </a:cubicBezTo>
                      <a:cubicBezTo>
                        <a:pt x="4350" y="48635"/>
                        <a:pt x="3967" y="47640"/>
                        <a:pt x="3571" y="46696"/>
                      </a:cubicBezTo>
                      <a:cubicBezTo>
                        <a:pt x="3245" y="45923"/>
                        <a:pt x="2934" y="45171"/>
                        <a:pt x="2635" y="44396"/>
                      </a:cubicBezTo>
                      <a:cubicBezTo>
                        <a:pt x="2341" y="43634"/>
                        <a:pt x="2130" y="42841"/>
                        <a:pt x="1855" y="42072"/>
                      </a:cubicBezTo>
                      <a:cubicBezTo>
                        <a:pt x="1576" y="41289"/>
                        <a:pt x="1461" y="40459"/>
                        <a:pt x="1190" y="39673"/>
                      </a:cubicBezTo>
                      <a:cubicBezTo>
                        <a:pt x="1086" y="39374"/>
                        <a:pt x="1096" y="38997"/>
                        <a:pt x="994" y="38699"/>
                      </a:cubicBezTo>
                      <a:cubicBezTo>
                        <a:pt x="741" y="37966"/>
                        <a:pt x="680" y="37168"/>
                        <a:pt x="541" y="36414"/>
                      </a:cubicBezTo>
                      <a:cubicBezTo>
                        <a:pt x="-52" y="33193"/>
                        <a:pt x="-114" y="29896"/>
                        <a:pt x="146" y="26548"/>
                      </a:cubicBezTo>
                      <a:cubicBezTo>
                        <a:pt x="206" y="25774"/>
                        <a:pt x="383" y="25042"/>
                        <a:pt x="523" y="24253"/>
                      </a:cubicBezTo>
                      <a:cubicBezTo>
                        <a:pt x="586" y="23892"/>
                        <a:pt x="717" y="23436"/>
                        <a:pt x="1154" y="23169"/>
                      </a:cubicBezTo>
                      <a:cubicBezTo>
                        <a:pt x="1294" y="23084"/>
                        <a:pt x="1739" y="23017"/>
                        <a:pt x="1902" y="23057"/>
                      </a:cubicBezTo>
                      <a:cubicBezTo>
                        <a:pt x="2035" y="23089"/>
                        <a:pt x="2140" y="23194"/>
                        <a:pt x="2263" y="23191"/>
                      </a:cubicBezTo>
                      <a:close/>
                    </a:path>
                  </a:pathLst>
                </a:custGeom>
                <a:solidFill>
                  <a:srgbClr val="3B434F">
                    <a:alpha val="20000"/>
                  </a:srgbClr>
                </a:solidFill>
                <a:ln w="141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</p:grpSp>
          <p:grpSp>
            <p:nvGrpSpPr>
              <p:cNvPr id="189" name="그룹 188">
                <a:extLst>
                  <a:ext uri="{FF2B5EF4-FFF2-40B4-BE49-F238E27FC236}">
                    <a16:creationId xmlns:a16="http://schemas.microsoft.com/office/drawing/2014/main" id="{2B95C38D-8F27-40CF-931D-BAC862C777B7}"/>
                  </a:ext>
                </a:extLst>
              </p:cNvPr>
              <p:cNvGrpSpPr/>
              <p:nvPr/>
            </p:nvGrpSpPr>
            <p:grpSpPr>
              <a:xfrm>
                <a:off x="1639688" y="5022842"/>
                <a:ext cx="349650" cy="326202"/>
                <a:chOff x="1639688" y="5022842"/>
                <a:chExt cx="349650" cy="326202"/>
              </a:xfrm>
            </p:grpSpPr>
            <p:grpSp>
              <p:nvGrpSpPr>
                <p:cNvPr id="191" name="그룹 190">
                  <a:extLst>
                    <a:ext uri="{FF2B5EF4-FFF2-40B4-BE49-F238E27FC236}">
                      <a16:creationId xmlns:a16="http://schemas.microsoft.com/office/drawing/2014/main" id="{E83AEF66-B47A-4396-AE21-6F19B228C11B}"/>
                    </a:ext>
                  </a:extLst>
                </p:cNvPr>
                <p:cNvGrpSpPr/>
                <p:nvPr/>
              </p:nvGrpSpPr>
              <p:grpSpPr>
                <a:xfrm>
                  <a:off x="1639688" y="5120138"/>
                  <a:ext cx="281420" cy="228906"/>
                  <a:chOff x="1639688" y="5120138"/>
                  <a:chExt cx="281420" cy="228906"/>
                </a:xfrm>
              </p:grpSpPr>
              <p:grpSp>
                <p:nvGrpSpPr>
                  <p:cNvPr id="197" name="그룹 196">
                    <a:extLst>
                      <a:ext uri="{FF2B5EF4-FFF2-40B4-BE49-F238E27FC236}">
                        <a16:creationId xmlns:a16="http://schemas.microsoft.com/office/drawing/2014/main" id="{40A84DD0-3CF1-48C3-BE26-D76ECA620D12}"/>
                      </a:ext>
                    </a:extLst>
                  </p:cNvPr>
                  <p:cNvGrpSpPr/>
                  <p:nvPr/>
                </p:nvGrpSpPr>
                <p:grpSpPr>
                  <a:xfrm>
                    <a:off x="1639688" y="5120138"/>
                    <a:ext cx="281420" cy="228906"/>
                    <a:chOff x="5875685" y="4592960"/>
                    <a:chExt cx="603249" cy="539750"/>
                  </a:xfrm>
                </p:grpSpPr>
                <p:sp>
                  <p:nvSpPr>
                    <p:cNvPr id="218" name="AutoShape 3">
                      <a:extLst>
                        <a:ext uri="{FF2B5EF4-FFF2-40B4-BE49-F238E27FC236}">
                          <a16:creationId xmlns:a16="http://schemas.microsoft.com/office/drawing/2014/main" id="{51D40DC9-11D6-4FD8-A989-2D5C70378DCA}"/>
                        </a:ext>
                      </a:extLst>
                    </p:cNvPr>
                    <p:cNvSpPr>
                      <a:spLocks noChangeAspect="1" noChangeArrowheads="1" noTextEdit="1"/>
                    </p:cNvSpPr>
                    <p:nvPr/>
                  </p:nvSpPr>
                  <p:spPr bwMode="auto">
                    <a:xfrm>
                      <a:off x="5877272" y="4592960"/>
                      <a:ext cx="601662" cy="53975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219" name="Rectangle 5">
                      <a:extLst>
                        <a:ext uri="{FF2B5EF4-FFF2-40B4-BE49-F238E27FC236}">
                          <a16:creationId xmlns:a16="http://schemas.microsoft.com/office/drawing/2014/main" id="{0BBC276E-AF6B-455B-9E1F-89A4013B7E4A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082059" y="5042223"/>
                      <a:ext cx="187325" cy="61913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220" name="Freeform 6">
                      <a:extLst>
                        <a:ext uri="{FF2B5EF4-FFF2-40B4-BE49-F238E27FC236}">
                          <a16:creationId xmlns:a16="http://schemas.microsoft.com/office/drawing/2014/main" id="{462D61EA-9FA2-4EB1-BF32-70CCA22CBA36}"/>
                        </a:ext>
                      </a:extLst>
                    </p:cNvPr>
                    <p:cNvSpPr>
                      <a:spLocks noEditPoints="1"/>
                    </p:cNvSpPr>
                    <p:nvPr/>
                  </p:nvSpPr>
                  <p:spPr bwMode="auto">
                    <a:xfrm>
                      <a:off x="6074122" y="5035873"/>
                      <a:ext cx="203200" cy="74613"/>
                    </a:xfrm>
                    <a:custGeom>
                      <a:avLst/>
                      <a:gdLst>
                        <a:gd name="T0" fmla="*/ 115 w 119"/>
                        <a:gd name="T1" fmla="*/ 44 h 44"/>
                        <a:gd name="T2" fmla="*/ 4 w 119"/>
                        <a:gd name="T3" fmla="*/ 44 h 44"/>
                        <a:gd name="T4" fmla="*/ 0 w 119"/>
                        <a:gd name="T5" fmla="*/ 40 h 44"/>
                        <a:gd name="T6" fmla="*/ 0 w 119"/>
                        <a:gd name="T7" fmla="*/ 4 h 44"/>
                        <a:gd name="T8" fmla="*/ 4 w 119"/>
                        <a:gd name="T9" fmla="*/ 0 h 44"/>
                        <a:gd name="T10" fmla="*/ 115 w 119"/>
                        <a:gd name="T11" fmla="*/ 0 h 44"/>
                        <a:gd name="T12" fmla="*/ 119 w 119"/>
                        <a:gd name="T13" fmla="*/ 4 h 44"/>
                        <a:gd name="T14" fmla="*/ 119 w 119"/>
                        <a:gd name="T15" fmla="*/ 40 h 44"/>
                        <a:gd name="T16" fmla="*/ 115 w 119"/>
                        <a:gd name="T17" fmla="*/ 44 h 44"/>
                        <a:gd name="T18" fmla="*/ 8 w 119"/>
                        <a:gd name="T19" fmla="*/ 36 h 44"/>
                        <a:gd name="T20" fmla="*/ 111 w 119"/>
                        <a:gd name="T21" fmla="*/ 36 h 44"/>
                        <a:gd name="T22" fmla="*/ 111 w 119"/>
                        <a:gd name="T23" fmla="*/ 8 h 44"/>
                        <a:gd name="T24" fmla="*/ 8 w 119"/>
                        <a:gd name="T25" fmla="*/ 8 h 44"/>
                        <a:gd name="T26" fmla="*/ 8 w 119"/>
                        <a:gd name="T27" fmla="*/ 36 h 4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</a:cxnLst>
                      <a:rect l="0" t="0" r="r" b="b"/>
                      <a:pathLst>
                        <a:path w="119" h="44">
                          <a:moveTo>
                            <a:pt x="115" y="44"/>
                          </a:moveTo>
                          <a:cubicBezTo>
                            <a:pt x="4" y="44"/>
                            <a:pt x="4" y="44"/>
                            <a:pt x="4" y="44"/>
                          </a:cubicBezTo>
                          <a:cubicBezTo>
                            <a:pt x="1" y="44"/>
                            <a:pt x="0" y="42"/>
                            <a:pt x="0" y="40"/>
                          </a:cubicBezTo>
                          <a:cubicBezTo>
                            <a:pt x="0" y="4"/>
                            <a:pt x="0" y="4"/>
                            <a:pt x="0" y="4"/>
                          </a:cubicBezTo>
                          <a:cubicBezTo>
                            <a:pt x="0" y="2"/>
                            <a:pt x="1" y="0"/>
                            <a:pt x="4" y="0"/>
                          </a:cubicBezTo>
                          <a:cubicBezTo>
                            <a:pt x="115" y="0"/>
                            <a:pt x="115" y="0"/>
                            <a:pt x="115" y="0"/>
                          </a:cubicBezTo>
                          <a:cubicBezTo>
                            <a:pt x="117" y="0"/>
                            <a:pt x="119" y="2"/>
                            <a:pt x="119" y="4"/>
                          </a:cubicBezTo>
                          <a:cubicBezTo>
                            <a:pt x="119" y="40"/>
                            <a:pt x="119" y="40"/>
                            <a:pt x="119" y="40"/>
                          </a:cubicBezTo>
                          <a:cubicBezTo>
                            <a:pt x="119" y="42"/>
                            <a:pt x="117" y="44"/>
                            <a:pt x="115" y="44"/>
                          </a:cubicBezTo>
                          <a:close/>
                          <a:moveTo>
                            <a:pt x="8" y="36"/>
                          </a:moveTo>
                          <a:cubicBezTo>
                            <a:pt x="111" y="36"/>
                            <a:pt x="111" y="36"/>
                            <a:pt x="111" y="36"/>
                          </a:cubicBezTo>
                          <a:cubicBezTo>
                            <a:pt x="111" y="8"/>
                            <a:pt x="111" y="8"/>
                            <a:pt x="111" y="8"/>
                          </a:cubicBezTo>
                          <a:cubicBezTo>
                            <a:pt x="8" y="8"/>
                            <a:pt x="8" y="8"/>
                            <a:pt x="8" y="8"/>
                          </a:cubicBezTo>
                          <a:lnTo>
                            <a:pt x="8" y="36"/>
                          </a:lnTo>
                          <a:close/>
                        </a:path>
                      </a:pathLst>
                    </a:custGeom>
                    <a:solidFill>
                      <a:srgbClr val="1E1E1E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221" name="Freeform 7">
                      <a:extLst>
                        <a:ext uri="{FF2B5EF4-FFF2-40B4-BE49-F238E27FC236}">
                          <a16:creationId xmlns:a16="http://schemas.microsoft.com/office/drawing/2014/main" id="{68A8C8F5-6ABB-4D66-B7AF-5A2FD9A002D7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6010622" y="5088260"/>
                      <a:ext cx="328612" cy="36513"/>
                    </a:xfrm>
                    <a:custGeom>
                      <a:avLst/>
                      <a:gdLst>
                        <a:gd name="T0" fmla="*/ 194 w 194"/>
                        <a:gd name="T1" fmla="*/ 16 h 21"/>
                        <a:gd name="T2" fmla="*/ 190 w 194"/>
                        <a:gd name="T3" fmla="*/ 21 h 21"/>
                        <a:gd name="T4" fmla="*/ 4 w 194"/>
                        <a:gd name="T5" fmla="*/ 21 h 21"/>
                        <a:gd name="T6" fmla="*/ 0 w 194"/>
                        <a:gd name="T7" fmla="*/ 16 h 21"/>
                        <a:gd name="T8" fmla="*/ 0 w 194"/>
                        <a:gd name="T9" fmla="*/ 5 h 21"/>
                        <a:gd name="T10" fmla="*/ 4 w 194"/>
                        <a:gd name="T11" fmla="*/ 0 h 21"/>
                        <a:gd name="T12" fmla="*/ 190 w 194"/>
                        <a:gd name="T13" fmla="*/ 0 h 21"/>
                        <a:gd name="T14" fmla="*/ 194 w 194"/>
                        <a:gd name="T15" fmla="*/ 5 h 21"/>
                        <a:gd name="T16" fmla="*/ 194 w 194"/>
                        <a:gd name="T17" fmla="*/ 16 h 21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</a:cxnLst>
                      <a:rect l="0" t="0" r="r" b="b"/>
                      <a:pathLst>
                        <a:path w="194" h="21">
                          <a:moveTo>
                            <a:pt x="194" y="16"/>
                          </a:moveTo>
                          <a:cubicBezTo>
                            <a:pt x="194" y="19"/>
                            <a:pt x="192" y="21"/>
                            <a:pt x="190" y="21"/>
                          </a:cubicBezTo>
                          <a:cubicBezTo>
                            <a:pt x="4" y="21"/>
                            <a:pt x="4" y="21"/>
                            <a:pt x="4" y="21"/>
                          </a:cubicBezTo>
                          <a:cubicBezTo>
                            <a:pt x="2" y="21"/>
                            <a:pt x="0" y="19"/>
                            <a:pt x="0" y="16"/>
                          </a:cubicBezTo>
                          <a:cubicBezTo>
                            <a:pt x="0" y="5"/>
                            <a:pt x="0" y="5"/>
                            <a:pt x="0" y="5"/>
                          </a:cubicBezTo>
                          <a:cubicBezTo>
                            <a:pt x="0" y="2"/>
                            <a:pt x="2" y="0"/>
                            <a:pt x="4" y="0"/>
                          </a:cubicBezTo>
                          <a:cubicBezTo>
                            <a:pt x="190" y="0"/>
                            <a:pt x="190" y="0"/>
                            <a:pt x="190" y="0"/>
                          </a:cubicBezTo>
                          <a:cubicBezTo>
                            <a:pt x="192" y="0"/>
                            <a:pt x="194" y="2"/>
                            <a:pt x="194" y="5"/>
                          </a:cubicBezTo>
                          <a:lnTo>
                            <a:pt x="194" y="16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222" name="Freeform 8">
                      <a:extLst>
                        <a:ext uri="{FF2B5EF4-FFF2-40B4-BE49-F238E27FC236}">
                          <a16:creationId xmlns:a16="http://schemas.microsoft.com/office/drawing/2014/main" id="{527D7AD2-E888-450B-B5AC-853177AB0C7B}"/>
                        </a:ext>
                      </a:extLst>
                    </p:cNvPr>
                    <p:cNvSpPr>
                      <a:spLocks noEditPoints="1"/>
                    </p:cNvSpPr>
                    <p:nvPr/>
                  </p:nvSpPr>
                  <p:spPr bwMode="auto">
                    <a:xfrm>
                      <a:off x="6002684" y="5081910"/>
                      <a:ext cx="344487" cy="49213"/>
                    </a:xfrm>
                    <a:custGeom>
                      <a:avLst/>
                      <a:gdLst>
                        <a:gd name="T0" fmla="*/ 194 w 202"/>
                        <a:gd name="T1" fmla="*/ 29 h 29"/>
                        <a:gd name="T2" fmla="*/ 8 w 202"/>
                        <a:gd name="T3" fmla="*/ 29 h 29"/>
                        <a:gd name="T4" fmla="*/ 0 w 202"/>
                        <a:gd name="T5" fmla="*/ 20 h 29"/>
                        <a:gd name="T6" fmla="*/ 0 w 202"/>
                        <a:gd name="T7" fmla="*/ 9 h 29"/>
                        <a:gd name="T8" fmla="*/ 8 w 202"/>
                        <a:gd name="T9" fmla="*/ 0 h 29"/>
                        <a:gd name="T10" fmla="*/ 194 w 202"/>
                        <a:gd name="T11" fmla="*/ 0 h 29"/>
                        <a:gd name="T12" fmla="*/ 202 w 202"/>
                        <a:gd name="T13" fmla="*/ 9 h 29"/>
                        <a:gd name="T14" fmla="*/ 202 w 202"/>
                        <a:gd name="T15" fmla="*/ 20 h 29"/>
                        <a:gd name="T16" fmla="*/ 194 w 202"/>
                        <a:gd name="T17" fmla="*/ 29 h 29"/>
                        <a:gd name="T18" fmla="*/ 8 w 202"/>
                        <a:gd name="T19" fmla="*/ 21 h 29"/>
                        <a:gd name="T20" fmla="*/ 194 w 202"/>
                        <a:gd name="T21" fmla="*/ 21 h 29"/>
                        <a:gd name="T22" fmla="*/ 194 w 202"/>
                        <a:gd name="T23" fmla="*/ 20 h 29"/>
                        <a:gd name="T24" fmla="*/ 194 w 202"/>
                        <a:gd name="T25" fmla="*/ 9 h 29"/>
                        <a:gd name="T26" fmla="*/ 194 w 202"/>
                        <a:gd name="T27" fmla="*/ 8 h 29"/>
                        <a:gd name="T28" fmla="*/ 8 w 202"/>
                        <a:gd name="T29" fmla="*/ 8 h 29"/>
                        <a:gd name="T30" fmla="*/ 8 w 202"/>
                        <a:gd name="T31" fmla="*/ 9 h 29"/>
                        <a:gd name="T32" fmla="*/ 8 w 202"/>
                        <a:gd name="T33" fmla="*/ 20 h 29"/>
                        <a:gd name="T34" fmla="*/ 8 w 202"/>
                        <a:gd name="T35" fmla="*/ 21 h 2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</a:cxnLst>
                      <a:rect l="0" t="0" r="r" b="b"/>
                      <a:pathLst>
                        <a:path w="202" h="29">
                          <a:moveTo>
                            <a:pt x="194" y="29"/>
                          </a:moveTo>
                          <a:cubicBezTo>
                            <a:pt x="8" y="29"/>
                            <a:pt x="8" y="29"/>
                            <a:pt x="8" y="29"/>
                          </a:cubicBezTo>
                          <a:cubicBezTo>
                            <a:pt x="4" y="29"/>
                            <a:pt x="0" y="25"/>
                            <a:pt x="0" y="20"/>
                          </a:cubicBezTo>
                          <a:cubicBezTo>
                            <a:pt x="0" y="9"/>
                            <a:pt x="0" y="9"/>
                            <a:pt x="0" y="9"/>
                          </a:cubicBezTo>
                          <a:cubicBezTo>
                            <a:pt x="0" y="4"/>
                            <a:pt x="4" y="0"/>
                            <a:pt x="8" y="0"/>
                          </a:cubicBezTo>
                          <a:cubicBezTo>
                            <a:pt x="194" y="0"/>
                            <a:pt x="194" y="0"/>
                            <a:pt x="194" y="0"/>
                          </a:cubicBezTo>
                          <a:cubicBezTo>
                            <a:pt x="199" y="0"/>
                            <a:pt x="202" y="4"/>
                            <a:pt x="202" y="9"/>
                          </a:cubicBezTo>
                          <a:cubicBezTo>
                            <a:pt x="202" y="20"/>
                            <a:pt x="202" y="20"/>
                            <a:pt x="202" y="20"/>
                          </a:cubicBezTo>
                          <a:cubicBezTo>
                            <a:pt x="202" y="25"/>
                            <a:pt x="199" y="29"/>
                            <a:pt x="194" y="29"/>
                          </a:cubicBezTo>
                          <a:close/>
                          <a:moveTo>
                            <a:pt x="8" y="21"/>
                          </a:moveTo>
                          <a:cubicBezTo>
                            <a:pt x="194" y="21"/>
                            <a:pt x="194" y="21"/>
                            <a:pt x="194" y="21"/>
                          </a:cubicBezTo>
                          <a:cubicBezTo>
                            <a:pt x="194" y="21"/>
                            <a:pt x="194" y="21"/>
                            <a:pt x="194" y="20"/>
                          </a:cubicBezTo>
                          <a:cubicBezTo>
                            <a:pt x="194" y="9"/>
                            <a:pt x="194" y="9"/>
                            <a:pt x="194" y="9"/>
                          </a:cubicBezTo>
                          <a:cubicBezTo>
                            <a:pt x="194" y="9"/>
                            <a:pt x="194" y="8"/>
                            <a:pt x="194" y="8"/>
                          </a:cubicBezTo>
                          <a:cubicBezTo>
                            <a:pt x="8" y="8"/>
                            <a:pt x="8" y="8"/>
                            <a:pt x="8" y="8"/>
                          </a:cubicBezTo>
                          <a:cubicBezTo>
                            <a:pt x="8" y="8"/>
                            <a:pt x="8" y="9"/>
                            <a:pt x="8" y="9"/>
                          </a:cubicBezTo>
                          <a:cubicBezTo>
                            <a:pt x="8" y="20"/>
                            <a:pt x="8" y="20"/>
                            <a:pt x="8" y="20"/>
                          </a:cubicBezTo>
                          <a:cubicBezTo>
                            <a:pt x="8" y="21"/>
                            <a:pt x="8" y="21"/>
                            <a:pt x="8" y="21"/>
                          </a:cubicBezTo>
                          <a:close/>
                        </a:path>
                      </a:pathLst>
                    </a:custGeom>
                    <a:solidFill>
                      <a:srgbClr val="1E1E1E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223" name="Freeform 9">
                      <a:extLst>
                        <a:ext uri="{FF2B5EF4-FFF2-40B4-BE49-F238E27FC236}">
                          <a16:creationId xmlns:a16="http://schemas.microsoft.com/office/drawing/2014/main" id="{74359622-5BAB-41C1-82EF-5943FC8F76F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882034" y="4599310"/>
                      <a:ext cx="588962" cy="449263"/>
                    </a:xfrm>
                    <a:custGeom>
                      <a:avLst/>
                      <a:gdLst>
                        <a:gd name="T0" fmla="*/ 346 w 346"/>
                        <a:gd name="T1" fmla="*/ 260 h 264"/>
                        <a:gd name="T2" fmla="*/ 342 w 346"/>
                        <a:gd name="T3" fmla="*/ 264 h 264"/>
                        <a:gd name="T4" fmla="*/ 4 w 346"/>
                        <a:gd name="T5" fmla="*/ 264 h 264"/>
                        <a:gd name="T6" fmla="*/ 0 w 346"/>
                        <a:gd name="T7" fmla="*/ 260 h 264"/>
                        <a:gd name="T8" fmla="*/ 0 w 346"/>
                        <a:gd name="T9" fmla="*/ 4 h 264"/>
                        <a:gd name="T10" fmla="*/ 4 w 346"/>
                        <a:gd name="T11" fmla="*/ 0 h 264"/>
                        <a:gd name="T12" fmla="*/ 342 w 346"/>
                        <a:gd name="T13" fmla="*/ 0 h 264"/>
                        <a:gd name="T14" fmla="*/ 346 w 346"/>
                        <a:gd name="T15" fmla="*/ 4 h 264"/>
                        <a:gd name="T16" fmla="*/ 346 w 346"/>
                        <a:gd name="T17" fmla="*/ 260 h 26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</a:cxnLst>
                      <a:rect l="0" t="0" r="r" b="b"/>
                      <a:pathLst>
                        <a:path w="346" h="264">
                          <a:moveTo>
                            <a:pt x="346" y="260"/>
                          </a:moveTo>
                          <a:cubicBezTo>
                            <a:pt x="346" y="263"/>
                            <a:pt x="344" y="264"/>
                            <a:pt x="342" y="264"/>
                          </a:cubicBezTo>
                          <a:cubicBezTo>
                            <a:pt x="4" y="264"/>
                            <a:pt x="4" y="264"/>
                            <a:pt x="4" y="264"/>
                          </a:cubicBezTo>
                          <a:cubicBezTo>
                            <a:pt x="2" y="264"/>
                            <a:pt x="0" y="263"/>
                            <a:pt x="0" y="260"/>
                          </a:cubicBezTo>
                          <a:cubicBezTo>
                            <a:pt x="0" y="4"/>
                            <a:pt x="0" y="4"/>
                            <a:pt x="0" y="4"/>
                          </a:cubicBezTo>
                          <a:cubicBezTo>
                            <a:pt x="0" y="2"/>
                            <a:pt x="2" y="0"/>
                            <a:pt x="4" y="0"/>
                          </a:cubicBezTo>
                          <a:cubicBezTo>
                            <a:pt x="342" y="0"/>
                            <a:pt x="342" y="0"/>
                            <a:pt x="342" y="0"/>
                          </a:cubicBezTo>
                          <a:cubicBezTo>
                            <a:pt x="344" y="0"/>
                            <a:pt x="346" y="2"/>
                            <a:pt x="346" y="4"/>
                          </a:cubicBezTo>
                          <a:lnTo>
                            <a:pt x="346" y="260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224" name="Freeform 10">
                      <a:extLst>
                        <a:ext uri="{FF2B5EF4-FFF2-40B4-BE49-F238E27FC236}">
                          <a16:creationId xmlns:a16="http://schemas.microsoft.com/office/drawing/2014/main" id="{0F9437E1-FE99-4B41-AFA6-6B15DA39E2FF}"/>
                        </a:ext>
                      </a:extLst>
                    </p:cNvPr>
                    <p:cNvSpPr>
                      <a:spLocks noEditPoints="1"/>
                    </p:cNvSpPr>
                    <p:nvPr/>
                  </p:nvSpPr>
                  <p:spPr bwMode="auto">
                    <a:xfrm>
                      <a:off x="5875685" y="4592960"/>
                      <a:ext cx="601662" cy="461963"/>
                    </a:xfrm>
                    <a:custGeom>
                      <a:avLst/>
                      <a:gdLst>
                        <a:gd name="T0" fmla="*/ 346 w 354"/>
                        <a:gd name="T1" fmla="*/ 272 h 272"/>
                        <a:gd name="T2" fmla="*/ 8 w 354"/>
                        <a:gd name="T3" fmla="*/ 272 h 272"/>
                        <a:gd name="T4" fmla="*/ 0 w 354"/>
                        <a:gd name="T5" fmla="*/ 264 h 272"/>
                        <a:gd name="T6" fmla="*/ 0 w 354"/>
                        <a:gd name="T7" fmla="*/ 8 h 272"/>
                        <a:gd name="T8" fmla="*/ 8 w 354"/>
                        <a:gd name="T9" fmla="*/ 0 h 272"/>
                        <a:gd name="T10" fmla="*/ 346 w 354"/>
                        <a:gd name="T11" fmla="*/ 0 h 272"/>
                        <a:gd name="T12" fmla="*/ 354 w 354"/>
                        <a:gd name="T13" fmla="*/ 8 h 272"/>
                        <a:gd name="T14" fmla="*/ 354 w 354"/>
                        <a:gd name="T15" fmla="*/ 264 h 272"/>
                        <a:gd name="T16" fmla="*/ 346 w 354"/>
                        <a:gd name="T17" fmla="*/ 272 h 272"/>
                        <a:gd name="T18" fmla="*/ 346 w 354"/>
                        <a:gd name="T19" fmla="*/ 264 h 272"/>
                        <a:gd name="T20" fmla="*/ 346 w 354"/>
                        <a:gd name="T21" fmla="*/ 268 h 272"/>
                        <a:gd name="T22" fmla="*/ 346 w 354"/>
                        <a:gd name="T23" fmla="*/ 264 h 272"/>
                        <a:gd name="T24" fmla="*/ 346 w 354"/>
                        <a:gd name="T25" fmla="*/ 264 h 272"/>
                        <a:gd name="T26" fmla="*/ 346 w 354"/>
                        <a:gd name="T27" fmla="*/ 8 h 272"/>
                        <a:gd name="T28" fmla="*/ 8 w 354"/>
                        <a:gd name="T29" fmla="*/ 8 h 272"/>
                        <a:gd name="T30" fmla="*/ 8 w 354"/>
                        <a:gd name="T31" fmla="*/ 264 h 272"/>
                        <a:gd name="T32" fmla="*/ 346 w 354"/>
                        <a:gd name="T33" fmla="*/ 264 h 272"/>
                        <a:gd name="T34" fmla="*/ 346 w 354"/>
                        <a:gd name="T35" fmla="*/ 8 h 272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</a:cxnLst>
                      <a:rect l="0" t="0" r="r" b="b"/>
                      <a:pathLst>
                        <a:path w="354" h="272">
                          <a:moveTo>
                            <a:pt x="346" y="272"/>
                          </a:moveTo>
                          <a:cubicBezTo>
                            <a:pt x="8" y="272"/>
                            <a:pt x="8" y="272"/>
                            <a:pt x="8" y="272"/>
                          </a:cubicBezTo>
                          <a:cubicBezTo>
                            <a:pt x="4" y="272"/>
                            <a:pt x="0" y="269"/>
                            <a:pt x="0" y="264"/>
                          </a:cubicBezTo>
                          <a:cubicBezTo>
                            <a:pt x="0" y="8"/>
                            <a:pt x="0" y="8"/>
                            <a:pt x="0" y="8"/>
                          </a:cubicBezTo>
                          <a:cubicBezTo>
                            <a:pt x="0" y="4"/>
                            <a:pt x="4" y="0"/>
                            <a:pt x="8" y="0"/>
                          </a:cubicBezTo>
                          <a:cubicBezTo>
                            <a:pt x="346" y="0"/>
                            <a:pt x="346" y="0"/>
                            <a:pt x="346" y="0"/>
                          </a:cubicBezTo>
                          <a:cubicBezTo>
                            <a:pt x="350" y="0"/>
                            <a:pt x="354" y="4"/>
                            <a:pt x="354" y="8"/>
                          </a:cubicBezTo>
                          <a:cubicBezTo>
                            <a:pt x="354" y="264"/>
                            <a:pt x="354" y="264"/>
                            <a:pt x="354" y="264"/>
                          </a:cubicBezTo>
                          <a:cubicBezTo>
                            <a:pt x="354" y="269"/>
                            <a:pt x="350" y="272"/>
                            <a:pt x="346" y="272"/>
                          </a:cubicBezTo>
                          <a:close/>
                          <a:moveTo>
                            <a:pt x="346" y="264"/>
                          </a:moveTo>
                          <a:cubicBezTo>
                            <a:pt x="346" y="268"/>
                            <a:pt x="346" y="268"/>
                            <a:pt x="346" y="268"/>
                          </a:cubicBezTo>
                          <a:cubicBezTo>
                            <a:pt x="346" y="264"/>
                            <a:pt x="346" y="264"/>
                            <a:pt x="346" y="264"/>
                          </a:cubicBezTo>
                          <a:cubicBezTo>
                            <a:pt x="346" y="264"/>
                            <a:pt x="346" y="264"/>
                            <a:pt x="346" y="264"/>
                          </a:cubicBezTo>
                          <a:close/>
                          <a:moveTo>
                            <a:pt x="346" y="8"/>
                          </a:moveTo>
                          <a:cubicBezTo>
                            <a:pt x="8" y="8"/>
                            <a:pt x="8" y="8"/>
                            <a:pt x="8" y="8"/>
                          </a:cubicBezTo>
                          <a:cubicBezTo>
                            <a:pt x="8" y="264"/>
                            <a:pt x="8" y="264"/>
                            <a:pt x="8" y="264"/>
                          </a:cubicBezTo>
                          <a:cubicBezTo>
                            <a:pt x="346" y="264"/>
                            <a:pt x="346" y="264"/>
                            <a:pt x="346" y="264"/>
                          </a:cubicBezTo>
                          <a:lnTo>
                            <a:pt x="346" y="8"/>
                          </a:lnTo>
                          <a:close/>
                        </a:path>
                      </a:pathLst>
                    </a:custGeom>
                    <a:solidFill>
                      <a:srgbClr val="1E1E1E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225" name="Rectangle 11">
                      <a:extLst>
                        <a:ext uri="{FF2B5EF4-FFF2-40B4-BE49-F238E27FC236}">
                          <a16:creationId xmlns:a16="http://schemas.microsoft.com/office/drawing/2014/main" id="{4555089F-2306-4894-82A8-E70C661B59A4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915372" y="4632648"/>
                      <a:ext cx="522287" cy="347663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226" name="Freeform 12">
                      <a:extLst>
                        <a:ext uri="{FF2B5EF4-FFF2-40B4-BE49-F238E27FC236}">
                          <a16:creationId xmlns:a16="http://schemas.microsoft.com/office/drawing/2014/main" id="{2D5E8ECF-33EE-4527-AD34-B60FEA4C13FA}"/>
                        </a:ext>
                      </a:extLst>
                    </p:cNvPr>
                    <p:cNvSpPr>
                      <a:spLocks noEditPoints="1"/>
                    </p:cNvSpPr>
                    <p:nvPr/>
                  </p:nvSpPr>
                  <p:spPr bwMode="auto">
                    <a:xfrm>
                      <a:off x="5909022" y="4626298"/>
                      <a:ext cx="534987" cy="358775"/>
                    </a:xfrm>
                    <a:custGeom>
                      <a:avLst/>
                      <a:gdLst>
                        <a:gd name="T0" fmla="*/ 311 w 314"/>
                        <a:gd name="T1" fmla="*/ 211 h 211"/>
                        <a:gd name="T2" fmla="*/ 3 w 314"/>
                        <a:gd name="T3" fmla="*/ 211 h 211"/>
                        <a:gd name="T4" fmla="*/ 0 w 314"/>
                        <a:gd name="T5" fmla="*/ 208 h 211"/>
                        <a:gd name="T6" fmla="*/ 0 w 314"/>
                        <a:gd name="T7" fmla="*/ 3 h 211"/>
                        <a:gd name="T8" fmla="*/ 3 w 314"/>
                        <a:gd name="T9" fmla="*/ 0 h 211"/>
                        <a:gd name="T10" fmla="*/ 311 w 314"/>
                        <a:gd name="T11" fmla="*/ 0 h 211"/>
                        <a:gd name="T12" fmla="*/ 314 w 314"/>
                        <a:gd name="T13" fmla="*/ 3 h 211"/>
                        <a:gd name="T14" fmla="*/ 314 w 314"/>
                        <a:gd name="T15" fmla="*/ 208 h 211"/>
                        <a:gd name="T16" fmla="*/ 311 w 314"/>
                        <a:gd name="T17" fmla="*/ 211 h 211"/>
                        <a:gd name="T18" fmla="*/ 6 w 314"/>
                        <a:gd name="T19" fmla="*/ 205 h 211"/>
                        <a:gd name="T20" fmla="*/ 308 w 314"/>
                        <a:gd name="T21" fmla="*/ 205 h 211"/>
                        <a:gd name="T22" fmla="*/ 308 w 314"/>
                        <a:gd name="T23" fmla="*/ 6 h 211"/>
                        <a:gd name="T24" fmla="*/ 6 w 314"/>
                        <a:gd name="T25" fmla="*/ 6 h 211"/>
                        <a:gd name="T26" fmla="*/ 6 w 314"/>
                        <a:gd name="T27" fmla="*/ 205 h 211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</a:cxnLst>
                      <a:rect l="0" t="0" r="r" b="b"/>
                      <a:pathLst>
                        <a:path w="314" h="211">
                          <a:moveTo>
                            <a:pt x="311" y="211"/>
                          </a:moveTo>
                          <a:cubicBezTo>
                            <a:pt x="3" y="211"/>
                            <a:pt x="3" y="211"/>
                            <a:pt x="3" y="211"/>
                          </a:cubicBezTo>
                          <a:cubicBezTo>
                            <a:pt x="2" y="211"/>
                            <a:pt x="0" y="210"/>
                            <a:pt x="0" y="208"/>
                          </a:cubicBezTo>
                          <a:cubicBezTo>
                            <a:pt x="0" y="3"/>
                            <a:pt x="0" y="3"/>
                            <a:pt x="0" y="3"/>
                          </a:cubicBezTo>
                          <a:cubicBezTo>
                            <a:pt x="0" y="2"/>
                            <a:pt x="2" y="0"/>
                            <a:pt x="3" y="0"/>
                          </a:cubicBezTo>
                          <a:cubicBezTo>
                            <a:pt x="311" y="0"/>
                            <a:pt x="311" y="0"/>
                            <a:pt x="311" y="0"/>
                          </a:cubicBezTo>
                          <a:cubicBezTo>
                            <a:pt x="313" y="0"/>
                            <a:pt x="314" y="2"/>
                            <a:pt x="314" y="3"/>
                          </a:cubicBezTo>
                          <a:cubicBezTo>
                            <a:pt x="314" y="208"/>
                            <a:pt x="314" y="208"/>
                            <a:pt x="314" y="208"/>
                          </a:cubicBezTo>
                          <a:cubicBezTo>
                            <a:pt x="314" y="210"/>
                            <a:pt x="313" y="211"/>
                            <a:pt x="311" y="211"/>
                          </a:cubicBezTo>
                          <a:close/>
                          <a:moveTo>
                            <a:pt x="6" y="205"/>
                          </a:moveTo>
                          <a:cubicBezTo>
                            <a:pt x="308" y="205"/>
                            <a:pt x="308" y="205"/>
                            <a:pt x="308" y="205"/>
                          </a:cubicBezTo>
                          <a:cubicBezTo>
                            <a:pt x="308" y="6"/>
                            <a:pt x="308" y="6"/>
                            <a:pt x="308" y="6"/>
                          </a:cubicBezTo>
                          <a:cubicBezTo>
                            <a:pt x="6" y="6"/>
                            <a:pt x="6" y="6"/>
                            <a:pt x="6" y="6"/>
                          </a:cubicBezTo>
                          <a:lnTo>
                            <a:pt x="6" y="205"/>
                          </a:lnTo>
                          <a:close/>
                        </a:path>
                      </a:pathLst>
                    </a:custGeom>
                    <a:solidFill>
                      <a:srgbClr val="1E1E1E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227" name="Oval 13">
                      <a:extLst>
                        <a:ext uri="{FF2B5EF4-FFF2-40B4-BE49-F238E27FC236}">
                          <a16:creationId xmlns:a16="http://schemas.microsoft.com/office/drawing/2014/main" id="{D9BE72E3-9D57-447C-92AF-619DD2DECDA0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63022" y="5000948"/>
                      <a:ext cx="30162" cy="30163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228" name="Freeform 14">
                      <a:extLst>
                        <a:ext uri="{FF2B5EF4-FFF2-40B4-BE49-F238E27FC236}">
                          <a16:creationId xmlns:a16="http://schemas.microsoft.com/office/drawing/2014/main" id="{DD115F09-567B-440E-98C5-A3192103C83B}"/>
                        </a:ext>
                      </a:extLst>
                    </p:cNvPr>
                    <p:cNvSpPr>
                      <a:spLocks noEditPoints="1"/>
                    </p:cNvSpPr>
                    <p:nvPr/>
                  </p:nvSpPr>
                  <p:spPr bwMode="auto">
                    <a:xfrm>
                      <a:off x="6159847" y="4996185"/>
                      <a:ext cx="36512" cy="38100"/>
                    </a:xfrm>
                    <a:custGeom>
                      <a:avLst/>
                      <a:gdLst>
                        <a:gd name="T0" fmla="*/ 11 w 22"/>
                        <a:gd name="T1" fmla="*/ 22 h 22"/>
                        <a:gd name="T2" fmla="*/ 0 w 22"/>
                        <a:gd name="T3" fmla="*/ 11 h 22"/>
                        <a:gd name="T4" fmla="*/ 11 w 22"/>
                        <a:gd name="T5" fmla="*/ 0 h 22"/>
                        <a:gd name="T6" fmla="*/ 22 w 22"/>
                        <a:gd name="T7" fmla="*/ 11 h 22"/>
                        <a:gd name="T8" fmla="*/ 11 w 22"/>
                        <a:gd name="T9" fmla="*/ 22 h 22"/>
                        <a:gd name="T10" fmla="*/ 11 w 22"/>
                        <a:gd name="T11" fmla="*/ 4 h 22"/>
                        <a:gd name="T12" fmla="*/ 4 w 22"/>
                        <a:gd name="T13" fmla="*/ 11 h 22"/>
                        <a:gd name="T14" fmla="*/ 11 w 22"/>
                        <a:gd name="T15" fmla="*/ 18 h 22"/>
                        <a:gd name="T16" fmla="*/ 18 w 22"/>
                        <a:gd name="T17" fmla="*/ 11 h 22"/>
                        <a:gd name="T18" fmla="*/ 11 w 22"/>
                        <a:gd name="T19" fmla="*/ 4 h 22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</a:cxnLst>
                      <a:rect l="0" t="0" r="r" b="b"/>
                      <a:pathLst>
                        <a:path w="22" h="22">
                          <a:moveTo>
                            <a:pt x="11" y="22"/>
                          </a:moveTo>
                          <a:cubicBezTo>
                            <a:pt x="5" y="22"/>
                            <a:pt x="0" y="17"/>
                            <a:pt x="0" y="11"/>
                          </a:cubicBezTo>
                          <a:cubicBezTo>
                            <a:pt x="0" y="5"/>
                            <a:pt x="5" y="0"/>
                            <a:pt x="11" y="0"/>
                          </a:cubicBezTo>
                          <a:cubicBezTo>
                            <a:pt x="17" y="0"/>
                            <a:pt x="22" y="5"/>
                            <a:pt x="22" y="11"/>
                          </a:cubicBezTo>
                          <a:cubicBezTo>
                            <a:pt x="22" y="17"/>
                            <a:pt x="17" y="22"/>
                            <a:pt x="11" y="22"/>
                          </a:cubicBezTo>
                          <a:close/>
                          <a:moveTo>
                            <a:pt x="11" y="4"/>
                          </a:moveTo>
                          <a:cubicBezTo>
                            <a:pt x="7" y="4"/>
                            <a:pt x="4" y="7"/>
                            <a:pt x="4" y="11"/>
                          </a:cubicBezTo>
                          <a:cubicBezTo>
                            <a:pt x="4" y="15"/>
                            <a:pt x="7" y="18"/>
                            <a:pt x="11" y="18"/>
                          </a:cubicBezTo>
                          <a:cubicBezTo>
                            <a:pt x="15" y="18"/>
                            <a:pt x="18" y="15"/>
                            <a:pt x="18" y="11"/>
                          </a:cubicBezTo>
                          <a:cubicBezTo>
                            <a:pt x="18" y="7"/>
                            <a:pt x="15" y="4"/>
                            <a:pt x="11" y="4"/>
                          </a:cubicBezTo>
                          <a:close/>
                        </a:path>
                      </a:pathLst>
                    </a:custGeom>
                    <a:solidFill>
                      <a:srgbClr val="1E1E1E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ko-KR" altLang="en-US"/>
                    </a:p>
                  </p:txBody>
                </p:sp>
              </p:grpSp>
              <p:grpSp>
                <p:nvGrpSpPr>
                  <p:cNvPr id="198" name="그룹 197">
                    <a:extLst>
                      <a:ext uri="{FF2B5EF4-FFF2-40B4-BE49-F238E27FC236}">
                        <a16:creationId xmlns:a16="http://schemas.microsoft.com/office/drawing/2014/main" id="{D12BE9BD-73CF-4326-A9E5-1E450854A547}"/>
                      </a:ext>
                    </a:extLst>
                  </p:cNvPr>
                  <p:cNvGrpSpPr/>
                  <p:nvPr/>
                </p:nvGrpSpPr>
                <p:grpSpPr>
                  <a:xfrm>
                    <a:off x="1681292" y="5173786"/>
                    <a:ext cx="196853" cy="96044"/>
                    <a:chOff x="2973403" y="6628465"/>
                    <a:chExt cx="317033" cy="127834"/>
                  </a:xfrm>
                </p:grpSpPr>
                <p:sp>
                  <p:nvSpPr>
                    <p:cNvPr id="199" name="Rectangle 60">
                      <a:extLst>
                        <a:ext uri="{FF2B5EF4-FFF2-40B4-BE49-F238E27FC236}">
                          <a16:creationId xmlns:a16="http://schemas.microsoft.com/office/drawing/2014/main" id="{38843EAD-F67C-4837-B7BF-5831F920D7D3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139590" y="6628465"/>
                      <a:ext cx="150846" cy="7671"/>
                    </a:xfrm>
                    <a:prstGeom prst="rect">
                      <a:avLst/>
                    </a:prstGeom>
                    <a:solidFill>
                      <a:srgbClr val="1E1E1E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200" name="Rectangle 61">
                      <a:extLst>
                        <a:ext uri="{FF2B5EF4-FFF2-40B4-BE49-F238E27FC236}">
                          <a16:creationId xmlns:a16="http://schemas.microsoft.com/office/drawing/2014/main" id="{9ADAEAA2-C7FB-4088-BD56-1A40B73C80B1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139590" y="6654032"/>
                      <a:ext cx="150846" cy="10227"/>
                    </a:xfrm>
                    <a:prstGeom prst="rect">
                      <a:avLst/>
                    </a:prstGeom>
                    <a:solidFill>
                      <a:srgbClr val="1E1E1E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203" name="Rectangle 62">
                      <a:extLst>
                        <a:ext uri="{FF2B5EF4-FFF2-40B4-BE49-F238E27FC236}">
                          <a16:creationId xmlns:a16="http://schemas.microsoft.com/office/drawing/2014/main" id="{BA624726-C5FC-45ED-AFE5-0290D71AB620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139590" y="6682155"/>
                      <a:ext cx="150846" cy="10227"/>
                    </a:xfrm>
                    <a:prstGeom prst="rect">
                      <a:avLst/>
                    </a:prstGeom>
                    <a:solidFill>
                      <a:srgbClr val="1E1E1E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204" name="Rectangle 63">
                      <a:extLst>
                        <a:ext uri="{FF2B5EF4-FFF2-40B4-BE49-F238E27FC236}">
                          <a16:creationId xmlns:a16="http://schemas.microsoft.com/office/drawing/2014/main" id="{4610238F-7A64-45FA-80D6-39C507A83783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139590" y="6712836"/>
                      <a:ext cx="150846" cy="7671"/>
                    </a:xfrm>
                    <a:prstGeom prst="rect">
                      <a:avLst/>
                    </a:prstGeom>
                    <a:solidFill>
                      <a:srgbClr val="1E1E1E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206" name="Rectangle 64">
                      <a:extLst>
                        <a:ext uri="{FF2B5EF4-FFF2-40B4-BE49-F238E27FC236}">
                          <a16:creationId xmlns:a16="http://schemas.microsoft.com/office/drawing/2014/main" id="{543C7DE6-9E68-4EB8-9458-34A233066B69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139590" y="6743517"/>
                      <a:ext cx="150846" cy="10227"/>
                    </a:xfrm>
                    <a:prstGeom prst="rect">
                      <a:avLst/>
                    </a:prstGeom>
                    <a:solidFill>
                      <a:srgbClr val="1E1E1E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207" name="Rectangle 65">
                      <a:extLst>
                        <a:ext uri="{FF2B5EF4-FFF2-40B4-BE49-F238E27FC236}">
                          <a16:creationId xmlns:a16="http://schemas.microsoft.com/office/drawing/2014/main" id="{618CA810-0114-4F53-A4C9-D40879B48DFF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973403" y="6679599"/>
                      <a:ext cx="30680" cy="76700"/>
                    </a:xfrm>
                    <a:prstGeom prst="rect">
                      <a:avLst/>
                    </a:prstGeom>
                    <a:solidFill>
                      <a:srgbClr val="FFCF58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209" name="Rectangle 66">
                      <a:extLst>
                        <a:ext uri="{FF2B5EF4-FFF2-40B4-BE49-F238E27FC236}">
                          <a16:creationId xmlns:a16="http://schemas.microsoft.com/office/drawing/2014/main" id="{03E2CBCF-A92D-49CE-9BFF-09AF64BBF3AC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027094" y="6656588"/>
                      <a:ext cx="30680" cy="99711"/>
                    </a:xfrm>
                    <a:prstGeom prst="rect">
                      <a:avLst/>
                    </a:prstGeom>
                    <a:solidFill>
                      <a:srgbClr val="FFCF58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210" name="Rectangle 67">
                      <a:extLst>
                        <a:ext uri="{FF2B5EF4-FFF2-40B4-BE49-F238E27FC236}">
                          <a16:creationId xmlns:a16="http://schemas.microsoft.com/office/drawing/2014/main" id="{2E0E11F8-2055-4C1B-B7FD-7D7C563E011F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080786" y="6631021"/>
                      <a:ext cx="30680" cy="125278"/>
                    </a:xfrm>
                    <a:prstGeom prst="rect">
                      <a:avLst/>
                    </a:prstGeom>
                    <a:solidFill>
                      <a:srgbClr val="FFCF58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ko-KR" altLang="en-US"/>
                    </a:p>
                  </p:txBody>
                </p:sp>
              </p:grpSp>
            </p:grpSp>
            <p:grpSp>
              <p:nvGrpSpPr>
                <p:cNvPr id="193" name="그룹 192">
                  <a:extLst>
                    <a:ext uri="{FF2B5EF4-FFF2-40B4-BE49-F238E27FC236}">
                      <a16:creationId xmlns:a16="http://schemas.microsoft.com/office/drawing/2014/main" id="{796AB12A-6222-4B41-A135-7595DF5AEB99}"/>
                    </a:ext>
                  </a:extLst>
                </p:cNvPr>
                <p:cNvGrpSpPr/>
                <p:nvPr/>
              </p:nvGrpSpPr>
              <p:grpSpPr>
                <a:xfrm>
                  <a:off x="1781536" y="5022842"/>
                  <a:ext cx="207802" cy="207800"/>
                  <a:chOff x="1482240" y="5709084"/>
                  <a:chExt cx="182564" cy="182563"/>
                </a:xfrm>
              </p:grpSpPr>
              <p:sp>
                <p:nvSpPr>
                  <p:cNvPr id="194" name="Freeform 68">
                    <a:extLst>
                      <a:ext uri="{FF2B5EF4-FFF2-40B4-BE49-F238E27FC236}">
                        <a16:creationId xmlns:a16="http://schemas.microsoft.com/office/drawing/2014/main" id="{D6DDCA93-72B5-4767-9167-888B04EE02DF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1485415" y="5713846"/>
                    <a:ext cx="174627" cy="174626"/>
                  </a:xfrm>
                  <a:custGeom>
                    <a:avLst/>
                    <a:gdLst>
                      <a:gd name="T0" fmla="*/ 132 w 132"/>
                      <a:gd name="T1" fmla="*/ 74 h 132"/>
                      <a:gd name="T2" fmla="*/ 132 w 132"/>
                      <a:gd name="T3" fmla="*/ 56 h 132"/>
                      <a:gd name="T4" fmla="*/ 122 w 132"/>
                      <a:gd name="T5" fmla="*/ 56 h 132"/>
                      <a:gd name="T6" fmla="*/ 119 w 132"/>
                      <a:gd name="T7" fmla="*/ 46 h 132"/>
                      <a:gd name="T8" fmla="*/ 128 w 132"/>
                      <a:gd name="T9" fmla="*/ 41 h 132"/>
                      <a:gd name="T10" fmla="*/ 119 w 132"/>
                      <a:gd name="T11" fmla="*/ 26 h 132"/>
                      <a:gd name="T12" fmla="*/ 111 w 132"/>
                      <a:gd name="T13" fmla="*/ 30 h 132"/>
                      <a:gd name="T14" fmla="*/ 103 w 132"/>
                      <a:gd name="T15" fmla="*/ 22 h 132"/>
                      <a:gd name="T16" fmla="*/ 108 w 132"/>
                      <a:gd name="T17" fmla="*/ 13 h 132"/>
                      <a:gd name="T18" fmla="*/ 93 w 132"/>
                      <a:gd name="T19" fmla="*/ 4 h 132"/>
                      <a:gd name="T20" fmla="*/ 88 w 132"/>
                      <a:gd name="T21" fmla="*/ 13 h 132"/>
                      <a:gd name="T22" fmla="*/ 75 w 132"/>
                      <a:gd name="T23" fmla="*/ 9 h 132"/>
                      <a:gd name="T24" fmla="*/ 75 w 132"/>
                      <a:gd name="T25" fmla="*/ 0 h 132"/>
                      <a:gd name="T26" fmla="*/ 57 w 132"/>
                      <a:gd name="T27" fmla="*/ 0 h 132"/>
                      <a:gd name="T28" fmla="*/ 57 w 132"/>
                      <a:gd name="T29" fmla="*/ 9 h 132"/>
                      <a:gd name="T30" fmla="*/ 43 w 132"/>
                      <a:gd name="T31" fmla="*/ 13 h 132"/>
                      <a:gd name="T32" fmla="*/ 38 w 132"/>
                      <a:gd name="T33" fmla="*/ 4 h 132"/>
                      <a:gd name="T34" fmla="*/ 23 w 132"/>
                      <a:gd name="T35" fmla="*/ 14 h 132"/>
                      <a:gd name="T36" fmla="*/ 28 w 132"/>
                      <a:gd name="T37" fmla="*/ 23 h 132"/>
                      <a:gd name="T38" fmla="*/ 21 w 132"/>
                      <a:gd name="T39" fmla="*/ 31 h 132"/>
                      <a:gd name="T40" fmla="*/ 12 w 132"/>
                      <a:gd name="T41" fmla="*/ 26 h 132"/>
                      <a:gd name="T42" fmla="*/ 4 w 132"/>
                      <a:gd name="T43" fmla="*/ 41 h 132"/>
                      <a:gd name="T44" fmla="*/ 13 w 132"/>
                      <a:gd name="T45" fmla="*/ 46 h 132"/>
                      <a:gd name="T46" fmla="*/ 10 w 132"/>
                      <a:gd name="T47" fmla="*/ 56 h 132"/>
                      <a:gd name="T48" fmla="*/ 0 w 132"/>
                      <a:gd name="T49" fmla="*/ 56 h 132"/>
                      <a:gd name="T50" fmla="*/ 0 w 132"/>
                      <a:gd name="T51" fmla="*/ 74 h 132"/>
                      <a:gd name="T52" fmla="*/ 10 w 132"/>
                      <a:gd name="T53" fmla="*/ 74 h 132"/>
                      <a:gd name="T54" fmla="*/ 13 w 132"/>
                      <a:gd name="T55" fmla="*/ 85 h 132"/>
                      <a:gd name="T56" fmla="*/ 4 w 132"/>
                      <a:gd name="T57" fmla="*/ 90 h 132"/>
                      <a:gd name="T58" fmla="*/ 12 w 132"/>
                      <a:gd name="T59" fmla="*/ 105 h 132"/>
                      <a:gd name="T60" fmla="*/ 22 w 132"/>
                      <a:gd name="T61" fmla="*/ 100 h 132"/>
                      <a:gd name="T62" fmla="*/ 29 w 132"/>
                      <a:gd name="T63" fmla="*/ 108 h 132"/>
                      <a:gd name="T64" fmla="*/ 24 w 132"/>
                      <a:gd name="T65" fmla="*/ 117 h 132"/>
                      <a:gd name="T66" fmla="*/ 39 w 132"/>
                      <a:gd name="T67" fmla="*/ 126 h 132"/>
                      <a:gd name="T68" fmla="*/ 44 w 132"/>
                      <a:gd name="T69" fmla="*/ 117 h 132"/>
                      <a:gd name="T70" fmla="*/ 57 w 132"/>
                      <a:gd name="T71" fmla="*/ 121 h 132"/>
                      <a:gd name="T72" fmla="*/ 57 w 132"/>
                      <a:gd name="T73" fmla="*/ 132 h 132"/>
                      <a:gd name="T74" fmla="*/ 75 w 132"/>
                      <a:gd name="T75" fmla="*/ 132 h 132"/>
                      <a:gd name="T76" fmla="*/ 75 w 132"/>
                      <a:gd name="T77" fmla="*/ 121 h 132"/>
                      <a:gd name="T78" fmla="*/ 88 w 132"/>
                      <a:gd name="T79" fmla="*/ 117 h 132"/>
                      <a:gd name="T80" fmla="*/ 93 w 132"/>
                      <a:gd name="T81" fmla="*/ 126 h 132"/>
                      <a:gd name="T82" fmla="*/ 108 w 132"/>
                      <a:gd name="T83" fmla="*/ 116 h 132"/>
                      <a:gd name="T84" fmla="*/ 103 w 132"/>
                      <a:gd name="T85" fmla="*/ 108 h 132"/>
                      <a:gd name="T86" fmla="*/ 110 w 132"/>
                      <a:gd name="T87" fmla="*/ 100 h 132"/>
                      <a:gd name="T88" fmla="*/ 119 w 132"/>
                      <a:gd name="T89" fmla="*/ 105 h 132"/>
                      <a:gd name="T90" fmla="*/ 128 w 132"/>
                      <a:gd name="T91" fmla="*/ 90 h 132"/>
                      <a:gd name="T92" fmla="*/ 119 w 132"/>
                      <a:gd name="T93" fmla="*/ 85 h 132"/>
                      <a:gd name="T94" fmla="*/ 122 w 132"/>
                      <a:gd name="T95" fmla="*/ 74 h 132"/>
                      <a:gd name="T96" fmla="*/ 132 w 132"/>
                      <a:gd name="T97" fmla="*/ 74 h 132"/>
                      <a:gd name="T98" fmla="*/ 36 w 132"/>
                      <a:gd name="T99" fmla="*/ 66 h 132"/>
                      <a:gd name="T100" fmla="*/ 66 w 132"/>
                      <a:gd name="T101" fmla="*/ 36 h 132"/>
                      <a:gd name="T102" fmla="*/ 95 w 132"/>
                      <a:gd name="T103" fmla="*/ 66 h 132"/>
                      <a:gd name="T104" fmla="*/ 66 w 132"/>
                      <a:gd name="T105" fmla="*/ 96 h 132"/>
                      <a:gd name="T106" fmla="*/ 36 w 132"/>
                      <a:gd name="T107" fmla="*/ 66 h 13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  <a:cxn ang="0">
                        <a:pos x="T102" y="T103"/>
                      </a:cxn>
                      <a:cxn ang="0">
                        <a:pos x="T104" y="T105"/>
                      </a:cxn>
                      <a:cxn ang="0">
                        <a:pos x="T106" y="T107"/>
                      </a:cxn>
                    </a:cxnLst>
                    <a:rect l="0" t="0" r="r" b="b"/>
                    <a:pathLst>
                      <a:path w="132" h="132">
                        <a:moveTo>
                          <a:pt x="132" y="74"/>
                        </a:moveTo>
                        <a:cubicBezTo>
                          <a:pt x="132" y="56"/>
                          <a:pt x="132" y="56"/>
                          <a:pt x="132" y="56"/>
                        </a:cubicBezTo>
                        <a:cubicBezTo>
                          <a:pt x="122" y="56"/>
                          <a:pt x="122" y="56"/>
                          <a:pt x="122" y="56"/>
                        </a:cubicBezTo>
                        <a:cubicBezTo>
                          <a:pt x="121" y="52"/>
                          <a:pt x="121" y="49"/>
                          <a:pt x="119" y="46"/>
                        </a:cubicBezTo>
                        <a:cubicBezTo>
                          <a:pt x="128" y="41"/>
                          <a:pt x="128" y="41"/>
                          <a:pt x="128" y="41"/>
                        </a:cubicBezTo>
                        <a:cubicBezTo>
                          <a:pt x="119" y="26"/>
                          <a:pt x="119" y="26"/>
                          <a:pt x="119" y="26"/>
                        </a:cubicBezTo>
                        <a:cubicBezTo>
                          <a:pt x="111" y="30"/>
                          <a:pt x="111" y="30"/>
                          <a:pt x="111" y="30"/>
                        </a:cubicBezTo>
                        <a:cubicBezTo>
                          <a:pt x="108" y="27"/>
                          <a:pt x="106" y="24"/>
                          <a:pt x="103" y="22"/>
                        </a:cubicBezTo>
                        <a:cubicBezTo>
                          <a:pt x="108" y="13"/>
                          <a:pt x="108" y="13"/>
                          <a:pt x="108" y="13"/>
                        </a:cubicBezTo>
                        <a:cubicBezTo>
                          <a:pt x="93" y="4"/>
                          <a:pt x="93" y="4"/>
                          <a:pt x="93" y="4"/>
                        </a:cubicBezTo>
                        <a:cubicBezTo>
                          <a:pt x="88" y="13"/>
                          <a:pt x="88" y="13"/>
                          <a:pt x="88" y="13"/>
                        </a:cubicBezTo>
                        <a:cubicBezTo>
                          <a:pt x="84" y="11"/>
                          <a:pt x="79" y="10"/>
                          <a:pt x="75" y="9"/>
                        </a:cubicBezTo>
                        <a:cubicBezTo>
                          <a:pt x="75" y="0"/>
                          <a:pt x="75" y="0"/>
                          <a:pt x="75" y="0"/>
                        </a:cubicBezTo>
                        <a:cubicBezTo>
                          <a:pt x="57" y="0"/>
                          <a:pt x="57" y="0"/>
                          <a:pt x="57" y="0"/>
                        </a:cubicBezTo>
                        <a:cubicBezTo>
                          <a:pt x="57" y="9"/>
                          <a:pt x="57" y="9"/>
                          <a:pt x="57" y="9"/>
                        </a:cubicBezTo>
                        <a:cubicBezTo>
                          <a:pt x="52" y="10"/>
                          <a:pt x="48" y="11"/>
                          <a:pt x="43" y="13"/>
                        </a:cubicBezTo>
                        <a:cubicBezTo>
                          <a:pt x="38" y="4"/>
                          <a:pt x="38" y="4"/>
                          <a:pt x="38" y="4"/>
                        </a:cubicBezTo>
                        <a:cubicBezTo>
                          <a:pt x="23" y="14"/>
                          <a:pt x="23" y="14"/>
                          <a:pt x="23" y="14"/>
                        </a:cubicBezTo>
                        <a:cubicBezTo>
                          <a:pt x="28" y="23"/>
                          <a:pt x="28" y="23"/>
                          <a:pt x="28" y="23"/>
                        </a:cubicBezTo>
                        <a:cubicBezTo>
                          <a:pt x="26" y="25"/>
                          <a:pt x="23" y="28"/>
                          <a:pt x="21" y="31"/>
                        </a:cubicBezTo>
                        <a:cubicBezTo>
                          <a:pt x="12" y="26"/>
                          <a:pt x="12" y="26"/>
                          <a:pt x="12" y="26"/>
                        </a:cubicBezTo>
                        <a:cubicBezTo>
                          <a:pt x="4" y="41"/>
                          <a:pt x="4" y="41"/>
                          <a:pt x="4" y="41"/>
                        </a:cubicBezTo>
                        <a:cubicBezTo>
                          <a:pt x="13" y="46"/>
                          <a:pt x="13" y="46"/>
                          <a:pt x="13" y="46"/>
                        </a:cubicBezTo>
                        <a:cubicBezTo>
                          <a:pt x="12" y="49"/>
                          <a:pt x="11" y="53"/>
                          <a:pt x="10" y="56"/>
                        </a:cubicBezTo>
                        <a:cubicBezTo>
                          <a:pt x="0" y="56"/>
                          <a:pt x="0" y="56"/>
                          <a:pt x="0" y="56"/>
                        </a:cubicBezTo>
                        <a:cubicBezTo>
                          <a:pt x="0" y="74"/>
                          <a:pt x="0" y="74"/>
                          <a:pt x="0" y="74"/>
                        </a:cubicBezTo>
                        <a:cubicBezTo>
                          <a:pt x="10" y="74"/>
                          <a:pt x="10" y="74"/>
                          <a:pt x="10" y="74"/>
                        </a:cubicBezTo>
                        <a:cubicBezTo>
                          <a:pt x="11" y="77"/>
                          <a:pt x="12" y="81"/>
                          <a:pt x="13" y="85"/>
                        </a:cubicBezTo>
                        <a:cubicBezTo>
                          <a:pt x="4" y="90"/>
                          <a:pt x="4" y="90"/>
                          <a:pt x="4" y="90"/>
                        </a:cubicBezTo>
                        <a:cubicBezTo>
                          <a:pt x="12" y="105"/>
                          <a:pt x="12" y="105"/>
                          <a:pt x="12" y="105"/>
                        </a:cubicBezTo>
                        <a:cubicBezTo>
                          <a:pt x="22" y="100"/>
                          <a:pt x="22" y="100"/>
                          <a:pt x="22" y="100"/>
                        </a:cubicBezTo>
                        <a:cubicBezTo>
                          <a:pt x="24" y="103"/>
                          <a:pt x="26" y="106"/>
                          <a:pt x="29" y="108"/>
                        </a:cubicBezTo>
                        <a:cubicBezTo>
                          <a:pt x="24" y="117"/>
                          <a:pt x="24" y="117"/>
                          <a:pt x="24" y="117"/>
                        </a:cubicBezTo>
                        <a:cubicBezTo>
                          <a:pt x="39" y="126"/>
                          <a:pt x="39" y="126"/>
                          <a:pt x="39" y="126"/>
                        </a:cubicBezTo>
                        <a:cubicBezTo>
                          <a:pt x="44" y="117"/>
                          <a:pt x="44" y="117"/>
                          <a:pt x="44" y="117"/>
                        </a:cubicBezTo>
                        <a:cubicBezTo>
                          <a:pt x="48" y="119"/>
                          <a:pt x="53" y="120"/>
                          <a:pt x="57" y="121"/>
                        </a:cubicBezTo>
                        <a:cubicBezTo>
                          <a:pt x="57" y="132"/>
                          <a:pt x="57" y="132"/>
                          <a:pt x="57" y="132"/>
                        </a:cubicBezTo>
                        <a:cubicBezTo>
                          <a:pt x="75" y="132"/>
                          <a:pt x="75" y="132"/>
                          <a:pt x="75" y="132"/>
                        </a:cubicBezTo>
                        <a:cubicBezTo>
                          <a:pt x="75" y="121"/>
                          <a:pt x="75" y="121"/>
                          <a:pt x="75" y="121"/>
                        </a:cubicBezTo>
                        <a:cubicBezTo>
                          <a:pt x="79" y="120"/>
                          <a:pt x="84" y="119"/>
                          <a:pt x="88" y="117"/>
                        </a:cubicBezTo>
                        <a:cubicBezTo>
                          <a:pt x="93" y="126"/>
                          <a:pt x="93" y="126"/>
                          <a:pt x="93" y="126"/>
                        </a:cubicBezTo>
                        <a:cubicBezTo>
                          <a:pt x="108" y="116"/>
                          <a:pt x="108" y="116"/>
                          <a:pt x="108" y="116"/>
                        </a:cubicBezTo>
                        <a:cubicBezTo>
                          <a:pt x="103" y="108"/>
                          <a:pt x="103" y="108"/>
                          <a:pt x="103" y="108"/>
                        </a:cubicBezTo>
                        <a:cubicBezTo>
                          <a:pt x="105" y="106"/>
                          <a:pt x="108" y="103"/>
                          <a:pt x="110" y="100"/>
                        </a:cubicBezTo>
                        <a:cubicBezTo>
                          <a:pt x="119" y="105"/>
                          <a:pt x="119" y="105"/>
                          <a:pt x="119" y="105"/>
                        </a:cubicBezTo>
                        <a:cubicBezTo>
                          <a:pt x="128" y="90"/>
                          <a:pt x="128" y="90"/>
                          <a:pt x="128" y="90"/>
                        </a:cubicBezTo>
                        <a:cubicBezTo>
                          <a:pt x="119" y="85"/>
                          <a:pt x="119" y="85"/>
                          <a:pt x="119" y="85"/>
                        </a:cubicBezTo>
                        <a:cubicBezTo>
                          <a:pt x="120" y="82"/>
                          <a:pt x="121" y="78"/>
                          <a:pt x="122" y="74"/>
                        </a:cubicBezTo>
                        <a:lnTo>
                          <a:pt x="132" y="74"/>
                        </a:lnTo>
                        <a:close/>
                        <a:moveTo>
                          <a:pt x="36" y="66"/>
                        </a:moveTo>
                        <a:cubicBezTo>
                          <a:pt x="36" y="49"/>
                          <a:pt x="49" y="36"/>
                          <a:pt x="66" y="36"/>
                        </a:cubicBezTo>
                        <a:cubicBezTo>
                          <a:pt x="82" y="36"/>
                          <a:pt x="95" y="49"/>
                          <a:pt x="95" y="66"/>
                        </a:cubicBezTo>
                        <a:cubicBezTo>
                          <a:pt x="95" y="82"/>
                          <a:pt x="82" y="96"/>
                          <a:pt x="66" y="96"/>
                        </a:cubicBezTo>
                        <a:cubicBezTo>
                          <a:pt x="49" y="96"/>
                          <a:pt x="36" y="82"/>
                          <a:pt x="36" y="66"/>
                        </a:cubicBezTo>
                        <a:close/>
                      </a:path>
                    </a:pathLst>
                  </a:custGeom>
                  <a:solidFill>
                    <a:srgbClr val="FFC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/>
                  </a:p>
                </p:txBody>
              </p:sp>
              <p:sp>
                <p:nvSpPr>
                  <p:cNvPr id="196" name="Freeform 69">
                    <a:extLst>
                      <a:ext uri="{FF2B5EF4-FFF2-40B4-BE49-F238E27FC236}">
                        <a16:creationId xmlns:a16="http://schemas.microsoft.com/office/drawing/2014/main" id="{2C5C075C-726F-47DA-B286-585AD2D094BB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1482240" y="5709084"/>
                    <a:ext cx="182564" cy="182563"/>
                  </a:xfrm>
                  <a:custGeom>
                    <a:avLst/>
                    <a:gdLst>
                      <a:gd name="T0" fmla="*/ 57 w 138"/>
                      <a:gd name="T1" fmla="*/ 135 h 138"/>
                      <a:gd name="T2" fmla="*/ 44 w 138"/>
                      <a:gd name="T3" fmla="*/ 130 h 138"/>
                      <a:gd name="T4" fmla="*/ 25 w 138"/>
                      <a:gd name="T5" fmla="*/ 122 h 138"/>
                      <a:gd name="T6" fmla="*/ 24 w 138"/>
                      <a:gd name="T7" fmla="*/ 107 h 138"/>
                      <a:gd name="T8" fmla="*/ 13 w 138"/>
                      <a:gd name="T9" fmla="*/ 110 h 138"/>
                      <a:gd name="T10" fmla="*/ 13 w 138"/>
                      <a:gd name="T11" fmla="*/ 86 h 138"/>
                      <a:gd name="T12" fmla="*/ 0 w 138"/>
                      <a:gd name="T13" fmla="*/ 77 h 138"/>
                      <a:gd name="T14" fmla="*/ 11 w 138"/>
                      <a:gd name="T15" fmla="*/ 56 h 138"/>
                      <a:gd name="T16" fmla="*/ 4 w 138"/>
                      <a:gd name="T17" fmla="*/ 43 h 138"/>
                      <a:gd name="T18" fmla="*/ 23 w 138"/>
                      <a:gd name="T19" fmla="*/ 30 h 138"/>
                      <a:gd name="T20" fmla="*/ 24 w 138"/>
                      <a:gd name="T21" fmla="*/ 14 h 138"/>
                      <a:gd name="T22" fmla="*/ 47 w 138"/>
                      <a:gd name="T23" fmla="*/ 13 h 138"/>
                      <a:gd name="T24" fmla="*/ 60 w 138"/>
                      <a:gd name="T25" fmla="*/ 0 h 138"/>
                      <a:gd name="T26" fmla="*/ 80 w 138"/>
                      <a:gd name="T27" fmla="*/ 10 h 138"/>
                      <a:gd name="T28" fmla="*/ 97 w 138"/>
                      <a:gd name="T29" fmla="*/ 5 h 138"/>
                      <a:gd name="T30" fmla="*/ 109 w 138"/>
                      <a:gd name="T31" fmla="*/ 24 h 138"/>
                      <a:gd name="T32" fmla="*/ 124 w 138"/>
                      <a:gd name="T33" fmla="*/ 28 h 138"/>
                      <a:gd name="T34" fmla="*/ 126 w 138"/>
                      <a:gd name="T35" fmla="*/ 50 h 138"/>
                      <a:gd name="T36" fmla="*/ 138 w 138"/>
                      <a:gd name="T37" fmla="*/ 59 h 138"/>
                      <a:gd name="T38" fmla="*/ 127 w 138"/>
                      <a:gd name="T39" fmla="*/ 79 h 138"/>
                      <a:gd name="T40" fmla="*/ 133 w 138"/>
                      <a:gd name="T41" fmla="*/ 94 h 138"/>
                      <a:gd name="T42" fmla="*/ 121 w 138"/>
                      <a:gd name="T43" fmla="*/ 111 h 138"/>
                      <a:gd name="T44" fmla="*/ 113 w 138"/>
                      <a:gd name="T45" fmla="*/ 118 h 138"/>
                      <a:gd name="T46" fmla="*/ 97 w 138"/>
                      <a:gd name="T47" fmla="*/ 131 h 138"/>
                      <a:gd name="T48" fmla="*/ 80 w 138"/>
                      <a:gd name="T49" fmla="*/ 126 h 138"/>
                      <a:gd name="T50" fmla="*/ 63 w 138"/>
                      <a:gd name="T51" fmla="*/ 132 h 138"/>
                      <a:gd name="T52" fmla="*/ 77 w 138"/>
                      <a:gd name="T53" fmla="*/ 121 h 138"/>
                      <a:gd name="T54" fmla="*/ 97 w 138"/>
                      <a:gd name="T55" fmla="*/ 125 h 138"/>
                      <a:gd name="T56" fmla="*/ 104 w 138"/>
                      <a:gd name="T57" fmla="*/ 109 h 138"/>
                      <a:gd name="T58" fmla="*/ 121 w 138"/>
                      <a:gd name="T59" fmla="*/ 105 h 138"/>
                      <a:gd name="T60" fmla="*/ 119 w 138"/>
                      <a:gd name="T61" fmla="*/ 87 h 138"/>
                      <a:gd name="T62" fmla="*/ 132 w 138"/>
                      <a:gd name="T63" fmla="*/ 74 h 138"/>
                      <a:gd name="T64" fmla="*/ 122 w 138"/>
                      <a:gd name="T65" fmla="*/ 59 h 138"/>
                      <a:gd name="T66" fmla="*/ 127 w 138"/>
                      <a:gd name="T67" fmla="*/ 43 h 138"/>
                      <a:gd name="T68" fmla="*/ 112 w 138"/>
                      <a:gd name="T69" fmla="*/ 35 h 138"/>
                      <a:gd name="T70" fmla="*/ 107 w 138"/>
                      <a:gd name="T71" fmla="*/ 17 h 138"/>
                      <a:gd name="T72" fmla="*/ 90 w 138"/>
                      <a:gd name="T73" fmla="*/ 18 h 138"/>
                      <a:gd name="T74" fmla="*/ 75 w 138"/>
                      <a:gd name="T75" fmla="*/ 6 h 138"/>
                      <a:gd name="T76" fmla="*/ 60 w 138"/>
                      <a:gd name="T77" fmla="*/ 15 h 138"/>
                      <a:gd name="T78" fmla="*/ 40 w 138"/>
                      <a:gd name="T79" fmla="*/ 11 h 138"/>
                      <a:gd name="T80" fmla="*/ 33 w 138"/>
                      <a:gd name="T81" fmla="*/ 28 h 138"/>
                      <a:gd name="T82" fmla="*/ 16 w 138"/>
                      <a:gd name="T83" fmla="*/ 33 h 138"/>
                      <a:gd name="T84" fmla="*/ 18 w 138"/>
                      <a:gd name="T85" fmla="*/ 50 h 138"/>
                      <a:gd name="T86" fmla="*/ 6 w 138"/>
                      <a:gd name="T87" fmla="*/ 62 h 138"/>
                      <a:gd name="T88" fmla="*/ 16 w 138"/>
                      <a:gd name="T89" fmla="*/ 76 h 138"/>
                      <a:gd name="T90" fmla="*/ 10 w 138"/>
                      <a:gd name="T91" fmla="*/ 94 h 138"/>
                      <a:gd name="T92" fmla="*/ 27 w 138"/>
                      <a:gd name="T93" fmla="*/ 101 h 138"/>
                      <a:gd name="T94" fmla="*/ 31 w 138"/>
                      <a:gd name="T95" fmla="*/ 119 h 138"/>
                      <a:gd name="T96" fmla="*/ 48 w 138"/>
                      <a:gd name="T97" fmla="*/ 118 h 138"/>
                      <a:gd name="T98" fmla="*/ 63 w 138"/>
                      <a:gd name="T99" fmla="*/ 132 h 138"/>
                      <a:gd name="T100" fmla="*/ 69 w 138"/>
                      <a:gd name="T101" fmla="*/ 36 h 138"/>
                      <a:gd name="T102" fmla="*/ 69 w 138"/>
                      <a:gd name="T103" fmla="*/ 42 h 138"/>
                      <a:gd name="T104" fmla="*/ 96 w 138"/>
                      <a:gd name="T105" fmla="*/ 69 h 13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  <a:cxn ang="0">
                        <a:pos x="T102" y="T103"/>
                      </a:cxn>
                      <a:cxn ang="0">
                        <a:pos x="T104" y="T105"/>
                      </a:cxn>
                    </a:cxnLst>
                    <a:rect l="0" t="0" r="r" b="b"/>
                    <a:pathLst>
                      <a:path w="138" h="138">
                        <a:moveTo>
                          <a:pt x="78" y="138"/>
                        </a:moveTo>
                        <a:cubicBezTo>
                          <a:pt x="60" y="138"/>
                          <a:pt x="60" y="138"/>
                          <a:pt x="60" y="138"/>
                        </a:cubicBezTo>
                        <a:cubicBezTo>
                          <a:pt x="58" y="138"/>
                          <a:pt x="57" y="136"/>
                          <a:pt x="57" y="135"/>
                        </a:cubicBezTo>
                        <a:cubicBezTo>
                          <a:pt x="57" y="126"/>
                          <a:pt x="57" y="126"/>
                          <a:pt x="57" y="126"/>
                        </a:cubicBezTo>
                        <a:cubicBezTo>
                          <a:pt x="54" y="126"/>
                          <a:pt x="51" y="125"/>
                          <a:pt x="48" y="124"/>
                        </a:cubicBezTo>
                        <a:cubicBezTo>
                          <a:pt x="44" y="130"/>
                          <a:pt x="44" y="130"/>
                          <a:pt x="44" y="130"/>
                        </a:cubicBezTo>
                        <a:cubicBezTo>
                          <a:pt x="44" y="131"/>
                          <a:pt x="43" y="131"/>
                          <a:pt x="42" y="132"/>
                        </a:cubicBezTo>
                        <a:cubicBezTo>
                          <a:pt x="42" y="132"/>
                          <a:pt x="41" y="132"/>
                          <a:pt x="40" y="131"/>
                        </a:cubicBezTo>
                        <a:cubicBezTo>
                          <a:pt x="25" y="122"/>
                          <a:pt x="25" y="122"/>
                          <a:pt x="25" y="122"/>
                        </a:cubicBezTo>
                        <a:cubicBezTo>
                          <a:pt x="24" y="121"/>
                          <a:pt x="24" y="120"/>
                          <a:pt x="24" y="118"/>
                        </a:cubicBezTo>
                        <a:cubicBezTo>
                          <a:pt x="29" y="111"/>
                          <a:pt x="29" y="111"/>
                          <a:pt x="29" y="111"/>
                        </a:cubicBezTo>
                        <a:cubicBezTo>
                          <a:pt x="27" y="110"/>
                          <a:pt x="25" y="108"/>
                          <a:pt x="24" y="107"/>
                        </a:cubicBezTo>
                        <a:cubicBezTo>
                          <a:pt x="16" y="111"/>
                          <a:pt x="16" y="111"/>
                          <a:pt x="16" y="111"/>
                        </a:cubicBezTo>
                        <a:cubicBezTo>
                          <a:pt x="16" y="111"/>
                          <a:pt x="15" y="111"/>
                          <a:pt x="14" y="111"/>
                        </a:cubicBezTo>
                        <a:cubicBezTo>
                          <a:pt x="14" y="111"/>
                          <a:pt x="13" y="110"/>
                          <a:pt x="13" y="110"/>
                        </a:cubicBezTo>
                        <a:cubicBezTo>
                          <a:pt x="4" y="94"/>
                          <a:pt x="4" y="94"/>
                          <a:pt x="4" y="94"/>
                        </a:cubicBezTo>
                        <a:cubicBezTo>
                          <a:pt x="3" y="93"/>
                          <a:pt x="4" y="91"/>
                          <a:pt x="5" y="91"/>
                        </a:cubicBezTo>
                        <a:cubicBezTo>
                          <a:pt x="13" y="86"/>
                          <a:pt x="13" y="86"/>
                          <a:pt x="13" y="86"/>
                        </a:cubicBezTo>
                        <a:cubicBezTo>
                          <a:pt x="12" y="84"/>
                          <a:pt x="11" y="82"/>
                          <a:pt x="11" y="79"/>
                        </a:cubicBezTo>
                        <a:cubicBezTo>
                          <a:pt x="3" y="79"/>
                          <a:pt x="3" y="79"/>
                          <a:pt x="3" y="79"/>
                        </a:cubicBezTo>
                        <a:cubicBezTo>
                          <a:pt x="1" y="79"/>
                          <a:pt x="0" y="78"/>
                          <a:pt x="0" y="77"/>
                        </a:cubicBezTo>
                        <a:cubicBezTo>
                          <a:pt x="0" y="59"/>
                          <a:pt x="0" y="59"/>
                          <a:pt x="0" y="59"/>
                        </a:cubicBezTo>
                        <a:cubicBezTo>
                          <a:pt x="0" y="57"/>
                          <a:pt x="1" y="56"/>
                          <a:pt x="3" y="56"/>
                        </a:cubicBezTo>
                        <a:cubicBezTo>
                          <a:pt x="11" y="56"/>
                          <a:pt x="11" y="56"/>
                          <a:pt x="11" y="56"/>
                        </a:cubicBezTo>
                        <a:cubicBezTo>
                          <a:pt x="11" y="54"/>
                          <a:pt x="12" y="52"/>
                          <a:pt x="12" y="51"/>
                        </a:cubicBezTo>
                        <a:cubicBezTo>
                          <a:pt x="5" y="47"/>
                          <a:pt x="5" y="47"/>
                          <a:pt x="5" y="47"/>
                        </a:cubicBezTo>
                        <a:cubicBezTo>
                          <a:pt x="4" y="46"/>
                          <a:pt x="3" y="44"/>
                          <a:pt x="4" y="43"/>
                        </a:cubicBezTo>
                        <a:cubicBezTo>
                          <a:pt x="13" y="28"/>
                          <a:pt x="13" y="28"/>
                          <a:pt x="13" y="28"/>
                        </a:cubicBezTo>
                        <a:cubicBezTo>
                          <a:pt x="13" y="26"/>
                          <a:pt x="15" y="26"/>
                          <a:pt x="16" y="27"/>
                        </a:cubicBezTo>
                        <a:cubicBezTo>
                          <a:pt x="23" y="30"/>
                          <a:pt x="23" y="30"/>
                          <a:pt x="23" y="30"/>
                        </a:cubicBezTo>
                        <a:cubicBezTo>
                          <a:pt x="25" y="29"/>
                          <a:pt x="26" y="27"/>
                          <a:pt x="28" y="25"/>
                        </a:cubicBezTo>
                        <a:cubicBezTo>
                          <a:pt x="23" y="18"/>
                          <a:pt x="23" y="18"/>
                          <a:pt x="23" y="18"/>
                        </a:cubicBezTo>
                        <a:cubicBezTo>
                          <a:pt x="23" y="17"/>
                          <a:pt x="23" y="15"/>
                          <a:pt x="24" y="14"/>
                        </a:cubicBezTo>
                        <a:cubicBezTo>
                          <a:pt x="39" y="5"/>
                          <a:pt x="39" y="5"/>
                          <a:pt x="39" y="5"/>
                        </a:cubicBezTo>
                        <a:cubicBezTo>
                          <a:pt x="40" y="4"/>
                          <a:pt x="42" y="5"/>
                          <a:pt x="43" y="6"/>
                        </a:cubicBezTo>
                        <a:cubicBezTo>
                          <a:pt x="47" y="13"/>
                          <a:pt x="47" y="13"/>
                          <a:pt x="47" y="13"/>
                        </a:cubicBezTo>
                        <a:cubicBezTo>
                          <a:pt x="50" y="12"/>
                          <a:pt x="54" y="11"/>
                          <a:pt x="57" y="10"/>
                        </a:cubicBezTo>
                        <a:cubicBezTo>
                          <a:pt x="57" y="3"/>
                          <a:pt x="57" y="3"/>
                          <a:pt x="57" y="3"/>
                        </a:cubicBezTo>
                        <a:cubicBezTo>
                          <a:pt x="57" y="1"/>
                          <a:pt x="58" y="0"/>
                          <a:pt x="60" y="0"/>
                        </a:cubicBezTo>
                        <a:cubicBezTo>
                          <a:pt x="78" y="0"/>
                          <a:pt x="78" y="0"/>
                          <a:pt x="78" y="0"/>
                        </a:cubicBezTo>
                        <a:cubicBezTo>
                          <a:pt x="79" y="0"/>
                          <a:pt x="80" y="1"/>
                          <a:pt x="80" y="3"/>
                        </a:cubicBezTo>
                        <a:cubicBezTo>
                          <a:pt x="80" y="10"/>
                          <a:pt x="80" y="10"/>
                          <a:pt x="80" y="10"/>
                        </a:cubicBezTo>
                        <a:cubicBezTo>
                          <a:pt x="84" y="10"/>
                          <a:pt x="87" y="11"/>
                          <a:pt x="90" y="12"/>
                        </a:cubicBezTo>
                        <a:cubicBezTo>
                          <a:pt x="94" y="6"/>
                          <a:pt x="94" y="6"/>
                          <a:pt x="94" y="6"/>
                        </a:cubicBezTo>
                        <a:cubicBezTo>
                          <a:pt x="94" y="4"/>
                          <a:pt x="96" y="4"/>
                          <a:pt x="97" y="5"/>
                        </a:cubicBezTo>
                        <a:cubicBezTo>
                          <a:pt x="112" y="14"/>
                          <a:pt x="112" y="14"/>
                          <a:pt x="112" y="14"/>
                        </a:cubicBezTo>
                        <a:cubicBezTo>
                          <a:pt x="114" y="15"/>
                          <a:pt x="114" y="17"/>
                          <a:pt x="113" y="18"/>
                        </a:cubicBezTo>
                        <a:cubicBezTo>
                          <a:pt x="109" y="24"/>
                          <a:pt x="109" y="24"/>
                          <a:pt x="109" y="24"/>
                        </a:cubicBezTo>
                        <a:cubicBezTo>
                          <a:pt x="111" y="26"/>
                          <a:pt x="113" y="28"/>
                          <a:pt x="115" y="30"/>
                        </a:cubicBezTo>
                        <a:cubicBezTo>
                          <a:pt x="121" y="27"/>
                          <a:pt x="121" y="27"/>
                          <a:pt x="121" y="27"/>
                        </a:cubicBezTo>
                        <a:cubicBezTo>
                          <a:pt x="122" y="26"/>
                          <a:pt x="124" y="26"/>
                          <a:pt x="124" y="28"/>
                        </a:cubicBezTo>
                        <a:cubicBezTo>
                          <a:pt x="133" y="43"/>
                          <a:pt x="133" y="43"/>
                          <a:pt x="133" y="43"/>
                        </a:cubicBezTo>
                        <a:cubicBezTo>
                          <a:pt x="134" y="44"/>
                          <a:pt x="133" y="46"/>
                          <a:pt x="132" y="47"/>
                        </a:cubicBezTo>
                        <a:cubicBezTo>
                          <a:pt x="126" y="50"/>
                          <a:pt x="126" y="50"/>
                          <a:pt x="126" y="50"/>
                        </a:cubicBezTo>
                        <a:cubicBezTo>
                          <a:pt x="126" y="52"/>
                          <a:pt x="127" y="54"/>
                          <a:pt x="127" y="56"/>
                        </a:cubicBezTo>
                        <a:cubicBezTo>
                          <a:pt x="135" y="56"/>
                          <a:pt x="135" y="56"/>
                          <a:pt x="135" y="56"/>
                        </a:cubicBezTo>
                        <a:cubicBezTo>
                          <a:pt x="136" y="56"/>
                          <a:pt x="138" y="57"/>
                          <a:pt x="138" y="59"/>
                        </a:cubicBezTo>
                        <a:cubicBezTo>
                          <a:pt x="138" y="77"/>
                          <a:pt x="138" y="77"/>
                          <a:pt x="138" y="77"/>
                        </a:cubicBezTo>
                        <a:cubicBezTo>
                          <a:pt x="138" y="78"/>
                          <a:pt x="136" y="79"/>
                          <a:pt x="135" y="79"/>
                        </a:cubicBezTo>
                        <a:cubicBezTo>
                          <a:pt x="127" y="79"/>
                          <a:pt x="127" y="79"/>
                          <a:pt x="127" y="79"/>
                        </a:cubicBezTo>
                        <a:cubicBezTo>
                          <a:pt x="127" y="82"/>
                          <a:pt x="126" y="84"/>
                          <a:pt x="125" y="87"/>
                        </a:cubicBezTo>
                        <a:cubicBezTo>
                          <a:pt x="132" y="91"/>
                          <a:pt x="132" y="91"/>
                          <a:pt x="132" y="91"/>
                        </a:cubicBezTo>
                        <a:cubicBezTo>
                          <a:pt x="133" y="91"/>
                          <a:pt x="134" y="93"/>
                          <a:pt x="133" y="94"/>
                        </a:cubicBezTo>
                        <a:cubicBezTo>
                          <a:pt x="124" y="110"/>
                          <a:pt x="124" y="110"/>
                          <a:pt x="124" y="110"/>
                        </a:cubicBezTo>
                        <a:cubicBezTo>
                          <a:pt x="124" y="110"/>
                          <a:pt x="123" y="111"/>
                          <a:pt x="123" y="111"/>
                        </a:cubicBezTo>
                        <a:cubicBezTo>
                          <a:pt x="122" y="111"/>
                          <a:pt x="121" y="111"/>
                          <a:pt x="121" y="111"/>
                        </a:cubicBezTo>
                        <a:cubicBezTo>
                          <a:pt x="114" y="107"/>
                          <a:pt x="114" y="107"/>
                          <a:pt x="114" y="107"/>
                        </a:cubicBezTo>
                        <a:cubicBezTo>
                          <a:pt x="112" y="109"/>
                          <a:pt x="111" y="110"/>
                          <a:pt x="109" y="112"/>
                        </a:cubicBezTo>
                        <a:cubicBezTo>
                          <a:pt x="113" y="118"/>
                          <a:pt x="113" y="118"/>
                          <a:pt x="113" y="118"/>
                        </a:cubicBezTo>
                        <a:cubicBezTo>
                          <a:pt x="114" y="118"/>
                          <a:pt x="114" y="119"/>
                          <a:pt x="113" y="120"/>
                        </a:cubicBezTo>
                        <a:cubicBezTo>
                          <a:pt x="113" y="121"/>
                          <a:pt x="113" y="121"/>
                          <a:pt x="112" y="122"/>
                        </a:cubicBezTo>
                        <a:cubicBezTo>
                          <a:pt x="97" y="131"/>
                          <a:pt x="97" y="131"/>
                          <a:pt x="97" y="131"/>
                        </a:cubicBezTo>
                        <a:cubicBezTo>
                          <a:pt x="96" y="132"/>
                          <a:pt x="94" y="131"/>
                          <a:pt x="93" y="130"/>
                        </a:cubicBezTo>
                        <a:cubicBezTo>
                          <a:pt x="90" y="124"/>
                          <a:pt x="90" y="124"/>
                          <a:pt x="90" y="124"/>
                        </a:cubicBezTo>
                        <a:cubicBezTo>
                          <a:pt x="87" y="125"/>
                          <a:pt x="84" y="126"/>
                          <a:pt x="80" y="126"/>
                        </a:cubicBezTo>
                        <a:cubicBezTo>
                          <a:pt x="80" y="135"/>
                          <a:pt x="80" y="135"/>
                          <a:pt x="80" y="135"/>
                        </a:cubicBezTo>
                        <a:cubicBezTo>
                          <a:pt x="80" y="136"/>
                          <a:pt x="79" y="138"/>
                          <a:pt x="78" y="138"/>
                        </a:cubicBezTo>
                        <a:close/>
                        <a:moveTo>
                          <a:pt x="63" y="132"/>
                        </a:moveTo>
                        <a:cubicBezTo>
                          <a:pt x="75" y="132"/>
                          <a:pt x="75" y="132"/>
                          <a:pt x="75" y="132"/>
                        </a:cubicBezTo>
                        <a:cubicBezTo>
                          <a:pt x="75" y="124"/>
                          <a:pt x="75" y="124"/>
                          <a:pt x="75" y="124"/>
                        </a:cubicBezTo>
                        <a:cubicBezTo>
                          <a:pt x="75" y="123"/>
                          <a:pt x="76" y="122"/>
                          <a:pt x="77" y="121"/>
                        </a:cubicBezTo>
                        <a:cubicBezTo>
                          <a:pt x="81" y="121"/>
                          <a:pt x="86" y="120"/>
                          <a:pt x="90" y="118"/>
                        </a:cubicBezTo>
                        <a:cubicBezTo>
                          <a:pt x="91" y="117"/>
                          <a:pt x="92" y="118"/>
                          <a:pt x="93" y="119"/>
                        </a:cubicBezTo>
                        <a:cubicBezTo>
                          <a:pt x="97" y="125"/>
                          <a:pt x="97" y="125"/>
                          <a:pt x="97" y="125"/>
                        </a:cubicBezTo>
                        <a:cubicBezTo>
                          <a:pt x="107" y="118"/>
                          <a:pt x="107" y="118"/>
                          <a:pt x="107" y="118"/>
                        </a:cubicBezTo>
                        <a:cubicBezTo>
                          <a:pt x="103" y="113"/>
                          <a:pt x="103" y="113"/>
                          <a:pt x="103" y="113"/>
                        </a:cubicBezTo>
                        <a:cubicBezTo>
                          <a:pt x="103" y="112"/>
                          <a:pt x="103" y="110"/>
                          <a:pt x="104" y="109"/>
                        </a:cubicBezTo>
                        <a:cubicBezTo>
                          <a:pt x="107" y="107"/>
                          <a:pt x="109" y="104"/>
                          <a:pt x="111" y="102"/>
                        </a:cubicBezTo>
                        <a:cubicBezTo>
                          <a:pt x="112" y="101"/>
                          <a:pt x="113" y="100"/>
                          <a:pt x="115" y="101"/>
                        </a:cubicBezTo>
                        <a:cubicBezTo>
                          <a:pt x="121" y="105"/>
                          <a:pt x="121" y="105"/>
                          <a:pt x="121" y="105"/>
                        </a:cubicBezTo>
                        <a:cubicBezTo>
                          <a:pt x="127" y="94"/>
                          <a:pt x="127" y="94"/>
                          <a:pt x="127" y="94"/>
                        </a:cubicBezTo>
                        <a:cubicBezTo>
                          <a:pt x="121" y="91"/>
                          <a:pt x="121" y="91"/>
                          <a:pt x="121" y="91"/>
                        </a:cubicBezTo>
                        <a:cubicBezTo>
                          <a:pt x="119" y="90"/>
                          <a:pt x="119" y="89"/>
                          <a:pt x="119" y="87"/>
                        </a:cubicBezTo>
                        <a:cubicBezTo>
                          <a:pt x="121" y="84"/>
                          <a:pt x="122" y="80"/>
                          <a:pt x="122" y="76"/>
                        </a:cubicBezTo>
                        <a:cubicBezTo>
                          <a:pt x="123" y="75"/>
                          <a:pt x="124" y="74"/>
                          <a:pt x="125" y="74"/>
                        </a:cubicBezTo>
                        <a:cubicBezTo>
                          <a:pt x="132" y="74"/>
                          <a:pt x="132" y="74"/>
                          <a:pt x="132" y="74"/>
                        </a:cubicBezTo>
                        <a:cubicBezTo>
                          <a:pt x="132" y="62"/>
                          <a:pt x="132" y="62"/>
                          <a:pt x="132" y="62"/>
                        </a:cubicBezTo>
                        <a:cubicBezTo>
                          <a:pt x="125" y="62"/>
                          <a:pt x="125" y="62"/>
                          <a:pt x="125" y="62"/>
                        </a:cubicBezTo>
                        <a:cubicBezTo>
                          <a:pt x="124" y="62"/>
                          <a:pt x="122" y="61"/>
                          <a:pt x="122" y="59"/>
                        </a:cubicBezTo>
                        <a:cubicBezTo>
                          <a:pt x="122" y="56"/>
                          <a:pt x="121" y="53"/>
                          <a:pt x="120" y="50"/>
                        </a:cubicBezTo>
                        <a:cubicBezTo>
                          <a:pt x="119" y="49"/>
                          <a:pt x="120" y="47"/>
                          <a:pt x="121" y="46"/>
                        </a:cubicBezTo>
                        <a:cubicBezTo>
                          <a:pt x="127" y="43"/>
                          <a:pt x="127" y="43"/>
                          <a:pt x="127" y="43"/>
                        </a:cubicBezTo>
                        <a:cubicBezTo>
                          <a:pt x="121" y="33"/>
                          <a:pt x="121" y="33"/>
                          <a:pt x="121" y="33"/>
                        </a:cubicBezTo>
                        <a:cubicBezTo>
                          <a:pt x="115" y="36"/>
                          <a:pt x="115" y="36"/>
                          <a:pt x="115" y="36"/>
                        </a:cubicBezTo>
                        <a:cubicBezTo>
                          <a:pt x="114" y="37"/>
                          <a:pt x="113" y="36"/>
                          <a:pt x="112" y="35"/>
                        </a:cubicBezTo>
                        <a:cubicBezTo>
                          <a:pt x="109" y="32"/>
                          <a:pt x="107" y="29"/>
                          <a:pt x="104" y="27"/>
                        </a:cubicBezTo>
                        <a:cubicBezTo>
                          <a:pt x="103" y="26"/>
                          <a:pt x="103" y="25"/>
                          <a:pt x="103" y="23"/>
                        </a:cubicBezTo>
                        <a:cubicBezTo>
                          <a:pt x="107" y="17"/>
                          <a:pt x="107" y="17"/>
                          <a:pt x="107" y="17"/>
                        </a:cubicBezTo>
                        <a:cubicBezTo>
                          <a:pt x="97" y="11"/>
                          <a:pt x="97" y="11"/>
                          <a:pt x="97" y="11"/>
                        </a:cubicBezTo>
                        <a:cubicBezTo>
                          <a:pt x="93" y="17"/>
                          <a:pt x="93" y="17"/>
                          <a:pt x="93" y="17"/>
                        </a:cubicBezTo>
                        <a:cubicBezTo>
                          <a:pt x="92" y="18"/>
                          <a:pt x="91" y="19"/>
                          <a:pt x="90" y="18"/>
                        </a:cubicBezTo>
                        <a:cubicBezTo>
                          <a:pt x="86" y="17"/>
                          <a:pt x="81" y="15"/>
                          <a:pt x="77" y="15"/>
                        </a:cubicBezTo>
                        <a:cubicBezTo>
                          <a:pt x="76" y="15"/>
                          <a:pt x="75" y="13"/>
                          <a:pt x="75" y="12"/>
                        </a:cubicBezTo>
                        <a:cubicBezTo>
                          <a:pt x="75" y="6"/>
                          <a:pt x="75" y="6"/>
                          <a:pt x="75" y="6"/>
                        </a:cubicBezTo>
                        <a:cubicBezTo>
                          <a:pt x="63" y="6"/>
                          <a:pt x="63" y="6"/>
                          <a:pt x="63" y="6"/>
                        </a:cubicBezTo>
                        <a:cubicBezTo>
                          <a:pt x="63" y="12"/>
                          <a:pt x="63" y="12"/>
                          <a:pt x="63" y="12"/>
                        </a:cubicBezTo>
                        <a:cubicBezTo>
                          <a:pt x="63" y="13"/>
                          <a:pt x="62" y="15"/>
                          <a:pt x="60" y="15"/>
                        </a:cubicBezTo>
                        <a:cubicBezTo>
                          <a:pt x="56" y="16"/>
                          <a:pt x="51" y="17"/>
                          <a:pt x="47" y="19"/>
                        </a:cubicBezTo>
                        <a:cubicBezTo>
                          <a:pt x="46" y="19"/>
                          <a:pt x="45" y="19"/>
                          <a:pt x="44" y="18"/>
                        </a:cubicBezTo>
                        <a:cubicBezTo>
                          <a:pt x="40" y="11"/>
                          <a:pt x="40" y="11"/>
                          <a:pt x="40" y="11"/>
                        </a:cubicBezTo>
                        <a:cubicBezTo>
                          <a:pt x="30" y="18"/>
                          <a:pt x="30" y="18"/>
                          <a:pt x="30" y="18"/>
                        </a:cubicBezTo>
                        <a:cubicBezTo>
                          <a:pt x="34" y="24"/>
                          <a:pt x="34" y="24"/>
                          <a:pt x="34" y="24"/>
                        </a:cubicBezTo>
                        <a:cubicBezTo>
                          <a:pt x="34" y="25"/>
                          <a:pt x="34" y="27"/>
                          <a:pt x="33" y="28"/>
                        </a:cubicBezTo>
                        <a:cubicBezTo>
                          <a:pt x="31" y="30"/>
                          <a:pt x="28" y="33"/>
                          <a:pt x="26" y="36"/>
                        </a:cubicBezTo>
                        <a:cubicBezTo>
                          <a:pt x="25" y="37"/>
                          <a:pt x="24" y="37"/>
                          <a:pt x="23" y="36"/>
                        </a:cubicBezTo>
                        <a:cubicBezTo>
                          <a:pt x="16" y="33"/>
                          <a:pt x="16" y="33"/>
                          <a:pt x="16" y="33"/>
                        </a:cubicBezTo>
                        <a:cubicBezTo>
                          <a:pt x="10" y="43"/>
                          <a:pt x="10" y="43"/>
                          <a:pt x="10" y="43"/>
                        </a:cubicBezTo>
                        <a:cubicBezTo>
                          <a:pt x="17" y="47"/>
                          <a:pt x="17" y="47"/>
                          <a:pt x="17" y="47"/>
                        </a:cubicBezTo>
                        <a:cubicBezTo>
                          <a:pt x="18" y="48"/>
                          <a:pt x="19" y="49"/>
                          <a:pt x="18" y="50"/>
                        </a:cubicBezTo>
                        <a:cubicBezTo>
                          <a:pt x="17" y="53"/>
                          <a:pt x="16" y="56"/>
                          <a:pt x="16" y="59"/>
                        </a:cubicBezTo>
                        <a:cubicBezTo>
                          <a:pt x="16" y="61"/>
                          <a:pt x="15" y="62"/>
                          <a:pt x="13" y="62"/>
                        </a:cubicBezTo>
                        <a:cubicBezTo>
                          <a:pt x="6" y="62"/>
                          <a:pt x="6" y="62"/>
                          <a:pt x="6" y="62"/>
                        </a:cubicBezTo>
                        <a:cubicBezTo>
                          <a:pt x="6" y="74"/>
                          <a:pt x="6" y="74"/>
                          <a:pt x="6" y="74"/>
                        </a:cubicBezTo>
                        <a:cubicBezTo>
                          <a:pt x="13" y="74"/>
                          <a:pt x="13" y="74"/>
                          <a:pt x="13" y="74"/>
                        </a:cubicBezTo>
                        <a:cubicBezTo>
                          <a:pt x="14" y="74"/>
                          <a:pt x="16" y="75"/>
                          <a:pt x="16" y="76"/>
                        </a:cubicBezTo>
                        <a:cubicBezTo>
                          <a:pt x="16" y="80"/>
                          <a:pt x="17" y="83"/>
                          <a:pt x="19" y="87"/>
                        </a:cubicBezTo>
                        <a:cubicBezTo>
                          <a:pt x="19" y="88"/>
                          <a:pt x="18" y="89"/>
                          <a:pt x="17" y="90"/>
                        </a:cubicBezTo>
                        <a:cubicBezTo>
                          <a:pt x="10" y="94"/>
                          <a:pt x="10" y="94"/>
                          <a:pt x="10" y="94"/>
                        </a:cubicBezTo>
                        <a:cubicBezTo>
                          <a:pt x="16" y="105"/>
                          <a:pt x="16" y="105"/>
                          <a:pt x="16" y="105"/>
                        </a:cubicBezTo>
                        <a:cubicBezTo>
                          <a:pt x="23" y="101"/>
                          <a:pt x="23" y="101"/>
                          <a:pt x="23" y="101"/>
                        </a:cubicBezTo>
                        <a:cubicBezTo>
                          <a:pt x="24" y="100"/>
                          <a:pt x="26" y="100"/>
                          <a:pt x="27" y="101"/>
                        </a:cubicBezTo>
                        <a:cubicBezTo>
                          <a:pt x="29" y="104"/>
                          <a:pt x="31" y="107"/>
                          <a:pt x="34" y="109"/>
                        </a:cubicBezTo>
                        <a:cubicBezTo>
                          <a:pt x="35" y="110"/>
                          <a:pt x="35" y="111"/>
                          <a:pt x="34" y="112"/>
                        </a:cubicBezTo>
                        <a:cubicBezTo>
                          <a:pt x="31" y="119"/>
                          <a:pt x="31" y="119"/>
                          <a:pt x="31" y="119"/>
                        </a:cubicBezTo>
                        <a:cubicBezTo>
                          <a:pt x="41" y="125"/>
                          <a:pt x="41" y="125"/>
                          <a:pt x="41" y="125"/>
                        </a:cubicBezTo>
                        <a:cubicBezTo>
                          <a:pt x="45" y="119"/>
                          <a:pt x="45" y="119"/>
                          <a:pt x="45" y="119"/>
                        </a:cubicBezTo>
                        <a:cubicBezTo>
                          <a:pt x="45" y="118"/>
                          <a:pt x="47" y="117"/>
                          <a:pt x="48" y="118"/>
                        </a:cubicBezTo>
                        <a:cubicBezTo>
                          <a:pt x="52" y="119"/>
                          <a:pt x="56" y="121"/>
                          <a:pt x="60" y="121"/>
                        </a:cubicBezTo>
                        <a:cubicBezTo>
                          <a:pt x="62" y="121"/>
                          <a:pt x="63" y="123"/>
                          <a:pt x="63" y="124"/>
                        </a:cubicBezTo>
                        <a:lnTo>
                          <a:pt x="63" y="132"/>
                        </a:lnTo>
                        <a:close/>
                        <a:moveTo>
                          <a:pt x="69" y="101"/>
                        </a:moveTo>
                        <a:cubicBezTo>
                          <a:pt x="51" y="101"/>
                          <a:pt x="36" y="87"/>
                          <a:pt x="36" y="69"/>
                        </a:cubicBezTo>
                        <a:cubicBezTo>
                          <a:pt x="36" y="51"/>
                          <a:pt x="51" y="36"/>
                          <a:pt x="69" y="36"/>
                        </a:cubicBezTo>
                        <a:cubicBezTo>
                          <a:pt x="87" y="36"/>
                          <a:pt x="101" y="51"/>
                          <a:pt x="101" y="69"/>
                        </a:cubicBezTo>
                        <a:cubicBezTo>
                          <a:pt x="101" y="87"/>
                          <a:pt x="87" y="101"/>
                          <a:pt x="69" y="101"/>
                        </a:cubicBezTo>
                        <a:close/>
                        <a:moveTo>
                          <a:pt x="69" y="42"/>
                        </a:moveTo>
                        <a:cubicBezTo>
                          <a:pt x="54" y="42"/>
                          <a:pt x="42" y="54"/>
                          <a:pt x="42" y="69"/>
                        </a:cubicBezTo>
                        <a:cubicBezTo>
                          <a:pt x="42" y="84"/>
                          <a:pt x="54" y="96"/>
                          <a:pt x="69" y="96"/>
                        </a:cubicBezTo>
                        <a:cubicBezTo>
                          <a:pt x="83" y="96"/>
                          <a:pt x="96" y="84"/>
                          <a:pt x="96" y="69"/>
                        </a:cubicBezTo>
                        <a:cubicBezTo>
                          <a:pt x="96" y="54"/>
                          <a:pt x="83" y="42"/>
                          <a:pt x="69" y="42"/>
                        </a:cubicBezTo>
                        <a:close/>
                      </a:path>
                    </a:pathLst>
                  </a:custGeom>
                  <a:solidFill>
                    <a:srgbClr val="1E1E1E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/>
                  </a:p>
                </p:txBody>
              </p:sp>
            </p:grpSp>
          </p:grpSp>
        </p:grpSp>
      </p:grpSp>
      <p:grpSp>
        <p:nvGrpSpPr>
          <p:cNvPr id="259" name="그룹 258">
            <a:extLst>
              <a:ext uri="{FF2B5EF4-FFF2-40B4-BE49-F238E27FC236}">
                <a16:creationId xmlns:a16="http://schemas.microsoft.com/office/drawing/2014/main" id="{09821B80-7AB5-4204-80D1-19F6991E7D16}"/>
              </a:ext>
            </a:extLst>
          </p:cNvPr>
          <p:cNvGrpSpPr/>
          <p:nvPr/>
        </p:nvGrpSpPr>
        <p:grpSpPr>
          <a:xfrm>
            <a:off x="1929842" y="4700972"/>
            <a:ext cx="505032" cy="451591"/>
            <a:chOff x="1378250" y="4802619"/>
            <a:chExt cx="611088" cy="546425"/>
          </a:xfrm>
        </p:grpSpPr>
        <p:grpSp>
          <p:nvGrpSpPr>
            <p:cNvPr id="260" name="그룹 259">
              <a:extLst>
                <a:ext uri="{FF2B5EF4-FFF2-40B4-BE49-F238E27FC236}">
                  <a16:creationId xmlns:a16="http://schemas.microsoft.com/office/drawing/2014/main" id="{5A8195EF-96AD-4791-A7AF-86567133C465}"/>
                </a:ext>
              </a:extLst>
            </p:cNvPr>
            <p:cNvGrpSpPr/>
            <p:nvPr/>
          </p:nvGrpSpPr>
          <p:grpSpPr>
            <a:xfrm>
              <a:off x="1378250" y="4802619"/>
              <a:ext cx="418093" cy="546425"/>
              <a:chOff x="4957269" y="7918967"/>
              <a:chExt cx="418093" cy="546425"/>
            </a:xfrm>
          </p:grpSpPr>
          <p:sp>
            <p:nvSpPr>
              <p:cNvPr id="287" name="자유형: 도형 286">
                <a:extLst>
                  <a:ext uri="{FF2B5EF4-FFF2-40B4-BE49-F238E27FC236}">
                    <a16:creationId xmlns:a16="http://schemas.microsoft.com/office/drawing/2014/main" id="{9B58543F-6DAC-4DEE-9A9C-C541848CA7E6}"/>
                  </a:ext>
                </a:extLst>
              </p:cNvPr>
              <p:cNvSpPr/>
              <p:nvPr/>
            </p:nvSpPr>
            <p:spPr>
              <a:xfrm>
                <a:off x="4960676" y="8311624"/>
                <a:ext cx="408565" cy="151725"/>
              </a:xfrm>
              <a:custGeom>
                <a:avLst/>
                <a:gdLst>
                  <a:gd name="connsiteX0" fmla="*/ 518 w 408565"/>
                  <a:gd name="connsiteY0" fmla="*/ 151726 h 151725"/>
                  <a:gd name="connsiteX1" fmla="*/ 111576 w 408565"/>
                  <a:gd name="connsiteY1" fmla="*/ 22516 h 151725"/>
                  <a:gd name="connsiteX2" fmla="*/ 165339 w 408565"/>
                  <a:gd name="connsiteY2" fmla="*/ 22516 h 151725"/>
                  <a:gd name="connsiteX3" fmla="*/ 165339 w 408565"/>
                  <a:gd name="connsiteY3" fmla="*/ 0 h 151725"/>
                  <a:gd name="connsiteX4" fmla="*/ 241454 w 408565"/>
                  <a:gd name="connsiteY4" fmla="*/ 1648 h 151725"/>
                  <a:gd name="connsiteX5" fmla="*/ 242663 w 408565"/>
                  <a:gd name="connsiteY5" fmla="*/ 22516 h 151725"/>
                  <a:gd name="connsiteX6" fmla="*/ 305488 w 408565"/>
                  <a:gd name="connsiteY6" fmla="*/ 22516 h 151725"/>
                  <a:gd name="connsiteX7" fmla="*/ 408277 w 408565"/>
                  <a:gd name="connsiteY7" fmla="*/ 151726 h 151725"/>
                  <a:gd name="connsiteX8" fmla="*/ 518 w 408565"/>
                  <a:gd name="connsiteY8" fmla="*/ 151726 h 15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08565" h="151725">
                    <a:moveTo>
                      <a:pt x="518" y="151726"/>
                    </a:moveTo>
                    <a:cubicBezTo>
                      <a:pt x="518" y="151726"/>
                      <a:pt x="-14068" y="35485"/>
                      <a:pt x="111576" y="22516"/>
                    </a:cubicBezTo>
                    <a:cubicBezTo>
                      <a:pt x="111576" y="22516"/>
                      <a:pt x="165339" y="22516"/>
                      <a:pt x="165339" y="22516"/>
                    </a:cubicBezTo>
                    <a:cubicBezTo>
                      <a:pt x="165339" y="22516"/>
                      <a:pt x="165339" y="0"/>
                      <a:pt x="165339" y="0"/>
                    </a:cubicBezTo>
                    <a:cubicBezTo>
                      <a:pt x="165339" y="0"/>
                      <a:pt x="203159" y="14767"/>
                      <a:pt x="241454" y="1648"/>
                    </a:cubicBezTo>
                    <a:cubicBezTo>
                      <a:pt x="241454" y="1648"/>
                      <a:pt x="242663" y="22516"/>
                      <a:pt x="242663" y="22516"/>
                    </a:cubicBezTo>
                    <a:cubicBezTo>
                      <a:pt x="242663" y="22516"/>
                      <a:pt x="305488" y="22516"/>
                      <a:pt x="305488" y="22516"/>
                    </a:cubicBezTo>
                    <a:cubicBezTo>
                      <a:pt x="305488" y="22516"/>
                      <a:pt x="414893" y="32446"/>
                      <a:pt x="408277" y="151726"/>
                    </a:cubicBezTo>
                    <a:cubicBezTo>
                      <a:pt x="408277" y="151726"/>
                      <a:pt x="518" y="151726"/>
                      <a:pt x="518" y="151726"/>
                    </a:cubicBezTo>
                    <a:close/>
                  </a:path>
                </a:pathLst>
              </a:custGeom>
              <a:solidFill>
                <a:srgbClr val="FFFFFF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88" name="자유형: 도형 287">
                <a:extLst>
                  <a:ext uri="{FF2B5EF4-FFF2-40B4-BE49-F238E27FC236}">
                    <a16:creationId xmlns:a16="http://schemas.microsoft.com/office/drawing/2014/main" id="{FA025631-F37D-4F7A-A9FA-A89AD4590465}"/>
                  </a:ext>
                </a:extLst>
              </p:cNvPr>
              <p:cNvSpPr/>
              <p:nvPr/>
            </p:nvSpPr>
            <p:spPr>
              <a:xfrm>
                <a:off x="4957269" y="8330845"/>
                <a:ext cx="418093" cy="134547"/>
              </a:xfrm>
              <a:custGeom>
                <a:avLst/>
                <a:gdLst>
                  <a:gd name="connsiteX0" fmla="*/ 410639 w 418093"/>
                  <a:gd name="connsiteY0" fmla="*/ 134548 h 134547"/>
                  <a:gd name="connsiteX1" fmla="*/ 410639 w 418093"/>
                  <a:gd name="connsiteY1" fmla="*/ 134548 h 134547"/>
                  <a:gd name="connsiteX2" fmla="*/ 7813 w 418093"/>
                  <a:gd name="connsiteY2" fmla="*/ 134548 h 134547"/>
                  <a:gd name="connsiteX3" fmla="*/ 7813 w 418093"/>
                  <a:gd name="connsiteY3" fmla="*/ 134548 h 134547"/>
                  <a:gd name="connsiteX4" fmla="*/ 0 w 418093"/>
                  <a:gd name="connsiteY4" fmla="*/ 134548 h 134547"/>
                  <a:gd name="connsiteX5" fmla="*/ 1950 w 418093"/>
                  <a:gd name="connsiteY5" fmla="*/ 104262 h 134547"/>
                  <a:gd name="connsiteX6" fmla="*/ 115655 w 418093"/>
                  <a:gd name="connsiteY6" fmla="*/ 0 h 134547"/>
                  <a:gd name="connsiteX7" fmla="*/ 168746 w 418093"/>
                  <a:gd name="connsiteY7" fmla="*/ 0 h 134547"/>
                  <a:gd name="connsiteX8" fmla="*/ 168746 w 418093"/>
                  <a:gd name="connsiteY8" fmla="*/ 6042 h 134547"/>
                  <a:gd name="connsiteX9" fmla="*/ 119216 w 418093"/>
                  <a:gd name="connsiteY9" fmla="*/ 6042 h 134547"/>
                  <a:gd name="connsiteX10" fmla="*/ 9626 w 418093"/>
                  <a:gd name="connsiteY10" fmla="*/ 106398 h 134547"/>
                  <a:gd name="connsiteX11" fmla="*/ 8273 w 418093"/>
                  <a:gd name="connsiteY11" fmla="*/ 127408 h 134547"/>
                  <a:gd name="connsiteX12" fmla="*/ 409574 w 418093"/>
                  <a:gd name="connsiteY12" fmla="*/ 127408 h 134547"/>
                  <a:gd name="connsiteX13" fmla="*/ 408824 w 418093"/>
                  <a:gd name="connsiteY13" fmla="*/ 106398 h 134547"/>
                  <a:gd name="connsiteX14" fmla="*/ 299236 w 418093"/>
                  <a:gd name="connsiteY14" fmla="*/ 6042 h 134547"/>
                  <a:gd name="connsiteX15" fmla="*/ 249090 w 418093"/>
                  <a:gd name="connsiteY15" fmla="*/ 6042 h 134547"/>
                  <a:gd name="connsiteX16" fmla="*/ 249090 w 418093"/>
                  <a:gd name="connsiteY16" fmla="*/ 0 h 134547"/>
                  <a:gd name="connsiteX17" fmla="*/ 302437 w 418093"/>
                  <a:gd name="connsiteY17" fmla="*/ 0 h 134547"/>
                  <a:gd name="connsiteX18" fmla="*/ 416142 w 418093"/>
                  <a:gd name="connsiteY18" fmla="*/ 104262 h 134547"/>
                  <a:gd name="connsiteX19" fmla="*/ 418093 w 418093"/>
                  <a:gd name="connsiteY19" fmla="*/ 134548 h 134547"/>
                  <a:gd name="connsiteX20" fmla="*/ 410639 w 418093"/>
                  <a:gd name="connsiteY20" fmla="*/ 134548 h 134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418093" h="134547">
                    <a:moveTo>
                      <a:pt x="410639" y="134548"/>
                    </a:moveTo>
                    <a:cubicBezTo>
                      <a:pt x="410639" y="134548"/>
                      <a:pt x="410639" y="134548"/>
                      <a:pt x="410639" y="134548"/>
                    </a:cubicBezTo>
                    <a:cubicBezTo>
                      <a:pt x="410639" y="134548"/>
                      <a:pt x="7813" y="134548"/>
                      <a:pt x="7813" y="134548"/>
                    </a:cubicBezTo>
                    <a:cubicBezTo>
                      <a:pt x="7813" y="134548"/>
                      <a:pt x="7813" y="134548"/>
                      <a:pt x="7813" y="134548"/>
                    </a:cubicBezTo>
                    <a:cubicBezTo>
                      <a:pt x="7813" y="134548"/>
                      <a:pt x="0" y="134548"/>
                      <a:pt x="0" y="134548"/>
                    </a:cubicBezTo>
                    <a:cubicBezTo>
                      <a:pt x="0" y="134548"/>
                      <a:pt x="1950" y="104262"/>
                      <a:pt x="1950" y="104262"/>
                    </a:cubicBezTo>
                    <a:cubicBezTo>
                      <a:pt x="5757" y="45129"/>
                      <a:pt x="57007" y="0"/>
                      <a:pt x="115655" y="0"/>
                    </a:cubicBezTo>
                    <a:cubicBezTo>
                      <a:pt x="115655" y="0"/>
                      <a:pt x="168746" y="0"/>
                      <a:pt x="168746" y="0"/>
                    </a:cubicBezTo>
                    <a:cubicBezTo>
                      <a:pt x="168746" y="0"/>
                      <a:pt x="168746" y="6042"/>
                      <a:pt x="168746" y="6042"/>
                    </a:cubicBezTo>
                    <a:cubicBezTo>
                      <a:pt x="168746" y="6042"/>
                      <a:pt x="119216" y="6042"/>
                      <a:pt x="119216" y="6042"/>
                    </a:cubicBezTo>
                    <a:cubicBezTo>
                      <a:pt x="62690" y="6042"/>
                      <a:pt x="13296" y="49479"/>
                      <a:pt x="9626" y="106398"/>
                    </a:cubicBezTo>
                    <a:cubicBezTo>
                      <a:pt x="9626" y="106398"/>
                      <a:pt x="8273" y="127408"/>
                      <a:pt x="8273" y="127408"/>
                    </a:cubicBezTo>
                    <a:cubicBezTo>
                      <a:pt x="8273" y="127408"/>
                      <a:pt x="409574" y="127408"/>
                      <a:pt x="409574" y="127408"/>
                    </a:cubicBezTo>
                    <a:cubicBezTo>
                      <a:pt x="409574" y="127408"/>
                      <a:pt x="408824" y="106398"/>
                      <a:pt x="408824" y="106398"/>
                    </a:cubicBezTo>
                    <a:cubicBezTo>
                      <a:pt x="405154" y="49479"/>
                      <a:pt x="355760" y="6042"/>
                      <a:pt x="299236" y="6042"/>
                    </a:cubicBezTo>
                    <a:cubicBezTo>
                      <a:pt x="299236" y="6042"/>
                      <a:pt x="249090" y="6042"/>
                      <a:pt x="249090" y="6042"/>
                    </a:cubicBezTo>
                    <a:cubicBezTo>
                      <a:pt x="249090" y="6042"/>
                      <a:pt x="249090" y="0"/>
                      <a:pt x="249090" y="0"/>
                    </a:cubicBezTo>
                    <a:cubicBezTo>
                      <a:pt x="249090" y="0"/>
                      <a:pt x="302437" y="0"/>
                      <a:pt x="302437" y="0"/>
                    </a:cubicBezTo>
                    <a:cubicBezTo>
                      <a:pt x="361086" y="0"/>
                      <a:pt x="412335" y="45129"/>
                      <a:pt x="416142" y="104262"/>
                    </a:cubicBezTo>
                    <a:cubicBezTo>
                      <a:pt x="416142" y="104262"/>
                      <a:pt x="418093" y="134548"/>
                      <a:pt x="418093" y="134548"/>
                    </a:cubicBezTo>
                    <a:cubicBezTo>
                      <a:pt x="418093" y="134548"/>
                      <a:pt x="410639" y="134548"/>
                      <a:pt x="410639" y="134548"/>
                    </a:cubicBezTo>
                    <a:close/>
                  </a:path>
                </a:pathLst>
              </a:custGeom>
              <a:solidFill>
                <a:srgbClr val="3B434F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89" name="자유형: 도형 288">
                <a:extLst>
                  <a:ext uri="{FF2B5EF4-FFF2-40B4-BE49-F238E27FC236}">
                    <a16:creationId xmlns:a16="http://schemas.microsoft.com/office/drawing/2014/main" id="{54608BE3-74E1-4DCE-ADC6-503302A596C5}"/>
                  </a:ext>
                </a:extLst>
              </p:cNvPr>
              <p:cNvSpPr/>
              <p:nvPr/>
            </p:nvSpPr>
            <p:spPr>
              <a:xfrm>
                <a:off x="5123599" y="8306905"/>
                <a:ext cx="82759" cy="73914"/>
              </a:xfrm>
              <a:custGeom>
                <a:avLst/>
                <a:gdLst>
                  <a:gd name="connsiteX0" fmla="*/ 6644 w 82759"/>
                  <a:gd name="connsiteY0" fmla="*/ 2178 h 73914"/>
                  <a:gd name="connsiteX1" fmla="*/ 6644 w 82759"/>
                  <a:gd name="connsiteY1" fmla="*/ 36048 h 73914"/>
                  <a:gd name="connsiteX2" fmla="*/ 41682 w 82759"/>
                  <a:gd name="connsiteY2" fmla="*/ 67874 h 73914"/>
                  <a:gd name="connsiteX3" fmla="*/ 76718 w 82759"/>
                  <a:gd name="connsiteY3" fmla="*/ 36048 h 73914"/>
                  <a:gd name="connsiteX4" fmla="*/ 76718 w 82759"/>
                  <a:gd name="connsiteY4" fmla="*/ 2877 h 73914"/>
                  <a:gd name="connsiteX5" fmla="*/ 82760 w 82759"/>
                  <a:gd name="connsiteY5" fmla="*/ 1043 h 73914"/>
                  <a:gd name="connsiteX6" fmla="*/ 82760 w 82759"/>
                  <a:gd name="connsiteY6" fmla="*/ 36279 h 73914"/>
                  <a:gd name="connsiteX7" fmla="*/ 41379 w 82759"/>
                  <a:gd name="connsiteY7" fmla="*/ 73914 h 73914"/>
                  <a:gd name="connsiteX8" fmla="*/ 0 w 82759"/>
                  <a:gd name="connsiteY8" fmla="*/ 36279 h 73914"/>
                  <a:gd name="connsiteX9" fmla="*/ 0 w 82759"/>
                  <a:gd name="connsiteY9" fmla="*/ 0 h 73914"/>
                  <a:gd name="connsiteX10" fmla="*/ 6644 w 82759"/>
                  <a:gd name="connsiteY10" fmla="*/ 2178 h 73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82759" h="73914">
                    <a:moveTo>
                      <a:pt x="6644" y="2178"/>
                    </a:moveTo>
                    <a:cubicBezTo>
                      <a:pt x="6644" y="2178"/>
                      <a:pt x="6644" y="36048"/>
                      <a:pt x="6644" y="36048"/>
                    </a:cubicBezTo>
                    <a:cubicBezTo>
                      <a:pt x="6644" y="53625"/>
                      <a:pt x="22330" y="67874"/>
                      <a:pt x="41682" y="67874"/>
                    </a:cubicBezTo>
                    <a:cubicBezTo>
                      <a:pt x="61032" y="67874"/>
                      <a:pt x="76718" y="53625"/>
                      <a:pt x="76718" y="36048"/>
                    </a:cubicBezTo>
                    <a:cubicBezTo>
                      <a:pt x="76718" y="36048"/>
                      <a:pt x="76718" y="2877"/>
                      <a:pt x="76718" y="2877"/>
                    </a:cubicBezTo>
                    <a:cubicBezTo>
                      <a:pt x="78751" y="2314"/>
                      <a:pt x="80766" y="1703"/>
                      <a:pt x="82760" y="1043"/>
                    </a:cubicBezTo>
                    <a:cubicBezTo>
                      <a:pt x="82760" y="1043"/>
                      <a:pt x="82760" y="36279"/>
                      <a:pt x="82760" y="36279"/>
                    </a:cubicBezTo>
                    <a:cubicBezTo>
                      <a:pt x="82760" y="57064"/>
                      <a:pt x="64233" y="73914"/>
                      <a:pt x="41379" y="73914"/>
                    </a:cubicBezTo>
                    <a:cubicBezTo>
                      <a:pt x="18526" y="73914"/>
                      <a:pt x="0" y="57064"/>
                      <a:pt x="0" y="36279"/>
                    </a:cubicBezTo>
                    <a:cubicBezTo>
                      <a:pt x="0" y="36279"/>
                      <a:pt x="0" y="0"/>
                      <a:pt x="0" y="0"/>
                    </a:cubicBezTo>
                    <a:cubicBezTo>
                      <a:pt x="2189" y="786"/>
                      <a:pt x="4405" y="1510"/>
                      <a:pt x="6644" y="2178"/>
                    </a:cubicBezTo>
                    <a:close/>
                  </a:path>
                </a:pathLst>
              </a:custGeom>
              <a:solidFill>
                <a:srgbClr val="3B434F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90" name="자유형: 도형 289">
                <a:extLst>
                  <a:ext uri="{FF2B5EF4-FFF2-40B4-BE49-F238E27FC236}">
                    <a16:creationId xmlns:a16="http://schemas.microsoft.com/office/drawing/2014/main" id="{A2E46C8F-674F-48C1-8A7E-A16B63B1F0C6}"/>
                  </a:ext>
                </a:extLst>
              </p:cNvPr>
              <p:cNvSpPr/>
              <p:nvPr/>
            </p:nvSpPr>
            <p:spPr>
              <a:xfrm>
                <a:off x="5249692" y="8376470"/>
                <a:ext cx="24625" cy="61330"/>
              </a:xfrm>
              <a:custGeom>
                <a:avLst/>
                <a:gdLst>
                  <a:gd name="connsiteX0" fmla="*/ 24004 w 24625"/>
                  <a:gd name="connsiteY0" fmla="*/ 27015 h 61330"/>
                  <a:gd name="connsiteX1" fmla="*/ 6894 w 24625"/>
                  <a:gd name="connsiteY1" fmla="*/ 59459 h 61330"/>
                  <a:gd name="connsiteX2" fmla="*/ 2057 w 24625"/>
                  <a:gd name="connsiteY2" fmla="*/ 61006 h 61330"/>
                  <a:gd name="connsiteX3" fmla="*/ 357 w 24625"/>
                  <a:gd name="connsiteY3" fmla="*/ 56611 h 61330"/>
                  <a:gd name="connsiteX4" fmla="*/ 16882 w 24625"/>
                  <a:gd name="connsiteY4" fmla="*/ 25276 h 61330"/>
                  <a:gd name="connsiteX5" fmla="*/ 3970 w 24625"/>
                  <a:gd name="connsiteY5" fmla="*/ 4943 h 61330"/>
                  <a:gd name="connsiteX6" fmla="*/ 5297 w 24625"/>
                  <a:gd name="connsiteY6" fmla="*/ 442 h 61330"/>
                  <a:gd name="connsiteX7" fmla="*/ 10248 w 24625"/>
                  <a:gd name="connsiteY7" fmla="*/ 1648 h 61330"/>
                  <a:gd name="connsiteX8" fmla="*/ 24141 w 24625"/>
                  <a:gd name="connsiteY8" fmla="*/ 23526 h 61330"/>
                  <a:gd name="connsiteX9" fmla="*/ 24004 w 24625"/>
                  <a:gd name="connsiteY9" fmla="*/ 27015 h 613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4625" h="61330">
                    <a:moveTo>
                      <a:pt x="24004" y="27015"/>
                    </a:moveTo>
                    <a:cubicBezTo>
                      <a:pt x="24004" y="27015"/>
                      <a:pt x="6894" y="59459"/>
                      <a:pt x="6894" y="59459"/>
                    </a:cubicBezTo>
                    <a:cubicBezTo>
                      <a:pt x="6027" y="61100"/>
                      <a:pt x="3862" y="61792"/>
                      <a:pt x="2057" y="61006"/>
                    </a:cubicBezTo>
                    <a:cubicBezTo>
                      <a:pt x="254" y="60220"/>
                      <a:pt x="-508" y="58252"/>
                      <a:pt x="357" y="56611"/>
                    </a:cubicBezTo>
                    <a:cubicBezTo>
                      <a:pt x="357" y="56611"/>
                      <a:pt x="16882" y="25276"/>
                      <a:pt x="16882" y="25276"/>
                    </a:cubicBezTo>
                    <a:cubicBezTo>
                      <a:pt x="16882" y="25276"/>
                      <a:pt x="3970" y="4943"/>
                      <a:pt x="3970" y="4943"/>
                    </a:cubicBezTo>
                    <a:cubicBezTo>
                      <a:pt x="2969" y="3368"/>
                      <a:pt x="3562" y="1352"/>
                      <a:pt x="5297" y="442"/>
                    </a:cubicBezTo>
                    <a:cubicBezTo>
                      <a:pt x="7030" y="-468"/>
                      <a:pt x="9247" y="73"/>
                      <a:pt x="10248" y="1648"/>
                    </a:cubicBezTo>
                    <a:cubicBezTo>
                      <a:pt x="10248" y="1648"/>
                      <a:pt x="24141" y="23526"/>
                      <a:pt x="24141" y="23526"/>
                    </a:cubicBezTo>
                    <a:cubicBezTo>
                      <a:pt x="24858" y="24653"/>
                      <a:pt x="24753" y="26003"/>
                      <a:pt x="24004" y="27015"/>
                    </a:cubicBezTo>
                    <a:close/>
                  </a:path>
                </a:pathLst>
              </a:custGeom>
              <a:solidFill>
                <a:srgbClr val="3B434F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91" name="자유형: 도형 290">
                <a:extLst>
                  <a:ext uri="{FF2B5EF4-FFF2-40B4-BE49-F238E27FC236}">
                    <a16:creationId xmlns:a16="http://schemas.microsoft.com/office/drawing/2014/main" id="{59ACC77A-6F2B-40E1-996A-8B29782F0CD2}"/>
                  </a:ext>
                </a:extLst>
              </p:cNvPr>
              <p:cNvSpPr/>
              <p:nvPr/>
            </p:nvSpPr>
            <p:spPr>
              <a:xfrm>
                <a:off x="5055942" y="8376418"/>
                <a:ext cx="24759" cy="61519"/>
              </a:xfrm>
              <a:custGeom>
                <a:avLst/>
                <a:gdLst>
                  <a:gd name="connsiteX0" fmla="*/ 625 w 24759"/>
                  <a:gd name="connsiteY0" fmla="*/ 27098 h 61519"/>
                  <a:gd name="connsiteX1" fmla="*/ 17829 w 24759"/>
                  <a:gd name="connsiteY1" fmla="*/ 59642 h 61519"/>
                  <a:gd name="connsiteX2" fmla="*/ 22689 w 24759"/>
                  <a:gd name="connsiteY2" fmla="*/ 61194 h 61519"/>
                  <a:gd name="connsiteX3" fmla="*/ 24400 w 24759"/>
                  <a:gd name="connsiteY3" fmla="*/ 56784 h 61519"/>
                  <a:gd name="connsiteX4" fmla="*/ 7786 w 24759"/>
                  <a:gd name="connsiteY4" fmla="*/ 25353 h 61519"/>
                  <a:gd name="connsiteX5" fmla="*/ 20768 w 24759"/>
                  <a:gd name="connsiteY5" fmla="*/ 4958 h 61519"/>
                  <a:gd name="connsiteX6" fmla="*/ 19434 w 24759"/>
                  <a:gd name="connsiteY6" fmla="*/ 443 h 61519"/>
                  <a:gd name="connsiteX7" fmla="*/ 14456 w 24759"/>
                  <a:gd name="connsiteY7" fmla="*/ 1653 h 61519"/>
                  <a:gd name="connsiteX8" fmla="*/ 488 w 24759"/>
                  <a:gd name="connsiteY8" fmla="*/ 23599 h 61519"/>
                  <a:gd name="connsiteX9" fmla="*/ 625 w 24759"/>
                  <a:gd name="connsiteY9" fmla="*/ 27098 h 615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4759" h="61519">
                    <a:moveTo>
                      <a:pt x="625" y="27098"/>
                    </a:moveTo>
                    <a:cubicBezTo>
                      <a:pt x="625" y="27098"/>
                      <a:pt x="17829" y="59642"/>
                      <a:pt x="17829" y="59642"/>
                    </a:cubicBezTo>
                    <a:cubicBezTo>
                      <a:pt x="18698" y="61288"/>
                      <a:pt x="20874" y="61983"/>
                      <a:pt x="22689" y="61194"/>
                    </a:cubicBezTo>
                    <a:cubicBezTo>
                      <a:pt x="24504" y="60405"/>
                      <a:pt x="25270" y="58431"/>
                      <a:pt x="24400" y="56784"/>
                    </a:cubicBezTo>
                    <a:cubicBezTo>
                      <a:pt x="24400" y="56784"/>
                      <a:pt x="7786" y="25353"/>
                      <a:pt x="7786" y="25353"/>
                    </a:cubicBezTo>
                    <a:cubicBezTo>
                      <a:pt x="7786" y="25353"/>
                      <a:pt x="20768" y="4958"/>
                      <a:pt x="20768" y="4958"/>
                    </a:cubicBezTo>
                    <a:cubicBezTo>
                      <a:pt x="21773" y="3378"/>
                      <a:pt x="21177" y="1357"/>
                      <a:pt x="19434" y="443"/>
                    </a:cubicBezTo>
                    <a:cubicBezTo>
                      <a:pt x="17692" y="-469"/>
                      <a:pt x="15463" y="73"/>
                      <a:pt x="14456" y="1653"/>
                    </a:cubicBezTo>
                    <a:cubicBezTo>
                      <a:pt x="14456" y="1653"/>
                      <a:pt x="488" y="23599"/>
                      <a:pt x="488" y="23599"/>
                    </a:cubicBezTo>
                    <a:cubicBezTo>
                      <a:pt x="-233" y="24729"/>
                      <a:pt x="-128" y="26084"/>
                      <a:pt x="625" y="27098"/>
                    </a:cubicBezTo>
                    <a:close/>
                  </a:path>
                </a:pathLst>
              </a:custGeom>
              <a:solidFill>
                <a:srgbClr val="3B434F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92" name="자유형: 도형 291">
                <a:extLst>
                  <a:ext uri="{FF2B5EF4-FFF2-40B4-BE49-F238E27FC236}">
                    <a16:creationId xmlns:a16="http://schemas.microsoft.com/office/drawing/2014/main" id="{B6F5D9CF-C422-4D94-98ED-26E4E9976834}"/>
                  </a:ext>
                </a:extLst>
              </p:cNvPr>
              <p:cNvSpPr/>
              <p:nvPr/>
            </p:nvSpPr>
            <p:spPr>
              <a:xfrm>
                <a:off x="5123599" y="8329747"/>
                <a:ext cx="6644" cy="133448"/>
              </a:xfrm>
              <a:custGeom>
                <a:avLst/>
                <a:gdLst>
                  <a:gd name="connsiteX0" fmla="*/ 0 w 6644"/>
                  <a:gd name="connsiteY0" fmla="*/ 0 h 133448"/>
                  <a:gd name="connsiteX1" fmla="*/ 6644 w 6644"/>
                  <a:gd name="connsiteY1" fmla="*/ 0 h 133448"/>
                  <a:gd name="connsiteX2" fmla="*/ 6644 w 6644"/>
                  <a:gd name="connsiteY2" fmla="*/ 133449 h 133448"/>
                  <a:gd name="connsiteX3" fmla="*/ 0 w 6644"/>
                  <a:gd name="connsiteY3" fmla="*/ 133449 h 133448"/>
                  <a:gd name="connsiteX4" fmla="*/ 0 w 6644"/>
                  <a:gd name="connsiteY4" fmla="*/ 0 h 1334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644" h="133448">
                    <a:moveTo>
                      <a:pt x="0" y="0"/>
                    </a:moveTo>
                    <a:cubicBezTo>
                      <a:pt x="0" y="0"/>
                      <a:pt x="6644" y="0"/>
                      <a:pt x="6644" y="0"/>
                    </a:cubicBezTo>
                    <a:cubicBezTo>
                      <a:pt x="6644" y="0"/>
                      <a:pt x="6644" y="133449"/>
                      <a:pt x="6644" y="133449"/>
                    </a:cubicBezTo>
                    <a:cubicBezTo>
                      <a:pt x="6644" y="133449"/>
                      <a:pt x="0" y="133449"/>
                      <a:pt x="0" y="133449"/>
                    </a:cubicBezTo>
                    <a:cubicBezTo>
                      <a:pt x="0" y="133449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3B434F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93" name="자유형: 도형 292">
                <a:extLst>
                  <a:ext uri="{FF2B5EF4-FFF2-40B4-BE49-F238E27FC236}">
                    <a16:creationId xmlns:a16="http://schemas.microsoft.com/office/drawing/2014/main" id="{CB60581E-D540-4A00-B6CC-1D2818F17AFB}"/>
                  </a:ext>
                </a:extLst>
              </p:cNvPr>
              <p:cNvSpPr/>
              <p:nvPr/>
            </p:nvSpPr>
            <p:spPr>
              <a:xfrm>
                <a:off x="5200317" y="8330845"/>
                <a:ext cx="6645" cy="133448"/>
              </a:xfrm>
              <a:custGeom>
                <a:avLst/>
                <a:gdLst>
                  <a:gd name="connsiteX0" fmla="*/ 0 w 6645"/>
                  <a:gd name="connsiteY0" fmla="*/ 0 h 133448"/>
                  <a:gd name="connsiteX1" fmla="*/ 6646 w 6645"/>
                  <a:gd name="connsiteY1" fmla="*/ 0 h 133448"/>
                  <a:gd name="connsiteX2" fmla="*/ 6646 w 6645"/>
                  <a:gd name="connsiteY2" fmla="*/ 133449 h 133448"/>
                  <a:gd name="connsiteX3" fmla="*/ 0 w 6645"/>
                  <a:gd name="connsiteY3" fmla="*/ 133449 h 133448"/>
                  <a:gd name="connsiteX4" fmla="*/ 0 w 6645"/>
                  <a:gd name="connsiteY4" fmla="*/ 0 h 1334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645" h="133448">
                    <a:moveTo>
                      <a:pt x="0" y="0"/>
                    </a:moveTo>
                    <a:cubicBezTo>
                      <a:pt x="0" y="0"/>
                      <a:pt x="6646" y="0"/>
                      <a:pt x="6646" y="0"/>
                    </a:cubicBezTo>
                    <a:cubicBezTo>
                      <a:pt x="6646" y="0"/>
                      <a:pt x="6646" y="133449"/>
                      <a:pt x="6646" y="133449"/>
                    </a:cubicBezTo>
                    <a:cubicBezTo>
                      <a:pt x="6646" y="133449"/>
                      <a:pt x="0" y="133449"/>
                      <a:pt x="0" y="133449"/>
                    </a:cubicBezTo>
                    <a:cubicBezTo>
                      <a:pt x="0" y="133449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3B434F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94" name="자유형: 도형 293">
                <a:extLst>
                  <a:ext uri="{FF2B5EF4-FFF2-40B4-BE49-F238E27FC236}">
                    <a16:creationId xmlns:a16="http://schemas.microsoft.com/office/drawing/2014/main" id="{0C100544-CB88-4C4B-A660-9C9A846F0250}"/>
                  </a:ext>
                </a:extLst>
              </p:cNvPr>
              <p:cNvSpPr/>
              <p:nvPr/>
            </p:nvSpPr>
            <p:spPr>
              <a:xfrm>
                <a:off x="5034212" y="7964548"/>
                <a:ext cx="265163" cy="351468"/>
              </a:xfrm>
              <a:custGeom>
                <a:avLst/>
                <a:gdLst>
                  <a:gd name="connsiteX0" fmla="*/ 132582 w 265163"/>
                  <a:gd name="connsiteY0" fmla="*/ 0 h 351468"/>
                  <a:gd name="connsiteX1" fmla="*/ 265118 w 265163"/>
                  <a:gd name="connsiteY1" fmla="*/ 140551 h 351468"/>
                  <a:gd name="connsiteX2" fmla="*/ 263067 w 265163"/>
                  <a:gd name="connsiteY2" fmla="*/ 222078 h 351468"/>
                  <a:gd name="connsiteX3" fmla="*/ 132582 w 265163"/>
                  <a:gd name="connsiteY3" fmla="*/ 351468 h 351468"/>
                  <a:gd name="connsiteX4" fmla="*/ 2094 w 265163"/>
                  <a:gd name="connsiteY4" fmla="*/ 222078 h 351468"/>
                  <a:gd name="connsiteX5" fmla="*/ 46 w 265163"/>
                  <a:gd name="connsiteY5" fmla="*/ 140551 h 351468"/>
                  <a:gd name="connsiteX6" fmla="*/ 132582 w 265163"/>
                  <a:gd name="connsiteY6" fmla="*/ 0 h 351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65163" h="351468">
                    <a:moveTo>
                      <a:pt x="132582" y="0"/>
                    </a:moveTo>
                    <a:cubicBezTo>
                      <a:pt x="207731" y="0"/>
                      <a:pt x="267046" y="63842"/>
                      <a:pt x="265118" y="140551"/>
                    </a:cubicBezTo>
                    <a:cubicBezTo>
                      <a:pt x="265118" y="140551"/>
                      <a:pt x="263067" y="222078"/>
                      <a:pt x="263067" y="222078"/>
                    </a:cubicBezTo>
                    <a:cubicBezTo>
                      <a:pt x="261251" y="294345"/>
                      <a:pt x="202849" y="351468"/>
                      <a:pt x="132582" y="351468"/>
                    </a:cubicBezTo>
                    <a:cubicBezTo>
                      <a:pt x="62313" y="351468"/>
                      <a:pt x="3912" y="294345"/>
                      <a:pt x="2094" y="222078"/>
                    </a:cubicBezTo>
                    <a:cubicBezTo>
                      <a:pt x="2094" y="222078"/>
                      <a:pt x="46" y="140551"/>
                      <a:pt x="46" y="140551"/>
                    </a:cubicBezTo>
                    <a:cubicBezTo>
                      <a:pt x="-1884" y="63842"/>
                      <a:pt x="57432" y="0"/>
                      <a:pt x="13258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95" name="자유형: 도형 294">
                <a:extLst>
                  <a:ext uri="{FF2B5EF4-FFF2-40B4-BE49-F238E27FC236}">
                    <a16:creationId xmlns:a16="http://schemas.microsoft.com/office/drawing/2014/main" id="{FB9EBA21-6903-4B19-AFBB-12452493577A}"/>
                  </a:ext>
                </a:extLst>
              </p:cNvPr>
              <p:cNvSpPr/>
              <p:nvPr/>
            </p:nvSpPr>
            <p:spPr>
              <a:xfrm>
                <a:off x="5027567" y="7956311"/>
                <a:ext cx="277847" cy="365747"/>
              </a:xfrm>
              <a:custGeom>
                <a:avLst/>
                <a:gdLst>
                  <a:gd name="connsiteX0" fmla="*/ 277800 w 277847"/>
                  <a:gd name="connsiteY0" fmla="*/ 146261 h 365747"/>
                  <a:gd name="connsiteX1" fmla="*/ 275652 w 277847"/>
                  <a:gd name="connsiteY1" fmla="*/ 231101 h 365747"/>
                  <a:gd name="connsiteX2" fmla="*/ 138924 w 277847"/>
                  <a:gd name="connsiteY2" fmla="*/ 365748 h 365747"/>
                  <a:gd name="connsiteX3" fmla="*/ 2196 w 277847"/>
                  <a:gd name="connsiteY3" fmla="*/ 231101 h 365747"/>
                  <a:gd name="connsiteX4" fmla="*/ 48 w 277847"/>
                  <a:gd name="connsiteY4" fmla="*/ 146261 h 365747"/>
                  <a:gd name="connsiteX5" fmla="*/ 138924 w 277847"/>
                  <a:gd name="connsiteY5" fmla="*/ 0 h 365747"/>
                  <a:gd name="connsiteX6" fmla="*/ 277800 w 277847"/>
                  <a:gd name="connsiteY6" fmla="*/ 146261 h 365747"/>
                  <a:gd name="connsiteX7" fmla="*/ 138622 w 277847"/>
                  <a:gd name="connsiteY7" fmla="*/ 8786 h 365747"/>
                  <a:gd name="connsiteX8" fmla="*/ 7899 w 277847"/>
                  <a:gd name="connsiteY8" fmla="*/ 148239 h 365747"/>
                  <a:gd name="connsiteX9" fmla="*/ 9920 w 277847"/>
                  <a:gd name="connsiteY9" fmla="*/ 229130 h 365747"/>
                  <a:gd name="connsiteX10" fmla="*/ 138622 w 277847"/>
                  <a:gd name="connsiteY10" fmla="*/ 357510 h 365747"/>
                  <a:gd name="connsiteX11" fmla="*/ 267326 w 277847"/>
                  <a:gd name="connsiteY11" fmla="*/ 229130 h 365747"/>
                  <a:gd name="connsiteX12" fmla="*/ 269347 w 277847"/>
                  <a:gd name="connsiteY12" fmla="*/ 148239 h 365747"/>
                  <a:gd name="connsiteX13" fmla="*/ 138622 w 277847"/>
                  <a:gd name="connsiteY13" fmla="*/ 8786 h 3657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77847" h="365747">
                    <a:moveTo>
                      <a:pt x="277800" y="146261"/>
                    </a:moveTo>
                    <a:cubicBezTo>
                      <a:pt x="277800" y="146261"/>
                      <a:pt x="275652" y="231101"/>
                      <a:pt x="275652" y="231101"/>
                    </a:cubicBezTo>
                    <a:cubicBezTo>
                      <a:pt x="273749" y="306303"/>
                      <a:pt x="212554" y="365748"/>
                      <a:pt x="138924" y="365748"/>
                    </a:cubicBezTo>
                    <a:cubicBezTo>
                      <a:pt x="65294" y="365748"/>
                      <a:pt x="4100" y="306303"/>
                      <a:pt x="2196" y="231101"/>
                    </a:cubicBezTo>
                    <a:cubicBezTo>
                      <a:pt x="2196" y="231101"/>
                      <a:pt x="48" y="146261"/>
                      <a:pt x="48" y="146261"/>
                    </a:cubicBezTo>
                    <a:cubicBezTo>
                      <a:pt x="-1972" y="66436"/>
                      <a:pt x="60180" y="0"/>
                      <a:pt x="138924" y="0"/>
                    </a:cubicBezTo>
                    <a:cubicBezTo>
                      <a:pt x="217668" y="0"/>
                      <a:pt x="279822" y="66436"/>
                      <a:pt x="277800" y="146261"/>
                    </a:cubicBezTo>
                    <a:close/>
                    <a:moveTo>
                      <a:pt x="138622" y="8786"/>
                    </a:moveTo>
                    <a:cubicBezTo>
                      <a:pt x="64501" y="8786"/>
                      <a:pt x="5996" y="72130"/>
                      <a:pt x="7899" y="148239"/>
                    </a:cubicBezTo>
                    <a:cubicBezTo>
                      <a:pt x="7899" y="148239"/>
                      <a:pt x="9920" y="229130"/>
                      <a:pt x="9920" y="229130"/>
                    </a:cubicBezTo>
                    <a:cubicBezTo>
                      <a:pt x="11713" y="300833"/>
                      <a:pt x="69315" y="357510"/>
                      <a:pt x="138622" y="357510"/>
                    </a:cubicBezTo>
                    <a:cubicBezTo>
                      <a:pt x="207931" y="357510"/>
                      <a:pt x="265533" y="300833"/>
                      <a:pt x="267326" y="229130"/>
                    </a:cubicBezTo>
                    <a:cubicBezTo>
                      <a:pt x="267326" y="229130"/>
                      <a:pt x="269347" y="148239"/>
                      <a:pt x="269347" y="148239"/>
                    </a:cubicBezTo>
                    <a:cubicBezTo>
                      <a:pt x="271249" y="72130"/>
                      <a:pt x="212745" y="8786"/>
                      <a:pt x="138622" y="8786"/>
                    </a:cubicBezTo>
                    <a:close/>
                  </a:path>
                </a:pathLst>
              </a:custGeom>
              <a:solidFill>
                <a:srgbClr val="3B434F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96" name="자유형: 도형 295">
                <a:extLst>
                  <a:ext uri="{FF2B5EF4-FFF2-40B4-BE49-F238E27FC236}">
                    <a16:creationId xmlns:a16="http://schemas.microsoft.com/office/drawing/2014/main" id="{4460E8B9-77C7-420A-80F6-52FF0B403779}"/>
                  </a:ext>
                </a:extLst>
              </p:cNvPr>
              <p:cNvSpPr/>
              <p:nvPr/>
            </p:nvSpPr>
            <p:spPr>
              <a:xfrm>
                <a:off x="5027341" y="8116668"/>
                <a:ext cx="274256" cy="206488"/>
              </a:xfrm>
              <a:custGeom>
                <a:avLst/>
                <a:gdLst>
                  <a:gd name="connsiteX0" fmla="*/ 274256 w 274256"/>
                  <a:gd name="connsiteY0" fmla="*/ 0 h 206488"/>
                  <a:gd name="connsiteX1" fmla="*/ 268215 w 274256"/>
                  <a:gd name="connsiteY1" fmla="*/ 90065 h 206488"/>
                  <a:gd name="connsiteX2" fmla="*/ 137732 w 274256"/>
                  <a:gd name="connsiteY2" fmla="*/ 206336 h 206488"/>
                  <a:gd name="connsiteX3" fmla="*/ 137732 w 274256"/>
                  <a:gd name="connsiteY3" fmla="*/ 206489 h 206488"/>
                  <a:gd name="connsiteX4" fmla="*/ 137127 w 274256"/>
                  <a:gd name="connsiteY4" fmla="*/ 206413 h 206488"/>
                  <a:gd name="connsiteX5" fmla="*/ 136524 w 274256"/>
                  <a:gd name="connsiteY5" fmla="*/ 206489 h 206488"/>
                  <a:gd name="connsiteX6" fmla="*/ 136524 w 274256"/>
                  <a:gd name="connsiteY6" fmla="*/ 206336 h 206488"/>
                  <a:gd name="connsiteX7" fmla="*/ 6041 w 274256"/>
                  <a:gd name="connsiteY7" fmla="*/ 90065 h 206488"/>
                  <a:gd name="connsiteX8" fmla="*/ 0 w 274256"/>
                  <a:gd name="connsiteY8" fmla="*/ 0 h 206488"/>
                  <a:gd name="connsiteX9" fmla="*/ 49536 w 274256"/>
                  <a:gd name="connsiteY9" fmla="*/ 115326 h 206488"/>
                  <a:gd name="connsiteX10" fmla="*/ 82156 w 274256"/>
                  <a:gd name="connsiteY10" fmla="*/ 85671 h 206488"/>
                  <a:gd name="connsiteX11" fmla="*/ 137127 w 274256"/>
                  <a:gd name="connsiteY11" fmla="*/ 91464 h 206488"/>
                  <a:gd name="connsiteX12" fmla="*/ 192100 w 274256"/>
                  <a:gd name="connsiteY12" fmla="*/ 85671 h 206488"/>
                  <a:gd name="connsiteX13" fmla="*/ 224721 w 274256"/>
                  <a:gd name="connsiteY13" fmla="*/ 115326 h 206488"/>
                  <a:gd name="connsiteX14" fmla="*/ 274256 w 274256"/>
                  <a:gd name="connsiteY14" fmla="*/ 0 h 206488"/>
                  <a:gd name="connsiteX15" fmla="*/ 207084 w 274256"/>
                  <a:gd name="connsiteY15" fmla="*/ 126489 h 206488"/>
                  <a:gd name="connsiteX16" fmla="*/ 192484 w 274256"/>
                  <a:gd name="connsiteY16" fmla="*/ 108771 h 206488"/>
                  <a:gd name="connsiteX17" fmla="*/ 137732 w 274256"/>
                  <a:gd name="connsiteY17" fmla="*/ 119994 h 206488"/>
                  <a:gd name="connsiteX18" fmla="*/ 137732 w 274256"/>
                  <a:gd name="connsiteY18" fmla="*/ 119868 h 206488"/>
                  <a:gd name="connsiteX19" fmla="*/ 83364 w 274256"/>
                  <a:gd name="connsiteY19" fmla="*/ 108736 h 206488"/>
                  <a:gd name="connsiteX20" fmla="*/ 68866 w 274256"/>
                  <a:gd name="connsiteY20" fmla="*/ 126310 h 206488"/>
                  <a:gd name="connsiteX21" fmla="*/ 80947 w 274256"/>
                  <a:gd name="connsiteY21" fmla="*/ 153768 h 206488"/>
                  <a:gd name="connsiteX22" fmla="*/ 102694 w 274256"/>
                  <a:gd name="connsiteY22" fmla="*/ 174636 h 206488"/>
                  <a:gd name="connsiteX23" fmla="*/ 117192 w 274256"/>
                  <a:gd name="connsiteY23" fmla="*/ 162555 h 206488"/>
                  <a:gd name="connsiteX24" fmla="*/ 124442 w 274256"/>
                  <a:gd name="connsiteY24" fmla="*/ 148276 h 206488"/>
                  <a:gd name="connsiteX25" fmla="*/ 137732 w 274256"/>
                  <a:gd name="connsiteY25" fmla="*/ 148276 h 206488"/>
                  <a:gd name="connsiteX26" fmla="*/ 137732 w 274256"/>
                  <a:gd name="connsiteY26" fmla="*/ 148638 h 206488"/>
                  <a:gd name="connsiteX27" fmla="*/ 151116 w 274256"/>
                  <a:gd name="connsiteY27" fmla="*/ 148638 h 206488"/>
                  <a:gd name="connsiteX28" fmla="*/ 158416 w 274256"/>
                  <a:gd name="connsiteY28" fmla="*/ 163034 h 206488"/>
                  <a:gd name="connsiteX29" fmla="*/ 173016 w 274256"/>
                  <a:gd name="connsiteY29" fmla="*/ 175216 h 206488"/>
                  <a:gd name="connsiteX30" fmla="*/ 194917 w 274256"/>
                  <a:gd name="connsiteY30" fmla="*/ 154175 h 206488"/>
                  <a:gd name="connsiteX31" fmla="*/ 207084 w 274256"/>
                  <a:gd name="connsiteY31" fmla="*/ 126489 h 2064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274256" h="206488">
                    <a:moveTo>
                      <a:pt x="274256" y="0"/>
                    </a:moveTo>
                    <a:cubicBezTo>
                      <a:pt x="274256" y="0"/>
                      <a:pt x="268215" y="90065"/>
                      <a:pt x="268215" y="90065"/>
                    </a:cubicBezTo>
                    <a:cubicBezTo>
                      <a:pt x="268215" y="90065"/>
                      <a:pt x="241385" y="194027"/>
                      <a:pt x="137732" y="206336"/>
                    </a:cubicBezTo>
                    <a:cubicBezTo>
                      <a:pt x="137732" y="206336"/>
                      <a:pt x="137732" y="206489"/>
                      <a:pt x="137732" y="206489"/>
                    </a:cubicBezTo>
                    <a:cubicBezTo>
                      <a:pt x="137528" y="206466"/>
                      <a:pt x="137331" y="206436"/>
                      <a:pt x="137127" y="206413"/>
                    </a:cubicBezTo>
                    <a:cubicBezTo>
                      <a:pt x="136925" y="206436"/>
                      <a:pt x="136728" y="206466"/>
                      <a:pt x="136524" y="206489"/>
                    </a:cubicBezTo>
                    <a:cubicBezTo>
                      <a:pt x="136524" y="206489"/>
                      <a:pt x="136524" y="206336"/>
                      <a:pt x="136524" y="206336"/>
                    </a:cubicBezTo>
                    <a:cubicBezTo>
                      <a:pt x="32871" y="194027"/>
                      <a:pt x="6041" y="90065"/>
                      <a:pt x="6041" y="90065"/>
                    </a:cubicBezTo>
                    <a:cubicBezTo>
                      <a:pt x="6041" y="90065"/>
                      <a:pt x="0" y="0"/>
                      <a:pt x="0" y="0"/>
                    </a:cubicBezTo>
                    <a:cubicBezTo>
                      <a:pt x="26898" y="108539"/>
                      <a:pt x="49536" y="115326"/>
                      <a:pt x="49536" y="115326"/>
                    </a:cubicBezTo>
                    <a:cubicBezTo>
                      <a:pt x="44954" y="82413"/>
                      <a:pt x="82156" y="85671"/>
                      <a:pt x="82156" y="85671"/>
                    </a:cubicBezTo>
                    <a:cubicBezTo>
                      <a:pt x="104829" y="89152"/>
                      <a:pt x="122878" y="90836"/>
                      <a:pt x="137127" y="91464"/>
                    </a:cubicBezTo>
                    <a:cubicBezTo>
                      <a:pt x="151378" y="90836"/>
                      <a:pt x="169427" y="89152"/>
                      <a:pt x="192100" y="85671"/>
                    </a:cubicBezTo>
                    <a:cubicBezTo>
                      <a:pt x="192100" y="85671"/>
                      <a:pt x="229302" y="82413"/>
                      <a:pt x="224721" y="115326"/>
                    </a:cubicBezTo>
                    <a:cubicBezTo>
                      <a:pt x="224721" y="115326"/>
                      <a:pt x="247358" y="108539"/>
                      <a:pt x="274256" y="0"/>
                    </a:cubicBezTo>
                    <a:close/>
                    <a:moveTo>
                      <a:pt x="207084" y="126489"/>
                    </a:moveTo>
                    <a:cubicBezTo>
                      <a:pt x="205325" y="107130"/>
                      <a:pt x="192484" y="108771"/>
                      <a:pt x="192484" y="108771"/>
                    </a:cubicBezTo>
                    <a:cubicBezTo>
                      <a:pt x="169653" y="114878"/>
                      <a:pt x="151733" y="118271"/>
                      <a:pt x="137732" y="119994"/>
                    </a:cubicBezTo>
                    <a:cubicBezTo>
                      <a:pt x="137732" y="119994"/>
                      <a:pt x="137732" y="119868"/>
                      <a:pt x="137732" y="119868"/>
                    </a:cubicBezTo>
                    <a:cubicBezTo>
                      <a:pt x="123830" y="118158"/>
                      <a:pt x="106034" y="114793"/>
                      <a:pt x="83364" y="108736"/>
                    </a:cubicBezTo>
                    <a:cubicBezTo>
                      <a:pt x="83364" y="108736"/>
                      <a:pt x="70612" y="107108"/>
                      <a:pt x="68866" y="126310"/>
                    </a:cubicBezTo>
                    <a:cubicBezTo>
                      <a:pt x="68866" y="126310"/>
                      <a:pt x="63745" y="145547"/>
                      <a:pt x="80947" y="153768"/>
                    </a:cubicBezTo>
                    <a:cubicBezTo>
                      <a:pt x="80947" y="153768"/>
                      <a:pt x="102694" y="174636"/>
                      <a:pt x="102694" y="174636"/>
                    </a:cubicBezTo>
                    <a:cubicBezTo>
                      <a:pt x="102694" y="174636"/>
                      <a:pt x="117556" y="178919"/>
                      <a:pt x="117192" y="162555"/>
                    </a:cubicBezTo>
                    <a:cubicBezTo>
                      <a:pt x="117192" y="162555"/>
                      <a:pt x="115680" y="150351"/>
                      <a:pt x="124442" y="148276"/>
                    </a:cubicBezTo>
                    <a:cubicBezTo>
                      <a:pt x="124442" y="148276"/>
                      <a:pt x="137732" y="148276"/>
                      <a:pt x="137732" y="148276"/>
                    </a:cubicBezTo>
                    <a:cubicBezTo>
                      <a:pt x="137732" y="148276"/>
                      <a:pt x="137732" y="148638"/>
                      <a:pt x="137732" y="148638"/>
                    </a:cubicBezTo>
                    <a:cubicBezTo>
                      <a:pt x="137732" y="148638"/>
                      <a:pt x="151116" y="148638"/>
                      <a:pt x="151116" y="148638"/>
                    </a:cubicBezTo>
                    <a:cubicBezTo>
                      <a:pt x="159939" y="150729"/>
                      <a:pt x="158416" y="163034"/>
                      <a:pt x="158416" y="163034"/>
                    </a:cubicBezTo>
                    <a:cubicBezTo>
                      <a:pt x="158051" y="179534"/>
                      <a:pt x="173016" y="175216"/>
                      <a:pt x="173016" y="175216"/>
                    </a:cubicBezTo>
                    <a:cubicBezTo>
                      <a:pt x="173016" y="175216"/>
                      <a:pt x="194917" y="154175"/>
                      <a:pt x="194917" y="154175"/>
                    </a:cubicBezTo>
                    <a:cubicBezTo>
                      <a:pt x="212240" y="145887"/>
                      <a:pt x="207084" y="126489"/>
                      <a:pt x="207084" y="126489"/>
                    </a:cubicBezTo>
                    <a:close/>
                  </a:path>
                </a:pathLst>
              </a:custGeom>
              <a:solidFill>
                <a:srgbClr val="3B434F">
                  <a:alpha val="6000"/>
                </a:srgbClr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97" name="자유형: 도형 296">
                <a:extLst>
                  <a:ext uri="{FF2B5EF4-FFF2-40B4-BE49-F238E27FC236}">
                    <a16:creationId xmlns:a16="http://schemas.microsoft.com/office/drawing/2014/main" id="{08044A47-34FA-4F04-A332-62D838D3CE1D}"/>
                  </a:ext>
                </a:extLst>
              </p:cNvPr>
              <p:cNvSpPr/>
              <p:nvPr/>
            </p:nvSpPr>
            <p:spPr>
              <a:xfrm>
                <a:off x="5149574" y="8272633"/>
                <a:ext cx="33829" cy="4392"/>
              </a:xfrm>
              <a:custGeom>
                <a:avLst/>
                <a:gdLst>
                  <a:gd name="connsiteX0" fmla="*/ 2417 w 33829"/>
                  <a:gd name="connsiteY0" fmla="*/ 0 h 4392"/>
                  <a:gd name="connsiteX1" fmla="*/ 31413 w 33829"/>
                  <a:gd name="connsiteY1" fmla="*/ 0 h 4392"/>
                  <a:gd name="connsiteX2" fmla="*/ 33830 w 33829"/>
                  <a:gd name="connsiteY2" fmla="*/ 2196 h 4392"/>
                  <a:gd name="connsiteX3" fmla="*/ 31413 w 33829"/>
                  <a:gd name="connsiteY3" fmla="*/ 4393 h 4392"/>
                  <a:gd name="connsiteX4" fmla="*/ 2417 w 33829"/>
                  <a:gd name="connsiteY4" fmla="*/ 4393 h 4392"/>
                  <a:gd name="connsiteX5" fmla="*/ 0 w 33829"/>
                  <a:gd name="connsiteY5" fmla="*/ 2196 h 4392"/>
                  <a:gd name="connsiteX6" fmla="*/ 2417 w 33829"/>
                  <a:gd name="connsiteY6" fmla="*/ 0 h 43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3829" h="4392">
                    <a:moveTo>
                      <a:pt x="2417" y="0"/>
                    </a:moveTo>
                    <a:cubicBezTo>
                      <a:pt x="2417" y="0"/>
                      <a:pt x="31413" y="0"/>
                      <a:pt x="31413" y="0"/>
                    </a:cubicBezTo>
                    <a:cubicBezTo>
                      <a:pt x="32748" y="0"/>
                      <a:pt x="33830" y="983"/>
                      <a:pt x="33830" y="2196"/>
                    </a:cubicBezTo>
                    <a:cubicBezTo>
                      <a:pt x="33830" y="3410"/>
                      <a:pt x="32748" y="4393"/>
                      <a:pt x="31413" y="4393"/>
                    </a:cubicBezTo>
                    <a:cubicBezTo>
                      <a:pt x="31413" y="4393"/>
                      <a:pt x="2417" y="4393"/>
                      <a:pt x="2417" y="4393"/>
                    </a:cubicBezTo>
                    <a:cubicBezTo>
                      <a:pt x="1082" y="4393"/>
                      <a:pt x="0" y="3410"/>
                      <a:pt x="0" y="2196"/>
                    </a:cubicBezTo>
                    <a:cubicBezTo>
                      <a:pt x="0" y="983"/>
                      <a:pt x="1082" y="0"/>
                      <a:pt x="2417" y="0"/>
                    </a:cubicBezTo>
                    <a:close/>
                  </a:path>
                </a:pathLst>
              </a:custGeom>
              <a:solidFill>
                <a:srgbClr val="3B434F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98" name="자유형: 도형 297">
                <a:extLst>
                  <a:ext uri="{FF2B5EF4-FFF2-40B4-BE49-F238E27FC236}">
                    <a16:creationId xmlns:a16="http://schemas.microsoft.com/office/drawing/2014/main" id="{207C5BD0-989E-4C66-9E26-5BADF07D976A}"/>
                  </a:ext>
                </a:extLst>
              </p:cNvPr>
              <p:cNvSpPr/>
              <p:nvPr/>
            </p:nvSpPr>
            <p:spPr>
              <a:xfrm>
                <a:off x="5126616" y="8241878"/>
                <a:ext cx="82160" cy="14280"/>
              </a:xfrm>
              <a:custGeom>
                <a:avLst/>
                <a:gdLst>
                  <a:gd name="connsiteX0" fmla="*/ 0 w 82160"/>
                  <a:gd name="connsiteY0" fmla="*/ 4471 h 14280"/>
                  <a:gd name="connsiteX1" fmla="*/ 3365 w 82160"/>
                  <a:gd name="connsiteY1" fmla="*/ 190 h 14280"/>
                  <a:gd name="connsiteX2" fmla="*/ 40821 w 82160"/>
                  <a:gd name="connsiteY2" fmla="*/ 9077 h 14280"/>
                  <a:gd name="connsiteX3" fmla="*/ 78637 w 82160"/>
                  <a:gd name="connsiteY3" fmla="*/ 0 h 14280"/>
                  <a:gd name="connsiteX4" fmla="*/ 82161 w 82160"/>
                  <a:gd name="connsiteY4" fmla="*/ 4423 h 14280"/>
                  <a:gd name="connsiteX5" fmla="*/ 41034 w 82160"/>
                  <a:gd name="connsiteY5" fmla="*/ 14281 h 14280"/>
                  <a:gd name="connsiteX6" fmla="*/ 0 w 82160"/>
                  <a:gd name="connsiteY6" fmla="*/ 4471 h 142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2160" h="14280">
                    <a:moveTo>
                      <a:pt x="0" y="4471"/>
                    </a:moveTo>
                    <a:cubicBezTo>
                      <a:pt x="0" y="4471"/>
                      <a:pt x="3365" y="190"/>
                      <a:pt x="3365" y="190"/>
                    </a:cubicBezTo>
                    <a:cubicBezTo>
                      <a:pt x="14182" y="5815"/>
                      <a:pt x="27034" y="9077"/>
                      <a:pt x="40821" y="9077"/>
                    </a:cubicBezTo>
                    <a:cubicBezTo>
                      <a:pt x="54763" y="9077"/>
                      <a:pt x="67746" y="5741"/>
                      <a:pt x="78637" y="0"/>
                    </a:cubicBezTo>
                    <a:cubicBezTo>
                      <a:pt x="78637" y="0"/>
                      <a:pt x="82161" y="4423"/>
                      <a:pt x="82161" y="4423"/>
                    </a:cubicBezTo>
                    <a:cubicBezTo>
                      <a:pt x="70312" y="10659"/>
                      <a:pt x="56193" y="14281"/>
                      <a:pt x="41034" y="14281"/>
                    </a:cubicBezTo>
                    <a:cubicBezTo>
                      <a:pt x="25915" y="14281"/>
                      <a:pt x="11829" y="10678"/>
                      <a:pt x="0" y="4471"/>
                    </a:cubicBezTo>
                    <a:close/>
                  </a:path>
                </a:pathLst>
              </a:custGeom>
              <a:solidFill>
                <a:srgbClr val="3B434F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99" name="자유형: 도형 298">
                <a:extLst>
                  <a:ext uri="{FF2B5EF4-FFF2-40B4-BE49-F238E27FC236}">
                    <a16:creationId xmlns:a16="http://schemas.microsoft.com/office/drawing/2014/main" id="{030838F0-057F-45CF-8613-BDA9075C53F0}"/>
                  </a:ext>
                </a:extLst>
              </p:cNvPr>
              <p:cNvSpPr/>
              <p:nvPr/>
            </p:nvSpPr>
            <p:spPr>
              <a:xfrm>
                <a:off x="4997556" y="8112267"/>
                <a:ext cx="33824" cy="88978"/>
              </a:xfrm>
              <a:custGeom>
                <a:avLst/>
                <a:gdLst>
                  <a:gd name="connsiteX0" fmla="*/ 29908 w 33824"/>
                  <a:gd name="connsiteY0" fmla="*/ 2676 h 88978"/>
                  <a:gd name="connsiteX1" fmla="*/ 25656 w 33824"/>
                  <a:gd name="connsiteY1" fmla="*/ 820 h 88978"/>
                  <a:gd name="connsiteX2" fmla="*/ 20591 w 33824"/>
                  <a:gd name="connsiteY2" fmla="*/ 18 h 88978"/>
                  <a:gd name="connsiteX3" fmla="*/ 19081 w 33824"/>
                  <a:gd name="connsiteY3" fmla="*/ 8 h 88978"/>
                  <a:gd name="connsiteX4" fmla="*/ 17503 w 33824"/>
                  <a:gd name="connsiteY4" fmla="*/ 105 h 88978"/>
                  <a:gd name="connsiteX5" fmla="*/ 14208 w 33824"/>
                  <a:gd name="connsiteY5" fmla="*/ 686 h 88978"/>
                  <a:gd name="connsiteX6" fmla="*/ 2523 w 33824"/>
                  <a:gd name="connsiteY6" fmla="*/ 10535 h 88978"/>
                  <a:gd name="connsiteX7" fmla="*/ 62 w 33824"/>
                  <a:gd name="connsiteY7" fmla="*/ 21742 h 88978"/>
                  <a:gd name="connsiteX8" fmla="*/ 11 w 33824"/>
                  <a:gd name="connsiteY8" fmla="*/ 25371 h 88978"/>
                  <a:gd name="connsiteX9" fmla="*/ 222 w 33824"/>
                  <a:gd name="connsiteY9" fmla="*/ 29361 h 88978"/>
                  <a:gd name="connsiteX10" fmla="*/ 1494 w 33824"/>
                  <a:gd name="connsiteY10" fmla="*/ 38493 h 88978"/>
                  <a:gd name="connsiteX11" fmla="*/ 4847 w 33824"/>
                  <a:gd name="connsiteY11" fmla="*/ 59989 h 88978"/>
                  <a:gd name="connsiteX12" fmla="*/ 33824 w 33824"/>
                  <a:gd name="connsiteY12" fmla="*/ 88979 h 88978"/>
                  <a:gd name="connsiteX13" fmla="*/ 29908 w 33824"/>
                  <a:gd name="connsiteY13" fmla="*/ 2676 h 88978"/>
                  <a:gd name="connsiteX14" fmla="*/ 29908 w 33824"/>
                  <a:gd name="connsiteY14" fmla="*/ 2676 h 889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3824" h="88978">
                    <a:moveTo>
                      <a:pt x="29908" y="2676"/>
                    </a:moveTo>
                    <a:cubicBezTo>
                      <a:pt x="29891" y="2678"/>
                      <a:pt x="28426" y="1613"/>
                      <a:pt x="25656" y="820"/>
                    </a:cubicBezTo>
                    <a:cubicBezTo>
                      <a:pt x="24272" y="425"/>
                      <a:pt x="22551" y="99"/>
                      <a:pt x="20591" y="18"/>
                    </a:cubicBezTo>
                    <a:cubicBezTo>
                      <a:pt x="20101" y="-1"/>
                      <a:pt x="19597" y="-6"/>
                      <a:pt x="19081" y="8"/>
                    </a:cubicBezTo>
                    <a:cubicBezTo>
                      <a:pt x="18566" y="21"/>
                      <a:pt x="18038" y="52"/>
                      <a:pt x="17503" y="105"/>
                    </a:cubicBezTo>
                    <a:cubicBezTo>
                      <a:pt x="16429" y="209"/>
                      <a:pt x="15322" y="395"/>
                      <a:pt x="14208" y="686"/>
                    </a:cubicBezTo>
                    <a:cubicBezTo>
                      <a:pt x="9747" y="1853"/>
                      <a:pt x="5196" y="4687"/>
                      <a:pt x="2523" y="10535"/>
                    </a:cubicBezTo>
                    <a:cubicBezTo>
                      <a:pt x="1181" y="13460"/>
                      <a:pt x="296" y="17140"/>
                      <a:pt x="62" y="21742"/>
                    </a:cubicBezTo>
                    <a:cubicBezTo>
                      <a:pt x="3" y="22893"/>
                      <a:pt x="-14" y="24102"/>
                      <a:pt x="11" y="25371"/>
                    </a:cubicBezTo>
                    <a:cubicBezTo>
                      <a:pt x="37" y="26640"/>
                      <a:pt x="106" y="27968"/>
                      <a:pt x="222" y="29361"/>
                    </a:cubicBezTo>
                    <a:cubicBezTo>
                      <a:pt x="453" y="32146"/>
                      <a:pt x="871" y="35182"/>
                      <a:pt x="1494" y="38493"/>
                    </a:cubicBezTo>
                    <a:cubicBezTo>
                      <a:pt x="1480" y="38489"/>
                      <a:pt x="913" y="48494"/>
                      <a:pt x="4847" y="59989"/>
                    </a:cubicBezTo>
                    <a:cubicBezTo>
                      <a:pt x="8546" y="71228"/>
                      <a:pt x="17428" y="85034"/>
                      <a:pt x="33824" y="88979"/>
                    </a:cubicBezTo>
                    <a:cubicBezTo>
                      <a:pt x="31938" y="60432"/>
                      <a:pt x="31880" y="31349"/>
                      <a:pt x="29908" y="2676"/>
                    </a:cubicBezTo>
                    <a:cubicBezTo>
                      <a:pt x="29908" y="2676"/>
                      <a:pt x="29908" y="2676"/>
                      <a:pt x="29908" y="2676"/>
                    </a:cubicBezTo>
                    <a:close/>
                  </a:path>
                </a:pathLst>
              </a:custGeom>
              <a:solidFill>
                <a:srgbClr val="F7FBFB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00" name="자유형: 도형 299">
                <a:extLst>
                  <a:ext uri="{FF2B5EF4-FFF2-40B4-BE49-F238E27FC236}">
                    <a16:creationId xmlns:a16="http://schemas.microsoft.com/office/drawing/2014/main" id="{A74E9281-B3DB-4926-A0E0-500A1B85A6EC}"/>
                  </a:ext>
                </a:extLst>
              </p:cNvPr>
              <p:cNvSpPr/>
              <p:nvPr/>
            </p:nvSpPr>
            <p:spPr>
              <a:xfrm>
                <a:off x="4993931" y="8106710"/>
                <a:ext cx="51718" cy="101120"/>
              </a:xfrm>
              <a:custGeom>
                <a:avLst/>
                <a:gdLst>
                  <a:gd name="connsiteX0" fmla="*/ 35404 w 51718"/>
                  <a:gd name="connsiteY0" fmla="*/ 9384 h 101120"/>
                  <a:gd name="connsiteX1" fmla="*/ 7843 w 51718"/>
                  <a:gd name="connsiteY1" fmla="*/ 28035 h 101120"/>
                  <a:gd name="connsiteX2" fmla="*/ 13942 w 51718"/>
                  <a:gd name="connsiteY2" fmla="*/ 70316 h 101120"/>
                  <a:gd name="connsiteX3" fmla="*/ 43676 w 51718"/>
                  <a:gd name="connsiteY3" fmla="*/ 93855 h 101120"/>
                  <a:gd name="connsiteX4" fmla="*/ 43676 w 51718"/>
                  <a:gd name="connsiteY4" fmla="*/ 93855 h 101120"/>
                  <a:gd name="connsiteX5" fmla="*/ 43901 w 51718"/>
                  <a:gd name="connsiteY5" fmla="*/ 101120 h 101120"/>
                  <a:gd name="connsiteX6" fmla="*/ 5074 w 51718"/>
                  <a:gd name="connsiteY6" fmla="*/ 63234 h 101120"/>
                  <a:gd name="connsiteX7" fmla="*/ 113 w 51718"/>
                  <a:gd name="connsiteY7" fmla="*/ 32263 h 101120"/>
                  <a:gd name="connsiteX8" fmla="*/ 33624 w 51718"/>
                  <a:gd name="connsiteY8" fmla="*/ 1697 h 101120"/>
                  <a:gd name="connsiteX9" fmla="*/ 33624 w 51718"/>
                  <a:gd name="connsiteY9" fmla="*/ 1697 h 101120"/>
                  <a:gd name="connsiteX10" fmla="*/ 35404 w 51718"/>
                  <a:gd name="connsiteY10" fmla="*/ 9384 h 1011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51718" h="101120">
                    <a:moveTo>
                      <a:pt x="35404" y="9384"/>
                    </a:moveTo>
                    <a:cubicBezTo>
                      <a:pt x="35404" y="9384"/>
                      <a:pt x="6836" y="1338"/>
                      <a:pt x="7843" y="28035"/>
                    </a:cubicBezTo>
                    <a:cubicBezTo>
                      <a:pt x="7843" y="28035"/>
                      <a:pt x="12095" y="66748"/>
                      <a:pt x="13942" y="70316"/>
                    </a:cubicBezTo>
                    <a:cubicBezTo>
                      <a:pt x="13942" y="70316"/>
                      <a:pt x="25161" y="92856"/>
                      <a:pt x="43676" y="93855"/>
                    </a:cubicBezTo>
                    <a:cubicBezTo>
                      <a:pt x="61772" y="94832"/>
                      <a:pt x="43676" y="93855"/>
                      <a:pt x="43676" y="93855"/>
                    </a:cubicBezTo>
                    <a:cubicBezTo>
                      <a:pt x="43676" y="93855"/>
                      <a:pt x="43901" y="101120"/>
                      <a:pt x="43901" y="101120"/>
                    </a:cubicBezTo>
                    <a:cubicBezTo>
                      <a:pt x="43901" y="101120"/>
                      <a:pt x="11359" y="97327"/>
                      <a:pt x="5074" y="63234"/>
                    </a:cubicBezTo>
                    <a:cubicBezTo>
                      <a:pt x="5074" y="63234"/>
                      <a:pt x="113" y="32263"/>
                      <a:pt x="113" y="32263"/>
                    </a:cubicBezTo>
                    <a:cubicBezTo>
                      <a:pt x="113" y="32263"/>
                      <a:pt x="-3740" y="-8725"/>
                      <a:pt x="33624" y="1697"/>
                    </a:cubicBezTo>
                    <a:cubicBezTo>
                      <a:pt x="70023" y="11850"/>
                      <a:pt x="33624" y="1697"/>
                      <a:pt x="33624" y="1697"/>
                    </a:cubicBezTo>
                    <a:cubicBezTo>
                      <a:pt x="33624" y="1697"/>
                      <a:pt x="35404" y="9384"/>
                      <a:pt x="35404" y="9384"/>
                    </a:cubicBezTo>
                  </a:path>
                </a:pathLst>
              </a:custGeom>
              <a:solidFill>
                <a:srgbClr val="3B434F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01" name="자유형: 도형 300">
                <a:extLst>
                  <a:ext uri="{FF2B5EF4-FFF2-40B4-BE49-F238E27FC236}">
                    <a16:creationId xmlns:a16="http://schemas.microsoft.com/office/drawing/2014/main" id="{069E4BFF-101B-4E7C-9464-8C13439405BB}"/>
                  </a:ext>
                </a:extLst>
              </p:cNvPr>
              <p:cNvSpPr/>
              <p:nvPr/>
            </p:nvSpPr>
            <p:spPr>
              <a:xfrm>
                <a:off x="5011034" y="8134551"/>
                <a:ext cx="21735" cy="36427"/>
              </a:xfrm>
              <a:custGeom>
                <a:avLst/>
                <a:gdLst>
                  <a:gd name="connsiteX0" fmla="*/ 8872 w 21735"/>
                  <a:gd name="connsiteY0" fmla="*/ 35329 h 36427"/>
                  <a:gd name="connsiteX1" fmla="*/ 5900 w 21735"/>
                  <a:gd name="connsiteY1" fmla="*/ 36427 h 36427"/>
                  <a:gd name="connsiteX2" fmla="*/ 2948 w 21735"/>
                  <a:gd name="connsiteY2" fmla="*/ 35329 h 36427"/>
                  <a:gd name="connsiteX3" fmla="*/ 0 w 21735"/>
                  <a:gd name="connsiteY3" fmla="*/ 8322 h 36427"/>
                  <a:gd name="connsiteX4" fmla="*/ 21327 w 21735"/>
                  <a:gd name="connsiteY4" fmla="*/ 2050 h 36427"/>
                  <a:gd name="connsiteX5" fmla="*/ 21736 w 21735"/>
                  <a:gd name="connsiteY5" fmla="*/ 9772 h 36427"/>
                  <a:gd name="connsiteX6" fmla="*/ 6905 w 21735"/>
                  <a:gd name="connsiteY6" fmla="*/ 10969 h 36427"/>
                  <a:gd name="connsiteX7" fmla="*/ 8872 w 21735"/>
                  <a:gd name="connsiteY7" fmla="*/ 35329 h 364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1735" h="36427">
                    <a:moveTo>
                      <a:pt x="8872" y="35329"/>
                    </a:moveTo>
                    <a:cubicBezTo>
                      <a:pt x="8872" y="35329"/>
                      <a:pt x="7273" y="36427"/>
                      <a:pt x="5900" y="36427"/>
                    </a:cubicBezTo>
                    <a:cubicBezTo>
                      <a:pt x="4526" y="36427"/>
                      <a:pt x="2948" y="35329"/>
                      <a:pt x="2948" y="35329"/>
                    </a:cubicBezTo>
                    <a:cubicBezTo>
                      <a:pt x="2948" y="35329"/>
                      <a:pt x="0" y="8322"/>
                      <a:pt x="0" y="8322"/>
                    </a:cubicBezTo>
                    <a:cubicBezTo>
                      <a:pt x="0" y="8322"/>
                      <a:pt x="4066" y="-4978"/>
                      <a:pt x="21327" y="2050"/>
                    </a:cubicBezTo>
                    <a:cubicBezTo>
                      <a:pt x="21327" y="2050"/>
                      <a:pt x="21736" y="9772"/>
                      <a:pt x="21736" y="9772"/>
                    </a:cubicBezTo>
                    <a:cubicBezTo>
                      <a:pt x="21736" y="9772"/>
                      <a:pt x="6592" y="4890"/>
                      <a:pt x="6905" y="10969"/>
                    </a:cubicBezTo>
                    <a:cubicBezTo>
                      <a:pt x="7207" y="16822"/>
                      <a:pt x="8872" y="35329"/>
                      <a:pt x="8872" y="35329"/>
                    </a:cubicBezTo>
                    <a:close/>
                  </a:path>
                </a:pathLst>
              </a:custGeom>
              <a:solidFill>
                <a:srgbClr val="3B434F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02" name="자유형: 도형 301">
                <a:extLst>
                  <a:ext uri="{FF2B5EF4-FFF2-40B4-BE49-F238E27FC236}">
                    <a16:creationId xmlns:a16="http://schemas.microsoft.com/office/drawing/2014/main" id="{8127E43A-0083-4F37-BD89-94C7D44C4C2D}"/>
                  </a:ext>
                </a:extLst>
              </p:cNvPr>
              <p:cNvSpPr/>
              <p:nvPr/>
            </p:nvSpPr>
            <p:spPr>
              <a:xfrm>
                <a:off x="5301042" y="8112332"/>
                <a:ext cx="33973" cy="88919"/>
              </a:xfrm>
              <a:custGeom>
                <a:avLst/>
                <a:gdLst>
                  <a:gd name="connsiteX0" fmla="*/ 3933 w 33973"/>
                  <a:gd name="connsiteY0" fmla="*/ 2674 h 88919"/>
                  <a:gd name="connsiteX1" fmla="*/ 8205 w 33973"/>
                  <a:gd name="connsiteY1" fmla="*/ 820 h 88919"/>
                  <a:gd name="connsiteX2" fmla="*/ 13292 w 33973"/>
                  <a:gd name="connsiteY2" fmla="*/ 19 h 88919"/>
                  <a:gd name="connsiteX3" fmla="*/ 14808 w 33973"/>
                  <a:gd name="connsiteY3" fmla="*/ 7 h 88919"/>
                  <a:gd name="connsiteX4" fmla="*/ 16394 w 33973"/>
                  <a:gd name="connsiteY4" fmla="*/ 104 h 88919"/>
                  <a:gd name="connsiteX5" fmla="*/ 19703 w 33973"/>
                  <a:gd name="connsiteY5" fmla="*/ 686 h 88919"/>
                  <a:gd name="connsiteX6" fmla="*/ 31440 w 33973"/>
                  <a:gd name="connsiteY6" fmla="*/ 10528 h 88919"/>
                  <a:gd name="connsiteX7" fmla="*/ 33911 w 33973"/>
                  <a:gd name="connsiteY7" fmla="*/ 21728 h 88919"/>
                  <a:gd name="connsiteX8" fmla="*/ 33962 w 33973"/>
                  <a:gd name="connsiteY8" fmla="*/ 25353 h 88919"/>
                  <a:gd name="connsiteX9" fmla="*/ 33751 w 33973"/>
                  <a:gd name="connsiteY9" fmla="*/ 29341 h 88919"/>
                  <a:gd name="connsiteX10" fmla="*/ 32473 w 33973"/>
                  <a:gd name="connsiteY10" fmla="*/ 38467 h 88919"/>
                  <a:gd name="connsiteX11" fmla="*/ 29105 w 33973"/>
                  <a:gd name="connsiteY11" fmla="*/ 59949 h 88919"/>
                  <a:gd name="connsiteX12" fmla="*/ 0 w 33973"/>
                  <a:gd name="connsiteY12" fmla="*/ 88919 h 88919"/>
                  <a:gd name="connsiteX13" fmla="*/ 3933 w 33973"/>
                  <a:gd name="connsiteY13" fmla="*/ 2674 h 88919"/>
                  <a:gd name="connsiteX14" fmla="*/ 3933 w 33973"/>
                  <a:gd name="connsiteY14" fmla="*/ 2674 h 889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3973" h="88919">
                    <a:moveTo>
                      <a:pt x="3933" y="2674"/>
                    </a:moveTo>
                    <a:cubicBezTo>
                      <a:pt x="3950" y="2676"/>
                      <a:pt x="5424" y="1611"/>
                      <a:pt x="8205" y="820"/>
                    </a:cubicBezTo>
                    <a:cubicBezTo>
                      <a:pt x="9595" y="424"/>
                      <a:pt x="11322" y="99"/>
                      <a:pt x="13292" y="19"/>
                    </a:cubicBezTo>
                    <a:cubicBezTo>
                      <a:pt x="13785" y="-2"/>
                      <a:pt x="14290" y="-5"/>
                      <a:pt x="14808" y="7"/>
                    </a:cubicBezTo>
                    <a:cubicBezTo>
                      <a:pt x="15326" y="20"/>
                      <a:pt x="15856" y="52"/>
                      <a:pt x="16394" y="104"/>
                    </a:cubicBezTo>
                    <a:cubicBezTo>
                      <a:pt x="17471" y="208"/>
                      <a:pt x="18583" y="395"/>
                      <a:pt x="19703" y="686"/>
                    </a:cubicBezTo>
                    <a:cubicBezTo>
                      <a:pt x="24184" y="1851"/>
                      <a:pt x="28754" y="4684"/>
                      <a:pt x="31440" y="10528"/>
                    </a:cubicBezTo>
                    <a:cubicBezTo>
                      <a:pt x="32786" y="13451"/>
                      <a:pt x="33676" y="17127"/>
                      <a:pt x="33911" y="21728"/>
                    </a:cubicBezTo>
                    <a:cubicBezTo>
                      <a:pt x="33970" y="22877"/>
                      <a:pt x="33988" y="24086"/>
                      <a:pt x="33962" y="25353"/>
                    </a:cubicBezTo>
                    <a:cubicBezTo>
                      <a:pt x="33936" y="26621"/>
                      <a:pt x="33867" y="27949"/>
                      <a:pt x="33751" y="29341"/>
                    </a:cubicBezTo>
                    <a:cubicBezTo>
                      <a:pt x="33518" y="32124"/>
                      <a:pt x="33098" y="35159"/>
                      <a:pt x="32473" y="38467"/>
                    </a:cubicBezTo>
                    <a:cubicBezTo>
                      <a:pt x="32486" y="38463"/>
                      <a:pt x="33057" y="48461"/>
                      <a:pt x="29105" y="59949"/>
                    </a:cubicBezTo>
                    <a:cubicBezTo>
                      <a:pt x="25390" y="71180"/>
                      <a:pt x="16470" y="84977"/>
                      <a:pt x="0" y="88919"/>
                    </a:cubicBezTo>
                    <a:cubicBezTo>
                      <a:pt x="1894" y="60391"/>
                      <a:pt x="1954" y="31328"/>
                      <a:pt x="3933" y="2674"/>
                    </a:cubicBezTo>
                    <a:cubicBezTo>
                      <a:pt x="3933" y="2674"/>
                      <a:pt x="3933" y="2674"/>
                      <a:pt x="3933" y="2674"/>
                    </a:cubicBezTo>
                    <a:close/>
                  </a:path>
                </a:pathLst>
              </a:custGeom>
              <a:solidFill>
                <a:srgbClr val="F7FBFB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03" name="자유형: 도형 302">
                <a:extLst>
                  <a:ext uri="{FF2B5EF4-FFF2-40B4-BE49-F238E27FC236}">
                    <a16:creationId xmlns:a16="http://schemas.microsoft.com/office/drawing/2014/main" id="{FF4476EC-565A-46EF-AF03-3D57DE9911E1}"/>
                  </a:ext>
                </a:extLst>
              </p:cNvPr>
              <p:cNvSpPr/>
              <p:nvPr/>
            </p:nvSpPr>
            <p:spPr>
              <a:xfrm>
                <a:off x="5286705" y="8106778"/>
                <a:ext cx="51945" cy="101052"/>
              </a:xfrm>
              <a:custGeom>
                <a:avLst/>
                <a:gdLst>
                  <a:gd name="connsiteX0" fmla="*/ 16387 w 51945"/>
                  <a:gd name="connsiteY0" fmla="*/ 9378 h 101052"/>
                  <a:gd name="connsiteX1" fmla="*/ 44068 w 51945"/>
                  <a:gd name="connsiteY1" fmla="*/ 28017 h 101052"/>
                  <a:gd name="connsiteX2" fmla="*/ 37942 w 51945"/>
                  <a:gd name="connsiteY2" fmla="*/ 70269 h 101052"/>
                  <a:gd name="connsiteX3" fmla="*/ 8078 w 51945"/>
                  <a:gd name="connsiteY3" fmla="*/ 93792 h 101052"/>
                  <a:gd name="connsiteX4" fmla="*/ 8078 w 51945"/>
                  <a:gd name="connsiteY4" fmla="*/ 93792 h 101052"/>
                  <a:gd name="connsiteX5" fmla="*/ 7853 w 51945"/>
                  <a:gd name="connsiteY5" fmla="*/ 101052 h 101052"/>
                  <a:gd name="connsiteX6" fmla="*/ 46850 w 51945"/>
                  <a:gd name="connsiteY6" fmla="*/ 63192 h 101052"/>
                  <a:gd name="connsiteX7" fmla="*/ 51833 w 51945"/>
                  <a:gd name="connsiteY7" fmla="*/ 32242 h 101052"/>
                  <a:gd name="connsiteX8" fmla="*/ 18174 w 51945"/>
                  <a:gd name="connsiteY8" fmla="*/ 1696 h 101052"/>
                  <a:gd name="connsiteX9" fmla="*/ 18174 w 51945"/>
                  <a:gd name="connsiteY9" fmla="*/ 1696 h 101052"/>
                  <a:gd name="connsiteX10" fmla="*/ 16387 w 51945"/>
                  <a:gd name="connsiteY10" fmla="*/ 9378 h 101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51945" h="101052">
                    <a:moveTo>
                      <a:pt x="16387" y="9378"/>
                    </a:moveTo>
                    <a:cubicBezTo>
                      <a:pt x="16387" y="9378"/>
                      <a:pt x="45078" y="1337"/>
                      <a:pt x="44068" y="28017"/>
                    </a:cubicBezTo>
                    <a:cubicBezTo>
                      <a:pt x="44068" y="28017"/>
                      <a:pt x="39797" y="66703"/>
                      <a:pt x="37942" y="70269"/>
                    </a:cubicBezTo>
                    <a:cubicBezTo>
                      <a:pt x="37942" y="70269"/>
                      <a:pt x="26673" y="92794"/>
                      <a:pt x="8078" y="93792"/>
                    </a:cubicBezTo>
                    <a:cubicBezTo>
                      <a:pt x="-10097" y="94767"/>
                      <a:pt x="8078" y="93792"/>
                      <a:pt x="8078" y="93792"/>
                    </a:cubicBezTo>
                    <a:cubicBezTo>
                      <a:pt x="8078" y="93792"/>
                      <a:pt x="7853" y="101052"/>
                      <a:pt x="7853" y="101052"/>
                    </a:cubicBezTo>
                    <a:cubicBezTo>
                      <a:pt x="7853" y="101052"/>
                      <a:pt x="40537" y="97262"/>
                      <a:pt x="46850" y="63192"/>
                    </a:cubicBezTo>
                    <a:cubicBezTo>
                      <a:pt x="46850" y="63192"/>
                      <a:pt x="51833" y="32242"/>
                      <a:pt x="51833" y="32242"/>
                    </a:cubicBezTo>
                    <a:cubicBezTo>
                      <a:pt x="51833" y="32242"/>
                      <a:pt x="55701" y="-8718"/>
                      <a:pt x="18174" y="1696"/>
                    </a:cubicBezTo>
                    <a:cubicBezTo>
                      <a:pt x="-18386" y="11842"/>
                      <a:pt x="18174" y="1696"/>
                      <a:pt x="18174" y="1696"/>
                    </a:cubicBezTo>
                    <a:cubicBezTo>
                      <a:pt x="18174" y="1696"/>
                      <a:pt x="16387" y="9378"/>
                      <a:pt x="16387" y="9378"/>
                    </a:cubicBezTo>
                  </a:path>
                </a:pathLst>
              </a:custGeom>
              <a:solidFill>
                <a:srgbClr val="3B434F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04" name="자유형: 도형 303">
                <a:extLst>
                  <a:ext uri="{FF2B5EF4-FFF2-40B4-BE49-F238E27FC236}">
                    <a16:creationId xmlns:a16="http://schemas.microsoft.com/office/drawing/2014/main" id="{5D6559C2-7737-4FFA-B9C3-D5B7FC789E2D}"/>
                  </a:ext>
                </a:extLst>
              </p:cNvPr>
              <p:cNvSpPr/>
              <p:nvPr/>
            </p:nvSpPr>
            <p:spPr>
              <a:xfrm>
                <a:off x="5299642" y="8134600"/>
                <a:ext cx="21832" cy="36403"/>
              </a:xfrm>
              <a:custGeom>
                <a:avLst/>
                <a:gdLst>
                  <a:gd name="connsiteX0" fmla="*/ 12919 w 21832"/>
                  <a:gd name="connsiteY0" fmla="*/ 35305 h 36403"/>
                  <a:gd name="connsiteX1" fmla="*/ 15905 w 21832"/>
                  <a:gd name="connsiteY1" fmla="*/ 36403 h 36403"/>
                  <a:gd name="connsiteX2" fmla="*/ 18870 w 21832"/>
                  <a:gd name="connsiteY2" fmla="*/ 35305 h 36403"/>
                  <a:gd name="connsiteX3" fmla="*/ 21832 w 21832"/>
                  <a:gd name="connsiteY3" fmla="*/ 8316 h 36403"/>
                  <a:gd name="connsiteX4" fmla="*/ 411 w 21832"/>
                  <a:gd name="connsiteY4" fmla="*/ 2049 h 36403"/>
                  <a:gd name="connsiteX5" fmla="*/ 0 w 21832"/>
                  <a:gd name="connsiteY5" fmla="*/ 9766 h 36403"/>
                  <a:gd name="connsiteX6" fmla="*/ 14896 w 21832"/>
                  <a:gd name="connsiteY6" fmla="*/ 10962 h 36403"/>
                  <a:gd name="connsiteX7" fmla="*/ 12919 w 21832"/>
                  <a:gd name="connsiteY7" fmla="*/ 35305 h 36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1832" h="36403">
                    <a:moveTo>
                      <a:pt x="12919" y="35305"/>
                    </a:moveTo>
                    <a:cubicBezTo>
                      <a:pt x="12919" y="35305"/>
                      <a:pt x="14525" y="36403"/>
                      <a:pt x="15905" y="36403"/>
                    </a:cubicBezTo>
                    <a:cubicBezTo>
                      <a:pt x="17284" y="36403"/>
                      <a:pt x="18870" y="35305"/>
                      <a:pt x="18870" y="35305"/>
                    </a:cubicBezTo>
                    <a:cubicBezTo>
                      <a:pt x="18870" y="35305"/>
                      <a:pt x="21832" y="8316"/>
                      <a:pt x="21832" y="8316"/>
                    </a:cubicBezTo>
                    <a:cubicBezTo>
                      <a:pt x="21832" y="8316"/>
                      <a:pt x="17746" y="-4975"/>
                      <a:pt x="411" y="2049"/>
                    </a:cubicBezTo>
                    <a:cubicBezTo>
                      <a:pt x="411" y="2049"/>
                      <a:pt x="0" y="9766"/>
                      <a:pt x="0" y="9766"/>
                    </a:cubicBezTo>
                    <a:cubicBezTo>
                      <a:pt x="0" y="9766"/>
                      <a:pt x="15210" y="4887"/>
                      <a:pt x="14896" y="10962"/>
                    </a:cubicBezTo>
                    <a:cubicBezTo>
                      <a:pt x="14593" y="16811"/>
                      <a:pt x="12919" y="35305"/>
                      <a:pt x="12919" y="35305"/>
                    </a:cubicBezTo>
                    <a:close/>
                  </a:path>
                </a:pathLst>
              </a:custGeom>
              <a:solidFill>
                <a:srgbClr val="3B434F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05" name="자유형: 도형 304">
                <a:extLst>
                  <a:ext uri="{FF2B5EF4-FFF2-40B4-BE49-F238E27FC236}">
                    <a16:creationId xmlns:a16="http://schemas.microsoft.com/office/drawing/2014/main" id="{98C99CBE-DCD4-49E2-88E4-F1408E4F8782}"/>
                  </a:ext>
                </a:extLst>
              </p:cNvPr>
              <p:cNvSpPr/>
              <p:nvPr/>
            </p:nvSpPr>
            <p:spPr>
              <a:xfrm>
                <a:off x="5163182" y="8167741"/>
                <a:ext cx="25357" cy="38991"/>
              </a:xfrm>
              <a:custGeom>
                <a:avLst/>
                <a:gdLst>
                  <a:gd name="connsiteX0" fmla="*/ 14483 w 25357"/>
                  <a:gd name="connsiteY0" fmla="*/ 0 h 38991"/>
                  <a:gd name="connsiteX1" fmla="*/ 16598 w 25357"/>
                  <a:gd name="connsiteY1" fmla="*/ 0 h 38991"/>
                  <a:gd name="connsiteX2" fmla="*/ 25054 w 25357"/>
                  <a:gd name="connsiteY2" fmla="*/ 20869 h 38991"/>
                  <a:gd name="connsiteX3" fmla="*/ 24450 w 25357"/>
                  <a:gd name="connsiteY3" fmla="*/ 28557 h 38991"/>
                  <a:gd name="connsiteX4" fmla="*/ 9046 w 25357"/>
                  <a:gd name="connsiteY4" fmla="*/ 36795 h 38991"/>
                  <a:gd name="connsiteX5" fmla="*/ 4214 w 25357"/>
                  <a:gd name="connsiteY5" fmla="*/ 38992 h 38991"/>
                  <a:gd name="connsiteX6" fmla="*/ 589 w 25357"/>
                  <a:gd name="connsiteY6" fmla="*/ 35971 h 38991"/>
                  <a:gd name="connsiteX7" fmla="*/ 2703 w 25357"/>
                  <a:gd name="connsiteY7" fmla="*/ 31852 h 38991"/>
                  <a:gd name="connsiteX8" fmla="*/ 15993 w 25357"/>
                  <a:gd name="connsiteY8" fmla="*/ 26360 h 38991"/>
                  <a:gd name="connsiteX9" fmla="*/ 15993 w 25357"/>
                  <a:gd name="connsiteY9" fmla="*/ 19222 h 38991"/>
                  <a:gd name="connsiteX10" fmla="*/ 12670 w 25357"/>
                  <a:gd name="connsiteY10" fmla="*/ 8787 h 38991"/>
                  <a:gd name="connsiteX11" fmla="*/ 10858 w 25357"/>
                  <a:gd name="connsiteY11" fmla="*/ 1373 h 38991"/>
                  <a:gd name="connsiteX12" fmla="*/ 14483 w 25357"/>
                  <a:gd name="connsiteY12" fmla="*/ 0 h 389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5357" h="38991">
                    <a:moveTo>
                      <a:pt x="14483" y="0"/>
                    </a:moveTo>
                    <a:cubicBezTo>
                      <a:pt x="15188" y="0"/>
                      <a:pt x="15893" y="0"/>
                      <a:pt x="16598" y="0"/>
                    </a:cubicBezTo>
                    <a:cubicBezTo>
                      <a:pt x="20968" y="5397"/>
                      <a:pt x="22747" y="13691"/>
                      <a:pt x="25054" y="20869"/>
                    </a:cubicBezTo>
                    <a:cubicBezTo>
                      <a:pt x="25769" y="23093"/>
                      <a:pt x="25076" y="26984"/>
                      <a:pt x="24450" y="28557"/>
                    </a:cubicBezTo>
                    <a:cubicBezTo>
                      <a:pt x="22161" y="34318"/>
                      <a:pt x="14968" y="34214"/>
                      <a:pt x="9046" y="36795"/>
                    </a:cubicBezTo>
                    <a:cubicBezTo>
                      <a:pt x="7456" y="37487"/>
                      <a:pt x="6274" y="38684"/>
                      <a:pt x="4214" y="38992"/>
                    </a:cubicBezTo>
                    <a:cubicBezTo>
                      <a:pt x="2871" y="37916"/>
                      <a:pt x="1250" y="37705"/>
                      <a:pt x="589" y="35971"/>
                    </a:cubicBezTo>
                    <a:cubicBezTo>
                      <a:pt x="-1042" y="33928"/>
                      <a:pt x="1060" y="32653"/>
                      <a:pt x="2703" y="31852"/>
                    </a:cubicBezTo>
                    <a:cubicBezTo>
                      <a:pt x="5686" y="30398"/>
                      <a:pt x="14890" y="28965"/>
                      <a:pt x="15993" y="26360"/>
                    </a:cubicBezTo>
                    <a:cubicBezTo>
                      <a:pt x="17357" y="24951"/>
                      <a:pt x="16450" y="20710"/>
                      <a:pt x="15993" y="19222"/>
                    </a:cubicBezTo>
                    <a:cubicBezTo>
                      <a:pt x="14822" y="15409"/>
                      <a:pt x="14262" y="12226"/>
                      <a:pt x="12670" y="8787"/>
                    </a:cubicBezTo>
                    <a:cubicBezTo>
                      <a:pt x="11614" y="6503"/>
                      <a:pt x="9759" y="4094"/>
                      <a:pt x="10858" y="1373"/>
                    </a:cubicBezTo>
                    <a:cubicBezTo>
                      <a:pt x="11770" y="1018"/>
                      <a:pt x="13738" y="614"/>
                      <a:pt x="14483" y="0"/>
                    </a:cubicBezTo>
                    <a:close/>
                  </a:path>
                </a:pathLst>
              </a:custGeom>
              <a:solidFill>
                <a:srgbClr val="3B434F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06" name="자유형: 도형 305">
                <a:extLst>
                  <a:ext uri="{FF2B5EF4-FFF2-40B4-BE49-F238E27FC236}">
                    <a16:creationId xmlns:a16="http://schemas.microsoft.com/office/drawing/2014/main" id="{3F82F1C4-30BA-4F9D-93A0-4D177800A018}"/>
                  </a:ext>
                </a:extLst>
              </p:cNvPr>
              <p:cNvSpPr/>
              <p:nvPr/>
            </p:nvSpPr>
            <p:spPr>
              <a:xfrm>
                <a:off x="5087957" y="8121062"/>
                <a:ext cx="24163" cy="21965"/>
              </a:xfrm>
              <a:custGeom>
                <a:avLst/>
                <a:gdLst>
                  <a:gd name="connsiteX0" fmla="*/ 12083 w 24163"/>
                  <a:gd name="connsiteY0" fmla="*/ 0 h 21965"/>
                  <a:gd name="connsiteX1" fmla="*/ 24164 w 24163"/>
                  <a:gd name="connsiteY1" fmla="*/ 10983 h 21965"/>
                  <a:gd name="connsiteX2" fmla="*/ 12083 w 24163"/>
                  <a:gd name="connsiteY2" fmla="*/ 21966 h 21965"/>
                  <a:gd name="connsiteX3" fmla="*/ 0 w 24163"/>
                  <a:gd name="connsiteY3" fmla="*/ 10983 h 21965"/>
                  <a:gd name="connsiteX4" fmla="*/ 12083 w 24163"/>
                  <a:gd name="connsiteY4" fmla="*/ 0 h 219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163" h="21965">
                    <a:moveTo>
                      <a:pt x="12083" y="0"/>
                    </a:moveTo>
                    <a:cubicBezTo>
                      <a:pt x="18755" y="0"/>
                      <a:pt x="24164" y="4917"/>
                      <a:pt x="24164" y="10983"/>
                    </a:cubicBezTo>
                    <a:cubicBezTo>
                      <a:pt x="24164" y="17049"/>
                      <a:pt x="18755" y="21966"/>
                      <a:pt x="12083" y="21966"/>
                    </a:cubicBezTo>
                    <a:cubicBezTo>
                      <a:pt x="5410" y="21966"/>
                      <a:pt x="0" y="17049"/>
                      <a:pt x="0" y="10983"/>
                    </a:cubicBezTo>
                    <a:cubicBezTo>
                      <a:pt x="0" y="4917"/>
                      <a:pt x="5410" y="0"/>
                      <a:pt x="12083" y="0"/>
                    </a:cubicBezTo>
                    <a:close/>
                  </a:path>
                </a:pathLst>
              </a:custGeom>
              <a:solidFill>
                <a:srgbClr val="3B434F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07" name="자유형: 도형 306">
                <a:extLst>
                  <a:ext uri="{FF2B5EF4-FFF2-40B4-BE49-F238E27FC236}">
                    <a16:creationId xmlns:a16="http://schemas.microsoft.com/office/drawing/2014/main" id="{197113FD-30CB-4483-A217-9532C6AF2D6F}"/>
                  </a:ext>
                </a:extLst>
              </p:cNvPr>
              <p:cNvSpPr/>
              <p:nvPr/>
            </p:nvSpPr>
            <p:spPr>
              <a:xfrm>
                <a:off x="5222065" y="8121062"/>
                <a:ext cx="24163" cy="21965"/>
              </a:xfrm>
              <a:custGeom>
                <a:avLst/>
                <a:gdLst>
                  <a:gd name="connsiteX0" fmla="*/ 12083 w 24163"/>
                  <a:gd name="connsiteY0" fmla="*/ 0 h 21965"/>
                  <a:gd name="connsiteX1" fmla="*/ 24164 w 24163"/>
                  <a:gd name="connsiteY1" fmla="*/ 10983 h 21965"/>
                  <a:gd name="connsiteX2" fmla="*/ 12083 w 24163"/>
                  <a:gd name="connsiteY2" fmla="*/ 21966 h 21965"/>
                  <a:gd name="connsiteX3" fmla="*/ 0 w 24163"/>
                  <a:gd name="connsiteY3" fmla="*/ 10983 h 21965"/>
                  <a:gd name="connsiteX4" fmla="*/ 12083 w 24163"/>
                  <a:gd name="connsiteY4" fmla="*/ 0 h 219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163" h="21965">
                    <a:moveTo>
                      <a:pt x="12083" y="0"/>
                    </a:moveTo>
                    <a:cubicBezTo>
                      <a:pt x="18754" y="0"/>
                      <a:pt x="24164" y="4917"/>
                      <a:pt x="24164" y="10983"/>
                    </a:cubicBezTo>
                    <a:cubicBezTo>
                      <a:pt x="24164" y="17049"/>
                      <a:pt x="18754" y="21966"/>
                      <a:pt x="12083" y="21966"/>
                    </a:cubicBezTo>
                    <a:cubicBezTo>
                      <a:pt x="5410" y="21966"/>
                      <a:pt x="0" y="17049"/>
                      <a:pt x="0" y="10983"/>
                    </a:cubicBezTo>
                    <a:cubicBezTo>
                      <a:pt x="0" y="4917"/>
                      <a:pt x="5410" y="0"/>
                      <a:pt x="12083" y="0"/>
                    </a:cubicBezTo>
                    <a:close/>
                  </a:path>
                </a:pathLst>
              </a:custGeom>
              <a:solidFill>
                <a:srgbClr val="3B434F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08" name="자유형: 도형 307">
                <a:extLst>
                  <a:ext uri="{FF2B5EF4-FFF2-40B4-BE49-F238E27FC236}">
                    <a16:creationId xmlns:a16="http://schemas.microsoft.com/office/drawing/2014/main" id="{2006749D-9607-4154-9FEE-C250658A301F}"/>
                  </a:ext>
                </a:extLst>
              </p:cNvPr>
              <p:cNvSpPr/>
              <p:nvPr/>
            </p:nvSpPr>
            <p:spPr>
              <a:xfrm>
                <a:off x="5224481" y="8161700"/>
                <a:ext cx="30203" cy="27458"/>
              </a:xfrm>
              <a:custGeom>
                <a:avLst/>
                <a:gdLst>
                  <a:gd name="connsiteX0" fmla="*/ 15103 w 30203"/>
                  <a:gd name="connsiteY0" fmla="*/ 0 h 27458"/>
                  <a:gd name="connsiteX1" fmla="*/ 30204 w 30203"/>
                  <a:gd name="connsiteY1" fmla="*/ 13730 h 27458"/>
                  <a:gd name="connsiteX2" fmla="*/ 15103 w 30203"/>
                  <a:gd name="connsiteY2" fmla="*/ 27458 h 27458"/>
                  <a:gd name="connsiteX3" fmla="*/ 0 w 30203"/>
                  <a:gd name="connsiteY3" fmla="*/ 13730 h 27458"/>
                  <a:gd name="connsiteX4" fmla="*/ 15103 w 30203"/>
                  <a:gd name="connsiteY4" fmla="*/ 0 h 274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0203" h="27458">
                    <a:moveTo>
                      <a:pt x="15103" y="0"/>
                    </a:moveTo>
                    <a:cubicBezTo>
                      <a:pt x="23443" y="0"/>
                      <a:pt x="30204" y="6147"/>
                      <a:pt x="30204" y="13730"/>
                    </a:cubicBezTo>
                    <a:cubicBezTo>
                      <a:pt x="30204" y="21312"/>
                      <a:pt x="23443" y="27458"/>
                      <a:pt x="15103" y="27458"/>
                    </a:cubicBezTo>
                    <a:cubicBezTo>
                      <a:pt x="6762" y="27458"/>
                      <a:pt x="0" y="21312"/>
                      <a:pt x="0" y="13730"/>
                    </a:cubicBezTo>
                    <a:cubicBezTo>
                      <a:pt x="0" y="6147"/>
                      <a:pt x="6762" y="0"/>
                      <a:pt x="15103" y="0"/>
                    </a:cubicBezTo>
                    <a:close/>
                  </a:path>
                </a:pathLst>
              </a:custGeom>
              <a:solidFill>
                <a:srgbClr val="EDF1F1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09" name="자유형: 도형 308">
                <a:extLst>
                  <a:ext uri="{FF2B5EF4-FFF2-40B4-BE49-F238E27FC236}">
                    <a16:creationId xmlns:a16="http://schemas.microsoft.com/office/drawing/2014/main" id="{7D241BF6-C1E7-4C46-B01D-59774868F8C7}"/>
                  </a:ext>
                </a:extLst>
              </p:cNvPr>
              <p:cNvSpPr/>
              <p:nvPr/>
            </p:nvSpPr>
            <p:spPr>
              <a:xfrm>
                <a:off x="5078293" y="8161700"/>
                <a:ext cx="30203" cy="27458"/>
              </a:xfrm>
              <a:custGeom>
                <a:avLst/>
                <a:gdLst>
                  <a:gd name="connsiteX0" fmla="*/ 15101 w 30203"/>
                  <a:gd name="connsiteY0" fmla="*/ 0 h 27458"/>
                  <a:gd name="connsiteX1" fmla="*/ 30204 w 30203"/>
                  <a:gd name="connsiteY1" fmla="*/ 13730 h 27458"/>
                  <a:gd name="connsiteX2" fmla="*/ 15101 w 30203"/>
                  <a:gd name="connsiteY2" fmla="*/ 27458 h 27458"/>
                  <a:gd name="connsiteX3" fmla="*/ 0 w 30203"/>
                  <a:gd name="connsiteY3" fmla="*/ 13730 h 27458"/>
                  <a:gd name="connsiteX4" fmla="*/ 15101 w 30203"/>
                  <a:gd name="connsiteY4" fmla="*/ 0 h 274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0203" h="27458">
                    <a:moveTo>
                      <a:pt x="15101" y="0"/>
                    </a:moveTo>
                    <a:cubicBezTo>
                      <a:pt x="23442" y="0"/>
                      <a:pt x="30204" y="6147"/>
                      <a:pt x="30204" y="13730"/>
                    </a:cubicBezTo>
                    <a:cubicBezTo>
                      <a:pt x="30204" y="21312"/>
                      <a:pt x="23442" y="27458"/>
                      <a:pt x="15101" y="27458"/>
                    </a:cubicBezTo>
                    <a:cubicBezTo>
                      <a:pt x="6761" y="27458"/>
                      <a:pt x="0" y="21312"/>
                      <a:pt x="0" y="13730"/>
                    </a:cubicBezTo>
                    <a:cubicBezTo>
                      <a:pt x="0" y="6147"/>
                      <a:pt x="6761" y="0"/>
                      <a:pt x="15101" y="0"/>
                    </a:cubicBezTo>
                    <a:close/>
                  </a:path>
                </a:pathLst>
              </a:custGeom>
              <a:solidFill>
                <a:srgbClr val="EDF1F1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10" name="자유형: 도형 309">
                <a:extLst>
                  <a:ext uri="{FF2B5EF4-FFF2-40B4-BE49-F238E27FC236}">
                    <a16:creationId xmlns:a16="http://schemas.microsoft.com/office/drawing/2014/main" id="{CDACB914-E0F0-4B91-B1C1-572FFD3A5873}"/>
                  </a:ext>
                </a:extLst>
              </p:cNvPr>
              <p:cNvSpPr/>
              <p:nvPr/>
            </p:nvSpPr>
            <p:spPr>
              <a:xfrm>
                <a:off x="5026340" y="8100193"/>
                <a:ext cx="280297" cy="77982"/>
              </a:xfrm>
              <a:custGeom>
                <a:avLst/>
                <a:gdLst>
                  <a:gd name="connsiteX0" fmla="*/ 260966 w 280297"/>
                  <a:gd name="connsiteY0" fmla="*/ 10984 h 77982"/>
                  <a:gd name="connsiteX1" fmla="*/ 260966 w 280297"/>
                  <a:gd name="connsiteY1" fmla="*/ 51622 h 77982"/>
                  <a:gd name="connsiteX2" fmla="*/ 232947 w 280297"/>
                  <a:gd name="connsiteY2" fmla="*/ 77938 h 77982"/>
                  <a:gd name="connsiteX3" fmla="*/ 178811 w 280297"/>
                  <a:gd name="connsiteY3" fmla="*/ 77983 h 77982"/>
                  <a:gd name="connsiteX4" fmla="*/ 151022 w 280297"/>
                  <a:gd name="connsiteY4" fmla="*/ 52720 h 77982"/>
                  <a:gd name="connsiteX5" fmla="*/ 151022 w 280297"/>
                  <a:gd name="connsiteY5" fmla="*/ 25262 h 77982"/>
                  <a:gd name="connsiteX6" fmla="*/ 129275 w 280297"/>
                  <a:gd name="connsiteY6" fmla="*/ 25262 h 77982"/>
                  <a:gd name="connsiteX7" fmla="*/ 129275 w 280297"/>
                  <a:gd name="connsiteY7" fmla="*/ 52720 h 77982"/>
                  <a:gd name="connsiteX8" fmla="*/ 101487 w 280297"/>
                  <a:gd name="connsiteY8" fmla="*/ 77983 h 77982"/>
                  <a:gd name="connsiteX9" fmla="*/ 47351 w 280297"/>
                  <a:gd name="connsiteY9" fmla="*/ 77938 h 77982"/>
                  <a:gd name="connsiteX10" fmla="*/ 19332 w 280297"/>
                  <a:gd name="connsiteY10" fmla="*/ 51622 h 77982"/>
                  <a:gd name="connsiteX11" fmla="*/ 19332 w 280297"/>
                  <a:gd name="connsiteY11" fmla="*/ 10984 h 77982"/>
                  <a:gd name="connsiteX12" fmla="*/ 0 w 280297"/>
                  <a:gd name="connsiteY12" fmla="*/ 10984 h 77982"/>
                  <a:gd name="connsiteX13" fmla="*/ 0 w 280297"/>
                  <a:gd name="connsiteY13" fmla="*/ 0 h 77982"/>
                  <a:gd name="connsiteX14" fmla="*/ 112360 w 280297"/>
                  <a:gd name="connsiteY14" fmla="*/ 0 h 77982"/>
                  <a:gd name="connsiteX15" fmla="*/ 129275 w 280297"/>
                  <a:gd name="connsiteY15" fmla="*/ 13180 h 77982"/>
                  <a:gd name="connsiteX16" fmla="*/ 151022 w 280297"/>
                  <a:gd name="connsiteY16" fmla="*/ 13180 h 77982"/>
                  <a:gd name="connsiteX17" fmla="*/ 167937 w 280297"/>
                  <a:gd name="connsiteY17" fmla="*/ 0 h 77982"/>
                  <a:gd name="connsiteX18" fmla="*/ 280298 w 280297"/>
                  <a:gd name="connsiteY18" fmla="*/ 0 h 77982"/>
                  <a:gd name="connsiteX19" fmla="*/ 280298 w 280297"/>
                  <a:gd name="connsiteY19" fmla="*/ 10984 h 77982"/>
                  <a:gd name="connsiteX20" fmla="*/ 260966 w 280297"/>
                  <a:gd name="connsiteY20" fmla="*/ 10984 h 77982"/>
                  <a:gd name="connsiteX21" fmla="*/ 117194 w 280297"/>
                  <a:gd name="connsiteY21" fmla="*/ 16475 h 77982"/>
                  <a:gd name="connsiteX22" fmla="*/ 112360 w 280297"/>
                  <a:gd name="connsiteY22" fmla="*/ 12082 h 77982"/>
                  <a:gd name="connsiteX23" fmla="*/ 31413 w 280297"/>
                  <a:gd name="connsiteY23" fmla="*/ 12082 h 77982"/>
                  <a:gd name="connsiteX24" fmla="*/ 31413 w 280297"/>
                  <a:gd name="connsiteY24" fmla="*/ 50525 h 77982"/>
                  <a:gd name="connsiteX25" fmla="*/ 49536 w 280297"/>
                  <a:gd name="connsiteY25" fmla="*/ 67000 h 77982"/>
                  <a:gd name="connsiteX26" fmla="*/ 99071 w 280297"/>
                  <a:gd name="connsiteY26" fmla="*/ 67000 h 77982"/>
                  <a:gd name="connsiteX27" fmla="*/ 117194 w 280297"/>
                  <a:gd name="connsiteY27" fmla="*/ 50525 h 77982"/>
                  <a:gd name="connsiteX28" fmla="*/ 117194 w 280297"/>
                  <a:gd name="connsiteY28" fmla="*/ 16475 h 77982"/>
                  <a:gd name="connsiteX29" fmla="*/ 248885 w 280297"/>
                  <a:gd name="connsiteY29" fmla="*/ 12082 h 77982"/>
                  <a:gd name="connsiteX30" fmla="*/ 167937 w 280297"/>
                  <a:gd name="connsiteY30" fmla="*/ 12082 h 77982"/>
                  <a:gd name="connsiteX31" fmla="*/ 163104 w 280297"/>
                  <a:gd name="connsiteY31" fmla="*/ 16475 h 77982"/>
                  <a:gd name="connsiteX32" fmla="*/ 163104 w 280297"/>
                  <a:gd name="connsiteY32" fmla="*/ 50525 h 77982"/>
                  <a:gd name="connsiteX33" fmla="*/ 181226 w 280297"/>
                  <a:gd name="connsiteY33" fmla="*/ 67000 h 77982"/>
                  <a:gd name="connsiteX34" fmla="*/ 230762 w 280297"/>
                  <a:gd name="connsiteY34" fmla="*/ 67000 h 77982"/>
                  <a:gd name="connsiteX35" fmla="*/ 248885 w 280297"/>
                  <a:gd name="connsiteY35" fmla="*/ 50525 h 77982"/>
                  <a:gd name="connsiteX36" fmla="*/ 248885 w 280297"/>
                  <a:gd name="connsiteY36" fmla="*/ 12082 h 77982"/>
                  <a:gd name="connsiteX37" fmla="*/ 231970 w 280297"/>
                  <a:gd name="connsiteY37" fmla="*/ 77983 h 77982"/>
                  <a:gd name="connsiteX38" fmla="*/ 232947 w 280297"/>
                  <a:gd name="connsiteY38" fmla="*/ 77938 h 77982"/>
                  <a:gd name="connsiteX39" fmla="*/ 231970 w 280297"/>
                  <a:gd name="connsiteY39" fmla="*/ 77983 h 77982"/>
                  <a:gd name="connsiteX40" fmla="*/ 47351 w 280297"/>
                  <a:gd name="connsiteY40" fmla="*/ 77938 h 77982"/>
                  <a:gd name="connsiteX41" fmla="*/ 48328 w 280297"/>
                  <a:gd name="connsiteY41" fmla="*/ 77983 h 77982"/>
                  <a:gd name="connsiteX42" fmla="*/ 47351 w 280297"/>
                  <a:gd name="connsiteY42" fmla="*/ 77938 h 779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</a:cxnLst>
                <a:rect l="l" t="t" r="r" b="b"/>
                <a:pathLst>
                  <a:path w="280297" h="77982">
                    <a:moveTo>
                      <a:pt x="260966" y="10984"/>
                    </a:moveTo>
                    <a:cubicBezTo>
                      <a:pt x="260966" y="10984"/>
                      <a:pt x="260966" y="51622"/>
                      <a:pt x="260966" y="51622"/>
                    </a:cubicBezTo>
                    <a:cubicBezTo>
                      <a:pt x="260966" y="61554"/>
                      <a:pt x="250310" y="77050"/>
                      <a:pt x="232947" y="77938"/>
                    </a:cubicBezTo>
                    <a:cubicBezTo>
                      <a:pt x="230395" y="77827"/>
                      <a:pt x="178811" y="77983"/>
                      <a:pt x="178811" y="77983"/>
                    </a:cubicBezTo>
                    <a:cubicBezTo>
                      <a:pt x="155621" y="77983"/>
                      <a:pt x="151022" y="52720"/>
                      <a:pt x="151022" y="52720"/>
                    </a:cubicBezTo>
                    <a:cubicBezTo>
                      <a:pt x="151022" y="52720"/>
                      <a:pt x="151022" y="25262"/>
                      <a:pt x="151022" y="25262"/>
                    </a:cubicBezTo>
                    <a:cubicBezTo>
                      <a:pt x="151022" y="25262"/>
                      <a:pt x="129275" y="25262"/>
                      <a:pt x="129275" y="25262"/>
                    </a:cubicBezTo>
                    <a:cubicBezTo>
                      <a:pt x="129275" y="25262"/>
                      <a:pt x="129275" y="52720"/>
                      <a:pt x="129275" y="52720"/>
                    </a:cubicBezTo>
                    <a:cubicBezTo>
                      <a:pt x="129275" y="52720"/>
                      <a:pt x="124677" y="77983"/>
                      <a:pt x="101487" y="77983"/>
                    </a:cubicBezTo>
                    <a:cubicBezTo>
                      <a:pt x="101487" y="77983"/>
                      <a:pt x="49902" y="77827"/>
                      <a:pt x="47351" y="77938"/>
                    </a:cubicBezTo>
                    <a:cubicBezTo>
                      <a:pt x="29987" y="77050"/>
                      <a:pt x="19332" y="61554"/>
                      <a:pt x="19332" y="51622"/>
                    </a:cubicBezTo>
                    <a:cubicBezTo>
                      <a:pt x="19332" y="51622"/>
                      <a:pt x="19332" y="10984"/>
                      <a:pt x="19332" y="10984"/>
                    </a:cubicBezTo>
                    <a:cubicBezTo>
                      <a:pt x="19332" y="10984"/>
                      <a:pt x="0" y="10984"/>
                      <a:pt x="0" y="10984"/>
                    </a:cubicBezTo>
                    <a:cubicBezTo>
                      <a:pt x="0" y="10984"/>
                      <a:pt x="0" y="0"/>
                      <a:pt x="0" y="0"/>
                    </a:cubicBezTo>
                    <a:cubicBezTo>
                      <a:pt x="0" y="0"/>
                      <a:pt x="112360" y="0"/>
                      <a:pt x="112360" y="0"/>
                    </a:cubicBezTo>
                    <a:cubicBezTo>
                      <a:pt x="112360" y="0"/>
                      <a:pt x="129275" y="2484"/>
                      <a:pt x="129275" y="13180"/>
                    </a:cubicBezTo>
                    <a:cubicBezTo>
                      <a:pt x="129275" y="13180"/>
                      <a:pt x="151022" y="13180"/>
                      <a:pt x="151022" y="13180"/>
                    </a:cubicBezTo>
                    <a:cubicBezTo>
                      <a:pt x="151022" y="2484"/>
                      <a:pt x="167937" y="0"/>
                      <a:pt x="167937" y="0"/>
                    </a:cubicBezTo>
                    <a:cubicBezTo>
                      <a:pt x="167937" y="0"/>
                      <a:pt x="280298" y="0"/>
                      <a:pt x="280298" y="0"/>
                    </a:cubicBezTo>
                    <a:cubicBezTo>
                      <a:pt x="280298" y="0"/>
                      <a:pt x="280298" y="10984"/>
                      <a:pt x="280298" y="10984"/>
                    </a:cubicBezTo>
                    <a:cubicBezTo>
                      <a:pt x="280298" y="10984"/>
                      <a:pt x="260966" y="10984"/>
                      <a:pt x="260966" y="10984"/>
                    </a:cubicBezTo>
                    <a:close/>
                    <a:moveTo>
                      <a:pt x="117194" y="16475"/>
                    </a:moveTo>
                    <a:cubicBezTo>
                      <a:pt x="117194" y="12561"/>
                      <a:pt x="112360" y="12082"/>
                      <a:pt x="112360" y="12082"/>
                    </a:cubicBezTo>
                    <a:cubicBezTo>
                      <a:pt x="112360" y="12082"/>
                      <a:pt x="31413" y="12082"/>
                      <a:pt x="31413" y="12082"/>
                    </a:cubicBezTo>
                    <a:cubicBezTo>
                      <a:pt x="31413" y="12082"/>
                      <a:pt x="31413" y="50525"/>
                      <a:pt x="31413" y="50525"/>
                    </a:cubicBezTo>
                    <a:cubicBezTo>
                      <a:pt x="31413" y="62503"/>
                      <a:pt x="49536" y="67000"/>
                      <a:pt x="49536" y="67000"/>
                    </a:cubicBezTo>
                    <a:cubicBezTo>
                      <a:pt x="49536" y="67000"/>
                      <a:pt x="99071" y="67000"/>
                      <a:pt x="99071" y="67000"/>
                    </a:cubicBezTo>
                    <a:cubicBezTo>
                      <a:pt x="116114" y="67000"/>
                      <a:pt x="117194" y="50525"/>
                      <a:pt x="117194" y="50525"/>
                    </a:cubicBezTo>
                    <a:cubicBezTo>
                      <a:pt x="117194" y="50525"/>
                      <a:pt x="117194" y="20391"/>
                      <a:pt x="117194" y="16475"/>
                    </a:cubicBezTo>
                    <a:close/>
                    <a:moveTo>
                      <a:pt x="248885" y="12082"/>
                    </a:moveTo>
                    <a:cubicBezTo>
                      <a:pt x="248885" y="12082"/>
                      <a:pt x="167937" y="12082"/>
                      <a:pt x="167937" y="12082"/>
                    </a:cubicBezTo>
                    <a:cubicBezTo>
                      <a:pt x="167937" y="12082"/>
                      <a:pt x="163104" y="12561"/>
                      <a:pt x="163104" y="16475"/>
                    </a:cubicBezTo>
                    <a:cubicBezTo>
                      <a:pt x="163104" y="20391"/>
                      <a:pt x="163104" y="50525"/>
                      <a:pt x="163104" y="50525"/>
                    </a:cubicBezTo>
                    <a:cubicBezTo>
                      <a:pt x="163104" y="50525"/>
                      <a:pt x="164184" y="67000"/>
                      <a:pt x="181226" y="67000"/>
                    </a:cubicBezTo>
                    <a:cubicBezTo>
                      <a:pt x="181226" y="67000"/>
                      <a:pt x="230762" y="67000"/>
                      <a:pt x="230762" y="67000"/>
                    </a:cubicBezTo>
                    <a:cubicBezTo>
                      <a:pt x="230762" y="67000"/>
                      <a:pt x="248885" y="62503"/>
                      <a:pt x="248885" y="50525"/>
                    </a:cubicBezTo>
                    <a:cubicBezTo>
                      <a:pt x="248885" y="50525"/>
                      <a:pt x="248885" y="12082"/>
                      <a:pt x="248885" y="12082"/>
                    </a:cubicBezTo>
                    <a:close/>
                    <a:moveTo>
                      <a:pt x="231970" y="77983"/>
                    </a:moveTo>
                    <a:cubicBezTo>
                      <a:pt x="232299" y="77976"/>
                      <a:pt x="232621" y="77954"/>
                      <a:pt x="232947" y="77938"/>
                    </a:cubicBezTo>
                    <a:cubicBezTo>
                      <a:pt x="233220" y="77949"/>
                      <a:pt x="232945" y="77965"/>
                      <a:pt x="231970" y="77983"/>
                    </a:cubicBezTo>
                    <a:close/>
                    <a:moveTo>
                      <a:pt x="47351" y="77938"/>
                    </a:moveTo>
                    <a:cubicBezTo>
                      <a:pt x="47677" y="77954"/>
                      <a:pt x="47998" y="77976"/>
                      <a:pt x="48328" y="77983"/>
                    </a:cubicBezTo>
                    <a:cubicBezTo>
                      <a:pt x="47352" y="77965"/>
                      <a:pt x="47078" y="77949"/>
                      <a:pt x="47351" y="77938"/>
                    </a:cubicBezTo>
                    <a:close/>
                  </a:path>
                </a:pathLst>
              </a:custGeom>
              <a:solidFill>
                <a:srgbClr val="3B434F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11" name="자유형: 도형 310">
                <a:extLst>
                  <a:ext uri="{FF2B5EF4-FFF2-40B4-BE49-F238E27FC236}">
                    <a16:creationId xmlns:a16="http://schemas.microsoft.com/office/drawing/2014/main" id="{2666A7E1-C443-4920-B4A6-67BF9EF83BF1}"/>
                  </a:ext>
                </a:extLst>
              </p:cNvPr>
              <p:cNvSpPr/>
              <p:nvPr/>
            </p:nvSpPr>
            <p:spPr>
              <a:xfrm>
                <a:off x="5027269" y="7923360"/>
                <a:ext cx="277627" cy="186717"/>
              </a:xfrm>
              <a:custGeom>
                <a:avLst/>
                <a:gdLst>
                  <a:gd name="connsiteX0" fmla="*/ 4364 w 277627"/>
                  <a:gd name="connsiteY0" fmla="*/ 186718 h 186717"/>
                  <a:gd name="connsiteX1" fmla="*/ 53932 w 277627"/>
                  <a:gd name="connsiteY1" fmla="*/ 91162 h 186717"/>
                  <a:gd name="connsiteX2" fmla="*/ 220769 w 277627"/>
                  <a:gd name="connsiteY2" fmla="*/ 91162 h 186717"/>
                  <a:gd name="connsiteX3" fmla="*/ 272755 w 277627"/>
                  <a:gd name="connsiteY3" fmla="*/ 186718 h 186717"/>
                  <a:gd name="connsiteX4" fmla="*/ 275176 w 277627"/>
                  <a:gd name="connsiteY4" fmla="*/ 186718 h 186717"/>
                  <a:gd name="connsiteX5" fmla="*/ 254620 w 277627"/>
                  <a:gd name="connsiteY5" fmla="*/ 63704 h 186717"/>
                  <a:gd name="connsiteX6" fmla="*/ 202635 w 277627"/>
                  <a:gd name="connsiteY6" fmla="*/ 17573 h 186717"/>
                  <a:gd name="connsiteX7" fmla="*/ 186918 w 277627"/>
                  <a:gd name="connsiteY7" fmla="*/ 26361 h 186717"/>
                  <a:gd name="connsiteX8" fmla="*/ 148232 w 277627"/>
                  <a:gd name="connsiteY8" fmla="*/ 0 h 186717"/>
                  <a:gd name="connsiteX9" fmla="*/ 116797 w 277627"/>
                  <a:gd name="connsiteY9" fmla="*/ 23066 h 186717"/>
                  <a:gd name="connsiteX10" fmla="*/ 99873 w 277627"/>
                  <a:gd name="connsiteY10" fmla="*/ 13180 h 186717"/>
                  <a:gd name="connsiteX11" fmla="*/ 62394 w 277627"/>
                  <a:gd name="connsiteY11" fmla="*/ 40639 h 186717"/>
                  <a:gd name="connsiteX12" fmla="*/ 37005 w 277627"/>
                  <a:gd name="connsiteY12" fmla="*/ 43934 h 186717"/>
                  <a:gd name="connsiteX13" fmla="*/ 23707 w 277627"/>
                  <a:gd name="connsiteY13" fmla="*/ 65901 h 186717"/>
                  <a:gd name="connsiteX14" fmla="*/ 1941 w 277627"/>
                  <a:gd name="connsiteY14" fmla="*/ 184522 h 186717"/>
                  <a:gd name="connsiteX15" fmla="*/ 4364 w 277627"/>
                  <a:gd name="connsiteY15" fmla="*/ 186718 h 1867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77627" h="186717">
                    <a:moveTo>
                      <a:pt x="4364" y="186718"/>
                    </a:moveTo>
                    <a:cubicBezTo>
                      <a:pt x="4364" y="186718"/>
                      <a:pt x="9024" y="120565"/>
                      <a:pt x="53932" y="91162"/>
                    </a:cubicBezTo>
                    <a:cubicBezTo>
                      <a:pt x="53932" y="91162"/>
                      <a:pt x="118771" y="131261"/>
                      <a:pt x="220769" y="91162"/>
                    </a:cubicBezTo>
                    <a:cubicBezTo>
                      <a:pt x="220769" y="91162"/>
                      <a:pt x="265884" y="109843"/>
                      <a:pt x="272755" y="186718"/>
                    </a:cubicBezTo>
                    <a:cubicBezTo>
                      <a:pt x="272755" y="186718"/>
                      <a:pt x="275176" y="186718"/>
                      <a:pt x="275176" y="186718"/>
                    </a:cubicBezTo>
                    <a:cubicBezTo>
                      <a:pt x="275176" y="186718"/>
                      <a:pt x="288094" y="98662"/>
                      <a:pt x="254620" y="63704"/>
                    </a:cubicBezTo>
                    <a:cubicBezTo>
                      <a:pt x="254620" y="63704"/>
                      <a:pt x="246376" y="36932"/>
                      <a:pt x="202635" y="17573"/>
                    </a:cubicBezTo>
                    <a:cubicBezTo>
                      <a:pt x="202635" y="17573"/>
                      <a:pt x="186918" y="26361"/>
                      <a:pt x="186918" y="26361"/>
                    </a:cubicBezTo>
                    <a:cubicBezTo>
                      <a:pt x="186918" y="26361"/>
                      <a:pt x="176359" y="14613"/>
                      <a:pt x="148232" y="0"/>
                    </a:cubicBezTo>
                    <a:cubicBezTo>
                      <a:pt x="148232" y="0"/>
                      <a:pt x="127429" y="8426"/>
                      <a:pt x="116797" y="23066"/>
                    </a:cubicBezTo>
                    <a:cubicBezTo>
                      <a:pt x="116797" y="23066"/>
                      <a:pt x="99873" y="13180"/>
                      <a:pt x="99873" y="13180"/>
                    </a:cubicBezTo>
                    <a:cubicBezTo>
                      <a:pt x="99873" y="13180"/>
                      <a:pt x="76221" y="23022"/>
                      <a:pt x="62394" y="40639"/>
                    </a:cubicBezTo>
                    <a:cubicBezTo>
                      <a:pt x="62394" y="40639"/>
                      <a:pt x="37005" y="43934"/>
                      <a:pt x="37005" y="43934"/>
                    </a:cubicBezTo>
                    <a:cubicBezTo>
                      <a:pt x="37005" y="43934"/>
                      <a:pt x="23707" y="65901"/>
                      <a:pt x="23707" y="65901"/>
                    </a:cubicBezTo>
                    <a:cubicBezTo>
                      <a:pt x="23707" y="65901"/>
                      <a:pt x="-8038" y="89150"/>
                      <a:pt x="1941" y="184522"/>
                    </a:cubicBezTo>
                    <a:cubicBezTo>
                      <a:pt x="1941" y="184522"/>
                      <a:pt x="4364" y="186718"/>
                      <a:pt x="4364" y="186718"/>
                    </a:cubicBezTo>
                    <a:close/>
                  </a:path>
                </a:pathLst>
              </a:custGeom>
              <a:solidFill>
                <a:schemeClr val="bg2">
                  <a:lumMod val="25000"/>
                </a:schemeClr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12" name="자유형: 도형 311">
                <a:extLst>
                  <a:ext uri="{FF2B5EF4-FFF2-40B4-BE49-F238E27FC236}">
                    <a16:creationId xmlns:a16="http://schemas.microsoft.com/office/drawing/2014/main" id="{D66F564B-2126-4A92-8D3D-4F2CCDC07497}"/>
                  </a:ext>
                </a:extLst>
              </p:cNvPr>
              <p:cNvSpPr/>
              <p:nvPr/>
            </p:nvSpPr>
            <p:spPr>
              <a:xfrm>
                <a:off x="5023645" y="7918967"/>
                <a:ext cx="286085" cy="191660"/>
              </a:xfrm>
              <a:custGeom>
                <a:avLst/>
                <a:gdLst>
                  <a:gd name="connsiteX0" fmla="*/ 283635 w 286085"/>
                  <a:gd name="connsiteY0" fmla="*/ 191111 h 191660"/>
                  <a:gd name="connsiteX1" fmla="*/ 272151 w 286085"/>
                  <a:gd name="connsiteY1" fmla="*/ 190563 h 191660"/>
                  <a:gd name="connsiteX2" fmla="*/ 224393 w 286085"/>
                  <a:gd name="connsiteY2" fmla="*/ 99950 h 191660"/>
                  <a:gd name="connsiteX3" fmla="*/ 57556 w 286085"/>
                  <a:gd name="connsiteY3" fmla="*/ 99400 h 191660"/>
                  <a:gd name="connsiteX4" fmla="*/ 12217 w 286085"/>
                  <a:gd name="connsiteY4" fmla="*/ 191661 h 191660"/>
                  <a:gd name="connsiteX5" fmla="*/ 1941 w 286085"/>
                  <a:gd name="connsiteY5" fmla="*/ 188915 h 191660"/>
                  <a:gd name="connsiteX6" fmla="*/ 23707 w 286085"/>
                  <a:gd name="connsiteY6" fmla="*/ 68647 h 191660"/>
                  <a:gd name="connsiteX7" fmla="*/ 38213 w 286085"/>
                  <a:gd name="connsiteY7" fmla="*/ 44482 h 191660"/>
                  <a:gd name="connsiteX8" fmla="*/ 64811 w 286085"/>
                  <a:gd name="connsiteY8" fmla="*/ 41187 h 191660"/>
                  <a:gd name="connsiteX9" fmla="*/ 104100 w 286085"/>
                  <a:gd name="connsiteY9" fmla="*/ 12631 h 191660"/>
                  <a:gd name="connsiteX10" fmla="*/ 119890 w 286085"/>
                  <a:gd name="connsiteY10" fmla="*/ 21967 h 191660"/>
                  <a:gd name="connsiteX11" fmla="*/ 152510 w 286085"/>
                  <a:gd name="connsiteY11" fmla="*/ 0 h 191660"/>
                  <a:gd name="connsiteX12" fmla="*/ 191171 w 286085"/>
                  <a:gd name="connsiteY12" fmla="*/ 25812 h 191660"/>
                  <a:gd name="connsiteX13" fmla="*/ 207467 w 286085"/>
                  <a:gd name="connsiteY13" fmla="*/ 17574 h 191660"/>
                  <a:gd name="connsiteX14" fmla="*/ 263078 w 286085"/>
                  <a:gd name="connsiteY14" fmla="*/ 67548 h 191660"/>
                  <a:gd name="connsiteX15" fmla="*/ 283635 w 286085"/>
                  <a:gd name="connsiteY15" fmla="*/ 191111 h 191660"/>
                  <a:gd name="connsiteX16" fmla="*/ 255205 w 286085"/>
                  <a:gd name="connsiteY16" fmla="*/ 69745 h 191660"/>
                  <a:gd name="connsiteX17" fmla="*/ 206274 w 286085"/>
                  <a:gd name="connsiteY17" fmla="*/ 26360 h 191660"/>
                  <a:gd name="connsiteX18" fmla="*/ 189963 w 286085"/>
                  <a:gd name="connsiteY18" fmla="*/ 35147 h 191660"/>
                  <a:gd name="connsiteX19" fmla="*/ 151301 w 286085"/>
                  <a:gd name="connsiteY19" fmla="*/ 8787 h 191660"/>
                  <a:gd name="connsiteX20" fmla="*/ 121702 w 286085"/>
                  <a:gd name="connsiteY20" fmla="*/ 32402 h 191660"/>
                  <a:gd name="connsiteX21" fmla="*/ 103579 w 286085"/>
                  <a:gd name="connsiteY21" fmla="*/ 21967 h 191660"/>
                  <a:gd name="connsiteX22" fmla="*/ 67937 w 286085"/>
                  <a:gd name="connsiteY22" fmla="*/ 48877 h 191660"/>
                  <a:gd name="connsiteX23" fmla="*/ 43775 w 286085"/>
                  <a:gd name="connsiteY23" fmla="*/ 52172 h 191660"/>
                  <a:gd name="connsiteX24" fmla="*/ 31089 w 286085"/>
                  <a:gd name="connsiteY24" fmla="*/ 73040 h 191660"/>
                  <a:gd name="connsiteX25" fmla="*/ 7529 w 286085"/>
                  <a:gd name="connsiteY25" fmla="*/ 165300 h 191660"/>
                  <a:gd name="connsiteX26" fmla="*/ 8132 w 286085"/>
                  <a:gd name="connsiteY26" fmla="*/ 164751 h 191660"/>
                  <a:gd name="connsiteX27" fmla="*/ 57556 w 286085"/>
                  <a:gd name="connsiteY27" fmla="*/ 90613 h 191660"/>
                  <a:gd name="connsiteX28" fmla="*/ 226206 w 286085"/>
                  <a:gd name="connsiteY28" fmla="*/ 91712 h 191660"/>
                  <a:gd name="connsiteX29" fmla="*/ 276952 w 286085"/>
                  <a:gd name="connsiteY29" fmla="*/ 165300 h 191660"/>
                  <a:gd name="connsiteX30" fmla="*/ 255205 w 286085"/>
                  <a:gd name="connsiteY30" fmla="*/ 69745 h 1916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286085" h="191660">
                    <a:moveTo>
                      <a:pt x="283635" y="191111"/>
                    </a:moveTo>
                    <a:cubicBezTo>
                      <a:pt x="283635" y="191111"/>
                      <a:pt x="272151" y="190563"/>
                      <a:pt x="272151" y="190563"/>
                    </a:cubicBezTo>
                    <a:cubicBezTo>
                      <a:pt x="265280" y="113687"/>
                      <a:pt x="224393" y="99950"/>
                      <a:pt x="224393" y="99950"/>
                    </a:cubicBezTo>
                    <a:cubicBezTo>
                      <a:pt x="122396" y="140047"/>
                      <a:pt x="57556" y="99400"/>
                      <a:pt x="57556" y="99400"/>
                    </a:cubicBezTo>
                    <a:cubicBezTo>
                      <a:pt x="18333" y="129818"/>
                      <a:pt x="12217" y="191661"/>
                      <a:pt x="12217" y="191661"/>
                    </a:cubicBezTo>
                    <a:cubicBezTo>
                      <a:pt x="12217" y="191661"/>
                      <a:pt x="1941" y="188915"/>
                      <a:pt x="1941" y="188915"/>
                    </a:cubicBezTo>
                    <a:cubicBezTo>
                      <a:pt x="-8038" y="93544"/>
                      <a:pt x="23707" y="68647"/>
                      <a:pt x="23707" y="68647"/>
                    </a:cubicBezTo>
                    <a:cubicBezTo>
                      <a:pt x="23707" y="68647"/>
                      <a:pt x="38213" y="44482"/>
                      <a:pt x="38213" y="44482"/>
                    </a:cubicBezTo>
                    <a:cubicBezTo>
                      <a:pt x="38213" y="44482"/>
                      <a:pt x="64811" y="41187"/>
                      <a:pt x="64811" y="41187"/>
                    </a:cubicBezTo>
                    <a:cubicBezTo>
                      <a:pt x="78638" y="23572"/>
                      <a:pt x="104100" y="12631"/>
                      <a:pt x="104100" y="12631"/>
                    </a:cubicBezTo>
                    <a:cubicBezTo>
                      <a:pt x="104100" y="12631"/>
                      <a:pt x="119890" y="21967"/>
                      <a:pt x="119890" y="21967"/>
                    </a:cubicBezTo>
                    <a:cubicBezTo>
                      <a:pt x="130520" y="7328"/>
                      <a:pt x="152510" y="0"/>
                      <a:pt x="152510" y="0"/>
                    </a:cubicBezTo>
                    <a:cubicBezTo>
                      <a:pt x="180637" y="14613"/>
                      <a:pt x="191171" y="25812"/>
                      <a:pt x="191171" y="25812"/>
                    </a:cubicBezTo>
                    <a:cubicBezTo>
                      <a:pt x="191171" y="25812"/>
                      <a:pt x="207467" y="17574"/>
                      <a:pt x="207467" y="17574"/>
                    </a:cubicBezTo>
                    <a:cubicBezTo>
                      <a:pt x="251208" y="36932"/>
                      <a:pt x="263078" y="67548"/>
                      <a:pt x="263078" y="67548"/>
                    </a:cubicBezTo>
                    <a:cubicBezTo>
                      <a:pt x="296551" y="102506"/>
                      <a:pt x="283635" y="191111"/>
                      <a:pt x="283635" y="191111"/>
                    </a:cubicBezTo>
                    <a:close/>
                    <a:moveTo>
                      <a:pt x="255205" y="69745"/>
                    </a:moveTo>
                    <a:cubicBezTo>
                      <a:pt x="255205" y="69745"/>
                      <a:pt x="250014" y="45718"/>
                      <a:pt x="206274" y="26360"/>
                    </a:cubicBezTo>
                    <a:cubicBezTo>
                      <a:pt x="206274" y="26360"/>
                      <a:pt x="189963" y="35147"/>
                      <a:pt x="189963" y="35147"/>
                    </a:cubicBezTo>
                    <a:cubicBezTo>
                      <a:pt x="189963" y="35147"/>
                      <a:pt x="179429" y="23400"/>
                      <a:pt x="151301" y="8787"/>
                    </a:cubicBezTo>
                    <a:cubicBezTo>
                      <a:pt x="151301" y="8787"/>
                      <a:pt x="132332" y="17762"/>
                      <a:pt x="121702" y="32402"/>
                    </a:cubicBezTo>
                    <a:cubicBezTo>
                      <a:pt x="121702" y="32402"/>
                      <a:pt x="103579" y="21967"/>
                      <a:pt x="103579" y="21967"/>
                    </a:cubicBezTo>
                    <a:cubicBezTo>
                      <a:pt x="103579" y="21967"/>
                      <a:pt x="81766" y="31260"/>
                      <a:pt x="67937" y="48877"/>
                    </a:cubicBezTo>
                    <a:cubicBezTo>
                      <a:pt x="67937" y="48877"/>
                      <a:pt x="43775" y="52172"/>
                      <a:pt x="43775" y="52172"/>
                    </a:cubicBezTo>
                    <a:cubicBezTo>
                      <a:pt x="43775" y="52172"/>
                      <a:pt x="31089" y="73040"/>
                      <a:pt x="31089" y="73040"/>
                    </a:cubicBezTo>
                    <a:cubicBezTo>
                      <a:pt x="31089" y="73040"/>
                      <a:pt x="4739" y="91335"/>
                      <a:pt x="7529" y="165300"/>
                    </a:cubicBezTo>
                    <a:cubicBezTo>
                      <a:pt x="7529" y="165300"/>
                      <a:pt x="8132" y="164751"/>
                      <a:pt x="8132" y="164751"/>
                    </a:cubicBezTo>
                    <a:cubicBezTo>
                      <a:pt x="8132" y="164751"/>
                      <a:pt x="16516" y="118774"/>
                      <a:pt x="57556" y="90613"/>
                    </a:cubicBezTo>
                    <a:cubicBezTo>
                      <a:pt x="57556" y="90613"/>
                      <a:pt x="124208" y="131810"/>
                      <a:pt x="226206" y="91712"/>
                    </a:cubicBezTo>
                    <a:cubicBezTo>
                      <a:pt x="226206" y="91712"/>
                      <a:pt x="263888" y="107822"/>
                      <a:pt x="276952" y="165300"/>
                    </a:cubicBezTo>
                    <a:cubicBezTo>
                      <a:pt x="276952" y="165300"/>
                      <a:pt x="284706" y="106182"/>
                      <a:pt x="255205" y="69745"/>
                    </a:cubicBezTo>
                    <a:close/>
                  </a:path>
                </a:pathLst>
              </a:custGeom>
              <a:solidFill>
                <a:srgbClr val="3B434F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13" name="자유형: 도형 312">
                <a:extLst>
                  <a:ext uri="{FF2B5EF4-FFF2-40B4-BE49-F238E27FC236}">
                    <a16:creationId xmlns:a16="http://schemas.microsoft.com/office/drawing/2014/main" id="{F97C78BB-8B66-43D8-9852-38C4E5AEDC21}"/>
                  </a:ext>
                </a:extLst>
              </p:cNvPr>
              <p:cNvSpPr/>
              <p:nvPr/>
            </p:nvSpPr>
            <p:spPr>
              <a:xfrm>
                <a:off x="5141004" y="8378400"/>
                <a:ext cx="48138" cy="83662"/>
              </a:xfrm>
              <a:custGeom>
                <a:avLst/>
                <a:gdLst>
                  <a:gd name="connsiteX0" fmla="*/ 7079 w 48138"/>
                  <a:gd name="connsiteY0" fmla="*/ 16733 h 83662"/>
                  <a:gd name="connsiteX1" fmla="*/ 24069 w 48138"/>
                  <a:gd name="connsiteY1" fmla="*/ 0 h 83662"/>
                  <a:gd name="connsiteX2" fmla="*/ 42475 w 48138"/>
                  <a:gd name="connsiteY2" fmla="*/ 16733 h 83662"/>
                  <a:gd name="connsiteX3" fmla="*/ 32564 w 48138"/>
                  <a:gd name="connsiteY3" fmla="*/ 25742 h 83662"/>
                  <a:gd name="connsiteX4" fmla="*/ 48138 w 48138"/>
                  <a:gd name="connsiteY4" fmla="*/ 83663 h 83662"/>
                  <a:gd name="connsiteX5" fmla="*/ 0 w 48138"/>
                  <a:gd name="connsiteY5" fmla="*/ 83663 h 83662"/>
                  <a:gd name="connsiteX6" fmla="*/ 16990 w 48138"/>
                  <a:gd name="connsiteY6" fmla="*/ 25742 h 83662"/>
                  <a:gd name="connsiteX7" fmla="*/ 7079 w 48138"/>
                  <a:gd name="connsiteY7" fmla="*/ 16733 h 836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8138" h="83662">
                    <a:moveTo>
                      <a:pt x="7079" y="16733"/>
                    </a:moveTo>
                    <a:cubicBezTo>
                      <a:pt x="7079" y="16733"/>
                      <a:pt x="24069" y="0"/>
                      <a:pt x="24069" y="0"/>
                    </a:cubicBezTo>
                    <a:cubicBezTo>
                      <a:pt x="24069" y="0"/>
                      <a:pt x="42475" y="16733"/>
                      <a:pt x="42475" y="16733"/>
                    </a:cubicBezTo>
                    <a:cubicBezTo>
                      <a:pt x="42475" y="16733"/>
                      <a:pt x="32564" y="25742"/>
                      <a:pt x="32564" y="25742"/>
                    </a:cubicBezTo>
                    <a:cubicBezTo>
                      <a:pt x="32564" y="25742"/>
                      <a:pt x="48138" y="83663"/>
                      <a:pt x="48138" y="83663"/>
                    </a:cubicBezTo>
                    <a:cubicBezTo>
                      <a:pt x="48138" y="83663"/>
                      <a:pt x="0" y="83663"/>
                      <a:pt x="0" y="83663"/>
                    </a:cubicBezTo>
                    <a:cubicBezTo>
                      <a:pt x="0" y="83663"/>
                      <a:pt x="16990" y="25742"/>
                      <a:pt x="16990" y="25742"/>
                    </a:cubicBezTo>
                    <a:cubicBezTo>
                      <a:pt x="16990" y="25742"/>
                      <a:pt x="7079" y="16733"/>
                      <a:pt x="7079" y="16733"/>
                    </a:cubicBezTo>
                    <a:close/>
                  </a:path>
                </a:pathLst>
              </a:custGeom>
              <a:solidFill>
                <a:srgbClr val="3B434F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14" name="자유형: 도형 313">
                <a:extLst>
                  <a:ext uri="{FF2B5EF4-FFF2-40B4-BE49-F238E27FC236}">
                    <a16:creationId xmlns:a16="http://schemas.microsoft.com/office/drawing/2014/main" id="{57CFB1B2-F41E-4E33-B176-98095F9B86E6}"/>
                  </a:ext>
                </a:extLst>
              </p:cNvPr>
              <p:cNvSpPr/>
              <p:nvPr/>
            </p:nvSpPr>
            <p:spPr>
              <a:xfrm>
                <a:off x="5137585" y="8401604"/>
                <a:ext cx="55208" cy="61444"/>
              </a:xfrm>
              <a:custGeom>
                <a:avLst/>
                <a:gdLst>
                  <a:gd name="connsiteX0" fmla="*/ 48300 w 55208"/>
                  <a:gd name="connsiteY0" fmla="*/ 61347 h 61444"/>
                  <a:gd name="connsiteX1" fmla="*/ 31177 w 55208"/>
                  <a:gd name="connsiteY1" fmla="*/ 3251 h 61444"/>
                  <a:gd name="connsiteX2" fmla="*/ 34737 w 55208"/>
                  <a:gd name="connsiteY2" fmla="*/ 2281 h 61444"/>
                  <a:gd name="connsiteX3" fmla="*/ 37098 w 55208"/>
                  <a:gd name="connsiteY3" fmla="*/ 0 h 61444"/>
                  <a:gd name="connsiteX4" fmla="*/ 55209 w 55208"/>
                  <a:gd name="connsiteY4" fmla="*/ 61444 h 61444"/>
                  <a:gd name="connsiteX5" fmla="*/ 48300 w 55208"/>
                  <a:gd name="connsiteY5" fmla="*/ 61347 h 61444"/>
                  <a:gd name="connsiteX6" fmla="*/ 0 w 55208"/>
                  <a:gd name="connsiteY6" fmla="*/ 60661 h 61444"/>
                  <a:gd name="connsiteX7" fmla="*/ 17876 w 55208"/>
                  <a:gd name="connsiteY7" fmla="*/ 283 h 61444"/>
                  <a:gd name="connsiteX8" fmla="*/ 19032 w 55208"/>
                  <a:gd name="connsiteY8" fmla="*/ 1183 h 61444"/>
                  <a:gd name="connsiteX9" fmla="*/ 22656 w 55208"/>
                  <a:gd name="connsiteY9" fmla="*/ 3379 h 61444"/>
                  <a:gd name="connsiteX10" fmla="*/ 23851 w 55208"/>
                  <a:gd name="connsiteY10" fmla="*/ 3488 h 61444"/>
                  <a:gd name="connsiteX11" fmla="*/ 6894 w 55208"/>
                  <a:gd name="connsiteY11" fmla="*/ 60758 h 61444"/>
                  <a:gd name="connsiteX12" fmla="*/ 0 w 55208"/>
                  <a:gd name="connsiteY12" fmla="*/ 60661 h 614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5208" h="61444">
                    <a:moveTo>
                      <a:pt x="48300" y="61347"/>
                    </a:moveTo>
                    <a:cubicBezTo>
                      <a:pt x="48300" y="61347"/>
                      <a:pt x="31177" y="3251"/>
                      <a:pt x="31177" y="3251"/>
                    </a:cubicBezTo>
                    <a:cubicBezTo>
                      <a:pt x="31177" y="3251"/>
                      <a:pt x="34737" y="2281"/>
                      <a:pt x="34737" y="2281"/>
                    </a:cubicBezTo>
                    <a:cubicBezTo>
                      <a:pt x="34737" y="2281"/>
                      <a:pt x="37098" y="0"/>
                      <a:pt x="37098" y="0"/>
                    </a:cubicBezTo>
                    <a:cubicBezTo>
                      <a:pt x="37098" y="0"/>
                      <a:pt x="55209" y="61444"/>
                      <a:pt x="55209" y="61444"/>
                    </a:cubicBezTo>
                    <a:cubicBezTo>
                      <a:pt x="55209" y="61444"/>
                      <a:pt x="48300" y="61347"/>
                      <a:pt x="48300" y="61347"/>
                    </a:cubicBezTo>
                    <a:close/>
                    <a:moveTo>
                      <a:pt x="0" y="60661"/>
                    </a:moveTo>
                    <a:cubicBezTo>
                      <a:pt x="0" y="60661"/>
                      <a:pt x="17876" y="283"/>
                      <a:pt x="17876" y="283"/>
                    </a:cubicBezTo>
                    <a:cubicBezTo>
                      <a:pt x="17876" y="283"/>
                      <a:pt x="19032" y="1183"/>
                      <a:pt x="19032" y="1183"/>
                    </a:cubicBezTo>
                    <a:cubicBezTo>
                      <a:pt x="19032" y="1183"/>
                      <a:pt x="22656" y="3379"/>
                      <a:pt x="22656" y="3379"/>
                    </a:cubicBezTo>
                    <a:cubicBezTo>
                      <a:pt x="22656" y="3379"/>
                      <a:pt x="23851" y="3488"/>
                      <a:pt x="23851" y="3488"/>
                    </a:cubicBezTo>
                    <a:cubicBezTo>
                      <a:pt x="23851" y="3488"/>
                      <a:pt x="6894" y="60758"/>
                      <a:pt x="6894" y="60758"/>
                    </a:cubicBezTo>
                    <a:cubicBezTo>
                      <a:pt x="6894" y="60758"/>
                      <a:pt x="0" y="60661"/>
                      <a:pt x="0" y="60661"/>
                    </a:cubicBezTo>
                    <a:close/>
                  </a:path>
                </a:pathLst>
              </a:custGeom>
              <a:solidFill>
                <a:srgbClr val="3B434F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15" name="자유형: 도형 314">
                <a:extLst>
                  <a:ext uri="{FF2B5EF4-FFF2-40B4-BE49-F238E27FC236}">
                    <a16:creationId xmlns:a16="http://schemas.microsoft.com/office/drawing/2014/main" id="{F22B5305-73D5-4661-9D2A-57111BCC0894}"/>
                  </a:ext>
                </a:extLst>
              </p:cNvPr>
              <p:cNvSpPr/>
              <p:nvPr/>
            </p:nvSpPr>
            <p:spPr>
              <a:xfrm>
                <a:off x="5125413" y="8375048"/>
                <a:ext cx="80926" cy="40917"/>
              </a:xfrm>
              <a:custGeom>
                <a:avLst/>
                <a:gdLst>
                  <a:gd name="connsiteX0" fmla="*/ 80926 w 80926"/>
                  <a:gd name="connsiteY0" fmla="*/ 36544 h 40917"/>
                  <a:gd name="connsiteX1" fmla="*/ 76227 w 80926"/>
                  <a:gd name="connsiteY1" fmla="*/ 40815 h 40917"/>
                  <a:gd name="connsiteX2" fmla="*/ 57944 w 80926"/>
                  <a:gd name="connsiteY2" fmla="*/ 24194 h 40917"/>
                  <a:gd name="connsiteX3" fmla="*/ 41076 w 80926"/>
                  <a:gd name="connsiteY3" fmla="*/ 32681 h 40917"/>
                  <a:gd name="connsiteX4" fmla="*/ 23796 w 80926"/>
                  <a:gd name="connsiteY4" fmla="*/ 23568 h 40917"/>
                  <a:gd name="connsiteX5" fmla="*/ 4710 w 80926"/>
                  <a:gd name="connsiteY5" fmla="*/ 40918 h 40917"/>
                  <a:gd name="connsiteX6" fmla="*/ 0 w 80926"/>
                  <a:gd name="connsiteY6" fmla="*/ 36635 h 40917"/>
                  <a:gd name="connsiteX7" fmla="*/ 37575 w 80926"/>
                  <a:gd name="connsiteY7" fmla="*/ 2476 h 40917"/>
                  <a:gd name="connsiteX8" fmla="*/ 40513 w 80926"/>
                  <a:gd name="connsiteY8" fmla="*/ 0 h 40917"/>
                  <a:gd name="connsiteX9" fmla="*/ 43452 w 80926"/>
                  <a:gd name="connsiteY9" fmla="*/ 2476 h 40917"/>
                  <a:gd name="connsiteX10" fmla="*/ 80926 w 80926"/>
                  <a:gd name="connsiteY10" fmla="*/ 36544 h 40917"/>
                  <a:gd name="connsiteX11" fmla="*/ 27493 w 80926"/>
                  <a:gd name="connsiteY11" fmla="*/ 20208 h 40917"/>
                  <a:gd name="connsiteX12" fmla="*/ 40774 w 80926"/>
                  <a:gd name="connsiteY12" fmla="*/ 27739 h 40917"/>
                  <a:gd name="connsiteX13" fmla="*/ 53884 w 80926"/>
                  <a:gd name="connsiteY13" fmla="*/ 20503 h 40917"/>
                  <a:gd name="connsiteX14" fmla="*/ 40525 w 80926"/>
                  <a:gd name="connsiteY14" fmla="*/ 8360 h 40917"/>
                  <a:gd name="connsiteX15" fmla="*/ 27493 w 80926"/>
                  <a:gd name="connsiteY15" fmla="*/ 20208 h 409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80926" h="40917">
                    <a:moveTo>
                      <a:pt x="80926" y="36544"/>
                    </a:moveTo>
                    <a:cubicBezTo>
                      <a:pt x="80926" y="36544"/>
                      <a:pt x="76227" y="40815"/>
                      <a:pt x="76227" y="40815"/>
                    </a:cubicBezTo>
                    <a:cubicBezTo>
                      <a:pt x="76227" y="40815"/>
                      <a:pt x="57944" y="24194"/>
                      <a:pt x="57944" y="24194"/>
                    </a:cubicBezTo>
                    <a:cubicBezTo>
                      <a:pt x="54416" y="29288"/>
                      <a:pt x="48186" y="32681"/>
                      <a:pt x="41076" y="32681"/>
                    </a:cubicBezTo>
                    <a:cubicBezTo>
                      <a:pt x="33678" y="32681"/>
                      <a:pt x="27235" y="29009"/>
                      <a:pt x="23796" y="23568"/>
                    </a:cubicBezTo>
                    <a:cubicBezTo>
                      <a:pt x="23796" y="23568"/>
                      <a:pt x="4710" y="40918"/>
                      <a:pt x="4710" y="40918"/>
                    </a:cubicBezTo>
                    <a:cubicBezTo>
                      <a:pt x="4710" y="40918"/>
                      <a:pt x="0" y="36635"/>
                      <a:pt x="0" y="36635"/>
                    </a:cubicBezTo>
                    <a:cubicBezTo>
                      <a:pt x="0" y="36635"/>
                      <a:pt x="37575" y="2476"/>
                      <a:pt x="37575" y="2476"/>
                    </a:cubicBezTo>
                    <a:cubicBezTo>
                      <a:pt x="37575" y="2476"/>
                      <a:pt x="40513" y="0"/>
                      <a:pt x="40513" y="0"/>
                    </a:cubicBezTo>
                    <a:cubicBezTo>
                      <a:pt x="40513" y="0"/>
                      <a:pt x="43452" y="2476"/>
                      <a:pt x="43452" y="2476"/>
                    </a:cubicBezTo>
                    <a:cubicBezTo>
                      <a:pt x="43452" y="2476"/>
                      <a:pt x="80926" y="36544"/>
                      <a:pt x="80926" y="36544"/>
                    </a:cubicBezTo>
                    <a:close/>
                    <a:moveTo>
                      <a:pt x="27493" y="20208"/>
                    </a:moveTo>
                    <a:cubicBezTo>
                      <a:pt x="29901" y="24668"/>
                      <a:pt x="34940" y="27739"/>
                      <a:pt x="40774" y="27739"/>
                    </a:cubicBezTo>
                    <a:cubicBezTo>
                      <a:pt x="46476" y="27739"/>
                      <a:pt x="51413" y="24799"/>
                      <a:pt x="53884" y="20503"/>
                    </a:cubicBezTo>
                    <a:cubicBezTo>
                      <a:pt x="53884" y="20503"/>
                      <a:pt x="40525" y="8360"/>
                      <a:pt x="40525" y="8360"/>
                    </a:cubicBezTo>
                    <a:cubicBezTo>
                      <a:pt x="40525" y="8360"/>
                      <a:pt x="27493" y="20208"/>
                      <a:pt x="27493" y="20208"/>
                    </a:cubicBezTo>
                    <a:close/>
                  </a:path>
                </a:pathLst>
              </a:custGeom>
              <a:solidFill>
                <a:srgbClr val="3B434F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16" name="자유형: 도형 315">
                <a:extLst>
                  <a:ext uri="{FF2B5EF4-FFF2-40B4-BE49-F238E27FC236}">
                    <a16:creationId xmlns:a16="http://schemas.microsoft.com/office/drawing/2014/main" id="{E0903476-DE55-4FF4-B64D-B904B00C74D6}"/>
                  </a:ext>
                </a:extLst>
              </p:cNvPr>
              <p:cNvSpPr/>
              <p:nvPr/>
            </p:nvSpPr>
            <p:spPr>
              <a:xfrm>
                <a:off x="5115827" y="7947926"/>
                <a:ext cx="77582" cy="84899"/>
              </a:xfrm>
              <a:custGeom>
                <a:avLst/>
                <a:gdLst>
                  <a:gd name="connsiteX0" fmla="*/ 52274 w 77582"/>
                  <a:gd name="connsiteY0" fmla="*/ 155 h 84899"/>
                  <a:gd name="connsiteX1" fmla="*/ 52530 w 77582"/>
                  <a:gd name="connsiteY1" fmla="*/ 2064 h 84899"/>
                  <a:gd name="connsiteX2" fmla="*/ 51708 w 77582"/>
                  <a:gd name="connsiteY2" fmla="*/ 5415 h 84899"/>
                  <a:gd name="connsiteX3" fmla="*/ 51075 w 77582"/>
                  <a:gd name="connsiteY3" fmla="*/ 10479 h 84899"/>
                  <a:gd name="connsiteX4" fmla="*/ 51065 w 77582"/>
                  <a:gd name="connsiteY4" fmla="*/ 14681 h 84899"/>
                  <a:gd name="connsiteX5" fmla="*/ 51253 w 77582"/>
                  <a:gd name="connsiteY5" fmla="*/ 17094 h 84899"/>
                  <a:gd name="connsiteX6" fmla="*/ 51368 w 77582"/>
                  <a:gd name="connsiteY6" fmla="*/ 18066 h 84899"/>
                  <a:gd name="connsiteX7" fmla="*/ 51433 w 77582"/>
                  <a:gd name="connsiteY7" fmla="*/ 18331 h 84899"/>
                  <a:gd name="connsiteX8" fmla="*/ 51578 w 77582"/>
                  <a:gd name="connsiteY8" fmla="*/ 19545 h 84899"/>
                  <a:gd name="connsiteX9" fmla="*/ 51798 w 77582"/>
                  <a:gd name="connsiteY9" fmla="*/ 20659 h 84899"/>
                  <a:gd name="connsiteX10" fmla="*/ 52158 w 77582"/>
                  <a:gd name="connsiteY10" fmla="*/ 22437 h 84899"/>
                  <a:gd name="connsiteX11" fmla="*/ 52223 w 77582"/>
                  <a:gd name="connsiteY11" fmla="*/ 22877 h 84899"/>
                  <a:gd name="connsiteX12" fmla="*/ 52590 w 77582"/>
                  <a:gd name="connsiteY12" fmla="*/ 24261 h 84899"/>
                  <a:gd name="connsiteX13" fmla="*/ 52624 w 77582"/>
                  <a:gd name="connsiteY13" fmla="*/ 24532 h 84899"/>
                  <a:gd name="connsiteX14" fmla="*/ 53186 w 77582"/>
                  <a:gd name="connsiteY14" fmla="*/ 26540 h 84899"/>
                  <a:gd name="connsiteX15" fmla="*/ 54271 w 77582"/>
                  <a:gd name="connsiteY15" fmla="*/ 29733 h 84899"/>
                  <a:gd name="connsiteX16" fmla="*/ 55051 w 77582"/>
                  <a:gd name="connsiteY16" fmla="*/ 31884 h 84899"/>
                  <a:gd name="connsiteX17" fmla="*/ 56666 w 77582"/>
                  <a:gd name="connsiteY17" fmla="*/ 35622 h 84899"/>
                  <a:gd name="connsiteX18" fmla="*/ 57778 w 77582"/>
                  <a:gd name="connsiteY18" fmla="*/ 37838 h 84899"/>
                  <a:gd name="connsiteX19" fmla="*/ 61248 w 77582"/>
                  <a:gd name="connsiteY19" fmla="*/ 44175 h 84899"/>
                  <a:gd name="connsiteX20" fmla="*/ 62505 w 77582"/>
                  <a:gd name="connsiteY20" fmla="*/ 46136 h 84899"/>
                  <a:gd name="connsiteX21" fmla="*/ 63326 w 77582"/>
                  <a:gd name="connsiteY21" fmla="*/ 47466 h 84899"/>
                  <a:gd name="connsiteX22" fmla="*/ 63799 w 77582"/>
                  <a:gd name="connsiteY22" fmla="*/ 48121 h 84899"/>
                  <a:gd name="connsiteX23" fmla="*/ 64821 w 77582"/>
                  <a:gd name="connsiteY23" fmla="*/ 49682 h 84899"/>
                  <a:gd name="connsiteX24" fmla="*/ 65802 w 77582"/>
                  <a:gd name="connsiteY24" fmla="*/ 51017 h 84899"/>
                  <a:gd name="connsiteX25" fmla="*/ 66888 w 77582"/>
                  <a:gd name="connsiteY25" fmla="*/ 52568 h 84899"/>
                  <a:gd name="connsiteX26" fmla="*/ 68831 w 77582"/>
                  <a:gd name="connsiteY26" fmla="*/ 55124 h 84899"/>
                  <a:gd name="connsiteX27" fmla="*/ 70915 w 77582"/>
                  <a:gd name="connsiteY27" fmla="*/ 57674 h 84899"/>
                  <a:gd name="connsiteX28" fmla="*/ 75279 w 77582"/>
                  <a:gd name="connsiteY28" fmla="*/ 62699 h 84899"/>
                  <a:gd name="connsiteX29" fmla="*/ 76665 w 77582"/>
                  <a:gd name="connsiteY29" fmla="*/ 64147 h 84899"/>
                  <a:gd name="connsiteX30" fmla="*/ 77390 w 77582"/>
                  <a:gd name="connsiteY30" fmla="*/ 64867 h 84899"/>
                  <a:gd name="connsiteX31" fmla="*/ 77524 w 77582"/>
                  <a:gd name="connsiteY31" fmla="*/ 65253 h 84899"/>
                  <a:gd name="connsiteX32" fmla="*/ 77576 w 77582"/>
                  <a:gd name="connsiteY32" fmla="*/ 65885 h 84899"/>
                  <a:gd name="connsiteX33" fmla="*/ 77537 w 77582"/>
                  <a:gd name="connsiteY33" fmla="*/ 66878 h 84899"/>
                  <a:gd name="connsiteX34" fmla="*/ 77065 w 77582"/>
                  <a:gd name="connsiteY34" fmla="*/ 67967 h 84899"/>
                  <a:gd name="connsiteX35" fmla="*/ 76435 w 77582"/>
                  <a:gd name="connsiteY35" fmla="*/ 68629 h 84899"/>
                  <a:gd name="connsiteX36" fmla="*/ 76064 w 77582"/>
                  <a:gd name="connsiteY36" fmla="*/ 68960 h 84899"/>
                  <a:gd name="connsiteX37" fmla="*/ 74760 w 77582"/>
                  <a:gd name="connsiteY37" fmla="*/ 69607 h 84899"/>
                  <a:gd name="connsiteX38" fmla="*/ 73347 w 77582"/>
                  <a:gd name="connsiteY38" fmla="*/ 68962 h 84899"/>
                  <a:gd name="connsiteX39" fmla="*/ 71311 w 77582"/>
                  <a:gd name="connsiteY39" fmla="*/ 66944 h 84899"/>
                  <a:gd name="connsiteX40" fmla="*/ 70909 w 77582"/>
                  <a:gd name="connsiteY40" fmla="*/ 66582 h 84899"/>
                  <a:gd name="connsiteX41" fmla="*/ 68651 w 77582"/>
                  <a:gd name="connsiteY41" fmla="*/ 64220 h 84899"/>
                  <a:gd name="connsiteX42" fmla="*/ 68165 w 77582"/>
                  <a:gd name="connsiteY42" fmla="*/ 63756 h 84899"/>
                  <a:gd name="connsiteX43" fmla="*/ 66448 w 77582"/>
                  <a:gd name="connsiteY43" fmla="*/ 61892 h 84899"/>
                  <a:gd name="connsiteX44" fmla="*/ 62356 w 77582"/>
                  <a:gd name="connsiteY44" fmla="*/ 57044 h 84899"/>
                  <a:gd name="connsiteX45" fmla="*/ 61471 w 77582"/>
                  <a:gd name="connsiteY45" fmla="*/ 55971 h 84899"/>
                  <a:gd name="connsiteX46" fmla="*/ 55836 w 77582"/>
                  <a:gd name="connsiteY46" fmla="*/ 47780 h 84899"/>
                  <a:gd name="connsiteX47" fmla="*/ 54548 w 77582"/>
                  <a:gd name="connsiteY47" fmla="*/ 45649 h 84899"/>
                  <a:gd name="connsiteX48" fmla="*/ 51409 w 77582"/>
                  <a:gd name="connsiteY48" fmla="*/ 39378 h 84899"/>
                  <a:gd name="connsiteX49" fmla="*/ 51075 w 77582"/>
                  <a:gd name="connsiteY49" fmla="*/ 38513 h 84899"/>
                  <a:gd name="connsiteX50" fmla="*/ 49595 w 77582"/>
                  <a:gd name="connsiteY50" fmla="*/ 34739 h 84899"/>
                  <a:gd name="connsiteX51" fmla="*/ 48399 w 77582"/>
                  <a:gd name="connsiteY51" fmla="*/ 30851 h 84899"/>
                  <a:gd name="connsiteX52" fmla="*/ 48181 w 77582"/>
                  <a:gd name="connsiteY52" fmla="*/ 30011 h 84899"/>
                  <a:gd name="connsiteX53" fmla="*/ 48141 w 77582"/>
                  <a:gd name="connsiteY53" fmla="*/ 29712 h 84899"/>
                  <a:gd name="connsiteX54" fmla="*/ 47926 w 77582"/>
                  <a:gd name="connsiteY54" fmla="*/ 28800 h 84899"/>
                  <a:gd name="connsiteX55" fmla="*/ 47475 w 77582"/>
                  <a:gd name="connsiteY55" fmla="*/ 26615 h 84899"/>
                  <a:gd name="connsiteX56" fmla="*/ 47157 w 77582"/>
                  <a:gd name="connsiteY56" fmla="*/ 24541 h 84899"/>
                  <a:gd name="connsiteX57" fmla="*/ 47071 w 77582"/>
                  <a:gd name="connsiteY57" fmla="*/ 24161 h 84899"/>
                  <a:gd name="connsiteX58" fmla="*/ 46919 w 77582"/>
                  <a:gd name="connsiteY58" fmla="*/ 22819 h 84899"/>
                  <a:gd name="connsiteX59" fmla="*/ 46747 w 77582"/>
                  <a:gd name="connsiteY59" fmla="*/ 20491 h 84899"/>
                  <a:gd name="connsiteX60" fmla="*/ 46692 w 77582"/>
                  <a:gd name="connsiteY60" fmla="*/ 17592 h 84899"/>
                  <a:gd name="connsiteX61" fmla="*/ 46847 w 77582"/>
                  <a:gd name="connsiteY61" fmla="*/ 14706 h 84899"/>
                  <a:gd name="connsiteX62" fmla="*/ 48248 w 77582"/>
                  <a:gd name="connsiteY62" fmla="*/ 6676 h 84899"/>
                  <a:gd name="connsiteX63" fmla="*/ 49253 w 77582"/>
                  <a:gd name="connsiteY63" fmla="*/ 3721 h 84899"/>
                  <a:gd name="connsiteX64" fmla="*/ 50128 w 77582"/>
                  <a:gd name="connsiteY64" fmla="*/ 1699 h 84899"/>
                  <a:gd name="connsiteX65" fmla="*/ 50380 w 77582"/>
                  <a:gd name="connsiteY65" fmla="*/ 1240 h 84899"/>
                  <a:gd name="connsiteX66" fmla="*/ 51136 w 77582"/>
                  <a:gd name="connsiteY66" fmla="*/ 137 h 84899"/>
                  <a:gd name="connsiteX67" fmla="*/ 51913 w 77582"/>
                  <a:gd name="connsiteY67" fmla="*/ 20 h 84899"/>
                  <a:gd name="connsiteX68" fmla="*/ 52274 w 77582"/>
                  <a:gd name="connsiteY68" fmla="*/ 155 h 84899"/>
                  <a:gd name="connsiteX69" fmla="*/ 23925 w 77582"/>
                  <a:gd name="connsiteY69" fmla="*/ 19086 h 84899"/>
                  <a:gd name="connsiteX70" fmla="*/ 24534 w 77582"/>
                  <a:gd name="connsiteY70" fmla="*/ 20651 h 84899"/>
                  <a:gd name="connsiteX71" fmla="*/ 24736 w 77582"/>
                  <a:gd name="connsiteY71" fmla="*/ 22278 h 84899"/>
                  <a:gd name="connsiteX72" fmla="*/ 24946 w 77582"/>
                  <a:gd name="connsiteY72" fmla="*/ 23410 h 84899"/>
                  <a:gd name="connsiteX73" fmla="*/ 25094 w 77582"/>
                  <a:gd name="connsiteY73" fmla="*/ 24303 h 84899"/>
                  <a:gd name="connsiteX74" fmla="*/ 25279 w 77582"/>
                  <a:gd name="connsiteY74" fmla="*/ 25219 h 84899"/>
                  <a:gd name="connsiteX75" fmla="*/ 25467 w 77582"/>
                  <a:gd name="connsiteY75" fmla="*/ 26238 h 84899"/>
                  <a:gd name="connsiteX76" fmla="*/ 25682 w 77582"/>
                  <a:gd name="connsiteY76" fmla="*/ 27150 h 84899"/>
                  <a:gd name="connsiteX77" fmla="*/ 26434 w 77582"/>
                  <a:gd name="connsiteY77" fmla="*/ 29928 h 84899"/>
                  <a:gd name="connsiteX78" fmla="*/ 27385 w 77582"/>
                  <a:gd name="connsiteY78" fmla="*/ 32837 h 84899"/>
                  <a:gd name="connsiteX79" fmla="*/ 28859 w 77582"/>
                  <a:gd name="connsiteY79" fmla="*/ 36582 h 84899"/>
                  <a:gd name="connsiteX80" fmla="*/ 29730 w 77582"/>
                  <a:gd name="connsiteY80" fmla="*/ 38442 h 84899"/>
                  <a:gd name="connsiteX81" fmla="*/ 30402 w 77582"/>
                  <a:gd name="connsiteY81" fmla="*/ 39925 h 84899"/>
                  <a:gd name="connsiteX82" fmla="*/ 33629 w 77582"/>
                  <a:gd name="connsiteY82" fmla="*/ 45804 h 84899"/>
                  <a:gd name="connsiteX83" fmla="*/ 36578 w 77582"/>
                  <a:gd name="connsiteY83" fmla="*/ 50359 h 84899"/>
                  <a:gd name="connsiteX84" fmla="*/ 37561 w 77582"/>
                  <a:gd name="connsiteY84" fmla="*/ 51694 h 84899"/>
                  <a:gd name="connsiteX85" fmla="*/ 39903 w 77582"/>
                  <a:gd name="connsiteY85" fmla="*/ 54858 h 84899"/>
                  <a:gd name="connsiteX86" fmla="*/ 42291 w 77582"/>
                  <a:gd name="connsiteY86" fmla="*/ 57754 h 84899"/>
                  <a:gd name="connsiteX87" fmla="*/ 42685 w 77582"/>
                  <a:gd name="connsiteY87" fmla="*/ 58159 h 84899"/>
                  <a:gd name="connsiteX88" fmla="*/ 44020 w 77582"/>
                  <a:gd name="connsiteY88" fmla="*/ 59674 h 84899"/>
                  <a:gd name="connsiteX89" fmla="*/ 44708 w 77582"/>
                  <a:gd name="connsiteY89" fmla="*/ 60369 h 84899"/>
                  <a:gd name="connsiteX90" fmla="*/ 45202 w 77582"/>
                  <a:gd name="connsiteY90" fmla="*/ 62707 h 84899"/>
                  <a:gd name="connsiteX91" fmla="*/ 42659 w 77582"/>
                  <a:gd name="connsiteY91" fmla="*/ 64964 h 84899"/>
                  <a:gd name="connsiteX92" fmla="*/ 41620 w 77582"/>
                  <a:gd name="connsiteY92" fmla="*/ 65136 h 84899"/>
                  <a:gd name="connsiteX93" fmla="*/ 40536 w 77582"/>
                  <a:gd name="connsiteY93" fmla="*/ 64282 h 84899"/>
                  <a:gd name="connsiteX94" fmla="*/ 39380 w 77582"/>
                  <a:gd name="connsiteY94" fmla="*/ 63134 h 84899"/>
                  <a:gd name="connsiteX95" fmla="*/ 37285 w 77582"/>
                  <a:gd name="connsiteY95" fmla="*/ 60877 h 84899"/>
                  <a:gd name="connsiteX96" fmla="*/ 33264 w 77582"/>
                  <a:gd name="connsiteY96" fmla="*/ 55974 h 84899"/>
                  <a:gd name="connsiteX97" fmla="*/ 26231 w 77582"/>
                  <a:gd name="connsiteY97" fmla="*/ 44186 h 84899"/>
                  <a:gd name="connsiteX98" fmla="*/ 24239 w 77582"/>
                  <a:gd name="connsiteY98" fmla="*/ 39109 h 84899"/>
                  <a:gd name="connsiteX99" fmla="*/ 23691 w 77582"/>
                  <a:gd name="connsiteY99" fmla="*/ 37259 h 84899"/>
                  <a:gd name="connsiteX100" fmla="*/ 22992 w 77582"/>
                  <a:gd name="connsiteY100" fmla="*/ 34763 h 84899"/>
                  <a:gd name="connsiteX101" fmla="*/ 22947 w 77582"/>
                  <a:gd name="connsiteY101" fmla="*/ 34435 h 84899"/>
                  <a:gd name="connsiteX102" fmla="*/ 22799 w 77582"/>
                  <a:gd name="connsiteY102" fmla="*/ 33891 h 84899"/>
                  <a:gd name="connsiteX103" fmla="*/ 22729 w 77582"/>
                  <a:gd name="connsiteY103" fmla="*/ 33422 h 84899"/>
                  <a:gd name="connsiteX104" fmla="*/ 22539 w 77582"/>
                  <a:gd name="connsiteY104" fmla="*/ 32476 h 84899"/>
                  <a:gd name="connsiteX105" fmla="*/ 22385 w 77582"/>
                  <a:gd name="connsiteY105" fmla="*/ 31556 h 84899"/>
                  <a:gd name="connsiteX106" fmla="*/ 22257 w 77582"/>
                  <a:gd name="connsiteY106" fmla="*/ 30950 h 84899"/>
                  <a:gd name="connsiteX107" fmla="*/ 21995 w 77582"/>
                  <a:gd name="connsiteY107" fmla="*/ 28489 h 84899"/>
                  <a:gd name="connsiteX108" fmla="*/ 21917 w 77582"/>
                  <a:gd name="connsiteY108" fmla="*/ 27890 h 84899"/>
                  <a:gd name="connsiteX109" fmla="*/ 21814 w 77582"/>
                  <a:gd name="connsiteY109" fmla="*/ 25509 h 84899"/>
                  <a:gd name="connsiteX110" fmla="*/ 21872 w 77582"/>
                  <a:gd name="connsiteY110" fmla="*/ 22782 h 84899"/>
                  <a:gd name="connsiteX111" fmla="*/ 21982 w 77582"/>
                  <a:gd name="connsiteY111" fmla="*/ 21734 h 84899"/>
                  <a:gd name="connsiteX112" fmla="*/ 22134 w 77582"/>
                  <a:gd name="connsiteY112" fmla="*/ 20563 h 84899"/>
                  <a:gd name="connsiteX113" fmla="*/ 22247 w 77582"/>
                  <a:gd name="connsiteY113" fmla="*/ 19790 h 84899"/>
                  <a:gd name="connsiteX114" fmla="*/ 22862 w 77582"/>
                  <a:gd name="connsiteY114" fmla="*/ 19044 h 84899"/>
                  <a:gd name="connsiteX115" fmla="*/ 23564 w 77582"/>
                  <a:gd name="connsiteY115" fmla="*/ 18952 h 84899"/>
                  <a:gd name="connsiteX116" fmla="*/ 23925 w 77582"/>
                  <a:gd name="connsiteY116" fmla="*/ 19086 h 84899"/>
                  <a:gd name="connsiteX117" fmla="*/ 2263 w 77582"/>
                  <a:gd name="connsiteY117" fmla="*/ 23191 h 84899"/>
                  <a:gd name="connsiteX118" fmla="*/ 2780 w 77582"/>
                  <a:gd name="connsiteY118" fmla="*/ 24872 h 84899"/>
                  <a:gd name="connsiteX119" fmla="*/ 2904 w 77582"/>
                  <a:gd name="connsiteY119" fmla="*/ 27716 h 84899"/>
                  <a:gd name="connsiteX120" fmla="*/ 3160 w 77582"/>
                  <a:gd name="connsiteY120" fmla="*/ 29974 h 84899"/>
                  <a:gd name="connsiteX121" fmla="*/ 3309 w 77582"/>
                  <a:gd name="connsiteY121" fmla="*/ 30692 h 84899"/>
                  <a:gd name="connsiteX122" fmla="*/ 3558 w 77582"/>
                  <a:gd name="connsiteY122" fmla="*/ 32050 h 84899"/>
                  <a:gd name="connsiteX123" fmla="*/ 3598 w 77582"/>
                  <a:gd name="connsiteY123" fmla="*/ 32349 h 84899"/>
                  <a:gd name="connsiteX124" fmla="*/ 3772 w 77582"/>
                  <a:gd name="connsiteY124" fmla="*/ 33035 h 84899"/>
                  <a:gd name="connsiteX125" fmla="*/ 3827 w 77582"/>
                  <a:gd name="connsiteY125" fmla="*/ 33420 h 84899"/>
                  <a:gd name="connsiteX126" fmla="*/ 4259 w 77582"/>
                  <a:gd name="connsiteY126" fmla="*/ 35069 h 84899"/>
                  <a:gd name="connsiteX127" fmla="*/ 5562 w 77582"/>
                  <a:gd name="connsiteY127" fmla="*/ 38927 h 84899"/>
                  <a:gd name="connsiteX128" fmla="*/ 9651 w 77582"/>
                  <a:gd name="connsiteY128" fmla="*/ 47061 h 84899"/>
                  <a:gd name="connsiteX129" fmla="*/ 11307 w 77582"/>
                  <a:gd name="connsiteY129" fmla="*/ 49631 h 84899"/>
                  <a:gd name="connsiteX130" fmla="*/ 12058 w 77582"/>
                  <a:gd name="connsiteY130" fmla="*/ 50666 h 84899"/>
                  <a:gd name="connsiteX131" fmla="*/ 14215 w 77582"/>
                  <a:gd name="connsiteY131" fmla="*/ 53611 h 84899"/>
                  <a:gd name="connsiteX132" fmla="*/ 17497 w 77582"/>
                  <a:gd name="connsiteY132" fmla="*/ 57534 h 84899"/>
                  <a:gd name="connsiteX133" fmla="*/ 18701 w 77582"/>
                  <a:gd name="connsiteY133" fmla="*/ 58865 h 84899"/>
                  <a:gd name="connsiteX134" fmla="*/ 19784 w 77582"/>
                  <a:gd name="connsiteY134" fmla="*/ 59965 h 84899"/>
                  <a:gd name="connsiteX135" fmla="*/ 22049 w 77582"/>
                  <a:gd name="connsiteY135" fmla="*/ 62283 h 84899"/>
                  <a:gd name="connsiteX136" fmla="*/ 23369 w 77582"/>
                  <a:gd name="connsiteY136" fmla="*/ 63538 h 84899"/>
                  <a:gd name="connsiteX137" fmla="*/ 24833 w 77582"/>
                  <a:gd name="connsiteY137" fmla="*/ 64887 h 84899"/>
                  <a:gd name="connsiteX138" fmla="*/ 25170 w 77582"/>
                  <a:gd name="connsiteY138" fmla="*/ 65156 h 84899"/>
                  <a:gd name="connsiteX139" fmla="*/ 26724 w 77582"/>
                  <a:gd name="connsiteY139" fmla="*/ 66564 h 84899"/>
                  <a:gd name="connsiteX140" fmla="*/ 27363 w 77582"/>
                  <a:gd name="connsiteY140" fmla="*/ 67079 h 84899"/>
                  <a:gd name="connsiteX141" fmla="*/ 29618 w 77582"/>
                  <a:gd name="connsiteY141" fmla="*/ 68992 h 84899"/>
                  <a:gd name="connsiteX142" fmla="*/ 30238 w 77582"/>
                  <a:gd name="connsiteY142" fmla="*/ 69495 h 84899"/>
                  <a:gd name="connsiteX143" fmla="*/ 30456 w 77582"/>
                  <a:gd name="connsiteY143" fmla="*/ 69637 h 84899"/>
                  <a:gd name="connsiteX144" fmla="*/ 31287 w 77582"/>
                  <a:gd name="connsiteY144" fmla="*/ 70325 h 84899"/>
                  <a:gd name="connsiteX145" fmla="*/ 31522 w 77582"/>
                  <a:gd name="connsiteY145" fmla="*/ 70478 h 84899"/>
                  <a:gd name="connsiteX146" fmla="*/ 32890 w 77582"/>
                  <a:gd name="connsiteY146" fmla="*/ 71566 h 84899"/>
                  <a:gd name="connsiteX147" fmla="*/ 33199 w 77582"/>
                  <a:gd name="connsiteY147" fmla="*/ 71767 h 84899"/>
                  <a:gd name="connsiteX148" fmla="*/ 34984 w 77582"/>
                  <a:gd name="connsiteY148" fmla="*/ 73125 h 84899"/>
                  <a:gd name="connsiteX149" fmla="*/ 35662 w 77582"/>
                  <a:gd name="connsiteY149" fmla="*/ 73589 h 84899"/>
                  <a:gd name="connsiteX150" fmla="*/ 36139 w 77582"/>
                  <a:gd name="connsiteY150" fmla="*/ 73925 h 84899"/>
                  <a:gd name="connsiteX151" fmla="*/ 37432 w 77582"/>
                  <a:gd name="connsiteY151" fmla="*/ 74864 h 84899"/>
                  <a:gd name="connsiteX152" fmla="*/ 38182 w 77582"/>
                  <a:gd name="connsiteY152" fmla="*/ 75376 h 84899"/>
                  <a:gd name="connsiteX153" fmla="*/ 38787 w 77582"/>
                  <a:gd name="connsiteY153" fmla="*/ 75793 h 84899"/>
                  <a:gd name="connsiteX154" fmla="*/ 40203 w 77582"/>
                  <a:gd name="connsiteY154" fmla="*/ 76713 h 84899"/>
                  <a:gd name="connsiteX155" fmla="*/ 43517 w 77582"/>
                  <a:gd name="connsiteY155" fmla="*/ 78816 h 84899"/>
                  <a:gd name="connsiteX156" fmla="*/ 44981 w 77582"/>
                  <a:gd name="connsiteY156" fmla="*/ 79816 h 84899"/>
                  <a:gd name="connsiteX157" fmla="*/ 45324 w 77582"/>
                  <a:gd name="connsiteY157" fmla="*/ 80636 h 84899"/>
                  <a:gd name="connsiteX158" fmla="*/ 45444 w 77582"/>
                  <a:gd name="connsiteY158" fmla="*/ 82508 h 84899"/>
                  <a:gd name="connsiteX159" fmla="*/ 45204 w 77582"/>
                  <a:gd name="connsiteY159" fmla="*/ 83024 h 84899"/>
                  <a:gd name="connsiteX160" fmla="*/ 44497 w 77582"/>
                  <a:gd name="connsiteY160" fmla="*/ 84134 h 84899"/>
                  <a:gd name="connsiteX161" fmla="*/ 43732 w 77582"/>
                  <a:gd name="connsiteY161" fmla="*/ 84756 h 84899"/>
                  <a:gd name="connsiteX162" fmla="*/ 42361 w 77582"/>
                  <a:gd name="connsiteY162" fmla="*/ 84687 h 84899"/>
                  <a:gd name="connsiteX163" fmla="*/ 41875 w 77582"/>
                  <a:gd name="connsiteY163" fmla="*/ 84397 h 84899"/>
                  <a:gd name="connsiteX164" fmla="*/ 39597 w 77582"/>
                  <a:gd name="connsiteY164" fmla="*/ 83141 h 84899"/>
                  <a:gd name="connsiteX165" fmla="*/ 39166 w 77582"/>
                  <a:gd name="connsiteY165" fmla="*/ 82886 h 84899"/>
                  <a:gd name="connsiteX166" fmla="*/ 38391 w 77582"/>
                  <a:gd name="connsiteY166" fmla="*/ 82407 h 84899"/>
                  <a:gd name="connsiteX167" fmla="*/ 37528 w 77582"/>
                  <a:gd name="connsiteY167" fmla="*/ 81898 h 84899"/>
                  <a:gd name="connsiteX168" fmla="*/ 36721 w 77582"/>
                  <a:gd name="connsiteY168" fmla="*/ 81423 h 84899"/>
                  <a:gd name="connsiteX169" fmla="*/ 36431 w 77582"/>
                  <a:gd name="connsiteY169" fmla="*/ 81235 h 84899"/>
                  <a:gd name="connsiteX170" fmla="*/ 35624 w 77582"/>
                  <a:gd name="connsiteY170" fmla="*/ 80760 h 84899"/>
                  <a:gd name="connsiteX171" fmla="*/ 34571 w 77582"/>
                  <a:gd name="connsiteY171" fmla="*/ 80077 h 84899"/>
                  <a:gd name="connsiteX172" fmla="*/ 33412 w 77582"/>
                  <a:gd name="connsiteY172" fmla="*/ 79349 h 84899"/>
                  <a:gd name="connsiteX173" fmla="*/ 32481 w 77582"/>
                  <a:gd name="connsiteY173" fmla="*/ 78720 h 84899"/>
                  <a:gd name="connsiteX174" fmla="*/ 31864 w 77582"/>
                  <a:gd name="connsiteY174" fmla="*/ 78318 h 84899"/>
                  <a:gd name="connsiteX175" fmla="*/ 30636 w 77582"/>
                  <a:gd name="connsiteY175" fmla="*/ 77471 h 84899"/>
                  <a:gd name="connsiteX176" fmla="*/ 30019 w 77582"/>
                  <a:gd name="connsiteY176" fmla="*/ 77070 h 84899"/>
                  <a:gd name="connsiteX177" fmla="*/ 28909 w 77582"/>
                  <a:gd name="connsiteY177" fmla="*/ 76249 h 84899"/>
                  <a:gd name="connsiteX178" fmla="*/ 28491 w 77582"/>
                  <a:gd name="connsiteY178" fmla="*/ 75977 h 84899"/>
                  <a:gd name="connsiteX179" fmla="*/ 27688 w 77582"/>
                  <a:gd name="connsiteY179" fmla="*/ 75357 h 84899"/>
                  <a:gd name="connsiteX180" fmla="*/ 27326 w 77582"/>
                  <a:gd name="connsiteY180" fmla="*/ 75121 h 84899"/>
                  <a:gd name="connsiteX181" fmla="*/ 26704 w 77582"/>
                  <a:gd name="connsiteY181" fmla="*/ 74619 h 84899"/>
                  <a:gd name="connsiteX182" fmla="*/ 26414 w 77582"/>
                  <a:gd name="connsiteY182" fmla="*/ 74430 h 84899"/>
                  <a:gd name="connsiteX183" fmla="*/ 24463 w 77582"/>
                  <a:gd name="connsiteY183" fmla="*/ 72863 h 84899"/>
                  <a:gd name="connsiteX184" fmla="*/ 23943 w 77582"/>
                  <a:gd name="connsiteY184" fmla="*/ 72477 h 84899"/>
                  <a:gd name="connsiteX185" fmla="*/ 21569 w 77582"/>
                  <a:gd name="connsiteY185" fmla="*/ 70436 h 84899"/>
                  <a:gd name="connsiteX186" fmla="*/ 20984 w 77582"/>
                  <a:gd name="connsiteY186" fmla="*/ 69957 h 84899"/>
                  <a:gd name="connsiteX187" fmla="*/ 18916 w 77582"/>
                  <a:gd name="connsiteY187" fmla="*/ 68016 h 84899"/>
                  <a:gd name="connsiteX188" fmla="*/ 18616 w 77582"/>
                  <a:gd name="connsiteY188" fmla="*/ 67772 h 84899"/>
                  <a:gd name="connsiteX189" fmla="*/ 17670 w 77582"/>
                  <a:gd name="connsiteY189" fmla="*/ 66809 h 84899"/>
                  <a:gd name="connsiteX190" fmla="*/ 17268 w 77582"/>
                  <a:gd name="connsiteY190" fmla="*/ 66448 h 84899"/>
                  <a:gd name="connsiteX191" fmla="*/ 14210 w 77582"/>
                  <a:gd name="connsiteY191" fmla="*/ 63218 h 84899"/>
                  <a:gd name="connsiteX192" fmla="*/ 9482 w 77582"/>
                  <a:gd name="connsiteY192" fmla="*/ 57258 h 84899"/>
                  <a:gd name="connsiteX193" fmla="*/ 8538 w 77582"/>
                  <a:gd name="connsiteY193" fmla="*/ 55948 h 84899"/>
                  <a:gd name="connsiteX194" fmla="*/ 6982 w 77582"/>
                  <a:gd name="connsiteY194" fmla="*/ 53494 h 84899"/>
                  <a:gd name="connsiteX195" fmla="*/ 4834 w 77582"/>
                  <a:gd name="connsiteY195" fmla="*/ 49559 h 84899"/>
                  <a:gd name="connsiteX196" fmla="*/ 3571 w 77582"/>
                  <a:gd name="connsiteY196" fmla="*/ 46696 h 84899"/>
                  <a:gd name="connsiteX197" fmla="*/ 2635 w 77582"/>
                  <a:gd name="connsiteY197" fmla="*/ 44396 h 84899"/>
                  <a:gd name="connsiteX198" fmla="*/ 1855 w 77582"/>
                  <a:gd name="connsiteY198" fmla="*/ 42072 h 84899"/>
                  <a:gd name="connsiteX199" fmla="*/ 1190 w 77582"/>
                  <a:gd name="connsiteY199" fmla="*/ 39673 h 84899"/>
                  <a:gd name="connsiteX200" fmla="*/ 994 w 77582"/>
                  <a:gd name="connsiteY200" fmla="*/ 38699 h 84899"/>
                  <a:gd name="connsiteX201" fmla="*/ 541 w 77582"/>
                  <a:gd name="connsiteY201" fmla="*/ 36414 h 84899"/>
                  <a:gd name="connsiteX202" fmla="*/ 146 w 77582"/>
                  <a:gd name="connsiteY202" fmla="*/ 26548 h 84899"/>
                  <a:gd name="connsiteX203" fmla="*/ 523 w 77582"/>
                  <a:gd name="connsiteY203" fmla="*/ 24253 h 84899"/>
                  <a:gd name="connsiteX204" fmla="*/ 1154 w 77582"/>
                  <a:gd name="connsiteY204" fmla="*/ 23169 h 84899"/>
                  <a:gd name="connsiteX205" fmla="*/ 1902 w 77582"/>
                  <a:gd name="connsiteY205" fmla="*/ 23057 h 84899"/>
                  <a:gd name="connsiteX206" fmla="*/ 2263 w 77582"/>
                  <a:gd name="connsiteY206" fmla="*/ 23191 h 848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</a:cxnLst>
                <a:rect l="l" t="t" r="r" b="b"/>
                <a:pathLst>
                  <a:path w="77582" h="84899">
                    <a:moveTo>
                      <a:pt x="52274" y="155"/>
                    </a:moveTo>
                    <a:cubicBezTo>
                      <a:pt x="53163" y="756"/>
                      <a:pt x="52723" y="1313"/>
                      <a:pt x="52530" y="2064"/>
                    </a:cubicBezTo>
                    <a:cubicBezTo>
                      <a:pt x="52242" y="3185"/>
                      <a:pt x="51900" y="4295"/>
                      <a:pt x="51708" y="5415"/>
                    </a:cubicBezTo>
                    <a:cubicBezTo>
                      <a:pt x="51416" y="7110"/>
                      <a:pt x="51151" y="8807"/>
                      <a:pt x="51075" y="10479"/>
                    </a:cubicBezTo>
                    <a:cubicBezTo>
                      <a:pt x="51010" y="11886"/>
                      <a:pt x="51038" y="13288"/>
                      <a:pt x="51065" y="14681"/>
                    </a:cubicBezTo>
                    <a:cubicBezTo>
                      <a:pt x="51081" y="15485"/>
                      <a:pt x="51232" y="16288"/>
                      <a:pt x="51253" y="17094"/>
                    </a:cubicBezTo>
                    <a:cubicBezTo>
                      <a:pt x="51262" y="17416"/>
                      <a:pt x="51358" y="17737"/>
                      <a:pt x="51368" y="18066"/>
                    </a:cubicBezTo>
                    <a:cubicBezTo>
                      <a:pt x="51391" y="18154"/>
                      <a:pt x="51412" y="18243"/>
                      <a:pt x="51433" y="18331"/>
                    </a:cubicBezTo>
                    <a:cubicBezTo>
                      <a:pt x="51446" y="18743"/>
                      <a:pt x="51565" y="19135"/>
                      <a:pt x="51578" y="19545"/>
                    </a:cubicBezTo>
                    <a:cubicBezTo>
                      <a:pt x="51651" y="19917"/>
                      <a:pt x="51725" y="20289"/>
                      <a:pt x="51798" y="20659"/>
                    </a:cubicBezTo>
                    <a:cubicBezTo>
                      <a:pt x="51907" y="21249"/>
                      <a:pt x="51960" y="21863"/>
                      <a:pt x="52158" y="22437"/>
                    </a:cubicBezTo>
                    <a:cubicBezTo>
                      <a:pt x="52179" y="22583"/>
                      <a:pt x="52202" y="22730"/>
                      <a:pt x="52223" y="22877"/>
                    </a:cubicBezTo>
                    <a:cubicBezTo>
                      <a:pt x="52380" y="23334"/>
                      <a:pt x="52431" y="23804"/>
                      <a:pt x="52590" y="24261"/>
                    </a:cubicBezTo>
                    <a:cubicBezTo>
                      <a:pt x="52601" y="24351"/>
                      <a:pt x="52613" y="24442"/>
                      <a:pt x="52624" y="24532"/>
                    </a:cubicBezTo>
                    <a:cubicBezTo>
                      <a:pt x="52853" y="25191"/>
                      <a:pt x="52957" y="25885"/>
                      <a:pt x="53186" y="26540"/>
                    </a:cubicBezTo>
                    <a:cubicBezTo>
                      <a:pt x="53558" y="27605"/>
                      <a:pt x="53860" y="28673"/>
                      <a:pt x="54271" y="29733"/>
                    </a:cubicBezTo>
                    <a:cubicBezTo>
                      <a:pt x="54542" y="30437"/>
                      <a:pt x="54776" y="31175"/>
                      <a:pt x="55051" y="31884"/>
                    </a:cubicBezTo>
                    <a:cubicBezTo>
                      <a:pt x="55536" y="33144"/>
                      <a:pt x="56131" y="34375"/>
                      <a:pt x="56666" y="35622"/>
                    </a:cubicBezTo>
                    <a:cubicBezTo>
                      <a:pt x="56992" y="36381"/>
                      <a:pt x="57429" y="37083"/>
                      <a:pt x="57778" y="37838"/>
                    </a:cubicBezTo>
                    <a:cubicBezTo>
                      <a:pt x="58766" y="39976"/>
                      <a:pt x="60034" y="42078"/>
                      <a:pt x="61248" y="44175"/>
                    </a:cubicBezTo>
                    <a:cubicBezTo>
                      <a:pt x="61640" y="44852"/>
                      <a:pt x="62070" y="45475"/>
                      <a:pt x="62505" y="46136"/>
                    </a:cubicBezTo>
                    <a:cubicBezTo>
                      <a:pt x="62782" y="46559"/>
                      <a:pt x="63070" y="47031"/>
                      <a:pt x="63326" y="47466"/>
                    </a:cubicBezTo>
                    <a:cubicBezTo>
                      <a:pt x="63468" y="47707"/>
                      <a:pt x="63645" y="47888"/>
                      <a:pt x="63799" y="48121"/>
                    </a:cubicBezTo>
                    <a:cubicBezTo>
                      <a:pt x="64132" y="48628"/>
                      <a:pt x="64493" y="49173"/>
                      <a:pt x="64821" y="49682"/>
                    </a:cubicBezTo>
                    <a:cubicBezTo>
                      <a:pt x="65126" y="50155"/>
                      <a:pt x="65468" y="50558"/>
                      <a:pt x="65802" y="51017"/>
                    </a:cubicBezTo>
                    <a:cubicBezTo>
                      <a:pt x="66165" y="51513"/>
                      <a:pt x="66522" y="52070"/>
                      <a:pt x="66888" y="52568"/>
                    </a:cubicBezTo>
                    <a:cubicBezTo>
                      <a:pt x="67526" y="53433"/>
                      <a:pt x="68199" y="54270"/>
                      <a:pt x="68831" y="55124"/>
                    </a:cubicBezTo>
                    <a:cubicBezTo>
                      <a:pt x="69485" y="56013"/>
                      <a:pt x="70221" y="56799"/>
                      <a:pt x="70915" y="57674"/>
                    </a:cubicBezTo>
                    <a:cubicBezTo>
                      <a:pt x="72259" y="59369"/>
                      <a:pt x="73830" y="60996"/>
                      <a:pt x="75279" y="62699"/>
                    </a:cubicBezTo>
                    <a:cubicBezTo>
                      <a:pt x="75713" y="63209"/>
                      <a:pt x="76231" y="63654"/>
                      <a:pt x="76665" y="64147"/>
                    </a:cubicBezTo>
                    <a:cubicBezTo>
                      <a:pt x="76881" y="64393"/>
                      <a:pt x="77244" y="64608"/>
                      <a:pt x="77390" y="64867"/>
                    </a:cubicBezTo>
                    <a:cubicBezTo>
                      <a:pt x="77449" y="64971"/>
                      <a:pt x="77483" y="65133"/>
                      <a:pt x="77524" y="65253"/>
                    </a:cubicBezTo>
                    <a:cubicBezTo>
                      <a:pt x="77592" y="65445"/>
                      <a:pt x="77574" y="65681"/>
                      <a:pt x="77576" y="65885"/>
                    </a:cubicBezTo>
                    <a:cubicBezTo>
                      <a:pt x="77582" y="66209"/>
                      <a:pt x="77599" y="66539"/>
                      <a:pt x="77537" y="66878"/>
                    </a:cubicBezTo>
                    <a:cubicBezTo>
                      <a:pt x="77472" y="67231"/>
                      <a:pt x="77225" y="67618"/>
                      <a:pt x="77065" y="67967"/>
                    </a:cubicBezTo>
                    <a:cubicBezTo>
                      <a:pt x="76937" y="68247"/>
                      <a:pt x="76617" y="68492"/>
                      <a:pt x="76435" y="68629"/>
                    </a:cubicBezTo>
                    <a:cubicBezTo>
                      <a:pt x="76284" y="68743"/>
                      <a:pt x="76220" y="68849"/>
                      <a:pt x="76064" y="68960"/>
                    </a:cubicBezTo>
                    <a:cubicBezTo>
                      <a:pt x="75661" y="69249"/>
                      <a:pt x="75204" y="69486"/>
                      <a:pt x="74760" y="69607"/>
                    </a:cubicBezTo>
                    <a:cubicBezTo>
                      <a:pt x="74302" y="69732"/>
                      <a:pt x="73710" y="69357"/>
                      <a:pt x="73347" y="68962"/>
                    </a:cubicBezTo>
                    <a:cubicBezTo>
                      <a:pt x="72713" y="68271"/>
                      <a:pt x="71920" y="67636"/>
                      <a:pt x="71311" y="66944"/>
                    </a:cubicBezTo>
                    <a:cubicBezTo>
                      <a:pt x="71183" y="66796"/>
                      <a:pt x="71038" y="66730"/>
                      <a:pt x="70909" y="66582"/>
                    </a:cubicBezTo>
                    <a:cubicBezTo>
                      <a:pt x="70207" y="65775"/>
                      <a:pt x="69345" y="65015"/>
                      <a:pt x="68651" y="64220"/>
                    </a:cubicBezTo>
                    <a:cubicBezTo>
                      <a:pt x="68493" y="64039"/>
                      <a:pt x="68320" y="63937"/>
                      <a:pt x="68165" y="63756"/>
                    </a:cubicBezTo>
                    <a:cubicBezTo>
                      <a:pt x="67627" y="63117"/>
                      <a:pt x="66995" y="62542"/>
                      <a:pt x="66448" y="61892"/>
                    </a:cubicBezTo>
                    <a:cubicBezTo>
                      <a:pt x="65076" y="60261"/>
                      <a:pt x="63597" y="58686"/>
                      <a:pt x="62356" y="57044"/>
                    </a:cubicBezTo>
                    <a:cubicBezTo>
                      <a:pt x="62066" y="56660"/>
                      <a:pt x="61755" y="56356"/>
                      <a:pt x="61471" y="55971"/>
                    </a:cubicBezTo>
                    <a:cubicBezTo>
                      <a:pt x="59462" y="53243"/>
                      <a:pt x="57446" y="50560"/>
                      <a:pt x="55836" y="47780"/>
                    </a:cubicBezTo>
                    <a:cubicBezTo>
                      <a:pt x="55413" y="47049"/>
                      <a:pt x="54944" y="46384"/>
                      <a:pt x="54548" y="45649"/>
                    </a:cubicBezTo>
                    <a:cubicBezTo>
                      <a:pt x="53422" y="43565"/>
                      <a:pt x="52373" y="41481"/>
                      <a:pt x="51409" y="39378"/>
                    </a:cubicBezTo>
                    <a:cubicBezTo>
                      <a:pt x="51283" y="39102"/>
                      <a:pt x="51191" y="38793"/>
                      <a:pt x="51075" y="38513"/>
                    </a:cubicBezTo>
                    <a:cubicBezTo>
                      <a:pt x="50547" y="37251"/>
                      <a:pt x="50070" y="36004"/>
                      <a:pt x="49595" y="34739"/>
                    </a:cubicBezTo>
                    <a:cubicBezTo>
                      <a:pt x="49118" y="33463"/>
                      <a:pt x="48846" y="32130"/>
                      <a:pt x="48399" y="30851"/>
                    </a:cubicBezTo>
                    <a:cubicBezTo>
                      <a:pt x="48306" y="30580"/>
                      <a:pt x="48276" y="30288"/>
                      <a:pt x="48181" y="30011"/>
                    </a:cubicBezTo>
                    <a:cubicBezTo>
                      <a:pt x="48168" y="29911"/>
                      <a:pt x="48154" y="29812"/>
                      <a:pt x="48141" y="29712"/>
                    </a:cubicBezTo>
                    <a:cubicBezTo>
                      <a:pt x="48038" y="29412"/>
                      <a:pt x="48027" y="29092"/>
                      <a:pt x="47926" y="28800"/>
                    </a:cubicBezTo>
                    <a:cubicBezTo>
                      <a:pt x="47683" y="28097"/>
                      <a:pt x="47608" y="27337"/>
                      <a:pt x="47475" y="26615"/>
                    </a:cubicBezTo>
                    <a:cubicBezTo>
                      <a:pt x="47350" y="25934"/>
                      <a:pt x="47179" y="25236"/>
                      <a:pt x="47157" y="24541"/>
                    </a:cubicBezTo>
                    <a:cubicBezTo>
                      <a:pt x="47129" y="24415"/>
                      <a:pt x="47099" y="24289"/>
                      <a:pt x="47071" y="24161"/>
                    </a:cubicBezTo>
                    <a:cubicBezTo>
                      <a:pt x="47057" y="23710"/>
                      <a:pt x="46932" y="23264"/>
                      <a:pt x="46919" y="22819"/>
                    </a:cubicBezTo>
                    <a:cubicBezTo>
                      <a:pt x="46898" y="22042"/>
                      <a:pt x="46762" y="21267"/>
                      <a:pt x="46747" y="20491"/>
                    </a:cubicBezTo>
                    <a:cubicBezTo>
                      <a:pt x="46727" y="19525"/>
                      <a:pt x="46686" y="18557"/>
                      <a:pt x="46692" y="17592"/>
                    </a:cubicBezTo>
                    <a:cubicBezTo>
                      <a:pt x="46699" y="16625"/>
                      <a:pt x="46786" y="15681"/>
                      <a:pt x="46847" y="14706"/>
                    </a:cubicBezTo>
                    <a:cubicBezTo>
                      <a:pt x="47014" y="12065"/>
                      <a:pt x="47545" y="9411"/>
                      <a:pt x="48248" y="6676"/>
                    </a:cubicBezTo>
                    <a:cubicBezTo>
                      <a:pt x="48501" y="5685"/>
                      <a:pt x="48910" y="4714"/>
                      <a:pt x="49253" y="3721"/>
                    </a:cubicBezTo>
                    <a:cubicBezTo>
                      <a:pt x="49491" y="3036"/>
                      <a:pt x="49863" y="2376"/>
                      <a:pt x="50128" y="1699"/>
                    </a:cubicBezTo>
                    <a:cubicBezTo>
                      <a:pt x="50197" y="1522"/>
                      <a:pt x="50305" y="1418"/>
                      <a:pt x="50380" y="1240"/>
                    </a:cubicBezTo>
                    <a:cubicBezTo>
                      <a:pt x="50538" y="858"/>
                      <a:pt x="50748" y="388"/>
                      <a:pt x="51136" y="137"/>
                    </a:cubicBezTo>
                    <a:cubicBezTo>
                      <a:pt x="51310" y="25"/>
                      <a:pt x="51709" y="-34"/>
                      <a:pt x="51913" y="20"/>
                    </a:cubicBezTo>
                    <a:cubicBezTo>
                      <a:pt x="52056" y="59"/>
                      <a:pt x="52147" y="159"/>
                      <a:pt x="52274" y="155"/>
                    </a:cubicBezTo>
                    <a:close/>
                    <a:moveTo>
                      <a:pt x="23925" y="19086"/>
                    </a:moveTo>
                    <a:cubicBezTo>
                      <a:pt x="24568" y="19510"/>
                      <a:pt x="24518" y="20130"/>
                      <a:pt x="24534" y="20651"/>
                    </a:cubicBezTo>
                    <a:cubicBezTo>
                      <a:pt x="24549" y="21193"/>
                      <a:pt x="24721" y="21733"/>
                      <a:pt x="24736" y="22278"/>
                    </a:cubicBezTo>
                    <a:cubicBezTo>
                      <a:pt x="24806" y="22656"/>
                      <a:pt x="24876" y="23033"/>
                      <a:pt x="24946" y="23410"/>
                    </a:cubicBezTo>
                    <a:cubicBezTo>
                      <a:pt x="24954" y="23715"/>
                      <a:pt x="25039" y="24004"/>
                      <a:pt x="25094" y="24303"/>
                    </a:cubicBezTo>
                    <a:cubicBezTo>
                      <a:pt x="25151" y="24609"/>
                      <a:pt x="25175" y="24918"/>
                      <a:pt x="25279" y="25219"/>
                    </a:cubicBezTo>
                    <a:cubicBezTo>
                      <a:pt x="25341" y="25559"/>
                      <a:pt x="25403" y="25898"/>
                      <a:pt x="25467" y="26238"/>
                    </a:cubicBezTo>
                    <a:cubicBezTo>
                      <a:pt x="25569" y="26536"/>
                      <a:pt x="25582" y="26855"/>
                      <a:pt x="25682" y="27150"/>
                    </a:cubicBezTo>
                    <a:cubicBezTo>
                      <a:pt x="25996" y="28058"/>
                      <a:pt x="26115" y="29022"/>
                      <a:pt x="26434" y="29928"/>
                    </a:cubicBezTo>
                    <a:cubicBezTo>
                      <a:pt x="26772" y="30889"/>
                      <a:pt x="27019" y="31884"/>
                      <a:pt x="27385" y="32837"/>
                    </a:cubicBezTo>
                    <a:cubicBezTo>
                      <a:pt x="27867" y="34085"/>
                      <a:pt x="28337" y="35341"/>
                      <a:pt x="28859" y="36582"/>
                    </a:cubicBezTo>
                    <a:cubicBezTo>
                      <a:pt x="29127" y="37217"/>
                      <a:pt x="29445" y="37810"/>
                      <a:pt x="29730" y="38442"/>
                    </a:cubicBezTo>
                    <a:cubicBezTo>
                      <a:pt x="29948" y="38926"/>
                      <a:pt x="30155" y="39452"/>
                      <a:pt x="30402" y="39925"/>
                    </a:cubicBezTo>
                    <a:cubicBezTo>
                      <a:pt x="31433" y="41888"/>
                      <a:pt x="32496" y="43848"/>
                      <a:pt x="33629" y="45804"/>
                    </a:cubicBezTo>
                    <a:cubicBezTo>
                      <a:pt x="34525" y="47354"/>
                      <a:pt x="35596" y="48832"/>
                      <a:pt x="36578" y="50359"/>
                    </a:cubicBezTo>
                    <a:cubicBezTo>
                      <a:pt x="36881" y="50831"/>
                      <a:pt x="37224" y="51236"/>
                      <a:pt x="37561" y="51694"/>
                    </a:cubicBezTo>
                    <a:cubicBezTo>
                      <a:pt x="38318" y="52729"/>
                      <a:pt x="39125" y="53806"/>
                      <a:pt x="39903" y="54858"/>
                    </a:cubicBezTo>
                    <a:cubicBezTo>
                      <a:pt x="40636" y="55853"/>
                      <a:pt x="41518" y="56781"/>
                      <a:pt x="42291" y="57754"/>
                    </a:cubicBezTo>
                    <a:cubicBezTo>
                      <a:pt x="42417" y="57914"/>
                      <a:pt x="42563" y="58000"/>
                      <a:pt x="42685" y="58159"/>
                    </a:cubicBezTo>
                    <a:cubicBezTo>
                      <a:pt x="43077" y="58673"/>
                      <a:pt x="43589" y="59169"/>
                      <a:pt x="44020" y="59674"/>
                    </a:cubicBezTo>
                    <a:cubicBezTo>
                      <a:pt x="44237" y="59928"/>
                      <a:pt x="44511" y="60104"/>
                      <a:pt x="44708" y="60369"/>
                    </a:cubicBezTo>
                    <a:cubicBezTo>
                      <a:pt x="45138" y="60950"/>
                      <a:pt x="45407" y="62032"/>
                      <a:pt x="45202" y="62707"/>
                    </a:cubicBezTo>
                    <a:cubicBezTo>
                      <a:pt x="44847" y="63877"/>
                      <a:pt x="43605" y="64663"/>
                      <a:pt x="42659" y="64964"/>
                    </a:cubicBezTo>
                    <a:cubicBezTo>
                      <a:pt x="42375" y="65056"/>
                      <a:pt x="41930" y="65221"/>
                      <a:pt x="41620" y="65136"/>
                    </a:cubicBezTo>
                    <a:cubicBezTo>
                      <a:pt x="41132" y="65003"/>
                      <a:pt x="40820" y="64608"/>
                      <a:pt x="40536" y="64282"/>
                    </a:cubicBezTo>
                    <a:cubicBezTo>
                      <a:pt x="40166" y="63860"/>
                      <a:pt x="39737" y="63554"/>
                      <a:pt x="39380" y="63134"/>
                    </a:cubicBezTo>
                    <a:cubicBezTo>
                      <a:pt x="38720" y="62355"/>
                      <a:pt x="37945" y="61660"/>
                      <a:pt x="37285" y="60877"/>
                    </a:cubicBezTo>
                    <a:cubicBezTo>
                      <a:pt x="35904" y="59234"/>
                      <a:pt x="34490" y="57646"/>
                      <a:pt x="33264" y="55974"/>
                    </a:cubicBezTo>
                    <a:cubicBezTo>
                      <a:pt x="30425" y="52105"/>
                      <a:pt x="28068" y="48200"/>
                      <a:pt x="26231" y="44186"/>
                    </a:cubicBezTo>
                    <a:cubicBezTo>
                      <a:pt x="25468" y="42521"/>
                      <a:pt x="24854" y="40803"/>
                      <a:pt x="24239" y="39109"/>
                    </a:cubicBezTo>
                    <a:cubicBezTo>
                      <a:pt x="24021" y="38506"/>
                      <a:pt x="23901" y="37860"/>
                      <a:pt x="23691" y="37259"/>
                    </a:cubicBezTo>
                    <a:cubicBezTo>
                      <a:pt x="23403" y="36434"/>
                      <a:pt x="23275" y="35583"/>
                      <a:pt x="22992" y="34763"/>
                    </a:cubicBezTo>
                    <a:cubicBezTo>
                      <a:pt x="22976" y="34654"/>
                      <a:pt x="22962" y="34545"/>
                      <a:pt x="22947" y="34435"/>
                    </a:cubicBezTo>
                    <a:cubicBezTo>
                      <a:pt x="22901" y="34252"/>
                      <a:pt x="22833" y="34075"/>
                      <a:pt x="22799" y="33891"/>
                    </a:cubicBezTo>
                    <a:cubicBezTo>
                      <a:pt x="22775" y="33735"/>
                      <a:pt x="22751" y="33578"/>
                      <a:pt x="22729" y="33422"/>
                    </a:cubicBezTo>
                    <a:cubicBezTo>
                      <a:pt x="22621" y="33112"/>
                      <a:pt x="22597" y="32793"/>
                      <a:pt x="22539" y="32476"/>
                    </a:cubicBezTo>
                    <a:cubicBezTo>
                      <a:pt x="22482" y="32170"/>
                      <a:pt x="22395" y="31870"/>
                      <a:pt x="22385" y="31556"/>
                    </a:cubicBezTo>
                    <a:cubicBezTo>
                      <a:pt x="22342" y="31354"/>
                      <a:pt x="22300" y="31152"/>
                      <a:pt x="22257" y="30950"/>
                    </a:cubicBezTo>
                    <a:cubicBezTo>
                      <a:pt x="22232" y="30126"/>
                      <a:pt x="22014" y="29319"/>
                      <a:pt x="21995" y="28489"/>
                    </a:cubicBezTo>
                    <a:cubicBezTo>
                      <a:pt x="21991" y="28293"/>
                      <a:pt x="21923" y="28086"/>
                      <a:pt x="21917" y="27890"/>
                    </a:cubicBezTo>
                    <a:cubicBezTo>
                      <a:pt x="21896" y="27097"/>
                      <a:pt x="21810" y="26302"/>
                      <a:pt x="21814" y="25509"/>
                    </a:cubicBezTo>
                    <a:cubicBezTo>
                      <a:pt x="21818" y="24606"/>
                      <a:pt x="21810" y="23687"/>
                      <a:pt x="21872" y="22782"/>
                    </a:cubicBezTo>
                    <a:cubicBezTo>
                      <a:pt x="21896" y="22426"/>
                      <a:pt x="21964" y="22090"/>
                      <a:pt x="21982" y="21734"/>
                    </a:cubicBezTo>
                    <a:cubicBezTo>
                      <a:pt x="22001" y="21343"/>
                      <a:pt x="22077" y="20967"/>
                      <a:pt x="22134" y="20563"/>
                    </a:cubicBezTo>
                    <a:cubicBezTo>
                      <a:pt x="22168" y="20323"/>
                      <a:pt x="22168" y="20032"/>
                      <a:pt x="22247" y="19790"/>
                    </a:cubicBezTo>
                    <a:cubicBezTo>
                      <a:pt x="22328" y="19543"/>
                      <a:pt x="22605" y="19146"/>
                      <a:pt x="22862" y="19044"/>
                    </a:cubicBezTo>
                    <a:cubicBezTo>
                      <a:pt x="23036" y="18974"/>
                      <a:pt x="23373" y="18905"/>
                      <a:pt x="23564" y="18952"/>
                    </a:cubicBezTo>
                    <a:cubicBezTo>
                      <a:pt x="23707" y="18989"/>
                      <a:pt x="23796" y="19090"/>
                      <a:pt x="23925" y="19086"/>
                    </a:cubicBezTo>
                    <a:close/>
                    <a:moveTo>
                      <a:pt x="2263" y="23191"/>
                    </a:moveTo>
                    <a:cubicBezTo>
                      <a:pt x="2985" y="23674"/>
                      <a:pt x="2785" y="24281"/>
                      <a:pt x="2780" y="24872"/>
                    </a:cubicBezTo>
                    <a:cubicBezTo>
                      <a:pt x="2772" y="25822"/>
                      <a:pt x="2877" y="26770"/>
                      <a:pt x="2904" y="27716"/>
                    </a:cubicBezTo>
                    <a:cubicBezTo>
                      <a:pt x="2925" y="28469"/>
                      <a:pt x="3138" y="29219"/>
                      <a:pt x="3160" y="29974"/>
                    </a:cubicBezTo>
                    <a:cubicBezTo>
                      <a:pt x="3210" y="30214"/>
                      <a:pt x="3260" y="30453"/>
                      <a:pt x="3309" y="30692"/>
                    </a:cubicBezTo>
                    <a:cubicBezTo>
                      <a:pt x="3322" y="31111"/>
                      <a:pt x="3421" y="31650"/>
                      <a:pt x="3558" y="32050"/>
                    </a:cubicBezTo>
                    <a:cubicBezTo>
                      <a:pt x="3571" y="32149"/>
                      <a:pt x="3585" y="32250"/>
                      <a:pt x="3598" y="32349"/>
                    </a:cubicBezTo>
                    <a:cubicBezTo>
                      <a:pt x="3640" y="32581"/>
                      <a:pt x="3694" y="32808"/>
                      <a:pt x="3772" y="33035"/>
                    </a:cubicBezTo>
                    <a:cubicBezTo>
                      <a:pt x="3790" y="33164"/>
                      <a:pt x="3809" y="33291"/>
                      <a:pt x="3827" y="33420"/>
                    </a:cubicBezTo>
                    <a:cubicBezTo>
                      <a:pt x="4013" y="33958"/>
                      <a:pt x="4071" y="34536"/>
                      <a:pt x="4259" y="35069"/>
                    </a:cubicBezTo>
                    <a:cubicBezTo>
                      <a:pt x="4709" y="36347"/>
                      <a:pt x="5069" y="37652"/>
                      <a:pt x="5562" y="38927"/>
                    </a:cubicBezTo>
                    <a:cubicBezTo>
                      <a:pt x="6629" y="41692"/>
                      <a:pt x="8093" y="44371"/>
                      <a:pt x="9651" y="47061"/>
                    </a:cubicBezTo>
                    <a:cubicBezTo>
                      <a:pt x="10159" y="47940"/>
                      <a:pt x="10793" y="48757"/>
                      <a:pt x="11307" y="49631"/>
                    </a:cubicBezTo>
                    <a:cubicBezTo>
                      <a:pt x="11527" y="50003"/>
                      <a:pt x="11814" y="50305"/>
                      <a:pt x="12058" y="50666"/>
                    </a:cubicBezTo>
                    <a:cubicBezTo>
                      <a:pt x="12722" y="51650"/>
                      <a:pt x="13493" y="52634"/>
                      <a:pt x="14215" y="53611"/>
                    </a:cubicBezTo>
                    <a:cubicBezTo>
                      <a:pt x="15215" y="54962"/>
                      <a:pt x="16434" y="56194"/>
                      <a:pt x="17497" y="57534"/>
                    </a:cubicBezTo>
                    <a:cubicBezTo>
                      <a:pt x="17870" y="58004"/>
                      <a:pt x="18340" y="58412"/>
                      <a:pt x="18701" y="58865"/>
                    </a:cubicBezTo>
                    <a:cubicBezTo>
                      <a:pt x="19023" y="59266"/>
                      <a:pt x="19440" y="59569"/>
                      <a:pt x="19784" y="59965"/>
                    </a:cubicBezTo>
                    <a:cubicBezTo>
                      <a:pt x="20466" y="60752"/>
                      <a:pt x="21326" y="61501"/>
                      <a:pt x="22049" y="62283"/>
                    </a:cubicBezTo>
                    <a:cubicBezTo>
                      <a:pt x="22467" y="62736"/>
                      <a:pt x="22964" y="63102"/>
                      <a:pt x="23369" y="63538"/>
                    </a:cubicBezTo>
                    <a:cubicBezTo>
                      <a:pt x="23820" y="64027"/>
                      <a:pt x="24388" y="64417"/>
                      <a:pt x="24833" y="64887"/>
                    </a:cubicBezTo>
                    <a:cubicBezTo>
                      <a:pt x="24944" y="64977"/>
                      <a:pt x="25058" y="65067"/>
                      <a:pt x="25170" y="65156"/>
                    </a:cubicBezTo>
                    <a:cubicBezTo>
                      <a:pt x="25623" y="65645"/>
                      <a:pt x="26257" y="66077"/>
                      <a:pt x="26724" y="66564"/>
                    </a:cubicBezTo>
                    <a:cubicBezTo>
                      <a:pt x="26924" y="66773"/>
                      <a:pt x="27160" y="66871"/>
                      <a:pt x="27363" y="67079"/>
                    </a:cubicBezTo>
                    <a:cubicBezTo>
                      <a:pt x="28018" y="67757"/>
                      <a:pt x="28944" y="68307"/>
                      <a:pt x="29618" y="68992"/>
                    </a:cubicBezTo>
                    <a:cubicBezTo>
                      <a:pt x="29811" y="69187"/>
                      <a:pt x="30067" y="69320"/>
                      <a:pt x="30238" y="69495"/>
                    </a:cubicBezTo>
                    <a:cubicBezTo>
                      <a:pt x="30310" y="69541"/>
                      <a:pt x="30384" y="69589"/>
                      <a:pt x="30456" y="69637"/>
                    </a:cubicBezTo>
                    <a:cubicBezTo>
                      <a:pt x="30688" y="69872"/>
                      <a:pt x="31051" y="70087"/>
                      <a:pt x="31287" y="70325"/>
                    </a:cubicBezTo>
                    <a:cubicBezTo>
                      <a:pt x="31365" y="70375"/>
                      <a:pt x="31444" y="70427"/>
                      <a:pt x="31522" y="70478"/>
                    </a:cubicBezTo>
                    <a:cubicBezTo>
                      <a:pt x="31907" y="70867"/>
                      <a:pt x="32502" y="71175"/>
                      <a:pt x="32890" y="71566"/>
                    </a:cubicBezTo>
                    <a:cubicBezTo>
                      <a:pt x="32993" y="71633"/>
                      <a:pt x="33097" y="71700"/>
                      <a:pt x="33199" y="71767"/>
                    </a:cubicBezTo>
                    <a:cubicBezTo>
                      <a:pt x="33696" y="72265"/>
                      <a:pt x="34481" y="72622"/>
                      <a:pt x="34984" y="73125"/>
                    </a:cubicBezTo>
                    <a:cubicBezTo>
                      <a:pt x="35211" y="73281"/>
                      <a:pt x="35436" y="73435"/>
                      <a:pt x="35662" y="73589"/>
                    </a:cubicBezTo>
                    <a:cubicBezTo>
                      <a:pt x="35773" y="73700"/>
                      <a:pt x="36011" y="73795"/>
                      <a:pt x="36139" y="73925"/>
                    </a:cubicBezTo>
                    <a:cubicBezTo>
                      <a:pt x="36482" y="74268"/>
                      <a:pt x="37060" y="74537"/>
                      <a:pt x="37432" y="74864"/>
                    </a:cubicBezTo>
                    <a:cubicBezTo>
                      <a:pt x="37651" y="75057"/>
                      <a:pt x="37997" y="75191"/>
                      <a:pt x="38182" y="75376"/>
                    </a:cubicBezTo>
                    <a:cubicBezTo>
                      <a:pt x="38345" y="75539"/>
                      <a:pt x="38643" y="75649"/>
                      <a:pt x="38787" y="75793"/>
                    </a:cubicBezTo>
                    <a:cubicBezTo>
                      <a:pt x="39258" y="76101"/>
                      <a:pt x="39731" y="76407"/>
                      <a:pt x="40203" y="76713"/>
                    </a:cubicBezTo>
                    <a:cubicBezTo>
                      <a:pt x="41321" y="77439"/>
                      <a:pt x="42436" y="78120"/>
                      <a:pt x="43517" y="78816"/>
                    </a:cubicBezTo>
                    <a:cubicBezTo>
                      <a:pt x="44030" y="79146"/>
                      <a:pt x="44666" y="79405"/>
                      <a:pt x="44981" y="79816"/>
                    </a:cubicBezTo>
                    <a:cubicBezTo>
                      <a:pt x="45158" y="80049"/>
                      <a:pt x="45230" y="80383"/>
                      <a:pt x="45324" y="80636"/>
                    </a:cubicBezTo>
                    <a:cubicBezTo>
                      <a:pt x="45535" y="81208"/>
                      <a:pt x="45621" y="81886"/>
                      <a:pt x="45444" y="82508"/>
                    </a:cubicBezTo>
                    <a:cubicBezTo>
                      <a:pt x="45390" y="82697"/>
                      <a:pt x="45281" y="82826"/>
                      <a:pt x="45204" y="83024"/>
                    </a:cubicBezTo>
                    <a:cubicBezTo>
                      <a:pt x="45079" y="83342"/>
                      <a:pt x="44869" y="83835"/>
                      <a:pt x="44497" y="84134"/>
                    </a:cubicBezTo>
                    <a:cubicBezTo>
                      <a:pt x="44253" y="84327"/>
                      <a:pt x="44001" y="84588"/>
                      <a:pt x="43732" y="84756"/>
                    </a:cubicBezTo>
                    <a:cubicBezTo>
                      <a:pt x="43318" y="85016"/>
                      <a:pt x="42866" y="84877"/>
                      <a:pt x="42361" y="84687"/>
                    </a:cubicBezTo>
                    <a:cubicBezTo>
                      <a:pt x="42198" y="84590"/>
                      <a:pt x="42036" y="84494"/>
                      <a:pt x="41875" y="84397"/>
                    </a:cubicBezTo>
                    <a:cubicBezTo>
                      <a:pt x="41099" y="84095"/>
                      <a:pt x="40376" y="83446"/>
                      <a:pt x="39597" y="83141"/>
                    </a:cubicBezTo>
                    <a:cubicBezTo>
                      <a:pt x="39447" y="83082"/>
                      <a:pt x="39290" y="82935"/>
                      <a:pt x="39166" y="82886"/>
                    </a:cubicBezTo>
                    <a:cubicBezTo>
                      <a:pt x="38907" y="82727"/>
                      <a:pt x="38648" y="82567"/>
                      <a:pt x="38391" y="82407"/>
                    </a:cubicBezTo>
                    <a:cubicBezTo>
                      <a:pt x="38106" y="82296"/>
                      <a:pt x="37850" y="82024"/>
                      <a:pt x="37528" y="81898"/>
                    </a:cubicBezTo>
                    <a:cubicBezTo>
                      <a:pt x="37259" y="81792"/>
                      <a:pt x="36985" y="81594"/>
                      <a:pt x="36721" y="81423"/>
                    </a:cubicBezTo>
                    <a:cubicBezTo>
                      <a:pt x="36625" y="81361"/>
                      <a:pt x="36527" y="81298"/>
                      <a:pt x="36431" y="81235"/>
                    </a:cubicBezTo>
                    <a:cubicBezTo>
                      <a:pt x="36172" y="81132"/>
                      <a:pt x="35866" y="80917"/>
                      <a:pt x="35624" y="80760"/>
                    </a:cubicBezTo>
                    <a:cubicBezTo>
                      <a:pt x="35273" y="80532"/>
                      <a:pt x="34922" y="80304"/>
                      <a:pt x="34571" y="80077"/>
                    </a:cubicBezTo>
                    <a:cubicBezTo>
                      <a:pt x="34193" y="79927"/>
                      <a:pt x="33775" y="79585"/>
                      <a:pt x="33412" y="79349"/>
                    </a:cubicBezTo>
                    <a:cubicBezTo>
                      <a:pt x="33114" y="79155"/>
                      <a:pt x="32707" y="78945"/>
                      <a:pt x="32481" y="78720"/>
                    </a:cubicBezTo>
                    <a:cubicBezTo>
                      <a:pt x="32276" y="78586"/>
                      <a:pt x="32070" y="78452"/>
                      <a:pt x="31864" y="78318"/>
                    </a:cubicBezTo>
                    <a:cubicBezTo>
                      <a:pt x="31435" y="78039"/>
                      <a:pt x="31010" y="77764"/>
                      <a:pt x="30636" y="77471"/>
                    </a:cubicBezTo>
                    <a:cubicBezTo>
                      <a:pt x="30431" y="77338"/>
                      <a:pt x="30224" y="77204"/>
                      <a:pt x="30019" y="77070"/>
                    </a:cubicBezTo>
                    <a:cubicBezTo>
                      <a:pt x="29721" y="76771"/>
                      <a:pt x="29205" y="76545"/>
                      <a:pt x="28909" y="76249"/>
                    </a:cubicBezTo>
                    <a:cubicBezTo>
                      <a:pt x="28769" y="76159"/>
                      <a:pt x="28630" y="76068"/>
                      <a:pt x="28491" y="75977"/>
                    </a:cubicBezTo>
                    <a:cubicBezTo>
                      <a:pt x="28274" y="75761"/>
                      <a:pt x="27902" y="75572"/>
                      <a:pt x="27688" y="75357"/>
                    </a:cubicBezTo>
                    <a:cubicBezTo>
                      <a:pt x="27568" y="75278"/>
                      <a:pt x="27446" y="75200"/>
                      <a:pt x="27326" y="75121"/>
                    </a:cubicBezTo>
                    <a:cubicBezTo>
                      <a:pt x="27162" y="74956"/>
                      <a:pt x="26869" y="74784"/>
                      <a:pt x="26704" y="74619"/>
                    </a:cubicBezTo>
                    <a:cubicBezTo>
                      <a:pt x="26608" y="74556"/>
                      <a:pt x="26512" y="74493"/>
                      <a:pt x="26414" y="74430"/>
                    </a:cubicBezTo>
                    <a:cubicBezTo>
                      <a:pt x="25848" y="73858"/>
                      <a:pt x="25017" y="73426"/>
                      <a:pt x="24463" y="72863"/>
                    </a:cubicBezTo>
                    <a:cubicBezTo>
                      <a:pt x="24290" y="72735"/>
                      <a:pt x="24116" y="72606"/>
                      <a:pt x="23943" y="72477"/>
                    </a:cubicBezTo>
                    <a:cubicBezTo>
                      <a:pt x="23228" y="71745"/>
                      <a:pt x="22260" y="71157"/>
                      <a:pt x="21569" y="70436"/>
                    </a:cubicBezTo>
                    <a:cubicBezTo>
                      <a:pt x="21381" y="70240"/>
                      <a:pt x="21170" y="70152"/>
                      <a:pt x="20984" y="69957"/>
                    </a:cubicBezTo>
                    <a:cubicBezTo>
                      <a:pt x="20346" y="69283"/>
                      <a:pt x="19532" y="68682"/>
                      <a:pt x="18916" y="68016"/>
                    </a:cubicBezTo>
                    <a:cubicBezTo>
                      <a:pt x="18815" y="67907"/>
                      <a:pt x="18716" y="67881"/>
                      <a:pt x="18616" y="67772"/>
                    </a:cubicBezTo>
                    <a:cubicBezTo>
                      <a:pt x="18325" y="67455"/>
                      <a:pt x="17952" y="67128"/>
                      <a:pt x="17670" y="66809"/>
                    </a:cubicBezTo>
                    <a:cubicBezTo>
                      <a:pt x="17540" y="66660"/>
                      <a:pt x="17398" y="66598"/>
                      <a:pt x="17268" y="66448"/>
                    </a:cubicBezTo>
                    <a:cubicBezTo>
                      <a:pt x="16295" y="65333"/>
                      <a:pt x="15153" y="64336"/>
                      <a:pt x="14210" y="63218"/>
                    </a:cubicBezTo>
                    <a:cubicBezTo>
                      <a:pt x="12542" y="61234"/>
                      <a:pt x="10802" y="59300"/>
                      <a:pt x="9482" y="57258"/>
                    </a:cubicBezTo>
                    <a:cubicBezTo>
                      <a:pt x="9183" y="56796"/>
                      <a:pt x="8828" y="56409"/>
                      <a:pt x="8538" y="55948"/>
                    </a:cubicBezTo>
                    <a:cubicBezTo>
                      <a:pt x="8024" y="55131"/>
                      <a:pt x="7465" y="54326"/>
                      <a:pt x="6982" y="53494"/>
                    </a:cubicBezTo>
                    <a:cubicBezTo>
                      <a:pt x="6227" y="52188"/>
                      <a:pt x="5521" y="50873"/>
                      <a:pt x="4834" y="49559"/>
                    </a:cubicBezTo>
                    <a:cubicBezTo>
                      <a:pt x="4350" y="48635"/>
                      <a:pt x="3967" y="47640"/>
                      <a:pt x="3571" y="46696"/>
                    </a:cubicBezTo>
                    <a:cubicBezTo>
                      <a:pt x="3245" y="45923"/>
                      <a:pt x="2934" y="45171"/>
                      <a:pt x="2635" y="44396"/>
                    </a:cubicBezTo>
                    <a:cubicBezTo>
                      <a:pt x="2341" y="43634"/>
                      <a:pt x="2130" y="42841"/>
                      <a:pt x="1855" y="42072"/>
                    </a:cubicBezTo>
                    <a:cubicBezTo>
                      <a:pt x="1576" y="41289"/>
                      <a:pt x="1461" y="40459"/>
                      <a:pt x="1190" y="39673"/>
                    </a:cubicBezTo>
                    <a:cubicBezTo>
                      <a:pt x="1086" y="39374"/>
                      <a:pt x="1096" y="38997"/>
                      <a:pt x="994" y="38699"/>
                    </a:cubicBezTo>
                    <a:cubicBezTo>
                      <a:pt x="741" y="37966"/>
                      <a:pt x="680" y="37168"/>
                      <a:pt x="541" y="36414"/>
                    </a:cubicBezTo>
                    <a:cubicBezTo>
                      <a:pt x="-52" y="33193"/>
                      <a:pt x="-114" y="29896"/>
                      <a:pt x="146" y="26548"/>
                    </a:cubicBezTo>
                    <a:cubicBezTo>
                      <a:pt x="206" y="25774"/>
                      <a:pt x="383" y="25042"/>
                      <a:pt x="523" y="24253"/>
                    </a:cubicBezTo>
                    <a:cubicBezTo>
                      <a:pt x="586" y="23892"/>
                      <a:pt x="717" y="23436"/>
                      <a:pt x="1154" y="23169"/>
                    </a:cubicBezTo>
                    <a:cubicBezTo>
                      <a:pt x="1294" y="23084"/>
                      <a:pt x="1739" y="23017"/>
                      <a:pt x="1902" y="23057"/>
                    </a:cubicBezTo>
                    <a:cubicBezTo>
                      <a:pt x="2035" y="23089"/>
                      <a:pt x="2140" y="23194"/>
                      <a:pt x="2263" y="23191"/>
                    </a:cubicBezTo>
                    <a:close/>
                  </a:path>
                </a:pathLst>
              </a:custGeom>
              <a:solidFill>
                <a:srgbClr val="3B434F">
                  <a:alpha val="20000"/>
                </a:srgbClr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  <p:grpSp>
          <p:nvGrpSpPr>
            <p:cNvPr id="261" name="그룹 260">
              <a:extLst>
                <a:ext uri="{FF2B5EF4-FFF2-40B4-BE49-F238E27FC236}">
                  <a16:creationId xmlns:a16="http://schemas.microsoft.com/office/drawing/2014/main" id="{F71E2CAF-903E-4BED-AED4-85B41DB2D183}"/>
                </a:ext>
              </a:extLst>
            </p:cNvPr>
            <p:cNvGrpSpPr/>
            <p:nvPr/>
          </p:nvGrpSpPr>
          <p:grpSpPr>
            <a:xfrm>
              <a:off x="1639688" y="5022842"/>
              <a:ext cx="349650" cy="326202"/>
              <a:chOff x="1639688" y="5022842"/>
              <a:chExt cx="349650" cy="326202"/>
            </a:xfrm>
          </p:grpSpPr>
          <p:grpSp>
            <p:nvGrpSpPr>
              <p:cNvPr id="262" name="그룹 261">
                <a:extLst>
                  <a:ext uri="{FF2B5EF4-FFF2-40B4-BE49-F238E27FC236}">
                    <a16:creationId xmlns:a16="http://schemas.microsoft.com/office/drawing/2014/main" id="{7DB27B77-7998-4CEB-B02F-58EF01A82374}"/>
                  </a:ext>
                </a:extLst>
              </p:cNvPr>
              <p:cNvGrpSpPr/>
              <p:nvPr/>
            </p:nvGrpSpPr>
            <p:grpSpPr>
              <a:xfrm>
                <a:off x="1639688" y="5120138"/>
                <a:ext cx="281420" cy="228906"/>
                <a:chOff x="1639688" y="5120138"/>
                <a:chExt cx="281420" cy="228906"/>
              </a:xfrm>
            </p:grpSpPr>
            <p:grpSp>
              <p:nvGrpSpPr>
                <p:cNvPr id="266" name="그룹 265">
                  <a:extLst>
                    <a:ext uri="{FF2B5EF4-FFF2-40B4-BE49-F238E27FC236}">
                      <a16:creationId xmlns:a16="http://schemas.microsoft.com/office/drawing/2014/main" id="{992A5A24-2140-48C0-8DF4-D46593B8EEF5}"/>
                    </a:ext>
                  </a:extLst>
                </p:cNvPr>
                <p:cNvGrpSpPr/>
                <p:nvPr/>
              </p:nvGrpSpPr>
              <p:grpSpPr>
                <a:xfrm>
                  <a:off x="1639688" y="5120138"/>
                  <a:ext cx="281420" cy="228906"/>
                  <a:chOff x="5875685" y="4592960"/>
                  <a:chExt cx="603249" cy="539750"/>
                </a:xfrm>
              </p:grpSpPr>
              <p:sp>
                <p:nvSpPr>
                  <p:cNvPr id="276" name="AutoShape 3">
                    <a:extLst>
                      <a:ext uri="{FF2B5EF4-FFF2-40B4-BE49-F238E27FC236}">
                        <a16:creationId xmlns:a16="http://schemas.microsoft.com/office/drawing/2014/main" id="{04AA1AC1-BF66-4DF5-AF11-BB32D25ECEB5}"/>
                      </a:ext>
                    </a:extLst>
                  </p:cNvPr>
                  <p:cNvSpPr>
                    <a:spLocks noChangeAspect="1" noChangeArrowheads="1" noTextEdit="1"/>
                  </p:cNvSpPr>
                  <p:nvPr/>
                </p:nvSpPr>
                <p:spPr bwMode="auto">
                  <a:xfrm>
                    <a:off x="5877272" y="4592960"/>
                    <a:ext cx="601662" cy="53975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/>
                  </a:p>
                </p:txBody>
              </p:sp>
              <p:sp>
                <p:nvSpPr>
                  <p:cNvPr id="277" name="Rectangle 5">
                    <a:extLst>
                      <a:ext uri="{FF2B5EF4-FFF2-40B4-BE49-F238E27FC236}">
                        <a16:creationId xmlns:a16="http://schemas.microsoft.com/office/drawing/2014/main" id="{A072C220-C5AF-4A91-AAD5-88FB9D0AA0C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082059" y="5042223"/>
                    <a:ext cx="187325" cy="61913"/>
                  </a:xfrm>
                  <a:prstGeom prst="rect">
                    <a:avLst/>
                  </a:pr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/>
                  </a:p>
                </p:txBody>
              </p:sp>
              <p:sp>
                <p:nvSpPr>
                  <p:cNvPr id="278" name="Freeform 6">
                    <a:extLst>
                      <a:ext uri="{FF2B5EF4-FFF2-40B4-BE49-F238E27FC236}">
                        <a16:creationId xmlns:a16="http://schemas.microsoft.com/office/drawing/2014/main" id="{27DEE96C-2C37-4D70-A8E3-D6BAD02AEE57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6074122" y="5035873"/>
                    <a:ext cx="203200" cy="74613"/>
                  </a:xfrm>
                  <a:custGeom>
                    <a:avLst/>
                    <a:gdLst>
                      <a:gd name="T0" fmla="*/ 115 w 119"/>
                      <a:gd name="T1" fmla="*/ 44 h 44"/>
                      <a:gd name="T2" fmla="*/ 4 w 119"/>
                      <a:gd name="T3" fmla="*/ 44 h 44"/>
                      <a:gd name="T4" fmla="*/ 0 w 119"/>
                      <a:gd name="T5" fmla="*/ 40 h 44"/>
                      <a:gd name="T6" fmla="*/ 0 w 119"/>
                      <a:gd name="T7" fmla="*/ 4 h 44"/>
                      <a:gd name="T8" fmla="*/ 4 w 119"/>
                      <a:gd name="T9" fmla="*/ 0 h 44"/>
                      <a:gd name="T10" fmla="*/ 115 w 119"/>
                      <a:gd name="T11" fmla="*/ 0 h 44"/>
                      <a:gd name="T12" fmla="*/ 119 w 119"/>
                      <a:gd name="T13" fmla="*/ 4 h 44"/>
                      <a:gd name="T14" fmla="*/ 119 w 119"/>
                      <a:gd name="T15" fmla="*/ 40 h 44"/>
                      <a:gd name="T16" fmla="*/ 115 w 119"/>
                      <a:gd name="T17" fmla="*/ 44 h 44"/>
                      <a:gd name="T18" fmla="*/ 8 w 119"/>
                      <a:gd name="T19" fmla="*/ 36 h 44"/>
                      <a:gd name="T20" fmla="*/ 111 w 119"/>
                      <a:gd name="T21" fmla="*/ 36 h 44"/>
                      <a:gd name="T22" fmla="*/ 111 w 119"/>
                      <a:gd name="T23" fmla="*/ 8 h 44"/>
                      <a:gd name="T24" fmla="*/ 8 w 119"/>
                      <a:gd name="T25" fmla="*/ 8 h 44"/>
                      <a:gd name="T26" fmla="*/ 8 w 119"/>
                      <a:gd name="T27" fmla="*/ 36 h 4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</a:cxnLst>
                    <a:rect l="0" t="0" r="r" b="b"/>
                    <a:pathLst>
                      <a:path w="119" h="44">
                        <a:moveTo>
                          <a:pt x="115" y="44"/>
                        </a:moveTo>
                        <a:cubicBezTo>
                          <a:pt x="4" y="44"/>
                          <a:pt x="4" y="44"/>
                          <a:pt x="4" y="44"/>
                        </a:cubicBezTo>
                        <a:cubicBezTo>
                          <a:pt x="1" y="44"/>
                          <a:pt x="0" y="42"/>
                          <a:pt x="0" y="40"/>
                        </a:cubicBezTo>
                        <a:cubicBezTo>
                          <a:pt x="0" y="4"/>
                          <a:pt x="0" y="4"/>
                          <a:pt x="0" y="4"/>
                        </a:cubicBezTo>
                        <a:cubicBezTo>
                          <a:pt x="0" y="2"/>
                          <a:pt x="1" y="0"/>
                          <a:pt x="4" y="0"/>
                        </a:cubicBezTo>
                        <a:cubicBezTo>
                          <a:pt x="115" y="0"/>
                          <a:pt x="115" y="0"/>
                          <a:pt x="115" y="0"/>
                        </a:cubicBezTo>
                        <a:cubicBezTo>
                          <a:pt x="117" y="0"/>
                          <a:pt x="119" y="2"/>
                          <a:pt x="119" y="4"/>
                        </a:cubicBezTo>
                        <a:cubicBezTo>
                          <a:pt x="119" y="40"/>
                          <a:pt x="119" y="40"/>
                          <a:pt x="119" y="40"/>
                        </a:cubicBezTo>
                        <a:cubicBezTo>
                          <a:pt x="119" y="42"/>
                          <a:pt x="117" y="44"/>
                          <a:pt x="115" y="44"/>
                        </a:cubicBezTo>
                        <a:close/>
                        <a:moveTo>
                          <a:pt x="8" y="36"/>
                        </a:moveTo>
                        <a:cubicBezTo>
                          <a:pt x="111" y="36"/>
                          <a:pt x="111" y="36"/>
                          <a:pt x="111" y="36"/>
                        </a:cubicBezTo>
                        <a:cubicBezTo>
                          <a:pt x="111" y="8"/>
                          <a:pt x="111" y="8"/>
                          <a:pt x="111" y="8"/>
                        </a:cubicBezTo>
                        <a:cubicBezTo>
                          <a:pt x="8" y="8"/>
                          <a:pt x="8" y="8"/>
                          <a:pt x="8" y="8"/>
                        </a:cubicBezTo>
                        <a:lnTo>
                          <a:pt x="8" y="36"/>
                        </a:lnTo>
                        <a:close/>
                      </a:path>
                    </a:pathLst>
                  </a:custGeom>
                  <a:solidFill>
                    <a:srgbClr val="1E1E1E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/>
                  </a:p>
                </p:txBody>
              </p:sp>
              <p:sp>
                <p:nvSpPr>
                  <p:cNvPr id="279" name="Freeform 7">
                    <a:extLst>
                      <a:ext uri="{FF2B5EF4-FFF2-40B4-BE49-F238E27FC236}">
                        <a16:creationId xmlns:a16="http://schemas.microsoft.com/office/drawing/2014/main" id="{64D8FE37-709A-4358-A3BF-D55A70BF169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6010622" y="5088260"/>
                    <a:ext cx="328612" cy="36513"/>
                  </a:xfrm>
                  <a:custGeom>
                    <a:avLst/>
                    <a:gdLst>
                      <a:gd name="T0" fmla="*/ 194 w 194"/>
                      <a:gd name="T1" fmla="*/ 16 h 21"/>
                      <a:gd name="T2" fmla="*/ 190 w 194"/>
                      <a:gd name="T3" fmla="*/ 21 h 21"/>
                      <a:gd name="T4" fmla="*/ 4 w 194"/>
                      <a:gd name="T5" fmla="*/ 21 h 21"/>
                      <a:gd name="T6" fmla="*/ 0 w 194"/>
                      <a:gd name="T7" fmla="*/ 16 h 21"/>
                      <a:gd name="T8" fmla="*/ 0 w 194"/>
                      <a:gd name="T9" fmla="*/ 5 h 21"/>
                      <a:gd name="T10" fmla="*/ 4 w 194"/>
                      <a:gd name="T11" fmla="*/ 0 h 21"/>
                      <a:gd name="T12" fmla="*/ 190 w 194"/>
                      <a:gd name="T13" fmla="*/ 0 h 21"/>
                      <a:gd name="T14" fmla="*/ 194 w 194"/>
                      <a:gd name="T15" fmla="*/ 5 h 21"/>
                      <a:gd name="T16" fmla="*/ 194 w 194"/>
                      <a:gd name="T17" fmla="*/ 16 h 2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194" h="21">
                        <a:moveTo>
                          <a:pt x="194" y="16"/>
                        </a:moveTo>
                        <a:cubicBezTo>
                          <a:pt x="194" y="19"/>
                          <a:pt x="192" y="21"/>
                          <a:pt x="190" y="21"/>
                        </a:cubicBezTo>
                        <a:cubicBezTo>
                          <a:pt x="4" y="21"/>
                          <a:pt x="4" y="21"/>
                          <a:pt x="4" y="21"/>
                        </a:cubicBezTo>
                        <a:cubicBezTo>
                          <a:pt x="2" y="21"/>
                          <a:pt x="0" y="19"/>
                          <a:pt x="0" y="16"/>
                        </a:cubicBezTo>
                        <a:cubicBezTo>
                          <a:pt x="0" y="5"/>
                          <a:pt x="0" y="5"/>
                          <a:pt x="0" y="5"/>
                        </a:cubicBezTo>
                        <a:cubicBezTo>
                          <a:pt x="0" y="2"/>
                          <a:pt x="2" y="0"/>
                          <a:pt x="4" y="0"/>
                        </a:cubicBezTo>
                        <a:cubicBezTo>
                          <a:pt x="190" y="0"/>
                          <a:pt x="190" y="0"/>
                          <a:pt x="190" y="0"/>
                        </a:cubicBezTo>
                        <a:cubicBezTo>
                          <a:pt x="192" y="0"/>
                          <a:pt x="194" y="2"/>
                          <a:pt x="194" y="5"/>
                        </a:cubicBezTo>
                        <a:lnTo>
                          <a:pt x="194" y="1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/>
                  </a:p>
                </p:txBody>
              </p:sp>
              <p:sp>
                <p:nvSpPr>
                  <p:cNvPr id="280" name="Freeform 8">
                    <a:extLst>
                      <a:ext uri="{FF2B5EF4-FFF2-40B4-BE49-F238E27FC236}">
                        <a16:creationId xmlns:a16="http://schemas.microsoft.com/office/drawing/2014/main" id="{B80D3BE8-9262-45FE-8575-242A669E5A06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6002684" y="5081910"/>
                    <a:ext cx="344487" cy="49213"/>
                  </a:xfrm>
                  <a:custGeom>
                    <a:avLst/>
                    <a:gdLst>
                      <a:gd name="T0" fmla="*/ 194 w 202"/>
                      <a:gd name="T1" fmla="*/ 29 h 29"/>
                      <a:gd name="T2" fmla="*/ 8 w 202"/>
                      <a:gd name="T3" fmla="*/ 29 h 29"/>
                      <a:gd name="T4" fmla="*/ 0 w 202"/>
                      <a:gd name="T5" fmla="*/ 20 h 29"/>
                      <a:gd name="T6" fmla="*/ 0 w 202"/>
                      <a:gd name="T7" fmla="*/ 9 h 29"/>
                      <a:gd name="T8" fmla="*/ 8 w 202"/>
                      <a:gd name="T9" fmla="*/ 0 h 29"/>
                      <a:gd name="T10" fmla="*/ 194 w 202"/>
                      <a:gd name="T11" fmla="*/ 0 h 29"/>
                      <a:gd name="T12" fmla="*/ 202 w 202"/>
                      <a:gd name="T13" fmla="*/ 9 h 29"/>
                      <a:gd name="T14" fmla="*/ 202 w 202"/>
                      <a:gd name="T15" fmla="*/ 20 h 29"/>
                      <a:gd name="T16" fmla="*/ 194 w 202"/>
                      <a:gd name="T17" fmla="*/ 29 h 29"/>
                      <a:gd name="T18" fmla="*/ 8 w 202"/>
                      <a:gd name="T19" fmla="*/ 21 h 29"/>
                      <a:gd name="T20" fmla="*/ 194 w 202"/>
                      <a:gd name="T21" fmla="*/ 21 h 29"/>
                      <a:gd name="T22" fmla="*/ 194 w 202"/>
                      <a:gd name="T23" fmla="*/ 20 h 29"/>
                      <a:gd name="T24" fmla="*/ 194 w 202"/>
                      <a:gd name="T25" fmla="*/ 9 h 29"/>
                      <a:gd name="T26" fmla="*/ 194 w 202"/>
                      <a:gd name="T27" fmla="*/ 8 h 29"/>
                      <a:gd name="T28" fmla="*/ 8 w 202"/>
                      <a:gd name="T29" fmla="*/ 8 h 29"/>
                      <a:gd name="T30" fmla="*/ 8 w 202"/>
                      <a:gd name="T31" fmla="*/ 9 h 29"/>
                      <a:gd name="T32" fmla="*/ 8 w 202"/>
                      <a:gd name="T33" fmla="*/ 20 h 29"/>
                      <a:gd name="T34" fmla="*/ 8 w 202"/>
                      <a:gd name="T35" fmla="*/ 21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</a:cxnLst>
                    <a:rect l="0" t="0" r="r" b="b"/>
                    <a:pathLst>
                      <a:path w="202" h="29">
                        <a:moveTo>
                          <a:pt x="194" y="29"/>
                        </a:moveTo>
                        <a:cubicBezTo>
                          <a:pt x="8" y="29"/>
                          <a:pt x="8" y="29"/>
                          <a:pt x="8" y="29"/>
                        </a:cubicBezTo>
                        <a:cubicBezTo>
                          <a:pt x="4" y="29"/>
                          <a:pt x="0" y="25"/>
                          <a:pt x="0" y="20"/>
                        </a:cubicBezTo>
                        <a:cubicBezTo>
                          <a:pt x="0" y="9"/>
                          <a:pt x="0" y="9"/>
                          <a:pt x="0" y="9"/>
                        </a:cubicBezTo>
                        <a:cubicBezTo>
                          <a:pt x="0" y="4"/>
                          <a:pt x="4" y="0"/>
                          <a:pt x="8" y="0"/>
                        </a:cubicBezTo>
                        <a:cubicBezTo>
                          <a:pt x="194" y="0"/>
                          <a:pt x="194" y="0"/>
                          <a:pt x="194" y="0"/>
                        </a:cubicBezTo>
                        <a:cubicBezTo>
                          <a:pt x="199" y="0"/>
                          <a:pt x="202" y="4"/>
                          <a:pt x="202" y="9"/>
                        </a:cubicBezTo>
                        <a:cubicBezTo>
                          <a:pt x="202" y="20"/>
                          <a:pt x="202" y="20"/>
                          <a:pt x="202" y="20"/>
                        </a:cubicBezTo>
                        <a:cubicBezTo>
                          <a:pt x="202" y="25"/>
                          <a:pt x="199" y="29"/>
                          <a:pt x="194" y="29"/>
                        </a:cubicBezTo>
                        <a:close/>
                        <a:moveTo>
                          <a:pt x="8" y="21"/>
                        </a:moveTo>
                        <a:cubicBezTo>
                          <a:pt x="194" y="21"/>
                          <a:pt x="194" y="21"/>
                          <a:pt x="194" y="21"/>
                        </a:cubicBezTo>
                        <a:cubicBezTo>
                          <a:pt x="194" y="21"/>
                          <a:pt x="194" y="21"/>
                          <a:pt x="194" y="20"/>
                        </a:cubicBezTo>
                        <a:cubicBezTo>
                          <a:pt x="194" y="9"/>
                          <a:pt x="194" y="9"/>
                          <a:pt x="194" y="9"/>
                        </a:cubicBezTo>
                        <a:cubicBezTo>
                          <a:pt x="194" y="9"/>
                          <a:pt x="194" y="8"/>
                          <a:pt x="194" y="8"/>
                        </a:cubicBezTo>
                        <a:cubicBezTo>
                          <a:pt x="8" y="8"/>
                          <a:pt x="8" y="8"/>
                          <a:pt x="8" y="8"/>
                        </a:cubicBezTo>
                        <a:cubicBezTo>
                          <a:pt x="8" y="8"/>
                          <a:pt x="8" y="9"/>
                          <a:pt x="8" y="9"/>
                        </a:cubicBezTo>
                        <a:cubicBezTo>
                          <a:pt x="8" y="20"/>
                          <a:pt x="8" y="20"/>
                          <a:pt x="8" y="20"/>
                        </a:cubicBezTo>
                        <a:cubicBezTo>
                          <a:pt x="8" y="21"/>
                          <a:pt x="8" y="21"/>
                          <a:pt x="8" y="21"/>
                        </a:cubicBezTo>
                        <a:close/>
                      </a:path>
                    </a:pathLst>
                  </a:custGeom>
                  <a:solidFill>
                    <a:srgbClr val="1E1E1E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/>
                  </a:p>
                </p:txBody>
              </p:sp>
              <p:sp>
                <p:nvSpPr>
                  <p:cNvPr id="281" name="Freeform 9">
                    <a:extLst>
                      <a:ext uri="{FF2B5EF4-FFF2-40B4-BE49-F238E27FC236}">
                        <a16:creationId xmlns:a16="http://schemas.microsoft.com/office/drawing/2014/main" id="{706071F7-0FD7-4511-9221-A79271FDB22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882034" y="4599310"/>
                    <a:ext cx="588962" cy="449263"/>
                  </a:xfrm>
                  <a:custGeom>
                    <a:avLst/>
                    <a:gdLst>
                      <a:gd name="T0" fmla="*/ 346 w 346"/>
                      <a:gd name="T1" fmla="*/ 260 h 264"/>
                      <a:gd name="T2" fmla="*/ 342 w 346"/>
                      <a:gd name="T3" fmla="*/ 264 h 264"/>
                      <a:gd name="T4" fmla="*/ 4 w 346"/>
                      <a:gd name="T5" fmla="*/ 264 h 264"/>
                      <a:gd name="T6" fmla="*/ 0 w 346"/>
                      <a:gd name="T7" fmla="*/ 260 h 264"/>
                      <a:gd name="T8" fmla="*/ 0 w 346"/>
                      <a:gd name="T9" fmla="*/ 4 h 264"/>
                      <a:gd name="T10" fmla="*/ 4 w 346"/>
                      <a:gd name="T11" fmla="*/ 0 h 264"/>
                      <a:gd name="T12" fmla="*/ 342 w 346"/>
                      <a:gd name="T13" fmla="*/ 0 h 264"/>
                      <a:gd name="T14" fmla="*/ 346 w 346"/>
                      <a:gd name="T15" fmla="*/ 4 h 264"/>
                      <a:gd name="T16" fmla="*/ 346 w 346"/>
                      <a:gd name="T17" fmla="*/ 260 h 26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346" h="264">
                        <a:moveTo>
                          <a:pt x="346" y="260"/>
                        </a:moveTo>
                        <a:cubicBezTo>
                          <a:pt x="346" y="263"/>
                          <a:pt x="344" y="264"/>
                          <a:pt x="342" y="264"/>
                        </a:cubicBezTo>
                        <a:cubicBezTo>
                          <a:pt x="4" y="264"/>
                          <a:pt x="4" y="264"/>
                          <a:pt x="4" y="264"/>
                        </a:cubicBezTo>
                        <a:cubicBezTo>
                          <a:pt x="2" y="264"/>
                          <a:pt x="0" y="263"/>
                          <a:pt x="0" y="260"/>
                        </a:cubicBezTo>
                        <a:cubicBezTo>
                          <a:pt x="0" y="4"/>
                          <a:pt x="0" y="4"/>
                          <a:pt x="0" y="4"/>
                        </a:cubicBezTo>
                        <a:cubicBezTo>
                          <a:pt x="0" y="2"/>
                          <a:pt x="2" y="0"/>
                          <a:pt x="4" y="0"/>
                        </a:cubicBezTo>
                        <a:cubicBezTo>
                          <a:pt x="342" y="0"/>
                          <a:pt x="342" y="0"/>
                          <a:pt x="342" y="0"/>
                        </a:cubicBezTo>
                        <a:cubicBezTo>
                          <a:pt x="344" y="0"/>
                          <a:pt x="346" y="2"/>
                          <a:pt x="346" y="4"/>
                        </a:cubicBezTo>
                        <a:lnTo>
                          <a:pt x="346" y="26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/>
                  </a:p>
                </p:txBody>
              </p:sp>
              <p:sp>
                <p:nvSpPr>
                  <p:cNvPr id="282" name="Freeform 10">
                    <a:extLst>
                      <a:ext uri="{FF2B5EF4-FFF2-40B4-BE49-F238E27FC236}">
                        <a16:creationId xmlns:a16="http://schemas.microsoft.com/office/drawing/2014/main" id="{950FCE26-2D57-4643-B0BD-3542AA84C6CA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5875685" y="4592960"/>
                    <a:ext cx="601662" cy="461963"/>
                  </a:xfrm>
                  <a:custGeom>
                    <a:avLst/>
                    <a:gdLst>
                      <a:gd name="T0" fmla="*/ 346 w 354"/>
                      <a:gd name="T1" fmla="*/ 272 h 272"/>
                      <a:gd name="T2" fmla="*/ 8 w 354"/>
                      <a:gd name="T3" fmla="*/ 272 h 272"/>
                      <a:gd name="T4" fmla="*/ 0 w 354"/>
                      <a:gd name="T5" fmla="*/ 264 h 272"/>
                      <a:gd name="T6" fmla="*/ 0 w 354"/>
                      <a:gd name="T7" fmla="*/ 8 h 272"/>
                      <a:gd name="T8" fmla="*/ 8 w 354"/>
                      <a:gd name="T9" fmla="*/ 0 h 272"/>
                      <a:gd name="T10" fmla="*/ 346 w 354"/>
                      <a:gd name="T11" fmla="*/ 0 h 272"/>
                      <a:gd name="T12" fmla="*/ 354 w 354"/>
                      <a:gd name="T13" fmla="*/ 8 h 272"/>
                      <a:gd name="T14" fmla="*/ 354 w 354"/>
                      <a:gd name="T15" fmla="*/ 264 h 272"/>
                      <a:gd name="T16" fmla="*/ 346 w 354"/>
                      <a:gd name="T17" fmla="*/ 272 h 272"/>
                      <a:gd name="T18" fmla="*/ 346 w 354"/>
                      <a:gd name="T19" fmla="*/ 264 h 272"/>
                      <a:gd name="T20" fmla="*/ 346 w 354"/>
                      <a:gd name="T21" fmla="*/ 268 h 272"/>
                      <a:gd name="T22" fmla="*/ 346 w 354"/>
                      <a:gd name="T23" fmla="*/ 264 h 272"/>
                      <a:gd name="T24" fmla="*/ 346 w 354"/>
                      <a:gd name="T25" fmla="*/ 264 h 272"/>
                      <a:gd name="T26" fmla="*/ 346 w 354"/>
                      <a:gd name="T27" fmla="*/ 8 h 272"/>
                      <a:gd name="T28" fmla="*/ 8 w 354"/>
                      <a:gd name="T29" fmla="*/ 8 h 272"/>
                      <a:gd name="T30" fmla="*/ 8 w 354"/>
                      <a:gd name="T31" fmla="*/ 264 h 272"/>
                      <a:gd name="T32" fmla="*/ 346 w 354"/>
                      <a:gd name="T33" fmla="*/ 264 h 272"/>
                      <a:gd name="T34" fmla="*/ 346 w 354"/>
                      <a:gd name="T35" fmla="*/ 8 h 27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</a:cxnLst>
                    <a:rect l="0" t="0" r="r" b="b"/>
                    <a:pathLst>
                      <a:path w="354" h="272">
                        <a:moveTo>
                          <a:pt x="346" y="272"/>
                        </a:moveTo>
                        <a:cubicBezTo>
                          <a:pt x="8" y="272"/>
                          <a:pt x="8" y="272"/>
                          <a:pt x="8" y="272"/>
                        </a:cubicBezTo>
                        <a:cubicBezTo>
                          <a:pt x="4" y="272"/>
                          <a:pt x="0" y="269"/>
                          <a:pt x="0" y="264"/>
                        </a:cubicBezTo>
                        <a:cubicBezTo>
                          <a:pt x="0" y="8"/>
                          <a:pt x="0" y="8"/>
                          <a:pt x="0" y="8"/>
                        </a:cubicBezTo>
                        <a:cubicBezTo>
                          <a:pt x="0" y="4"/>
                          <a:pt x="4" y="0"/>
                          <a:pt x="8" y="0"/>
                        </a:cubicBezTo>
                        <a:cubicBezTo>
                          <a:pt x="346" y="0"/>
                          <a:pt x="346" y="0"/>
                          <a:pt x="346" y="0"/>
                        </a:cubicBezTo>
                        <a:cubicBezTo>
                          <a:pt x="350" y="0"/>
                          <a:pt x="354" y="4"/>
                          <a:pt x="354" y="8"/>
                        </a:cubicBezTo>
                        <a:cubicBezTo>
                          <a:pt x="354" y="264"/>
                          <a:pt x="354" y="264"/>
                          <a:pt x="354" y="264"/>
                        </a:cubicBezTo>
                        <a:cubicBezTo>
                          <a:pt x="354" y="269"/>
                          <a:pt x="350" y="272"/>
                          <a:pt x="346" y="272"/>
                        </a:cubicBezTo>
                        <a:close/>
                        <a:moveTo>
                          <a:pt x="346" y="264"/>
                        </a:moveTo>
                        <a:cubicBezTo>
                          <a:pt x="346" y="268"/>
                          <a:pt x="346" y="268"/>
                          <a:pt x="346" y="268"/>
                        </a:cubicBezTo>
                        <a:cubicBezTo>
                          <a:pt x="346" y="264"/>
                          <a:pt x="346" y="264"/>
                          <a:pt x="346" y="264"/>
                        </a:cubicBezTo>
                        <a:cubicBezTo>
                          <a:pt x="346" y="264"/>
                          <a:pt x="346" y="264"/>
                          <a:pt x="346" y="264"/>
                        </a:cubicBezTo>
                        <a:close/>
                        <a:moveTo>
                          <a:pt x="346" y="8"/>
                        </a:moveTo>
                        <a:cubicBezTo>
                          <a:pt x="8" y="8"/>
                          <a:pt x="8" y="8"/>
                          <a:pt x="8" y="8"/>
                        </a:cubicBezTo>
                        <a:cubicBezTo>
                          <a:pt x="8" y="264"/>
                          <a:pt x="8" y="264"/>
                          <a:pt x="8" y="264"/>
                        </a:cubicBezTo>
                        <a:cubicBezTo>
                          <a:pt x="346" y="264"/>
                          <a:pt x="346" y="264"/>
                          <a:pt x="346" y="264"/>
                        </a:cubicBezTo>
                        <a:lnTo>
                          <a:pt x="346" y="8"/>
                        </a:lnTo>
                        <a:close/>
                      </a:path>
                    </a:pathLst>
                  </a:custGeom>
                  <a:solidFill>
                    <a:srgbClr val="1E1E1E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/>
                  </a:p>
                </p:txBody>
              </p:sp>
              <p:sp>
                <p:nvSpPr>
                  <p:cNvPr id="283" name="Rectangle 11">
                    <a:extLst>
                      <a:ext uri="{FF2B5EF4-FFF2-40B4-BE49-F238E27FC236}">
                        <a16:creationId xmlns:a16="http://schemas.microsoft.com/office/drawing/2014/main" id="{80A4A444-3FDA-4E5B-96A3-7E276800497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915372" y="4632648"/>
                    <a:ext cx="522287" cy="347663"/>
                  </a:xfrm>
                  <a:prstGeom prst="rect">
                    <a:avLst/>
                  </a:pr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/>
                  </a:p>
                </p:txBody>
              </p:sp>
              <p:sp>
                <p:nvSpPr>
                  <p:cNvPr id="284" name="Freeform 12">
                    <a:extLst>
                      <a:ext uri="{FF2B5EF4-FFF2-40B4-BE49-F238E27FC236}">
                        <a16:creationId xmlns:a16="http://schemas.microsoft.com/office/drawing/2014/main" id="{789BEC77-8151-4791-BBA7-32D2AACCC220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5909022" y="4626298"/>
                    <a:ext cx="534987" cy="358775"/>
                  </a:xfrm>
                  <a:custGeom>
                    <a:avLst/>
                    <a:gdLst>
                      <a:gd name="T0" fmla="*/ 311 w 314"/>
                      <a:gd name="T1" fmla="*/ 211 h 211"/>
                      <a:gd name="T2" fmla="*/ 3 w 314"/>
                      <a:gd name="T3" fmla="*/ 211 h 211"/>
                      <a:gd name="T4" fmla="*/ 0 w 314"/>
                      <a:gd name="T5" fmla="*/ 208 h 211"/>
                      <a:gd name="T6" fmla="*/ 0 w 314"/>
                      <a:gd name="T7" fmla="*/ 3 h 211"/>
                      <a:gd name="T8" fmla="*/ 3 w 314"/>
                      <a:gd name="T9" fmla="*/ 0 h 211"/>
                      <a:gd name="T10" fmla="*/ 311 w 314"/>
                      <a:gd name="T11" fmla="*/ 0 h 211"/>
                      <a:gd name="T12" fmla="*/ 314 w 314"/>
                      <a:gd name="T13" fmla="*/ 3 h 211"/>
                      <a:gd name="T14" fmla="*/ 314 w 314"/>
                      <a:gd name="T15" fmla="*/ 208 h 211"/>
                      <a:gd name="T16" fmla="*/ 311 w 314"/>
                      <a:gd name="T17" fmla="*/ 211 h 211"/>
                      <a:gd name="T18" fmla="*/ 6 w 314"/>
                      <a:gd name="T19" fmla="*/ 205 h 211"/>
                      <a:gd name="T20" fmla="*/ 308 w 314"/>
                      <a:gd name="T21" fmla="*/ 205 h 211"/>
                      <a:gd name="T22" fmla="*/ 308 w 314"/>
                      <a:gd name="T23" fmla="*/ 6 h 211"/>
                      <a:gd name="T24" fmla="*/ 6 w 314"/>
                      <a:gd name="T25" fmla="*/ 6 h 211"/>
                      <a:gd name="T26" fmla="*/ 6 w 314"/>
                      <a:gd name="T27" fmla="*/ 205 h 21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</a:cxnLst>
                    <a:rect l="0" t="0" r="r" b="b"/>
                    <a:pathLst>
                      <a:path w="314" h="211">
                        <a:moveTo>
                          <a:pt x="311" y="211"/>
                        </a:moveTo>
                        <a:cubicBezTo>
                          <a:pt x="3" y="211"/>
                          <a:pt x="3" y="211"/>
                          <a:pt x="3" y="211"/>
                        </a:cubicBezTo>
                        <a:cubicBezTo>
                          <a:pt x="2" y="211"/>
                          <a:pt x="0" y="210"/>
                          <a:pt x="0" y="208"/>
                        </a:cubicBezTo>
                        <a:cubicBezTo>
                          <a:pt x="0" y="3"/>
                          <a:pt x="0" y="3"/>
                          <a:pt x="0" y="3"/>
                        </a:cubicBezTo>
                        <a:cubicBezTo>
                          <a:pt x="0" y="2"/>
                          <a:pt x="2" y="0"/>
                          <a:pt x="3" y="0"/>
                        </a:cubicBezTo>
                        <a:cubicBezTo>
                          <a:pt x="311" y="0"/>
                          <a:pt x="311" y="0"/>
                          <a:pt x="311" y="0"/>
                        </a:cubicBezTo>
                        <a:cubicBezTo>
                          <a:pt x="313" y="0"/>
                          <a:pt x="314" y="2"/>
                          <a:pt x="314" y="3"/>
                        </a:cubicBezTo>
                        <a:cubicBezTo>
                          <a:pt x="314" y="208"/>
                          <a:pt x="314" y="208"/>
                          <a:pt x="314" y="208"/>
                        </a:cubicBezTo>
                        <a:cubicBezTo>
                          <a:pt x="314" y="210"/>
                          <a:pt x="313" y="211"/>
                          <a:pt x="311" y="211"/>
                        </a:cubicBezTo>
                        <a:close/>
                        <a:moveTo>
                          <a:pt x="6" y="205"/>
                        </a:moveTo>
                        <a:cubicBezTo>
                          <a:pt x="308" y="205"/>
                          <a:pt x="308" y="205"/>
                          <a:pt x="308" y="205"/>
                        </a:cubicBezTo>
                        <a:cubicBezTo>
                          <a:pt x="308" y="6"/>
                          <a:pt x="308" y="6"/>
                          <a:pt x="308" y="6"/>
                        </a:cubicBezTo>
                        <a:cubicBezTo>
                          <a:pt x="6" y="6"/>
                          <a:pt x="6" y="6"/>
                          <a:pt x="6" y="6"/>
                        </a:cubicBezTo>
                        <a:lnTo>
                          <a:pt x="6" y="205"/>
                        </a:lnTo>
                        <a:close/>
                      </a:path>
                    </a:pathLst>
                  </a:custGeom>
                  <a:solidFill>
                    <a:srgbClr val="1E1E1E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/>
                  </a:p>
                </p:txBody>
              </p:sp>
              <p:sp>
                <p:nvSpPr>
                  <p:cNvPr id="285" name="Oval 13">
                    <a:extLst>
                      <a:ext uri="{FF2B5EF4-FFF2-40B4-BE49-F238E27FC236}">
                        <a16:creationId xmlns:a16="http://schemas.microsoft.com/office/drawing/2014/main" id="{D0BA27C2-5BBE-4F8D-8420-CFE6704F2B0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63022" y="5000948"/>
                    <a:ext cx="30162" cy="30163"/>
                  </a:xfrm>
                  <a:prstGeom prst="ellipse">
                    <a:avLst/>
                  </a:pr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/>
                  </a:p>
                </p:txBody>
              </p:sp>
              <p:sp>
                <p:nvSpPr>
                  <p:cNvPr id="286" name="Freeform 14">
                    <a:extLst>
                      <a:ext uri="{FF2B5EF4-FFF2-40B4-BE49-F238E27FC236}">
                        <a16:creationId xmlns:a16="http://schemas.microsoft.com/office/drawing/2014/main" id="{E8C21C87-A33A-41C4-AC79-627429586BCC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6159847" y="4996185"/>
                    <a:ext cx="36512" cy="38100"/>
                  </a:xfrm>
                  <a:custGeom>
                    <a:avLst/>
                    <a:gdLst>
                      <a:gd name="T0" fmla="*/ 11 w 22"/>
                      <a:gd name="T1" fmla="*/ 22 h 22"/>
                      <a:gd name="T2" fmla="*/ 0 w 22"/>
                      <a:gd name="T3" fmla="*/ 11 h 22"/>
                      <a:gd name="T4" fmla="*/ 11 w 22"/>
                      <a:gd name="T5" fmla="*/ 0 h 22"/>
                      <a:gd name="T6" fmla="*/ 22 w 22"/>
                      <a:gd name="T7" fmla="*/ 11 h 22"/>
                      <a:gd name="T8" fmla="*/ 11 w 22"/>
                      <a:gd name="T9" fmla="*/ 22 h 22"/>
                      <a:gd name="T10" fmla="*/ 11 w 22"/>
                      <a:gd name="T11" fmla="*/ 4 h 22"/>
                      <a:gd name="T12" fmla="*/ 4 w 22"/>
                      <a:gd name="T13" fmla="*/ 11 h 22"/>
                      <a:gd name="T14" fmla="*/ 11 w 22"/>
                      <a:gd name="T15" fmla="*/ 18 h 22"/>
                      <a:gd name="T16" fmla="*/ 18 w 22"/>
                      <a:gd name="T17" fmla="*/ 11 h 22"/>
                      <a:gd name="T18" fmla="*/ 11 w 22"/>
                      <a:gd name="T19" fmla="*/ 4 h 2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22" h="22">
                        <a:moveTo>
                          <a:pt x="11" y="22"/>
                        </a:moveTo>
                        <a:cubicBezTo>
                          <a:pt x="5" y="22"/>
                          <a:pt x="0" y="17"/>
                          <a:pt x="0" y="11"/>
                        </a:cubicBezTo>
                        <a:cubicBezTo>
                          <a:pt x="0" y="5"/>
                          <a:pt x="5" y="0"/>
                          <a:pt x="11" y="0"/>
                        </a:cubicBezTo>
                        <a:cubicBezTo>
                          <a:pt x="17" y="0"/>
                          <a:pt x="22" y="5"/>
                          <a:pt x="22" y="11"/>
                        </a:cubicBezTo>
                        <a:cubicBezTo>
                          <a:pt x="22" y="17"/>
                          <a:pt x="17" y="22"/>
                          <a:pt x="11" y="22"/>
                        </a:cubicBezTo>
                        <a:close/>
                        <a:moveTo>
                          <a:pt x="11" y="4"/>
                        </a:moveTo>
                        <a:cubicBezTo>
                          <a:pt x="7" y="4"/>
                          <a:pt x="4" y="7"/>
                          <a:pt x="4" y="11"/>
                        </a:cubicBezTo>
                        <a:cubicBezTo>
                          <a:pt x="4" y="15"/>
                          <a:pt x="7" y="18"/>
                          <a:pt x="11" y="18"/>
                        </a:cubicBezTo>
                        <a:cubicBezTo>
                          <a:pt x="15" y="18"/>
                          <a:pt x="18" y="15"/>
                          <a:pt x="18" y="11"/>
                        </a:cubicBezTo>
                        <a:cubicBezTo>
                          <a:pt x="18" y="7"/>
                          <a:pt x="15" y="4"/>
                          <a:pt x="11" y="4"/>
                        </a:cubicBezTo>
                        <a:close/>
                      </a:path>
                    </a:pathLst>
                  </a:custGeom>
                  <a:solidFill>
                    <a:srgbClr val="1E1E1E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/>
                  </a:p>
                </p:txBody>
              </p:sp>
            </p:grpSp>
            <p:grpSp>
              <p:nvGrpSpPr>
                <p:cNvPr id="267" name="그룹 266">
                  <a:extLst>
                    <a:ext uri="{FF2B5EF4-FFF2-40B4-BE49-F238E27FC236}">
                      <a16:creationId xmlns:a16="http://schemas.microsoft.com/office/drawing/2014/main" id="{241D693C-2916-4BCB-AE39-CC437403DFD8}"/>
                    </a:ext>
                  </a:extLst>
                </p:cNvPr>
                <p:cNvGrpSpPr/>
                <p:nvPr/>
              </p:nvGrpSpPr>
              <p:grpSpPr>
                <a:xfrm>
                  <a:off x="1681292" y="5173786"/>
                  <a:ext cx="196853" cy="96044"/>
                  <a:chOff x="2973403" y="6628465"/>
                  <a:chExt cx="317033" cy="127834"/>
                </a:xfrm>
              </p:grpSpPr>
              <p:sp>
                <p:nvSpPr>
                  <p:cNvPr id="268" name="Rectangle 60">
                    <a:extLst>
                      <a:ext uri="{FF2B5EF4-FFF2-40B4-BE49-F238E27FC236}">
                        <a16:creationId xmlns:a16="http://schemas.microsoft.com/office/drawing/2014/main" id="{B7F8A7E0-9C73-4C10-958F-ECC7B78813D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139590" y="6628465"/>
                    <a:ext cx="150846" cy="7671"/>
                  </a:xfrm>
                  <a:prstGeom prst="rect">
                    <a:avLst/>
                  </a:prstGeom>
                  <a:solidFill>
                    <a:srgbClr val="1E1E1E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/>
                  </a:p>
                </p:txBody>
              </p:sp>
              <p:sp>
                <p:nvSpPr>
                  <p:cNvPr id="269" name="Rectangle 61">
                    <a:extLst>
                      <a:ext uri="{FF2B5EF4-FFF2-40B4-BE49-F238E27FC236}">
                        <a16:creationId xmlns:a16="http://schemas.microsoft.com/office/drawing/2014/main" id="{3ED860A4-7F40-45B1-A95E-AC7E36B5443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139590" y="6654032"/>
                    <a:ext cx="150846" cy="10227"/>
                  </a:xfrm>
                  <a:prstGeom prst="rect">
                    <a:avLst/>
                  </a:prstGeom>
                  <a:solidFill>
                    <a:srgbClr val="1E1E1E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/>
                  </a:p>
                </p:txBody>
              </p:sp>
              <p:sp>
                <p:nvSpPr>
                  <p:cNvPr id="270" name="Rectangle 62">
                    <a:extLst>
                      <a:ext uri="{FF2B5EF4-FFF2-40B4-BE49-F238E27FC236}">
                        <a16:creationId xmlns:a16="http://schemas.microsoft.com/office/drawing/2014/main" id="{836D0F8D-27D2-49B0-9E89-942D24D4543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139590" y="6682155"/>
                    <a:ext cx="150846" cy="10227"/>
                  </a:xfrm>
                  <a:prstGeom prst="rect">
                    <a:avLst/>
                  </a:prstGeom>
                  <a:solidFill>
                    <a:srgbClr val="1E1E1E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/>
                  </a:p>
                </p:txBody>
              </p:sp>
              <p:sp>
                <p:nvSpPr>
                  <p:cNvPr id="271" name="Rectangle 63">
                    <a:extLst>
                      <a:ext uri="{FF2B5EF4-FFF2-40B4-BE49-F238E27FC236}">
                        <a16:creationId xmlns:a16="http://schemas.microsoft.com/office/drawing/2014/main" id="{5A48362F-D3E9-415E-A6F3-4A64F495790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139590" y="6712836"/>
                    <a:ext cx="150846" cy="7671"/>
                  </a:xfrm>
                  <a:prstGeom prst="rect">
                    <a:avLst/>
                  </a:prstGeom>
                  <a:solidFill>
                    <a:srgbClr val="1E1E1E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/>
                  </a:p>
                </p:txBody>
              </p:sp>
              <p:sp>
                <p:nvSpPr>
                  <p:cNvPr id="272" name="Rectangle 64">
                    <a:extLst>
                      <a:ext uri="{FF2B5EF4-FFF2-40B4-BE49-F238E27FC236}">
                        <a16:creationId xmlns:a16="http://schemas.microsoft.com/office/drawing/2014/main" id="{B496B3B8-9CD5-442B-8007-C85EE345EBA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139590" y="6743517"/>
                    <a:ext cx="150846" cy="10227"/>
                  </a:xfrm>
                  <a:prstGeom prst="rect">
                    <a:avLst/>
                  </a:prstGeom>
                  <a:solidFill>
                    <a:srgbClr val="1E1E1E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/>
                  </a:p>
                </p:txBody>
              </p:sp>
              <p:sp>
                <p:nvSpPr>
                  <p:cNvPr id="273" name="Rectangle 65">
                    <a:extLst>
                      <a:ext uri="{FF2B5EF4-FFF2-40B4-BE49-F238E27FC236}">
                        <a16:creationId xmlns:a16="http://schemas.microsoft.com/office/drawing/2014/main" id="{20211B15-107D-4BEA-BFFB-7DE9FD0CFBD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973403" y="6679599"/>
                    <a:ext cx="30680" cy="76700"/>
                  </a:xfrm>
                  <a:prstGeom prst="rect">
                    <a:avLst/>
                  </a:prstGeom>
                  <a:solidFill>
                    <a:srgbClr val="FFCF58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/>
                  </a:p>
                </p:txBody>
              </p:sp>
              <p:sp>
                <p:nvSpPr>
                  <p:cNvPr id="274" name="Rectangle 66">
                    <a:extLst>
                      <a:ext uri="{FF2B5EF4-FFF2-40B4-BE49-F238E27FC236}">
                        <a16:creationId xmlns:a16="http://schemas.microsoft.com/office/drawing/2014/main" id="{76707996-6556-40F6-8DA0-7B1A91425E0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027094" y="6656588"/>
                    <a:ext cx="30680" cy="99711"/>
                  </a:xfrm>
                  <a:prstGeom prst="rect">
                    <a:avLst/>
                  </a:prstGeom>
                  <a:solidFill>
                    <a:srgbClr val="FFCF58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/>
                  </a:p>
                </p:txBody>
              </p:sp>
              <p:sp>
                <p:nvSpPr>
                  <p:cNvPr id="275" name="Rectangle 67">
                    <a:extLst>
                      <a:ext uri="{FF2B5EF4-FFF2-40B4-BE49-F238E27FC236}">
                        <a16:creationId xmlns:a16="http://schemas.microsoft.com/office/drawing/2014/main" id="{96D2759E-D8EF-43B6-B140-29DE37F1F77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080786" y="6631021"/>
                    <a:ext cx="30680" cy="125278"/>
                  </a:xfrm>
                  <a:prstGeom prst="rect">
                    <a:avLst/>
                  </a:prstGeom>
                  <a:solidFill>
                    <a:srgbClr val="FFCF58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/>
                  </a:p>
                </p:txBody>
              </p:sp>
            </p:grpSp>
          </p:grpSp>
          <p:grpSp>
            <p:nvGrpSpPr>
              <p:cNvPr id="263" name="그룹 262">
                <a:extLst>
                  <a:ext uri="{FF2B5EF4-FFF2-40B4-BE49-F238E27FC236}">
                    <a16:creationId xmlns:a16="http://schemas.microsoft.com/office/drawing/2014/main" id="{DD0EBD00-2CD5-483D-A848-F046F6F65EBF}"/>
                  </a:ext>
                </a:extLst>
              </p:cNvPr>
              <p:cNvGrpSpPr/>
              <p:nvPr/>
            </p:nvGrpSpPr>
            <p:grpSpPr>
              <a:xfrm>
                <a:off x="1781536" y="5022842"/>
                <a:ext cx="207802" cy="207800"/>
                <a:chOff x="1482240" y="5709084"/>
                <a:chExt cx="182564" cy="182563"/>
              </a:xfrm>
            </p:grpSpPr>
            <p:sp>
              <p:nvSpPr>
                <p:cNvPr id="264" name="Freeform 68">
                  <a:extLst>
                    <a:ext uri="{FF2B5EF4-FFF2-40B4-BE49-F238E27FC236}">
                      <a16:creationId xmlns:a16="http://schemas.microsoft.com/office/drawing/2014/main" id="{F7C64283-CD2C-483B-B493-84A7F40C1F76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485415" y="5713846"/>
                  <a:ext cx="174627" cy="174626"/>
                </a:xfrm>
                <a:custGeom>
                  <a:avLst/>
                  <a:gdLst>
                    <a:gd name="T0" fmla="*/ 132 w 132"/>
                    <a:gd name="T1" fmla="*/ 74 h 132"/>
                    <a:gd name="T2" fmla="*/ 132 w 132"/>
                    <a:gd name="T3" fmla="*/ 56 h 132"/>
                    <a:gd name="T4" fmla="*/ 122 w 132"/>
                    <a:gd name="T5" fmla="*/ 56 h 132"/>
                    <a:gd name="T6" fmla="*/ 119 w 132"/>
                    <a:gd name="T7" fmla="*/ 46 h 132"/>
                    <a:gd name="T8" fmla="*/ 128 w 132"/>
                    <a:gd name="T9" fmla="*/ 41 h 132"/>
                    <a:gd name="T10" fmla="*/ 119 w 132"/>
                    <a:gd name="T11" fmla="*/ 26 h 132"/>
                    <a:gd name="T12" fmla="*/ 111 w 132"/>
                    <a:gd name="T13" fmla="*/ 30 h 132"/>
                    <a:gd name="T14" fmla="*/ 103 w 132"/>
                    <a:gd name="T15" fmla="*/ 22 h 132"/>
                    <a:gd name="T16" fmla="*/ 108 w 132"/>
                    <a:gd name="T17" fmla="*/ 13 h 132"/>
                    <a:gd name="T18" fmla="*/ 93 w 132"/>
                    <a:gd name="T19" fmla="*/ 4 h 132"/>
                    <a:gd name="T20" fmla="*/ 88 w 132"/>
                    <a:gd name="T21" fmla="*/ 13 h 132"/>
                    <a:gd name="T22" fmla="*/ 75 w 132"/>
                    <a:gd name="T23" fmla="*/ 9 h 132"/>
                    <a:gd name="T24" fmla="*/ 75 w 132"/>
                    <a:gd name="T25" fmla="*/ 0 h 132"/>
                    <a:gd name="T26" fmla="*/ 57 w 132"/>
                    <a:gd name="T27" fmla="*/ 0 h 132"/>
                    <a:gd name="T28" fmla="*/ 57 w 132"/>
                    <a:gd name="T29" fmla="*/ 9 h 132"/>
                    <a:gd name="T30" fmla="*/ 43 w 132"/>
                    <a:gd name="T31" fmla="*/ 13 h 132"/>
                    <a:gd name="T32" fmla="*/ 38 w 132"/>
                    <a:gd name="T33" fmla="*/ 4 h 132"/>
                    <a:gd name="T34" fmla="*/ 23 w 132"/>
                    <a:gd name="T35" fmla="*/ 14 h 132"/>
                    <a:gd name="T36" fmla="*/ 28 w 132"/>
                    <a:gd name="T37" fmla="*/ 23 h 132"/>
                    <a:gd name="T38" fmla="*/ 21 w 132"/>
                    <a:gd name="T39" fmla="*/ 31 h 132"/>
                    <a:gd name="T40" fmla="*/ 12 w 132"/>
                    <a:gd name="T41" fmla="*/ 26 h 132"/>
                    <a:gd name="T42" fmla="*/ 4 w 132"/>
                    <a:gd name="T43" fmla="*/ 41 h 132"/>
                    <a:gd name="T44" fmla="*/ 13 w 132"/>
                    <a:gd name="T45" fmla="*/ 46 h 132"/>
                    <a:gd name="T46" fmla="*/ 10 w 132"/>
                    <a:gd name="T47" fmla="*/ 56 h 132"/>
                    <a:gd name="T48" fmla="*/ 0 w 132"/>
                    <a:gd name="T49" fmla="*/ 56 h 132"/>
                    <a:gd name="T50" fmla="*/ 0 w 132"/>
                    <a:gd name="T51" fmla="*/ 74 h 132"/>
                    <a:gd name="T52" fmla="*/ 10 w 132"/>
                    <a:gd name="T53" fmla="*/ 74 h 132"/>
                    <a:gd name="T54" fmla="*/ 13 w 132"/>
                    <a:gd name="T55" fmla="*/ 85 h 132"/>
                    <a:gd name="T56" fmla="*/ 4 w 132"/>
                    <a:gd name="T57" fmla="*/ 90 h 132"/>
                    <a:gd name="T58" fmla="*/ 12 w 132"/>
                    <a:gd name="T59" fmla="*/ 105 h 132"/>
                    <a:gd name="T60" fmla="*/ 22 w 132"/>
                    <a:gd name="T61" fmla="*/ 100 h 132"/>
                    <a:gd name="T62" fmla="*/ 29 w 132"/>
                    <a:gd name="T63" fmla="*/ 108 h 132"/>
                    <a:gd name="T64" fmla="*/ 24 w 132"/>
                    <a:gd name="T65" fmla="*/ 117 h 132"/>
                    <a:gd name="T66" fmla="*/ 39 w 132"/>
                    <a:gd name="T67" fmla="*/ 126 h 132"/>
                    <a:gd name="T68" fmla="*/ 44 w 132"/>
                    <a:gd name="T69" fmla="*/ 117 h 132"/>
                    <a:gd name="T70" fmla="*/ 57 w 132"/>
                    <a:gd name="T71" fmla="*/ 121 h 132"/>
                    <a:gd name="T72" fmla="*/ 57 w 132"/>
                    <a:gd name="T73" fmla="*/ 132 h 132"/>
                    <a:gd name="T74" fmla="*/ 75 w 132"/>
                    <a:gd name="T75" fmla="*/ 132 h 132"/>
                    <a:gd name="T76" fmla="*/ 75 w 132"/>
                    <a:gd name="T77" fmla="*/ 121 h 132"/>
                    <a:gd name="T78" fmla="*/ 88 w 132"/>
                    <a:gd name="T79" fmla="*/ 117 h 132"/>
                    <a:gd name="T80" fmla="*/ 93 w 132"/>
                    <a:gd name="T81" fmla="*/ 126 h 132"/>
                    <a:gd name="T82" fmla="*/ 108 w 132"/>
                    <a:gd name="T83" fmla="*/ 116 h 132"/>
                    <a:gd name="T84" fmla="*/ 103 w 132"/>
                    <a:gd name="T85" fmla="*/ 108 h 132"/>
                    <a:gd name="T86" fmla="*/ 110 w 132"/>
                    <a:gd name="T87" fmla="*/ 100 h 132"/>
                    <a:gd name="T88" fmla="*/ 119 w 132"/>
                    <a:gd name="T89" fmla="*/ 105 h 132"/>
                    <a:gd name="T90" fmla="*/ 128 w 132"/>
                    <a:gd name="T91" fmla="*/ 90 h 132"/>
                    <a:gd name="T92" fmla="*/ 119 w 132"/>
                    <a:gd name="T93" fmla="*/ 85 h 132"/>
                    <a:gd name="T94" fmla="*/ 122 w 132"/>
                    <a:gd name="T95" fmla="*/ 74 h 132"/>
                    <a:gd name="T96" fmla="*/ 132 w 132"/>
                    <a:gd name="T97" fmla="*/ 74 h 132"/>
                    <a:gd name="T98" fmla="*/ 36 w 132"/>
                    <a:gd name="T99" fmla="*/ 66 h 132"/>
                    <a:gd name="T100" fmla="*/ 66 w 132"/>
                    <a:gd name="T101" fmla="*/ 36 h 132"/>
                    <a:gd name="T102" fmla="*/ 95 w 132"/>
                    <a:gd name="T103" fmla="*/ 66 h 132"/>
                    <a:gd name="T104" fmla="*/ 66 w 132"/>
                    <a:gd name="T105" fmla="*/ 96 h 132"/>
                    <a:gd name="T106" fmla="*/ 36 w 132"/>
                    <a:gd name="T107" fmla="*/ 66 h 1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</a:cxnLst>
                  <a:rect l="0" t="0" r="r" b="b"/>
                  <a:pathLst>
                    <a:path w="132" h="132">
                      <a:moveTo>
                        <a:pt x="132" y="74"/>
                      </a:moveTo>
                      <a:cubicBezTo>
                        <a:pt x="132" y="56"/>
                        <a:pt x="132" y="56"/>
                        <a:pt x="132" y="56"/>
                      </a:cubicBezTo>
                      <a:cubicBezTo>
                        <a:pt x="122" y="56"/>
                        <a:pt x="122" y="56"/>
                        <a:pt x="122" y="56"/>
                      </a:cubicBezTo>
                      <a:cubicBezTo>
                        <a:pt x="121" y="52"/>
                        <a:pt x="121" y="49"/>
                        <a:pt x="119" y="46"/>
                      </a:cubicBezTo>
                      <a:cubicBezTo>
                        <a:pt x="128" y="41"/>
                        <a:pt x="128" y="41"/>
                        <a:pt x="128" y="41"/>
                      </a:cubicBezTo>
                      <a:cubicBezTo>
                        <a:pt x="119" y="26"/>
                        <a:pt x="119" y="26"/>
                        <a:pt x="119" y="26"/>
                      </a:cubicBezTo>
                      <a:cubicBezTo>
                        <a:pt x="111" y="30"/>
                        <a:pt x="111" y="30"/>
                        <a:pt x="111" y="30"/>
                      </a:cubicBezTo>
                      <a:cubicBezTo>
                        <a:pt x="108" y="27"/>
                        <a:pt x="106" y="24"/>
                        <a:pt x="103" y="22"/>
                      </a:cubicBezTo>
                      <a:cubicBezTo>
                        <a:pt x="108" y="13"/>
                        <a:pt x="108" y="13"/>
                        <a:pt x="108" y="13"/>
                      </a:cubicBezTo>
                      <a:cubicBezTo>
                        <a:pt x="93" y="4"/>
                        <a:pt x="93" y="4"/>
                        <a:pt x="93" y="4"/>
                      </a:cubicBezTo>
                      <a:cubicBezTo>
                        <a:pt x="88" y="13"/>
                        <a:pt x="88" y="13"/>
                        <a:pt x="88" y="13"/>
                      </a:cubicBezTo>
                      <a:cubicBezTo>
                        <a:pt x="84" y="11"/>
                        <a:pt x="79" y="10"/>
                        <a:pt x="75" y="9"/>
                      </a:cubicBezTo>
                      <a:cubicBezTo>
                        <a:pt x="75" y="0"/>
                        <a:pt x="75" y="0"/>
                        <a:pt x="75" y="0"/>
                      </a:cubicBezTo>
                      <a:cubicBezTo>
                        <a:pt x="57" y="0"/>
                        <a:pt x="57" y="0"/>
                        <a:pt x="57" y="0"/>
                      </a:cubicBezTo>
                      <a:cubicBezTo>
                        <a:pt x="57" y="9"/>
                        <a:pt x="57" y="9"/>
                        <a:pt x="57" y="9"/>
                      </a:cubicBezTo>
                      <a:cubicBezTo>
                        <a:pt x="52" y="10"/>
                        <a:pt x="48" y="11"/>
                        <a:pt x="43" y="13"/>
                      </a:cubicBezTo>
                      <a:cubicBezTo>
                        <a:pt x="38" y="4"/>
                        <a:pt x="38" y="4"/>
                        <a:pt x="38" y="4"/>
                      </a:cubicBezTo>
                      <a:cubicBezTo>
                        <a:pt x="23" y="14"/>
                        <a:pt x="23" y="14"/>
                        <a:pt x="23" y="14"/>
                      </a:cubicBezTo>
                      <a:cubicBezTo>
                        <a:pt x="28" y="23"/>
                        <a:pt x="28" y="23"/>
                        <a:pt x="28" y="23"/>
                      </a:cubicBezTo>
                      <a:cubicBezTo>
                        <a:pt x="26" y="25"/>
                        <a:pt x="23" y="28"/>
                        <a:pt x="21" y="31"/>
                      </a:cubicBezTo>
                      <a:cubicBezTo>
                        <a:pt x="12" y="26"/>
                        <a:pt x="12" y="26"/>
                        <a:pt x="12" y="26"/>
                      </a:cubicBezTo>
                      <a:cubicBezTo>
                        <a:pt x="4" y="41"/>
                        <a:pt x="4" y="41"/>
                        <a:pt x="4" y="41"/>
                      </a:cubicBezTo>
                      <a:cubicBezTo>
                        <a:pt x="13" y="46"/>
                        <a:pt x="13" y="46"/>
                        <a:pt x="13" y="46"/>
                      </a:cubicBezTo>
                      <a:cubicBezTo>
                        <a:pt x="12" y="49"/>
                        <a:pt x="11" y="53"/>
                        <a:pt x="10" y="56"/>
                      </a:cubicBezTo>
                      <a:cubicBezTo>
                        <a:pt x="0" y="56"/>
                        <a:pt x="0" y="56"/>
                        <a:pt x="0" y="56"/>
                      </a:cubicBezTo>
                      <a:cubicBezTo>
                        <a:pt x="0" y="74"/>
                        <a:pt x="0" y="74"/>
                        <a:pt x="0" y="74"/>
                      </a:cubicBezTo>
                      <a:cubicBezTo>
                        <a:pt x="10" y="74"/>
                        <a:pt x="10" y="74"/>
                        <a:pt x="10" y="74"/>
                      </a:cubicBezTo>
                      <a:cubicBezTo>
                        <a:pt x="11" y="77"/>
                        <a:pt x="12" y="81"/>
                        <a:pt x="13" y="85"/>
                      </a:cubicBezTo>
                      <a:cubicBezTo>
                        <a:pt x="4" y="90"/>
                        <a:pt x="4" y="90"/>
                        <a:pt x="4" y="90"/>
                      </a:cubicBezTo>
                      <a:cubicBezTo>
                        <a:pt x="12" y="105"/>
                        <a:pt x="12" y="105"/>
                        <a:pt x="12" y="105"/>
                      </a:cubicBezTo>
                      <a:cubicBezTo>
                        <a:pt x="22" y="100"/>
                        <a:pt x="22" y="100"/>
                        <a:pt x="22" y="100"/>
                      </a:cubicBezTo>
                      <a:cubicBezTo>
                        <a:pt x="24" y="103"/>
                        <a:pt x="26" y="106"/>
                        <a:pt x="29" y="108"/>
                      </a:cubicBezTo>
                      <a:cubicBezTo>
                        <a:pt x="24" y="117"/>
                        <a:pt x="24" y="117"/>
                        <a:pt x="24" y="117"/>
                      </a:cubicBezTo>
                      <a:cubicBezTo>
                        <a:pt x="39" y="126"/>
                        <a:pt x="39" y="126"/>
                        <a:pt x="39" y="126"/>
                      </a:cubicBezTo>
                      <a:cubicBezTo>
                        <a:pt x="44" y="117"/>
                        <a:pt x="44" y="117"/>
                        <a:pt x="44" y="117"/>
                      </a:cubicBezTo>
                      <a:cubicBezTo>
                        <a:pt x="48" y="119"/>
                        <a:pt x="53" y="120"/>
                        <a:pt x="57" y="121"/>
                      </a:cubicBezTo>
                      <a:cubicBezTo>
                        <a:pt x="57" y="132"/>
                        <a:pt x="57" y="132"/>
                        <a:pt x="57" y="132"/>
                      </a:cubicBezTo>
                      <a:cubicBezTo>
                        <a:pt x="75" y="132"/>
                        <a:pt x="75" y="132"/>
                        <a:pt x="75" y="132"/>
                      </a:cubicBezTo>
                      <a:cubicBezTo>
                        <a:pt x="75" y="121"/>
                        <a:pt x="75" y="121"/>
                        <a:pt x="75" y="121"/>
                      </a:cubicBezTo>
                      <a:cubicBezTo>
                        <a:pt x="79" y="120"/>
                        <a:pt x="84" y="119"/>
                        <a:pt x="88" y="117"/>
                      </a:cubicBezTo>
                      <a:cubicBezTo>
                        <a:pt x="93" y="126"/>
                        <a:pt x="93" y="126"/>
                        <a:pt x="93" y="126"/>
                      </a:cubicBezTo>
                      <a:cubicBezTo>
                        <a:pt x="108" y="116"/>
                        <a:pt x="108" y="116"/>
                        <a:pt x="108" y="116"/>
                      </a:cubicBezTo>
                      <a:cubicBezTo>
                        <a:pt x="103" y="108"/>
                        <a:pt x="103" y="108"/>
                        <a:pt x="103" y="108"/>
                      </a:cubicBezTo>
                      <a:cubicBezTo>
                        <a:pt x="105" y="106"/>
                        <a:pt x="108" y="103"/>
                        <a:pt x="110" y="100"/>
                      </a:cubicBezTo>
                      <a:cubicBezTo>
                        <a:pt x="119" y="105"/>
                        <a:pt x="119" y="105"/>
                        <a:pt x="119" y="105"/>
                      </a:cubicBezTo>
                      <a:cubicBezTo>
                        <a:pt x="128" y="90"/>
                        <a:pt x="128" y="90"/>
                        <a:pt x="128" y="90"/>
                      </a:cubicBezTo>
                      <a:cubicBezTo>
                        <a:pt x="119" y="85"/>
                        <a:pt x="119" y="85"/>
                        <a:pt x="119" y="85"/>
                      </a:cubicBezTo>
                      <a:cubicBezTo>
                        <a:pt x="120" y="82"/>
                        <a:pt x="121" y="78"/>
                        <a:pt x="122" y="74"/>
                      </a:cubicBezTo>
                      <a:lnTo>
                        <a:pt x="132" y="74"/>
                      </a:lnTo>
                      <a:close/>
                      <a:moveTo>
                        <a:pt x="36" y="66"/>
                      </a:moveTo>
                      <a:cubicBezTo>
                        <a:pt x="36" y="49"/>
                        <a:pt x="49" y="36"/>
                        <a:pt x="66" y="36"/>
                      </a:cubicBezTo>
                      <a:cubicBezTo>
                        <a:pt x="82" y="36"/>
                        <a:pt x="95" y="49"/>
                        <a:pt x="95" y="66"/>
                      </a:cubicBezTo>
                      <a:cubicBezTo>
                        <a:pt x="95" y="82"/>
                        <a:pt x="82" y="96"/>
                        <a:pt x="66" y="96"/>
                      </a:cubicBezTo>
                      <a:cubicBezTo>
                        <a:pt x="49" y="96"/>
                        <a:pt x="36" y="82"/>
                        <a:pt x="36" y="66"/>
                      </a:cubicBezTo>
                      <a:close/>
                    </a:path>
                  </a:pathLst>
                </a:custGeom>
                <a:solidFill>
                  <a:srgbClr val="FFC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265" name="Freeform 69">
                  <a:extLst>
                    <a:ext uri="{FF2B5EF4-FFF2-40B4-BE49-F238E27FC236}">
                      <a16:creationId xmlns:a16="http://schemas.microsoft.com/office/drawing/2014/main" id="{E9E4926F-6DF3-4A99-A104-FE37BB32D0B8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482240" y="5709084"/>
                  <a:ext cx="182564" cy="182563"/>
                </a:xfrm>
                <a:custGeom>
                  <a:avLst/>
                  <a:gdLst>
                    <a:gd name="T0" fmla="*/ 57 w 138"/>
                    <a:gd name="T1" fmla="*/ 135 h 138"/>
                    <a:gd name="T2" fmla="*/ 44 w 138"/>
                    <a:gd name="T3" fmla="*/ 130 h 138"/>
                    <a:gd name="T4" fmla="*/ 25 w 138"/>
                    <a:gd name="T5" fmla="*/ 122 h 138"/>
                    <a:gd name="T6" fmla="*/ 24 w 138"/>
                    <a:gd name="T7" fmla="*/ 107 h 138"/>
                    <a:gd name="T8" fmla="*/ 13 w 138"/>
                    <a:gd name="T9" fmla="*/ 110 h 138"/>
                    <a:gd name="T10" fmla="*/ 13 w 138"/>
                    <a:gd name="T11" fmla="*/ 86 h 138"/>
                    <a:gd name="T12" fmla="*/ 0 w 138"/>
                    <a:gd name="T13" fmla="*/ 77 h 138"/>
                    <a:gd name="T14" fmla="*/ 11 w 138"/>
                    <a:gd name="T15" fmla="*/ 56 h 138"/>
                    <a:gd name="T16" fmla="*/ 4 w 138"/>
                    <a:gd name="T17" fmla="*/ 43 h 138"/>
                    <a:gd name="T18" fmla="*/ 23 w 138"/>
                    <a:gd name="T19" fmla="*/ 30 h 138"/>
                    <a:gd name="T20" fmla="*/ 24 w 138"/>
                    <a:gd name="T21" fmla="*/ 14 h 138"/>
                    <a:gd name="T22" fmla="*/ 47 w 138"/>
                    <a:gd name="T23" fmla="*/ 13 h 138"/>
                    <a:gd name="T24" fmla="*/ 60 w 138"/>
                    <a:gd name="T25" fmla="*/ 0 h 138"/>
                    <a:gd name="T26" fmla="*/ 80 w 138"/>
                    <a:gd name="T27" fmla="*/ 10 h 138"/>
                    <a:gd name="T28" fmla="*/ 97 w 138"/>
                    <a:gd name="T29" fmla="*/ 5 h 138"/>
                    <a:gd name="T30" fmla="*/ 109 w 138"/>
                    <a:gd name="T31" fmla="*/ 24 h 138"/>
                    <a:gd name="T32" fmla="*/ 124 w 138"/>
                    <a:gd name="T33" fmla="*/ 28 h 138"/>
                    <a:gd name="T34" fmla="*/ 126 w 138"/>
                    <a:gd name="T35" fmla="*/ 50 h 138"/>
                    <a:gd name="T36" fmla="*/ 138 w 138"/>
                    <a:gd name="T37" fmla="*/ 59 h 138"/>
                    <a:gd name="T38" fmla="*/ 127 w 138"/>
                    <a:gd name="T39" fmla="*/ 79 h 138"/>
                    <a:gd name="T40" fmla="*/ 133 w 138"/>
                    <a:gd name="T41" fmla="*/ 94 h 138"/>
                    <a:gd name="T42" fmla="*/ 121 w 138"/>
                    <a:gd name="T43" fmla="*/ 111 h 138"/>
                    <a:gd name="T44" fmla="*/ 113 w 138"/>
                    <a:gd name="T45" fmla="*/ 118 h 138"/>
                    <a:gd name="T46" fmla="*/ 97 w 138"/>
                    <a:gd name="T47" fmla="*/ 131 h 138"/>
                    <a:gd name="T48" fmla="*/ 80 w 138"/>
                    <a:gd name="T49" fmla="*/ 126 h 138"/>
                    <a:gd name="T50" fmla="*/ 63 w 138"/>
                    <a:gd name="T51" fmla="*/ 132 h 138"/>
                    <a:gd name="T52" fmla="*/ 77 w 138"/>
                    <a:gd name="T53" fmla="*/ 121 h 138"/>
                    <a:gd name="T54" fmla="*/ 97 w 138"/>
                    <a:gd name="T55" fmla="*/ 125 h 138"/>
                    <a:gd name="T56" fmla="*/ 104 w 138"/>
                    <a:gd name="T57" fmla="*/ 109 h 138"/>
                    <a:gd name="T58" fmla="*/ 121 w 138"/>
                    <a:gd name="T59" fmla="*/ 105 h 138"/>
                    <a:gd name="T60" fmla="*/ 119 w 138"/>
                    <a:gd name="T61" fmla="*/ 87 h 138"/>
                    <a:gd name="T62" fmla="*/ 132 w 138"/>
                    <a:gd name="T63" fmla="*/ 74 h 138"/>
                    <a:gd name="T64" fmla="*/ 122 w 138"/>
                    <a:gd name="T65" fmla="*/ 59 h 138"/>
                    <a:gd name="T66" fmla="*/ 127 w 138"/>
                    <a:gd name="T67" fmla="*/ 43 h 138"/>
                    <a:gd name="T68" fmla="*/ 112 w 138"/>
                    <a:gd name="T69" fmla="*/ 35 h 138"/>
                    <a:gd name="T70" fmla="*/ 107 w 138"/>
                    <a:gd name="T71" fmla="*/ 17 h 138"/>
                    <a:gd name="T72" fmla="*/ 90 w 138"/>
                    <a:gd name="T73" fmla="*/ 18 h 138"/>
                    <a:gd name="T74" fmla="*/ 75 w 138"/>
                    <a:gd name="T75" fmla="*/ 6 h 138"/>
                    <a:gd name="T76" fmla="*/ 60 w 138"/>
                    <a:gd name="T77" fmla="*/ 15 h 138"/>
                    <a:gd name="T78" fmla="*/ 40 w 138"/>
                    <a:gd name="T79" fmla="*/ 11 h 138"/>
                    <a:gd name="T80" fmla="*/ 33 w 138"/>
                    <a:gd name="T81" fmla="*/ 28 h 138"/>
                    <a:gd name="T82" fmla="*/ 16 w 138"/>
                    <a:gd name="T83" fmla="*/ 33 h 138"/>
                    <a:gd name="T84" fmla="*/ 18 w 138"/>
                    <a:gd name="T85" fmla="*/ 50 h 138"/>
                    <a:gd name="T86" fmla="*/ 6 w 138"/>
                    <a:gd name="T87" fmla="*/ 62 h 138"/>
                    <a:gd name="T88" fmla="*/ 16 w 138"/>
                    <a:gd name="T89" fmla="*/ 76 h 138"/>
                    <a:gd name="T90" fmla="*/ 10 w 138"/>
                    <a:gd name="T91" fmla="*/ 94 h 138"/>
                    <a:gd name="T92" fmla="*/ 27 w 138"/>
                    <a:gd name="T93" fmla="*/ 101 h 138"/>
                    <a:gd name="T94" fmla="*/ 31 w 138"/>
                    <a:gd name="T95" fmla="*/ 119 h 138"/>
                    <a:gd name="T96" fmla="*/ 48 w 138"/>
                    <a:gd name="T97" fmla="*/ 118 h 138"/>
                    <a:gd name="T98" fmla="*/ 63 w 138"/>
                    <a:gd name="T99" fmla="*/ 132 h 138"/>
                    <a:gd name="T100" fmla="*/ 69 w 138"/>
                    <a:gd name="T101" fmla="*/ 36 h 138"/>
                    <a:gd name="T102" fmla="*/ 69 w 138"/>
                    <a:gd name="T103" fmla="*/ 42 h 138"/>
                    <a:gd name="T104" fmla="*/ 96 w 138"/>
                    <a:gd name="T105" fmla="*/ 69 h 1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</a:cxnLst>
                  <a:rect l="0" t="0" r="r" b="b"/>
                  <a:pathLst>
                    <a:path w="138" h="138">
                      <a:moveTo>
                        <a:pt x="78" y="138"/>
                      </a:moveTo>
                      <a:cubicBezTo>
                        <a:pt x="60" y="138"/>
                        <a:pt x="60" y="138"/>
                        <a:pt x="60" y="138"/>
                      </a:cubicBezTo>
                      <a:cubicBezTo>
                        <a:pt x="58" y="138"/>
                        <a:pt x="57" y="136"/>
                        <a:pt x="57" y="135"/>
                      </a:cubicBezTo>
                      <a:cubicBezTo>
                        <a:pt x="57" y="126"/>
                        <a:pt x="57" y="126"/>
                        <a:pt x="57" y="126"/>
                      </a:cubicBezTo>
                      <a:cubicBezTo>
                        <a:pt x="54" y="126"/>
                        <a:pt x="51" y="125"/>
                        <a:pt x="48" y="124"/>
                      </a:cubicBezTo>
                      <a:cubicBezTo>
                        <a:pt x="44" y="130"/>
                        <a:pt x="44" y="130"/>
                        <a:pt x="44" y="130"/>
                      </a:cubicBezTo>
                      <a:cubicBezTo>
                        <a:pt x="44" y="131"/>
                        <a:pt x="43" y="131"/>
                        <a:pt x="42" y="132"/>
                      </a:cubicBezTo>
                      <a:cubicBezTo>
                        <a:pt x="42" y="132"/>
                        <a:pt x="41" y="132"/>
                        <a:pt x="40" y="131"/>
                      </a:cubicBezTo>
                      <a:cubicBezTo>
                        <a:pt x="25" y="122"/>
                        <a:pt x="25" y="122"/>
                        <a:pt x="25" y="122"/>
                      </a:cubicBezTo>
                      <a:cubicBezTo>
                        <a:pt x="24" y="121"/>
                        <a:pt x="24" y="120"/>
                        <a:pt x="24" y="118"/>
                      </a:cubicBezTo>
                      <a:cubicBezTo>
                        <a:pt x="29" y="111"/>
                        <a:pt x="29" y="111"/>
                        <a:pt x="29" y="111"/>
                      </a:cubicBezTo>
                      <a:cubicBezTo>
                        <a:pt x="27" y="110"/>
                        <a:pt x="25" y="108"/>
                        <a:pt x="24" y="107"/>
                      </a:cubicBezTo>
                      <a:cubicBezTo>
                        <a:pt x="16" y="111"/>
                        <a:pt x="16" y="111"/>
                        <a:pt x="16" y="111"/>
                      </a:cubicBezTo>
                      <a:cubicBezTo>
                        <a:pt x="16" y="111"/>
                        <a:pt x="15" y="111"/>
                        <a:pt x="14" y="111"/>
                      </a:cubicBezTo>
                      <a:cubicBezTo>
                        <a:pt x="14" y="111"/>
                        <a:pt x="13" y="110"/>
                        <a:pt x="13" y="110"/>
                      </a:cubicBezTo>
                      <a:cubicBezTo>
                        <a:pt x="4" y="94"/>
                        <a:pt x="4" y="94"/>
                        <a:pt x="4" y="94"/>
                      </a:cubicBezTo>
                      <a:cubicBezTo>
                        <a:pt x="3" y="93"/>
                        <a:pt x="4" y="91"/>
                        <a:pt x="5" y="91"/>
                      </a:cubicBezTo>
                      <a:cubicBezTo>
                        <a:pt x="13" y="86"/>
                        <a:pt x="13" y="86"/>
                        <a:pt x="13" y="86"/>
                      </a:cubicBezTo>
                      <a:cubicBezTo>
                        <a:pt x="12" y="84"/>
                        <a:pt x="11" y="82"/>
                        <a:pt x="11" y="79"/>
                      </a:cubicBezTo>
                      <a:cubicBezTo>
                        <a:pt x="3" y="79"/>
                        <a:pt x="3" y="79"/>
                        <a:pt x="3" y="79"/>
                      </a:cubicBezTo>
                      <a:cubicBezTo>
                        <a:pt x="1" y="79"/>
                        <a:pt x="0" y="78"/>
                        <a:pt x="0" y="77"/>
                      </a:cubicBezTo>
                      <a:cubicBezTo>
                        <a:pt x="0" y="59"/>
                        <a:pt x="0" y="59"/>
                        <a:pt x="0" y="59"/>
                      </a:cubicBezTo>
                      <a:cubicBezTo>
                        <a:pt x="0" y="57"/>
                        <a:pt x="1" y="56"/>
                        <a:pt x="3" y="56"/>
                      </a:cubicBezTo>
                      <a:cubicBezTo>
                        <a:pt x="11" y="56"/>
                        <a:pt x="11" y="56"/>
                        <a:pt x="11" y="56"/>
                      </a:cubicBezTo>
                      <a:cubicBezTo>
                        <a:pt x="11" y="54"/>
                        <a:pt x="12" y="52"/>
                        <a:pt x="12" y="51"/>
                      </a:cubicBezTo>
                      <a:cubicBezTo>
                        <a:pt x="5" y="47"/>
                        <a:pt x="5" y="47"/>
                        <a:pt x="5" y="47"/>
                      </a:cubicBezTo>
                      <a:cubicBezTo>
                        <a:pt x="4" y="46"/>
                        <a:pt x="3" y="44"/>
                        <a:pt x="4" y="43"/>
                      </a:cubicBezTo>
                      <a:cubicBezTo>
                        <a:pt x="13" y="28"/>
                        <a:pt x="13" y="28"/>
                        <a:pt x="13" y="28"/>
                      </a:cubicBezTo>
                      <a:cubicBezTo>
                        <a:pt x="13" y="26"/>
                        <a:pt x="15" y="26"/>
                        <a:pt x="16" y="27"/>
                      </a:cubicBezTo>
                      <a:cubicBezTo>
                        <a:pt x="23" y="30"/>
                        <a:pt x="23" y="30"/>
                        <a:pt x="23" y="30"/>
                      </a:cubicBezTo>
                      <a:cubicBezTo>
                        <a:pt x="25" y="29"/>
                        <a:pt x="26" y="27"/>
                        <a:pt x="28" y="25"/>
                      </a:cubicBezTo>
                      <a:cubicBezTo>
                        <a:pt x="23" y="18"/>
                        <a:pt x="23" y="18"/>
                        <a:pt x="23" y="18"/>
                      </a:cubicBezTo>
                      <a:cubicBezTo>
                        <a:pt x="23" y="17"/>
                        <a:pt x="23" y="15"/>
                        <a:pt x="24" y="14"/>
                      </a:cubicBezTo>
                      <a:cubicBezTo>
                        <a:pt x="39" y="5"/>
                        <a:pt x="39" y="5"/>
                        <a:pt x="39" y="5"/>
                      </a:cubicBezTo>
                      <a:cubicBezTo>
                        <a:pt x="40" y="4"/>
                        <a:pt x="42" y="5"/>
                        <a:pt x="43" y="6"/>
                      </a:cubicBezTo>
                      <a:cubicBezTo>
                        <a:pt x="47" y="13"/>
                        <a:pt x="47" y="13"/>
                        <a:pt x="47" y="13"/>
                      </a:cubicBezTo>
                      <a:cubicBezTo>
                        <a:pt x="50" y="12"/>
                        <a:pt x="54" y="11"/>
                        <a:pt x="57" y="10"/>
                      </a:cubicBezTo>
                      <a:cubicBezTo>
                        <a:pt x="57" y="3"/>
                        <a:pt x="57" y="3"/>
                        <a:pt x="57" y="3"/>
                      </a:cubicBezTo>
                      <a:cubicBezTo>
                        <a:pt x="57" y="1"/>
                        <a:pt x="58" y="0"/>
                        <a:pt x="60" y="0"/>
                      </a:cubicBezTo>
                      <a:cubicBezTo>
                        <a:pt x="78" y="0"/>
                        <a:pt x="78" y="0"/>
                        <a:pt x="78" y="0"/>
                      </a:cubicBezTo>
                      <a:cubicBezTo>
                        <a:pt x="79" y="0"/>
                        <a:pt x="80" y="1"/>
                        <a:pt x="80" y="3"/>
                      </a:cubicBezTo>
                      <a:cubicBezTo>
                        <a:pt x="80" y="10"/>
                        <a:pt x="80" y="10"/>
                        <a:pt x="80" y="10"/>
                      </a:cubicBezTo>
                      <a:cubicBezTo>
                        <a:pt x="84" y="10"/>
                        <a:pt x="87" y="11"/>
                        <a:pt x="90" y="12"/>
                      </a:cubicBezTo>
                      <a:cubicBezTo>
                        <a:pt x="94" y="6"/>
                        <a:pt x="94" y="6"/>
                        <a:pt x="94" y="6"/>
                      </a:cubicBezTo>
                      <a:cubicBezTo>
                        <a:pt x="94" y="4"/>
                        <a:pt x="96" y="4"/>
                        <a:pt x="97" y="5"/>
                      </a:cubicBezTo>
                      <a:cubicBezTo>
                        <a:pt x="112" y="14"/>
                        <a:pt x="112" y="14"/>
                        <a:pt x="112" y="14"/>
                      </a:cubicBezTo>
                      <a:cubicBezTo>
                        <a:pt x="114" y="15"/>
                        <a:pt x="114" y="17"/>
                        <a:pt x="113" y="18"/>
                      </a:cubicBezTo>
                      <a:cubicBezTo>
                        <a:pt x="109" y="24"/>
                        <a:pt x="109" y="24"/>
                        <a:pt x="109" y="24"/>
                      </a:cubicBezTo>
                      <a:cubicBezTo>
                        <a:pt x="111" y="26"/>
                        <a:pt x="113" y="28"/>
                        <a:pt x="115" y="30"/>
                      </a:cubicBezTo>
                      <a:cubicBezTo>
                        <a:pt x="121" y="27"/>
                        <a:pt x="121" y="27"/>
                        <a:pt x="121" y="27"/>
                      </a:cubicBezTo>
                      <a:cubicBezTo>
                        <a:pt x="122" y="26"/>
                        <a:pt x="124" y="26"/>
                        <a:pt x="124" y="28"/>
                      </a:cubicBezTo>
                      <a:cubicBezTo>
                        <a:pt x="133" y="43"/>
                        <a:pt x="133" y="43"/>
                        <a:pt x="133" y="43"/>
                      </a:cubicBezTo>
                      <a:cubicBezTo>
                        <a:pt x="134" y="44"/>
                        <a:pt x="133" y="46"/>
                        <a:pt x="132" y="47"/>
                      </a:cubicBezTo>
                      <a:cubicBezTo>
                        <a:pt x="126" y="50"/>
                        <a:pt x="126" y="50"/>
                        <a:pt x="126" y="50"/>
                      </a:cubicBezTo>
                      <a:cubicBezTo>
                        <a:pt x="126" y="52"/>
                        <a:pt x="127" y="54"/>
                        <a:pt x="127" y="56"/>
                      </a:cubicBezTo>
                      <a:cubicBezTo>
                        <a:pt x="135" y="56"/>
                        <a:pt x="135" y="56"/>
                        <a:pt x="135" y="56"/>
                      </a:cubicBezTo>
                      <a:cubicBezTo>
                        <a:pt x="136" y="56"/>
                        <a:pt x="138" y="57"/>
                        <a:pt x="138" y="59"/>
                      </a:cubicBezTo>
                      <a:cubicBezTo>
                        <a:pt x="138" y="77"/>
                        <a:pt x="138" y="77"/>
                        <a:pt x="138" y="77"/>
                      </a:cubicBezTo>
                      <a:cubicBezTo>
                        <a:pt x="138" y="78"/>
                        <a:pt x="136" y="79"/>
                        <a:pt x="135" y="79"/>
                      </a:cubicBezTo>
                      <a:cubicBezTo>
                        <a:pt x="127" y="79"/>
                        <a:pt x="127" y="79"/>
                        <a:pt x="127" y="79"/>
                      </a:cubicBezTo>
                      <a:cubicBezTo>
                        <a:pt x="127" y="82"/>
                        <a:pt x="126" y="84"/>
                        <a:pt x="125" y="87"/>
                      </a:cubicBezTo>
                      <a:cubicBezTo>
                        <a:pt x="132" y="91"/>
                        <a:pt x="132" y="91"/>
                        <a:pt x="132" y="91"/>
                      </a:cubicBezTo>
                      <a:cubicBezTo>
                        <a:pt x="133" y="91"/>
                        <a:pt x="134" y="93"/>
                        <a:pt x="133" y="94"/>
                      </a:cubicBezTo>
                      <a:cubicBezTo>
                        <a:pt x="124" y="110"/>
                        <a:pt x="124" y="110"/>
                        <a:pt x="124" y="110"/>
                      </a:cubicBezTo>
                      <a:cubicBezTo>
                        <a:pt x="124" y="110"/>
                        <a:pt x="123" y="111"/>
                        <a:pt x="123" y="111"/>
                      </a:cubicBezTo>
                      <a:cubicBezTo>
                        <a:pt x="122" y="111"/>
                        <a:pt x="121" y="111"/>
                        <a:pt x="121" y="111"/>
                      </a:cubicBezTo>
                      <a:cubicBezTo>
                        <a:pt x="114" y="107"/>
                        <a:pt x="114" y="107"/>
                        <a:pt x="114" y="107"/>
                      </a:cubicBezTo>
                      <a:cubicBezTo>
                        <a:pt x="112" y="109"/>
                        <a:pt x="111" y="110"/>
                        <a:pt x="109" y="112"/>
                      </a:cubicBezTo>
                      <a:cubicBezTo>
                        <a:pt x="113" y="118"/>
                        <a:pt x="113" y="118"/>
                        <a:pt x="113" y="118"/>
                      </a:cubicBezTo>
                      <a:cubicBezTo>
                        <a:pt x="114" y="118"/>
                        <a:pt x="114" y="119"/>
                        <a:pt x="113" y="120"/>
                      </a:cubicBezTo>
                      <a:cubicBezTo>
                        <a:pt x="113" y="121"/>
                        <a:pt x="113" y="121"/>
                        <a:pt x="112" y="122"/>
                      </a:cubicBezTo>
                      <a:cubicBezTo>
                        <a:pt x="97" y="131"/>
                        <a:pt x="97" y="131"/>
                        <a:pt x="97" y="131"/>
                      </a:cubicBezTo>
                      <a:cubicBezTo>
                        <a:pt x="96" y="132"/>
                        <a:pt x="94" y="131"/>
                        <a:pt x="93" y="130"/>
                      </a:cubicBezTo>
                      <a:cubicBezTo>
                        <a:pt x="90" y="124"/>
                        <a:pt x="90" y="124"/>
                        <a:pt x="90" y="124"/>
                      </a:cubicBezTo>
                      <a:cubicBezTo>
                        <a:pt x="87" y="125"/>
                        <a:pt x="84" y="126"/>
                        <a:pt x="80" y="126"/>
                      </a:cubicBezTo>
                      <a:cubicBezTo>
                        <a:pt x="80" y="135"/>
                        <a:pt x="80" y="135"/>
                        <a:pt x="80" y="135"/>
                      </a:cubicBezTo>
                      <a:cubicBezTo>
                        <a:pt x="80" y="136"/>
                        <a:pt x="79" y="138"/>
                        <a:pt x="78" y="138"/>
                      </a:cubicBezTo>
                      <a:close/>
                      <a:moveTo>
                        <a:pt x="63" y="132"/>
                      </a:moveTo>
                      <a:cubicBezTo>
                        <a:pt x="75" y="132"/>
                        <a:pt x="75" y="132"/>
                        <a:pt x="75" y="132"/>
                      </a:cubicBezTo>
                      <a:cubicBezTo>
                        <a:pt x="75" y="124"/>
                        <a:pt x="75" y="124"/>
                        <a:pt x="75" y="124"/>
                      </a:cubicBezTo>
                      <a:cubicBezTo>
                        <a:pt x="75" y="123"/>
                        <a:pt x="76" y="122"/>
                        <a:pt x="77" y="121"/>
                      </a:cubicBezTo>
                      <a:cubicBezTo>
                        <a:pt x="81" y="121"/>
                        <a:pt x="86" y="120"/>
                        <a:pt x="90" y="118"/>
                      </a:cubicBezTo>
                      <a:cubicBezTo>
                        <a:pt x="91" y="117"/>
                        <a:pt x="92" y="118"/>
                        <a:pt x="93" y="119"/>
                      </a:cubicBezTo>
                      <a:cubicBezTo>
                        <a:pt x="97" y="125"/>
                        <a:pt x="97" y="125"/>
                        <a:pt x="97" y="125"/>
                      </a:cubicBezTo>
                      <a:cubicBezTo>
                        <a:pt x="107" y="118"/>
                        <a:pt x="107" y="118"/>
                        <a:pt x="107" y="118"/>
                      </a:cubicBezTo>
                      <a:cubicBezTo>
                        <a:pt x="103" y="113"/>
                        <a:pt x="103" y="113"/>
                        <a:pt x="103" y="113"/>
                      </a:cubicBezTo>
                      <a:cubicBezTo>
                        <a:pt x="103" y="112"/>
                        <a:pt x="103" y="110"/>
                        <a:pt x="104" y="109"/>
                      </a:cubicBezTo>
                      <a:cubicBezTo>
                        <a:pt x="107" y="107"/>
                        <a:pt x="109" y="104"/>
                        <a:pt x="111" y="102"/>
                      </a:cubicBezTo>
                      <a:cubicBezTo>
                        <a:pt x="112" y="101"/>
                        <a:pt x="113" y="100"/>
                        <a:pt x="115" y="101"/>
                      </a:cubicBezTo>
                      <a:cubicBezTo>
                        <a:pt x="121" y="105"/>
                        <a:pt x="121" y="105"/>
                        <a:pt x="121" y="105"/>
                      </a:cubicBezTo>
                      <a:cubicBezTo>
                        <a:pt x="127" y="94"/>
                        <a:pt x="127" y="94"/>
                        <a:pt x="127" y="94"/>
                      </a:cubicBezTo>
                      <a:cubicBezTo>
                        <a:pt x="121" y="91"/>
                        <a:pt x="121" y="91"/>
                        <a:pt x="121" y="91"/>
                      </a:cubicBezTo>
                      <a:cubicBezTo>
                        <a:pt x="119" y="90"/>
                        <a:pt x="119" y="89"/>
                        <a:pt x="119" y="87"/>
                      </a:cubicBezTo>
                      <a:cubicBezTo>
                        <a:pt x="121" y="84"/>
                        <a:pt x="122" y="80"/>
                        <a:pt x="122" y="76"/>
                      </a:cubicBezTo>
                      <a:cubicBezTo>
                        <a:pt x="123" y="75"/>
                        <a:pt x="124" y="74"/>
                        <a:pt x="125" y="74"/>
                      </a:cubicBezTo>
                      <a:cubicBezTo>
                        <a:pt x="132" y="74"/>
                        <a:pt x="132" y="74"/>
                        <a:pt x="132" y="74"/>
                      </a:cubicBezTo>
                      <a:cubicBezTo>
                        <a:pt x="132" y="62"/>
                        <a:pt x="132" y="62"/>
                        <a:pt x="132" y="62"/>
                      </a:cubicBezTo>
                      <a:cubicBezTo>
                        <a:pt x="125" y="62"/>
                        <a:pt x="125" y="62"/>
                        <a:pt x="125" y="62"/>
                      </a:cubicBezTo>
                      <a:cubicBezTo>
                        <a:pt x="124" y="62"/>
                        <a:pt x="122" y="61"/>
                        <a:pt x="122" y="59"/>
                      </a:cubicBezTo>
                      <a:cubicBezTo>
                        <a:pt x="122" y="56"/>
                        <a:pt x="121" y="53"/>
                        <a:pt x="120" y="50"/>
                      </a:cubicBezTo>
                      <a:cubicBezTo>
                        <a:pt x="119" y="49"/>
                        <a:pt x="120" y="47"/>
                        <a:pt x="121" y="46"/>
                      </a:cubicBezTo>
                      <a:cubicBezTo>
                        <a:pt x="127" y="43"/>
                        <a:pt x="127" y="43"/>
                        <a:pt x="127" y="43"/>
                      </a:cubicBezTo>
                      <a:cubicBezTo>
                        <a:pt x="121" y="33"/>
                        <a:pt x="121" y="33"/>
                        <a:pt x="121" y="33"/>
                      </a:cubicBezTo>
                      <a:cubicBezTo>
                        <a:pt x="115" y="36"/>
                        <a:pt x="115" y="36"/>
                        <a:pt x="115" y="36"/>
                      </a:cubicBezTo>
                      <a:cubicBezTo>
                        <a:pt x="114" y="37"/>
                        <a:pt x="113" y="36"/>
                        <a:pt x="112" y="35"/>
                      </a:cubicBezTo>
                      <a:cubicBezTo>
                        <a:pt x="109" y="32"/>
                        <a:pt x="107" y="29"/>
                        <a:pt x="104" y="27"/>
                      </a:cubicBezTo>
                      <a:cubicBezTo>
                        <a:pt x="103" y="26"/>
                        <a:pt x="103" y="25"/>
                        <a:pt x="103" y="23"/>
                      </a:cubicBezTo>
                      <a:cubicBezTo>
                        <a:pt x="107" y="17"/>
                        <a:pt x="107" y="17"/>
                        <a:pt x="107" y="17"/>
                      </a:cubicBezTo>
                      <a:cubicBezTo>
                        <a:pt x="97" y="11"/>
                        <a:pt x="97" y="11"/>
                        <a:pt x="97" y="11"/>
                      </a:cubicBezTo>
                      <a:cubicBezTo>
                        <a:pt x="93" y="17"/>
                        <a:pt x="93" y="17"/>
                        <a:pt x="93" y="17"/>
                      </a:cubicBezTo>
                      <a:cubicBezTo>
                        <a:pt x="92" y="18"/>
                        <a:pt x="91" y="19"/>
                        <a:pt x="90" y="18"/>
                      </a:cubicBezTo>
                      <a:cubicBezTo>
                        <a:pt x="86" y="17"/>
                        <a:pt x="81" y="15"/>
                        <a:pt x="77" y="15"/>
                      </a:cubicBezTo>
                      <a:cubicBezTo>
                        <a:pt x="76" y="15"/>
                        <a:pt x="75" y="13"/>
                        <a:pt x="75" y="12"/>
                      </a:cubicBezTo>
                      <a:cubicBezTo>
                        <a:pt x="75" y="6"/>
                        <a:pt x="75" y="6"/>
                        <a:pt x="75" y="6"/>
                      </a:cubicBezTo>
                      <a:cubicBezTo>
                        <a:pt x="63" y="6"/>
                        <a:pt x="63" y="6"/>
                        <a:pt x="63" y="6"/>
                      </a:cubicBezTo>
                      <a:cubicBezTo>
                        <a:pt x="63" y="12"/>
                        <a:pt x="63" y="12"/>
                        <a:pt x="63" y="12"/>
                      </a:cubicBezTo>
                      <a:cubicBezTo>
                        <a:pt x="63" y="13"/>
                        <a:pt x="62" y="15"/>
                        <a:pt x="60" y="15"/>
                      </a:cubicBezTo>
                      <a:cubicBezTo>
                        <a:pt x="56" y="16"/>
                        <a:pt x="51" y="17"/>
                        <a:pt x="47" y="19"/>
                      </a:cubicBezTo>
                      <a:cubicBezTo>
                        <a:pt x="46" y="19"/>
                        <a:pt x="45" y="19"/>
                        <a:pt x="44" y="18"/>
                      </a:cubicBezTo>
                      <a:cubicBezTo>
                        <a:pt x="40" y="11"/>
                        <a:pt x="40" y="11"/>
                        <a:pt x="40" y="11"/>
                      </a:cubicBezTo>
                      <a:cubicBezTo>
                        <a:pt x="30" y="18"/>
                        <a:pt x="30" y="18"/>
                        <a:pt x="30" y="18"/>
                      </a:cubicBezTo>
                      <a:cubicBezTo>
                        <a:pt x="34" y="24"/>
                        <a:pt x="34" y="24"/>
                        <a:pt x="34" y="24"/>
                      </a:cubicBezTo>
                      <a:cubicBezTo>
                        <a:pt x="34" y="25"/>
                        <a:pt x="34" y="27"/>
                        <a:pt x="33" y="28"/>
                      </a:cubicBezTo>
                      <a:cubicBezTo>
                        <a:pt x="31" y="30"/>
                        <a:pt x="28" y="33"/>
                        <a:pt x="26" y="36"/>
                      </a:cubicBezTo>
                      <a:cubicBezTo>
                        <a:pt x="25" y="37"/>
                        <a:pt x="24" y="37"/>
                        <a:pt x="23" y="36"/>
                      </a:cubicBezTo>
                      <a:cubicBezTo>
                        <a:pt x="16" y="33"/>
                        <a:pt x="16" y="33"/>
                        <a:pt x="16" y="33"/>
                      </a:cubicBezTo>
                      <a:cubicBezTo>
                        <a:pt x="10" y="43"/>
                        <a:pt x="10" y="43"/>
                        <a:pt x="10" y="43"/>
                      </a:cubicBezTo>
                      <a:cubicBezTo>
                        <a:pt x="17" y="47"/>
                        <a:pt x="17" y="47"/>
                        <a:pt x="17" y="47"/>
                      </a:cubicBezTo>
                      <a:cubicBezTo>
                        <a:pt x="18" y="48"/>
                        <a:pt x="19" y="49"/>
                        <a:pt x="18" y="50"/>
                      </a:cubicBezTo>
                      <a:cubicBezTo>
                        <a:pt x="17" y="53"/>
                        <a:pt x="16" y="56"/>
                        <a:pt x="16" y="59"/>
                      </a:cubicBezTo>
                      <a:cubicBezTo>
                        <a:pt x="16" y="61"/>
                        <a:pt x="15" y="62"/>
                        <a:pt x="13" y="62"/>
                      </a:cubicBezTo>
                      <a:cubicBezTo>
                        <a:pt x="6" y="62"/>
                        <a:pt x="6" y="62"/>
                        <a:pt x="6" y="62"/>
                      </a:cubicBezTo>
                      <a:cubicBezTo>
                        <a:pt x="6" y="74"/>
                        <a:pt x="6" y="74"/>
                        <a:pt x="6" y="74"/>
                      </a:cubicBezTo>
                      <a:cubicBezTo>
                        <a:pt x="13" y="74"/>
                        <a:pt x="13" y="74"/>
                        <a:pt x="13" y="74"/>
                      </a:cubicBezTo>
                      <a:cubicBezTo>
                        <a:pt x="14" y="74"/>
                        <a:pt x="16" y="75"/>
                        <a:pt x="16" y="76"/>
                      </a:cubicBezTo>
                      <a:cubicBezTo>
                        <a:pt x="16" y="80"/>
                        <a:pt x="17" y="83"/>
                        <a:pt x="19" y="87"/>
                      </a:cubicBezTo>
                      <a:cubicBezTo>
                        <a:pt x="19" y="88"/>
                        <a:pt x="18" y="89"/>
                        <a:pt x="17" y="90"/>
                      </a:cubicBezTo>
                      <a:cubicBezTo>
                        <a:pt x="10" y="94"/>
                        <a:pt x="10" y="94"/>
                        <a:pt x="10" y="94"/>
                      </a:cubicBezTo>
                      <a:cubicBezTo>
                        <a:pt x="16" y="105"/>
                        <a:pt x="16" y="105"/>
                        <a:pt x="16" y="105"/>
                      </a:cubicBezTo>
                      <a:cubicBezTo>
                        <a:pt x="23" y="101"/>
                        <a:pt x="23" y="101"/>
                        <a:pt x="23" y="101"/>
                      </a:cubicBezTo>
                      <a:cubicBezTo>
                        <a:pt x="24" y="100"/>
                        <a:pt x="26" y="100"/>
                        <a:pt x="27" y="101"/>
                      </a:cubicBezTo>
                      <a:cubicBezTo>
                        <a:pt x="29" y="104"/>
                        <a:pt x="31" y="107"/>
                        <a:pt x="34" y="109"/>
                      </a:cubicBezTo>
                      <a:cubicBezTo>
                        <a:pt x="35" y="110"/>
                        <a:pt x="35" y="111"/>
                        <a:pt x="34" y="112"/>
                      </a:cubicBezTo>
                      <a:cubicBezTo>
                        <a:pt x="31" y="119"/>
                        <a:pt x="31" y="119"/>
                        <a:pt x="31" y="119"/>
                      </a:cubicBezTo>
                      <a:cubicBezTo>
                        <a:pt x="41" y="125"/>
                        <a:pt x="41" y="125"/>
                        <a:pt x="41" y="125"/>
                      </a:cubicBezTo>
                      <a:cubicBezTo>
                        <a:pt x="45" y="119"/>
                        <a:pt x="45" y="119"/>
                        <a:pt x="45" y="119"/>
                      </a:cubicBezTo>
                      <a:cubicBezTo>
                        <a:pt x="45" y="118"/>
                        <a:pt x="47" y="117"/>
                        <a:pt x="48" y="118"/>
                      </a:cubicBezTo>
                      <a:cubicBezTo>
                        <a:pt x="52" y="119"/>
                        <a:pt x="56" y="121"/>
                        <a:pt x="60" y="121"/>
                      </a:cubicBezTo>
                      <a:cubicBezTo>
                        <a:pt x="62" y="121"/>
                        <a:pt x="63" y="123"/>
                        <a:pt x="63" y="124"/>
                      </a:cubicBezTo>
                      <a:lnTo>
                        <a:pt x="63" y="132"/>
                      </a:lnTo>
                      <a:close/>
                      <a:moveTo>
                        <a:pt x="69" y="101"/>
                      </a:moveTo>
                      <a:cubicBezTo>
                        <a:pt x="51" y="101"/>
                        <a:pt x="36" y="87"/>
                        <a:pt x="36" y="69"/>
                      </a:cubicBezTo>
                      <a:cubicBezTo>
                        <a:pt x="36" y="51"/>
                        <a:pt x="51" y="36"/>
                        <a:pt x="69" y="36"/>
                      </a:cubicBezTo>
                      <a:cubicBezTo>
                        <a:pt x="87" y="36"/>
                        <a:pt x="101" y="51"/>
                        <a:pt x="101" y="69"/>
                      </a:cubicBezTo>
                      <a:cubicBezTo>
                        <a:pt x="101" y="87"/>
                        <a:pt x="87" y="101"/>
                        <a:pt x="69" y="101"/>
                      </a:cubicBezTo>
                      <a:close/>
                      <a:moveTo>
                        <a:pt x="69" y="42"/>
                      </a:moveTo>
                      <a:cubicBezTo>
                        <a:pt x="54" y="42"/>
                        <a:pt x="42" y="54"/>
                        <a:pt x="42" y="69"/>
                      </a:cubicBezTo>
                      <a:cubicBezTo>
                        <a:pt x="42" y="84"/>
                        <a:pt x="54" y="96"/>
                        <a:pt x="69" y="96"/>
                      </a:cubicBezTo>
                      <a:cubicBezTo>
                        <a:pt x="83" y="96"/>
                        <a:pt x="96" y="84"/>
                        <a:pt x="96" y="69"/>
                      </a:cubicBezTo>
                      <a:cubicBezTo>
                        <a:pt x="96" y="54"/>
                        <a:pt x="83" y="42"/>
                        <a:pt x="69" y="42"/>
                      </a:cubicBezTo>
                      <a:close/>
                    </a:path>
                  </a:pathLst>
                </a:custGeom>
                <a:solidFill>
                  <a:srgbClr val="1E1E1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</p:grpSp>
        </p:grpSp>
      </p:grpSp>
      <p:grpSp>
        <p:nvGrpSpPr>
          <p:cNvPr id="317" name="그룹 316">
            <a:extLst>
              <a:ext uri="{FF2B5EF4-FFF2-40B4-BE49-F238E27FC236}">
                <a16:creationId xmlns:a16="http://schemas.microsoft.com/office/drawing/2014/main" id="{7683EF89-8110-443C-8665-D5C2D4EB8DF1}"/>
              </a:ext>
            </a:extLst>
          </p:cNvPr>
          <p:cNvGrpSpPr/>
          <p:nvPr/>
        </p:nvGrpSpPr>
        <p:grpSpPr>
          <a:xfrm>
            <a:off x="1929842" y="3512840"/>
            <a:ext cx="505032" cy="451591"/>
            <a:chOff x="1378250" y="4802619"/>
            <a:chExt cx="611088" cy="546425"/>
          </a:xfrm>
        </p:grpSpPr>
        <p:grpSp>
          <p:nvGrpSpPr>
            <p:cNvPr id="318" name="그룹 317">
              <a:extLst>
                <a:ext uri="{FF2B5EF4-FFF2-40B4-BE49-F238E27FC236}">
                  <a16:creationId xmlns:a16="http://schemas.microsoft.com/office/drawing/2014/main" id="{0A7DA488-FCF6-4C61-8F71-9E8AB6FF25F4}"/>
                </a:ext>
              </a:extLst>
            </p:cNvPr>
            <p:cNvGrpSpPr/>
            <p:nvPr/>
          </p:nvGrpSpPr>
          <p:grpSpPr>
            <a:xfrm>
              <a:off x="1378250" y="4802619"/>
              <a:ext cx="418093" cy="546425"/>
              <a:chOff x="4957269" y="7918967"/>
              <a:chExt cx="418093" cy="546425"/>
            </a:xfrm>
          </p:grpSpPr>
          <p:sp>
            <p:nvSpPr>
              <p:cNvPr id="345" name="자유형: 도형 344">
                <a:extLst>
                  <a:ext uri="{FF2B5EF4-FFF2-40B4-BE49-F238E27FC236}">
                    <a16:creationId xmlns:a16="http://schemas.microsoft.com/office/drawing/2014/main" id="{8D7E5A97-3AA0-4A86-9137-7E5B0722194F}"/>
                  </a:ext>
                </a:extLst>
              </p:cNvPr>
              <p:cNvSpPr/>
              <p:nvPr/>
            </p:nvSpPr>
            <p:spPr>
              <a:xfrm>
                <a:off x="4960676" y="8311624"/>
                <a:ext cx="408565" cy="151725"/>
              </a:xfrm>
              <a:custGeom>
                <a:avLst/>
                <a:gdLst>
                  <a:gd name="connsiteX0" fmla="*/ 518 w 408565"/>
                  <a:gd name="connsiteY0" fmla="*/ 151726 h 151725"/>
                  <a:gd name="connsiteX1" fmla="*/ 111576 w 408565"/>
                  <a:gd name="connsiteY1" fmla="*/ 22516 h 151725"/>
                  <a:gd name="connsiteX2" fmla="*/ 165339 w 408565"/>
                  <a:gd name="connsiteY2" fmla="*/ 22516 h 151725"/>
                  <a:gd name="connsiteX3" fmla="*/ 165339 w 408565"/>
                  <a:gd name="connsiteY3" fmla="*/ 0 h 151725"/>
                  <a:gd name="connsiteX4" fmla="*/ 241454 w 408565"/>
                  <a:gd name="connsiteY4" fmla="*/ 1648 h 151725"/>
                  <a:gd name="connsiteX5" fmla="*/ 242663 w 408565"/>
                  <a:gd name="connsiteY5" fmla="*/ 22516 h 151725"/>
                  <a:gd name="connsiteX6" fmla="*/ 305488 w 408565"/>
                  <a:gd name="connsiteY6" fmla="*/ 22516 h 151725"/>
                  <a:gd name="connsiteX7" fmla="*/ 408277 w 408565"/>
                  <a:gd name="connsiteY7" fmla="*/ 151726 h 151725"/>
                  <a:gd name="connsiteX8" fmla="*/ 518 w 408565"/>
                  <a:gd name="connsiteY8" fmla="*/ 151726 h 15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08565" h="151725">
                    <a:moveTo>
                      <a:pt x="518" y="151726"/>
                    </a:moveTo>
                    <a:cubicBezTo>
                      <a:pt x="518" y="151726"/>
                      <a:pt x="-14068" y="35485"/>
                      <a:pt x="111576" y="22516"/>
                    </a:cubicBezTo>
                    <a:cubicBezTo>
                      <a:pt x="111576" y="22516"/>
                      <a:pt x="165339" y="22516"/>
                      <a:pt x="165339" y="22516"/>
                    </a:cubicBezTo>
                    <a:cubicBezTo>
                      <a:pt x="165339" y="22516"/>
                      <a:pt x="165339" y="0"/>
                      <a:pt x="165339" y="0"/>
                    </a:cubicBezTo>
                    <a:cubicBezTo>
                      <a:pt x="165339" y="0"/>
                      <a:pt x="203159" y="14767"/>
                      <a:pt x="241454" y="1648"/>
                    </a:cubicBezTo>
                    <a:cubicBezTo>
                      <a:pt x="241454" y="1648"/>
                      <a:pt x="242663" y="22516"/>
                      <a:pt x="242663" y="22516"/>
                    </a:cubicBezTo>
                    <a:cubicBezTo>
                      <a:pt x="242663" y="22516"/>
                      <a:pt x="305488" y="22516"/>
                      <a:pt x="305488" y="22516"/>
                    </a:cubicBezTo>
                    <a:cubicBezTo>
                      <a:pt x="305488" y="22516"/>
                      <a:pt x="414893" y="32446"/>
                      <a:pt x="408277" y="151726"/>
                    </a:cubicBezTo>
                    <a:cubicBezTo>
                      <a:pt x="408277" y="151726"/>
                      <a:pt x="518" y="151726"/>
                      <a:pt x="518" y="151726"/>
                    </a:cubicBezTo>
                    <a:close/>
                  </a:path>
                </a:pathLst>
              </a:custGeom>
              <a:solidFill>
                <a:srgbClr val="FFFFFF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46" name="자유형: 도형 345">
                <a:extLst>
                  <a:ext uri="{FF2B5EF4-FFF2-40B4-BE49-F238E27FC236}">
                    <a16:creationId xmlns:a16="http://schemas.microsoft.com/office/drawing/2014/main" id="{5C7D56D7-9C38-45AA-A976-493EE46264B7}"/>
                  </a:ext>
                </a:extLst>
              </p:cNvPr>
              <p:cNvSpPr/>
              <p:nvPr/>
            </p:nvSpPr>
            <p:spPr>
              <a:xfrm>
                <a:off x="4957269" y="8330845"/>
                <a:ext cx="418093" cy="134547"/>
              </a:xfrm>
              <a:custGeom>
                <a:avLst/>
                <a:gdLst>
                  <a:gd name="connsiteX0" fmla="*/ 410639 w 418093"/>
                  <a:gd name="connsiteY0" fmla="*/ 134548 h 134547"/>
                  <a:gd name="connsiteX1" fmla="*/ 410639 w 418093"/>
                  <a:gd name="connsiteY1" fmla="*/ 134548 h 134547"/>
                  <a:gd name="connsiteX2" fmla="*/ 7813 w 418093"/>
                  <a:gd name="connsiteY2" fmla="*/ 134548 h 134547"/>
                  <a:gd name="connsiteX3" fmla="*/ 7813 w 418093"/>
                  <a:gd name="connsiteY3" fmla="*/ 134548 h 134547"/>
                  <a:gd name="connsiteX4" fmla="*/ 0 w 418093"/>
                  <a:gd name="connsiteY4" fmla="*/ 134548 h 134547"/>
                  <a:gd name="connsiteX5" fmla="*/ 1950 w 418093"/>
                  <a:gd name="connsiteY5" fmla="*/ 104262 h 134547"/>
                  <a:gd name="connsiteX6" fmla="*/ 115655 w 418093"/>
                  <a:gd name="connsiteY6" fmla="*/ 0 h 134547"/>
                  <a:gd name="connsiteX7" fmla="*/ 168746 w 418093"/>
                  <a:gd name="connsiteY7" fmla="*/ 0 h 134547"/>
                  <a:gd name="connsiteX8" fmla="*/ 168746 w 418093"/>
                  <a:gd name="connsiteY8" fmla="*/ 6042 h 134547"/>
                  <a:gd name="connsiteX9" fmla="*/ 119216 w 418093"/>
                  <a:gd name="connsiteY9" fmla="*/ 6042 h 134547"/>
                  <a:gd name="connsiteX10" fmla="*/ 9626 w 418093"/>
                  <a:gd name="connsiteY10" fmla="*/ 106398 h 134547"/>
                  <a:gd name="connsiteX11" fmla="*/ 8273 w 418093"/>
                  <a:gd name="connsiteY11" fmla="*/ 127408 h 134547"/>
                  <a:gd name="connsiteX12" fmla="*/ 409574 w 418093"/>
                  <a:gd name="connsiteY12" fmla="*/ 127408 h 134547"/>
                  <a:gd name="connsiteX13" fmla="*/ 408824 w 418093"/>
                  <a:gd name="connsiteY13" fmla="*/ 106398 h 134547"/>
                  <a:gd name="connsiteX14" fmla="*/ 299236 w 418093"/>
                  <a:gd name="connsiteY14" fmla="*/ 6042 h 134547"/>
                  <a:gd name="connsiteX15" fmla="*/ 249090 w 418093"/>
                  <a:gd name="connsiteY15" fmla="*/ 6042 h 134547"/>
                  <a:gd name="connsiteX16" fmla="*/ 249090 w 418093"/>
                  <a:gd name="connsiteY16" fmla="*/ 0 h 134547"/>
                  <a:gd name="connsiteX17" fmla="*/ 302437 w 418093"/>
                  <a:gd name="connsiteY17" fmla="*/ 0 h 134547"/>
                  <a:gd name="connsiteX18" fmla="*/ 416142 w 418093"/>
                  <a:gd name="connsiteY18" fmla="*/ 104262 h 134547"/>
                  <a:gd name="connsiteX19" fmla="*/ 418093 w 418093"/>
                  <a:gd name="connsiteY19" fmla="*/ 134548 h 134547"/>
                  <a:gd name="connsiteX20" fmla="*/ 410639 w 418093"/>
                  <a:gd name="connsiteY20" fmla="*/ 134548 h 134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418093" h="134547">
                    <a:moveTo>
                      <a:pt x="410639" y="134548"/>
                    </a:moveTo>
                    <a:cubicBezTo>
                      <a:pt x="410639" y="134548"/>
                      <a:pt x="410639" y="134548"/>
                      <a:pt x="410639" y="134548"/>
                    </a:cubicBezTo>
                    <a:cubicBezTo>
                      <a:pt x="410639" y="134548"/>
                      <a:pt x="7813" y="134548"/>
                      <a:pt x="7813" y="134548"/>
                    </a:cubicBezTo>
                    <a:cubicBezTo>
                      <a:pt x="7813" y="134548"/>
                      <a:pt x="7813" y="134548"/>
                      <a:pt x="7813" y="134548"/>
                    </a:cubicBezTo>
                    <a:cubicBezTo>
                      <a:pt x="7813" y="134548"/>
                      <a:pt x="0" y="134548"/>
                      <a:pt x="0" y="134548"/>
                    </a:cubicBezTo>
                    <a:cubicBezTo>
                      <a:pt x="0" y="134548"/>
                      <a:pt x="1950" y="104262"/>
                      <a:pt x="1950" y="104262"/>
                    </a:cubicBezTo>
                    <a:cubicBezTo>
                      <a:pt x="5757" y="45129"/>
                      <a:pt x="57007" y="0"/>
                      <a:pt x="115655" y="0"/>
                    </a:cubicBezTo>
                    <a:cubicBezTo>
                      <a:pt x="115655" y="0"/>
                      <a:pt x="168746" y="0"/>
                      <a:pt x="168746" y="0"/>
                    </a:cubicBezTo>
                    <a:cubicBezTo>
                      <a:pt x="168746" y="0"/>
                      <a:pt x="168746" y="6042"/>
                      <a:pt x="168746" y="6042"/>
                    </a:cubicBezTo>
                    <a:cubicBezTo>
                      <a:pt x="168746" y="6042"/>
                      <a:pt x="119216" y="6042"/>
                      <a:pt x="119216" y="6042"/>
                    </a:cubicBezTo>
                    <a:cubicBezTo>
                      <a:pt x="62690" y="6042"/>
                      <a:pt x="13296" y="49479"/>
                      <a:pt x="9626" y="106398"/>
                    </a:cubicBezTo>
                    <a:cubicBezTo>
                      <a:pt x="9626" y="106398"/>
                      <a:pt x="8273" y="127408"/>
                      <a:pt x="8273" y="127408"/>
                    </a:cubicBezTo>
                    <a:cubicBezTo>
                      <a:pt x="8273" y="127408"/>
                      <a:pt x="409574" y="127408"/>
                      <a:pt x="409574" y="127408"/>
                    </a:cubicBezTo>
                    <a:cubicBezTo>
                      <a:pt x="409574" y="127408"/>
                      <a:pt x="408824" y="106398"/>
                      <a:pt x="408824" y="106398"/>
                    </a:cubicBezTo>
                    <a:cubicBezTo>
                      <a:pt x="405154" y="49479"/>
                      <a:pt x="355760" y="6042"/>
                      <a:pt x="299236" y="6042"/>
                    </a:cubicBezTo>
                    <a:cubicBezTo>
                      <a:pt x="299236" y="6042"/>
                      <a:pt x="249090" y="6042"/>
                      <a:pt x="249090" y="6042"/>
                    </a:cubicBezTo>
                    <a:cubicBezTo>
                      <a:pt x="249090" y="6042"/>
                      <a:pt x="249090" y="0"/>
                      <a:pt x="249090" y="0"/>
                    </a:cubicBezTo>
                    <a:cubicBezTo>
                      <a:pt x="249090" y="0"/>
                      <a:pt x="302437" y="0"/>
                      <a:pt x="302437" y="0"/>
                    </a:cubicBezTo>
                    <a:cubicBezTo>
                      <a:pt x="361086" y="0"/>
                      <a:pt x="412335" y="45129"/>
                      <a:pt x="416142" y="104262"/>
                    </a:cubicBezTo>
                    <a:cubicBezTo>
                      <a:pt x="416142" y="104262"/>
                      <a:pt x="418093" y="134548"/>
                      <a:pt x="418093" y="134548"/>
                    </a:cubicBezTo>
                    <a:cubicBezTo>
                      <a:pt x="418093" y="134548"/>
                      <a:pt x="410639" y="134548"/>
                      <a:pt x="410639" y="134548"/>
                    </a:cubicBezTo>
                    <a:close/>
                  </a:path>
                </a:pathLst>
              </a:custGeom>
              <a:solidFill>
                <a:srgbClr val="3B434F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47" name="자유형: 도형 346">
                <a:extLst>
                  <a:ext uri="{FF2B5EF4-FFF2-40B4-BE49-F238E27FC236}">
                    <a16:creationId xmlns:a16="http://schemas.microsoft.com/office/drawing/2014/main" id="{191AC706-459B-4B22-B2F3-F65B3FA3322D}"/>
                  </a:ext>
                </a:extLst>
              </p:cNvPr>
              <p:cNvSpPr/>
              <p:nvPr/>
            </p:nvSpPr>
            <p:spPr>
              <a:xfrm>
                <a:off x="5123599" y="8306905"/>
                <a:ext cx="82759" cy="73914"/>
              </a:xfrm>
              <a:custGeom>
                <a:avLst/>
                <a:gdLst>
                  <a:gd name="connsiteX0" fmla="*/ 6644 w 82759"/>
                  <a:gd name="connsiteY0" fmla="*/ 2178 h 73914"/>
                  <a:gd name="connsiteX1" fmla="*/ 6644 w 82759"/>
                  <a:gd name="connsiteY1" fmla="*/ 36048 h 73914"/>
                  <a:gd name="connsiteX2" fmla="*/ 41682 w 82759"/>
                  <a:gd name="connsiteY2" fmla="*/ 67874 h 73914"/>
                  <a:gd name="connsiteX3" fmla="*/ 76718 w 82759"/>
                  <a:gd name="connsiteY3" fmla="*/ 36048 h 73914"/>
                  <a:gd name="connsiteX4" fmla="*/ 76718 w 82759"/>
                  <a:gd name="connsiteY4" fmla="*/ 2877 h 73914"/>
                  <a:gd name="connsiteX5" fmla="*/ 82760 w 82759"/>
                  <a:gd name="connsiteY5" fmla="*/ 1043 h 73914"/>
                  <a:gd name="connsiteX6" fmla="*/ 82760 w 82759"/>
                  <a:gd name="connsiteY6" fmla="*/ 36279 h 73914"/>
                  <a:gd name="connsiteX7" fmla="*/ 41379 w 82759"/>
                  <a:gd name="connsiteY7" fmla="*/ 73914 h 73914"/>
                  <a:gd name="connsiteX8" fmla="*/ 0 w 82759"/>
                  <a:gd name="connsiteY8" fmla="*/ 36279 h 73914"/>
                  <a:gd name="connsiteX9" fmla="*/ 0 w 82759"/>
                  <a:gd name="connsiteY9" fmla="*/ 0 h 73914"/>
                  <a:gd name="connsiteX10" fmla="*/ 6644 w 82759"/>
                  <a:gd name="connsiteY10" fmla="*/ 2178 h 73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82759" h="73914">
                    <a:moveTo>
                      <a:pt x="6644" y="2178"/>
                    </a:moveTo>
                    <a:cubicBezTo>
                      <a:pt x="6644" y="2178"/>
                      <a:pt x="6644" y="36048"/>
                      <a:pt x="6644" y="36048"/>
                    </a:cubicBezTo>
                    <a:cubicBezTo>
                      <a:pt x="6644" y="53625"/>
                      <a:pt x="22330" y="67874"/>
                      <a:pt x="41682" y="67874"/>
                    </a:cubicBezTo>
                    <a:cubicBezTo>
                      <a:pt x="61032" y="67874"/>
                      <a:pt x="76718" y="53625"/>
                      <a:pt x="76718" y="36048"/>
                    </a:cubicBezTo>
                    <a:cubicBezTo>
                      <a:pt x="76718" y="36048"/>
                      <a:pt x="76718" y="2877"/>
                      <a:pt x="76718" y="2877"/>
                    </a:cubicBezTo>
                    <a:cubicBezTo>
                      <a:pt x="78751" y="2314"/>
                      <a:pt x="80766" y="1703"/>
                      <a:pt x="82760" y="1043"/>
                    </a:cubicBezTo>
                    <a:cubicBezTo>
                      <a:pt x="82760" y="1043"/>
                      <a:pt x="82760" y="36279"/>
                      <a:pt x="82760" y="36279"/>
                    </a:cubicBezTo>
                    <a:cubicBezTo>
                      <a:pt x="82760" y="57064"/>
                      <a:pt x="64233" y="73914"/>
                      <a:pt x="41379" y="73914"/>
                    </a:cubicBezTo>
                    <a:cubicBezTo>
                      <a:pt x="18526" y="73914"/>
                      <a:pt x="0" y="57064"/>
                      <a:pt x="0" y="36279"/>
                    </a:cubicBezTo>
                    <a:cubicBezTo>
                      <a:pt x="0" y="36279"/>
                      <a:pt x="0" y="0"/>
                      <a:pt x="0" y="0"/>
                    </a:cubicBezTo>
                    <a:cubicBezTo>
                      <a:pt x="2189" y="786"/>
                      <a:pt x="4405" y="1510"/>
                      <a:pt x="6644" y="2178"/>
                    </a:cubicBezTo>
                    <a:close/>
                  </a:path>
                </a:pathLst>
              </a:custGeom>
              <a:solidFill>
                <a:srgbClr val="3B434F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48" name="자유형: 도형 347">
                <a:extLst>
                  <a:ext uri="{FF2B5EF4-FFF2-40B4-BE49-F238E27FC236}">
                    <a16:creationId xmlns:a16="http://schemas.microsoft.com/office/drawing/2014/main" id="{323C640C-8AB4-41E8-976F-18D2BD0EB1B0}"/>
                  </a:ext>
                </a:extLst>
              </p:cNvPr>
              <p:cNvSpPr/>
              <p:nvPr/>
            </p:nvSpPr>
            <p:spPr>
              <a:xfrm>
                <a:off x="5249692" y="8376470"/>
                <a:ext cx="24625" cy="61330"/>
              </a:xfrm>
              <a:custGeom>
                <a:avLst/>
                <a:gdLst>
                  <a:gd name="connsiteX0" fmla="*/ 24004 w 24625"/>
                  <a:gd name="connsiteY0" fmla="*/ 27015 h 61330"/>
                  <a:gd name="connsiteX1" fmla="*/ 6894 w 24625"/>
                  <a:gd name="connsiteY1" fmla="*/ 59459 h 61330"/>
                  <a:gd name="connsiteX2" fmla="*/ 2057 w 24625"/>
                  <a:gd name="connsiteY2" fmla="*/ 61006 h 61330"/>
                  <a:gd name="connsiteX3" fmla="*/ 357 w 24625"/>
                  <a:gd name="connsiteY3" fmla="*/ 56611 h 61330"/>
                  <a:gd name="connsiteX4" fmla="*/ 16882 w 24625"/>
                  <a:gd name="connsiteY4" fmla="*/ 25276 h 61330"/>
                  <a:gd name="connsiteX5" fmla="*/ 3970 w 24625"/>
                  <a:gd name="connsiteY5" fmla="*/ 4943 h 61330"/>
                  <a:gd name="connsiteX6" fmla="*/ 5297 w 24625"/>
                  <a:gd name="connsiteY6" fmla="*/ 442 h 61330"/>
                  <a:gd name="connsiteX7" fmla="*/ 10248 w 24625"/>
                  <a:gd name="connsiteY7" fmla="*/ 1648 h 61330"/>
                  <a:gd name="connsiteX8" fmla="*/ 24141 w 24625"/>
                  <a:gd name="connsiteY8" fmla="*/ 23526 h 61330"/>
                  <a:gd name="connsiteX9" fmla="*/ 24004 w 24625"/>
                  <a:gd name="connsiteY9" fmla="*/ 27015 h 613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4625" h="61330">
                    <a:moveTo>
                      <a:pt x="24004" y="27015"/>
                    </a:moveTo>
                    <a:cubicBezTo>
                      <a:pt x="24004" y="27015"/>
                      <a:pt x="6894" y="59459"/>
                      <a:pt x="6894" y="59459"/>
                    </a:cubicBezTo>
                    <a:cubicBezTo>
                      <a:pt x="6027" y="61100"/>
                      <a:pt x="3862" y="61792"/>
                      <a:pt x="2057" y="61006"/>
                    </a:cubicBezTo>
                    <a:cubicBezTo>
                      <a:pt x="254" y="60220"/>
                      <a:pt x="-508" y="58252"/>
                      <a:pt x="357" y="56611"/>
                    </a:cubicBezTo>
                    <a:cubicBezTo>
                      <a:pt x="357" y="56611"/>
                      <a:pt x="16882" y="25276"/>
                      <a:pt x="16882" y="25276"/>
                    </a:cubicBezTo>
                    <a:cubicBezTo>
                      <a:pt x="16882" y="25276"/>
                      <a:pt x="3970" y="4943"/>
                      <a:pt x="3970" y="4943"/>
                    </a:cubicBezTo>
                    <a:cubicBezTo>
                      <a:pt x="2969" y="3368"/>
                      <a:pt x="3562" y="1352"/>
                      <a:pt x="5297" y="442"/>
                    </a:cubicBezTo>
                    <a:cubicBezTo>
                      <a:pt x="7030" y="-468"/>
                      <a:pt x="9247" y="73"/>
                      <a:pt x="10248" y="1648"/>
                    </a:cubicBezTo>
                    <a:cubicBezTo>
                      <a:pt x="10248" y="1648"/>
                      <a:pt x="24141" y="23526"/>
                      <a:pt x="24141" y="23526"/>
                    </a:cubicBezTo>
                    <a:cubicBezTo>
                      <a:pt x="24858" y="24653"/>
                      <a:pt x="24753" y="26003"/>
                      <a:pt x="24004" y="27015"/>
                    </a:cubicBezTo>
                    <a:close/>
                  </a:path>
                </a:pathLst>
              </a:custGeom>
              <a:solidFill>
                <a:srgbClr val="3B434F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49" name="자유형: 도형 348">
                <a:extLst>
                  <a:ext uri="{FF2B5EF4-FFF2-40B4-BE49-F238E27FC236}">
                    <a16:creationId xmlns:a16="http://schemas.microsoft.com/office/drawing/2014/main" id="{3B62B466-1253-4EB4-A55D-9B59E93687FC}"/>
                  </a:ext>
                </a:extLst>
              </p:cNvPr>
              <p:cNvSpPr/>
              <p:nvPr/>
            </p:nvSpPr>
            <p:spPr>
              <a:xfrm>
                <a:off x="5055942" y="8376418"/>
                <a:ext cx="24759" cy="61519"/>
              </a:xfrm>
              <a:custGeom>
                <a:avLst/>
                <a:gdLst>
                  <a:gd name="connsiteX0" fmla="*/ 625 w 24759"/>
                  <a:gd name="connsiteY0" fmla="*/ 27098 h 61519"/>
                  <a:gd name="connsiteX1" fmla="*/ 17829 w 24759"/>
                  <a:gd name="connsiteY1" fmla="*/ 59642 h 61519"/>
                  <a:gd name="connsiteX2" fmla="*/ 22689 w 24759"/>
                  <a:gd name="connsiteY2" fmla="*/ 61194 h 61519"/>
                  <a:gd name="connsiteX3" fmla="*/ 24400 w 24759"/>
                  <a:gd name="connsiteY3" fmla="*/ 56784 h 61519"/>
                  <a:gd name="connsiteX4" fmla="*/ 7786 w 24759"/>
                  <a:gd name="connsiteY4" fmla="*/ 25353 h 61519"/>
                  <a:gd name="connsiteX5" fmla="*/ 20768 w 24759"/>
                  <a:gd name="connsiteY5" fmla="*/ 4958 h 61519"/>
                  <a:gd name="connsiteX6" fmla="*/ 19434 w 24759"/>
                  <a:gd name="connsiteY6" fmla="*/ 443 h 61519"/>
                  <a:gd name="connsiteX7" fmla="*/ 14456 w 24759"/>
                  <a:gd name="connsiteY7" fmla="*/ 1653 h 61519"/>
                  <a:gd name="connsiteX8" fmla="*/ 488 w 24759"/>
                  <a:gd name="connsiteY8" fmla="*/ 23599 h 61519"/>
                  <a:gd name="connsiteX9" fmla="*/ 625 w 24759"/>
                  <a:gd name="connsiteY9" fmla="*/ 27098 h 615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4759" h="61519">
                    <a:moveTo>
                      <a:pt x="625" y="27098"/>
                    </a:moveTo>
                    <a:cubicBezTo>
                      <a:pt x="625" y="27098"/>
                      <a:pt x="17829" y="59642"/>
                      <a:pt x="17829" y="59642"/>
                    </a:cubicBezTo>
                    <a:cubicBezTo>
                      <a:pt x="18698" y="61288"/>
                      <a:pt x="20874" y="61983"/>
                      <a:pt x="22689" y="61194"/>
                    </a:cubicBezTo>
                    <a:cubicBezTo>
                      <a:pt x="24504" y="60405"/>
                      <a:pt x="25270" y="58431"/>
                      <a:pt x="24400" y="56784"/>
                    </a:cubicBezTo>
                    <a:cubicBezTo>
                      <a:pt x="24400" y="56784"/>
                      <a:pt x="7786" y="25353"/>
                      <a:pt x="7786" y="25353"/>
                    </a:cubicBezTo>
                    <a:cubicBezTo>
                      <a:pt x="7786" y="25353"/>
                      <a:pt x="20768" y="4958"/>
                      <a:pt x="20768" y="4958"/>
                    </a:cubicBezTo>
                    <a:cubicBezTo>
                      <a:pt x="21773" y="3378"/>
                      <a:pt x="21177" y="1357"/>
                      <a:pt x="19434" y="443"/>
                    </a:cubicBezTo>
                    <a:cubicBezTo>
                      <a:pt x="17692" y="-469"/>
                      <a:pt x="15463" y="73"/>
                      <a:pt x="14456" y="1653"/>
                    </a:cubicBezTo>
                    <a:cubicBezTo>
                      <a:pt x="14456" y="1653"/>
                      <a:pt x="488" y="23599"/>
                      <a:pt x="488" y="23599"/>
                    </a:cubicBezTo>
                    <a:cubicBezTo>
                      <a:pt x="-233" y="24729"/>
                      <a:pt x="-128" y="26084"/>
                      <a:pt x="625" y="27098"/>
                    </a:cubicBezTo>
                    <a:close/>
                  </a:path>
                </a:pathLst>
              </a:custGeom>
              <a:solidFill>
                <a:srgbClr val="3B434F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50" name="자유형: 도형 349">
                <a:extLst>
                  <a:ext uri="{FF2B5EF4-FFF2-40B4-BE49-F238E27FC236}">
                    <a16:creationId xmlns:a16="http://schemas.microsoft.com/office/drawing/2014/main" id="{349EB844-2384-4CAE-9C74-E6715F57C299}"/>
                  </a:ext>
                </a:extLst>
              </p:cNvPr>
              <p:cNvSpPr/>
              <p:nvPr/>
            </p:nvSpPr>
            <p:spPr>
              <a:xfrm>
                <a:off x="5123599" y="8329747"/>
                <a:ext cx="6644" cy="133448"/>
              </a:xfrm>
              <a:custGeom>
                <a:avLst/>
                <a:gdLst>
                  <a:gd name="connsiteX0" fmla="*/ 0 w 6644"/>
                  <a:gd name="connsiteY0" fmla="*/ 0 h 133448"/>
                  <a:gd name="connsiteX1" fmla="*/ 6644 w 6644"/>
                  <a:gd name="connsiteY1" fmla="*/ 0 h 133448"/>
                  <a:gd name="connsiteX2" fmla="*/ 6644 w 6644"/>
                  <a:gd name="connsiteY2" fmla="*/ 133449 h 133448"/>
                  <a:gd name="connsiteX3" fmla="*/ 0 w 6644"/>
                  <a:gd name="connsiteY3" fmla="*/ 133449 h 133448"/>
                  <a:gd name="connsiteX4" fmla="*/ 0 w 6644"/>
                  <a:gd name="connsiteY4" fmla="*/ 0 h 1334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644" h="133448">
                    <a:moveTo>
                      <a:pt x="0" y="0"/>
                    </a:moveTo>
                    <a:cubicBezTo>
                      <a:pt x="0" y="0"/>
                      <a:pt x="6644" y="0"/>
                      <a:pt x="6644" y="0"/>
                    </a:cubicBezTo>
                    <a:cubicBezTo>
                      <a:pt x="6644" y="0"/>
                      <a:pt x="6644" y="133449"/>
                      <a:pt x="6644" y="133449"/>
                    </a:cubicBezTo>
                    <a:cubicBezTo>
                      <a:pt x="6644" y="133449"/>
                      <a:pt x="0" y="133449"/>
                      <a:pt x="0" y="133449"/>
                    </a:cubicBezTo>
                    <a:cubicBezTo>
                      <a:pt x="0" y="133449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3B434F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51" name="자유형: 도형 350">
                <a:extLst>
                  <a:ext uri="{FF2B5EF4-FFF2-40B4-BE49-F238E27FC236}">
                    <a16:creationId xmlns:a16="http://schemas.microsoft.com/office/drawing/2014/main" id="{83396FA5-F352-4C08-96BB-645629BF97EC}"/>
                  </a:ext>
                </a:extLst>
              </p:cNvPr>
              <p:cNvSpPr/>
              <p:nvPr/>
            </p:nvSpPr>
            <p:spPr>
              <a:xfrm>
                <a:off x="5200317" y="8330845"/>
                <a:ext cx="6645" cy="133448"/>
              </a:xfrm>
              <a:custGeom>
                <a:avLst/>
                <a:gdLst>
                  <a:gd name="connsiteX0" fmla="*/ 0 w 6645"/>
                  <a:gd name="connsiteY0" fmla="*/ 0 h 133448"/>
                  <a:gd name="connsiteX1" fmla="*/ 6646 w 6645"/>
                  <a:gd name="connsiteY1" fmla="*/ 0 h 133448"/>
                  <a:gd name="connsiteX2" fmla="*/ 6646 w 6645"/>
                  <a:gd name="connsiteY2" fmla="*/ 133449 h 133448"/>
                  <a:gd name="connsiteX3" fmla="*/ 0 w 6645"/>
                  <a:gd name="connsiteY3" fmla="*/ 133449 h 133448"/>
                  <a:gd name="connsiteX4" fmla="*/ 0 w 6645"/>
                  <a:gd name="connsiteY4" fmla="*/ 0 h 1334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645" h="133448">
                    <a:moveTo>
                      <a:pt x="0" y="0"/>
                    </a:moveTo>
                    <a:cubicBezTo>
                      <a:pt x="0" y="0"/>
                      <a:pt x="6646" y="0"/>
                      <a:pt x="6646" y="0"/>
                    </a:cubicBezTo>
                    <a:cubicBezTo>
                      <a:pt x="6646" y="0"/>
                      <a:pt x="6646" y="133449"/>
                      <a:pt x="6646" y="133449"/>
                    </a:cubicBezTo>
                    <a:cubicBezTo>
                      <a:pt x="6646" y="133449"/>
                      <a:pt x="0" y="133449"/>
                      <a:pt x="0" y="133449"/>
                    </a:cubicBezTo>
                    <a:cubicBezTo>
                      <a:pt x="0" y="133449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3B434F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52" name="자유형: 도형 351">
                <a:extLst>
                  <a:ext uri="{FF2B5EF4-FFF2-40B4-BE49-F238E27FC236}">
                    <a16:creationId xmlns:a16="http://schemas.microsoft.com/office/drawing/2014/main" id="{58459F47-6F8E-46C4-80B8-4FF48302BB3B}"/>
                  </a:ext>
                </a:extLst>
              </p:cNvPr>
              <p:cNvSpPr/>
              <p:nvPr/>
            </p:nvSpPr>
            <p:spPr>
              <a:xfrm>
                <a:off x="5034212" y="7964548"/>
                <a:ext cx="265163" cy="351468"/>
              </a:xfrm>
              <a:custGeom>
                <a:avLst/>
                <a:gdLst>
                  <a:gd name="connsiteX0" fmla="*/ 132582 w 265163"/>
                  <a:gd name="connsiteY0" fmla="*/ 0 h 351468"/>
                  <a:gd name="connsiteX1" fmla="*/ 265118 w 265163"/>
                  <a:gd name="connsiteY1" fmla="*/ 140551 h 351468"/>
                  <a:gd name="connsiteX2" fmla="*/ 263067 w 265163"/>
                  <a:gd name="connsiteY2" fmla="*/ 222078 h 351468"/>
                  <a:gd name="connsiteX3" fmla="*/ 132582 w 265163"/>
                  <a:gd name="connsiteY3" fmla="*/ 351468 h 351468"/>
                  <a:gd name="connsiteX4" fmla="*/ 2094 w 265163"/>
                  <a:gd name="connsiteY4" fmla="*/ 222078 h 351468"/>
                  <a:gd name="connsiteX5" fmla="*/ 46 w 265163"/>
                  <a:gd name="connsiteY5" fmla="*/ 140551 h 351468"/>
                  <a:gd name="connsiteX6" fmla="*/ 132582 w 265163"/>
                  <a:gd name="connsiteY6" fmla="*/ 0 h 351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65163" h="351468">
                    <a:moveTo>
                      <a:pt x="132582" y="0"/>
                    </a:moveTo>
                    <a:cubicBezTo>
                      <a:pt x="207731" y="0"/>
                      <a:pt x="267046" y="63842"/>
                      <a:pt x="265118" y="140551"/>
                    </a:cubicBezTo>
                    <a:cubicBezTo>
                      <a:pt x="265118" y="140551"/>
                      <a:pt x="263067" y="222078"/>
                      <a:pt x="263067" y="222078"/>
                    </a:cubicBezTo>
                    <a:cubicBezTo>
                      <a:pt x="261251" y="294345"/>
                      <a:pt x="202849" y="351468"/>
                      <a:pt x="132582" y="351468"/>
                    </a:cubicBezTo>
                    <a:cubicBezTo>
                      <a:pt x="62313" y="351468"/>
                      <a:pt x="3912" y="294345"/>
                      <a:pt x="2094" y="222078"/>
                    </a:cubicBezTo>
                    <a:cubicBezTo>
                      <a:pt x="2094" y="222078"/>
                      <a:pt x="46" y="140551"/>
                      <a:pt x="46" y="140551"/>
                    </a:cubicBezTo>
                    <a:cubicBezTo>
                      <a:pt x="-1884" y="63842"/>
                      <a:pt x="57432" y="0"/>
                      <a:pt x="13258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53" name="자유형: 도형 352">
                <a:extLst>
                  <a:ext uri="{FF2B5EF4-FFF2-40B4-BE49-F238E27FC236}">
                    <a16:creationId xmlns:a16="http://schemas.microsoft.com/office/drawing/2014/main" id="{17114DB1-22D8-4C0A-810E-A2DBF019E992}"/>
                  </a:ext>
                </a:extLst>
              </p:cNvPr>
              <p:cNvSpPr/>
              <p:nvPr/>
            </p:nvSpPr>
            <p:spPr>
              <a:xfrm>
                <a:off x="5027567" y="7956311"/>
                <a:ext cx="277847" cy="365747"/>
              </a:xfrm>
              <a:custGeom>
                <a:avLst/>
                <a:gdLst>
                  <a:gd name="connsiteX0" fmla="*/ 277800 w 277847"/>
                  <a:gd name="connsiteY0" fmla="*/ 146261 h 365747"/>
                  <a:gd name="connsiteX1" fmla="*/ 275652 w 277847"/>
                  <a:gd name="connsiteY1" fmla="*/ 231101 h 365747"/>
                  <a:gd name="connsiteX2" fmla="*/ 138924 w 277847"/>
                  <a:gd name="connsiteY2" fmla="*/ 365748 h 365747"/>
                  <a:gd name="connsiteX3" fmla="*/ 2196 w 277847"/>
                  <a:gd name="connsiteY3" fmla="*/ 231101 h 365747"/>
                  <a:gd name="connsiteX4" fmla="*/ 48 w 277847"/>
                  <a:gd name="connsiteY4" fmla="*/ 146261 h 365747"/>
                  <a:gd name="connsiteX5" fmla="*/ 138924 w 277847"/>
                  <a:gd name="connsiteY5" fmla="*/ 0 h 365747"/>
                  <a:gd name="connsiteX6" fmla="*/ 277800 w 277847"/>
                  <a:gd name="connsiteY6" fmla="*/ 146261 h 365747"/>
                  <a:gd name="connsiteX7" fmla="*/ 138622 w 277847"/>
                  <a:gd name="connsiteY7" fmla="*/ 8786 h 365747"/>
                  <a:gd name="connsiteX8" fmla="*/ 7899 w 277847"/>
                  <a:gd name="connsiteY8" fmla="*/ 148239 h 365747"/>
                  <a:gd name="connsiteX9" fmla="*/ 9920 w 277847"/>
                  <a:gd name="connsiteY9" fmla="*/ 229130 h 365747"/>
                  <a:gd name="connsiteX10" fmla="*/ 138622 w 277847"/>
                  <a:gd name="connsiteY10" fmla="*/ 357510 h 365747"/>
                  <a:gd name="connsiteX11" fmla="*/ 267326 w 277847"/>
                  <a:gd name="connsiteY11" fmla="*/ 229130 h 365747"/>
                  <a:gd name="connsiteX12" fmla="*/ 269347 w 277847"/>
                  <a:gd name="connsiteY12" fmla="*/ 148239 h 365747"/>
                  <a:gd name="connsiteX13" fmla="*/ 138622 w 277847"/>
                  <a:gd name="connsiteY13" fmla="*/ 8786 h 3657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77847" h="365747">
                    <a:moveTo>
                      <a:pt x="277800" y="146261"/>
                    </a:moveTo>
                    <a:cubicBezTo>
                      <a:pt x="277800" y="146261"/>
                      <a:pt x="275652" y="231101"/>
                      <a:pt x="275652" y="231101"/>
                    </a:cubicBezTo>
                    <a:cubicBezTo>
                      <a:pt x="273749" y="306303"/>
                      <a:pt x="212554" y="365748"/>
                      <a:pt x="138924" y="365748"/>
                    </a:cubicBezTo>
                    <a:cubicBezTo>
                      <a:pt x="65294" y="365748"/>
                      <a:pt x="4100" y="306303"/>
                      <a:pt x="2196" y="231101"/>
                    </a:cubicBezTo>
                    <a:cubicBezTo>
                      <a:pt x="2196" y="231101"/>
                      <a:pt x="48" y="146261"/>
                      <a:pt x="48" y="146261"/>
                    </a:cubicBezTo>
                    <a:cubicBezTo>
                      <a:pt x="-1972" y="66436"/>
                      <a:pt x="60180" y="0"/>
                      <a:pt x="138924" y="0"/>
                    </a:cubicBezTo>
                    <a:cubicBezTo>
                      <a:pt x="217668" y="0"/>
                      <a:pt x="279822" y="66436"/>
                      <a:pt x="277800" y="146261"/>
                    </a:cubicBezTo>
                    <a:close/>
                    <a:moveTo>
                      <a:pt x="138622" y="8786"/>
                    </a:moveTo>
                    <a:cubicBezTo>
                      <a:pt x="64501" y="8786"/>
                      <a:pt x="5996" y="72130"/>
                      <a:pt x="7899" y="148239"/>
                    </a:cubicBezTo>
                    <a:cubicBezTo>
                      <a:pt x="7899" y="148239"/>
                      <a:pt x="9920" y="229130"/>
                      <a:pt x="9920" y="229130"/>
                    </a:cubicBezTo>
                    <a:cubicBezTo>
                      <a:pt x="11713" y="300833"/>
                      <a:pt x="69315" y="357510"/>
                      <a:pt x="138622" y="357510"/>
                    </a:cubicBezTo>
                    <a:cubicBezTo>
                      <a:pt x="207931" y="357510"/>
                      <a:pt x="265533" y="300833"/>
                      <a:pt x="267326" y="229130"/>
                    </a:cubicBezTo>
                    <a:cubicBezTo>
                      <a:pt x="267326" y="229130"/>
                      <a:pt x="269347" y="148239"/>
                      <a:pt x="269347" y="148239"/>
                    </a:cubicBezTo>
                    <a:cubicBezTo>
                      <a:pt x="271249" y="72130"/>
                      <a:pt x="212745" y="8786"/>
                      <a:pt x="138622" y="8786"/>
                    </a:cubicBezTo>
                    <a:close/>
                  </a:path>
                </a:pathLst>
              </a:custGeom>
              <a:solidFill>
                <a:srgbClr val="3B434F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54" name="자유형: 도형 353">
                <a:extLst>
                  <a:ext uri="{FF2B5EF4-FFF2-40B4-BE49-F238E27FC236}">
                    <a16:creationId xmlns:a16="http://schemas.microsoft.com/office/drawing/2014/main" id="{A8D0CC10-861C-4CFF-8B51-9EEA18F416DF}"/>
                  </a:ext>
                </a:extLst>
              </p:cNvPr>
              <p:cNvSpPr/>
              <p:nvPr/>
            </p:nvSpPr>
            <p:spPr>
              <a:xfrm>
                <a:off x="5027341" y="8116668"/>
                <a:ext cx="274256" cy="206488"/>
              </a:xfrm>
              <a:custGeom>
                <a:avLst/>
                <a:gdLst>
                  <a:gd name="connsiteX0" fmla="*/ 274256 w 274256"/>
                  <a:gd name="connsiteY0" fmla="*/ 0 h 206488"/>
                  <a:gd name="connsiteX1" fmla="*/ 268215 w 274256"/>
                  <a:gd name="connsiteY1" fmla="*/ 90065 h 206488"/>
                  <a:gd name="connsiteX2" fmla="*/ 137732 w 274256"/>
                  <a:gd name="connsiteY2" fmla="*/ 206336 h 206488"/>
                  <a:gd name="connsiteX3" fmla="*/ 137732 w 274256"/>
                  <a:gd name="connsiteY3" fmla="*/ 206489 h 206488"/>
                  <a:gd name="connsiteX4" fmla="*/ 137127 w 274256"/>
                  <a:gd name="connsiteY4" fmla="*/ 206413 h 206488"/>
                  <a:gd name="connsiteX5" fmla="*/ 136524 w 274256"/>
                  <a:gd name="connsiteY5" fmla="*/ 206489 h 206488"/>
                  <a:gd name="connsiteX6" fmla="*/ 136524 w 274256"/>
                  <a:gd name="connsiteY6" fmla="*/ 206336 h 206488"/>
                  <a:gd name="connsiteX7" fmla="*/ 6041 w 274256"/>
                  <a:gd name="connsiteY7" fmla="*/ 90065 h 206488"/>
                  <a:gd name="connsiteX8" fmla="*/ 0 w 274256"/>
                  <a:gd name="connsiteY8" fmla="*/ 0 h 206488"/>
                  <a:gd name="connsiteX9" fmla="*/ 49536 w 274256"/>
                  <a:gd name="connsiteY9" fmla="*/ 115326 h 206488"/>
                  <a:gd name="connsiteX10" fmla="*/ 82156 w 274256"/>
                  <a:gd name="connsiteY10" fmla="*/ 85671 h 206488"/>
                  <a:gd name="connsiteX11" fmla="*/ 137127 w 274256"/>
                  <a:gd name="connsiteY11" fmla="*/ 91464 h 206488"/>
                  <a:gd name="connsiteX12" fmla="*/ 192100 w 274256"/>
                  <a:gd name="connsiteY12" fmla="*/ 85671 h 206488"/>
                  <a:gd name="connsiteX13" fmla="*/ 224721 w 274256"/>
                  <a:gd name="connsiteY13" fmla="*/ 115326 h 206488"/>
                  <a:gd name="connsiteX14" fmla="*/ 274256 w 274256"/>
                  <a:gd name="connsiteY14" fmla="*/ 0 h 206488"/>
                  <a:gd name="connsiteX15" fmla="*/ 207084 w 274256"/>
                  <a:gd name="connsiteY15" fmla="*/ 126489 h 206488"/>
                  <a:gd name="connsiteX16" fmla="*/ 192484 w 274256"/>
                  <a:gd name="connsiteY16" fmla="*/ 108771 h 206488"/>
                  <a:gd name="connsiteX17" fmla="*/ 137732 w 274256"/>
                  <a:gd name="connsiteY17" fmla="*/ 119994 h 206488"/>
                  <a:gd name="connsiteX18" fmla="*/ 137732 w 274256"/>
                  <a:gd name="connsiteY18" fmla="*/ 119868 h 206488"/>
                  <a:gd name="connsiteX19" fmla="*/ 83364 w 274256"/>
                  <a:gd name="connsiteY19" fmla="*/ 108736 h 206488"/>
                  <a:gd name="connsiteX20" fmla="*/ 68866 w 274256"/>
                  <a:gd name="connsiteY20" fmla="*/ 126310 h 206488"/>
                  <a:gd name="connsiteX21" fmla="*/ 80947 w 274256"/>
                  <a:gd name="connsiteY21" fmla="*/ 153768 h 206488"/>
                  <a:gd name="connsiteX22" fmla="*/ 102694 w 274256"/>
                  <a:gd name="connsiteY22" fmla="*/ 174636 h 206488"/>
                  <a:gd name="connsiteX23" fmla="*/ 117192 w 274256"/>
                  <a:gd name="connsiteY23" fmla="*/ 162555 h 206488"/>
                  <a:gd name="connsiteX24" fmla="*/ 124442 w 274256"/>
                  <a:gd name="connsiteY24" fmla="*/ 148276 h 206488"/>
                  <a:gd name="connsiteX25" fmla="*/ 137732 w 274256"/>
                  <a:gd name="connsiteY25" fmla="*/ 148276 h 206488"/>
                  <a:gd name="connsiteX26" fmla="*/ 137732 w 274256"/>
                  <a:gd name="connsiteY26" fmla="*/ 148638 h 206488"/>
                  <a:gd name="connsiteX27" fmla="*/ 151116 w 274256"/>
                  <a:gd name="connsiteY27" fmla="*/ 148638 h 206488"/>
                  <a:gd name="connsiteX28" fmla="*/ 158416 w 274256"/>
                  <a:gd name="connsiteY28" fmla="*/ 163034 h 206488"/>
                  <a:gd name="connsiteX29" fmla="*/ 173016 w 274256"/>
                  <a:gd name="connsiteY29" fmla="*/ 175216 h 206488"/>
                  <a:gd name="connsiteX30" fmla="*/ 194917 w 274256"/>
                  <a:gd name="connsiteY30" fmla="*/ 154175 h 206488"/>
                  <a:gd name="connsiteX31" fmla="*/ 207084 w 274256"/>
                  <a:gd name="connsiteY31" fmla="*/ 126489 h 2064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274256" h="206488">
                    <a:moveTo>
                      <a:pt x="274256" y="0"/>
                    </a:moveTo>
                    <a:cubicBezTo>
                      <a:pt x="274256" y="0"/>
                      <a:pt x="268215" y="90065"/>
                      <a:pt x="268215" y="90065"/>
                    </a:cubicBezTo>
                    <a:cubicBezTo>
                      <a:pt x="268215" y="90065"/>
                      <a:pt x="241385" y="194027"/>
                      <a:pt x="137732" y="206336"/>
                    </a:cubicBezTo>
                    <a:cubicBezTo>
                      <a:pt x="137732" y="206336"/>
                      <a:pt x="137732" y="206489"/>
                      <a:pt x="137732" y="206489"/>
                    </a:cubicBezTo>
                    <a:cubicBezTo>
                      <a:pt x="137528" y="206466"/>
                      <a:pt x="137331" y="206436"/>
                      <a:pt x="137127" y="206413"/>
                    </a:cubicBezTo>
                    <a:cubicBezTo>
                      <a:pt x="136925" y="206436"/>
                      <a:pt x="136728" y="206466"/>
                      <a:pt x="136524" y="206489"/>
                    </a:cubicBezTo>
                    <a:cubicBezTo>
                      <a:pt x="136524" y="206489"/>
                      <a:pt x="136524" y="206336"/>
                      <a:pt x="136524" y="206336"/>
                    </a:cubicBezTo>
                    <a:cubicBezTo>
                      <a:pt x="32871" y="194027"/>
                      <a:pt x="6041" y="90065"/>
                      <a:pt x="6041" y="90065"/>
                    </a:cubicBezTo>
                    <a:cubicBezTo>
                      <a:pt x="6041" y="90065"/>
                      <a:pt x="0" y="0"/>
                      <a:pt x="0" y="0"/>
                    </a:cubicBezTo>
                    <a:cubicBezTo>
                      <a:pt x="26898" y="108539"/>
                      <a:pt x="49536" y="115326"/>
                      <a:pt x="49536" y="115326"/>
                    </a:cubicBezTo>
                    <a:cubicBezTo>
                      <a:pt x="44954" y="82413"/>
                      <a:pt x="82156" y="85671"/>
                      <a:pt x="82156" y="85671"/>
                    </a:cubicBezTo>
                    <a:cubicBezTo>
                      <a:pt x="104829" y="89152"/>
                      <a:pt x="122878" y="90836"/>
                      <a:pt x="137127" y="91464"/>
                    </a:cubicBezTo>
                    <a:cubicBezTo>
                      <a:pt x="151378" y="90836"/>
                      <a:pt x="169427" y="89152"/>
                      <a:pt x="192100" y="85671"/>
                    </a:cubicBezTo>
                    <a:cubicBezTo>
                      <a:pt x="192100" y="85671"/>
                      <a:pt x="229302" y="82413"/>
                      <a:pt x="224721" y="115326"/>
                    </a:cubicBezTo>
                    <a:cubicBezTo>
                      <a:pt x="224721" y="115326"/>
                      <a:pt x="247358" y="108539"/>
                      <a:pt x="274256" y="0"/>
                    </a:cubicBezTo>
                    <a:close/>
                    <a:moveTo>
                      <a:pt x="207084" y="126489"/>
                    </a:moveTo>
                    <a:cubicBezTo>
                      <a:pt x="205325" y="107130"/>
                      <a:pt x="192484" y="108771"/>
                      <a:pt x="192484" y="108771"/>
                    </a:cubicBezTo>
                    <a:cubicBezTo>
                      <a:pt x="169653" y="114878"/>
                      <a:pt x="151733" y="118271"/>
                      <a:pt x="137732" y="119994"/>
                    </a:cubicBezTo>
                    <a:cubicBezTo>
                      <a:pt x="137732" y="119994"/>
                      <a:pt x="137732" y="119868"/>
                      <a:pt x="137732" y="119868"/>
                    </a:cubicBezTo>
                    <a:cubicBezTo>
                      <a:pt x="123830" y="118158"/>
                      <a:pt x="106034" y="114793"/>
                      <a:pt x="83364" y="108736"/>
                    </a:cubicBezTo>
                    <a:cubicBezTo>
                      <a:pt x="83364" y="108736"/>
                      <a:pt x="70612" y="107108"/>
                      <a:pt x="68866" y="126310"/>
                    </a:cubicBezTo>
                    <a:cubicBezTo>
                      <a:pt x="68866" y="126310"/>
                      <a:pt x="63745" y="145547"/>
                      <a:pt x="80947" y="153768"/>
                    </a:cubicBezTo>
                    <a:cubicBezTo>
                      <a:pt x="80947" y="153768"/>
                      <a:pt x="102694" y="174636"/>
                      <a:pt x="102694" y="174636"/>
                    </a:cubicBezTo>
                    <a:cubicBezTo>
                      <a:pt x="102694" y="174636"/>
                      <a:pt x="117556" y="178919"/>
                      <a:pt x="117192" y="162555"/>
                    </a:cubicBezTo>
                    <a:cubicBezTo>
                      <a:pt x="117192" y="162555"/>
                      <a:pt x="115680" y="150351"/>
                      <a:pt x="124442" y="148276"/>
                    </a:cubicBezTo>
                    <a:cubicBezTo>
                      <a:pt x="124442" y="148276"/>
                      <a:pt x="137732" y="148276"/>
                      <a:pt x="137732" y="148276"/>
                    </a:cubicBezTo>
                    <a:cubicBezTo>
                      <a:pt x="137732" y="148276"/>
                      <a:pt x="137732" y="148638"/>
                      <a:pt x="137732" y="148638"/>
                    </a:cubicBezTo>
                    <a:cubicBezTo>
                      <a:pt x="137732" y="148638"/>
                      <a:pt x="151116" y="148638"/>
                      <a:pt x="151116" y="148638"/>
                    </a:cubicBezTo>
                    <a:cubicBezTo>
                      <a:pt x="159939" y="150729"/>
                      <a:pt x="158416" y="163034"/>
                      <a:pt x="158416" y="163034"/>
                    </a:cubicBezTo>
                    <a:cubicBezTo>
                      <a:pt x="158051" y="179534"/>
                      <a:pt x="173016" y="175216"/>
                      <a:pt x="173016" y="175216"/>
                    </a:cubicBezTo>
                    <a:cubicBezTo>
                      <a:pt x="173016" y="175216"/>
                      <a:pt x="194917" y="154175"/>
                      <a:pt x="194917" y="154175"/>
                    </a:cubicBezTo>
                    <a:cubicBezTo>
                      <a:pt x="212240" y="145887"/>
                      <a:pt x="207084" y="126489"/>
                      <a:pt x="207084" y="126489"/>
                    </a:cubicBezTo>
                    <a:close/>
                  </a:path>
                </a:pathLst>
              </a:custGeom>
              <a:solidFill>
                <a:srgbClr val="3B434F">
                  <a:alpha val="6000"/>
                </a:srgbClr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55" name="자유형: 도형 354">
                <a:extLst>
                  <a:ext uri="{FF2B5EF4-FFF2-40B4-BE49-F238E27FC236}">
                    <a16:creationId xmlns:a16="http://schemas.microsoft.com/office/drawing/2014/main" id="{000702BE-E21E-4378-9695-68AC08D33159}"/>
                  </a:ext>
                </a:extLst>
              </p:cNvPr>
              <p:cNvSpPr/>
              <p:nvPr/>
            </p:nvSpPr>
            <p:spPr>
              <a:xfrm>
                <a:off x="5149574" y="8272633"/>
                <a:ext cx="33829" cy="4392"/>
              </a:xfrm>
              <a:custGeom>
                <a:avLst/>
                <a:gdLst>
                  <a:gd name="connsiteX0" fmla="*/ 2417 w 33829"/>
                  <a:gd name="connsiteY0" fmla="*/ 0 h 4392"/>
                  <a:gd name="connsiteX1" fmla="*/ 31413 w 33829"/>
                  <a:gd name="connsiteY1" fmla="*/ 0 h 4392"/>
                  <a:gd name="connsiteX2" fmla="*/ 33830 w 33829"/>
                  <a:gd name="connsiteY2" fmla="*/ 2196 h 4392"/>
                  <a:gd name="connsiteX3" fmla="*/ 31413 w 33829"/>
                  <a:gd name="connsiteY3" fmla="*/ 4393 h 4392"/>
                  <a:gd name="connsiteX4" fmla="*/ 2417 w 33829"/>
                  <a:gd name="connsiteY4" fmla="*/ 4393 h 4392"/>
                  <a:gd name="connsiteX5" fmla="*/ 0 w 33829"/>
                  <a:gd name="connsiteY5" fmla="*/ 2196 h 4392"/>
                  <a:gd name="connsiteX6" fmla="*/ 2417 w 33829"/>
                  <a:gd name="connsiteY6" fmla="*/ 0 h 43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3829" h="4392">
                    <a:moveTo>
                      <a:pt x="2417" y="0"/>
                    </a:moveTo>
                    <a:cubicBezTo>
                      <a:pt x="2417" y="0"/>
                      <a:pt x="31413" y="0"/>
                      <a:pt x="31413" y="0"/>
                    </a:cubicBezTo>
                    <a:cubicBezTo>
                      <a:pt x="32748" y="0"/>
                      <a:pt x="33830" y="983"/>
                      <a:pt x="33830" y="2196"/>
                    </a:cubicBezTo>
                    <a:cubicBezTo>
                      <a:pt x="33830" y="3410"/>
                      <a:pt x="32748" y="4393"/>
                      <a:pt x="31413" y="4393"/>
                    </a:cubicBezTo>
                    <a:cubicBezTo>
                      <a:pt x="31413" y="4393"/>
                      <a:pt x="2417" y="4393"/>
                      <a:pt x="2417" y="4393"/>
                    </a:cubicBezTo>
                    <a:cubicBezTo>
                      <a:pt x="1082" y="4393"/>
                      <a:pt x="0" y="3410"/>
                      <a:pt x="0" y="2196"/>
                    </a:cubicBezTo>
                    <a:cubicBezTo>
                      <a:pt x="0" y="983"/>
                      <a:pt x="1082" y="0"/>
                      <a:pt x="2417" y="0"/>
                    </a:cubicBezTo>
                    <a:close/>
                  </a:path>
                </a:pathLst>
              </a:custGeom>
              <a:solidFill>
                <a:srgbClr val="3B434F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56" name="자유형: 도형 355">
                <a:extLst>
                  <a:ext uri="{FF2B5EF4-FFF2-40B4-BE49-F238E27FC236}">
                    <a16:creationId xmlns:a16="http://schemas.microsoft.com/office/drawing/2014/main" id="{45DA63C7-BCAD-4C6C-A894-F36BCDB1551F}"/>
                  </a:ext>
                </a:extLst>
              </p:cNvPr>
              <p:cNvSpPr/>
              <p:nvPr/>
            </p:nvSpPr>
            <p:spPr>
              <a:xfrm>
                <a:off x="5126616" y="8241878"/>
                <a:ext cx="82160" cy="14280"/>
              </a:xfrm>
              <a:custGeom>
                <a:avLst/>
                <a:gdLst>
                  <a:gd name="connsiteX0" fmla="*/ 0 w 82160"/>
                  <a:gd name="connsiteY0" fmla="*/ 4471 h 14280"/>
                  <a:gd name="connsiteX1" fmla="*/ 3365 w 82160"/>
                  <a:gd name="connsiteY1" fmla="*/ 190 h 14280"/>
                  <a:gd name="connsiteX2" fmla="*/ 40821 w 82160"/>
                  <a:gd name="connsiteY2" fmla="*/ 9077 h 14280"/>
                  <a:gd name="connsiteX3" fmla="*/ 78637 w 82160"/>
                  <a:gd name="connsiteY3" fmla="*/ 0 h 14280"/>
                  <a:gd name="connsiteX4" fmla="*/ 82161 w 82160"/>
                  <a:gd name="connsiteY4" fmla="*/ 4423 h 14280"/>
                  <a:gd name="connsiteX5" fmla="*/ 41034 w 82160"/>
                  <a:gd name="connsiteY5" fmla="*/ 14281 h 14280"/>
                  <a:gd name="connsiteX6" fmla="*/ 0 w 82160"/>
                  <a:gd name="connsiteY6" fmla="*/ 4471 h 142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2160" h="14280">
                    <a:moveTo>
                      <a:pt x="0" y="4471"/>
                    </a:moveTo>
                    <a:cubicBezTo>
                      <a:pt x="0" y="4471"/>
                      <a:pt x="3365" y="190"/>
                      <a:pt x="3365" y="190"/>
                    </a:cubicBezTo>
                    <a:cubicBezTo>
                      <a:pt x="14182" y="5815"/>
                      <a:pt x="27034" y="9077"/>
                      <a:pt x="40821" y="9077"/>
                    </a:cubicBezTo>
                    <a:cubicBezTo>
                      <a:pt x="54763" y="9077"/>
                      <a:pt x="67746" y="5741"/>
                      <a:pt x="78637" y="0"/>
                    </a:cubicBezTo>
                    <a:cubicBezTo>
                      <a:pt x="78637" y="0"/>
                      <a:pt x="82161" y="4423"/>
                      <a:pt x="82161" y="4423"/>
                    </a:cubicBezTo>
                    <a:cubicBezTo>
                      <a:pt x="70312" y="10659"/>
                      <a:pt x="56193" y="14281"/>
                      <a:pt x="41034" y="14281"/>
                    </a:cubicBezTo>
                    <a:cubicBezTo>
                      <a:pt x="25915" y="14281"/>
                      <a:pt x="11829" y="10678"/>
                      <a:pt x="0" y="4471"/>
                    </a:cubicBezTo>
                    <a:close/>
                  </a:path>
                </a:pathLst>
              </a:custGeom>
              <a:solidFill>
                <a:srgbClr val="3B434F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57" name="자유형: 도형 356">
                <a:extLst>
                  <a:ext uri="{FF2B5EF4-FFF2-40B4-BE49-F238E27FC236}">
                    <a16:creationId xmlns:a16="http://schemas.microsoft.com/office/drawing/2014/main" id="{3C367A7D-24C5-44C9-89D0-F4845B762376}"/>
                  </a:ext>
                </a:extLst>
              </p:cNvPr>
              <p:cNvSpPr/>
              <p:nvPr/>
            </p:nvSpPr>
            <p:spPr>
              <a:xfrm>
                <a:off x="4997556" y="8112267"/>
                <a:ext cx="33824" cy="88978"/>
              </a:xfrm>
              <a:custGeom>
                <a:avLst/>
                <a:gdLst>
                  <a:gd name="connsiteX0" fmla="*/ 29908 w 33824"/>
                  <a:gd name="connsiteY0" fmla="*/ 2676 h 88978"/>
                  <a:gd name="connsiteX1" fmla="*/ 25656 w 33824"/>
                  <a:gd name="connsiteY1" fmla="*/ 820 h 88978"/>
                  <a:gd name="connsiteX2" fmla="*/ 20591 w 33824"/>
                  <a:gd name="connsiteY2" fmla="*/ 18 h 88978"/>
                  <a:gd name="connsiteX3" fmla="*/ 19081 w 33824"/>
                  <a:gd name="connsiteY3" fmla="*/ 8 h 88978"/>
                  <a:gd name="connsiteX4" fmla="*/ 17503 w 33824"/>
                  <a:gd name="connsiteY4" fmla="*/ 105 h 88978"/>
                  <a:gd name="connsiteX5" fmla="*/ 14208 w 33824"/>
                  <a:gd name="connsiteY5" fmla="*/ 686 h 88978"/>
                  <a:gd name="connsiteX6" fmla="*/ 2523 w 33824"/>
                  <a:gd name="connsiteY6" fmla="*/ 10535 h 88978"/>
                  <a:gd name="connsiteX7" fmla="*/ 62 w 33824"/>
                  <a:gd name="connsiteY7" fmla="*/ 21742 h 88978"/>
                  <a:gd name="connsiteX8" fmla="*/ 11 w 33824"/>
                  <a:gd name="connsiteY8" fmla="*/ 25371 h 88978"/>
                  <a:gd name="connsiteX9" fmla="*/ 222 w 33824"/>
                  <a:gd name="connsiteY9" fmla="*/ 29361 h 88978"/>
                  <a:gd name="connsiteX10" fmla="*/ 1494 w 33824"/>
                  <a:gd name="connsiteY10" fmla="*/ 38493 h 88978"/>
                  <a:gd name="connsiteX11" fmla="*/ 4847 w 33824"/>
                  <a:gd name="connsiteY11" fmla="*/ 59989 h 88978"/>
                  <a:gd name="connsiteX12" fmla="*/ 33824 w 33824"/>
                  <a:gd name="connsiteY12" fmla="*/ 88979 h 88978"/>
                  <a:gd name="connsiteX13" fmla="*/ 29908 w 33824"/>
                  <a:gd name="connsiteY13" fmla="*/ 2676 h 88978"/>
                  <a:gd name="connsiteX14" fmla="*/ 29908 w 33824"/>
                  <a:gd name="connsiteY14" fmla="*/ 2676 h 889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3824" h="88978">
                    <a:moveTo>
                      <a:pt x="29908" y="2676"/>
                    </a:moveTo>
                    <a:cubicBezTo>
                      <a:pt x="29891" y="2678"/>
                      <a:pt x="28426" y="1613"/>
                      <a:pt x="25656" y="820"/>
                    </a:cubicBezTo>
                    <a:cubicBezTo>
                      <a:pt x="24272" y="425"/>
                      <a:pt x="22551" y="99"/>
                      <a:pt x="20591" y="18"/>
                    </a:cubicBezTo>
                    <a:cubicBezTo>
                      <a:pt x="20101" y="-1"/>
                      <a:pt x="19597" y="-6"/>
                      <a:pt x="19081" y="8"/>
                    </a:cubicBezTo>
                    <a:cubicBezTo>
                      <a:pt x="18566" y="21"/>
                      <a:pt x="18038" y="52"/>
                      <a:pt x="17503" y="105"/>
                    </a:cubicBezTo>
                    <a:cubicBezTo>
                      <a:pt x="16429" y="209"/>
                      <a:pt x="15322" y="395"/>
                      <a:pt x="14208" y="686"/>
                    </a:cubicBezTo>
                    <a:cubicBezTo>
                      <a:pt x="9747" y="1853"/>
                      <a:pt x="5196" y="4687"/>
                      <a:pt x="2523" y="10535"/>
                    </a:cubicBezTo>
                    <a:cubicBezTo>
                      <a:pt x="1181" y="13460"/>
                      <a:pt x="296" y="17140"/>
                      <a:pt x="62" y="21742"/>
                    </a:cubicBezTo>
                    <a:cubicBezTo>
                      <a:pt x="3" y="22893"/>
                      <a:pt x="-14" y="24102"/>
                      <a:pt x="11" y="25371"/>
                    </a:cubicBezTo>
                    <a:cubicBezTo>
                      <a:pt x="37" y="26640"/>
                      <a:pt x="106" y="27968"/>
                      <a:pt x="222" y="29361"/>
                    </a:cubicBezTo>
                    <a:cubicBezTo>
                      <a:pt x="453" y="32146"/>
                      <a:pt x="871" y="35182"/>
                      <a:pt x="1494" y="38493"/>
                    </a:cubicBezTo>
                    <a:cubicBezTo>
                      <a:pt x="1480" y="38489"/>
                      <a:pt x="913" y="48494"/>
                      <a:pt x="4847" y="59989"/>
                    </a:cubicBezTo>
                    <a:cubicBezTo>
                      <a:pt x="8546" y="71228"/>
                      <a:pt x="17428" y="85034"/>
                      <a:pt x="33824" y="88979"/>
                    </a:cubicBezTo>
                    <a:cubicBezTo>
                      <a:pt x="31938" y="60432"/>
                      <a:pt x="31880" y="31349"/>
                      <a:pt x="29908" y="2676"/>
                    </a:cubicBezTo>
                    <a:cubicBezTo>
                      <a:pt x="29908" y="2676"/>
                      <a:pt x="29908" y="2676"/>
                      <a:pt x="29908" y="2676"/>
                    </a:cubicBezTo>
                    <a:close/>
                  </a:path>
                </a:pathLst>
              </a:custGeom>
              <a:solidFill>
                <a:srgbClr val="F7FBFB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58" name="자유형: 도형 357">
                <a:extLst>
                  <a:ext uri="{FF2B5EF4-FFF2-40B4-BE49-F238E27FC236}">
                    <a16:creationId xmlns:a16="http://schemas.microsoft.com/office/drawing/2014/main" id="{6967A715-419B-496E-A8AA-9BA72354836D}"/>
                  </a:ext>
                </a:extLst>
              </p:cNvPr>
              <p:cNvSpPr/>
              <p:nvPr/>
            </p:nvSpPr>
            <p:spPr>
              <a:xfrm>
                <a:off x="4993931" y="8106710"/>
                <a:ext cx="51718" cy="101120"/>
              </a:xfrm>
              <a:custGeom>
                <a:avLst/>
                <a:gdLst>
                  <a:gd name="connsiteX0" fmla="*/ 35404 w 51718"/>
                  <a:gd name="connsiteY0" fmla="*/ 9384 h 101120"/>
                  <a:gd name="connsiteX1" fmla="*/ 7843 w 51718"/>
                  <a:gd name="connsiteY1" fmla="*/ 28035 h 101120"/>
                  <a:gd name="connsiteX2" fmla="*/ 13942 w 51718"/>
                  <a:gd name="connsiteY2" fmla="*/ 70316 h 101120"/>
                  <a:gd name="connsiteX3" fmla="*/ 43676 w 51718"/>
                  <a:gd name="connsiteY3" fmla="*/ 93855 h 101120"/>
                  <a:gd name="connsiteX4" fmla="*/ 43676 w 51718"/>
                  <a:gd name="connsiteY4" fmla="*/ 93855 h 101120"/>
                  <a:gd name="connsiteX5" fmla="*/ 43901 w 51718"/>
                  <a:gd name="connsiteY5" fmla="*/ 101120 h 101120"/>
                  <a:gd name="connsiteX6" fmla="*/ 5074 w 51718"/>
                  <a:gd name="connsiteY6" fmla="*/ 63234 h 101120"/>
                  <a:gd name="connsiteX7" fmla="*/ 113 w 51718"/>
                  <a:gd name="connsiteY7" fmla="*/ 32263 h 101120"/>
                  <a:gd name="connsiteX8" fmla="*/ 33624 w 51718"/>
                  <a:gd name="connsiteY8" fmla="*/ 1697 h 101120"/>
                  <a:gd name="connsiteX9" fmla="*/ 33624 w 51718"/>
                  <a:gd name="connsiteY9" fmla="*/ 1697 h 101120"/>
                  <a:gd name="connsiteX10" fmla="*/ 35404 w 51718"/>
                  <a:gd name="connsiteY10" fmla="*/ 9384 h 1011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51718" h="101120">
                    <a:moveTo>
                      <a:pt x="35404" y="9384"/>
                    </a:moveTo>
                    <a:cubicBezTo>
                      <a:pt x="35404" y="9384"/>
                      <a:pt x="6836" y="1338"/>
                      <a:pt x="7843" y="28035"/>
                    </a:cubicBezTo>
                    <a:cubicBezTo>
                      <a:pt x="7843" y="28035"/>
                      <a:pt x="12095" y="66748"/>
                      <a:pt x="13942" y="70316"/>
                    </a:cubicBezTo>
                    <a:cubicBezTo>
                      <a:pt x="13942" y="70316"/>
                      <a:pt x="25161" y="92856"/>
                      <a:pt x="43676" y="93855"/>
                    </a:cubicBezTo>
                    <a:cubicBezTo>
                      <a:pt x="61772" y="94832"/>
                      <a:pt x="43676" y="93855"/>
                      <a:pt x="43676" y="93855"/>
                    </a:cubicBezTo>
                    <a:cubicBezTo>
                      <a:pt x="43676" y="93855"/>
                      <a:pt x="43901" y="101120"/>
                      <a:pt x="43901" y="101120"/>
                    </a:cubicBezTo>
                    <a:cubicBezTo>
                      <a:pt x="43901" y="101120"/>
                      <a:pt x="11359" y="97327"/>
                      <a:pt x="5074" y="63234"/>
                    </a:cubicBezTo>
                    <a:cubicBezTo>
                      <a:pt x="5074" y="63234"/>
                      <a:pt x="113" y="32263"/>
                      <a:pt x="113" y="32263"/>
                    </a:cubicBezTo>
                    <a:cubicBezTo>
                      <a:pt x="113" y="32263"/>
                      <a:pt x="-3740" y="-8725"/>
                      <a:pt x="33624" y="1697"/>
                    </a:cubicBezTo>
                    <a:cubicBezTo>
                      <a:pt x="70023" y="11850"/>
                      <a:pt x="33624" y="1697"/>
                      <a:pt x="33624" y="1697"/>
                    </a:cubicBezTo>
                    <a:cubicBezTo>
                      <a:pt x="33624" y="1697"/>
                      <a:pt x="35404" y="9384"/>
                      <a:pt x="35404" y="9384"/>
                    </a:cubicBezTo>
                  </a:path>
                </a:pathLst>
              </a:custGeom>
              <a:solidFill>
                <a:srgbClr val="3B434F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59" name="자유형: 도형 358">
                <a:extLst>
                  <a:ext uri="{FF2B5EF4-FFF2-40B4-BE49-F238E27FC236}">
                    <a16:creationId xmlns:a16="http://schemas.microsoft.com/office/drawing/2014/main" id="{FEAD9A22-56A9-4F74-A3E5-03F3D6ED0678}"/>
                  </a:ext>
                </a:extLst>
              </p:cNvPr>
              <p:cNvSpPr/>
              <p:nvPr/>
            </p:nvSpPr>
            <p:spPr>
              <a:xfrm>
                <a:off x="5011034" y="8134551"/>
                <a:ext cx="21735" cy="36427"/>
              </a:xfrm>
              <a:custGeom>
                <a:avLst/>
                <a:gdLst>
                  <a:gd name="connsiteX0" fmla="*/ 8872 w 21735"/>
                  <a:gd name="connsiteY0" fmla="*/ 35329 h 36427"/>
                  <a:gd name="connsiteX1" fmla="*/ 5900 w 21735"/>
                  <a:gd name="connsiteY1" fmla="*/ 36427 h 36427"/>
                  <a:gd name="connsiteX2" fmla="*/ 2948 w 21735"/>
                  <a:gd name="connsiteY2" fmla="*/ 35329 h 36427"/>
                  <a:gd name="connsiteX3" fmla="*/ 0 w 21735"/>
                  <a:gd name="connsiteY3" fmla="*/ 8322 h 36427"/>
                  <a:gd name="connsiteX4" fmla="*/ 21327 w 21735"/>
                  <a:gd name="connsiteY4" fmla="*/ 2050 h 36427"/>
                  <a:gd name="connsiteX5" fmla="*/ 21736 w 21735"/>
                  <a:gd name="connsiteY5" fmla="*/ 9772 h 36427"/>
                  <a:gd name="connsiteX6" fmla="*/ 6905 w 21735"/>
                  <a:gd name="connsiteY6" fmla="*/ 10969 h 36427"/>
                  <a:gd name="connsiteX7" fmla="*/ 8872 w 21735"/>
                  <a:gd name="connsiteY7" fmla="*/ 35329 h 364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1735" h="36427">
                    <a:moveTo>
                      <a:pt x="8872" y="35329"/>
                    </a:moveTo>
                    <a:cubicBezTo>
                      <a:pt x="8872" y="35329"/>
                      <a:pt x="7273" y="36427"/>
                      <a:pt x="5900" y="36427"/>
                    </a:cubicBezTo>
                    <a:cubicBezTo>
                      <a:pt x="4526" y="36427"/>
                      <a:pt x="2948" y="35329"/>
                      <a:pt x="2948" y="35329"/>
                    </a:cubicBezTo>
                    <a:cubicBezTo>
                      <a:pt x="2948" y="35329"/>
                      <a:pt x="0" y="8322"/>
                      <a:pt x="0" y="8322"/>
                    </a:cubicBezTo>
                    <a:cubicBezTo>
                      <a:pt x="0" y="8322"/>
                      <a:pt x="4066" y="-4978"/>
                      <a:pt x="21327" y="2050"/>
                    </a:cubicBezTo>
                    <a:cubicBezTo>
                      <a:pt x="21327" y="2050"/>
                      <a:pt x="21736" y="9772"/>
                      <a:pt x="21736" y="9772"/>
                    </a:cubicBezTo>
                    <a:cubicBezTo>
                      <a:pt x="21736" y="9772"/>
                      <a:pt x="6592" y="4890"/>
                      <a:pt x="6905" y="10969"/>
                    </a:cubicBezTo>
                    <a:cubicBezTo>
                      <a:pt x="7207" y="16822"/>
                      <a:pt x="8872" y="35329"/>
                      <a:pt x="8872" y="35329"/>
                    </a:cubicBezTo>
                    <a:close/>
                  </a:path>
                </a:pathLst>
              </a:custGeom>
              <a:solidFill>
                <a:srgbClr val="3B434F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60" name="자유형: 도형 359">
                <a:extLst>
                  <a:ext uri="{FF2B5EF4-FFF2-40B4-BE49-F238E27FC236}">
                    <a16:creationId xmlns:a16="http://schemas.microsoft.com/office/drawing/2014/main" id="{31F438AB-7B40-480B-B58C-9EF486BF1ADD}"/>
                  </a:ext>
                </a:extLst>
              </p:cNvPr>
              <p:cNvSpPr/>
              <p:nvPr/>
            </p:nvSpPr>
            <p:spPr>
              <a:xfrm>
                <a:off x="5301042" y="8112332"/>
                <a:ext cx="33973" cy="88919"/>
              </a:xfrm>
              <a:custGeom>
                <a:avLst/>
                <a:gdLst>
                  <a:gd name="connsiteX0" fmla="*/ 3933 w 33973"/>
                  <a:gd name="connsiteY0" fmla="*/ 2674 h 88919"/>
                  <a:gd name="connsiteX1" fmla="*/ 8205 w 33973"/>
                  <a:gd name="connsiteY1" fmla="*/ 820 h 88919"/>
                  <a:gd name="connsiteX2" fmla="*/ 13292 w 33973"/>
                  <a:gd name="connsiteY2" fmla="*/ 19 h 88919"/>
                  <a:gd name="connsiteX3" fmla="*/ 14808 w 33973"/>
                  <a:gd name="connsiteY3" fmla="*/ 7 h 88919"/>
                  <a:gd name="connsiteX4" fmla="*/ 16394 w 33973"/>
                  <a:gd name="connsiteY4" fmla="*/ 104 h 88919"/>
                  <a:gd name="connsiteX5" fmla="*/ 19703 w 33973"/>
                  <a:gd name="connsiteY5" fmla="*/ 686 h 88919"/>
                  <a:gd name="connsiteX6" fmla="*/ 31440 w 33973"/>
                  <a:gd name="connsiteY6" fmla="*/ 10528 h 88919"/>
                  <a:gd name="connsiteX7" fmla="*/ 33911 w 33973"/>
                  <a:gd name="connsiteY7" fmla="*/ 21728 h 88919"/>
                  <a:gd name="connsiteX8" fmla="*/ 33962 w 33973"/>
                  <a:gd name="connsiteY8" fmla="*/ 25353 h 88919"/>
                  <a:gd name="connsiteX9" fmla="*/ 33751 w 33973"/>
                  <a:gd name="connsiteY9" fmla="*/ 29341 h 88919"/>
                  <a:gd name="connsiteX10" fmla="*/ 32473 w 33973"/>
                  <a:gd name="connsiteY10" fmla="*/ 38467 h 88919"/>
                  <a:gd name="connsiteX11" fmla="*/ 29105 w 33973"/>
                  <a:gd name="connsiteY11" fmla="*/ 59949 h 88919"/>
                  <a:gd name="connsiteX12" fmla="*/ 0 w 33973"/>
                  <a:gd name="connsiteY12" fmla="*/ 88919 h 88919"/>
                  <a:gd name="connsiteX13" fmla="*/ 3933 w 33973"/>
                  <a:gd name="connsiteY13" fmla="*/ 2674 h 88919"/>
                  <a:gd name="connsiteX14" fmla="*/ 3933 w 33973"/>
                  <a:gd name="connsiteY14" fmla="*/ 2674 h 889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3973" h="88919">
                    <a:moveTo>
                      <a:pt x="3933" y="2674"/>
                    </a:moveTo>
                    <a:cubicBezTo>
                      <a:pt x="3950" y="2676"/>
                      <a:pt x="5424" y="1611"/>
                      <a:pt x="8205" y="820"/>
                    </a:cubicBezTo>
                    <a:cubicBezTo>
                      <a:pt x="9595" y="424"/>
                      <a:pt x="11322" y="99"/>
                      <a:pt x="13292" y="19"/>
                    </a:cubicBezTo>
                    <a:cubicBezTo>
                      <a:pt x="13785" y="-2"/>
                      <a:pt x="14290" y="-5"/>
                      <a:pt x="14808" y="7"/>
                    </a:cubicBezTo>
                    <a:cubicBezTo>
                      <a:pt x="15326" y="20"/>
                      <a:pt x="15856" y="52"/>
                      <a:pt x="16394" y="104"/>
                    </a:cubicBezTo>
                    <a:cubicBezTo>
                      <a:pt x="17471" y="208"/>
                      <a:pt x="18583" y="395"/>
                      <a:pt x="19703" y="686"/>
                    </a:cubicBezTo>
                    <a:cubicBezTo>
                      <a:pt x="24184" y="1851"/>
                      <a:pt x="28754" y="4684"/>
                      <a:pt x="31440" y="10528"/>
                    </a:cubicBezTo>
                    <a:cubicBezTo>
                      <a:pt x="32786" y="13451"/>
                      <a:pt x="33676" y="17127"/>
                      <a:pt x="33911" y="21728"/>
                    </a:cubicBezTo>
                    <a:cubicBezTo>
                      <a:pt x="33970" y="22877"/>
                      <a:pt x="33988" y="24086"/>
                      <a:pt x="33962" y="25353"/>
                    </a:cubicBezTo>
                    <a:cubicBezTo>
                      <a:pt x="33936" y="26621"/>
                      <a:pt x="33867" y="27949"/>
                      <a:pt x="33751" y="29341"/>
                    </a:cubicBezTo>
                    <a:cubicBezTo>
                      <a:pt x="33518" y="32124"/>
                      <a:pt x="33098" y="35159"/>
                      <a:pt x="32473" y="38467"/>
                    </a:cubicBezTo>
                    <a:cubicBezTo>
                      <a:pt x="32486" y="38463"/>
                      <a:pt x="33057" y="48461"/>
                      <a:pt x="29105" y="59949"/>
                    </a:cubicBezTo>
                    <a:cubicBezTo>
                      <a:pt x="25390" y="71180"/>
                      <a:pt x="16470" y="84977"/>
                      <a:pt x="0" y="88919"/>
                    </a:cubicBezTo>
                    <a:cubicBezTo>
                      <a:pt x="1894" y="60391"/>
                      <a:pt x="1954" y="31328"/>
                      <a:pt x="3933" y="2674"/>
                    </a:cubicBezTo>
                    <a:cubicBezTo>
                      <a:pt x="3933" y="2674"/>
                      <a:pt x="3933" y="2674"/>
                      <a:pt x="3933" y="2674"/>
                    </a:cubicBezTo>
                    <a:close/>
                  </a:path>
                </a:pathLst>
              </a:custGeom>
              <a:solidFill>
                <a:srgbClr val="F7FBFB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61" name="자유형: 도형 360">
                <a:extLst>
                  <a:ext uri="{FF2B5EF4-FFF2-40B4-BE49-F238E27FC236}">
                    <a16:creationId xmlns:a16="http://schemas.microsoft.com/office/drawing/2014/main" id="{627F7605-168E-448D-8584-42E2609693B0}"/>
                  </a:ext>
                </a:extLst>
              </p:cNvPr>
              <p:cNvSpPr/>
              <p:nvPr/>
            </p:nvSpPr>
            <p:spPr>
              <a:xfrm>
                <a:off x="5286705" y="8106778"/>
                <a:ext cx="51945" cy="101052"/>
              </a:xfrm>
              <a:custGeom>
                <a:avLst/>
                <a:gdLst>
                  <a:gd name="connsiteX0" fmla="*/ 16387 w 51945"/>
                  <a:gd name="connsiteY0" fmla="*/ 9378 h 101052"/>
                  <a:gd name="connsiteX1" fmla="*/ 44068 w 51945"/>
                  <a:gd name="connsiteY1" fmla="*/ 28017 h 101052"/>
                  <a:gd name="connsiteX2" fmla="*/ 37942 w 51945"/>
                  <a:gd name="connsiteY2" fmla="*/ 70269 h 101052"/>
                  <a:gd name="connsiteX3" fmla="*/ 8078 w 51945"/>
                  <a:gd name="connsiteY3" fmla="*/ 93792 h 101052"/>
                  <a:gd name="connsiteX4" fmla="*/ 8078 w 51945"/>
                  <a:gd name="connsiteY4" fmla="*/ 93792 h 101052"/>
                  <a:gd name="connsiteX5" fmla="*/ 7853 w 51945"/>
                  <a:gd name="connsiteY5" fmla="*/ 101052 h 101052"/>
                  <a:gd name="connsiteX6" fmla="*/ 46850 w 51945"/>
                  <a:gd name="connsiteY6" fmla="*/ 63192 h 101052"/>
                  <a:gd name="connsiteX7" fmla="*/ 51833 w 51945"/>
                  <a:gd name="connsiteY7" fmla="*/ 32242 h 101052"/>
                  <a:gd name="connsiteX8" fmla="*/ 18174 w 51945"/>
                  <a:gd name="connsiteY8" fmla="*/ 1696 h 101052"/>
                  <a:gd name="connsiteX9" fmla="*/ 18174 w 51945"/>
                  <a:gd name="connsiteY9" fmla="*/ 1696 h 101052"/>
                  <a:gd name="connsiteX10" fmla="*/ 16387 w 51945"/>
                  <a:gd name="connsiteY10" fmla="*/ 9378 h 101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51945" h="101052">
                    <a:moveTo>
                      <a:pt x="16387" y="9378"/>
                    </a:moveTo>
                    <a:cubicBezTo>
                      <a:pt x="16387" y="9378"/>
                      <a:pt x="45078" y="1337"/>
                      <a:pt x="44068" y="28017"/>
                    </a:cubicBezTo>
                    <a:cubicBezTo>
                      <a:pt x="44068" y="28017"/>
                      <a:pt x="39797" y="66703"/>
                      <a:pt x="37942" y="70269"/>
                    </a:cubicBezTo>
                    <a:cubicBezTo>
                      <a:pt x="37942" y="70269"/>
                      <a:pt x="26673" y="92794"/>
                      <a:pt x="8078" y="93792"/>
                    </a:cubicBezTo>
                    <a:cubicBezTo>
                      <a:pt x="-10097" y="94767"/>
                      <a:pt x="8078" y="93792"/>
                      <a:pt x="8078" y="93792"/>
                    </a:cubicBezTo>
                    <a:cubicBezTo>
                      <a:pt x="8078" y="93792"/>
                      <a:pt x="7853" y="101052"/>
                      <a:pt x="7853" y="101052"/>
                    </a:cubicBezTo>
                    <a:cubicBezTo>
                      <a:pt x="7853" y="101052"/>
                      <a:pt x="40537" y="97262"/>
                      <a:pt x="46850" y="63192"/>
                    </a:cubicBezTo>
                    <a:cubicBezTo>
                      <a:pt x="46850" y="63192"/>
                      <a:pt x="51833" y="32242"/>
                      <a:pt x="51833" y="32242"/>
                    </a:cubicBezTo>
                    <a:cubicBezTo>
                      <a:pt x="51833" y="32242"/>
                      <a:pt x="55701" y="-8718"/>
                      <a:pt x="18174" y="1696"/>
                    </a:cubicBezTo>
                    <a:cubicBezTo>
                      <a:pt x="-18386" y="11842"/>
                      <a:pt x="18174" y="1696"/>
                      <a:pt x="18174" y="1696"/>
                    </a:cubicBezTo>
                    <a:cubicBezTo>
                      <a:pt x="18174" y="1696"/>
                      <a:pt x="16387" y="9378"/>
                      <a:pt x="16387" y="9378"/>
                    </a:cubicBezTo>
                  </a:path>
                </a:pathLst>
              </a:custGeom>
              <a:solidFill>
                <a:srgbClr val="3B434F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62" name="자유형: 도형 361">
                <a:extLst>
                  <a:ext uri="{FF2B5EF4-FFF2-40B4-BE49-F238E27FC236}">
                    <a16:creationId xmlns:a16="http://schemas.microsoft.com/office/drawing/2014/main" id="{1515F9C0-FC9E-4A94-A4AB-36AC26164ABC}"/>
                  </a:ext>
                </a:extLst>
              </p:cNvPr>
              <p:cNvSpPr/>
              <p:nvPr/>
            </p:nvSpPr>
            <p:spPr>
              <a:xfrm>
                <a:off x="5299642" y="8134600"/>
                <a:ext cx="21832" cy="36403"/>
              </a:xfrm>
              <a:custGeom>
                <a:avLst/>
                <a:gdLst>
                  <a:gd name="connsiteX0" fmla="*/ 12919 w 21832"/>
                  <a:gd name="connsiteY0" fmla="*/ 35305 h 36403"/>
                  <a:gd name="connsiteX1" fmla="*/ 15905 w 21832"/>
                  <a:gd name="connsiteY1" fmla="*/ 36403 h 36403"/>
                  <a:gd name="connsiteX2" fmla="*/ 18870 w 21832"/>
                  <a:gd name="connsiteY2" fmla="*/ 35305 h 36403"/>
                  <a:gd name="connsiteX3" fmla="*/ 21832 w 21832"/>
                  <a:gd name="connsiteY3" fmla="*/ 8316 h 36403"/>
                  <a:gd name="connsiteX4" fmla="*/ 411 w 21832"/>
                  <a:gd name="connsiteY4" fmla="*/ 2049 h 36403"/>
                  <a:gd name="connsiteX5" fmla="*/ 0 w 21832"/>
                  <a:gd name="connsiteY5" fmla="*/ 9766 h 36403"/>
                  <a:gd name="connsiteX6" fmla="*/ 14896 w 21832"/>
                  <a:gd name="connsiteY6" fmla="*/ 10962 h 36403"/>
                  <a:gd name="connsiteX7" fmla="*/ 12919 w 21832"/>
                  <a:gd name="connsiteY7" fmla="*/ 35305 h 36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1832" h="36403">
                    <a:moveTo>
                      <a:pt x="12919" y="35305"/>
                    </a:moveTo>
                    <a:cubicBezTo>
                      <a:pt x="12919" y="35305"/>
                      <a:pt x="14525" y="36403"/>
                      <a:pt x="15905" y="36403"/>
                    </a:cubicBezTo>
                    <a:cubicBezTo>
                      <a:pt x="17284" y="36403"/>
                      <a:pt x="18870" y="35305"/>
                      <a:pt x="18870" y="35305"/>
                    </a:cubicBezTo>
                    <a:cubicBezTo>
                      <a:pt x="18870" y="35305"/>
                      <a:pt x="21832" y="8316"/>
                      <a:pt x="21832" y="8316"/>
                    </a:cubicBezTo>
                    <a:cubicBezTo>
                      <a:pt x="21832" y="8316"/>
                      <a:pt x="17746" y="-4975"/>
                      <a:pt x="411" y="2049"/>
                    </a:cubicBezTo>
                    <a:cubicBezTo>
                      <a:pt x="411" y="2049"/>
                      <a:pt x="0" y="9766"/>
                      <a:pt x="0" y="9766"/>
                    </a:cubicBezTo>
                    <a:cubicBezTo>
                      <a:pt x="0" y="9766"/>
                      <a:pt x="15210" y="4887"/>
                      <a:pt x="14896" y="10962"/>
                    </a:cubicBezTo>
                    <a:cubicBezTo>
                      <a:pt x="14593" y="16811"/>
                      <a:pt x="12919" y="35305"/>
                      <a:pt x="12919" y="35305"/>
                    </a:cubicBezTo>
                    <a:close/>
                  </a:path>
                </a:pathLst>
              </a:custGeom>
              <a:solidFill>
                <a:srgbClr val="3B434F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63" name="자유형: 도형 362">
                <a:extLst>
                  <a:ext uri="{FF2B5EF4-FFF2-40B4-BE49-F238E27FC236}">
                    <a16:creationId xmlns:a16="http://schemas.microsoft.com/office/drawing/2014/main" id="{E753E78E-0AAD-416E-A88E-73661C6AC956}"/>
                  </a:ext>
                </a:extLst>
              </p:cNvPr>
              <p:cNvSpPr/>
              <p:nvPr/>
            </p:nvSpPr>
            <p:spPr>
              <a:xfrm>
                <a:off x="5163182" y="8167741"/>
                <a:ext cx="25357" cy="38991"/>
              </a:xfrm>
              <a:custGeom>
                <a:avLst/>
                <a:gdLst>
                  <a:gd name="connsiteX0" fmla="*/ 14483 w 25357"/>
                  <a:gd name="connsiteY0" fmla="*/ 0 h 38991"/>
                  <a:gd name="connsiteX1" fmla="*/ 16598 w 25357"/>
                  <a:gd name="connsiteY1" fmla="*/ 0 h 38991"/>
                  <a:gd name="connsiteX2" fmla="*/ 25054 w 25357"/>
                  <a:gd name="connsiteY2" fmla="*/ 20869 h 38991"/>
                  <a:gd name="connsiteX3" fmla="*/ 24450 w 25357"/>
                  <a:gd name="connsiteY3" fmla="*/ 28557 h 38991"/>
                  <a:gd name="connsiteX4" fmla="*/ 9046 w 25357"/>
                  <a:gd name="connsiteY4" fmla="*/ 36795 h 38991"/>
                  <a:gd name="connsiteX5" fmla="*/ 4214 w 25357"/>
                  <a:gd name="connsiteY5" fmla="*/ 38992 h 38991"/>
                  <a:gd name="connsiteX6" fmla="*/ 589 w 25357"/>
                  <a:gd name="connsiteY6" fmla="*/ 35971 h 38991"/>
                  <a:gd name="connsiteX7" fmla="*/ 2703 w 25357"/>
                  <a:gd name="connsiteY7" fmla="*/ 31852 h 38991"/>
                  <a:gd name="connsiteX8" fmla="*/ 15993 w 25357"/>
                  <a:gd name="connsiteY8" fmla="*/ 26360 h 38991"/>
                  <a:gd name="connsiteX9" fmla="*/ 15993 w 25357"/>
                  <a:gd name="connsiteY9" fmla="*/ 19222 h 38991"/>
                  <a:gd name="connsiteX10" fmla="*/ 12670 w 25357"/>
                  <a:gd name="connsiteY10" fmla="*/ 8787 h 38991"/>
                  <a:gd name="connsiteX11" fmla="*/ 10858 w 25357"/>
                  <a:gd name="connsiteY11" fmla="*/ 1373 h 38991"/>
                  <a:gd name="connsiteX12" fmla="*/ 14483 w 25357"/>
                  <a:gd name="connsiteY12" fmla="*/ 0 h 389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5357" h="38991">
                    <a:moveTo>
                      <a:pt x="14483" y="0"/>
                    </a:moveTo>
                    <a:cubicBezTo>
                      <a:pt x="15188" y="0"/>
                      <a:pt x="15893" y="0"/>
                      <a:pt x="16598" y="0"/>
                    </a:cubicBezTo>
                    <a:cubicBezTo>
                      <a:pt x="20968" y="5397"/>
                      <a:pt x="22747" y="13691"/>
                      <a:pt x="25054" y="20869"/>
                    </a:cubicBezTo>
                    <a:cubicBezTo>
                      <a:pt x="25769" y="23093"/>
                      <a:pt x="25076" y="26984"/>
                      <a:pt x="24450" y="28557"/>
                    </a:cubicBezTo>
                    <a:cubicBezTo>
                      <a:pt x="22161" y="34318"/>
                      <a:pt x="14968" y="34214"/>
                      <a:pt x="9046" y="36795"/>
                    </a:cubicBezTo>
                    <a:cubicBezTo>
                      <a:pt x="7456" y="37487"/>
                      <a:pt x="6274" y="38684"/>
                      <a:pt x="4214" y="38992"/>
                    </a:cubicBezTo>
                    <a:cubicBezTo>
                      <a:pt x="2871" y="37916"/>
                      <a:pt x="1250" y="37705"/>
                      <a:pt x="589" y="35971"/>
                    </a:cubicBezTo>
                    <a:cubicBezTo>
                      <a:pt x="-1042" y="33928"/>
                      <a:pt x="1060" y="32653"/>
                      <a:pt x="2703" y="31852"/>
                    </a:cubicBezTo>
                    <a:cubicBezTo>
                      <a:pt x="5686" y="30398"/>
                      <a:pt x="14890" y="28965"/>
                      <a:pt x="15993" y="26360"/>
                    </a:cubicBezTo>
                    <a:cubicBezTo>
                      <a:pt x="17357" y="24951"/>
                      <a:pt x="16450" y="20710"/>
                      <a:pt x="15993" y="19222"/>
                    </a:cubicBezTo>
                    <a:cubicBezTo>
                      <a:pt x="14822" y="15409"/>
                      <a:pt x="14262" y="12226"/>
                      <a:pt x="12670" y="8787"/>
                    </a:cubicBezTo>
                    <a:cubicBezTo>
                      <a:pt x="11614" y="6503"/>
                      <a:pt x="9759" y="4094"/>
                      <a:pt x="10858" y="1373"/>
                    </a:cubicBezTo>
                    <a:cubicBezTo>
                      <a:pt x="11770" y="1018"/>
                      <a:pt x="13738" y="614"/>
                      <a:pt x="14483" y="0"/>
                    </a:cubicBezTo>
                    <a:close/>
                  </a:path>
                </a:pathLst>
              </a:custGeom>
              <a:solidFill>
                <a:srgbClr val="3B434F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64" name="자유형: 도형 363">
                <a:extLst>
                  <a:ext uri="{FF2B5EF4-FFF2-40B4-BE49-F238E27FC236}">
                    <a16:creationId xmlns:a16="http://schemas.microsoft.com/office/drawing/2014/main" id="{CF580810-0256-462A-BAEB-3BB84D109B79}"/>
                  </a:ext>
                </a:extLst>
              </p:cNvPr>
              <p:cNvSpPr/>
              <p:nvPr/>
            </p:nvSpPr>
            <p:spPr>
              <a:xfrm>
                <a:off x="5087957" y="8121062"/>
                <a:ext cx="24163" cy="21965"/>
              </a:xfrm>
              <a:custGeom>
                <a:avLst/>
                <a:gdLst>
                  <a:gd name="connsiteX0" fmla="*/ 12083 w 24163"/>
                  <a:gd name="connsiteY0" fmla="*/ 0 h 21965"/>
                  <a:gd name="connsiteX1" fmla="*/ 24164 w 24163"/>
                  <a:gd name="connsiteY1" fmla="*/ 10983 h 21965"/>
                  <a:gd name="connsiteX2" fmla="*/ 12083 w 24163"/>
                  <a:gd name="connsiteY2" fmla="*/ 21966 h 21965"/>
                  <a:gd name="connsiteX3" fmla="*/ 0 w 24163"/>
                  <a:gd name="connsiteY3" fmla="*/ 10983 h 21965"/>
                  <a:gd name="connsiteX4" fmla="*/ 12083 w 24163"/>
                  <a:gd name="connsiteY4" fmla="*/ 0 h 219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163" h="21965">
                    <a:moveTo>
                      <a:pt x="12083" y="0"/>
                    </a:moveTo>
                    <a:cubicBezTo>
                      <a:pt x="18755" y="0"/>
                      <a:pt x="24164" y="4917"/>
                      <a:pt x="24164" y="10983"/>
                    </a:cubicBezTo>
                    <a:cubicBezTo>
                      <a:pt x="24164" y="17049"/>
                      <a:pt x="18755" y="21966"/>
                      <a:pt x="12083" y="21966"/>
                    </a:cubicBezTo>
                    <a:cubicBezTo>
                      <a:pt x="5410" y="21966"/>
                      <a:pt x="0" y="17049"/>
                      <a:pt x="0" y="10983"/>
                    </a:cubicBezTo>
                    <a:cubicBezTo>
                      <a:pt x="0" y="4917"/>
                      <a:pt x="5410" y="0"/>
                      <a:pt x="12083" y="0"/>
                    </a:cubicBezTo>
                    <a:close/>
                  </a:path>
                </a:pathLst>
              </a:custGeom>
              <a:solidFill>
                <a:srgbClr val="3B434F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65" name="자유형: 도형 364">
                <a:extLst>
                  <a:ext uri="{FF2B5EF4-FFF2-40B4-BE49-F238E27FC236}">
                    <a16:creationId xmlns:a16="http://schemas.microsoft.com/office/drawing/2014/main" id="{F8E13E9D-F368-4631-B8D2-04B06E1AE748}"/>
                  </a:ext>
                </a:extLst>
              </p:cNvPr>
              <p:cNvSpPr/>
              <p:nvPr/>
            </p:nvSpPr>
            <p:spPr>
              <a:xfrm>
                <a:off x="5222065" y="8121062"/>
                <a:ext cx="24163" cy="21965"/>
              </a:xfrm>
              <a:custGeom>
                <a:avLst/>
                <a:gdLst>
                  <a:gd name="connsiteX0" fmla="*/ 12083 w 24163"/>
                  <a:gd name="connsiteY0" fmla="*/ 0 h 21965"/>
                  <a:gd name="connsiteX1" fmla="*/ 24164 w 24163"/>
                  <a:gd name="connsiteY1" fmla="*/ 10983 h 21965"/>
                  <a:gd name="connsiteX2" fmla="*/ 12083 w 24163"/>
                  <a:gd name="connsiteY2" fmla="*/ 21966 h 21965"/>
                  <a:gd name="connsiteX3" fmla="*/ 0 w 24163"/>
                  <a:gd name="connsiteY3" fmla="*/ 10983 h 21965"/>
                  <a:gd name="connsiteX4" fmla="*/ 12083 w 24163"/>
                  <a:gd name="connsiteY4" fmla="*/ 0 h 219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163" h="21965">
                    <a:moveTo>
                      <a:pt x="12083" y="0"/>
                    </a:moveTo>
                    <a:cubicBezTo>
                      <a:pt x="18754" y="0"/>
                      <a:pt x="24164" y="4917"/>
                      <a:pt x="24164" y="10983"/>
                    </a:cubicBezTo>
                    <a:cubicBezTo>
                      <a:pt x="24164" y="17049"/>
                      <a:pt x="18754" y="21966"/>
                      <a:pt x="12083" y="21966"/>
                    </a:cubicBezTo>
                    <a:cubicBezTo>
                      <a:pt x="5410" y="21966"/>
                      <a:pt x="0" y="17049"/>
                      <a:pt x="0" y="10983"/>
                    </a:cubicBezTo>
                    <a:cubicBezTo>
                      <a:pt x="0" y="4917"/>
                      <a:pt x="5410" y="0"/>
                      <a:pt x="12083" y="0"/>
                    </a:cubicBezTo>
                    <a:close/>
                  </a:path>
                </a:pathLst>
              </a:custGeom>
              <a:solidFill>
                <a:srgbClr val="3B434F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66" name="자유형: 도형 365">
                <a:extLst>
                  <a:ext uri="{FF2B5EF4-FFF2-40B4-BE49-F238E27FC236}">
                    <a16:creationId xmlns:a16="http://schemas.microsoft.com/office/drawing/2014/main" id="{BA9D04C3-E10E-459F-9CCF-15013D0D02CA}"/>
                  </a:ext>
                </a:extLst>
              </p:cNvPr>
              <p:cNvSpPr/>
              <p:nvPr/>
            </p:nvSpPr>
            <p:spPr>
              <a:xfrm>
                <a:off x="5224481" y="8161700"/>
                <a:ext cx="30203" cy="27458"/>
              </a:xfrm>
              <a:custGeom>
                <a:avLst/>
                <a:gdLst>
                  <a:gd name="connsiteX0" fmla="*/ 15103 w 30203"/>
                  <a:gd name="connsiteY0" fmla="*/ 0 h 27458"/>
                  <a:gd name="connsiteX1" fmla="*/ 30204 w 30203"/>
                  <a:gd name="connsiteY1" fmla="*/ 13730 h 27458"/>
                  <a:gd name="connsiteX2" fmla="*/ 15103 w 30203"/>
                  <a:gd name="connsiteY2" fmla="*/ 27458 h 27458"/>
                  <a:gd name="connsiteX3" fmla="*/ 0 w 30203"/>
                  <a:gd name="connsiteY3" fmla="*/ 13730 h 27458"/>
                  <a:gd name="connsiteX4" fmla="*/ 15103 w 30203"/>
                  <a:gd name="connsiteY4" fmla="*/ 0 h 274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0203" h="27458">
                    <a:moveTo>
                      <a:pt x="15103" y="0"/>
                    </a:moveTo>
                    <a:cubicBezTo>
                      <a:pt x="23443" y="0"/>
                      <a:pt x="30204" y="6147"/>
                      <a:pt x="30204" y="13730"/>
                    </a:cubicBezTo>
                    <a:cubicBezTo>
                      <a:pt x="30204" y="21312"/>
                      <a:pt x="23443" y="27458"/>
                      <a:pt x="15103" y="27458"/>
                    </a:cubicBezTo>
                    <a:cubicBezTo>
                      <a:pt x="6762" y="27458"/>
                      <a:pt x="0" y="21312"/>
                      <a:pt x="0" y="13730"/>
                    </a:cubicBezTo>
                    <a:cubicBezTo>
                      <a:pt x="0" y="6147"/>
                      <a:pt x="6762" y="0"/>
                      <a:pt x="15103" y="0"/>
                    </a:cubicBezTo>
                    <a:close/>
                  </a:path>
                </a:pathLst>
              </a:custGeom>
              <a:solidFill>
                <a:srgbClr val="EDF1F1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67" name="자유형: 도형 366">
                <a:extLst>
                  <a:ext uri="{FF2B5EF4-FFF2-40B4-BE49-F238E27FC236}">
                    <a16:creationId xmlns:a16="http://schemas.microsoft.com/office/drawing/2014/main" id="{4B39E203-FDD6-4F68-8A56-232FE9928AA6}"/>
                  </a:ext>
                </a:extLst>
              </p:cNvPr>
              <p:cNvSpPr/>
              <p:nvPr/>
            </p:nvSpPr>
            <p:spPr>
              <a:xfrm>
                <a:off x="5078293" y="8161700"/>
                <a:ext cx="30203" cy="27458"/>
              </a:xfrm>
              <a:custGeom>
                <a:avLst/>
                <a:gdLst>
                  <a:gd name="connsiteX0" fmla="*/ 15101 w 30203"/>
                  <a:gd name="connsiteY0" fmla="*/ 0 h 27458"/>
                  <a:gd name="connsiteX1" fmla="*/ 30204 w 30203"/>
                  <a:gd name="connsiteY1" fmla="*/ 13730 h 27458"/>
                  <a:gd name="connsiteX2" fmla="*/ 15101 w 30203"/>
                  <a:gd name="connsiteY2" fmla="*/ 27458 h 27458"/>
                  <a:gd name="connsiteX3" fmla="*/ 0 w 30203"/>
                  <a:gd name="connsiteY3" fmla="*/ 13730 h 27458"/>
                  <a:gd name="connsiteX4" fmla="*/ 15101 w 30203"/>
                  <a:gd name="connsiteY4" fmla="*/ 0 h 274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0203" h="27458">
                    <a:moveTo>
                      <a:pt x="15101" y="0"/>
                    </a:moveTo>
                    <a:cubicBezTo>
                      <a:pt x="23442" y="0"/>
                      <a:pt x="30204" y="6147"/>
                      <a:pt x="30204" y="13730"/>
                    </a:cubicBezTo>
                    <a:cubicBezTo>
                      <a:pt x="30204" y="21312"/>
                      <a:pt x="23442" y="27458"/>
                      <a:pt x="15101" y="27458"/>
                    </a:cubicBezTo>
                    <a:cubicBezTo>
                      <a:pt x="6761" y="27458"/>
                      <a:pt x="0" y="21312"/>
                      <a:pt x="0" y="13730"/>
                    </a:cubicBezTo>
                    <a:cubicBezTo>
                      <a:pt x="0" y="6147"/>
                      <a:pt x="6761" y="0"/>
                      <a:pt x="15101" y="0"/>
                    </a:cubicBezTo>
                    <a:close/>
                  </a:path>
                </a:pathLst>
              </a:custGeom>
              <a:solidFill>
                <a:srgbClr val="EDF1F1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68" name="자유형: 도형 367">
                <a:extLst>
                  <a:ext uri="{FF2B5EF4-FFF2-40B4-BE49-F238E27FC236}">
                    <a16:creationId xmlns:a16="http://schemas.microsoft.com/office/drawing/2014/main" id="{39A32D7F-BC50-45D1-83C5-DDEBB5256025}"/>
                  </a:ext>
                </a:extLst>
              </p:cNvPr>
              <p:cNvSpPr/>
              <p:nvPr/>
            </p:nvSpPr>
            <p:spPr>
              <a:xfrm>
                <a:off x="5026340" y="8100193"/>
                <a:ext cx="280297" cy="77982"/>
              </a:xfrm>
              <a:custGeom>
                <a:avLst/>
                <a:gdLst>
                  <a:gd name="connsiteX0" fmla="*/ 260966 w 280297"/>
                  <a:gd name="connsiteY0" fmla="*/ 10984 h 77982"/>
                  <a:gd name="connsiteX1" fmla="*/ 260966 w 280297"/>
                  <a:gd name="connsiteY1" fmla="*/ 51622 h 77982"/>
                  <a:gd name="connsiteX2" fmla="*/ 232947 w 280297"/>
                  <a:gd name="connsiteY2" fmla="*/ 77938 h 77982"/>
                  <a:gd name="connsiteX3" fmla="*/ 178811 w 280297"/>
                  <a:gd name="connsiteY3" fmla="*/ 77983 h 77982"/>
                  <a:gd name="connsiteX4" fmla="*/ 151022 w 280297"/>
                  <a:gd name="connsiteY4" fmla="*/ 52720 h 77982"/>
                  <a:gd name="connsiteX5" fmla="*/ 151022 w 280297"/>
                  <a:gd name="connsiteY5" fmla="*/ 25262 h 77982"/>
                  <a:gd name="connsiteX6" fmla="*/ 129275 w 280297"/>
                  <a:gd name="connsiteY6" fmla="*/ 25262 h 77982"/>
                  <a:gd name="connsiteX7" fmla="*/ 129275 w 280297"/>
                  <a:gd name="connsiteY7" fmla="*/ 52720 h 77982"/>
                  <a:gd name="connsiteX8" fmla="*/ 101487 w 280297"/>
                  <a:gd name="connsiteY8" fmla="*/ 77983 h 77982"/>
                  <a:gd name="connsiteX9" fmla="*/ 47351 w 280297"/>
                  <a:gd name="connsiteY9" fmla="*/ 77938 h 77982"/>
                  <a:gd name="connsiteX10" fmla="*/ 19332 w 280297"/>
                  <a:gd name="connsiteY10" fmla="*/ 51622 h 77982"/>
                  <a:gd name="connsiteX11" fmla="*/ 19332 w 280297"/>
                  <a:gd name="connsiteY11" fmla="*/ 10984 h 77982"/>
                  <a:gd name="connsiteX12" fmla="*/ 0 w 280297"/>
                  <a:gd name="connsiteY12" fmla="*/ 10984 h 77982"/>
                  <a:gd name="connsiteX13" fmla="*/ 0 w 280297"/>
                  <a:gd name="connsiteY13" fmla="*/ 0 h 77982"/>
                  <a:gd name="connsiteX14" fmla="*/ 112360 w 280297"/>
                  <a:gd name="connsiteY14" fmla="*/ 0 h 77982"/>
                  <a:gd name="connsiteX15" fmla="*/ 129275 w 280297"/>
                  <a:gd name="connsiteY15" fmla="*/ 13180 h 77982"/>
                  <a:gd name="connsiteX16" fmla="*/ 151022 w 280297"/>
                  <a:gd name="connsiteY16" fmla="*/ 13180 h 77982"/>
                  <a:gd name="connsiteX17" fmla="*/ 167937 w 280297"/>
                  <a:gd name="connsiteY17" fmla="*/ 0 h 77982"/>
                  <a:gd name="connsiteX18" fmla="*/ 280298 w 280297"/>
                  <a:gd name="connsiteY18" fmla="*/ 0 h 77982"/>
                  <a:gd name="connsiteX19" fmla="*/ 280298 w 280297"/>
                  <a:gd name="connsiteY19" fmla="*/ 10984 h 77982"/>
                  <a:gd name="connsiteX20" fmla="*/ 260966 w 280297"/>
                  <a:gd name="connsiteY20" fmla="*/ 10984 h 77982"/>
                  <a:gd name="connsiteX21" fmla="*/ 117194 w 280297"/>
                  <a:gd name="connsiteY21" fmla="*/ 16475 h 77982"/>
                  <a:gd name="connsiteX22" fmla="*/ 112360 w 280297"/>
                  <a:gd name="connsiteY22" fmla="*/ 12082 h 77982"/>
                  <a:gd name="connsiteX23" fmla="*/ 31413 w 280297"/>
                  <a:gd name="connsiteY23" fmla="*/ 12082 h 77982"/>
                  <a:gd name="connsiteX24" fmla="*/ 31413 w 280297"/>
                  <a:gd name="connsiteY24" fmla="*/ 50525 h 77982"/>
                  <a:gd name="connsiteX25" fmla="*/ 49536 w 280297"/>
                  <a:gd name="connsiteY25" fmla="*/ 67000 h 77982"/>
                  <a:gd name="connsiteX26" fmla="*/ 99071 w 280297"/>
                  <a:gd name="connsiteY26" fmla="*/ 67000 h 77982"/>
                  <a:gd name="connsiteX27" fmla="*/ 117194 w 280297"/>
                  <a:gd name="connsiteY27" fmla="*/ 50525 h 77982"/>
                  <a:gd name="connsiteX28" fmla="*/ 117194 w 280297"/>
                  <a:gd name="connsiteY28" fmla="*/ 16475 h 77982"/>
                  <a:gd name="connsiteX29" fmla="*/ 248885 w 280297"/>
                  <a:gd name="connsiteY29" fmla="*/ 12082 h 77982"/>
                  <a:gd name="connsiteX30" fmla="*/ 167937 w 280297"/>
                  <a:gd name="connsiteY30" fmla="*/ 12082 h 77982"/>
                  <a:gd name="connsiteX31" fmla="*/ 163104 w 280297"/>
                  <a:gd name="connsiteY31" fmla="*/ 16475 h 77982"/>
                  <a:gd name="connsiteX32" fmla="*/ 163104 w 280297"/>
                  <a:gd name="connsiteY32" fmla="*/ 50525 h 77982"/>
                  <a:gd name="connsiteX33" fmla="*/ 181226 w 280297"/>
                  <a:gd name="connsiteY33" fmla="*/ 67000 h 77982"/>
                  <a:gd name="connsiteX34" fmla="*/ 230762 w 280297"/>
                  <a:gd name="connsiteY34" fmla="*/ 67000 h 77982"/>
                  <a:gd name="connsiteX35" fmla="*/ 248885 w 280297"/>
                  <a:gd name="connsiteY35" fmla="*/ 50525 h 77982"/>
                  <a:gd name="connsiteX36" fmla="*/ 248885 w 280297"/>
                  <a:gd name="connsiteY36" fmla="*/ 12082 h 77982"/>
                  <a:gd name="connsiteX37" fmla="*/ 231970 w 280297"/>
                  <a:gd name="connsiteY37" fmla="*/ 77983 h 77982"/>
                  <a:gd name="connsiteX38" fmla="*/ 232947 w 280297"/>
                  <a:gd name="connsiteY38" fmla="*/ 77938 h 77982"/>
                  <a:gd name="connsiteX39" fmla="*/ 231970 w 280297"/>
                  <a:gd name="connsiteY39" fmla="*/ 77983 h 77982"/>
                  <a:gd name="connsiteX40" fmla="*/ 47351 w 280297"/>
                  <a:gd name="connsiteY40" fmla="*/ 77938 h 77982"/>
                  <a:gd name="connsiteX41" fmla="*/ 48328 w 280297"/>
                  <a:gd name="connsiteY41" fmla="*/ 77983 h 77982"/>
                  <a:gd name="connsiteX42" fmla="*/ 47351 w 280297"/>
                  <a:gd name="connsiteY42" fmla="*/ 77938 h 779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</a:cxnLst>
                <a:rect l="l" t="t" r="r" b="b"/>
                <a:pathLst>
                  <a:path w="280297" h="77982">
                    <a:moveTo>
                      <a:pt x="260966" y="10984"/>
                    </a:moveTo>
                    <a:cubicBezTo>
                      <a:pt x="260966" y="10984"/>
                      <a:pt x="260966" y="51622"/>
                      <a:pt x="260966" y="51622"/>
                    </a:cubicBezTo>
                    <a:cubicBezTo>
                      <a:pt x="260966" y="61554"/>
                      <a:pt x="250310" y="77050"/>
                      <a:pt x="232947" y="77938"/>
                    </a:cubicBezTo>
                    <a:cubicBezTo>
                      <a:pt x="230395" y="77827"/>
                      <a:pt x="178811" y="77983"/>
                      <a:pt x="178811" y="77983"/>
                    </a:cubicBezTo>
                    <a:cubicBezTo>
                      <a:pt x="155621" y="77983"/>
                      <a:pt x="151022" y="52720"/>
                      <a:pt x="151022" y="52720"/>
                    </a:cubicBezTo>
                    <a:cubicBezTo>
                      <a:pt x="151022" y="52720"/>
                      <a:pt x="151022" y="25262"/>
                      <a:pt x="151022" y="25262"/>
                    </a:cubicBezTo>
                    <a:cubicBezTo>
                      <a:pt x="151022" y="25262"/>
                      <a:pt x="129275" y="25262"/>
                      <a:pt x="129275" y="25262"/>
                    </a:cubicBezTo>
                    <a:cubicBezTo>
                      <a:pt x="129275" y="25262"/>
                      <a:pt x="129275" y="52720"/>
                      <a:pt x="129275" y="52720"/>
                    </a:cubicBezTo>
                    <a:cubicBezTo>
                      <a:pt x="129275" y="52720"/>
                      <a:pt x="124677" y="77983"/>
                      <a:pt x="101487" y="77983"/>
                    </a:cubicBezTo>
                    <a:cubicBezTo>
                      <a:pt x="101487" y="77983"/>
                      <a:pt x="49902" y="77827"/>
                      <a:pt x="47351" y="77938"/>
                    </a:cubicBezTo>
                    <a:cubicBezTo>
                      <a:pt x="29987" y="77050"/>
                      <a:pt x="19332" y="61554"/>
                      <a:pt x="19332" y="51622"/>
                    </a:cubicBezTo>
                    <a:cubicBezTo>
                      <a:pt x="19332" y="51622"/>
                      <a:pt x="19332" y="10984"/>
                      <a:pt x="19332" y="10984"/>
                    </a:cubicBezTo>
                    <a:cubicBezTo>
                      <a:pt x="19332" y="10984"/>
                      <a:pt x="0" y="10984"/>
                      <a:pt x="0" y="10984"/>
                    </a:cubicBezTo>
                    <a:cubicBezTo>
                      <a:pt x="0" y="10984"/>
                      <a:pt x="0" y="0"/>
                      <a:pt x="0" y="0"/>
                    </a:cubicBezTo>
                    <a:cubicBezTo>
                      <a:pt x="0" y="0"/>
                      <a:pt x="112360" y="0"/>
                      <a:pt x="112360" y="0"/>
                    </a:cubicBezTo>
                    <a:cubicBezTo>
                      <a:pt x="112360" y="0"/>
                      <a:pt x="129275" y="2484"/>
                      <a:pt x="129275" y="13180"/>
                    </a:cubicBezTo>
                    <a:cubicBezTo>
                      <a:pt x="129275" y="13180"/>
                      <a:pt x="151022" y="13180"/>
                      <a:pt x="151022" y="13180"/>
                    </a:cubicBezTo>
                    <a:cubicBezTo>
                      <a:pt x="151022" y="2484"/>
                      <a:pt x="167937" y="0"/>
                      <a:pt x="167937" y="0"/>
                    </a:cubicBezTo>
                    <a:cubicBezTo>
                      <a:pt x="167937" y="0"/>
                      <a:pt x="280298" y="0"/>
                      <a:pt x="280298" y="0"/>
                    </a:cubicBezTo>
                    <a:cubicBezTo>
                      <a:pt x="280298" y="0"/>
                      <a:pt x="280298" y="10984"/>
                      <a:pt x="280298" y="10984"/>
                    </a:cubicBezTo>
                    <a:cubicBezTo>
                      <a:pt x="280298" y="10984"/>
                      <a:pt x="260966" y="10984"/>
                      <a:pt x="260966" y="10984"/>
                    </a:cubicBezTo>
                    <a:close/>
                    <a:moveTo>
                      <a:pt x="117194" y="16475"/>
                    </a:moveTo>
                    <a:cubicBezTo>
                      <a:pt x="117194" y="12561"/>
                      <a:pt x="112360" y="12082"/>
                      <a:pt x="112360" y="12082"/>
                    </a:cubicBezTo>
                    <a:cubicBezTo>
                      <a:pt x="112360" y="12082"/>
                      <a:pt x="31413" y="12082"/>
                      <a:pt x="31413" y="12082"/>
                    </a:cubicBezTo>
                    <a:cubicBezTo>
                      <a:pt x="31413" y="12082"/>
                      <a:pt x="31413" y="50525"/>
                      <a:pt x="31413" y="50525"/>
                    </a:cubicBezTo>
                    <a:cubicBezTo>
                      <a:pt x="31413" y="62503"/>
                      <a:pt x="49536" y="67000"/>
                      <a:pt x="49536" y="67000"/>
                    </a:cubicBezTo>
                    <a:cubicBezTo>
                      <a:pt x="49536" y="67000"/>
                      <a:pt x="99071" y="67000"/>
                      <a:pt x="99071" y="67000"/>
                    </a:cubicBezTo>
                    <a:cubicBezTo>
                      <a:pt x="116114" y="67000"/>
                      <a:pt x="117194" y="50525"/>
                      <a:pt x="117194" y="50525"/>
                    </a:cubicBezTo>
                    <a:cubicBezTo>
                      <a:pt x="117194" y="50525"/>
                      <a:pt x="117194" y="20391"/>
                      <a:pt x="117194" y="16475"/>
                    </a:cubicBezTo>
                    <a:close/>
                    <a:moveTo>
                      <a:pt x="248885" y="12082"/>
                    </a:moveTo>
                    <a:cubicBezTo>
                      <a:pt x="248885" y="12082"/>
                      <a:pt x="167937" y="12082"/>
                      <a:pt x="167937" y="12082"/>
                    </a:cubicBezTo>
                    <a:cubicBezTo>
                      <a:pt x="167937" y="12082"/>
                      <a:pt x="163104" y="12561"/>
                      <a:pt x="163104" y="16475"/>
                    </a:cubicBezTo>
                    <a:cubicBezTo>
                      <a:pt x="163104" y="20391"/>
                      <a:pt x="163104" y="50525"/>
                      <a:pt x="163104" y="50525"/>
                    </a:cubicBezTo>
                    <a:cubicBezTo>
                      <a:pt x="163104" y="50525"/>
                      <a:pt x="164184" y="67000"/>
                      <a:pt x="181226" y="67000"/>
                    </a:cubicBezTo>
                    <a:cubicBezTo>
                      <a:pt x="181226" y="67000"/>
                      <a:pt x="230762" y="67000"/>
                      <a:pt x="230762" y="67000"/>
                    </a:cubicBezTo>
                    <a:cubicBezTo>
                      <a:pt x="230762" y="67000"/>
                      <a:pt x="248885" y="62503"/>
                      <a:pt x="248885" y="50525"/>
                    </a:cubicBezTo>
                    <a:cubicBezTo>
                      <a:pt x="248885" y="50525"/>
                      <a:pt x="248885" y="12082"/>
                      <a:pt x="248885" y="12082"/>
                    </a:cubicBezTo>
                    <a:close/>
                    <a:moveTo>
                      <a:pt x="231970" y="77983"/>
                    </a:moveTo>
                    <a:cubicBezTo>
                      <a:pt x="232299" y="77976"/>
                      <a:pt x="232621" y="77954"/>
                      <a:pt x="232947" y="77938"/>
                    </a:cubicBezTo>
                    <a:cubicBezTo>
                      <a:pt x="233220" y="77949"/>
                      <a:pt x="232945" y="77965"/>
                      <a:pt x="231970" y="77983"/>
                    </a:cubicBezTo>
                    <a:close/>
                    <a:moveTo>
                      <a:pt x="47351" y="77938"/>
                    </a:moveTo>
                    <a:cubicBezTo>
                      <a:pt x="47677" y="77954"/>
                      <a:pt x="47998" y="77976"/>
                      <a:pt x="48328" y="77983"/>
                    </a:cubicBezTo>
                    <a:cubicBezTo>
                      <a:pt x="47352" y="77965"/>
                      <a:pt x="47078" y="77949"/>
                      <a:pt x="47351" y="77938"/>
                    </a:cubicBezTo>
                    <a:close/>
                  </a:path>
                </a:pathLst>
              </a:custGeom>
              <a:solidFill>
                <a:srgbClr val="3B434F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69" name="자유형: 도형 368">
                <a:extLst>
                  <a:ext uri="{FF2B5EF4-FFF2-40B4-BE49-F238E27FC236}">
                    <a16:creationId xmlns:a16="http://schemas.microsoft.com/office/drawing/2014/main" id="{6F4DC8A7-CEC2-4E71-8F10-A94822B6AE25}"/>
                  </a:ext>
                </a:extLst>
              </p:cNvPr>
              <p:cNvSpPr/>
              <p:nvPr/>
            </p:nvSpPr>
            <p:spPr>
              <a:xfrm>
                <a:off x="5027269" y="7923360"/>
                <a:ext cx="277627" cy="186717"/>
              </a:xfrm>
              <a:custGeom>
                <a:avLst/>
                <a:gdLst>
                  <a:gd name="connsiteX0" fmla="*/ 4364 w 277627"/>
                  <a:gd name="connsiteY0" fmla="*/ 186718 h 186717"/>
                  <a:gd name="connsiteX1" fmla="*/ 53932 w 277627"/>
                  <a:gd name="connsiteY1" fmla="*/ 91162 h 186717"/>
                  <a:gd name="connsiteX2" fmla="*/ 220769 w 277627"/>
                  <a:gd name="connsiteY2" fmla="*/ 91162 h 186717"/>
                  <a:gd name="connsiteX3" fmla="*/ 272755 w 277627"/>
                  <a:gd name="connsiteY3" fmla="*/ 186718 h 186717"/>
                  <a:gd name="connsiteX4" fmla="*/ 275176 w 277627"/>
                  <a:gd name="connsiteY4" fmla="*/ 186718 h 186717"/>
                  <a:gd name="connsiteX5" fmla="*/ 254620 w 277627"/>
                  <a:gd name="connsiteY5" fmla="*/ 63704 h 186717"/>
                  <a:gd name="connsiteX6" fmla="*/ 202635 w 277627"/>
                  <a:gd name="connsiteY6" fmla="*/ 17573 h 186717"/>
                  <a:gd name="connsiteX7" fmla="*/ 186918 w 277627"/>
                  <a:gd name="connsiteY7" fmla="*/ 26361 h 186717"/>
                  <a:gd name="connsiteX8" fmla="*/ 148232 w 277627"/>
                  <a:gd name="connsiteY8" fmla="*/ 0 h 186717"/>
                  <a:gd name="connsiteX9" fmla="*/ 116797 w 277627"/>
                  <a:gd name="connsiteY9" fmla="*/ 23066 h 186717"/>
                  <a:gd name="connsiteX10" fmla="*/ 99873 w 277627"/>
                  <a:gd name="connsiteY10" fmla="*/ 13180 h 186717"/>
                  <a:gd name="connsiteX11" fmla="*/ 62394 w 277627"/>
                  <a:gd name="connsiteY11" fmla="*/ 40639 h 186717"/>
                  <a:gd name="connsiteX12" fmla="*/ 37005 w 277627"/>
                  <a:gd name="connsiteY12" fmla="*/ 43934 h 186717"/>
                  <a:gd name="connsiteX13" fmla="*/ 23707 w 277627"/>
                  <a:gd name="connsiteY13" fmla="*/ 65901 h 186717"/>
                  <a:gd name="connsiteX14" fmla="*/ 1941 w 277627"/>
                  <a:gd name="connsiteY14" fmla="*/ 184522 h 186717"/>
                  <a:gd name="connsiteX15" fmla="*/ 4364 w 277627"/>
                  <a:gd name="connsiteY15" fmla="*/ 186718 h 1867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77627" h="186717">
                    <a:moveTo>
                      <a:pt x="4364" y="186718"/>
                    </a:moveTo>
                    <a:cubicBezTo>
                      <a:pt x="4364" y="186718"/>
                      <a:pt x="9024" y="120565"/>
                      <a:pt x="53932" y="91162"/>
                    </a:cubicBezTo>
                    <a:cubicBezTo>
                      <a:pt x="53932" y="91162"/>
                      <a:pt x="118771" y="131261"/>
                      <a:pt x="220769" y="91162"/>
                    </a:cubicBezTo>
                    <a:cubicBezTo>
                      <a:pt x="220769" y="91162"/>
                      <a:pt x="265884" y="109843"/>
                      <a:pt x="272755" y="186718"/>
                    </a:cubicBezTo>
                    <a:cubicBezTo>
                      <a:pt x="272755" y="186718"/>
                      <a:pt x="275176" y="186718"/>
                      <a:pt x="275176" y="186718"/>
                    </a:cubicBezTo>
                    <a:cubicBezTo>
                      <a:pt x="275176" y="186718"/>
                      <a:pt x="288094" y="98662"/>
                      <a:pt x="254620" y="63704"/>
                    </a:cubicBezTo>
                    <a:cubicBezTo>
                      <a:pt x="254620" y="63704"/>
                      <a:pt x="246376" y="36932"/>
                      <a:pt x="202635" y="17573"/>
                    </a:cubicBezTo>
                    <a:cubicBezTo>
                      <a:pt x="202635" y="17573"/>
                      <a:pt x="186918" y="26361"/>
                      <a:pt x="186918" y="26361"/>
                    </a:cubicBezTo>
                    <a:cubicBezTo>
                      <a:pt x="186918" y="26361"/>
                      <a:pt x="176359" y="14613"/>
                      <a:pt x="148232" y="0"/>
                    </a:cubicBezTo>
                    <a:cubicBezTo>
                      <a:pt x="148232" y="0"/>
                      <a:pt x="127429" y="8426"/>
                      <a:pt x="116797" y="23066"/>
                    </a:cubicBezTo>
                    <a:cubicBezTo>
                      <a:pt x="116797" y="23066"/>
                      <a:pt x="99873" y="13180"/>
                      <a:pt x="99873" y="13180"/>
                    </a:cubicBezTo>
                    <a:cubicBezTo>
                      <a:pt x="99873" y="13180"/>
                      <a:pt x="76221" y="23022"/>
                      <a:pt x="62394" y="40639"/>
                    </a:cubicBezTo>
                    <a:cubicBezTo>
                      <a:pt x="62394" y="40639"/>
                      <a:pt x="37005" y="43934"/>
                      <a:pt x="37005" y="43934"/>
                    </a:cubicBezTo>
                    <a:cubicBezTo>
                      <a:pt x="37005" y="43934"/>
                      <a:pt x="23707" y="65901"/>
                      <a:pt x="23707" y="65901"/>
                    </a:cubicBezTo>
                    <a:cubicBezTo>
                      <a:pt x="23707" y="65901"/>
                      <a:pt x="-8038" y="89150"/>
                      <a:pt x="1941" y="184522"/>
                    </a:cubicBezTo>
                    <a:cubicBezTo>
                      <a:pt x="1941" y="184522"/>
                      <a:pt x="4364" y="186718"/>
                      <a:pt x="4364" y="186718"/>
                    </a:cubicBezTo>
                    <a:close/>
                  </a:path>
                </a:pathLst>
              </a:custGeom>
              <a:solidFill>
                <a:schemeClr val="bg2">
                  <a:lumMod val="25000"/>
                </a:schemeClr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70" name="자유형: 도형 369">
                <a:extLst>
                  <a:ext uri="{FF2B5EF4-FFF2-40B4-BE49-F238E27FC236}">
                    <a16:creationId xmlns:a16="http://schemas.microsoft.com/office/drawing/2014/main" id="{CF9E2609-2E1A-4045-90DB-6E1EA46FDB12}"/>
                  </a:ext>
                </a:extLst>
              </p:cNvPr>
              <p:cNvSpPr/>
              <p:nvPr/>
            </p:nvSpPr>
            <p:spPr>
              <a:xfrm>
                <a:off x="5023645" y="7918967"/>
                <a:ext cx="286085" cy="191660"/>
              </a:xfrm>
              <a:custGeom>
                <a:avLst/>
                <a:gdLst>
                  <a:gd name="connsiteX0" fmla="*/ 283635 w 286085"/>
                  <a:gd name="connsiteY0" fmla="*/ 191111 h 191660"/>
                  <a:gd name="connsiteX1" fmla="*/ 272151 w 286085"/>
                  <a:gd name="connsiteY1" fmla="*/ 190563 h 191660"/>
                  <a:gd name="connsiteX2" fmla="*/ 224393 w 286085"/>
                  <a:gd name="connsiteY2" fmla="*/ 99950 h 191660"/>
                  <a:gd name="connsiteX3" fmla="*/ 57556 w 286085"/>
                  <a:gd name="connsiteY3" fmla="*/ 99400 h 191660"/>
                  <a:gd name="connsiteX4" fmla="*/ 12217 w 286085"/>
                  <a:gd name="connsiteY4" fmla="*/ 191661 h 191660"/>
                  <a:gd name="connsiteX5" fmla="*/ 1941 w 286085"/>
                  <a:gd name="connsiteY5" fmla="*/ 188915 h 191660"/>
                  <a:gd name="connsiteX6" fmla="*/ 23707 w 286085"/>
                  <a:gd name="connsiteY6" fmla="*/ 68647 h 191660"/>
                  <a:gd name="connsiteX7" fmla="*/ 38213 w 286085"/>
                  <a:gd name="connsiteY7" fmla="*/ 44482 h 191660"/>
                  <a:gd name="connsiteX8" fmla="*/ 64811 w 286085"/>
                  <a:gd name="connsiteY8" fmla="*/ 41187 h 191660"/>
                  <a:gd name="connsiteX9" fmla="*/ 104100 w 286085"/>
                  <a:gd name="connsiteY9" fmla="*/ 12631 h 191660"/>
                  <a:gd name="connsiteX10" fmla="*/ 119890 w 286085"/>
                  <a:gd name="connsiteY10" fmla="*/ 21967 h 191660"/>
                  <a:gd name="connsiteX11" fmla="*/ 152510 w 286085"/>
                  <a:gd name="connsiteY11" fmla="*/ 0 h 191660"/>
                  <a:gd name="connsiteX12" fmla="*/ 191171 w 286085"/>
                  <a:gd name="connsiteY12" fmla="*/ 25812 h 191660"/>
                  <a:gd name="connsiteX13" fmla="*/ 207467 w 286085"/>
                  <a:gd name="connsiteY13" fmla="*/ 17574 h 191660"/>
                  <a:gd name="connsiteX14" fmla="*/ 263078 w 286085"/>
                  <a:gd name="connsiteY14" fmla="*/ 67548 h 191660"/>
                  <a:gd name="connsiteX15" fmla="*/ 283635 w 286085"/>
                  <a:gd name="connsiteY15" fmla="*/ 191111 h 191660"/>
                  <a:gd name="connsiteX16" fmla="*/ 255205 w 286085"/>
                  <a:gd name="connsiteY16" fmla="*/ 69745 h 191660"/>
                  <a:gd name="connsiteX17" fmla="*/ 206274 w 286085"/>
                  <a:gd name="connsiteY17" fmla="*/ 26360 h 191660"/>
                  <a:gd name="connsiteX18" fmla="*/ 189963 w 286085"/>
                  <a:gd name="connsiteY18" fmla="*/ 35147 h 191660"/>
                  <a:gd name="connsiteX19" fmla="*/ 151301 w 286085"/>
                  <a:gd name="connsiteY19" fmla="*/ 8787 h 191660"/>
                  <a:gd name="connsiteX20" fmla="*/ 121702 w 286085"/>
                  <a:gd name="connsiteY20" fmla="*/ 32402 h 191660"/>
                  <a:gd name="connsiteX21" fmla="*/ 103579 w 286085"/>
                  <a:gd name="connsiteY21" fmla="*/ 21967 h 191660"/>
                  <a:gd name="connsiteX22" fmla="*/ 67937 w 286085"/>
                  <a:gd name="connsiteY22" fmla="*/ 48877 h 191660"/>
                  <a:gd name="connsiteX23" fmla="*/ 43775 w 286085"/>
                  <a:gd name="connsiteY23" fmla="*/ 52172 h 191660"/>
                  <a:gd name="connsiteX24" fmla="*/ 31089 w 286085"/>
                  <a:gd name="connsiteY24" fmla="*/ 73040 h 191660"/>
                  <a:gd name="connsiteX25" fmla="*/ 7529 w 286085"/>
                  <a:gd name="connsiteY25" fmla="*/ 165300 h 191660"/>
                  <a:gd name="connsiteX26" fmla="*/ 8132 w 286085"/>
                  <a:gd name="connsiteY26" fmla="*/ 164751 h 191660"/>
                  <a:gd name="connsiteX27" fmla="*/ 57556 w 286085"/>
                  <a:gd name="connsiteY27" fmla="*/ 90613 h 191660"/>
                  <a:gd name="connsiteX28" fmla="*/ 226206 w 286085"/>
                  <a:gd name="connsiteY28" fmla="*/ 91712 h 191660"/>
                  <a:gd name="connsiteX29" fmla="*/ 276952 w 286085"/>
                  <a:gd name="connsiteY29" fmla="*/ 165300 h 191660"/>
                  <a:gd name="connsiteX30" fmla="*/ 255205 w 286085"/>
                  <a:gd name="connsiteY30" fmla="*/ 69745 h 1916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286085" h="191660">
                    <a:moveTo>
                      <a:pt x="283635" y="191111"/>
                    </a:moveTo>
                    <a:cubicBezTo>
                      <a:pt x="283635" y="191111"/>
                      <a:pt x="272151" y="190563"/>
                      <a:pt x="272151" y="190563"/>
                    </a:cubicBezTo>
                    <a:cubicBezTo>
                      <a:pt x="265280" y="113687"/>
                      <a:pt x="224393" y="99950"/>
                      <a:pt x="224393" y="99950"/>
                    </a:cubicBezTo>
                    <a:cubicBezTo>
                      <a:pt x="122396" y="140047"/>
                      <a:pt x="57556" y="99400"/>
                      <a:pt x="57556" y="99400"/>
                    </a:cubicBezTo>
                    <a:cubicBezTo>
                      <a:pt x="18333" y="129818"/>
                      <a:pt x="12217" y="191661"/>
                      <a:pt x="12217" y="191661"/>
                    </a:cubicBezTo>
                    <a:cubicBezTo>
                      <a:pt x="12217" y="191661"/>
                      <a:pt x="1941" y="188915"/>
                      <a:pt x="1941" y="188915"/>
                    </a:cubicBezTo>
                    <a:cubicBezTo>
                      <a:pt x="-8038" y="93544"/>
                      <a:pt x="23707" y="68647"/>
                      <a:pt x="23707" y="68647"/>
                    </a:cubicBezTo>
                    <a:cubicBezTo>
                      <a:pt x="23707" y="68647"/>
                      <a:pt x="38213" y="44482"/>
                      <a:pt x="38213" y="44482"/>
                    </a:cubicBezTo>
                    <a:cubicBezTo>
                      <a:pt x="38213" y="44482"/>
                      <a:pt x="64811" y="41187"/>
                      <a:pt x="64811" y="41187"/>
                    </a:cubicBezTo>
                    <a:cubicBezTo>
                      <a:pt x="78638" y="23572"/>
                      <a:pt x="104100" y="12631"/>
                      <a:pt x="104100" y="12631"/>
                    </a:cubicBezTo>
                    <a:cubicBezTo>
                      <a:pt x="104100" y="12631"/>
                      <a:pt x="119890" y="21967"/>
                      <a:pt x="119890" y="21967"/>
                    </a:cubicBezTo>
                    <a:cubicBezTo>
                      <a:pt x="130520" y="7328"/>
                      <a:pt x="152510" y="0"/>
                      <a:pt x="152510" y="0"/>
                    </a:cubicBezTo>
                    <a:cubicBezTo>
                      <a:pt x="180637" y="14613"/>
                      <a:pt x="191171" y="25812"/>
                      <a:pt x="191171" y="25812"/>
                    </a:cubicBezTo>
                    <a:cubicBezTo>
                      <a:pt x="191171" y="25812"/>
                      <a:pt x="207467" y="17574"/>
                      <a:pt x="207467" y="17574"/>
                    </a:cubicBezTo>
                    <a:cubicBezTo>
                      <a:pt x="251208" y="36932"/>
                      <a:pt x="263078" y="67548"/>
                      <a:pt x="263078" y="67548"/>
                    </a:cubicBezTo>
                    <a:cubicBezTo>
                      <a:pt x="296551" y="102506"/>
                      <a:pt x="283635" y="191111"/>
                      <a:pt x="283635" y="191111"/>
                    </a:cubicBezTo>
                    <a:close/>
                    <a:moveTo>
                      <a:pt x="255205" y="69745"/>
                    </a:moveTo>
                    <a:cubicBezTo>
                      <a:pt x="255205" y="69745"/>
                      <a:pt x="250014" y="45718"/>
                      <a:pt x="206274" y="26360"/>
                    </a:cubicBezTo>
                    <a:cubicBezTo>
                      <a:pt x="206274" y="26360"/>
                      <a:pt x="189963" y="35147"/>
                      <a:pt x="189963" y="35147"/>
                    </a:cubicBezTo>
                    <a:cubicBezTo>
                      <a:pt x="189963" y="35147"/>
                      <a:pt x="179429" y="23400"/>
                      <a:pt x="151301" y="8787"/>
                    </a:cubicBezTo>
                    <a:cubicBezTo>
                      <a:pt x="151301" y="8787"/>
                      <a:pt x="132332" y="17762"/>
                      <a:pt x="121702" y="32402"/>
                    </a:cubicBezTo>
                    <a:cubicBezTo>
                      <a:pt x="121702" y="32402"/>
                      <a:pt x="103579" y="21967"/>
                      <a:pt x="103579" y="21967"/>
                    </a:cubicBezTo>
                    <a:cubicBezTo>
                      <a:pt x="103579" y="21967"/>
                      <a:pt x="81766" y="31260"/>
                      <a:pt x="67937" y="48877"/>
                    </a:cubicBezTo>
                    <a:cubicBezTo>
                      <a:pt x="67937" y="48877"/>
                      <a:pt x="43775" y="52172"/>
                      <a:pt x="43775" y="52172"/>
                    </a:cubicBezTo>
                    <a:cubicBezTo>
                      <a:pt x="43775" y="52172"/>
                      <a:pt x="31089" y="73040"/>
                      <a:pt x="31089" y="73040"/>
                    </a:cubicBezTo>
                    <a:cubicBezTo>
                      <a:pt x="31089" y="73040"/>
                      <a:pt x="4739" y="91335"/>
                      <a:pt x="7529" y="165300"/>
                    </a:cubicBezTo>
                    <a:cubicBezTo>
                      <a:pt x="7529" y="165300"/>
                      <a:pt x="8132" y="164751"/>
                      <a:pt x="8132" y="164751"/>
                    </a:cubicBezTo>
                    <a:cubicBezTo>
                      <a:pt x="8132" y="164751"/>
                      <a:pt x="16516" y="118774"/>
                      <a:pt x="57556" y="90613"/>
                    </a:cubicBezTo>
                    <a:cubicBezTo>
                      <a:pt x="57556" y="90613"/>
                      <a:pt x="124208" y="131810"/>
                      <a:pt x="226206" y="91712"/>
                    </a:cubicBezTo>
                    <a:cubicBezTo>
                      <a:pt x="226206" y="91712"/>
                      <a:pt x="263888" y="107822"/>
                      <a:pt x="276952" y="165300"/>
                    </a:cubicBezTo>
                    <a:cubicBezTo>
                      <a:pt x="276952" y="165300"/>
                      <a:pt x="284706" y="106182"/>
                      <a:pt x="255205" y="69745"/>
                    </a:cubicBezTo>
                    <a:close/>
                  </a:path>
                </a:pathLst>
              </a:custGeom>
              <a:solidFill>
                <a:srgbClr val="3B434F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71" name="자유형: 도형 370">
                <a:extLst>
                  <a:ext uri="{FF2B5EF4-FFF2-40B4-BE49-F238E27FC236}">
                    <a16:creationId xmlns:a16="http://schemas.microsoft.com/office/drawing/2014/main" id="{DFB78DEF-E3A0-4F12-B330-66AC1DC94843}"/>
                  </a:ext>
                </a:extLst>
              </p:cNvPr>
              <p:cNvSpPr/>
              <p:nvPr/>
            </p:nvSpPr>
            <p:spPr>
              <a:xfrm>
                <a:off x="5141004" y="8378400"/>
                <a:ext cx="48138" cy="83662"/>
              </a:xfrm>
              <a:custGeom>
                <a:avLst/>
                <a:gdLst>
                  <a:gd name="connsiteX0" fmla="*/ 7079 w 48138"/>
                  <a:gd name="connsiteY0" fmla="*/ 16733 h 83662"/>
                  <a:gd name="connsiteX1" fmla="*/ 24069 w 48138"/>
                  <a:gd name="connsiteY1" fmla="*/ 0 h 83662"/>
                  <a:gd name="connsiteX2" fmla="*/ 42475 w 48138"/>
                  <a:gd name="connsiteY2" fmla="*/ 16733 h 83662"/>
                  <a:gd name="connsiteX3" fmla="*/ 32564 w 48138"/>
                  <a:gd name="connsiteY3" fmla="*/ 25742 h 83662"/>
                  <a:gd name="connsiteX4" fmla="*/ 48138 w 48138"/>
                  <a:gd name="connsiteY4" fmla="*/ 83663 h 83662"/>
                  <a:gd name="connsiteX5" fmla="*/ 0 w 48138"/>
                  <a:gd name="connsiteY5" fmla="*/ 83663 h 83662"/>
                  <a:gd name="connsiteX6" fmla="*/ 16990 w 48138"/>
                  <a:gd name="connsiteY6" fmla="*/ 25742 h 83662"/>
                  <a:gd name="connsiteX7" fmla="*/ 7079 w 48138"/>
                  <a:gd name="connsiteY7" fmla="*/ 16733 h 836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8138" h="83662">
                    <a:moveTo>
                      <a:pt x="7079" y="16733"/>
                    </a:moveTo>
                    <a:cubicBezTo>
                      <a:pt x="7079" y="16733"/>
                      <a:pt x="24069" y="0"/>
                      <a:pt x="24069" y="0"/>
                    </a:cubicBezTo>
                    <a:cubicBezTo>
                      <a:pt x="24069" y="0"/>
                      <a:pt x="42475" y="16733"/>
                      <a:pt x="42475" y="16733"/>
                    </a:cubicBezTo>
                    <a:cubicBezTo>
                      <a:pt x="42475" y="16733"/>
                      <a:pt x="32564" y="25742"/>
                      <a:pt x="32564" y="25742"/>
                    </a:cubicBezTo>
                    <a:cubicBezTo>
                      <a:pt x="32564" y="25742"/>
                      <a:pt x="48138" y="83663"/>
                      <a:pt x="48138" y="83663"/>
                    </a:cubicBezTo>
                    <a:cubicBezTo>
                      <a:pt x="48138" y="83663"/>
                      <a:pt x="0" y="83663"/>
                      <a:pt x="0" y="83663"/>
                    </a:cubicBezTo>
                    <a:cubicBezTo>
                      <a:pt x="0" y="83663"/>
                      <a:pt x="16990" y="25742"/>
                      <a:pt x="16990" y="25742"/>
                    </a:cubicBezTo>
                    <a:cubicBezTo>
                      <a:pt x="16990" y="25742"/>
                      <a:pt x="7079" y="16733"/>
                      <a:pt x="7079" y="16733"/>
                    </a:cubicBezTo>
                    <a:close/>
                  </a:path>
                </a:pathLst>
              </a:custGeom>
              <a:solidFill>
                <a:srgbClr val="3B434F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72" name="자유형: 도형 371">
                <a:extLst>
                  <a:ext uri="{FF2B5EF4-FFF2-40B4-BE49-F238E27FC236}">
                    <a16:creationId xmlns:a16="http://schemas.microsoft.com/office/drawing/2014/main" id="{A2E539BF-32C4-4FBD-A21B-9D6CFC78DCD9}"/>
                  </a:ext>
                </a:extLst>
              </p:cNvPr>
              <p:cNvSpPr/>
              <p:nvPr/>
            </p:nvSpPr>
            <p:spPr>
              <a:xfrm>
                <a:off x="5137585" y="8401604"/>
                <a:ext cx="55208" cy="61444"/>
              </a:xfrm>
              <a:custGeom>
                <a:avLst/>
                <a:gdLst>
                  <a:gd name="connsiteX0" fmla="*/ 48300 w 55208"/>
                  <a:gd name="connsiteY0" fmla="*/ 61347 h 61444"/>
                  <a:gd name="connsiteX1" fmla="*/ 31177 w 55208"/>
                  <a:gd name="connsiteY1" fmla="*/ 3251 h 61444"/>
                  <a:gd name="connsiteX2" fmla="*/ 34737 w 55208"/>
                  <a:gd name="connsiteY2" fmla="*/ 2281 h 61444"/>
                  <a:gd name="connsiteX3" fmla="*/ 37098 w 55208"/>
                  <a:gd name="connsiteY3" fmla="*/ 0 h 61444"/>
                  <a:gd name="connsiteX4" fmla="*/ 55209 w 55208"/>
                  <a:gd name="connsiteY4" fmla="*/ 61444 h 61444"/>
                  <a:gd name="connsiteX5" fmla="*/ 48300 w 55208"/>
                  <a:gd name="connsiteY5" fmla="*/ 61347 h 61444"/>
                  <a:gd name="connsiteX6" fmla="*/ 0 w 55208"/>
                  <a:gd name="connsiteY6" fmla="*/ 60661 h 61444"/>
                  <a:gd name="connsiteX7" fmla="*/ 17876 w 55208"/>
                  <a:gd name="connsiteY7" fmla="*/ 283 h 61444"/>
                  <a:gd name="connsiteX8" fmla="*/ 19032 w 55208"/>
                  <a:gd name="connsiteY8" fmla="*/ 1183 h 61444"/>
                  <a:gd name="connsiteX9" fmla="*/ 22656 w 55208"/>
                  <a:gd name="connsiteY9" fmla="*/ 3379 h 61444"/>
                  <a:gd name="connsiteX10" fmla="*/ 23851 w 55208"/>
                  <a:gd name="connsiteY10" fmla="*/ 3488 h 61444"/>
                  <a:gd name="connsiteX11" fmla="*/ 6894 w 55208"/>
                  <a:gd name="connsiteY11" fmla="*/ 60758 h 61444"/>
                  <a:gd name="connsiteX12" fmla="*/ 0 w 55208"/>
                  <a:gd name="connsiteY12" fmla="*/ 60661 h 614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5208" h="61444">
                    <a:moveTo>
                      <a:pt x="48300" y="61347"/>
                    </a:moveTo>
                    <a:cubicBezTo>
                      <a:pt x="48300" y="61347"/>
                      <a:pt x="31177" y="3251"/>
                      <a:pt x="31177" y="3251"/>
                    </a:cubicBezTo>
                    <a:cubicBezTo>
                      <a:pt x="31177" y="3251"/>
                      <a:pt x="34737" y="2281"/>
                      <a:pt x="34737" y="2281"/>
                    </a:cubicBezTo>
                    <a:cubicBezTo>
                      <a:pt x="34737" y="2281"/>
                      <a:pt x="37098" y="0"/>
                      <a:pt x="37098" y="0"/>
                    </a:cubicBezTo>
                    <a:cubicBezTo>
                      <a:pt x="37098" y="0"/>
                      <a:pt x="55209" y="61444"/>
                      <a:pt x="55209" y="61444"/>
                    </a:cubicBezTo>
                    <a:cubicBezTo>
                      <a:pt x="55209" y="61444"/>
                      <a:pt x="48300" y="61347"/>
                      <a:pt x="48300" y="61347"/>
                    </a:cubicBezTo>
                    <a:close/>
                    <a:moveTo>
                      <a:pt x="0" y="60661"/>
                    </a:moveTo>
                    <a:cubicBezTo>
                      <a:pt x="0" y="60661"/>
                      <a:pt x="17876" y="283"/>
                      <a:pt x="17876" y="283"/>
                    </a:cubicBezTo>
                    <a:cubicBezTo>
                      <a:pt x="17876" y="283"/>
                      <a:pt x="19032" y="1183"/>
                      <a:pt x="19032" y="1183"/>
                    </a:cubicBezTo>
                    <a:cubicBezTo>
                      <a:pt x="19032" y="1183"/>
                      <a:pt x="22656" y="3379"/>
                      <a:pt x="22656" y="3379"/>
                    </a:cubicBezTo>
                    <a:cubicBezTo>
                      <a:pt x="22656" y="3379"/>
                      <a:pt x="23851" y="3488"/>
                      <a:pt x="23851" y="3488"/>
                    </a:cubicBezTo>
                    <a:cubicBezTo>
                      <a:pt x="23851" y="3488"/>
                      <a:pt x="6894" y="60758"/>
                      <a:pt x="6894" y="60758"/>
                    </a:cubicBezTo>
                    <a:cubicBezTo>
                      <a:pt x="6894" y="60758"/>
                      <a:pt x="0" y="60661"/>
                      <a:pt x="0" y="60661"/>
                    </a:cubicBezTo>
                    <a:close/>
                  </a:path>
                </a:pathLst>
              </a:custGeom>
              <a:solidFill>
                <a:srgbClr val="3B434F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73" name="자유형: 도형 372">
                <a:extLst>
                  <a:ext uri="{FF2B5EF4-FFF2-40B4-BE49-F238E27FC236}">
                    <a16:creationId xmlns:a16="http://schemas.microsoft.com/office/drawing/2014/main" id="{BD962F07-8710-451D-A56E-F3FFC4B607CA}"/>
                  </a:ext>
                </a:extLst>
              </p:cNvPr>
              <p:cNvSpPr/>
              <p:nvPr/>
            </p:nvSpPr>
            <p:spPr>
              <a:xfrm>
                <a:off x="5125413" y="8375048"/>
                <a:ext cx="80926" cy="40917"/>
              </a:xfrm>
              <a:custGeom>
                <a:avLst/>
                <a:gdLst>
                  <a:gd name="connsiteX0" fmla="*/ 80926 w 80926"/>
                  <a:gd name="connsiteY0" fmla="*/ 36544 h 40917"/>
                  <a:gd name="connsiteX1" fmla="*/ 76227 w 80926"/>
                  <a:gd name="connsiteY1" fmla="*/ 40815 h 40917"/>
                  <a:gd name="connsiteX2" fmla="*/ 57944 w 80926"/>
                  <a:gd name="connsiteY2" fmla="*/ 24194 h 40917"/>
                  <a:gd name="connsiteX3" fmla="*/ 41076 w 80926"/>
                  <a:gd name="connsiteY3" fmla="*/ 32681 h 40917"/>
                  <a:gd name="connsiteX4" fmla="*/ 23796 w 80926"/>
                  <a:gd name="connsiteY4" fmla="*/ 23568 h 40917"/>
                  <a:gd name="connsiteX5" fmla="*/ 4710 w 80926"/>
                  <a:gd name="connsiteY5" fmla="*/ 40918 h 40917"/>
                  <a:gd name="connsiteX6" fmla="*/ 0 w 80926"/>
                  <a:gd name="connsiteY6" fmla="*/ 36635 h 40917"/>
                  <a:gd name="connsiteX7" fmla="*/ 37575 w 80926"/>
                  <a:gd name="connsiteY7" fmla="*/ 2476 h 40917"/>
                  <a:gd name="connsiteX8" fmla="*/ 40513 w 80926"/>
                  <a:gd name="connsiteY8" fmla="*/ 0 h 40917"/>
                  <a:gd name="connsiteX9" fmla="*/ 43452 w 80926"/>
                  <a:gd name="connsiteY9" fmla="*/ 2476 h 40917"/>
                  <a:gd name="connsiteX10" fmla="*/ 80926 w 80926"/>
                  <a:gd name="connsiteY10" fmla="*/ 36544 h 40917"/>
                  <a:gd name="connsiteX11" fmla="*/ 27493 w 80926"/>
                  <a:gd name="connsiteY11" fmla="*/ 20208 h 40917"/>
                  <a:gd name="connsiteX12" fmla="*/ 40774 w 80926"/>
                  <a:gd name="connsiteY12" fmla="*/ 27739 h 40917"/>
                  <a:gd name="connsiteX13" fmla="*/ 53884 w 80926"/>
                  <a:gd name="connsiteY13" fmla="*/ 20503 h 40917"/>
                  <a:gd name="connsiteX14" fmla="*/ 40525 w 80926"/>
                  <a:gd name="connsiteY14" fmla="*/ 8360 h 40917"/>
                  <a:gd name="connsiteX15" fmla="*/ 27493 w 80926"/>
                  <a:gd name="connsiteY15" fmla="*/ 20208 h 409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80926" h="40917">
                    <a:moveTo>
                      <a:pt x="80926" y="36544"/>
                    </a:moveTo>
                    <a:cubicBezTo>
                      <a:pt x="80926" y="36544"/>
                      <a:pt x="76227" y="40815"/>
                      <a:pt x="76227" y="40815"/>
                    </a:cubicBezTo>
                    <a:cubicBezTo>
                      <a:pt x="76227" y="40815"/>
                      <a:pt x="57944" y="24194"/>
                      <a:pt x="57944" y="24194"/>
                    </a:cubicBezTo>
                    <a:cubicBezTo>
                      <a:pt x="54416" y="29288"/>
                      <a:pt x="48186" y="32681"/>
                      <a:pt x="41076" y="32681"/>
                    </a:cubicBezTo>
                    <a:cubicBezTo>
                      <a:pt x="33678" y="32681"/>
                      <a:pt x="27235" y="29009"/>
                      <a:pt x="23796" y="23568"/>
                    </a:cubicBezTo>
                    <a:cubicBezTo>
                      <a:pt x="23796" y="23568"/>
                      <a:pt x="4710" y="40918"/>
                      <a:pt x="4710" y="40918"/>
                    </a:cubicBezTo>
                    <a:cubicBezTo>
                      <a:pt x="4710" y="40918"/>
                      <a:pt x="0" y="36635"/>
                      <a:pt x="0" y="36635"/>
                    </a:cubicBezTo>
                    <a:cubicBezTo>
                      <a:pt x="0" y="36635"/>
                      <a:pt x="37575" y="2476"/>
                      <a:pt x="37575" y="2476"/>
                    </a:cubicBezTo>
                    <a:cubicBezTo>
                      <a:pt x="37575" y="2476"/>
                      <a:pt x="40513" y="0"/>
                      <a:pt x="40513" y="0"/>
                    </a:cubicBezTo>
                    <a:cubicBezTo>
                      <a:pt x="40513" y="0"/>
                      <a:pt x="43452" y="2476"/>
                      <a:pt x="43452" y="2476"/>
                    </a:cubicBezTo>
                    <a:cubicBezTo>
                      <a:pt x="43452" y="2476"/>
                      <a:pt x="80926" y="36544"/>
                      <a:pt x="80926" y="36544"/>
                    </a:cubicBezTo>
                    <a:close/>
                    <a:moveTo>
                      <a:pt x="27493" y="20208"/>
                    </a:moveTo>
                    <a:cubicBezTo>
                      <a:pt x="29901" y="24668"/>
                      <a:pt x="34940" y="27739"/>
                      <a:pt x="40774" y="27739"/>
                    </a:cubicBezTo>
                    <a:cubicBezTo>
                      <a:pt x="46476" y="27739"/>
                      <a:pt x="51413" y="24799"/>
                      <a:pt x="53884" y="20503"/>
                    </a:cubicBezTo>
                    <a:cubicBezTo>
                      <a:pt x="53884" y="20503"/>
                      <a:pt x="40525" y="8360"/>
                      <a:pt x="40525" y="8360"/>
                    </a:cubicBezTo>
                    <a:cubicBezTo>
                      <a:pt x="40525" y="8360"/>
                      <a:pt x="27493" y="20208"/>
                      <a:pt x="27493" y="20208"/>
                    </a:cubicBezTo>
                    <a:close/>
                  </a:path>
                </a:pathLst>
              </a:custGeom>
              <a:solidFill>
                <a:srgbClr val="3B434F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74" name="자유형: 도형 373">
                <a:extLst>
                  <a:ext uri="{FF2B5EF4-FFF2-40B4-BE49-F238E27FC236}">
                    <a16:creationId xmlns:a16="http://schemas.microsoft.com/office/drawing/2014/main" id="{68B878CD-70CB-4E93-9FC0-8977FEB80D8A}"/>
                  </a:ext>
                </a:extLst>
              </p:cNvPr>
              <p:cNvSpPr/>
              <p:nvPr/>
            </p:nvSpPr>
            <p:spPr>
              <a:xfrm>
                <a:off x="5115827" y="7947926"/>
                <a:ext cx="77582" cy="84899"/>
              </a:xfrm>
              <a:custGeom>
                <a:avLst/>
                <a:gdLst>
                  <a:gd name="connsiteX0" fmla="*/ 52274 w 77582"/>
                  <a:gd name="connsiteY0" fmla="*/ 155 h 84899"/>
                  <a:gd name="connsiteX1" fmla="*/ 52530 w 77582"/>
                  <a:gd name="connsiteY1" fmla="*/ 2064 h 84899"/>
                  <a:gd name="connsiteX2" fmla="*/ 51708 w 77582"/>
                  <a:gd name="connsiteY2" fmla="*/ 5415 h 84899"/>
                  <a:gd name="connsiteX3" fmla="*/ 51075 w 77582"/>
                  <a:gd name="connsiteY3" fmla="*/ 10479 h 84899"/>
                  <a:gd name="connsiteX4" fmla="*/ 51065 w 77582"/>
                  <a:gd name="connsiteY4" fmla="*/ 14681 h 84899"/>
                  <a:gd name="connsiteX5" fmla="*/ 51253 w 77582"/>
                  <a:gd name="connsiteY5" fmla="*/ 17094 h 84899"/>
                  <a:gd name="connsiteX6" fmla="*/ 51368 w 77582"/>
                  <a:gd name="connsiteY6" fmla="*/ 18066 h 84899"/>
                  <a:gd name="connsiteX7" fmla="*/ 51433 w 77582"/>
                  <a:gd name="connsiteY7" fmla="*/ 18331 h 84899"/>
                  <a:gd name="connsiteX8" fmla="*/ 51578 w 77582"/>
                  <a:gd name="connsiteY8" fmla="*/ 19545 h 84899"/>
                  <a:gd name="connsiteX9" fmla="*/ 51798 w 77582"/>
                  <a:gd name="connsiteY9" fmla="*/ 20659 h 84899"/>
                  <a:gd name="connsiteX10" fmla="*/ 52158 w 77582"/>
                  <a:gd name="connsiteY10" fmla="*/ 22437 h 84899"/>
                  <a:gd name="connsiteX11" fmla="*/ 52223 w 77582"/>
                  <a:gd name="connsiteY11" fmla="*/ 22877 h 84899"/>
                  <a:gd name="connsiteX12" fmla="*/ 52590 w 77582"/>
                  <a:gd name="connsiteY12" fmla="*/ 24261 h 84899"/>
                  <a:gd name="connsiteX13" fmla="*/ 52624 w 77582"/>
                  <a:gd name="connsiteY13" fmla="*/ 24532 h 84899"/>
                  <a:gd name="connsiteX14" fmla="*/ 53186 w 77582"/>
                  <a:gd name="connsiteY14" fmla="*/ 26540 h 84899"/>
                  <a:gd name="connsiteX15" fmla="*/ 54271 w 77582"/>
                  <a:gd name="connsiteY15" fmla="*/ 29733 h 84899"/>
                  <a:gd name="connsiteX16" fmla="*/ 55051 w 77582"/>
                  <a:gd name="connsiteY16" fmla="*/ 31884 h 84899"/>
                  <a:gd name="connsiteX17" fmla="*/ 56666 w 77582"/>
                  <a:gd name="connsiteY17" fmla="*/ 35622 h 84899"/>
                  <a:gd name="connsiteX18" fmla="*/ 57778 w 77582"/>
                  <a:gd name="connsiteY18" fmla="*/ 37838 h 84899"/>
                  <a:gd name="connsiteX19" fmla="*/ 61248 w 77582"/>
                  <a:gd name="connsiteY19" fmla="*/ 44175 h 84899"/>
                  <a:gd name="connsiteX20" fmla="*/ 62505 w 77582"/>
                  <a:gd name="connsiteY20" fmla="*/ 46136 h 84899"/>
                  <a:gd name="connsiteX21" fmla="*/ 63326 w 77582"/>
                  <a:gd name="connsiteY21" fmla="*/ 47466 h 84899"/>
                  <a:gd name="connsiteX22" fmla="*/ 63799 w 77582"/>
                  <a:gd name="connsiteY22" fmla="*/ 48121 h 84899"/>
                  <a:gd name="connsiteX23" fmla="*/ 64821 w 77582"/>
                  <a:gd name="connsiteY23" fmla="*/ 49682 h 84899"/>
                  <a:gd name="connsiteX24" fmla="*/ 65802 w 77582"/>
                  <a:gd name="connsiteY24" fmla="*/ 51017 h 84899"/>
                  <a:gd name="connsiteX25" fmla="*/ 66888 w 77582"/>
                  <a:gd name="connsiteY25" fmla="*/ 52568 h 84899"/>
                  <a:gd name="connsiteX26" fmla="*/ 68831 w 77582"/>
                  <a:gd name="connsiteY26" fmla="*/ 55124 h 84899"/>
                  <a:gd name="connsiteX27" fmla="*/ 70915 w 77582"/>
                  <a:gd name="connsiteY27" fmla="*/ 57674 h 84899"/>
                  <a:gd name="connsiteX28" fmla="*/ 75279 w 77582"/>
                  <a:gd name="connsiteY28" fmla="*/ 62699 h 84899"/>
                  <a:gd name="connsiteX29" fmla="*/ 76665 w 77582"/>
                  <a:gd name="connsiteY29" fmla="*/ 64147 h 84899"/>
                  <a:gd name="connsiteX30" fmla="*/ 77390 w 77582"/>
                  <a:gd name="connsiteY30" fmla="*/ 64867 h 84899"/>
                  <a:gd name="connsiteX31" fmla="*/ 77524 w 77582"/>
                  <a:gd name="connsiteY31" fmla="*/ 65253 h 84899"/>
                  <a:gd name="connsiteX32" fmla="*/ 77576 w 77582"/>
                  <a:gd name="connsiteY32" fmla="*/ 65885 h 84899"/>
                  <a:gd name="connsiteX33" fmla="*/ 77537 w 77582"/>
                  <a:gd name="connsiteY33" fmla="*/ 66878 h 84899"/>
                  <a:gd name="connsiteX34" fmla="*/ 77065 w 77582"/>
                  <a:gd name="connsiteY34" fmla="*/ 67967 h 84899"/>
                  <a:gd name="connsiteX35" fmla="*/ 76435 w 77582"/>
                  <a:gd name="connsiteY35" fmla="*/ 68629 h 84899"/>
                  <a:gd name="connsiteX36" fmla="*/ 76064 w 77582"/>
                  <a:gd name="connsiteY36" fmla="*/ 68960 h 84899"/>
                  <a:gd name="connsiteX37" fmla="*/ 74760 w 77582"/>
                  <a:gd name="connsiteY37" fmla="*/ 69607 h 84899"/>
                  <a:gd name="connsiteX38" fmla="*/ 73347 w 77582"/>
                  <a:gd name="connsiteY38" fmla="*/ 68962 h 84899"/>
                  <a:gd name="connsiteX39" fmla="*/ 71311 w 77582"/>
                  <a:gd name="connsiteY39" fmla="*/ 66944 h 84899"/>
                  <a:gd name="connsiteX40" fmla="*/ 70909 w 77582"/>
                  <a:gd name="connsiteY40" fmla="*/ 66582 h 84899"/>
                  <a:gd name="connsiteX41" fmla="*/ 68651 w 77582"/>
                  <a:gd name="connsiteY41" fmla="*/ 64220 h 84899"/>
                  <a:gd name="connsiteX42" fmla="*/ 68165 w 77582"/>
                  <a:gd name="connsiteY42" fmla="*/ 63756 h 84899"/>
                  <a:gd name="connsiteX43" fmla="*/ 66448 w 77582"/>
                  <a:gd name="connsiteY43" fmla="*/ 61892 h 84899"/>
                  <a:gd name="connsiteX44" fmla="*/ 62356 w 77582"/>
                  <a:gd name="connsiteY44" fmla="*/ 57044 h 84899"/>
                  <a:gd name="connsiteX45" fmla="*/ 61471 w 77582"/>
                  <a:gd name="connsiteY45" fmla="*/ 55971 h 84899"/>
                  <a:gd name="connsiteX46" fmla="*/ 55836 w 77582"/>
                  <a:gd name="connsiteY46" fmla="*/ 47780 h 84899"/>
                  <a:gd name="connsiteX47" fmla="*/ 54548 w 77582"/>
                  <a:gd name="connsiteY47" fmla="*/ 45649 h 84899"/>
                  <a:gd name="connsiteX48" fmla="*/ 51409 w 77582"/>
                  <a:gd name="connsiteY48" fmla="*/ 39378 h 84899"/>
                  <a:gd name="connsiteX49" fmla="*/ 51075 w 77582"/>
                  <a:gd name="connsiteY49" fmla="*/ 38513 h 84899"/>
                  <a:gd name="connsiteX50" fmla="*/ 49595 w 77582"/>
                  <a:gd name="connsiteY50" fmla="*/ 34739 h 84899"/>
                  <a:gd name="connsiteX51" fmla="*/ 48399 w 77582"/>
                  <a:gd name="connsiteY51" fmla="*/ 30851 h 84899"/>
                  <a:gd name="connsiteX52" fmla="*/ 48181 w 77582"/>
                  <a:gd name="connsiteY52" fmla="*/ 30011 h 84899"/>
                  <a:gd name="connsiteX53" fmla="*/ 48141 w 77582"/>
                  <a:gd name="connsiteY53" fmla="*/ 29712 h 84899"/>
                  <a:gd name="connsiteX54" fmla="*/ 47926 w 77582"/>
                  <a:gd name="connsiteY54" fmla="*/ 28800 h 84899"/>
                  <a:gd name="connsiteX55" fmla="*/ 47475 w 77582"/>
                  <a:gd name="connsiteY55" fmla="*/ 26615 h 84899"/>
                  <a:gd name="connsiteX56" fmla="*/ 47157 w 77582"/>
                  <a:gd name="connsiteY56" fmla="*/ 24541 h 84899"/>
                  <a:gd name="connsiteX57" fmla="*/ 47071 w 77582"/>
                  <a:gd name="connsiteY57" fmla="*/ 24161 h 84899"/>
                  <a:gd name="connsiteX58" fmla="*/ 46919 w 77582"/>
                  <a:gd name="connsiteY58" fmla="*/ 22819 h 84899"/>
                  <a:gd name="connsiteX59" fmla="*/ 46747 w 77582"/>
                  <a:gd name="connsiteY59" fmla="*/ 20491 h 84899"/>
                  <a:gd name="connsiteX60" fmla="*/ 46692 w 77582"/>
                  <a:gd name="connsiteY60" fmla="*/ 17592 h 84899"/>
                  <a:gd name="connsiteX61" fmla="*/ 46847 w 77582"/>
                  <a:gd name="connsiteY61" fmla="*/ 14706 h 84899"/>
                  <a:gd name="connsiteX62" fmla="*/ 48248 w 77582"/>
                  <a:gd name="connsiteY62" fmla="*/ 6676 h 84899"/>
                  <a:gd name="connsiteX63" fmla="*/ 49253 w 77582"/>
                  <a:gd name="connsiteY63" fmla="*/ 3721 h 84899"/>
                  <a:gd name="connsiteX64" fmla="*/ 50128 w 77582"/>
                  <a:gd name="connsiteY64" fmla="*/ 1699 h 84899"/>
                  <a:gd name="connsiteX65" fmla="*/ 50380 w 77582"/>
                  <a:gd name="connsiteY65" fmla="*/ 1240 h 84899"/>
                  <a:gd name="connsiteX66" fmla="*/ 51136 w 77582"/>
                  <a:gd name="connsiteY66" fmla="*/ 137 h 84899"/>
                  <a:gd name="connsiteX67" fmla="*/ 51913 w 77582"/>
                  <a:gd name="connsiteY67" fmla="*/ 20 h 84899"/>
                  <a:gd name="connsiteX68" fmla="*/ 52274 w 77582"/>
                  <a:gd name="connsiteY68" fmla="*/ 155 h 84899"/>
                  <a:gd name="connsiteX69" fmla="*/ 23925 w 77582"/>
                  <a:gd name="connsiteY69" fmla="*/ 19086 h 84899"/>
                  <a:gd name="connsiteX70" fmla="*/ 24534 w 77582"/>
                  <a:gd name="connsiteY70" fmla="*/ 20651 h 84899"/>
                  <a:gd name="connsiteX71" fmla="*/ 24736 w 77582"/>
                  <a:gd name="connsiteY71" fmla="*/ 22278 h 84899"/>
                  <a:gd name="connsiteX72" fmla="*/ 24946 w 77582"/>
                  <a:gd name="connsiteY72" fmla="*/ 23410 h 84899"/>
                  <a:gd name="connsiteX73" fmla="*/ 25094 w 77582"/>
                  <a:gd name="connsiteY73" fmla="*/ 24303 h 84899"/>
                  <a:gd name="connsiteX74" fmla="*/ 25279 w 77582"/>
                  <a:gd name="connsiteY74" fmla="*/ 25219 h 84899"/>
                  <a:gd name="connsiteX75" fmla="*/ 25467 w 77582"/>
                  <a:gd name="connsiteY75" fmla="*/ 26238 h 84899"/>
                  <a:gd name="connsiteX76" fmla="*/ 25682 w 77582"/>
                  <a:gd name="connsiteY76" fmla="*/ 27150 h 84899"/>
                  <a:gd name="connsiteX77" fmla="*/ 26434 w 77582"/>
                  <a:gd name="connsiteY77" fmla="*/ 29928 h 84899"/>
                  <a:gd name="connsiteX78" fmla="*/ 27385 w 77582"/>
                  <a:gd name="connsiteY78" fmla="*/ 32837 h 84899"/>
                  <a:gd name="connsiteX79" fmla="*/ 28859 w 77582"/>
                  <a:gd name="connsiteY79" fmla="*/ 36582 h 84899"/>
                  <a:gd name="connsiteX80" fmla="*/ 29730 w 77582"/>
                  <a:gd name="connsiteY80" fmla="*/ 38442 h 84899"/>
                  <a:gd name="connsiteX81" fmla="*/ 30402 w 77582"/>
                  <a:gd name="connsiteY81" fmla="*/ 39925 h 84899"/>
                  <a:gd name="connsiteX82" fmla="*/ 33629 w 77582"/>
                  <a:gd name="connsiteY82" fmla="*/ 45804 h 84899"/>
                  <a:gd name="connsiteX83" fmla="*/ 36578 w 77582"/>
                  <a:gd name="connsiteY83" fmla="*/ 50359 h 84899"/>
                  <a:gd name="connsiteX84" fmla="*/ 37561 w 77582"/>
                  <a:gd name="connsiteY84" fmla="*/ 51694 h 84899"/>
                  <a:gd name="connsiteX85" fmla="*/ 39903 w 77582"/>
                  <a:gd name="connsiteY85" fmla="*/ 54858 h 84899"/>
                  <a:gd name="connsiteX86" fmla="*/ 42291 w 77582"/>
                  <a:gd name="connsiteY86" fmla="*/ 57754 h 84899"/>
                  <a:gd name="connsiteX87" fmla="*/ 42685 w 77582"/>
                  <a:gd name="connsiteY87" fmla="*/ 58159 h 84899"/>
                  <a:gd name="connsiteX88" fmla="*/ 44020 w 77582"/>
                  <a:gd name="connsiteY88" fmla="*/ 59674 h 84899"/>
                  <a:gd name="connsiteX89" fmla="*/ 44708 w 77582"/>
                  <a:gd name="connsiteY89" fmla="*/ 60369 h 84899"/>
                  <a:gd name="connsiteX90" fmla="*/ 45202 w 77582"/>
                  <a:gd name="connsiteY90" fmla="*/ 62707 h 84899"/>
                  <a:gd name="connsiteX91" fmla="*/ 42659 w 77582"/>
                  <a:gd name="connsiteY91" fmla="*/ 64964 h 84899"/>
                  <a:gd name="connsiteX92" fmla="*/ 41620 w 77582"/>
                  <a:gd name="connsiteY92" fmla="*/ 65136 h 84899"/>
                  <a:gd name="connsiteX93" fmla="*/ 40536 w 77582"/>
                  <a:gd name="connsiteY93" fmla="*/ 64282 h 84899"/>
                  <a:gd name="connsiteX94" fmla="*/ 39380 w 77582"/>
                  <a:gd name="connsiteY94" fmla="*/ 63134 h 84899"/>
                  <a:gd name="connsiteX95" fmla="*/ 37285 w 77582"/>
                  <a:gd name="connsiteY95" fmla="*/ 60877 h 84899"/>
                  <a:gd name="connsiteX96" fmla="*/ 33264 w 77582"/>
                  <a:gd name="connsiteY96" fmla="*/ 55974 h 84899"/>
                  <a:gd name="connsiteX97" fmla="*/ 26231 w 77582"/>
                  <a:gd name="connsiteY97" fmla="*/ 44186 h 84899"/>
                  <a:gd name="connsiteX98" fmla="*/ 24239 w 77582"/>
                  <a:gd name="connsiteY98" fmla="*/ 39109 h 84899"/>
                  <a:gd name="connsiteX99" fmla="*/ 23691 w 77582"/>
                  <a:gd name="connsiteY99" fmla="*/ 37259 h 84899"/>
                  <a:gd name="connsiteX100" fmla="*/ 22992 w 77582"/>
                  <a:gd name="connsiteY100" fmla="*/ 34763 h 84899"/>
                  <a:gd name="connsiteX101" fmla="*/ 22947 w 77582"/>
                  <a:gd name="connsiteY101" fmla="*/ 34435 h 84899"/>
                  <a:gd name="connsiteX102" fmla="*/ 22799 w 77582"/>
                  <a:gd name="connsiteY102" fmla="*/ 33891 h 84899"/>
                  <a:gd name="connsiteX103" fmla="*/ 22729 w 77582"/>
                  <a:gd name="connsiteY103" fmla="*/ 33422 h 84899"/>
                  <a:gd name="connsiteX104" fmla="*/ 22539 w 77582"/>
                  <a:gd name="connsiteY104" fmla="*/ 32476 h 84899"/>
                  <a:gd name="connsiteX105" fmla="*/ 22385 w 77582"/>
                  <a:gd name="connsiteY105" fmla="*/ 31556 h 84899"/>
                  <a:gd name="connsiteX106" fmla="*/ 22257 w 77582"/>
                  <a:gd name="connsiteY106" fmla="*/ 30950 h 84899"/>
                  <a:gd name="connsiteX107" fmla="*/ 21995 w 77582"/>
                  <a:gd name="connsiteY107" fmla="*/ 28489 h 84899"/>
                  <a:gd name="connsiteX108" fmla="*/ 21917 w 77582"/>
                  <a:gd name="connsiteY108" fmla="*/ 27890 h 84899"/>
                  <a:gd name="connsiteX109" fmla="*/ 21814 w 77582"/>
                  <a:gd name="connsiteY109" fmla="*/ 25509 h 84899"/>
                  <a:gd name="connsiteX110" fmla="*/ 21872 w 77582"/>
                  <a:gd name="connsiteY110" fmla="*/ 22782 h 84899"/>
                  <a:gd name="connsiteX111" fmla="*/ 21982 w 77582"/>
                  <a:gd name="connsiteY111" fmla="*/ 21734 h 84899"/>
                  <a:gd name="connsiteX112" fmla="*/ 22134 w 77582"/>
                  <a:gd name="connsiteY112" fmla="*/ 20563 h 84899"/>
                  <a:gd name="connsiteX113" fmla="*/ 22247 w 77582"/>
                  <a:gd name="connsiteY113" fmla="*/ 19790 h 84899"/>
                  <a:gd name="connsiteX114" fmla="*/ 22862 w 77582"/>
                  <a:gd name="connsiteY114" fmla="*/ 19044 h 84899"/>
                  <a:gd name="connsiteX115" fmla="*/ 23564 w 77582"/>
                  <a:gd name="connsiteY115" fmla="*/ 18952 h 84899"/>
                  <a:gd name="connsiteX116" fmla="*/ 23925 w 77582"/>
                  <a:gd name="connsiteY116" fmla="*/ 19086 h 84899"/>
                  <a:gd name="connsiteX117" fmla="*/ 2263 w 77582"/>
                  <a:gd name="connsiteY117" fmla="*/ 23191 h 84899"/>
                  <a:gd name="connsiteX118" fmla="*/ 2780 w 77582"/>
                  <a:gd name="connsiteY118" fmla="*/ 24872 h 84899"/>
                  <a:gd name="connsiteX119" fmla="*/ 2904 w 77582"/>
                  <a:gd name="connsiteY119" fmla="*/ 27716 h 84899"/>
                  <a:gd name="connsiteX120" fmla="*/ 3160 w 77582"/>
                  <a:gd name="connsiteY120" fmla="*/ 29974 h 84899"/>
                  <a:gd name="connsiteX121" fmla="*/ 3309 w 77582"/>
                  <a:gd name="connsiteY121" fmla="*/ 30692 h 84899"/>
                  <a:gd name="connsiteX122" fmla="*/ 3558 w 77582"/>
                  <a:gd name="connsiteY122" fmla="*/ 32050 h 84899"/>
                  <a:gd name="connsiteX123" fmla="*/ 3598 w 77582"/>
                  <a:gd name="connsiteY123" fmla="*/ 32349 h 84899"/>
                  <a:gd name="connsiteX124" fmla="*/ 3772 w 77582"/>
                  <a:gd name="connsiteY124" fmla="*/ 33035 h 84899"/>
                  <a:gd name="connsiteX125" fmla="*/ 3827 w 77582"/>
                  <a:gd name="connsiteY125" fmla="*/ 33420 h 84899"/>
                  <a:gd name="connsiteX126" fmla="*/ 4259 w 77582"/>
                  <a:gd name="connsiteY126" fmla="*/ 35069 h 84899"/>
                  <a:gd name="connsiteX127" fmla="*/ 5562 w 77582"/>
                  <a:gd name="connsiteY127" fmla="*/ 38927 h 84899"/>
                  <a:gd name="connsiteX128" fmla="*/ 9651 w 77582"/>
                  <a:gd name="connsiteY128" fmla="*/ 47061 h 84899"/>
                  <a:gd name="connsiteX129" fmla="*/ 11307 w 77582"/>
                  <a:gd name="connsiteY129" fmla="*/ 49631 h 84899"/>
                  <a:gd name="connsiteX130" fmla="*/ 12058 w 77582"/>
                  <a:gd name="connsiteY130" fmla="*/ 50666 h 84899"/>
                  <a:gd name="connsiteX131" fmla="*/ 14215 w 77582"/>
                  <a:gd name="connsiteY131" fmla="*/ 53611 h 84899"/>
                  <a:gd name="connsiteX132" fmla="*/ 17497 w 77582"/>
                  <a:gd name="connsiteY132" fmla="*/ 57534 h 84899"/>
                  <a:gd name="connsiteX133" fmla="*/ 18701 w 77582"/>
                  <a:gd name="connsiteY133" fmla="*/ 58865 h 84899"/>
                  <a:gd name="connsiteX134" fmla="*/ 19784 w 77582"/>
                  <a:gd name="connsiteY134" fmla="*/ 59965 h 84899"/>
                  <a:gd name="connsiteX135" fmla="*/ 22049 w 77582"/>
                  <a:gd name="connsiteY135" fmla="*/ 62283 h 84899"/>
                  <a:gd name="connsiteX136" fmla="*/ 23369 w 77582"/>
                  <a:gd name="connsiteY136" fmla="*/ 63538 h 84899"/>
                  <a:gd name="connsiteX137" fmla="*/ 24833 w 77582"/>
                  <a:gd name="connsiteY137" fmla="*/ 64887 h 84899"/>
                  <a:gd name="connsiteX138" fmla="*/ 25170 w 77582"/>
                  <a:gd name="connsiteY138" fmla="*/ 65156 h 84899"/>
                  <a:gd name="connsiteX139" fmla="*/ 26724 w 77582"/>
                  <a:gd name="connsiteY139" fmla="*/ 66564 h 84899"/>
                  <a:gd name="connsiteX140" fmla="*/ 27363 w 77582"/>
                  <a:gd name="connsiteY140" fmla="*/ 67079 h 84899"/>
                  <a:gd name="connsiteX141" fmla="*/ 29618 w 77582"/>
                  <a:gd name="connsiteY141" fmla="*/ 68992 h 84899"/>
                  <a:gd name="connsiteX142" fmla="*/ 30238 w 77582"/>
                  <a:gd name="connsiteY142" fmla="*/ 69495 h 84899"/>
                  <a:gd name="connsiteX143" fmla="*/ 30456 w 77582"/>
                  <a:gd name="connsiteY143" fmla="*/ 69637 h 84899"/>
                  <a:gd name="connsiteX144" fmla="*/ 31287 w 77582"/>
                  <a:gd name="connsiteY144" fmla="*/ 70325 h 84899"/>
                  <a:gd name="connsiteX145" fmla="*/ 31522 w 77582"/>
                  <a:gd name="connsiteY145" fmla="*/ 70478 h 84899"/>
                  <a:gd name="connsiteX146" fmla="*/ 32890 w 77582"/>
                  <a:gd name="connsiteY146" fmla="*/ 71566 h 84899"/>
                  <a:gd name="connsiteX147" fmla="*/ 33199 w 77582"/>
                  <a:gd name="connsiteY147" fmla="*/ 71767 h 84899"/>
                  <a:gd name="connsiteX148" fmla="*/ 34984 w 77582"/>
                  <a:gd name="connsiteY148" fmla="*/ 73125 h 84899"/>
                  <a:gd name="connsiteX149" fmla="*/ 35662 w 77582"/>
                  <a:gd name="connsiteY149" fmla="*/ 73589 h 84899"/>
                  <a:gd name="connsiteX150" fmla="*/ 36139 w 77582"/>
                  <a:gd name="connsiteY150" fmla="*/ 73925 h 84899"/>
                  <a:gd name="connsiteX151" fmla="*/ 37432 w 77582"/>
                  <a:gd name="connsiteY151" fmla="*/ 74864 h 84899"/>
                  <a:gd name="connsiteX152" fmla="*/ 38182 w 77582"/>
                  <a:gd name="connsiteY152" fmla="*/ 75376 h 84899"/>
                  <a:gd name="connsiteX153" fmla="*/ 38787 w 77582"/>
                  <a:gd name="connsiteY153" fmla="*/ 75793 h 84899"/>
                  <a:gd name="connsiteX154" fmla="*/ 40203 w 77582"/>
                  <a:gd name="connsiteY154" fmla="*/ 76713 h 84899"/>
                  <a:gd name="connsiteX155" fmla="*/ 43517 w 77582"/>
                  <a:gd name="connsiteY155" fmla="*/ 78816 h 84899"/>
                  <a:gd name="connsiteX156" fmla="*/ 44981 w 77582"/>
                  <a:gd name="connsiteY156" fmla="*/ 79816 h 84899"/>
                  <a:gd name="connsiteX157" fmla="*/ 45324 w 77582"/>
                  <a:gd name="connsiteY157" fmla="*/ 80636 h 84899"/>
                  <a:gd name="connsiteX158" fmla="*/ 45444 w 77582"/>
                  <a:gd name="connsiteY158" fmla="*/ 82508 h 84899"/>
                  <a:gd name="connsiteX159" fmla="*/ 45204 w 77582"/>
                  <a:gd name="connsiteY159" fmla="*/ 83024 h 84899"/>
                  <a:gd name="connsiteX160" fmla="*/ 44497 w 77582"/>
                  <a:gd name="connsiteY160" fmla="*/ 84134 h 84899"/>
                  <a:gd name="connsiteX161" fmla="*/ 43732 w 77582"/>
                  <a:gd name="connsiteY161" fmla="*/ 84756 h 84899"/>
                  <a:gd name="connsiteX162" fmla="*/ 42361 w 77582"/>
                  <a:gd name="connsiteY162" fmla="*/ 84687 h 84899"/>
                  <a:gd name="connsiteX163" fmla="*/ 41875 w 77582"/>
                  <a:gd name="connsiteY163" fmla="*/ 84397 h 84899"/>
                  <a:gd name="connsiteX164" fmla="*/ 39597 w 77582"/>
                  <a:gd name="connsiteY164" fmla="*/ 83141 h 84899"/>
                  <a:gd name="connsiteX165" fmla="*/ 39166 w 77582"/>
                  <a:gd name="connsiteY165" fmla="*/ 82886 h 84899"/>
                  <a:gd name="connsiteX166" fmla="*/ 38391 w 77582"/>
                  <a:gd name="connsiteY166" fmla="*/ 82407 h 84899"/>
                  <a:gd name="connsiteX167" fmla="*/ 37528 w 77582"/>
                  <a:gd name="connsiteY167" fmla="*/ 81898 h 84899"/>
                  <a:gd name="connsiteX168" fmla="*/ 36721 w 77582"/>
                  <a:gd name="connsiteY168" fmla="*/ 81423 h 84899"/>
                  <a:gd name="connsiteX169" fmla="*/ 36431 w 77582"/>
                  <a:gd name="connsiteY169" fmla="*/ 81235 h 84899"/>
                  <a:gd name="connsiteX170" fmla="*/ 35624 w 77582"/>
                  <a:gd name="connsiteY170" fmla="*/ 80760 h 84899"/>
                  <a:gd name="connsiteX171" fmla="*/ 34571 w 77582"/>
                  <a:gd name="connsiteY171" fmla="*/ 80077 h 84899"/>
                  <a:gd name="connsiteX172" fmla="*/ 33412 w 77582"/>
                  <a:gd name="connsiteY172" fmla="*/ 79349 h 84899"/>
                  <a:gd name="connsiteX173" fmla="*/ 32481 w 77582"/>
                  <a:gd name="connsiteY173" fmla="*/ 78720 h 84899"/>
                  <a:gd name="connsiteX174" fmla="*/ 31864 w 77582"/>
                  <a:gd name="connsiteY174" fmla="*/ 78318 h 84899"/>
                  <a:gd name="connsiteX175" fmla="*/ 30636 w 77582"/>
                  <a:gd name="connsiteY175" fmla="*/ 77471 h 84899"/>
                  <a:gd name="connsiteX176" fmla="*/ 30019 w 77582"/>
                  <a:gd name="connsiteY176" fmla="*/ 77070 h 84899"/>
                  <a:gd name="connsiteX177" fmla="*/ 28909 w 77582"/>
                  <a:gd name="connsiteY177" fmla="*/ 76249 h 84899"/>
                  <a:gd name="connsiteX178" fmla="*/ 28491 w 77582"/>
                  <a:gd name="connsiteY178" fmla="*/ 75977 h 84899"/>
                  <a:gd name="connsiteX179" fmla="*/ 27688 w 77582"/>
                  <a:gd name="connsiteY179" fmla="*/ 75357 h 84899"/>
                  <a:gd name="connsiteX180" fmla="*/ 27326 w 77582"/>
                  <a:gd name="connsiteY180" fmla="*/ 75121 h 84899"/>
                  <a:gd name="connsiteX181" fmla="*/ 26704 w 77582"/>
                  <a:gd name="connsiteY181" fmla="*/ 74619 h 84899"/>
                  <a:gd name="connsiteX182" fmla="*/ 26414 w 77582"/>
                  <a:gd name="connsiteY182" fmla="*/ 74430 h 84899"/>
                  <a:gd name="connsiteX183" fmla="*/ 24463 w 77582"/>
                  <a:gd name="connsiteY183" fmla="*/ 72863 h 84899"/>
                  <a:gd name="connsiteX184" fmla="*/ 23943 w 77582"/>
                  <a:gd name="connsiteY184" fmla="*/ 72477 h 84899"/>
                  <a:gd name="connsiteX185" fmla="*/ 21569 w 77582"/>
                  <a:gd name="connsiteY185" fmla="*/ 70436 h 84899"/>
                  <a:gd name="connsiteX186" fmla="*/ 20984 w 77582"/>
                  <a:gd name="connsiteY186" fmla="*/ 69957 h 84899"/>
                  <a:gd name="connsiteX187" fmla="*/ 18916 w 77582"/>
                  <a:gd name="connsiteY187" fmla="*/ 68016 h 84899"/>
                  <a:gd name="connsiteX188" fmla="*/ 18616 w 77582"/>
                  <a:gd name="connsiteY188" fmla="*/ 67772 h 84899"/>
                  <a:gd name="connsiteX189" fmla="*/ 17670 w 77582"/>
                  <a:gd name="connsiteY189" fmla="*/ 66809 h 84899"/>
                  <a:gd name="connsiteX190" fmla="*/ 17268 w 77582"/>
                  <a:gd name="connsiteY190" fmla="*/ 66448 h 84899"/>
                  <a:gd name="connsiteX191" fmla="*/ 14210 w 77582"/>
                  <a:gd name="connsiteY191" fmla="*/ 63218 h 84899"/>
                  <a:gd name="connsiteX192" fmla="*/ 9482 w 77582"/>
                  <a:gd name="connsiteY192" fmla="*/ 57258 h 84899"/>
                  <a:gd name="connsiteX193" fmla="*/ 8538 w 77582"/>
                  <a:gd name="connsiteY193" fmla="*/ 55948 h 84899"/>
                  <a:gd name="connsiteX194" fmla="*/ 6982 w 77582"/>
                  <a:gd name="connsiteY194" fmla="*/ 53494 h 84899"/>
                  <a:gd name="connsiteX195" fmla="*/ 4834 w 77582"/>
                  <a:gd name="connsiteY195" fmla="*/ 49559 h 84899"/>
                  <a:gd name="connsiteX196" fmla="*/ 3571 w 77582"/>
                  <a:gd name="connsiteY196" fmla="*/ 46696 h 84899"/>
                  <a:gd name="connsiteX197" fmla="*/ 2635 w 77582"/>
                  <a:gd name="connsiteY197" fmla="*/ 44396 h 84899"/>
                  <a:gd name="connsiteX198" fmla="*/ 1855 w 77582"/>
                  <a:gd name="connsiteY198" fmla="*/ 42072 h 84899"/>
                  <a:gd name="connsiteX199" fmla="*/ 1190 w 77582"/>
                  <a:gd name="connsiteY199" fmla="*/ 39673 h 84899"/>
                  <a:gd name="connsiteX200" fmla="*/ 994 w 77582"/>
                  <a:gd name="connsiteY200" fmla="*/ 38699 h 84899"/>
                  <a:gd name="connsiteX201" fmla="*/ 541 w 77582"/>
                  <a:gd name="connsiteY201" fmla="*/ 36414 h 84899"/>
                  <a:gd name="connsiteX202" fmla="*/ 146 w 77582"/>
                  <a:gd name="connsiteY202" fmla="*/ 26548 h 84899"/>
                  <a:gd name="connsiteX203" fmla="*/ 523 w 77582"/>
                  <a:gd name="connsiteY203" fmla="*/ 24253 h 84899"/>
                  <a:gd name="connsiteX204" fmla="*/ 1154 w 77582"/>
                  <a:gd name="connsiteY204" fmla="*/ 23169 h 84899"/>
                  <a:gd name="connsiteX205" fmla="*/ 1902 w 77582"/>
                  <a:gd name="connsiteY205" fmla="*/ 23057 h 84899"/>
                  <a:gd name="connsiteX206" fmla="*/ 2263 w 77582"/>
                  <a:gd name="connsiteY206" fmla="*/ 23191 h 848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</a:cxnLst>
                <a:rect l="l" t="t" r="r" b="b"/>
                <a:pathLst>
                  <a:path w="77582" h="84899">
                    <a:moveTo>
                      <a:pt x="52274" y="155"/>
                    </a:moveTo>
                    <a:cubicBezTo>
                      <a:pt x="53163" y="756"/>
                      <a:pt x="52723" y="1313"/>
                      <a:pt x="52530" y="2064"/>
                    </a:cubicBezTo>
                    <a:cubicBezTo>
                      <a:pt x="52242" y="3185"/>
                      <a:pt x="51900" y="4295"/>
                      <a:pt x="51708" y="5415"/>
                    </a:cubicBezTo>
                    <a:cubicBezTo>
                      <a:pt x="51416" y="7110"/>
                      <a:pt x="51151" y="8807"/>
                      <a:pt x="51075" y="10479"/>
                    </a:cubicBezTo>
                    <a:cubicBezTo>
                      <a:pt x="51010" y="11886"/>
                      <a:pt x="51038" y="13288"/>
                      <a:pt x="51065" y="14681"/>
                    </a:cubicBezTo>
                    <a:cubicBezTo>
                      <a:pt x="51081" y="15485"/>
                      <a:pt x="51232" y="16288"/>
                      <a:pt x="51253" y="17094"/>
                    </a:cubicBezTo>
                    <a:cubicBezTo>
                      <a:pt x="51262" y="17416"/>
                      <a:pt x="51358" y="17737"/>
                      <a:pt x="51368" y="18066"/>
                    </a:cubicBezTo>
                    <a:cubicBezTo>
                      <a:pt x="51391" y="18154"/>
                      <a:pt x="51412" y="18243"/>
                      <a:pt x="51433" y="18331"/>
                    </a:cubicBezTo>
                    <a:cubicBezTo>
                      <a:pt x="51446" y="18743"/>
                      <a:pt x="51565" y="19135"/>
                      <a:pt x="51578" y="19545"/>
                    </a:cubicBezTo>
                    <a:cubicBezTo>
                      <a:pt x="51651" y="19917"/>
                      <a:pt x="51725" y="20289"/>
                      <a:pt x="51798" y="20659"/>
                    </a:cubicBezTo>
                    <a:cubicBezTo>
                      <a:pt x="51907" y="21249"/>
                      <a:pt x="51960" y="21863"/>
                      <a:pt x="52158" y="22437"/>
                    </a:cubicBezTo>
                    <a:cubicBezTo>
                      <a:pt x="52179" y="22583"/>
                      <a:pt x="52202" y="22730"/>
                      <a:pt x="52223" y="22877"/>
                    </a:cubicBezTo>
                    <a:cubicBezTo>
                      <a:pt x="52380" y="23334"/>
                      <a:pt x="52431" y="23804"/>
                      <a:pt x="52590" y="24261"/>
                    </a:cubicBezTo>
                    <a:cubicBezTo>
                      <a:pt x="52601" y="24351"/>
                      <a:pt x="52613" y="24442"/>
                      <a:pt x="52624" y="24532"/>
                    </a:cubicBezTo>
                    <a:cubicBezTo>
                      <a:pt x="52853" y="25191"/>
                      <a:pt x="52957" y="25885"/>
                      <a:pt x="53186" y="26540"/>
                    </a:cubicBezTo>
                    <a:cubicBezTo>
                      <a:pt x="53558" y="27605"/>
                      <a:pt x="53860" y="28673"/>
                      <a:pt x="54271" y="29733"/>
                    </a:cubicBezTo>
                    <a:cubicBezTo>
                      <a:pt x="54542" y="30437"/>
                      <a:pt x="54776" y="31175"/>
                      <a:pt x="55051" y="31884"/>
                    </a:cubicBezTo>
                    <a:cubicBezTo>
                      <a:pt x="55536" y="33144"/>
                      <a:pt x="56131" y="34375"/>
                      <a:pt x="56666" y="35622"/>
                    </a:cubicBezTo>
                    <a:cubicBezTo>
                      <a:pt x="56992" y="36381"/>
                      <a:pt x="57429" y="37083"/>
                      <a:pt x="57778" y="37838"/>
                    </a:cubicBezTo>
                    <a:cubicBezTo>
                      <a:pt x="58766" y="39976"/>
                      <a:pt x="60034" y="42078"/>
                      <a:pt x="61248" y="44175"/>
                    </a:cubicBezTo>
                    <a:cubicBezTo>
                      <a:pt x="61640" y="44852"/>
                      <a:pt x="62070" y="45475"/>
                      <a:pt x="62505" y="46136"/>
                    </a:cubicBezTo>
                    <a:cubicBezTo>
                      <a:pt x="62782" y="46559"/>
                      <a:pt x="63070" y="47031"/>
                      <a:pt x="63326" y="47466"/>
                    </a:cubicBezTo>
                    <a:cubicBezTo>
                      <a:pt x="63468" y="47707"/>
                      <a:pt x="63645" y="47888"/>
                      <a:pt x="63799" y="48121"/>
                    </a:cubicBezTo>
                    <a:cubicBezTo>
                      <a:pt x="64132" y="48628"/>
                      <a:pt x="64493" y="49173"/>
                      <a:pt x="64821" y="49682"/>
                    </a:cubicBezTo>
                    <a:cubicBezTo>
                      <a:pt x="65126" y="50155"/>
                      <a:pt x="65468" y="50558"/>
                      <a:pt x="65802" y="51017"/>
                    </a:cubicBezTo>
                    <a:cubicBezTo>
                      <a:pt x="66165" y="51513"/>
                      <a:pt x="66522" y="52070"/>
                      <a:pt x="66888" y="52568"/>
                    </a:cubicBezTo>
                    <a:cubicBezTo>
                      <a:pt x="67526" y="53433"/>
                      <a:pt x="68199" y="54270"/>
                      <a:pt x="68831" y="55124"/>
                    </a:cubicBezTo>
                    <a:cubicBezTo>
                      <a:pt x="69485" y="56013"/>
                      <a:pt x="70221" y="56799"/>
                      <a:pt x="70915" y="57674"/>
                    </a:cubicBezTo>
                    <a:cubicBezTo>
                      <a:pt x="72259" y="59369"/>
                      <a:pt x="73830" y="60996"/>
                      <a:pt x="75279" y="62699"/>
                    </a:cubicBezTo>
                    <a:cubicBezTo>
                      <a:pt x="75713" y="63209"/>
                      <a:pt x="76231" y="63654"/>
                      <a:pt x="76665" y="64147"/>
                    </a:cubicBezTo>
                    <a:cubicBezTo>
                      <a:pt x="76881" y="64393"/>
                      <a:pt x="77244" y="64608"/>
                      <a:pt x="77390" y="64867"/>
                    </a:cubicBezTo>
                    <a:cubicBezTo>
                      <a:pt x="77449" y="64971"/>
                      <a:pt x="77483" y="65133"/>
                      <a:pt x="77524" y="65253"/>
                    </a:cubicBezTo>
                    <a:cubicBezTo>
                      <a:pt x="77592" y="65445"/>
                      <a:pt x="77574" y="65681"/>
                      <a:pt x="77576" y="65885"/>
                    </a:cubicBezTo>
                    <a:cubicBezTo>
                      <a:pt x="77582" y="66209"/>
                      <a:pt x="77599" y="66539"/>
                      <a:pt x="77537" y="66878"/>
                    </a:cubicBezTo>
                    <a:cubicBezTo>
                      <a:pt x="77472" y="67231"/>
                      <a:pt x="77225" y="67618"/>
                      <a:pt x="77065" y="67967"/>
                    </a:cubicBezTo>
                    <a:cubicBezTo>
                      <a:pt x="76937" y="68247"/>
                      <a:pt x="76617" y="68492"/>
                      <a:pt x="76435" y="68629"/>
                    </a:cubicBezTo>
                    <a:cubicBezTo>
                      <a:pt x="76284" y="68743"/>
                      <a:pt x="76220" y="68849"/>
                      <a:pt x="76064" y="68960"/>
                    </a:cubicBezTo>
                    <a:cubicBezTo>
                      <a:pt x="75661" y="69249"/>
                      <a:pt x="75204" y="69486"/>
                      <a:pt x="74760" y="69607"/>
                    </a:cubicBezTo>
                    <a:cubicBezTo>
                      <a:pt x="74302" y="69732"/>
                      <a:pt x="73710" y="69357"/>
                      <a:pt x="73347" y="68962"/>
                    </a:cubicBezTo>
                    <a:cubicBezTo>
                      <a:pt x="72713" y="68271"/>
                      <a:pt x="71920" y="67636"/>
                      <a:pt x="71311" y="66944"/>
                    </a:cubicBezTo>
                    <a:cubicBezTo>
                      <a:pt x="71183" y="66796"/>
                      <a:pt x="71038" y="66730"/>
                      <a:pt x="70909" y="66582"/>
                    </a:cubicBezTo>
                    <a:cubicBezTo>
                      <a:pt x="70207" y="65775"/>
                      <a:pt x="69345" y="65015"/>
                      <a:pt x="68651" y="64220"/>
                    </a:cubicBezTo>
                    <a:cubicBezTo>
                      <a:pt x="68493" y="64039"/>
                      <a:pt x="68320" y="63937"/>
                      <a:pt x="68165" y="63756"/>
                    </a:cubicBezTo>
                    <a:cubicBezTo>
                      <a:pt x="67627" y="63117"/>
                      <a:pt x="66995" y="62542"/>
                      <a:pt x="66448" y="61892"/>
                    </a:cubicBezTo>
                    <a:cubicBezTo>
                      <a:pt x="65076" y="60261"/>
                      <a:pt x="63597" y="58686"/>
                      <a:pt x="62356" y="57044"/>
                    </a:cubicBezTo>
                    <a:cubicBezTo>
                      <a:pt x="62066" y="56660"/>
                      <a:pt x="61755" y="56356"/>
                      <a:pt x="61471" y="55971"/>
                    </a:cubicBezTo>
                    <a:cubicBezTo>
                      <a:pt x="59462" y="53243"/>
                      <a:pt x="57446" y="50560"/>
                      <a:pt x="55836" y="47780"/>
                    </a:cubicBezTo>
                    <a:cubicBezTo>
                      <a:pt x="55413" y="47049"/>
                      <a:pt x="54944" y="46384"/>
                      <a:pt x="54548" y="45649"/>
                    </a:cubicBezTo>
                    <a:cubicBezTo>
                      <a:pt x="53422" y="43565"/>
                      <a:pt x="52373" y="41481"/>
                      <a:pt x="51409" y="39378"/>
                    </a:cubicBezTo>
                    <a:cubicBezTo>
                      <a:pt x="51283" y="39102"/>
                      <a:pt x="51191" y="38793"/>
                      <a:pt x="51075" y="38513"/>
                    </a:cubicBezTo>
                    <a:cubicBezTo>
                      <a:pt x="50547" y="37251"/>
                      <a:pt x="50070" y="36004"/>
                      <a:pt x="49595" y="34739"/>
                    </a:cubicBezTo>
                    <a:cubicBezTo>
                      <a:pt x="49118" y="33463"/>
                      <a:pt x="48846" y="32130"/>
                      <a:pt x="48399" y="30851"/>
                    </a:cubicBezTo>
                    <a:cubicBezTo>
                      <a:pt x="48306" y="30580"/>
                      <a:pt x="48276" y="30288"/>
                      <a:pt x="48181" y="30011"/>
                    </a:cubicBezTo>
                    <a:cubicBezTo>
                      <a:pt x="48168" y="29911"/>
                      <a:pt x="48154" y="29812"/>
                      <a:pt x="48141" y="29712"/>
                    </a:cubicBezTo>
                    <a:cubicBezTo>
                      <a:pt x="48038" y="29412"/>
                      <a:pt x="48027" y="29092"/>
                      <a:pt x="47926" y="28800"/>
                    </a:cubicBezTo>
                    <a:cubicBezTo>
                      <a:pt x="47683" y="28097"/>
                      <a:pt x="47608" y="27337"/>
                      <a:pt x="47475" y="26615"/>
                    </a:cubicBezTo>
                    <a:cubicBezTo>
                      <a:pt x="47350" y="25934"/>
                      <a:pt x="47179" y="25236"/>
                      <a:pt x="47157" y="24541"/>
                    </a:cubicBezTo>
                    <a:cubicBezTo>
                      <a:pt x="47129" y="24415"/>
                      <a:pt x="47099" y="24289"/>
                      <a:pt x="47071" y="24161"/>
                    </a:cubicBezTo>
                    <a:cubicBezTo>
                      <a:pt x="47057" y="23710"/>
                      <a:pt x="46932" y="23264"/>
                      <a:pt x="46919" y="22819"/>
                    </a:cubicBezTo>
                    <a:cubicBezTo>
                      <a:pt x="46898" y="22042"/>
                      <a:pt x="46762" y="21267"/>
                      <a:pt x="46747" y="20491"/>
                    </a:cubicBezTo>
                    <a:cubicBezTo>
                      <a:pt x="46727" y="19525"/>
                      <a:pt x="46686" y="18557"/>
                      <a:pt x="46692" y="17592"/>
                    </a:cubicBezTo>
                    <a:cubicBezTo>
                      <a:pt x="46699" y="16625"/>
                      <a:pt x="46786" y="15681"/>
                      <a:pt x="46847" y="14706"/>
                    </a:cubicBezTo>
                    <a:cubicBezTo>
                      <a:pt x="47014" y="12065"/>
                      <a:pt x="47545" y="9411"/>
                      <a:pt x="48248" y="6676"/>
                    </a:cubicBezTo>
                    <a:cubicBezTo>
                      <a:pt x="48501" y="5685"/>
                      <a:pt x="48910" y="4714"/>
                      <a:pt x="49253" y="3721"/>
                    </a:cubicBezTo>
                    <a:cubicBezTo>
                      <a:pt x="49491" y="3036"/>
                      <a:pt x="49863" y="2376"/>
                      <a:pt x="50128" y="1699"/>
                    </a:cubicBezTo>
                    <a:cubicBezTo>
                      <a:pt x="50197" y="1522"/>
                      <a:pt x="50305" y="1418"/>
                      <a:pt x="50380" y="1240"/>
                    </a:cubicBezTo>
                    <a:cubicBezTo>
                      <a:pt x="50538" y="858"/>
                      <a:pt x="50748" y="388"/>
                      <a:pt x="51136" y="137"/>
                    </a:cubicBezTo>
                    <a:cubicBezTo>
                      <a:pt x="51310" y="25"/>
                      <a:pt x="51709" y="-34"/>
                      <a:pt x="51913" y="20"/>
                    </a:cubicBezTo>
                    <a:cubicBezTo>
                      <a:pt x="52056" y="59"/>
                      <a:pt x="52147" y="159"/>
                      <a:pt x="52274" y="155"/>
                    </a:cubicBezTo>
                    <a:close/>
                    <a:moveTo>
                      <a:pt x="23925" y="19086"/>
                    </a:moveTo>
                    <a:cubicBezTo>
                      <a:pt x="24568" y="19510"/>
                      <a:pt x="24518" y="20130"/>
                      <a:pt x="24534" y="20651"/>
                    </a:cubicBezTo>
                    <a:cubicBezTo>
                      <a:pt x="24549" y="21193"/>
                      <a:pt x="24721" y="21733"/>
                      <a:pt x="24736" y="22278"/>
                    </a:cubicBezTo>
                    <a:cubicBezTo>
                      <a:pt x="24806" y="22656"/>
                      <a:pt x="24876" y="23033"/>
                      <a:pt x="24946" y="23410"/>
                    </a:cubicBezTo>
                    <a:cubicBezTo>
                      <a:pt x="24954" y="23715"/>
                      <a:pt x="25039" y="24004"/>
                      <a:pt x="25094" y="24303"/>
                    </a:cubicBezTo>
                    <a:cubicBezTo>
                      <a:pt x="25151" y="24609"/>
                      <a:pt x="25175" y="24918"/>
                      <a:pt x="25279" y="25219"/>
                    </a:cubicBezTo>
                    <a:cubicBezTo>
                      <a:pt x="25341" y="25559"/>
                      <a:pt x="25403" y="25898"/>
                      <a:pt x="25467" y="26238"/>
                    </a:cubicBezTo>
                    <a:cubicBezTo>
                      <a:pt x="25569" y="26536"/>
                      <a:pt x="25582" y="26855"/>
                      <a:pt x="25682" y="27150"/>
                    </a:cubicBezTo>
                    <a:cubicBezTo>
                      <a:pt x="25996" y="28058"/>
                      <a:pt x="26115" y="29022"/>
                      <a:pt x="26434" y="29928"/>
                    </a:cubicBezTo>
                    <a:cubicBezTo>
                      <a:pt x="26772" y="30889"/>
                      <a:pt x="27019" y="31884"/>
                      <a:pt x="27385" y="32837"/>
                    </a:cubicBezTo>
                    <a:cubicBezTo>
                      <a:pt x="27867" y="34085"/>
                      <a:pt x="28337" y="35341"/>
                      <a:pt x="28859" y="36582"/>
                    </a:cubicBezTo>
                    <a:cubicBezTo>
                      <a:pt x="29127" y="37217"/>
                      <a:pt x="29445" y="37810"/>
                      <a:pt x="29730" y="38442"/>
                    </a:cubicBezTo>
                    <a:cubicBezTo>
                      <a:pt x="29948" y="38926"/>
                      <a:pt x="30155" y="39452"/>
                      <a:pt x="30402" y="39925"/>
                    </a:cubicBezTo>
                    <a:cubicBezTo>
                      <a:pt x="31433" y="41888"/>
                      <a:pt x="32496" y="43848"/>
                      <a:pt x="33629" y="45804"/>
                    </a:cubicBezTo>
                    <a:cubicBezTo>
                      <a:pt x="34525" y="47354"/>
                      <a:pt x="35596" y="48832"/>
                      <a:pt x="36578" y="50359"/>
                    </a:cubicBezTo>
                    <a:cubicBezTo>
                      <a:pt x="36881" y="50831"/>
                      <a:pt x="37224" y="51236"/>
                      <a:pt x="37561" y="51694"/>
                    </a:cubicBezTo>
                    <a:cubicBezTo>
                      <a:pt x="38318" y="52729"/>
                      <a:pt x="39125" y="53806"/>
                      <a:pt x="39903" y="54858"/>
                    </a:cubicBezTo>
                    <a:cubicBezTo>
                      <a:pt x="40636" y="55853"/>
                      <a:pt x="41518" y="56781"/>
                      <a:pt x="42291" y="57754"/>
                    </a:cubicBezTo>
                    <a:cubicBezTo>
                      <a:pt x="42417" y="57914"/>
                      <a:pt x="42563" y="58000"/>
                      <a:pt x="42685" y="58159"/>
                    </a:cubicBezTo>
                    <a:cubicBezTo>
                      <a:pt x="43077" y="58673"/>
                      <a:pt x="43589" y="59169"/>
                      <a:pt x="44020" y="59674"/>
                    </a:cubicBezTo>
                    <a:cubicBezTo>
                      <a:pt x="44237" y="59928"/>
                      <a:pt x="44511" y="60104"/>
                      <a:pt x="44708" y="60369"/>
                    </a:cubicBezTo>
                    <a:cubicBezTo>
                      <a:pt x="45138" y="60950"/>
                      <a:pt x="45407" y="62032"/>
                      <a:pt x="45202" y="62707"/>
                    </a:cubicBezTo>
                    <a:cubicBezTo>
                      <a:pt x="44847" y="63877"/>
                      <a:pt x="43605" y="64663"/>
                      <a:pt x="42659" y="64964"/>
                    </a:cubicBezTo>
                    <a:cubicBezTo>
                      <a:pt x="42375" y="65056"/>
                      <a:pt x="41930" y="65221"/>
                      <a:pt x="41620" y="65136"/>
                    </a:cubicBezTo>
                    <a:cubicBezTo>
                      <a:pt x="41132" y="65003"/>
                      <a:pt x="40820" y="64608"/>
                      <a:pt x="40536" y="64282"/>
                    </a:cubicBezTo>
                    <a:cubicBezTo>
                      <a:pt x="40166" y="63860"/>
                      <a:pt x="39737" y="63554"/>
                      <a:pt x="39380" y="63134"/>
                    </a:cubicBezTo>
                    <a:cubicBezTo>
                      <a:pt x="38720" y="62355"/>
                      <a:pt x="37945" y="61660"/>
                      <a:pt x="37285" y="60877"/>
                    </a:cubicBezTo>
                    <a:cubicBezTo>
                      <a:pt x="35904" y="59234"/>
                      <a:pt x="34490" y="57646"/>
                      <a:pt x="33264" y="55974"/>
                    </a:cubicBezTo>
                    <a:cubicBezTo>
                      <a:pt x="30425" y="52105"/>
                      <a:pt x="28068" y="48200"/>
                      <a:pt x="26231" y="44186"/>
                    </a:cubicBezTo>
                    <a:cubicBezTo>
                      <a:pt x="25468" y="42521"/>
                      <a:pt x="24854" y="40803"/>
                      <a:pt x="24239" y="39109"/>
                    </a:cubicBezTo>
                    <a:cubicBezTo>
                      <a:pt x="24021" y="38506"/>
                      <a:pt x="23901" y="37860"/>
                      <a:pt x="23691" y="37259"/>
                    </a:cubicBezTo>
                    <a:cubicBezTo>
                      <a:pt x="23403" y="36434"/>
                      <a:pt x="23275" y="35583"/>
                      <a:pt x="22992" y="34763"/>
                    </a:cubicBezTo>
                    <a:cubicBezTo>
                      <a:pt x="22976" y="34654"/>
                      <a:pt x="22962" y="34545"/>
                      <a:pt x="22947" y="34435"/>
                    </a:cubicBezTo>
                    <a:cubicBezTo>
                      <a:pt x="22901" y="34252"/>
                      <a:pt x="22833" y="34075"/>
                      <a:pt x="22799" y="33891"/>
                    </a:cubicBezTo>
                    <a:cubicBezTo>
                      <a:pt x="22775" y="33735"/>
                      <a:pt x="22751" y="33578"/>
                      <a:pt x="22729" y="33422"/>
                    </a:cubicBezTo>
                    <a:cubicBezTo>
                      <a:pt x="22621" y="33112"/>
                      <a:pt x="22597" y="32793"/>
                      <a:pt x="22539" y="32476"/>
                    </a:cubicBezTo>
                    <a:cubicBezTo>
                      <a:pt x="22482" y="32170"/>
                      <a:pt x="22395" y="31870"/>
                      <a:pt x="22385" y="31556"/>
                    </a:cubicBezTo>
                    <a:cubicBezTo>
                      <a:pt x="22342" y="31354"/>
                      <a:pt x="22300" y="31152"/>
                      <a:pt x="22257" y="30950"/>
                    </a:cubicBezTo>
                    <a:cubicBezTo>
                      <a:pt x="22232" y="30126"/>
                      <a:pt x="22014" y="29319"/>
                      <a:pt x="21995" y="28489"/>
                    </a:cubicBezTo>
                    <a:cubicBezTo>
                      <a:pt x="21991" y="28293"/>
                      <a:pt x="21923" y="28086"/>
                      <a:pt x="21917" y="27890"/>
                    </a:cubicBezTo>
                    <a:cubicBezTo>
                      <a:pt x="21896" y="27097"/>
                      <a:pt x="21810" y="26302"/>
                      <a:pt x="21814" y="25509"/>
                    </a:cubicBezTo>
                    <a:cubicBezTo>
                      <a:pt x="21818" y="24606"/>
                      <a:pt x="21810" y="23687"/>
                      <a:pt x="21872" y="22782"/>
                    </a:cubicBezTo>
                    <a:cubicBezTo>
                      <a:pt x="21896" y="22426"/>
                      <a:pt x="21964" y="22090"/>
                      <a:pt x="21982" y="21734"/>
                    </a:cubicBezTo>
                    <a:cubicBezTo>
                      <a:pt x="22001" y="21343"/>
                      <a:pt x="22077" y="20967"/>
                      <a:pt x="22134" y="20563"/>
                    </a:cubicBezTo>
                    <a:cubicBezTo>
                      <a:pt x="22168" y="20323"/>
                      <a:pt x="22168" y="20032"/>
                      <a:pt x="22247" y="19790"/>
                    </a:cubicBezTo>
                    <a:cubicBezTo>
                      <a:pt x="22328" y="19543"/>
                      <a:pt x="22605" y="19146"/>
                      <a:pt x="22862" y="19044"/>
                    </a:cubicBezTo>
                    <a:cubicBezTo>
                      <a:pt x="23036" y="18974"/>
                      <a:pt x="23373" y="18905"/>
                      <a:pt x="23564" y="18952"/>
                    </a:cubicBezTo>
                    <a:cubicBezTo>
                      <a:pt x="23707" y="18989"/>
                      <a:pt x="23796" y="19090"/>
                      <a:pt x="23925" y="19086"/>
                    </a:cubicBezTo>
                    <a:close/>
                    <a:moveTo>
                      <a:pt x="2263" y="23191"/>
                    </a:moveTo>
                    <a:cubicBezTo>
                      <a:pt x="2985" y="23674"/>
                      <a:pt x="2785" y="24281"/>
                      <a:pt x="2780" y="24872"/>
                    </a:cubicBezTo>
                    <a:cubicBezTo>
                      <a:pt x="2772" y="25822"/>
                      <a:pt x="2877" y="26770"/>
                      <a:pt x="2904" y="27716"/>
                    </a:cubicBezTo>
                    <a:cubicBezTo>
                      <a:pt x="2925" y="28469"/>
                      <a:pt x="3138" y="29219"/>
                      <a:pt x="3160" y="29974"/>
                    </a:cubicBezTo>
                    <a:cubicBezTo>
                      <a:pt x="3210" y="30214"/>
                      <a:pt x="3260" y="30453"/>
                      <a:pt x="3309" y="30692"/>
                    </a:cubicBezTo>
                    <a:cubicBezTo>
                      <a:pt x="3322" y="31111"/>
                      <a:pt x="3421" y="31650"/>
                      <a:pt x="3558" y="32050"/>
                    </a:cubicBezTo>
                    <a:cubicBezTo>
                      <a:pt x="3571" y="32149"/>
                      <a:pt x="3585" y="32250"/>
                      <a:pt x="3598" y="32349"/>
                    </a:cubicBezTo>
                    <a:cubicBezTo>
                      <a:pt x="3640" y="32581"/>
                      <a:pt x="3694" y="32808"/>
                      <a:pt x="3772" y="33035"/>
                    </a:cubicBezTo>
                    <a:cubicBezTo>
                      <a:pt x="3790" y="33164"/>
                      <a:pt x="3809" y="33291"/>
                      <a:pt x="3827" y="33420"/>
                    </a:cubicBezTo>
                    <a:cubicBezTo>
                      <a:pt x="4013" y="33958"/>
                      <a:pt x="4071" y="34536"/>
                      <a:pt x="4259" y="35069"/>
                    </a:cubicBezTo>
                    <a:cubicBezTo>
                      <a:pt x="4709" y="36347"/>
                      <a:pt x="5069" y="37652"/>
                      <a:pt x="5562" y="38927"/>
                    </a:cubicBezTo>
                    <a:cubicBezTo>
                      <a:pt x="6629" y="41692"/>
                      <a:pt x="8093" y="44371"/>
                      <a:pt x="9651" y="47061"/>
                    </a:cubicBezTo>
                    <a:cubicBezTo>
                      <a:pt x="10159" y="47940"/>
                      <a:pt x="10793" y="48757"/>
                      <a:pt x="11307" y="49631"/>
                    </a:cubicBezTo>
                    <a:cubicBezTo>
                      <a:pt x="11527" y="50003"/>
                      <a:pt x="11814" y="50305"/>
                      <a:pt x="12058" y="50666"/>
                    </a:cubicBezTo>
                    <a:cubicBezTo>
                      <a:pt x="12722" y="51650"/>
                      <a:pt x="13493" y="52634"/>
                      <a:pt x="14215" y="53611"/>
                    </a:cubicBezTo>
                    <a:cubicBezTo>
                      <a:pt x="15215" y="54962"/>
                      <a:pt x="16434" y="56194"/>
                      <a:pt x="17497" y="57534"/>
                    </a:cubicBezTo>
                    <a:cubicBezTo>
                      <a:pt x="17870" y="58004"/>
                      <a:pt x="18340" y="58412"/>
                      <a:pt x="18701" y="58865"/>
                    </a:cubicBezTo>
                    <a:cubicBezTo>
                      <a:pt x="19023" y="59266"/>
                      <a:pt x="19440" y="59569"/>
                      <a:pt x="19784" y="59965"/>
                    </a:cubicBezTo>
                    <a:cubicBezTo>
                      <a:pt x="20466" y="60752"/>
                      <a:pt x="21326" y="61501"/>
                      <a:pt x="22049" y="62283"/>
                    </a:cubicBezTo>
                    <a:cubicBezTo>
                      <a:pt x="22467" y="62736"/>
                      <a:pt x="22964" y="63102"/>
                      <a:pt x="23369" y="63538"/>
                    </a:cubicBezTo>
                    <a:cubicBezTo>
                      <a:pt x="23820" y="64027"/>
                      <a:pt x="24388" y="64417"/>
                      <a:pt x="24833" y="64887"/>
                    </a:cubicBezTo>
                    <a:cubicBezTo>
                      <a:pt x="24944" y="64977"/>
                      <a:pt x="25058" y="65067"/>
                      <a:pt x="25170" y="65156"/>
                    </a:cubicBezTo>
                    <a:cubicBezTo>
                      <a:pt x="25623" y="65645"/>
                      <a:pt x="26257" y="66077"/>
                      <a:pt x="26724" y="66564"/>
                    </a:cubicBezTo>
                    <a:cubicBezTo>
                      <a:pt x="26924" y="66773"/>
                      <a:pt x="27160" y="66871"/>
                      <a:pt x="27363" y="67079"/>
                    </a:cubicBezTo>
                    <a:cubicBezTo>
                      <a:pt x="28018" y="67757"/>
                      <a:pt x="28944" y="68307"/>
                      <a:pt x="29618" y="68992"/>
                    </a:cubicBezTo>
                    <a:cubicBezTo>
                      <a:pt x="29811" y="69187"/>
                      <a:pt x="30067" y="69320"/>
                      <a:pt x="30238" y="69495"/>
                    </a:cubicBezTo>
                    <a:cubicBezTo>
                      <a:pt x="30310" y="69541"/>
                      <a:pt x="30384" y="69589"/>
                      <a:pt x="30456" y="69637"/>
                    </a:cubicBezTo>
                    <a:cubicBezTo>
                      <a:pt x="30688" y="69872"/>
                      <a:pt x="31051" y="70087"/>
                      <a:pt x="31287" y="70325"/>
                    </a:cubicBezTo>
                    <a:cubicBezTo>
                      <a:pt x="31365" y="70375"/>
                      <a:pt x="31444" y="70427"/>
                      <a:pt x="31522" y="70478"/>
                    </a:cubicBezTo>
                    <a:cubicBezTo>
                      <a:pt x="31907" y="70867"/>
                      <a:pt x="32502" y="71175"/>
                      <a:pt x="32890" y="71566"/>
                    </a:cubicBezTo>
                    <a:cubicBezTo>
                      <a:pt x="32993" y="71633"/>
                      <a:pt x="33097" y="71700"/>
                      <a:pt x="33199" y="71767"/>
                    </a:cubicBezTo>
                    <a:cubicBezTo>
                      <a:pt x="33696" y="72265"/>
                      <a:pt x="34481" y="72622"/>
                      <a:pt x="34984" y="73125"/>
                    </a:cubicBezTo>
                    <a:cubicBezTo>
                      <a:pt x="35211" y="73281"/>
                      <a:pt x="35436" y="73435"/>
                      <a:pt x="35662" y="73589"/>
                    </a:cubicBezTo>
                    <a:cubicBezTo>
                      <a:pt x="35773" y="73700"/>
                      <a:pt x="36011" y="73795"/>
                      <a:pt x="36139" y="73925"/>
                    </a:cubicBezTo>
                    <a:cubicBezTo>
                      <a:pt x="36482" y="74268"/>
                      <a:pt x="37060" y="74537"/>
                      <a:pt x="37432" y="74864"/>
                    </a:cubicBezTo>
                    <a:cubicBezTo>
                      <a:pt x="37651" y="75057"/>
                      <a:pt x="37997" y="75191"/>
                      <a:pt x="38182" y="75376"/>
                    </a:cubicBezTo>
                    <a:cubicBezTo>
                      <a:pt x="38345" y="75539"/>
                      <a:pt x="38643" y="75649"/>
                      <a:pt x="38787" y="75793"/>
                    </a:cubicBezTo>
                    <a:cubicBezTo>
                      <a:pt x="39258" y="76101"/>
                      <a:pt x="39731" y="76407"/>
                      <a:pt x="40203" y="76713"/>
                    </a:cubicBezTo>
                    <a:cubicBezTo>
                      <a:pt x="41321" y="77439"/>
                      <a:pt x="42436" y="78120"/>
                      <a:pt x="43517" y="78816"/>
                    </a:cubicBezTo>
                    <a:cubicBezTo>
                      <a:pt x="44030" y="79146"/>
                      <a:pt x="44666" y="79405"/>
                      <a:pt x="44981" y="79816"/>
                    </a:cubicBezTo>
                    <a:cubicBezTo>
                      <a:pt x="45158" y="80049"/>
                      <a:pt x="45230" y="80383"/>
                      <a:pt x="45324" y="80636"/>
                    </a:cubicBezTo>
                    <a:cubicBezTo>
                      <a:pt x="45535" y="81208"/>
                      <a:pt x="45621" y="81886"/>
                      <a:pt x="45444" y="82508"/>
                    </a:cubicBezTo>
                    <a:cubicBezTo>
                      <a:pt x="45390" y="82697"/>
                      <a:pt x="45281" y="82826"/>
                      <a:pt x="45204" y="83024"/>
                    </a:cubicBezTo>
                    <a:cubicBezTo>
                      <a:pt x="45079" y="83342"/>
                      <a:pt x="44869" y="83835"/>
                      <a:pt x="44497" y="84134"/>
                    </a:cubicBezTo>
                    <a:cubicBezTo>
                      <a:pt x="44253" y="84327"/>
                      <a:pt x="44001" y="84588"/>
                      <a:pt x="43732" y="84756"/>
                    </a:cubicBezTo>
                    <a:cubicBezTo>
                      <a:pt x="43318" y="85016"/>
                      <a:pt x="42866" y="84877"/>
                      <a:pt x="42361" y="84687"/>
                    </a:cubicBezTo>
                    <a:cubicBezTo>
                      <a:pt x="42198" y="84590"/>
                      <a:pt x="42036" y="84494"/>
                      <a:pt x="41875" y="84397"/>
                    </a:cubicBezTo>
                    <a:cubicBezTo>
                      <a:pt x="41099" y="84095"/>
                      <a:pt x="40376" y="83446"/>
                      <a:pt x="39597" y="83141"/>
                    </a:cubicBezTo>
                    <a:cubicBezTo>
                      <a:pt x="39447" y="83082"/>
                      <a:pt x="39290" y="82935"/>
                      <a:pt x="39166" y="82886"/>
                    </a:cubicBezTo>
                    <a:cubicBezTo>
                      <a:pt x="38907" y="82727"/>
                      <a:pt x="38648" y="82567"/>
                      <a:pt x="38391" y="82407"/>
                    </a:cubicBezTo>
                    <a:cubicBezTo>
                      <a:pt x="38106" y="82296"/>
                      <a:pt x="37850" y="82024"/>
                      <a:pt x="37528" y="81898"/>
                    </a:cubicBezTo>
                    <a:cubicBezTo>
                      <a:pt x="37259" y="81792"/>
                      <a:pt x="36985" y="81594"/>
                      <a:pt x="36721" y="81423"/>
                    </a:cubicBezTo>
                    <a:cubicBezTo>
                      <a:pt x="36625" y="81361"/>
                      <a:pt x="36527" y="81298"/>
                      <a:pt x="36431" y="81235"/>
                    </a:cubicBezTo>
                    <a:cubicBezTo>
                      <a:pt x="36172" y="81132"/>
                      <a:pt x="35866" y="80917"/>
                      <a:pt x="35624" y="80760"/>
                    </a:cubicBezTo>
                    <a:cubicBezTo>
                      <a:pt x="35273" y="80532"/>
                      <a:pt x="34922" y="80304"/>
                      <a:pt x="34571" y="80077"/>
                    </a:cubicBezTo>
                    <a:cubicBezTo>
                      <a:pt x="34193" y="79927"/>
                      <a:pt x="33775" y="79585"/>
                      <a:pt x="33412" y="79349"/>
                    </a:cubicBezTo>
                    <a:cubicBezTo>
                      <a:pt x="33114" y="79155"/>
                      <a:pt x="32707" y="78945"/>
                      <a:pt x="32481" y="78720"/>
                    </a:cubicBezTo>
                    <a:cubicBezTo>
                      <a:pt x="32276" y="78586"/>
                      <a:pt x="32070" y="78452"/>
                      <a:pt x="31864" y="78318"/>
                    </a:cubicBezTo>
                    <a:cubicBezTo>
                      <a:pt x="31435" y="78039"/>
                      <a:pt x="31010" y="77764"/>
                      <a:pt x="30636" y="77471"/>
                    </a:cubicBezTo>
                    <a:cubicBezTo>
                      <a:pt x="30431" y="77338"/>
                      <a:pt x="30224" y="77204"/>
                      <a:pt x="30019" y="77070"/>
                    </a:cubicBezTo>
                    <a:cubicBezTo>
                      <a:pt x="29721" y="76771"/>
                      <a:pt x="29205" y="76545"/>
                      <a:pt x="28909" y="76249"/>
                    </a:cubicBezTo>
                    <a:cubicBezTo>
                      <a:pt x="28769" y="76159"/>
                      <a:pt x="28630" y="76068"/>
                      <a:pt x="28491" y="75977"/>
                    </a:cubicBezTo>
                    <a:cubicBezTo>
                      <a:pt x="28274" y="75761"/>
                      <a:pt x="27902" y="75572"/>
                      <a:pt x="27688" y="75357"/>
                    </a:cubicBezTo>
                    <a:cubicBezTo>
                      <a:pt x="27568" y="75278"/>
                      <a:pt x="27446" y="75200"/>
                      <a:pt x="27326" y="75121"/>
                    </a:cubicBezTo>
                    <a:cubicBezTo>
                      <a:pt x="27162" y="74956"/>
                      <a:pt x="26869" y="74784"/>
                      <a:pt x="26704" y="74619"/>
                    </a:cubicBezTo>
                    <a:cubicBezTo>
                      <a:pt x="26608" y="74556"/>
                      <a:pt x="26512" y="74493"/>
                      <a:pt x="26414" y="74430"/>
                    </a:cubicBezTo>
                    <a:cubicBezTo>
                      <a:pt x="25848" y="73858"/>
                      <a:pt x="25017" y="73426"/>
                      <a:pt x="24463" y="72863"/>
                    </a:cubicBezTo>
                    <a:cubicBezTo>
                      <a:pt x="24290" y="72735"/>
                      <a:pt x="24116" y="72606"/>
                      <a:pt x="23943" y="72477"/>
                    </a:cubicBezTo>
                    <a:cubicBezTo>
                      <a:pt x="23228" y="71745"/>
                      <a:pt x="22260" y="71157"/>
                      <a:pt x="21569" y="70436"/>
                    </a:cubicBezTo>
                    <a:cubicBezTo>
                      <a:pt x="21381" y="70240"/>
                      <a:pt x="21170" y="70152"/>
                      <a:pt x="20984" y="69957"/>
                    </a:cubicBezTo>
                    <a:cubicBezTo>
                      <a:pt x="20346" y="69283"/>
                      <a:pt x="19532" y="68682"/>
                      <a:pt x="18916" y="68016"/>
                    </a:cubicBezTo>
                    <a:cubicBezTo>
                      <a:pt x="18815" y="67907"/>
                      <a:pt x="18716" y="67881"/>
                      <a:pt x="18616" y="67772"/>
                    </a:cubicBezTo>
                    <a:cubicBezTo>
                      <a:pt x="18325" y="67455"/>
                      <a:pt x="17952" y="67128"/>
                      <a:pt x="17670" y="66809"/>
                    </a:cubicBezTo>
                    <a:cubicBezTo>
                      <a:pt x="17540" y="66660"/>
                      <a:pt x="17398" y="66598"/>
                      <a:pt x="17268" y="66448"/>
                    </a:cubicBezTo>
                    <a:cubicBezTo>
                      <a:pt x="16295" y="65333"/>
                      <a:pt x="15153" y="64336"/>
                      <a:pt x="14210" y="63218"/>
                    </a:cubicBezTo>
                    <a:cubicBezTo>
                      <a:pt x="12542" y="61234"/>
                      <a:pt x="10802" y="59300"/>
                      <a:pt x="9482" y="57258"/>
                    </a:cubicBezTo>
                    <a:cubicBezTo>
                      <a:pt x="9183" y="56796"/>
                      <a:pt x="8828" y="56409"/>
                      <a:pt x="8538" y="55948"/>
                    </a:cubicBezTo>
                    <a:cubicBezTo>
                      <a:pt x="8024" y="55131"/>
                      <a:pt x="7465" y="54326"/>
                      <a:pt x="6982" y="53494"/>
                    </a:cubicBezTo>
                    <a:cubicBezTo>
                      <a:pt x="6227" y="52188"/>
                      <a:pt x="5521" y="50873"/>
                      <a:pt x="4834" y="49559"/>
                    </a:cubicBezTo>
                    <a:cubicBezTo>
                      <a:pt x="4350" y="48635"/>
                      <a:pt x="3967" y="47640"/>
                      <a:pt x="3571" y="46696"/>
                    </a:cubicBezTo>
                    <a:cubicBezTo>
                      <a:pt x="3245" y="45923"/>
                      <a:pt x="2934" y="45171"/>
                      <a:pt x="2635" y="44396"/>
                    </a:cubicBezTo>
                    <a:cubicBezTo>
                      <a:pt x="2341" y="43634"/>
                      <a:pt x="2130" y="42841"/>
                      <a:pt x="1855" y="42072"/>
                    </a:cubicBezTo>
                    <a:cubicBezTo>
                      <a:pt x="1576" y="41289"/>
                      <a:pt x="1461" y="40459"/>
                      <a:pt x="1190" y="39673"/>
                    </a:cubicBezTo>
                    <a:cubicBezTo>
                      <a:pt x="1086" y="39374"/>
                      <a:pt x="1096" y="38997"/>
                      <a:pt x="994" y="38699"/>
                    </a:cubicBezTo>
                    <a:cubicBezTo>
                      <a:pt x="741" y="37966"/>
                      <a:pt x="680" y="37168"/>
                      <a:pt x="541" y="36414"/>
                    </a:cubicBezTo>
                    <a:cubicBezTo>
                      <a:pt x="-52" y="33193"/>
                      <a:pt x="-114" y="29896"/>
                      <a:pt x="146" y="26548"/>
                    </a:cubicBezTo>
                    <a:cubicBezTo>
                      <a:pt x="206" y="25774"/>
                      <a:pt x="383" y="25042"/>
                      <a:pt x="523" y="24253"/>
                    </a:cubicBezTo>
                    <a:cubicBezTo>
                      <a:pt x="586" y="23892"/>
                      <a:pt x="717" y="23436"/>
                      <a:pt x="1154" y="23169"/>
                    </a:cubicBezTo>
                    <a:cubicBezTo>
                      <a:pt x="1294" y="23084"/>
                      <a:pt x="1739" y="23017"/>
                      <a:pt x="1902" y="23057"/>
                    </a:cubicBezTo>
                    <a:cubicBezTo>
                      <a:pt x="2035" y="23089"/>
                      <a:pt x="2140" y="23194"/>
                      <a:pt x="2263" y="23191"/>
                    </a:cubicBezTo>
                    <a:close/>
                  </a:path>
                </a:pathLst>
              </a:custGeom>
              <a:solidFill>
                <a:srgbClr val="3B434F">
                  <a:alpha val="20000"/>
                </a:srgbClr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  <p:grpSp>
          <p:nvGrpSpPr>
            <p:cNvPr id="319" name="그룹 318">
              <a:extLst>
                <a:ext uri="{FF2B5EF4-FFF2-40B4-BE49-F238E27FC236}">
                  <a16:creationId xmlns:a16="http://schemas.microsoft.com/office/drawing/2014/main" id="{F7D508CC-61FC-4F67-964E-85420E58B3F3}"/>
                </a:ext>
              </a:extLst>
            </p:cNvPr>
            <p:cNvGrpSpPr/>
            <p:nvPr/>
          </p:nvGrpSpPr>
          <p:grpSpPr>
            <a:xfrm>
              <a:off x="1639688" y="5022842"/>
              <a:ext cx="349650" cy="326202"/>
              <a:chOff x="1639688" y="5022842"/>
              <a:chExt cx="349650" cy="326202"/>
            </a:xfrm>
          </p:grpSpPr>
          <p:grpSp>
            <p:nvGrpSpPr>
              <p:cNvPr id="320" name="그룹 319">
                <a:extLst>
                  <a:ext uri="{FF2B5EF4-FFF2-40B4-BE49-F238E27FC236}">
                    <a16:creationId xmlns:a16="http://schemas.microsoft.com/office/drawing/2014/main" id="{217C7CA4-C6E7-4DC3-9ADA-5EE8DB9BE3BE}"/>
                  </a:ext>
                </a:extLst>
              </p:cNvPr>
              <p:cNvGrpSpPr/>
              <p:nvPr/>
            </p:nvGrpSpPr>
            <p:grpSpPr>
              <a:xfrm>
                <a:off x="1639688" y="5120138"/>
                <a:ext cx="281420" cy="228906"/>
                <a:chOff x="1639688" y="5120138"/>
                <a:chExt cx="281420" cy="228906"/>
              </a:xfrm>
            </p:grpSpPr>
            <p:grpSp>
              <p:nvGrpSpPr>
                <p:cNvPr id="324" name="그룹 323">
                  <a:extLst>
                    <a:ext uri="{FF2B5EF4-FFF2-40B4-BE49-F238E27FC236}">
                      <a16:creationId xmlns:a16="http://schemas.microsoft.com/office/drawing/2014/main" id="{40F9547F-0BBD-4205-BF14-B39FCF4DF954}"/>
                    </a:ext>
                  </a:extLst>
                </p:cNvPr>
                <p:cNvGrpSpPr/>
                <p:nvPr/>
              </p:nvGrpSpPr>
              <p:grpSpPr>
                <a:xfrm>
                  <a:off x="1639688" y="5120138"/>
                  <a:ext cx="281420" cy="228906"/>
                  <a:chOff x="5875685" y="4592960"/>
                  <a:chExt cx="603249" cy="539750"/>
                </a:xfrm>
              </p:grpSpPr>
              <p:sp>
                <p:nvSpPr>
                  <p:cNvPr id="334" name="AutoShape 3">
                    <a:extLst>
                      <a:ext uri="{FF2B5EF4-FFF2-40B4-BE49-F238E27FC236}">
                        <a16:creationId xmlns:a16="http://schemas.microsoft.com/office/drawing/2014/main" id="{84368BC5-3FB1-42AF-BB14-98289C8F30B9}"/>
                      </a:ext>
                    </a:extLst>
                  </p:cNvPr>
                  <p:cNvSpPr>
                    <a:spLocks noChangeAspect="1" noChangeArrowheads="1" noTextEdit="1"/>
                  </p:cNvSpPr>
                  <p:nvPr/>
                </p:nvSpPr>
                <p:spPr bwMode="auto">
                  <a:xfrm>
                    <a:off x="5877272" y="4592960"/>
                    <a:ext cx="601662" cy="53975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/>
                  </a:p>
                </p:txBody>
              </p:sp>
              <p:sp>
                <p:nvSpPr>
                  <p:cNvPr id="335" name="Rectangle 5">
                    <a:extLst>
                      <a:ext uri="{FF2B5EF4-FFF2-40B4-BE49-F238E27FC236}">
                        <a16:creationId xmlns:a16="http://schemas.microsoft.com/office/drawing/2014/main" id="{6F1E6324-D520-4C16-AAF0-F1630B93775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082059" y="5042223"/>
                    <a:ext cx="187325" cy="61913"/>
                  </a:xfrm>
                  <a:prstGeom prst="rect">
                    <a:avLst/>
                  </a:pr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/>
                  </a:p>
                </p:txBody>
              </p:sp>
              <p:sp>
                <p:nvSpPr>
                  <p:cNvPr id="336" name="Freeform 6">
                    <a:extLst>
                      <a:ext uri="{FF2B5EF4-FFF2-40B4-BE49-F238E27FC236}">
                        <a16:creationId xmlns:a16="http://schemas.microsoft.com/office/drawing/2014/main" id="{C7307A1C-259C-4724-8DD7-AF48752B784F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6074122" y="5035873"/>
                    <a:ext cx="203200" cy="74613"/>
                  </a:xfrm>
                  <a:custGeom>
                    <a:avLst/>
                    <a:gdLst>
                      <a:gd name="T0" fmla="*/ 115 w 119"/>
                      <a:gd name="T1" fmla="*/ 44 h 44"/>
                      <a:gd name="T2" fmla="*/ 4 w 119"/>
                      <a:gd name="T3" fmla="*/ 44 h 44"/>
                      <a:gd name="T4" fmla="*/ 0 w 119"/>
                      <a:gd name="T5" fmla="*/ 40 h 44"/>
                      <a:gd name="T6" fmla="*/ 0 w 119"/>
                      <a:gd name="T7" fmla="*/ 4 h 44"/>
                      <a:gd name="T8" fmla="*/ 4 w 119"/>
                      <a:gd name="T9" fmla="*/ 0 h 44"/>
                      <a:gd name="T10" fmla="*/ 115 w 119"/>
                      <a:gd name="T11" fmla="*/ 0 h 44"/>
                      <a:gd name="T12" fmla="*/ 119 w 119"/>
                      <a:gd name="T13" fmla="*/ 4 h 44"/>
                      <a:gd name="T14" fmla="*/ 119 w 119"/>
                      <a:gd name="T15" fmla="*/ 40 h 44"/>
                      <a:gd name="T16" fmla="*/ 115 w 119"/>
                      <a:gd name="T17" fmla="*/ 44 h 44"/>
                      <a:gd name="T18" fmla="*/ 8 w 119"/>
                      <a:gd name="T19" fmla="*/ 36 h 44"/>
                      <a:gd name="T20" fmla="*/ 111 w 119"/>
                      <a:gd name="T21" fmla="*/ 36 h 44"/>
                      <a:gd name="T22" fmla="*/ 111 w 119"/>
                      <a:gd name="T23" fmla="*/ 8 h 44"/>
                      <a:gd name="T24" fmla="*/ 8 w 119"/>
                      <a:gd name="T25" fmla="*/ 8 h 44"/>
                      <a:gd name="T26" fmla="*/ 8 w 119"/>
                      <a:gd name="T27" fmla="*/ 36 h 4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</a:cxnLst>
                    <a:rect l="0" t="0" r="r" b="b"/>
                    <a:pathLst>
                      <a:path w="119" h="44">
                        <a:moveTo>
                          <a:pt x="115" y="44"/>
                        </a:moveTo>
                        <a:cubicBezTo>
                          <a:pt x="4" y="44"/>
                          <a:pt x="4" y="44"/>
                          <a:pt x="4" y="44"/>
                        </a:cubicBezTo>
                        <a:cubicBezTo>
                          <a:pt x="1" y="44"/>
                          <a:pt x="0" y="42"/>
                          <a:pt x="0" y="40"/>
                        </a:cubicBezTo>
                        <a:cubicBezTo>
                          <a:pt x="0" y="4"/>
                          <a:pt x="0" y="4"/>
                          <a:pt x="0" y="4"/>
                        </a:cubicBezTo>
                        <a:cubicBezTo>
                          <a:pt x="0" y="2"/>
                          <a:pt x="1" y="0"/>
                          <a:pt x="4" y="0"/>
                        </a:cubicBezTo>
                        <a:cubicBezTo>
                          <a:pt x="115" y="0"/>
                          <a:pt x="115" y="0"/>
                          <a:pt x="115" y="0"/>
                        </a:cubicBezTo>
                        <a:cubicBezTo>
                          <a:pt x="117" y="0"/>
                          <a:pt x="119" y="2"/>
                          <a:pt x="119" y="4"/>
                        </a:cubicBezTo>
                        <a:cubicBezTo>
                          <a:pt x="119" y="40"/>
                          <a:pt x="119" y="40"/>
                          <a:pt x="119" y="40"/>
                        </a:cubicBezTo>
                        <a:cubicBezTo>
                          <a:pt x="119" y="42"/>
                          <a:pt x="117" y="44"/>
                          <a:pt x="115" y="44"/>
                        </a:cubicBezTo>
                        <a:close/>
                        <a:moveTo>
                          <a:pt x="8" y="36"/>
                        </a:moveTo>
                        <a:cubicBezTo>
                          <a:pt x="111" y="36"/>
                          <a:pt x="111" y="36"/>
                          <a:pt x="111" y="36"/>
                        </a:cubicBezTo>
                        <a:cubicBezTo>
                          <a:pt x="111" y="8"/>
                          <a:pt x="111" y="8"/>
                          <a:pt x="111" y="8"/>
                        </a:cubicBezTo>
                        <a:cubicBezTo>
                          <a:pt x="8" y="8"/>
                          <a:pt x="8" y="8"/>
                          <a:pt x="8" y="8"/>
                        </a:cubicBezTo>
                        <a:lnTo>
                          <a:pt x="8" y="36"/>
                        </a:lnTo>
                        <a:close/>
                      </a:path>
                    </a:pathLst>
                  </a:custGeom>
                  <a:solidFill>
                    <a:srgbClr val="1E1E1E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/>
                  </a:p>
                </p:txBody>
              </p:sp>
              <p:sp>
                <p:nvSpPr>
                  <p:cNvPr id="337" name="Freeform 7">
                    <a:extLst>
                      <a:ext uri="{FF2B5EF4-FFF2-40B4-BE49-F238E27FC236}">
                        <a16:creationId xmlns:a16="http://schemas.microsoft.com/office/drawing/2014/main" id="{9C2B9644-B00A-4FCB-9118-CEBA391C24C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6010622" y="5088260"/>
                    <a:ext cx="328612" cy="36513"/>
                  </a:xfrm>
                  <a:custGeom>
                    <a:avLst/>
                    <a:gdLst>
                      <a:gd name="T0" fmla="*/ 194 w 194"/>
                      <a:gd name="T1" fmla="*/ 16 h 21"/>
                      <a:gd name="T2" fmla="*/ 190 w 194"/>
                      <a:gd name="T3" fmla="*/ 21 h 21"/>
                      <a:gd name="T4" fmla="*/ 4 w 194"/>
                      <a:gd name="T5" fmla="*/ 21 h 21"/>
                      <a:gd name="T6" fmla="*/ 0 w 194"/>
                      <a:gd name="T7" fmla="*/ 16 h 21"/>
                      <a:gd name="T8" fmla="*/ 0 w 194"/>
                      <a:gd name="T9" fmla="*/ 5 h 21"/>
                      <a:gd name="T10" fmla="*/ 4 w 194"/>
                      <a:gd name="T11" fmla="*/ 0 h 21"/>
                      <a:gd name="T12" fmla="*/ 190 w 194"/>
                      <a:gd name="T13" fmla="*/ 0 h 21"/>
                      <a:gd name="T14" fmla="*/ 194 w 194"/>
                      <a:gd name="T15" fmla="*/ 5 h 21"/>
                      <a:gd name="T16" fmla="*/ 194 w 194"/>
                      <a:gd name="T17" fmla="*/ 16 h 2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194" h="21">
                        <a:moveTo>
                          <a:pt x="194" y="16"/>
                        </a:moveTo>
                        <a:cubicBezTo>
                          <a:pt x="194" y="19"/>
                          <a:pt x="192" y="21"/>
                          <a:pt x="190" y="21"/>
                        </a:cubicBezTo>
                        <a:cubicBezTo>
                          <a:pt x="4" y="21"/>
                          <a:pt x="4" y="21"/>
                          <a:pt x="4" y="21"/>
                        </a:cubicBezTo>
                        <a:cubicBezTo>
                          <a:pt x="2" y="21"/>
                          <a:pt x="0" y="19"/>
                          <a:pt x="0" y="16"/>
                        </a:cubicBezTo>
                        <a:cubicBezTo>
                          <a:pt x="0" y="5"/>
                          <a:pt x="0" y="5"/>
                          <a:pt x="0" y="5"/>
                        </a:cubicBezTo>
                        <a:cubicBezTo>
                          <a:pt x="0" y="2"/>
                          <a:pt x="2" y="0"/>
                          <a:pt x="4" y="0"/>
                        </a:cubicBezTo>
                        <a:cubicBezTo>
                          <a:pt x="190" y="0"/>
                          <a:pt x="190" y="0"/>
                          <a:pt x="190" y="0"/>
                        </a:cubicBezTo>
                        <a:cubicBezTo>
                          <a:pt x="192" y="0"/>
                          <a:pt x="194" y="2"/>
                          <a:pt x="194" y="5"/>
                        </a:cubicBezTo>
                        <a:lnTo>
                          <a:pt x="194" y="1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/>
                  </a:p>
                </p:txBody>
              </p:sp>
              <p:sp>
                <p:nvSpPr>
                  <p:cNvPr id="338" name="Freeform 8">
                    <a:extLst>
                      <a:ext uri="{FF2B5EF4-FFF2-40B4-BE49-F238E27FC236}">
                        <a16:creationId xmlns:a16="http://schemas.microsoft.com/office/drawing/2014/main" id="{0B9B1C29-1670-4FBF-B91B-5F30F2CDF740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6002684" y="5081910"/>
                    <a:ext cx="344487" cy="49213"/>
                  </a:xfrm>
                  <a:custGeom>
                    <a:avLst/>
                    <a:gdLst>
                      <a:gd name="T0" fmla="*/ 194 w 202"/>
                      <a:gd name="T1" fmla="*/ 29 h 29"/>
                      <a:gd name="T2" fmla="*/ 8 w 202"/>
                      <a:gd name="T3" fmla="*/ 29 h 29"/>
                      <a:gd name="T4" fmla="*/ 0 w 202"/>
                      <a:gd name="T5" fmla="*/ 20 h 29"/>
                      <a:gd name="T6" fmla="*/ 0 w 202"/>
                      <a:gd name="T7" fmla="*/ 9 h 29"/>
                      <a:gd name="T8" fmla="*/ 8 w 202"/>
                      <a:gd name="T9" fmla="*/ 0 h 29"/>
                      <a:gd name="T10" fmla="*/ 194 w 202"/>
                      <a:gd name="T11" fmla="*/ 0 h 29"/>
                      <a:gd name="T12" fmla="*/ 202 w 202"/>
                      <a:gd name="T13" fmla="*/ 9 h 29"/>
                      <a:gd name="T14" fmla="*/ 202 w 202"/>
                      <a:gd name="T15" fmla="*/ 20 h 29"/>
                      <a:gd name="T16" fmla="*/ 194 w 202"/>
                      <a:gd name="T17" fmla="*/ 29 h 29"/>
                      <a:gd name="T18" fmla="*/ 8 w 202"/>
                      <a:gd name="T19" fmla="*/ 21 h 29"/>
                      <a:gd name="T20" fmla="*/ 194 w 202"/>
                      <a:gd name="T21" fmla="*/ 21 h 29"/>
                      <a:gd name="T22" fmla="*/ 194 w 202"/>
                      <a:gd name="T23" fmla="*/ 20 h 29"/>
                      <a:gd name="T24" fmla="*/ 194 w 202"/>
                      <a:gd name="T25" fmla="*/ 9 h 29"/>
                      <a:gd name="T26" fmla="*/ 194 w 202"/>
                      <a:gd name="T27" fmla="*/ 8 h 29"/>
                      <a:gd name="T28" fmla="*/ 8 w 202"/>
                      <a:gd name="T29" fmla="*/ 8 h 29"/>
                      <a:gd name="T30" fmla="*/ 8 w 202"/>
                      <a:gd name="T31" fmla="*/ 9 h 29"/>
                      <a:gd name="T32" fmla="*/ 8 w 202"/>
                      <a:gd name="T33" fmla="*/ 20 h 29"/>
                      <a:gd name="T34" fmla="*/ 8 w 202"/>
                      <a:gd name="T35" fmla="*/ 21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</a:cxnLst>
                    <a:rect l="0" t="0" r="r" b="b"/>
                    <a:pathLst>
                      <a:path w="202" h="29">
                        <a:moveTo>
                          <a:pt x="194" y="29"/>
                        </a:moveTo>
                        <a:cubicBezTo>
                          <a:pt x="8" y="29"/>
                          <a:pt x="8" y="29"/>
                          <a:pt x="8" y="29"/>
                        </a:cubicBezTo>
                        <a:cubicBezTo>
                          <a:pt x="4" y="29"/>
                          <a:pt x="0" y="25"/>
                          <a:pt x="0" y="20"/>
                        </a:cubicBezTo>
                        <a:cubicBezTo>
                          <a:pt x="0" y="9"/>
                          <a:pt x="0" y="9"/>
                          <a:pt x="0" y="9"/>
                        </a:cubicBezTo>
                        <a:cubicBezTo>
                          <a:pt x="0" y="4"/>
                          <a:pt x="4" y="0"/>
                          <a:pt x="8" y="0"/>
                        </a:cubicBezTo>
                        <a:cubicBezTo>
                          <a:pt x="194" y="0"/>
                          <a:pt x="194" y="0"/>
                          <a:pt x="194" y="0"/>
                        </a:cubicBezTo>
                        <a:cubicBezTo>
                          <a:pt x="199" y="0"/>
                          <a:pt x="202" y="4"/>
                          <a:pt x="202" y="9"/>
                        </a:cubicBezTo>
                        <a:cubicBezTo>
                          <a:pt x="202" y="20"/>
                          <a:pt x="202" y="20"/>
                          <a:pt x="202" y="20"/>
                        </a:cubicBezTo>
                        <a:cubicBezTo>
                          <a:pt x="202" y="25"/>
                          <a:pt x="199" y="29"/>
                          <a:pt x="194" y="29"/>
                        </a:cubicBezTo>
                        <a:close/>
                        <a:moveTo>
                          <a:pt x="8" y="21"/>
                        </a:moveTo>
                        <a:cubicBezTo>
                          <a:pt x="194" y="21"/>
                          <a:pt x="194" y="21"/>
                          <a:pt x="194" y="21"/>
                        </a:cubicBezTo>
                        <a:cubicBezTo>
                          <a:pt x="194" y="21"/>
                          <a:pt x="194" y="21"/>
                          <a:pt x="194" y="20"/>
                        </a:cubicBezTo>
                        <a:cubicBezTo>
                          <a:pt x="194" y="9"/>
                          <a:pt x="194" y="9"/>
                          <a:pt x="194" y="9"/>
                        </a:cubicBezTo>
                        <a:cubicBezTo>
                          <a:pt x="194" y="9"/>
                          <a:pt x="194" y="8"/>
                          <a:pt x="194" y="8"/>
                        </a:cubicBezTo>
                        <a:cubicBezTo>
                          <a:pt x="8" y="8"/>
                          <a:pt x="8" y="8"/>
                          <a:pt x="8" y="8"/>
                        </a:cubicBezTo>
                        <a:cubicBezTo>
                          <a:pt x="8" y="8"/>
                          <a:pt x="8" y="9"/>
                          <a:pt x="8" y="9"/>
                        </a:cubicBezTo>
                        <a:cubicBezTo>
                          <a:pt x="8" y="20"/>
                          <a:pt x="8" y="20"/>
                          <a:pt x="8" y="20"/>
                        </a:cubicBezTo>
                        <a:cubicBezTo>
                          <a:pt x="8" y="21"/>
                          <a:pt x="8" y="21"/>
                          <a:pt x="8" y="21"/>
                        </a:cubicBezTo>
                        <a:close/>
                      </a:path>
                    </a:pathLst>
                  </a:custGeom>
                  <a:solidFill>
                    <a:srgbClr val="1E1E1E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/>
                  </a:p>
                </p:txBody>
              </p:sp>
              <p:sp>
                <p:nvSpPr>
                  <p:cNvPr id="339" name="Freeform 9">
                    <a:extLst>
                      <a:ext uri="{FF2B5EF4-FFF2-40B4-BE49-F238E27FC236}">
                        <a16:creationId xmlns:a16="http://schemas.microsoft.com/office/drawing/2014/main" id="{7356FC40-88B0-4BE2-89EC-CFDF4ECC51E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882034" y="4599310"/>
                    <a:ext cx="588962" cy="449263"/>
                  </a:xfrm>
                  <a:custGeom>
                    <a:avLst/>
                    <a:gdLst>
                      <a:gd name="T0" fmla="*/ 346 w 346"/>
                      <a:gd name="T1" fmla="*/ 260 h 264"/>
                      <a:gd name="T2" fmla="*/ 342 w 346"/>
                      <a:gd name="T3" fmla="*/ 264 h 264"/>
                      <a:gd name="T4" fmla="*/ 4 w 346"/>
                      <a:gd name="T5" fmla="*/ 264 h 264"/>
                      <a:gd name="T6" fmla="*/ 0 w 346"/>
                      <a:gd name="T7" fmla="*/ 260 h 264"/>
                      <a:gd name="T8" fmla="*/ 0 w 346"/>
                      <a:gd name="T9" fmla="*/ 4 h 264"/>
                      <a:gd name="T10" fmla="*/ 4 w 346"/>
                      <a:gd name="T11" fmla="*/ 0 h 264"/>
                      <a:gd name="T12" fmla="*/ 342 w 346"/>
                      <a:gd name="T13" fmla="*/ 0 h 264"/>
                      <a:gd name="T14" fmla="*/ 346 w 346"/>
                      <a:gd name="T15" fmla="*/ 4 h 264"/>
                      <a:gd name="T16" fmla="*/ 346 w 346"/>
                      <a:gd name="T17" fmla="*/ 260 h 26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346" h="264">
                        <a:moveTo>
                          <a:pt x="346" y="260"/>
                        </a:moveTo>
                        <a:cubicBezTo>
                          <a:pt x="346" y="263"/>
                          <a:pt x="344" y="264"/>
                          <a:pt x="342" y="264"/>
                        </a:cubicBezTo>
                        <a:cubicBezTo>
                          <a:pt x="4" y="264"/>
                          <a:pt x="4" y="264"/>
                          <a:pt x="4" y="264"/>
                        </a:cubicBezTo>
                        <a:cubicBezTo>
                          <a:pt x="2" y="264"/>
                          <a:pt x="0" y="263"/>
                          <a:pt x="0" y="260"/>
                        </a:cubicBezTo>
                        <a:cubicBezTo>
                          <a:pt x="0" y="4"/>
                          <a:pt x="0" y="4"/>
                          <a:pt x="0" y="4"/>
                        </a:cubicBezTo>
                        <a:cubicBezTo>
                          <a:pt x="0" y="2"/>
                          <a:pt x="2" y="0"/>
                          <a:pt x="4" y="0"/>
                        </a:cubicBezTo>
                        <a:cubicBezTo>
                          <a:pt x="342" y="0"/>
                          <a:pt x="342" y="0"/>
                          <a:pt x="342" y="0"/>
                        </a:cubicBezTo>
                        <a:cubicBezTo>
                          <a:pt x="344" y="0"/>
                          <a:pt x="346" y="2"/>
                          <a:pt x="346" y="4"/>
                        </a:cubicBezTo>
                        <a:lnTo>
                          <a:pt x="346" y="26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/>
                  </a:p>
                </p:txBody>
              </p:sp>
              <p:sp>
                <p:nvSpPr>
                  <p:cNvPr id="340" name="Freeform 10">
                    <a:extLst>
                      <a:ext uri="{FF2B5EF4-FFF2-40B4-BE49-F238E27FC236}">
                        <a16:creationId xmlns:a16="http://schemas.microsoft.com/office/drawing/2014/main" id="{CA88FE47-0612-4743-8F14-81BC1492A64D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5875685" y="4592960"/>
                    <a:ext cx="601662" cy="461963"/>
                  </a:xfrm>
                  <a:custGeom>
                    <a:avLst/>
                    <a:gdLst>
                      <a:gd name="T0" fmla="*/ 346 w 354"/>
                      <a:gd name="T1" fmla="*/ 272 h 272"/>
                      <a:gd name="T2" fmla="*/ 8 w 354"/>
                      <a:gd name="T3" fmla="*/ 272 h 272"/>
                      <a:gd name="T4" fmla="*/ 0 w 354"/>
                      <a:gd name="T5" fmla="*/ 264 h 272"/>
                      <a:gd name="T6" fmla="*/ 0 w 354"/>
                      <a:gd name="T7" fmla="*/ 8 h 272"/>
                      <a:gd name="T8" fmla="*/ 8 w 354"/>
                      <a:gd name="T9" fmla="*/ 0 h 272"/>
                      <a:gd name="T10" fmla="*/ 346 w 354"/>
                      <a:gd name="T11" fmla="*/ 0 h 272"/>
                      <a:gd name="T12" fmla="*/ 354 w 354"/>
                      <a:gd name="T13" fmla="*/ 8 h 272"/>
                      <a:gd name="T14" fmla="*/ 354 w 354"/>
                      <a:gd name="T15" fmla="*/ 264 h 272"/>
                      <a:gd name="T16" fmla="*/ 346 w 354"/>
                      <a:gd name="T17" fmla="*/ 272 h 272"/>
                      <a:gd name="T18" fmla="*/ 346 w 354"/>
                      <a:gd name="T19" fmla="*/ 264 h 272"/>
                      <a:gd name="T20" fmla="*/ 346 w 354"/>
                      <a:gd name="T21" fmla="*/ 268 h 272"/>
                      <a:gd name="T22" fmla="*/ 346 w 354"/>
                      <a:gd name="T23" fmla="*/ 264 h 272"/>
                      <a:gd name="T24" fmla="*/ 346 w 354"/>
                      <a:gd name="T25" fmla="*/ 264 h 272"/>
                      <a:gd name="T26" fmla="*/ 346 w 354"/>
                      <a:gd name="T27" fmla="*/ 8 h 272"/>
                      <a:gd name="T28" fmla="*/ 8 w 354"/>
                      <a:gd name="T29" fmla="*/ 8 h 272"/>
                      <a:gd name="T30" fmla="*/ 8 w 354"/>
                      <a:gd name="T31" fmla="*/ 264 h 272"/>
                      <a:gd name="T32" fmla="*/ 346 w 354"/>
                      <a:gd name="T33" fmla="*/ 264 h 272"/>
                      <a:gd name="T34" fmla="*/ 346 w 354"/>
                      <a:gd name="T35" fmla="*/ 8 h 27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</a:cxnLst>
                    <a:rect l="0" t="0" r="r" b="b"/>
                    <a:pathLst>
                      <a:path w="354" h="272">
                        <a:moveTo>
                          <a:pt x="346" y="272"/>
                        </a:moveTo>
                        <a:cubicBezTo>
                          <a:pt x="8" y="272"/>
                          <a:pt x="8" y="272"/>
                          <a:pt x="8" y="272"/>
                        </a:cubicBezTo>
                        <a:cubicBezTo>
                          <a:pt x="4" y="272"/>
                          <a:pt x="0" y="269"/>
                          <a:pt x="0" y="264"/>
                        </a:cubicBezTo>
                        <a:cubicBezTo>
                          <a:pt x="0" y="8"/>
                          <a:pt x="0" y="8"/>
                          <a:pt x="0" y="8"/>
                        </a:cubicBezTo>
                        <a:cubicBezTo>
                          <a:pt x="0" y="4"/>
                          <a:pt x="4" y="0"/>
                          <a:pt x="8" y="0"/>
                        </a:cubicBezTo>
                        <a:cubicBezTo>
                          <a:pt x="346" y="0"/>
                          <a:pt x="346" y="0"/>
                          <a:pt x="346" y="0"/>
                        </a:cubicBezTo>
                        <a:cubicBezTo>
                          <a:pt x="350" y="0"/>
                          <a:pt x="354" y="4"/>
                          <a:pt x="354" y="8"/>
                        </a:cubicBezTo>
                        <a:cubicBezTo>
                          <a:pt x="354" y="264"/>
                          <a:pt x="354" y="264"/>
                          <a:pt x="354" y="264"/>
                        </a:cubicBezTo>
                        <a:cubicBezTo>
                          <a:pt x="354" y="269"/>
                          <a:pt x="350" y="272"/>
                          <a:pt x="346" y="272"/>
                        </a:cubicBezTo>
                        <a:close/>
                        <a:moveTo>
                          <a:pt x="346" y="264"/>
                        </a:moveTo>
                        <a:cubicBezTo>
                          <a:pt x="346" y="268"/>
                          <a:pt x="346" y="268"/>
                          <a:pt x="346" y="268"/>
                        </a:cubicBezTo>
                        <a:cubicBezTo>
                          <a:pt x="346" y="264"/>
                          <a:pt x="346" y="264"/>
                          <a:pt x="346" y="264"/>
                        </a:cubicBezTo>
                        <a:cubicBezTo>
                          <a:pt x="346" y="264"/>
                          <a:pt x="346" y="264"/>
                          <a:pt x="346" y="264"/>
                        </a:cubicBezTo>
                        <a:close/>
                        <a:moveTo>
                          <a:pt x="346" y="8"/>
                        </a:moveTo>
                        <a:cubicBezTo>
                          <a:pt x="8" y="8"/>
                          <a:pt x="8" y="8"/>
                          <a:pt x="8" y="8"/>
                        </a:cubicBezTo>
                        <a:cubicBezTo>
                          <a:pt x="8" y="264"/>
                          <a:pt x="8" y="264"/>
                          <a:pt x="8" y="264"/>
                        </a:cubicBezTo>
                        <a:cubicBezTo>
                          <a:pt x="346" y="264"/>
                          <a:pt x="346" y="264"/>
                          <a:pt x="346" y="264"/>
                        </a:cubicBezTo>
                        <a:lnTo>
                          <a:pt x="346" y="8"/>
                        </a:lnTo>
                        <a:close/>
                      </a:path>
                    </a:pathLst>
                  </a:custGeom>
                  <a:solidFill>
                    <a:srgbClr val="1E1E1E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/>
                  </a:p>
                </p:txBody>
              </p:sp>
              <p:sp>
                <p:nvSpPr>
                  <p:cNvPr id="341" name="Rectangle 11">
                    <a:extLst>
                      <a:ext uri="{FF2B5EF4-FFF2-40B4-BE49-F238E27FC236}">
                        <a16:creationId xmlns:a16="http://schemas.microsoft.com/office/drawing/2014/main" id="{EB8403EF-B4BB-49F4-8670-EA4CC3617F3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915372" y="4632648"/>
                    <a:ext cx="522287" cy="347663"/>
                  </a:xfrm>
                  <a:prstGeom prst="rect">
                    <a:avLst/>
                  </a:pr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/>
                  </a:p>
                </p:txBody>
              </p:sp>
              <p:sp>
                <p:nvSpPr>
                  <p:cNvPr id="342" name="Freeform 12">
                    <a:extLst>
                      <a:ext uri="{FF2B5EF4-FFF2-40B4-BE49-F238E27FC236}">
                        <a16:creationId xmlns:a16="http://schemas.microsoft.com/office/drawing/2014/main" id="{8B0585CD-5AB8-4B84-9BDE-212BF7476ECF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5909022" y="4626298"/>
                    <a:ext cx="534987" cy="358775"/>
                  </a:xfrm>
                  <a:custGeom>
                    <a:avLst/>
                    <a:gdLst>
                      <a:gd name="T0" fmla="*/ 311 w 314"/>
                      <a:gd name="T1" fmla="*/ 211 h 211"/>
                      <a:gd name="T2" fmla="*/ 3 w 314"/>
                      <a:gd name="T3" fmla="*/ 211 h 211"/>
                      <a:gd name="T4" fmla="*/ 0 w 314"/>
                      <a:gd name="T5" fmla="*/ 208 h 211"/>
                      <a:gd name="T6" fmla="*/ 0 w 314"/>
                      <a:gd name="T7" fmla="*/ 3 h 211"/>
                      <a:gd name="T8" fmla="*/ 3 w 314"/>
                      <a:gd name="T9" fmla="*/ 0 h 211"/>
                      <a:gd name="T10" fmla="*/ 311 w 314"/>
                      <a:gd name="T11" fmla="*/ 0 h 211"/>
                      <a:gd name="T12" fmla="*/ 314 w 314"/>
                      <a:gd name="T13" fmla="*/ 3 h 211"/>
                      <a:gd name="T14" fmla="*/ 314 w 314"/>
                      <a:gd name="T15" fmla="*/ 208 h 211"/>
                      <a:gd name="T16" fmla="*/ 311 w 314"/>
                      <a:gd name="T17" fmla="*/ 211 h 211"/>
                      <a:gd name="T18" fmla="*/ 6 w 314"/>
                      <a:gd name="T19" fmla="*/ 205 h 211"/>
                      <a:gd name="T20" fmla="*/ 308 w 314"/>
                      <a:gd name="T21" fmla="*/ 205 h 211"/>
                      <a:gd name="T22" fmla="*/ 308 w 314"/>
                      <a:gd name="T23" fmla="*/ 6 h 211"/>
                      <a:gd name="T24" fmla="*/ 6 w 314"/>
                      <a:gd name="T25" fmla="*/ 6 h 211"/>
                      <a:gd name="T26" fmla="*/ 6 w 314"/>
                      <a:gd name="T27" fmla="*/ 205 h 21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</a:cxnLst>
                    <a:rect l="0" t="0" r="r" b="b"/>
                    <a:pathLst>
                      <a:path w="314" h="211">
                        <a:moveTo>
                          <a:pt x="311" y="211"/>
                        </a:moveTo>
                        <a:cubicBezTo>
                          <a:pt x="3" y="211"/>
                          <a:pt x="3" y="211"/>
                          <a:pt x="3" y="211"/>
                        </a:cubicBezTo>
                        <a:cubicBezTo>
                          <a:pt x="2" y="211"/>
                          <a:pt x="0" y="210"/>
                          <a:pt x="0" y="208"/>
                        </a:cubicBezTo>
                        <a:cubicBezTo>
                          <a:pt x="0" y="3"/>
                          <a:pt x="0" y="3"/>
                          <a:pt x="0" y="3"/>
                        </a:cubicBezTo>
                        <a:cubicBezTo>
                          <a:pt x="0" y="2"/>
                          <a:pt x="2" y="0"/>
                          <a:pt x="3" y="0"/>
                        </a:cubicBezTo>
                        <a:cubicBezTo>
                          <a:pt x="311" y="0"/>
                          <a:pt x="311" y="0"/>
                          <a:pt x="311" y="0"/>
                        </a:cubicBezTo>
                        <a:cubicBezTo>
                          <a:pt x="313" y="0"/>
                          <a:pt x="314" y="2"/>
                          <a:pt x="314" y="3"/>
                        </a:cubicBezTo>
                        <a:cubicBezTo>
                          <a:pt x="314" y="208"/>
                          <a:pt x="314" y="208"/>
                          <a:pt x="314" y="208"/>
                        </a:cubicBezTo>
                        <a:cubicBezTo>
                          <a:pt x="314" y="210"/>
                          <a:pt x="313" y="211"/>
                          <a:pt x="311" y="211"/>
                        </a:cubicBezTo>
                        <a:close/>
                        <a:moveTo>
                          <a:pt x="6" y="205"/>
                        </a:moveTo>
                        <a:cubicBezTo>
                          <a:pt x="308" y="205"/>
                          <a:pt x="308" y="205"/>
                          <a:pt x="308" y="205"/>
                        </a:cubicBezTo>
                        <a:cubicBezTo>
                          <a:pt x="308" y="6"/>
                          <a:pt x="308" y="6"/>
                          <a:pt x="308" y="6"/>
                        </a:cubicBezTo>
                        <a:cubicBezTo>
                          <a:pt x="6" y="6"/>
                          <a:pt x="6" y="6"/>
                          <a:pt x="6" y="6"/>
                        </a:cubicBezTo>
                        <a:lnTo>
                          <a:pt x="6" y="205"/>
                        </a:lnTo>
                        <a:close/>
                      </a:path>
                    </a:pathLst>
                  </a:custGeom>
                  <a:solidFill>
                    <a:srgbClr val="1E1E1E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/>
                  </a:p>
                </p:txBody>
              </p:sp>
              <p:sp>
                <p:nvSpPr>
                  <p:cNvPr id="343" name="Oval 13">
                    <a:extLst>
                      <a:ext uri="{FF2B5EF4-FFF2-40B4-BE49-F238E27FC236}">
                        <a16:creationId xmlns:a16="http://schemas.microsoft.com/office/drawing/2014/main" id="{3D873F98-3D3C-487D-9139-2FA3B9B7A8F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63022" y="5000948"/>
                    <a:ext cx="30162" cy="30163"/>
                  </a:xfrm>
                  <a:prstGeom prst="ellipse">
                    <a:avLst/>
                  </a:pr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/>
                  </a:p>
                </p:txBody>
              </p:sp>
              <p:sp>
                <p:nvSpPr>
                  <p:cNvPr id="344" name="Freeform 14">
                    <a:extLst>
                      <a:ext uri="{FF2B5EF4-FFF2-40B4-BE49-F238E27FC236}">
                        <a16:creationId xmlns:a16="http://schemas.microsoft.com/office/drawing/2014/main" id="{534F4687-E856-4C51-A5F0-CC926030E3FF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6159847" y="4996185"/>
                    <a:ext cx="36512" cy="38100"/>
                  </a:xfrm>
                  <a:custGeom>
                    <a:avLst/>
                    <a:gdLst>
                      <a:gd name="T0" fmla="*/ 11 w 22"/>
                      <a:gd name="T1" fmla="*/ 22 h 22"/>
                      <a:gd name="T2" fmla="*/ 0 w 22"/>
                      <a:gd name="T3" fmla="*/ 11 h 22"/>
                      <a:gd name="T4" fmla="*/ 11 w 22"/>
                      <a:gd name="T5" fmla="*/ 0 h 22"/>
                      <a:gd name="T6" fmla="*/ 22 w 22"/>
                      <a:gd name="T7" fmla="*/ 11 h 22"/>
                      <a:gd name="T8" fmla="*/ 11 w 22"/>
                      <a:gd name="T9" fmla="*/ 22 h 22"/>
                      <a:gd name="T10" fmla="*/ 11 w 22"/>
                      <a:gd name="T11" fmla="*/ 4 h 22"/>
                      <a:gd name="T12" fmla="*/ 4 w 22"/>
                      <a:gd name="T13" fmla="*/ 11 h 22"/>
                      <a:gd name="T14" fmla="*/ 11 w 22"/>
                      <a:gd name="T15" fmla="*/ 18 h 22"/>
                      <a:gd name="T16" fmla="*/ 18 w 22"/>
                      <a:gd name="T17" fmla="*/ 11 h 22"/>
                      <a:gd name="T18" fmla="*/ 11 w 22"/>
                      <a:gd name="T19" fmla="*/ 4 h 2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22" h="22">
                        <a:moveTo>
                          <a:pt x="11" y="22"/>
                        </a:moveTo>
                        <a:cubicBezTo>
                          <a:pt x="5" y="22"/>
                          <a:pt x="0" y="17"/>
                          <a:pt x="0" y="11"/>
                        </a:cubicBezTo>
                        <a:cubicBezTo>
                          <a:pt x="0" y="5"/>
                          <a:pt x="5" y="0"/>
                          <a:pt x="11" y="0"/>
                        </a:cubicBezTo>
                        <a:cubicBezTo>
                          <a:pt x="17" y="0"/>
                          <a:pt x="22" y="5"/>
                          <a:pt x="22" y="11"/>
                        </a:cubicBezTo>
                        <a:cubicBezTo>
                          <a:pt x="22" y="17"/>
                          <a:pt x="17" y="22"/>
                          <a:pt x="11" y="22"/>
                        </a:cubicBezTo>
                        <a:close/>
                        <a:moveTo>
                          <a:pt x="11" y="4"/>
                        </a:moveTo>
                        <a:cubicBezTo>
                          <a:pt x="7" y="4"/>
                          <a:pt x="4" y="7"/>
                          <a:pt x="4" y="11"/>
                        </a:cubicBezTo>
                        <a:cubicBezTo>
                          <a:pt x="4" y="15"/>
                          <a:pt x="7" y="18"/>
                          <a:pt x="11" y="18"/>
                        </a:cubicBezTo>
                        <a:cubicBezTo>
                          <a:pt x="15" y="18"/>
                          <a:pt x="18" y="15"/>
                          <a:pt x="18" y="11"/>
                        </a:cubicBezTo>
                        <a:cubicBezTo>
                          <a:pt x="18" y="7"/>
                          <a:pt x="15" y="4"/>
                          <a:pt x="11" y="4"/>
                        </a:cubicBezTo>
                        <a:close/>
                      </a:path>
                    </a:pathLst>
                  </a:custGeom>
                  <a:solidFill>
                    <a:srgbClr val="1E1E1E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/>
                  </a:p>
                </p:txBody>
              </p:sp>
            </p:grpSp>
            <p:grpSp>
              <p:nvGrpSpPr>
                <p:cNvPr id="325" name="그룹 324">
                  <a:extLst>
                    <a:ext uri="{FF2B5EF4-FFF2-40B4-BE49-F238E27FC236}">
                      <a16:creationId xmlns:a16="http://schemas.microsoft.com/office/drawing/2014/main" id="{93F8367E-4F6F-4897-AB40-6CD64BA34D22}"/>
                    </a:ext>
                  </a:extLst>
                </p:cNvPr>
                <p:cNvGrpSpPr/>
                <p:nvPr/>
              </p:nvGrpSpPr>
              <p:grpSpPr>
                <a:xfrm>
                  <a:off x="1681292" y="5173786"/>
                  <a:ext cx="196853" cy="96044"/>
                  <a:chOff x="2973403" y="6628465"/>
                  <a:chExt cx="317033" cy="127834"/>
                </a:xfrm>
              </p:grpSpPr>
              <p:sp>
                <p:nvSpPr>
                  <p:cNvPr id="326" name="Rectangle 60">
                    <a:extLst>
                      <a:ext uri="{FF2B5EF4-FFF2-40B4-BE49-F238E27FC236}">
                        <a16:creationId xmlns:a16="http://schemas.microsoft.com/office/drawing/2014/main" id="{81BE9A6D-8370-44A9-A3D5-F334E5F6200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139590" y="6628465"/>
                    <a:ext cx="150846" cy="7671"/>
                  </a:xfrm>
                  <a:prstGeom prst="rect">
                    <a:avLst/>
                  </a:prstGeom>
                  <a:solidFill>
                    <a:srgbClr val="1E1E1E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/>
                  </a:p>
                </p:txBody>
              </p:sp>
              <p:sp>
                <p:nvSpPr>
                  <p:cNvPr id="327" name="Rectangle 61">
                    <a:extLst>
                      <a:ext uri="{FF2B5EF4-FFF2-40B4-BE49-F238E27FC236}">
                        <a16:creationId xmlns:a16="http://schemas.microsoft.com/office/drawing/2014/main" id="{787D570F-C164-4790-B96E-0AD4C763079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139590" y="6654032"/>
                    <a:ext cx="150846" cy="10227"/>
                  </a:xfrm>
                  <a:prstGeom prst="rect">
                    <a:avLst/>
                  </a:prstGeom>
                  <a:solidFill>
                    <a:srgbClr val="1E1E1E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/>
                  </a:p>
                </p:txBody>
              </p:sp>
              <p:sp>
                <p:nvSpPr>
                  <p:cNvPr id="328" name="Rectangle 62">
                    <a:extLst>
                      <a:ext uri="{FF2B5EF4-FFF2-40B4-BE49-F238E27FC236}">
                        <a16:creationId xmlns:a16="http://schemas.microsoft.com/office/drawing/2014/main" id="{30C3A87F-244E-45CE-90AD-BE2B7A7B764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139590" y="6682155"/>
                    <a:ext cx="150846" cy="10227"/>
                  </a:xfrm>
                  <a:prstGeom prst="rect">
                    <a:avLst/>
                  </a:prstGeom>
                  <a:solidFill>
                    <a:srgbClr val="1E1E1E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/>
                  </a:p>
                </p:txBody>
              </p:sp>
              <p:sp>
                <p:nvSpPr>
                  <p:cNvPr id="329" name="Rectangle 63">
                    <a:extLst>
                      <a:ext uri="{FF2B5EF4-FFF2-40B4-BE49-F238E27FC236}">
                        <a16:creationId xmlns:a16="http://schemas.microsoft.com/office/drawing/2014/main" id="{3764F826-829B-4883-A065-D6D2B9649DE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139590" y="6712836"/>
                    <a:ext cx="150846" cy="7671"/>
                  </a:xfrm>
                  <a:prstGeom prst="rect">
                    <a:avLst/>
                  </a:prstGeom>
                  <a:solidFill>
                    <a:srgbClr val="1E1E1E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/>
                  </a:p>
                </p:txBody>
              </p:sp>
              <p:sp>
                <p:nvSpPr>
                  <p:cNvPr id="330" name="Rectangle 64">
                    <a:extLst>
                      <a:ext uri="{FF2B5EF4-FFF2-40B4-BE49-F238E27FC236}">
                        <a16:creationId xmlns:a16="http://schemas.microsoft.com/office/drawing/2014/main" id="{3BBEF28C-F94D-47AB-B72A-11436EF6322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139590" y="6743517"/>
                    <a:ext cx="150846" cy="10227"/>
                  </a:xfrm>
                  <a:prstGeom prst="rect">
                    <a:avLst/>
                  </a:prstGeom>
                  <a:solidFill>
                    <a:srgbClr val="1E1E1E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/>
                  </a:p>
                </p:txBody>
              </p:sp>
              <p:sp>
                <p:nvSpPr>
                  <p:cNvPr id="331" name="Rectangle 65">
                    <a:extLst>
                      <a:ext uri="{FF2B5EF4-FFF2-40B4-BE49-F238E27FC236}">
                        <a16:creationId xmlns:a16="http://schemas.microsoft.com/office/drawing/2014/main" id="{5D48462D-9497-4E78-8C1A-8840913CE6B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973403" y="6679599"/>
                    <a:ext cx="30680" cy="76700"/>
                  </a:xfrm>
                  <a:prstGeom prst="rect">
                    <a:avLst/>
                  </a:prstGeom>
                  <a:solidFill>
                    <a:srgbClr val="FFCF58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/>
                  </a:p>
                </p:txBody>
              </p:sp>
              <p:sp>
                <p:nvSpPr>
                  <p:cNvPr id="332" name="Rectangle 66">
                    <a:extLst>
                      <a:ext uri="{FF2B5EF4-FFF2-40B4-BE49-F238E27FC236}">
                        <a16:creationId xmlns:a16="http://schemas.microsoft.com/office/drawing/2014/main" id="{241DB301-728C-4B56-9DB7-56104343B99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027094" y="6656588"/>
                    <a:ext cx="30680" cy="99711"/>
                  </a:xfrm>
                  <a:prstGeom prst="rect">
                    <a:avLst/>
                  </a:prstGeom>
                  <a:solidFill>
                    <a:srgbClr val="FFCF58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/>
                  </a:p>
                </p:txBody>
              </p:sp>
              <p:sp>
                <p:nvSpPr>
                  <p:cNvPr id="333" name="Rectangle 67">
                    <a:extLst>
                      <a:ext uri="{FF2B5EF4-FFF2-40B4-BE49-F238E27FC236}">
                        <a16:creationId xmlns:a16="http://schemas.microsoft.com/office/drawing/2014/main" id="{A7D65070-8EE7-4C29-A460-FC5BBD1A133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080786" y="6631021"/>
                    <a:ext cx="30680" cy="125278"/>
                  </a:xfrm>
                  <a:prstGeom prst="rect">
                    <a:avLst/>
                  </a:prstGeom>
                  <a:solidFill>
                    <a:srgbClr val="FFCF58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/>
                  </a:p>
                </p:txBody>
              </p:sp>
            </p:grpSp>
          </p:grpSp>
          <p:grpSp>
            <p:nvGrpSpPr>
              <p:cNvPr id="321" name="그룹 320">
                <a:extLst>
                  <a:ext uri="{FF2B5EF4-FFF2-40B4-BE49-F238E27FC236}">
                    <a16:creationId xmlns:a16="http://schemas.microsoft.com/office/drawing/2014/main" id="{5F81216E-8219-4CD4-9FF1-0BD59E431F1A}"/>
                  </a:ext>
                </a:extLst>
              </p:cNvPr>
              <p:cNvGrpSpPr/>
              <p:nvPr/>
            </p:nvGrpSpPr>
            <p:grpSpPr>
              <a:xfrm>
                <a:off x="1781536" y="5022842"/>
                <a:ext cx="207802" cy="207800"/>
                <a:chOff x="1482240" y="5709084"/>
                <a:chExt cx="182564" cy="182563"/>
              </a:xfrm>
            </p:grpSpPr>
            <p:sp>
              <p:nvSpPr>
                <p:cNvPr id="322" name="Freeform 68">
                  <a:extLst>
                    <a:ext uri="{FF2B5EF4-FFF2-40B4-BE49-F238E27FC236}">
                      <a16:creationId xmlns:a16="http://schemas.microsoft.com/office/drawing/2014/main" id="{BDF63156-4F6E-4861-B681-636D83743074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485415" y="5713846"/>
                  <a:ext cx="174627" cy="174626"/>
                </a:xfrm>
                <a:custGeom>
                  <a:avLst/>
                  <a:gdLst>
                    <a:gd name="T0" fmla="*/ 132 w 132"/>
                    <a:gd name="T1" fmla="*/ 74 h 132"/>
                    <a:gd name="T2" fmla="*/ 132 w 132"/>
                    <a:gd name="T3" fmla="*/ 56 h 132"/>
                    <a:gd name="T4" fmla="*/ 122 w 132"/>
                    <a:gd name="T5" fmla="*/ 56 h 132"/>
                    <a:gd name="T6" fmla="*/ 119 w 132"/>
                    <a:gd name="T7" fmla="*/ 46 h 132"/>
                    <a:gd name="T8" fmla="*/ 128 w 132"/>
                    <a:gd name="T9" fmla="*/ 41 h 132"/>
                    <a:gd name="T10" fmla="*/ 119 w 132"/>
                    <a:gd name="T11" fmla="*/ 26 h 132"/>
                    <a:gd name="T12" fmla="*/ 111 w 132"/>
                    <a:gd name="T13" fmla="*/ 30 h 132"/>
                    <a:gd name="T14" fmla="*/ 103 w 132"/>
                    <a:gd name="T15" fmla="*/ 22 h 132"/>
                    <a:gd name="T16" fmla="*/ 108 w 132"/>
                    <a:gd name="T17" fmla="*/ 13 h 132"/>
                    <a:gd name="T18" fmla="*/ 93 w 132"/>
                    <a:gd name="T19" fmla="*/ 4 h 132"/>
                    <a:gd name="T20" fmla="*/ 88 w 132"/>
                    <a:gd name="T21" fmla="*/ 13 h 132"/>
                    <a:gd name="T22" fmla="*/ 75 w 132"/>
                    <a:gd name="T23" fmla="*/ 9 h 132"/>
                    <a:gd name="T24" fmla="*/ 75 w 132"/>
                    <a:gd name="T25" fmla="*/ 0 h 132"/>
                    <a:gd name="T26" fmla="*/ 57 w 132"/>
                    <a:gd name="T27" fmla="*/ 0 h 132"/>
                    <a:gd name="T28" fmla="*/ 57 w 132"/>
                    <a:gd name="T29" fmla="*/ 9 h 132"/>
                    <a:gd name="T30" fmla="*/ 43 w 132"/>
                    <a:gd name="T31" fmla="*/ 13 h 132"/>
                    <a:gd name="T32" fmla="*/ 38 w 132"/>
                    <a:gd name="T33" fmla="*/ 4 h 132"/>
                    <a:gd name="T34" fmla="*/ 23 w 132"/>
                    <a:gd name="T35" fmla="*/ 14 h 132"/>
                    <a:gd name="T36" fmla="*/ 28 w 132"/>
                    <a:gd name="T37" fmla="*/ 23 h 132"/>
                    <a:gd name="T38" fmla="*/ 21 w 132"/>
                    <a:gd name="T39" fmla="*/ 31 h 132"/>
                    <a:gd name="T40" fmla="*/ 12 w 132"/>
                    <a:gd name="T41" fmla="*/ 26 h 132"/>
                    <a:gd name="T42" fmla="*/ 4 w 132"/>
                    <a:gd name="T43" fmla="*/ 41 h 132"/>
                    <a:gd name="T44" fmla="*/ 13 w 132"/>
                    <a:gd name="T45" fmla="*/ 46 h 132"/>
                    <a:gd name="T46" fmla="*/ 10 w 132"/>
                    <a:gd name="T47" fmla="*/ 56 h 132"/>
                    <a:gd name="T48" fmla="*/ 0 w 132"/>
                    <a:gd name="T49" fmla="*/ 56 h 132"/>
                    <a:gd name="T50" fmla="*/ 0 w 132"/>
                    <a:gd name="T51" fmla="*/ 74 h 132"/>
                    <a:gd name="T52" fmla="*/ 10 w 132"/>
                    <a:gd name="T53" fmla="*/ 74 h 132"/>
                    <a:gd name="T54" fmla="*/ 13 w 132"/>
                    <a:gd name="T55" fmla="*/ 85 h 132"/>
                    <a:gd name="T56" fmla="*/ 4 w 132"/>
                    <a:gd name="T57" fmla="*/ 90 h 132"/>
                    <a:gd name="T58" fmla="*/ 12 w 132"/>
                    <a:gd name="T59" fmla="*/ 105 h 132"/>
                    <a:gd name="T60" fmla="*/ 22 w 132"/>
                    <a:gd name="T61" fmla="*/ 100 h 132"/>
                    <a:gd name="T62" fmla="*/ 29 w 132"/>
                    <a:gd name="T63" fmla="*/ 108 h 132"/>
                    <a:gd name="T64" fmla="*/ 24 w 132"/>
                    <a:gd name="T65" fmla="*/ 117 h 132"/>
                    <a:gd name="T66" fmla="*/ 39 w 132"/>
                    <a:gd name="T67" fmla="*/ 126 h 132"/>
                    <a:gd name="T68" fmla="*/ 44 w 132"/>
                    <a:gd name="T69" fmla="*/ 117 h 132"/>
                    <a:gd name="T70" fmla="*/ 57 w 132"/>
                    <a:gd name="T71" fmla="*/ 121 h 132"/>
                    <a:gd name="T72" fmla="*/ 57 w 132"/>
                    <a:gd name="T73" fmla="*/ 132 h 132"/>
                    <a:gd name="T74" fmla="*/ 75 w 132"/>
                    <a:gd name="T75" fmla="*/ 132 h 132"/>
                    <a:gd name="T76" fmla="*/ 75 w 132"/>
                    <a:gd name="T77" fmla="*/ 121 h 132"/>
                    <a:gd name="T78" fmla="*/ 88 w 132"/>
                    <a:gd name="T79" fmla="*/ 117 h 132"/>
                    <a:gd name="T80" fmla="*/ 93 w 132"/>
                    <a:gd name="T81" fmla="*/ 126 h 132"/>
                    <a:gd name="T82" fmla="*/ 108 w 132"/>
                    <a:gd name="T83" fmla="*/ 116 h 132"/>
                    <a:gd name="T84" fmla="*/ 103 w 132"/>
                    <a:gd name="T85" fmla="*/ 108 h 132"/>
                    <a:gd name="T86" fmla="*/ 110 w 132"/>
                    <a:gd name="T87" fmla="*/ 100 h 132"/>
                    <a:gd name="T88" fmla="*/ 119 w 132"/>
                    <a:gd name="T89" fmla="*/ 105 h 132"/>
                    <a:gd name="T90" fmla="*/ 128 w 132"/>
                    <a:gd name="T91" fmla="*/ 90 h 132"/>
                    <a:gd name="T92" fmla="*/ 119 w 132"/>
                    <a:gd name="T93" fmla="*/ 85 h 132"/>
                    <a:gd name="T94" fmla="*/ 122 w 132"/>
                    <a:gd name="T95" fmla="*/ 74 h 132"/>
                    <a:gd name="T96" fmla="*/ 132 w 132"/>
                    <a:gd name="T97" fmla="*/ 74 h 132"/>
                    <a:gd name="T98" fmla="*/ 36 w 132"/>
                    <a:gd name="T99" fmla="*/ 66 h 132"/>
                    <a:gd name="T100" fmla="*/ 66 w 132"/>
                    <a:gd name="T101" fmla="*/ 36 h 132"/>
                    <a:gd name="T102" fmla="*/ 95 w 132"/>
                    <a:gd name="T103" fmla="*/ 66 h 132"/>
                    <a:gd name="T104" fmla="*/ 66 w 132"/>
                    <a:gd name="T105" fmla="*/ 96 h 132"/>
                    <a:gd name="T106" fmla="*/ 36 w 132"/>
                    <a:gd name="T107" fmla="*/ 66 h 1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</a:cxnLst>
                  <a:rect l="0" t="0" r="r" b="b"/>
                  <a:pathLst>
                    <a:path w="132" h="132">
                      <a:moveTo>
                        <a:pt x="132" y="74"/>
                      </a:moveTo>
                      <a:cubicBezTo>
                        <a:pt x="132" y="56"/>
                        <a:pt x="132" y="56"/>
                        <a:pt x="132" y="56"/>
                      </a:cubicBezTo>
                      <a:cubicBezTo>
                        <a:pt x="122" y="56"/>
                        <a:pt x="122" y="56"/>
                        <a:pt x="122" y="56"/>
                      </a:cubicBezTo>
                      <a:cubicBezTo>
                        <a:pt x="121" y="52"/>
                        <a:pt x="121" y="49"/>
                        <a:pt x="119" y="46"/>
                      </a:cubicBezTo>
                      <a:cubicBezTo>
                        <a:pt x="128" y="41"/>
                        <a:pt x="128" y="41"/>
                        <a:pt x="128" y="41"/>
                      </a:cubicBezTo>
                      <a:cubicBezTo>
                        <a:pt x="119" y="26"/>
                        <a:pt x="119" y="26"/>
                        <a:pt x="119" y="26"/>
                      </a:cubicBezTo>
                      <a:cubicBezTo>
                        <a:pt x="111" y="30"/>
                        <a:pt x="111" y="30"/>
                        <a:pt x="111" y="30"/>
                      </a:cubicBezTo>
                      <a:cubicBezTo>
                        <a:pt x="108" y="27"/>
                        <a:pt x="106" y="24"/>
                        <a:pt x="103" y="22"/>
                      </a:cubicBezTo>
                      <a:cubicBezTo>
                        <a:pt x="108" y="13"/>
                        <a:pt x="108" y="13"/>
                        <a:pt x="108" y="13"/>
                      </a:cubicBezTo>
                      <a:cubicBezTo>
                        <a:pt x="93" y="4"/>
                        <a:pt x="93" y="4"/>
                        <a:pt x="93" y="4"/>
                      </a:cubicBezTo>
                      <a:cubicBezTo>
                        <a:pt x="88" y="13"/>
                        <a:pt x="88" y="13"/>
                        <a:pt x="88" y="13"/>
                      </a:cubicBezTo>
                      <a:cubicBezTo>
                        <a:pt x="84" y="11"/>
                        <a:pt x="79" y="10"/>
                        <a:pt x="75" y="9"/>
                      </a:cubicBezTo>
                      <a:cubicBezTo>
                        <a:pt x="75" y="0"/>
                        <a:pt x="75" y="0"/>
                        <a:pt x="75" y="0"/>
                      </a:cubicBezTo>
                      <a:cubicBezTo>
                        <a:pt x="57" y="0"/>
                        <a:pt x="57" y="0"/>
                        <a:pt x="57" y="0"/>
                      </a:cubicBezTo>
                      <a:cubicBezTo>
                        <a:pt x="57" y="9"/>
                        <a:pt x="57" y="9"/>
                        <a:pt x="57" y="9"/>
                      </a:cubicBezTo>
                      <a:cubicBezTo>
                        <a:pt x="52" y="10"/>
                        <a:pt x="48" y="11"/>
                        <a:pt x="43" y="13"/>
                      </a:cubicBezTo>
                      <a:cubicBezTo>
                        <a:pt x="38" y="4"/>
                        <a:pt x="38" y="4"/>
                        <a:pt x="38" y="4"/>
                      </a:cubicBezTo>
                      <a:cubicBezTo>
                        <a:pt x="23" y="14"/>
                        <a:pt x="23" y="14"/>
                        <a:pt x="23" y="14"/>
                      </a:cubicBezTo>
                      <a:cubicBezTo>
                        <a:pt x="28" y="23"/>
                        <a:pt x="28" y="23"/>
                        <a:pt x="28" y="23"/>
                      </a:cubicBezTo>
                      <a:cubicBezTo>
                        <a:pt x="26" y="25"/>
                        <a:pt x="23" y="28"/>
                        <a:pt x="21" y="31"/>
                      </a:cubicBezTo>
                      <a:cubicBezTo>
                        <a:pt x="12" y="26"/>
                        <a:pt x="12" y="26"/>
                        <a:pt x="12" y="26"/>
                      </a:cubicBezTo>
                      <a:cubicBezTo>
                        <a:pt x="4" y="41"/>
                        <a:pt x="4" y="41"/>
                        <a:pt x="4" y="41"/>
                      </a:cubicBezTo>
                      <a:cubicBezTo>
                        <a:pt x="13" y="46"/>
                        <a:pt x="13" y="46"/>
                        <a:pt x="13" y="46"/>
                      </a:cubicBezTo>
                      <a:cubicBezTo>
                        <a:pt x="12" y="49"/>
                        <a:pt x="11" y="53"/>
                        <a:pt x="10" y="56"/>
                      </a:cubicBezTo>
                      <a:cubicBezTo>
                        <a:pt x="0" y="56"/>
                        <a:pt x="0" y="56"/>
                        <a:pt x="0" y="56"/>
                      </a:cubicBezTo>
                      <a:cubicBezTo>
                        <a:pt x="0" y="74"/>
                        <a:pt x="0" y="74"/>
                        <a:pt x="0" y="74"/>
                      </a:cubicBezTo>
                      <a:cubicBezTo>
                        <a:pt x="10" y="74"/>
                        <a:pt x="10" y="74"/>
                        <a:pt x="10" y="74"/>
                      </a:cubicBezTo>
                      <a:cubicBezTo>
                        <a:pt x="11" y="77"/>
                        <a:pt x="12" y="81"/>
                        <a:pt x="13" y="85"/>
                      </a:cubicBezTo>
                      <a:cubicBezTo>
                        <a:pt x="4" y="90"/>
                        <a:pt x="4" y="90"/>
                        <a:pt x="4" y="90"/>
                      </a:cubicBezTo>
                      <a:cubicBezTo>
                        <a:pt x="12" y="105"/>
                        <a:pt x="12" y="105"/>
                        <a:pt x="12" y="105"/>
                      </a:cubicBezTo>
                      <a:cubicBezTo>
                        <a:pt x="22" y="100"/>
                        <a:pt x="22" y="100"/>
                        <a:pt x="22" y="100"/>
                      </a:cubicBezTo>
                      <a:cubicBezTo>
                        <a:pt x="24" y="103"/>
                        <a:pt x="26" y="106"/>
                        <a:pt x="29" y="108"/>
                      </a:cubicBezTo>
                      <a:cubicBezTo>
                        <a:pt x="24" y="117"/>
                        <a:pt x="24" y="117"/>
                        <a:pt x="24" y="117"/>
                      </a:cubicBezTo>
                      <a:cubicBezTo>
                        <a:pt x="39" y="126"/>
                        <a:pt x="39" y="126"/>
                        <a:pt x="39" y="126"/>
                      </a:cubicBezTo>
                      <a:cubicBezTo>
                        <a:pt x="44" y="117"/>
                        <a:pt x="44" y="117"/>
                        <a:pt x="44" y="117"/>
                      </a:cubicBezTo>
                      <a:cubicBezTo>
                        <a:pt x="48" y="119"/>
                        <a:pt x="53" y="120"/>
                        <a:pt x="57" y="121"/>
                      </a:cubicBezTo>
                      <a:cubicBezTo>
                        <a:pt x="57" y="132"/>
                        <a:pt x="57" y="132"/>
                        <a:pt x="57" y="132"/>
                      </a:cubicBezTo>
                      <a:cubicBezTo>
                        <a:pt x="75" y="132"/>
                        <a:pt x="75" y="132"/>
                        <a:pt x="75" y="132"/>
                      </a:cubicBezTo>
                      <a:cubicBezTo>
                        <a:pt x="75" y="121"/>
                        <a:pt x="75" y="121"/>
                        <a:pt x="75" y="121"/>
                      </a:cubicBezTo>
                      <a:cubicBezTo>
                        <a:pt x="79" y="120"/>
                        <a:pt x="84" y="119"/>
                        <a:pt x="88" y="117"/>
                      </a:cubicBezTo>
                      <a:cubicBezTo>
                        <a:pt x="93" y="126"/>
                        <a:pt x="93" y="126"/>
                        <a:pt x="93" y="126"/>
                      </a:cubicBezTo>
                      <a:cubicBezTo>
                        <a:pt x="108" y="116"/>
                        <a:pt x="108" y="116"/>
                        <a:pt x="108" y="116"/>
                      </a:cubicBezTo>
                      <a:cubicBezTo>
                        <a:pt x="103" y="108"/>
                        <a:pt x="103" y="108"/>
                        <a:pt x="103" y="108"/>
                      </a:cubicBezTo>
                      <a:cubicBezTo>
                        <a:pt x="105" y="106"/>
                        <a:pt x="108" y="103"/>
                        <a:pt x="110" y="100"/>
                      </a:cubicBezTo>
                      <a:cubicBezTo>
                        <a:pt x="119" y="105"/>
                        <a:pt x="119" y="105"/>
                        <a:pt x="119" y="105"/>
                      </a:cubicBezTo>
                      <a:cubicBezTo>
                        <a:pt x="128" y="90"/>
                        <a:pt x="128" y="90"/>
                        <a:pt x="128" y="90"/>
                      </a:cubicBezTo>
                      <a:cubicBezTo>
                        <a:pt x="119" y="85"/>
                        <a:pt x="119" y="85"/>
                        <a:pt x="119" y="85"/>
                      </a:cubicBezTo>
                      <a:cubicBezTo>
                        <a:pt x="120" y="82"/>
                        <a:pt x="121" y="78"/>
                        <a:pt x="122" y="74"/>
                      </a:cubicBezTo>
                      <a:lnTo>
                        <a:pt x="132" y="74"/>
                      </a:lnTo>
                      <a:close/>
                      <a:moveTo>
                        <a:pt x="36" y="66"/>
                      </a:moveTo>
                      <a:cubicBezTo>
                        <a:pt x="36" y="49"/>
                        <a:pt x="49" y="36"/>
                        <a:pt x="66" y="36"/>
                      </a:cubicBezTo>
                      <a:cubicBezTo>
                        <a:pt x="82" y="36"/>
                        <a:pt x="95" y="49"/>
                        <a:pt x="95" y="66"/>
                      </a:cubicBezTo>
                      <a:cubicBezTo>
                        <a:pt x="95" y="82"/>
                        <a:pt x="82" y="96"/>
                        <a:pt x="66" y="96"/>
                      </a:cubicBezTo>
                      <a:cubicBezTo>
                        <a:pt x="49" y="96"/>
                        <a:pt x="36" y="82"/>
                        <a:pt x="36" y="66"/>
                      </a:cubicBezTo>
                      <a:close/>
                    </a:path>
                  </a:pathLst>
                </a:custGeom>
                <a:solidFill>
                  <a:srgbClr val="FFC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323" name="Freeform 69">
                  <a:extLst>
                    <a:ext uri="{FF2B5EF4-FFF2-40B4-BE49-F238E27FC236}">
                      <a16:creationId xmlns:a16="http://schemas.microsoft.com/office/drawing/2014/main" id="{9CEEFE09-1C64-4002-9D7C-9757119F0D7E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482240" y="5709084"/>
                  <a:ext cx="182564" cy="182563"/>
                </a:xfrm>
                <a:custGeom>
                  <a:avLst/>
                  <a:gdLst>
                    <a:gd name="T0" fmla="*/ 57 w 138"/>
                    <a:gd name="T1" fmla="*/ 135 h 138"/>
                    <a:gd name="T2" fmla="*/ 44 w 138"/>
                    <a:gd name="T3" fmla="*/ 130 h 138"/>
                    <a:gd name="T4" fmla="*/ 25 w 138"/>
                    <a:gd name="T5" fmla="*/ 122 h 138"/>
                    <a:gd name="T6" fmla="*/ 24 w 138"/>
                    <a:gd name="T7" fmla="*/ 107 h 138"/>
                    <a:gd name="T8" fmla="*/ 13 w 138"/>
                    <a:gd name="T9" fmla="*/ 110 h 138"/>
                    <a:gd name="T10" fmla="*/ 13 w 138"/>
                    <a:gd name="T11" fmla="*/ 86 h 138"/>
                    <a:gd name="T12" fmla="*/ 0 w 138"/>
                    <a:gd name="T13" fmla="*/ 77 h 138"/>
                    <a:gd name="T14" fmla="*/ 11 w 138"/>
                    <a:gd name="T15" fmla="*/ 56 h 138"/>
                    <a:gd name="T16" fmla="*/ 4 w 138"/>
                    <a:gd name="T17" fmla="*/ 43 h 138"/>
                    <a:gd name="T18" fmla="*/ 23 w 138"/>
                    <a:gd name="T19" fmla="*/ 30 h 138"/>
                    <a:gd name="T20" fmla="*/ 24 w 138"/>
                    <a:gd name="T21" fmla="*/ 14 h 138"/>
                    <a:gd name="T22" fmla="*/ 47 w 138"/>
                    <a:gd name="T23" fmla="*/ 13 h 138"/>
                    <a:gd name="T24" fmla="*/ 60 w 138"/>
                    <a:gd name="T25" fmla="*/ 0 h 138"/>
                    <a:gd name="T26" fmla="*/ 80 w 138"/>
                    <a:gd name="T27" fmla="*/ 10 h 138"/>
                    <a:gd name="T28" fmla="*/ 97 w 138"/>
                    <a:gd name="T29" fmla="*/ 5 h 138"/>
                    <a:gd name="T30" fmla="*/ 109 w 138"/>
                    <a:gd name="T31" fmla="*/ 24 h 138"/>
                    <a:gd name="T32" fmla="*/ 124 w 138"/>
                    <a:gd name="T33" fmla="*/ 28 h 138"/>
                    <a:gd name="T34" fmla="*/ 126 w 138"/>
                    <a:gd name="T35" fmla="*/ 50 h 138"/>
                    <a:gd name="T36" fmla="*/ 138 w 138"/>
                    <a:gd name="T37" fmla="*/ 59 h 138"/>
                    <a:gd name="T38" fmla="*/ 127 w 138"/>
                    <a:gd name="T39" fmla="*/ 79 h 138"/>
                    <a:gd name="T40" fmla="*/ 133 w 138"/>
                    <a:gd name="T41" fmla="*/ 94 h 138"/>
                    <a:gd name="T42" fmla="*/ 121 w 138"/>
                    <a:gd name="T43" fmla="*/ 111 h 138"/>
                    <a:gd name="T44" fmla="*/ 113 w 138"/>
                    <a:gd name="T45" fmla="*/ 118 h 138"/>
                    <a:gd name="T46" fmla="*/ 97 w 138"/>
                    <a:gd name="T47" fmla="*/ 131 h 138"/>
                    <a:gd name="T48" fmla="*/ 80 w 138"/>
                    <a:gd name="T49" fmla="*/ 126 h 138"/>
                    <a:gd name="T50" fmla="*/ 63 w 138"/>
                    <a:gd name="T51" fmla="*/ 132 h 138"/>
                    <a:gd name="T52" fmla="*/ 77 w 138"/>
                    <a:gd name="T53" fmla="*/ 121 h 138"/>
                    <a:gd name="T54" fmla="*/ 97 w 138"/>
                    <a:gd name="T55" fmla="*/ 125 h 138"/>
                    <a:gd name="T56" fmla="*/ 104 w 138"/>
                    <a:gd name="T57" fmla="*/ 109 h 138"/>
                    <a:gd name="T58" fmla="*/ 121 w 138"/>
                    <a:gd name="T59" fmla="*/ 105 h 138"/>
                    <a:gd name="T60" fmla="*/ 119 w 138"/>
                    <a:gd name="T61" fmla="*/ 87 h 138"/>
                    <a:gd name="T62" fmla="*/ 132 w 138"/>
                    <a:gd name="T63" fmla="*/ 74 h 138"/>
                    <a:gd name="T64" fmla="*/ 122 w 138"/>
                    <a:gd name="T65" fmla="*/ 59 h 138"/>
                    <a:gd name="T66" fmla="*/ 127 w 138"/>
                    <a:gd name="T67" fmla="*/ 43 h 138"/>
                    <a:gd name="T68" fmla="*/ 112 w 138"/>
                    <a:gd name="T69" fmla="*/ 35 h 138"/>
                    <a:gd name="T70" fmla="*/ 107 w 138"/>
                    <a:gd name="T71" fmla="*/ 17 h 138"/>
                    <a:gd name="T72" fmla="*/ 90 w 138"/>
                    <a:gd name="T73" fmla="*/ 18 h 138"/>
                    <a:gd name="T74" fmla="*/ 75 w 138"/>
                    <a:gd name="T75" fmla="*/ 6 h 138"/>
                    <a:gd name="T76" fmla="*/ 60 w 138"/>
                    <a:gd name="T77" fmla="*/ 15 h 138"/>
                    <a:gd name="T78" fmla="*/ 40 w 138"/>
                    <a:gd name="T79" fmla="*/ 11 h 138"/>
                    <a:gd name="T80" fmla="*/ 33 w 138"/>
                    <a:gd name="T81" fmla="*/ 28 h 138"/>
                    <a:gd name="T82" fmla="*/ 16 w 138"/>
                    <a:gd name="T83" fmla="*/ 33 h 138"/>
                    <a:gd name="T84" fmla="*/ 18 w 138"/>
                    <a:gd name="T85" fmla="*/ 50 h 138"/>
                    <a:gd name="T86" fmla="*/ 6 w 138"/>
                    <a:gd name="T87" fmla="*/ 62 h 138"/>
                    <a:gd name="T88" fmla="*/ 16 w 138"/>
                    <a:gd name="T89" fmla="*/ 76 h 138"/>
                    <a:gd name="T90" fmla="*/ 10 w 138"/>
                    <a:gd name="T91" fmla="*/ 94 h 138"/>
                    <a:gd name="T92" fmla="*/ 27 w 138"/>
                    <a:gd name="T93" fmla="*/ 101 h 138"/>
                    <a:gd name="T94" fmla="*/ 31 w 138"/>
                    <a:gd name="T95" fmla="*/ 119 h 138"/>
                    <a:gd name="T96" fmla="*/ 48 w 138"/>
                    <a:gd name="T97" fmla="*/ 118 h 138"/>
                    <a:gd name="T98" fmla="*/ 63 w 138"/>
                    <a:gd name="T99" fmla="*/ 132 h 138"/>
                    <a:gd name="T100" fmla="*/ 69 w 138"/>
                    <a:gd name="T101" fmla="*/ 36 h 138"/>
                    <a:gd name="T102" fmla="*/ 69 w 138"/>
                    <a:gd name="T103" fmla="*/ 42 h 138"/>
                    <a:gd name="T104" fmla="*/ 96 w 138"/>
                    <a:gd name="T105" fmla="*/ 69 h 1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</a:cxnLst>
                  <a:rect l="0" t="0" r="r" b="b"/>
                  <a:pathLst>
                    <a:path w="138" h="138">
                      <a:moveTo>
                        <a:pt x="78" y="138"/>
                      </a:moveTo>
                      <a:cubicBezTo>
                        <a:pt x="60" y="138"/>
                        <a:pt x="60" y="138"/>
                        <a:pt x="60" y="138"/>
                      </a:cubicBezTo>
                      <a:cubicBezTo>
                        <a:pt x="58" y="138"/>
                        <a:pt x="57" y="136"/>
                        <a:pt x="57" y="135"/>
                      </a:cubicBezTo>
                      <a:cubicBezTo>
                        <a:pt x="57" y="126"/>
                        <a:pt x="57" y="126"/>
                        <a:pt x="57" y="126"/>
                      </a:cubicBezTo>
                      <a:cubicBezTo>
                        <a:pt x="54" y="126"/>
                        <a:pt x="51" y="125"/>
                        <a:pt x="48" y="124"/>
                      </a:cubicBezTo>
                      <a:cubicBezTo>
                        <a:pt x="44" y="130"/>
                        <a:pt x="44" y="130"/>
                        <a:pt x="44" y="130"/>
                      </a:cubicBezTo>
                      <a:cubicBezTo>
                        <a:pt x="44" y="131"/>
                        <a:pt x="43" y="131"/>
                        <a:pt x="42" y="132"/>
                      </a:cubicBezTo>
                      <a:cubicBezTo>
                        <a:pt x="42" y="132"/>
                        <a:pt x="41" y="132"/>
                        <a:pt x="40" y="131"/>
                      </a:cubicBezTo>
                      <a:cubicBezTo>
                        <a:pt x="25" y="122"/>
                        <a:pt x="25" y="122"/>
                        <a:pt x="25" y="122"/>
                      </a:cubicBezTo>
                      <a:cubicBezTo>
                        <a:pt x="24" y="121"/>
                        <a:pt x="24" y="120"/>
                        <a:pt x="24" y="118"/>
                      </a:cubicBezTo>
                      <a:cubicBezTo>
                        <a:pt x="29" y="111"/>
                        <a:pt x="29" y="111"/>
                        <a:pt x="29" y="111"/>
                      </a:cubicBezTo>
                      <a:cubicBezTo>
                        <a:pt x="27" y="110"/>
                        <a:pt x="25" y="108"/>
                        <a:pt x="24" y="107"/>
                      </a:cubicBezTo>
                      <a:cubicBezTo>
                        <a:pt x="16" y="111"/>
                        <a:pt x="16" y="111"/>
                        <a:pt x="16" y="111"/>
                      </a:cubicBezTo>
                      <a:cubicBezTo>
                        <a:pt x="16" y="111"/>
                        <a:pt x="15" y="111"/>
                        <a:pt x="14" y="111"/>
                      </a:cubicBezTo>
                      <a:cubicBezTo>
                        <a:pt x="14" y="111"/>
                        <a:pt x="13" y="110"/>
                        <a:pt x="13" y="110"/>
                      </a:cubicBezTo>
                      <a:cubicBezTo>
                        <a:pt x="4" y="94"/>
                        <a:pt x="4" y="94"/>
                        <a:pt x="4" y="94"/>
                      </a:cubicBezTo>
                      <a:cubicBezTo>
                        <a:pt x="3" y="93"/>
                        <a:pt x="4" y="91"/>
                        <a:pt x="5" y="91"/>
                      </a:cubicBezTo>
                      <a:cubicBezTo>
                        <a:pt x="13" y="86"/>
                        <a:pt x="13" y="86"/>
                        <a:pt x="13" y="86"/>
                      </a:cubicBezTo>
                      <a:cubicBezTo>
                        <a:pt x="12" y="84"/>
                        <a:pt x="11" y="82"/>
                        <a:pt x="11" y="79"/>
                      </a:cubicBezTo>
                      <a:cubicBezTo>
                        <a:pt x="3" y="79"/>
                        <a:pt x="3" y="79"/>
                        <a:pt x="3" y="79"/>
                      </a:cubicBezTo>
                      <a:cubicBezTo>
                        <a:pt x="1" y="79"/>
                        <a:pt x="0" y="78"/>
                        <a:pt x="0" y="77"/>
                      </a:cubicBezTo>
                      <a:cubicBezTo>
                        <a:pt x="0" y="59"/>
                        <a:pt x="0" y="59"/>
                        <a:pt x="0" y="59"/>
                      </a:cubicBezTo>
                      <a:cubicBezTo>
                        <a:pt x="0" y="57"/>
                        <a:pt x="1" y="56"/>
                        <a:pt x="3" y="56"/>
                      </a:cubicBezTo>
                      <a:cubicBezTo>
                        <a:pt x="11" y="56"/>
                        <a:pt x="11" y="56"/>
                        <a:pt x="11" y="56"/>
                      </a:cubicBezTo>
                      <a:cubicBezTo>
                        <a:pt x="11" y="54"/>
                        <a:pt x="12" y="52"/>
                        <a:pt x="12" y="51"/>
                      </a:cubicBezTo>
                      <a:cubicBezTo>
                        <a:pt x="5" y="47"/>
                        <a:pt x="5" y="47"/>
                        <a:pt x="5" y="47"/>
                      </a:cubicBezTo>
                      <a:cubicBezTo>
                        <a:pt x="4" y="46"/>
                        <a:pt x="3" y="44"/>
                        <a:pt x="4" y="43"/>
                      </a:cubicBezTo>
                      <a:cubicBezTo>
                        <a:pt x="13" y="28"/>
                        <a:pt x="13" y="28"/>
                        <a:pt x="13" y="28"/>
                      </a:cubicBezTo>
                      <a:cubicBezTo>
                        <a:pt x="13" y="26"/>
                        <a:pt x="15" y="26"/>
                        <a:pt x="16" y="27"/>
                      </a:cubicBezTo>
                      <a:cubicBezTo>
                        <a:pt x="23" y="30"/>
                        <a:pt x="23" y="30"/>
                        <a:pt x="23" y="30"/>
                      </a:cubicBezTo>
                      <a:cubicBezTo>
                        <a:pt x="25" y="29"/>
                        <a:pt x="26" y="27"/>
                        <a:pt x="28" y="25"/>
                      </a:cubicBezTo>
                      <a:cubicBezTo>
                        <a:pt x="23" y="18"/>
                        <a:pt x="23" y="18"/>
                        <a:pt x="23" y="18"/>
                      </a:cubicBezTo>
                      <a:cubicBezTo>
                        <a:pt x="23" y="17"/>
                        <a:pt x="23" y="15"/>
                        <a:pt x="24" y="14"/>
                      </a:cubicBezTo>
                      <a:cubicBezTo>
                        <a:pt x="39" y="5"/>
                        <a:pt x="39" y="5"/>
                        <a:pt x="39" y="5"/>
                      </a:cubicBezTo>
                      <a:cubicBezTo>
                        <a:pt x="40" y="4"/>
                        <a:pt x="42" y="5"/>
                        <a:pt x="43" y="6"/>
                      </a:cubicBezTo>
                      <a:cubicBezTo>
                        <a:pt x="47" y="13"/>
                        <a:pt x="47" y="13"/>
                        <a:pt x="47" y="13"/>
                      </a:cubicBezTo>
                      <a:cubicBezTo>
                        <a:pt x="50" y="12"/>
                        <a:pt x="54" y="11"/>
                        <a:pt x="57" y="10"/>
                      </a:cubicBezTo>
                      <a:cubicBezTo>
                        <a:pt x="57" y="3"/>
                        <a:pt x="57" y="3"/>
                        <a:pt x="57" y="3"/>
                      </a:cubicBezTo>
                      <a:cubicBezTo>
                        <a:pt x="57" y="1"/>
                        <a:pt x="58" y="0"/>
                        <a:pt x="60" y="0"/>
                      </a:cubicBezTo>
                      <a:cubicBezTo>
                        <a:pt x="78" y="0"/>
                        <a:pt x="78" y="0"/>
                        <a:pt x="78" y="0"/>
                      </a:cubicBezTo>
                      <a:cubicBezTo>
                        <a:pt x="79" y="0"/>
                        <a:pt x="80" y="1"/>
                        <a:pt x="80" y="3"/>
                      </a:cubicBezTo>
                      <a:cubicBezTo>
                        <a:pt x="80" y="10"/>
                        <a:pt x="80" y="10"/>
                        <a:pt x="80" y="10"/>
                      </a:cubicBezTo>
                      <a:cubicBezTo>
                        <a:pt x="84" y="10"/>
                        <a:pt x="87" y="11"/>
                        <a:pt x="90" y="12"/>
                      </a:cubicBezTo>
                      <a:cubicBezTo>
                        <a:pt x="94" y="6"/>
                        <a:pt x="94" y="6"/>
                        <a:pt x="94" y="6"/>
                      </a:cubicBezTo>
                      <a:cubicBezTo>
                        <a:pt x="94" y="4"/>
                        <a:pt x="96" y="4"/>
                        <a:pt x="97" y="5"/>
                      </a:cubicBezTo>
                      <a:cubicBezTo>
                        <a:pt x="112" y="14"/>
                        <a:pt x="112" y="14"/>
                        <a:pt x="112" y="14"/>
                      </a:cubicBezTo>
                      <a:cubicBezTo>
                        <a:pt x="114" y="15"/>
                        <a:pt x="114" y="17"/>
                        <a:pt x="113" y="18"/>
                      </a:cubicBezTo>
                      <a:cubicBezTo>
                        <a:pt x="109" y="24"/>
                        <a:pt x="109" y="24"/>
                        <a:pt x="109" y="24"/>
                      </a:cubicBezTo>
                      <a:cubicBezTo>
                        <a:pt x="111" y="26"/>
                        <a:pt x="113" y="28"/>
                        <a:pt x="115" y="30"/>
                      </a:cubicBezTo>
                      <a:cubicBezTo>
                        <a:pt x="121" y="27"/>
                        <a:pt x="121" y="27"/>
                        <a:pt x="121" y="27"/>
                      </a:cubicBezTo>
                      <a:cubicBezTo>
                        <a:pt x="122" y="26"/>
                        <a:pt x="124" y="26"/>
                        <a:pt x="124" y="28"/>
                      </a:cubicBezTo>
                      <a:cubicBezTo>
                        <a:pt x="133" y="43"/>
                        <a:pt x="133" y="43"/>
                        <a:pt x="133" y="43"/>
                      </a:cubicBezTo>
                      <a:cubicBezTo>
                        <a:pt x="134" y="44"/>
                        <a:pt x="133" y="46"/>
                        <a:pt x="132" y="47"/>
                      </a:cubicBezTo>
                      <a:cubicBezTo>
                        <a:pt x="126" y="50"/>
                        <a:pt x="126" y="50"/>
                        <a:pt x="126" y="50"/>
                      </a:cubicBezTo>
                      <a:cubicBezTo>
                        <a:pt x="126" y="52"/>
                        <a:pt x="127" y="54"/>
                        <a:pt x="127" y="56"/>
                      </a:cubicBezTo>
                      <a:cubicBezTo>
                        <a:pt x="135" y="56"/>
                        <a:pt x="135" y="56"/>
                        <a:pt x="135" y="56"/>
                      </a:cubicBezTo>
                      <a:cubicBezTo>
                        <a:pt x="136" y="56"/>
                        <a:pt x="138" y="57"/>
                        <a:pt x="138" y="59"/>
                      </a:cubicBezTo>
                      <a:cubicBezTo>
                        <a:pt x="138" y="77"/>
                        <a:pt x="138" y="77"/>
                        <a:pt x="138" y="77"/>
                      </a:cubicBezTo>
                      <a:cubicBezTo>
                        <a:pt x="138" y="78"/>
                        <a:pt x="136" y="79"/>
                        <a:pt x="135" y="79"/>
                      </a:cubicBezTo>
                      <a:cubicBezTo>
                        <a:pt x="127" y="79"/>
                        <a:pt x="127" y="79"/>
                        <a:pt x="127" y="79"/>
                      </a:cubicBezTo>
                      <a:cubicBezTo>
                        <a:pt x="127" y="82"/>
                        <a:pt x="126" y="84"/>
                        <a:pt x="125" y="87"/>
                      </a:cubicBezTo>
                      <a:cubicBezTo>
                        <a:pt x="132" y="91"/>
                        <a:pt x="132" y="91"/>
                        <a:pt x="132" y="91"/>
                      </a:cubicBezTo>
                      <a:cubicBezTo>
                        <a:pt x="133" y="91"/>
                        <a:pt x="134" y="93"/>
                        <a:pt x="133" y="94"/>
                      </a:cubicBezTo>
                      <a:cubicBezTo>
                        <a:pt x="124" y="110"/>
                        <a:pt x="124" y="110"/>
                        <a:pt x="124" y="110"/>
                      </a:cubicBezTo>
                      <a:cubicBezTo>
                        <a:pt x="124" y="110"/>
                        <a:pt x="123" y="111"/>
                        <a:pt x="123" y="111"/>
                      </a:cubicBezTo>
                      <a:cubicBezTo>
                        <a:pt x="122" y="111"/>
                        <a:pt x="121" y="111"/>
                        <a:pt x="121" y="111"/>
                      </a:cubicBezTo>
                      <a:cubicBezTo>
                        <a:pt x="114" y="107"/>
                        <a:pt x="114" y="107"/>
                        <a:pt x="114" y="107"/>
                      </a:cubicBezTo>
                      <a:cubicBezTo>
                        <a:pt x="112" y="109"/>
                        <a:pt x="111" y="110"/>
                        <a:pt x="109" y="112"/>
                      </a:cubicBezTo>
                      <a:cubicBezTo>
                        <a:pt x="113" y="118"/>
                        <a:pt x="113" y="118"/>
                        <a:pt x="113" y="118"/>
                      </a:cubicBezTo>
                      <a:cubicBezTo>
                        <a:pt x="114" y="118"/>
                        <a:pt x="114" y="119"/>
                        <a:pt x="113" y="120"/>
                      </a:cubicBezTo>
                      <a:cubicBezTo>
                        <a:pt x="113" y="121"/>
                        <a:pt x="113" y="121"/>
                        <a:pt x="112" y="122"/>
                      </a:cubicBezTo>
                      <a:cubicBezTo>
                        <a:pt x="97" y="131"/>
                        <a:pt x="97" y="131"/>
                        <a:pt x="97" y="131"/>
                      </a:cubicBezTo>
                      <a:cubicBezTo>
                        <a:pt x="96" y="132"/>
                        <a:pt x="94" y="131"/>
                        <a:pt x="93" y="130"/>
                      </a:cubicBezTo>
                      <a:cubicBezTo>
                        <a:pt x="90" y="124"/>
                        <a:pt x="90" y="124"/>
                        <a:pt x="90" y="124"/>
                      </a:cubicBezTo>
                      <a:cubicBezTo>
                        <a:pt x="87" y="125"/>
                        <a:pt x="84" y="126"/>
                        <a:pt x="80" y="126"/>
                      </a:cubicBezTo>
                      <a:cubicBezTo>
                        <a:pt x="80" y="135"/>
                        <a:pt x="80" y="135"/>
                        <a:pt x="80" y="135"/>
                      </a:cubicBezTo>
                      <a:cubicBezTo>
                        <a:pt x="80" y="136"/>
                        <a:pt x="79" y="138"/>
                        <a:pt x="78" y="138"/>
                      </a:cubicBezTo>
                      <a:close/>
                      <a:moveTo>
                        <a:pt x="63" y="132"/>
                      </a:moveTo>
                      <a:cubicBezTo>
                        <a:pt x="75" y="132"/>
                        <a:pt x="75" y="132"/>
                        <a:pt x="75" y="132"/>
                      </a:cubicBezTo>
                      <a:cubicBezTo>
                        <a:pt x="75" y="124"/>
                        <a:pt x="75" y="124"/>
                        <a:pt x="75" y="124"/>
                      </a:cubicBezTo>
                      <a:cubicBezTo>
                        <a:pt x="75" y="123"/>
                        <a:pt x="76" y="122"/>
                        <a:pt x="77" y="121"/>
                      </a:cubicBezTo>
                      <a:cubicBezTo>
                        <a:pt x="81" y="121"/>
                        <a:pt x="86" y="120"/>
                        <a:pt x="90" y="118"/>
                      </a:cubicBezTo>
                      <a:cubicBezTo>
                        <a:pt x="91" y="117"/>
                        <a:pt x="92" y="118"/>
                        <a:pt x="93" y="119"/>
                      </a:cubicBezTo>
                      <a:cubicBezTo>
                        <a:pt x="97" y="125"/>
                        <a:pt x="97" y="125"/>
                        <a:pt x="97" y="125"/>
                      </a:cubicBezTo>
                      <a:cubicBezTo>
                        <a:pt x="107" y="118"/>
                        <a:pt x="107" y="118"/>
                        <a:pt x="107" y="118"/>
                      </a:cubicBezTo>
                      <a:cubicBezTo>
                        <a:pt x="103" y="113"/>
                        <a:pt x="103" y="113"/>
                        <a:pt x="103" y="113"/>
                      </a:cubicBezTo>
                      <a:cubicBezTo>
                        <a:pt x="103" y="112"/>
                        <a:pt x="103" y="110"/>
                        <a:pt x="104" y="109"/>
                      </a:cubicBezTo>
                      <a:cubicBezTo>
                        <a:pt x="107" y="107"/>
                        <a:pt x="109" y="104"/>
                        <a:pt x="111" y="102"/>
                      </a:cubicBezTo>
                      <a:cubicBezTo>
                        <a:pt x="112" y="101"/>
                        <a:pt x="113" y="100"/>
                        <a:pt x="115" y="101"/>
                      </a:cubicBezTo>
                      <a:cubicBezTo>
                        <a:pt x="121" y="105"/>
                        <a:pt x="121" y="105"/>
                        <a:pt x="121" y="105"/>
                      </a:cubicBezTo>
                      <a:cubicBezTo>
                        <a:pt x="127" y="94"/>
                        <a:pt x="127" y="94"/>
                        <a:pt x="127" y="94"/>
                      </a:cubicBezTo>
                      <a:cubicBezTo>
                        <a:pt x="121" y="91"/>
                        <a:pt x="121" y="91"/>
                        <a:pt x="121" y="91"/>
                      </a:cubicBezTo>
                      <a:cubicBezTo>
                        <a:pt x="119" y="90"/>
                        <a:pt x="119" y="89"/>
                        <a:pt x="119" y="87"/>
                      </a:cubicBezTo>
                      <a:cubicBezTo>
                        <a:pt x="121" y="84"/>
                        <a:pt x="122" y="80"/>
                        <a:pt x="122" y="76"/>
                      </a:cubicBezTo>
                      <a:cubicBezTo>
                        <a:pt x="123" y="75"/>
                        <a:pt x="124" y="74"/>
                        <a:pt x="125" y="74"/>
                      </a:cubicBezTo>
                      <a:cubicBezTo>
                        <a:pt x="132" y="74"/>
                        <a:pt x="132" y="74"/>
                        <a:pt x="132" y="74"/>
                      </a:cubicBezTo>
                      <a:cubicBezTo>
                        <a:pt x="132" y="62"/>
                        <a:pt x="132" y="62"/>
                        <a:pt x="132" y="62"/>
                      </a:cubicBezTo>
                      <a:cubicBezTo>
                        <a:pt x="125" y="62"/>
                        <a:pt x="125" y="62"/>
                        <a:pt x="125" y="62"/>
                      </a:cubicBezTo>
                      <a:cubicBezTo>
                        <a:pt x="124" y="62"/>
                        <a:pt x="122" y="61"/>
                        <a:pt x="122" y="59"/>
                      </a:cubicBezTo>
                      <a:cubicBezTo>
                        <a:pt x="122" y="56"/>
                        <a:pt x="121" y="53"/>
                        <a:pt x="120" y="50"/>
                      </a:cubicBezTo>
                      <a:cubicBezTo>
                        <a:pt x="119" y="49"/>
                        <a:pt x="120" y="47"/>
                        <a:pt x="121" y="46"/>
                      </a:cubicBezTo>
                      <a:cubicBezTo>
                        <a:pt x="127" y="43"/>
                        <a:pt x="127" y="43"/>
                        <a:pt x="127" y="43"/>
                      </a:cubicBezTo>
                      <a:cubicBezTo>
                        <a:pt x="121" y="33"/>
                        <a:pt x="121" y="33"/>
                        <a:pt x="121" y="33"/>
                      </a:cubicBezTo>
                      <a:cubicBezTo>
                        <a:pt x="115" y="36"/>
                        <a:pt x="115" y="36"/>
                        <a:pt x="115" y="36"/>
                      </a:cubicBezTo>
                      <a:cubicBezTo>
                        <a:pt x="114" y="37"/>
                        <a:pt x="113" y="36"/>
                        <a:pt x="112" y="35"/>
                      </a:cubicBezTo>
                      <a:cubicBezTo>
                        <a:pt x="109" y="32"/>
                        <a:pt x="107" y="29"/>
                        <a:pt x="104" y="27"/>
                      </a:cubicBezTo>
                      <a:cubicBezTo>
                        <a:pt x="103" y="26"/>
                        <a:pt x="103" y="25"/>
                        <a:pt x="103" y="23"/>
                      </a:cubicBezTo>
                      <a:cubicBezTo>
                        <a:pt x="107" y="17"/>
                        <a:pt x="107" y="17"/>
                        <a:pt x="107" y="17"/>
                      </a:cubicBezTo>
                      <a:cubicBezTo>
                        <a:pt x="97" y="11"/>
                        <a:pt x="97" y="11"/>
                        <a:pt x="97" y="11"/>
                      </a:cubicBezTo>
                      <a:cubicBezTo>
                        <a:pt x="93" y="17"/>
                        <a:pt x="93" y="17"/>
                        <a:pt x="93" y="17"/>
                      </a:cubicBezTo>
                      <a:cubicBezTo>
                        <a:pt x="92" y="18"/>
                        <a:pt x="91" y="19"/>
                        <a:pt x="90" y="18"/>
                      </a:cubicBezTo>
                      <a:cubicBezTo>
                        <a:pt x="86" y="17"/>
                        <a:pt x="81" y="15"/>
                        <a:pt x="77" y="15"/>
                      </a:cubicBezTo>
                      <a:cubicBezTo>
                        <a:pt x="76" y="15"/>
                        <a:pt x="75" y="13"/>
                        <a:pt x="75" y="12"/>
                      </a:cubicBezTo>
                      <a:cubicBezTo>
                        <a:pt x="75" y="6"/>
                        <a:pt x="75" y="6"/>
                        <a:pt x="75" y="6"/>
                      </a:cubicBezTo>
                      <a:cubicBezTo>
                        <a:pt x="63" y="6"/>
                        <a:pt x="63" y="6"/>
                        <a:pt x="63" y="6"/>
                      </a:cubicBezTo>
                      <a:cubicBezTo>
                        <a:pt x="63" y="12"/>
                        <a:pt x="63" y="12"/>
                        <a:pt x="63" y="12"/>
                      </a:cubicBezTo>
                      <a:cubicBezTo>
                        <a:pt x="63" y="13"/>
                        <a:pt x="62" y="15"/>
                        <a:pt x="60" y="15"/>
                      </a:cubicBezTo>
                      <a:cubicBezTo>
                        <a:pt x="56" y="16"/>
                        <a:pt x="51" y="17"/>
                        <a:pt x="47" y="19"/>
                      </a:cubicBezTo>
                      <a:cubicBezTo>
                        <a:pt x="46" y="19"/>
                        <a:pt x="45" y="19"/>
                        <a:pt x="44" y="18"/>
                      </a:cubicBezTo>
                      <a:cubicBezTo>
                        <a:pt x="40" y="11"/>
                        <a:pt x="40" y="11"/>
                        <a:pt x="40" y="11"/>
                      </a:cubicBezTo>
                      <a:cubicBezTo>
                        <a:pt x="30" y="18"/>
                        <a:pt x="30" y="18"/>
                        <a:pt x="30" y="18"/>
                      </a:cubicBezTo>
                      <a:cubicBezTo>
                        <a:pt x="34" y="24"/>
                        <a:pt x="34" y="24"/>
                        <a:pt x="34" y="24"/>
                      </a:cubicBezTo>
                      <a:cubicBezTo>
                        <a:pt x="34" y="25"/>
                        <a:pt x="34" y="27"/>
                        <a:pt x="33" y="28"/>
                      </a:cubicBezTo>
                      <a:cubicBezTo>
                        <a:pt x="31" y="30"/>
                        <a:pt x="28" y="33"/>
                        <a:pt x="26" y="36"/>
                      </a:cubicBezTo>
                      <a:cubicBezTo>
                        <a:pt x="25" y="37"/>
                        <a:pt x="24" y="37"/>
                        <a:pt x="23" y="36"/>
                      </a:cubicBezTo>
                      <a:cubicBezTo>
                        <a:pt x="16" y="33"/>
                        <a:pt x="16" y="33"/>
                        <a:pt x="16" y="33"/>
                      </a:cubicBezTo>
                      <a:cubicBezTo>
                        <a:pt x="10" y="43"/>
                        <a:pt x="10" y="43"/>
                        <a:pt x="10" y="43"/>
                      </a:cubicBezTo>
                      <a:cubicBezTo>
                        <a:pt x="17" y="47"/>
                        <a:pt x="17" y="47"/>
                        <a:pt x="17" y="47"/>
                      </a:cubicBezTo>
                      <a:cubicBezTo>
                        <a:pt x="18" y="48"/>
                        <a:pt x="19" y="49"/>
                        <a:pt x="18" y="50"/>
                      </a:cubicBezTo>
                      <a:cubicBezTo>
                        <a:pt x="17" y="53"/>
                        <a:pt x="16" y="56"/>
                        <a:pt x="16" y="59"/>
                      </a:cubicBezTo>
                      <a:cubicBezTo>
                        <a:pt x="16" y="61"/>
                        <a:pt x="15" y="62"/>
                        <a:pt x="13" y="62"/>
                      </a:cubicBezTo>
                      <a:cubicBezTo>
                        <a:pt x="6" y="62"/>
                        <a:pt x="6" y="62"/>
                        <a:pt x="6" y="62"/>
                      </a:cubicBezTo>
                      <a:cubicBezTo>
                        <a:pt x="6" y="74"/>
                        <a:pt x="6" y="74"/>
                        <a:pt x="6" y="74"/>
                      </a:cubicBezTo>
                      <a:cubicBezTo>
                        <a:pt x="13" y="74"/>
                        <a:pt x="13" y="74"/>
                        <a:pt x="13" y="74"/>
                      </a:cubicBezTo>
                      <a:cubicBezTo>
                        <a:pt x="14" y="74"/>
                        <a:pt x="16" y="75"/>
                        <a:pt x="16" y="76"/>
                      </a:cubicBezTo>
                      <a:cubicBezTo>
                        <a:pt x="16" y="80"/>
                        <a:pt x="17" y="83"/>
                        <a:pt x="19" y="87"/>
                      </a:cubicBezTo>
                      <a:cubicBezTo>
                        <a:pt x="19" y="88"/>
                        <a:pt x="18" y="89"/>
                        <a:pt x="17" y="90"/>
                      </a:cubicBezTo>
                      <a:cubicBezTo>
                        <a:pt x="10" y="94"/>
                        <a:pt x="10" y="94"/>
                        <a:pt x="10" y="94"/>
                      </a:cubicBezTo>
                      <a:cubicBezTo>
                        <a:pt x="16" y="105"/>
                        <a:pt x="16" y="105"/>
                        <a:pt x="16" y="105"/>
                      </a:cubicBezTo>
                      <a:cubicBezTo>
                        <a:pt x="23" y="101"/>
                        <a:pt x="23" y="101"/>
                        <a:pt x="23" y="101"/>
                      </a:cubicBezTo>
                      <a:cubicBezTo>
                        <a:pt x="24" y="100"/>
                        <a:pt x="26" y="100"/>
                        <a:pt x="27" y="101"/>
                      </a:cubicBezTo>
                      <a:cubicBezTo>
                        <a:pt x="29" y="104"/>
                        <a:pt x="31" y="107"/>
                        <a:pt x="34" y="109"/>
                      </a:cubicBezTo>
                      <a:cubicBezTo>
                        <a:pt x="35" y="110"/>
                        <a:pt x="35" y="111"/>
                        <a:pt x="34" y="112"/>
                      </a:cubicBezTo>
                      <a:cubicBezTo>
                        <a:pt x="31" y="119"/>
                        <a:pt x="31" y="119"/>
                        <a:pt x="31" y="119"/>
                      </a:cubicBezTo>
                      <a:cubicBezTo>
                        <a:pt x="41" y="125"/>
                        <a:pt x="41" y="125"/>
                        <a:pt x="41" y="125"/>
                      </a:cubicBezTo>
                      <a:cubicBezTo>
                        <a:pt x="45" y="119"/>
                        <a:pt x="45" y="119"/>
                        <a:pt x="45" y="119"/>
                      </a:cubicBezTo>
                      <a:cubicBezTo>
                        <a:pt x="45" y="118"/>
                        <a:pt x="47" y="117"/>
                        <a:pt x="48" y="118"/>
                      </a:cubicBezTo>
                      <a:cubicBezTo>
                        <a:pt x="52" y="119"/>
                        <a:pt x="56" y="121"/>
                        <a:pt x="60" y="121"/>
                      </a:cubicBezTo>
                      <a:cubicBezTo>
                        <a:pt x="62" y="121"/>
                        <a:pt x="63" y="123"/>
                        <a:pt x="63" y="124"/>
                      </a:cubicBezTo>
                      <a:lnTo>
                        <a:pt x="63" y="132"/>
                      </a:lnTo>
                      <a:close/>
                      <a:moveTo>
                        <a:pt x="69" y="101"/>
                      </a:moveTo>
                      <a:cubicBezTo>
                        <a:pt x="51" y="101"/>
                        <a:pt x="36" y="87"/>
                        <a:pt x="36" y="69"/>
                      </a:cubicBezTo>
                      <a:cubicBezTo>
                        <a:pt x="36" y="51"/>
                        <a:pt x="51" y="36"/>
                        <a:pt x="69" y="36"/>
                      </a:cubicBezTo>
                      <a:cubicBezTo>
                        <a:pt x="87" y="36"/>
                        <a:pt x="101" y="51"/>
                        <a:pt x="101" y="69"/>
                      </a:cubicBezTo>
                      <a:cubicBezTo>
                        <a:pt x="101" y="87"/>
                        <a:pt x="87" y="101"/>
                        <a:pt x="69" y="101"/>
                      </a:cubicBezTo>
                      <a:close/>
                      <a:moveTo>
                        <a:pt x="69" y="42"/>
                      </a:moveTo>
                      <a:cubicBezTo>
                        <a:pt x="54" y="42"/>
                        <a:pt x="42" y="54"/>
                        <a:pt x="42" y="69"/>
                      </a:cubicBezTo>
                      <a:cubicBezTo>
                        <a:pt x="42" y="84"/>
                        <a:pt x="54" y="96"/>
                        <a:pt x="69" y="96"/>
                      </a:cubicBezTo>
                      <a:cubicBezTo>
                        <a:pt x="83" y="96"/>
                        <a:pt x="96" y="84"/>
                        <a:pt x="96" y="69"/>
                      </a:cubicBezTo>
                      <a:cubicBezTo>
                        <a:pt x="96" y="54"/>
                        <a:pt x="83" y="42"/>
                        <a:pt x="69" y="42"/>
                      </a:cubicBezTo>
                      <a:close/>
                    </a:path>
                  </a:pathLst>
                </a:custGeom>
                <a:solidFill>
                  <a:srgbClr val="1E1E1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</p:grpSp>
        </p:grpSp>
      </p:grpSp>
      <p:grpSp>
        <p:nvGrpSpPr>
          <p:cNvPr id="409" name="그룹 408">
            <a:extLst>
              <a:ext uri="{FF2B5EF4-FFF2-40B4-BE49-F238E27FC236}">
                <a16:creationId xmlns:a16="http://schemas.microsoft.com/office/drawing/2014/main" id="{BE455609-C189-48A1-8C0B-984FEA32BB8E}"/>
              </a:ext>
            </a:extLst>
          </p:cNvPr>
          <p:cNvGrpSpPr/>
          <p:nvPr/>
        </p:nvGrpSpPr>
        <p:grpSpPr>
          <a:xfrm>
            <a:off x="440668" y="1064568"/>
            <a:ext cx="66431" cy="180000"/>
            <a:chOff x="447632" y="1870808"/>
            <a:chExt cx="66431" cy="247087"/>
          </a:xfrm>
        </p:grpSpPr>
        <p:sp>
          <p:nvSpPr>
            <p:cNvPr id="410" name="직사각형 409">
              <a:extLst>
                <a:ext uri="{FF2B5EF4-FFF2-40B4-BE49-F238E27FC236}">
                  <a16:creationId xmlns:a16="http://schemas.microsoft.com/office/drawing/2014/main" id="{EE7444E1-92AE-43BC-B30A-313B8B6CFD8F}"/>
                </a:ext>
              </a:extLst>
            </p:cNvPr>
            <p:cNvSpPr/>
            <p:nvPr/>
          </p:nvSpPr>
          <p:spPr>
            <a:xfrm>
              <a:off x="447632" y="1990162"/>
              <a:ext cx="66431" cy="12773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/>
            </a:bodyPr>
            <a:lstStyle/>
            <a:p>
              <a:pPr algn="ctr"/>
              <a:endParaRPr lang="ko-KR" altLang="en-US">
                <a:ln>
                  <a:solidFill>
                    <a:srgbClr val="02A1B2">
                      <a:alpha val="0"/>
                    </a:srgbClr>
                  </a:solidFill>
                </a:ln>
              </a:endParaRPr>
            </a:p>
          </p:txBody>
        </p:sp>
        <p:sp>
          <p:nvSpPr>
            <p:cNvPr id="411" name="직사각형 410">
              <a:extLst>
                <a:ext uri="{FF2B5EF4-FFF2-40B4-BE49-F238E27FC236}">
                  <a16:creationId xmlns:a16="http://schemas.microsoft.com/office/drawing/2014/main" id="{3D5BC6D0-7018-4831-AF74-51D854698AE6}"/>
                </a:ext>
              </a:extLst>
            </p:cNvPr>
            <p:cNvSpPr/>
            <p:nvPr/>
          </p:nvSpPr>
          <p:spPr>
            <a:xfrm>
              <a:off x="447632" y="1870808"/>
              <a:ext cx="66431" cy="127733"/>
            </a:xfrm>
            <a:prstGeom prst="rect">
              <a:avLst/>
            </a:prstGeom>
            <a:solidFill>
              <a:srgbClr val="B71B6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/>
            </a:bodyPr>
            <a:lstStyle/>
            <a:p>
              <a:pPr algn="ctr"/>
              <a:endParaRPr lang="ko-KR" altLang="en-US">
                <a:ln>
                  <a:solidFill>
                    <a:srgbClr val="02A1B2">
                      <a:alpha val="0"/>
                    </a:srgbClr>
                  </a:solidFill>
                </a:ln>
              </a:endParaRPr>
            </a:p>
          </p:txBody>
        </p:sp>
      </p:grpSp>
      <p:sp>
        <p:nvSpPr>
          <p:cNvPr id="412" name="직사각형 411">
            <a:extLst>
              <a:ext uri="{FF2B5EF4-FFF2-40B4-BE49-F238E27FC236}">
                <a16:creationId xmlns:a16="http://schemas.microsoft.com/office/drawing/2014/main" id="{038C0608-E5CB-474E-81F8-A5377CAA83B4}"/>
              </a:ext>
            </a:extLst>
          </p:cNvPr>
          <p:cNvSpPr/>
          <p:nvPr/>
        </p:nvSpPr>
        <p:spPr>
          <a:xfrm>
            <a:off x="5206867" y="1065770"/>
            <a:ext cx="1209800" cy="17763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36000" rIns="72000" bIns="18000" rtlCol="0" anchor="ctr">
            <a:spAutoFit/>
          </a:bodyPr>
          <a:lstStyle/>
          <a:p>
            <a:pPr algn="r"/>
            <a:r>
              <a: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요구사항 번호</a:t>
            </a:r>
            <a:r>
              <a:rPr lang="en-US" altLang="ko-KR" sz="8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: </a:t>
            </a:r>
            <a:r>
              <a:rPr lang="en-US" altLang="ko-KR" sz="800">
                <a:solidFill>
                  <a:srgbClr val="0070C0"/>
                </a:solidFill>
                <a:latin typeface="+mj-ea"/>
                <a:ea typeface="+mj-ea"/>
              </a:rPr>
              <a:t>ABC-001</a:t>
            </a:r>
            <a:endParaRPr lang="ko-KR" altLang="en-US" sz="800" dirty="0">
              <a:solidFill>
                <a:srgbClr val="0070C0"/>
              </a:solidFill>
              <a:latin typeface="+mj-ea"/>
              <a:ea typeface="+mj-ea"/>
            </a:endParaRPr>
          </a:p>
        </p:txBody>
      </p:sp>
      <p:sp>
        <p:nvSpPr>
          <p:cNvPr id="413" name="AutoShape 165">
            <a:extLst>
              <a:ext uri="{FF2B5EF4-FFF2-40B4-BE49-F238E27FC236}">
                <a16:creationId xmlns:a16="http://schemas.microsoft.com/office/drawing/2014/main" id="{0B44A596-AA48-49F2-82D1-A5AD47EA91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668" y="1568624"/>
            <a:ext cx="5976000" cy="647237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3175" algn="ctr">
            <a:solidFill>
              <a:schemeClr val="bg1">
                <a:lumMod val="95000"/>
              </a:schemeClr>
            </a:solidFill>
            <a:round/>
            <a:headEnd/>
            <a:tailEnd/>
          </a:ln>
          <a:effectLst/>
        </p:spPr>
        <p:txBody>
          <a:bodyPr wrap="square" lIns="144000" tIns="36000" rIns="72000" bIns="36000" anchor="ctr"/>
          <a:lstStyle/>
          <a:p>
            <a:pPr marL="85725" lvl="0" indent="-85725" defTabSz="914400" fontAlgn="ctr">
              <a:lnSpc>
                <a:spcPct val="110000"/>
              </a:lnSpc>
              <a:spcAft>
                <a:spcPts val="300"/>
              </a:spcAft>
              <a:buFont typeface="Arial" pitchFamily="34" charset="0"/>
              <a:buChar char="•"/>
              <a:defRPr/>
            </a:pPr>
            <a:r>
              <a:rPr kumimoji="1" lang="ko-KR" altLang="en-US" sz="1000" kern="0">
                <a:solidFill>
                  <a:prstClr val="black">
                    <a:lumMod val="75000"/>
                    <a:lumOff val="25000"/>
                  </a:prstClr>
                </a:solidFill>
              </a:rPr>
              <a:t>인사시스템은 채용에서 시작하여 기록</a:t>
            </a:r>
            <a:r>
              <a:rPr kumimoji="1" lang="en-US" altLang="ko-KR" sz="1000" kern="0">
                <a:solidFill>
                  <a:prstClr val="black">
                    <a:lumMod val="75000"/>
                    <a:lumOff val="25000"/>
                  </a:prstClr>
                </a:solidFill>
              </a:rPr>
              <a:t>, </a:t>
            </a:r>
            <a:r>
              <a:rPr kumimoji="1" lang="ko-KR" altLang="en-US" sz="1000" kern="0">
                <a:solidFill>
                  <a:prstClr val="black">
                    <a:lumMod val="75000"/>
                    <a:lumOff val="25000"/>
                  </a:prstClr>
                </a:solidFill>
              </a:rPr>
              <a:t>근태</a:t>
            </a:r>
            <a:r>
              <a:rPr kumimoji="1" lang="en-US" altLang="ko-KR" sz="1000" kern="0">
                <a:solidFill>
                  <a:prstClr val="black">
                    <a:lumMod val="75000"/>
                    <a:lumOff val="25000"/>
                  </a:prstClr>
                </a:solidFill>
              </a:rPr>
              <a:t>, </a:t>
            </a:r>
            <a:r>
              <a:rPr kumimoji="1" lang="ko-KR" altLang="en-US" sz="1000" kern="0">
                <a:solidFill>
                  <a:prstClr val="black">
                    <a:lumMod val="75000"/>
                    <a:lumOff val="25000"/>
                  </a:prstClr>
                </a:solidFill>
              </a:rPr>
              <a:t>인사발령</a:t>
            </a:r>
            <a:r>
              <a:rPr kumimoji="1" lang="en-US" altLang="ko-KR" sz="1000" kern="0">
                <a:solidFill>
                  <a:prstClr val="black">
                    <a:lumMod val="75000"/>
                    <a:lumOff val="25000"/>
                  </a:prstClr>
                </a:solidFill>
              </a:rPr>
              <a:t>, </a:t>
            </a:r>
            <a:r>
              <a:rPr kumimoji="1" lang="ko-KR" altLang="en-US" sz="1000" kern="0">
                <a:solidFill>
                  <a:prstClr val="black">
                    <a:lumMod val="75000"/>
                    <a:lumOff val="25000"/>
                  </a:prstClr>
                </a:solidFill>
              </a:rPr>
              <a:t>퇴사에 이르기 까지 인사 </a:t>
            </a:r>
            <a:r>
              <a:rPr kumimoji="1" lang="ko-KR" altLang="en-US" sz="1000" kern="0">
                <a:solidFill>
                  <a:prstClr val="black">
                    <a:lumMod val="75000"/>
                    <a:lumOff val="25000"/>
                  </a:prstClr>
                </a:solidFill>
                <a:latin typeface="+mj-ea"/>
                <a:ea typeface="+mj-ea"/>
              </a:rPr>
              <a:t>전반의 업무를 관리하고 지원</a:t>
            </a:r>
          </a:p>
          <a:p>
            <a:pPr marL="85725" lvl="0" indent="-85725" defTabSz="914400" fontAlgn="ctr">
              <a:lnSpc>
                <a:spcPct val="110000"/>
              </a:lnSpc>
              <a:spcAft>
                <a:spcPts val="300"/>
              </a:spcAft>
              <a:buFont typeface="Arial" pitchFamily="34" charset="0"/>
              <a:buChar char="•"/>
              <a:defRPr/>
            </a:pPr>
            <a:r>
              <a:rPr kumimoji="1" lang="ko-KR" altLang="en-US" sz="1000" kern="0">
                <a:solidFill>
                  <a:prstClr val="black">
                    <a:lumMod val="75000"/>
                    <a:lumOff val="25000"/>
                  </a:prstClr>
                </a:solidFill>
                <a:latin typeface="+mj-ea"/>
                <a:ea typeface="+mj-ea"/>
              </a:rPr>
              <a:t>업무흐름에 대한 이해를 기반</a:t>
            </a:r>
            <a:r>
              <a:rPr kumimoji="1" lang="ko-KR" altLang="en-US" sz="1000" kern="0">
                <a:solidFill>
                  <a:prstClr val="black">
                    <a:lumMod val="75000"/>
                    <a:lumOff val="25000"/>
                  </a:prstClr>
                </a:solidFill>
              </a:rPr>
              <a:t>으로 인사시스템의 기능에 대한 품질 확보 및 안정적인 연계 기능을 구축</a:t>
            </a:r>
          </a:p>
        </p:txBody>
      </p:sp>
      <p:grpSp>
        <p:nvGrpSpPr>
          <p:cNvPr id="414" name="그룹 413">
            <a:extLst>
              <a:ext uri="{FF2B5EF4-FFF2-40B4-BE49-F238E27FC236}">
                <a16:creationId xmlns:a16="http://schemas.microsoft.com/office/drawing/2014/main" id="{BC9BB14F-946E-416F-ABAF-A100FC0E06C8}"/>
              </a:ext>
            </a:extLst>
          </p:cNvPr>
          <p:cNvGrpSpPr/>
          <p:nvPr/>
        </p:nvGrpSpPr>
        <p:grpSpPr>
          <a:xfrm>
            <a:off x="440668" y="2504728"/>
            <a:ext cx="5976000" cy="184666"/>
            <a:chOff x="4503039" y="5804479"/>
            <a:chExt cx="5976000" cy="184666"/>
          </a:xfrm>
        </p:grpSpPr>
        <p:cxnSp>
          <p:nvCxnSpPr>
            <p:cNvPr id="415" name="직선 연결선 414">
              <a:extLst>
                <a:ext uri="{FF2B5EF4-FFF2-40B4-BE49-F238E27FC236}">
                  <a16:creationId xmlns:a16="http://schemas.microsoft.com/office/drawing/2014/main" id="{126A4B9F-8444-4EA1-A956-5D510D08E3A7}"/>
                </a:ext>
              </a:extLst>
            </p:cNvPr>
            <p:cNvCxnSpPr>
              <a:cxnSpLocks/>
            </p:cNvCxnSpPr>
            <p:nvPr/>
          </p:nvCxnSpPr>
          <p:spPr>
            <a:xfrm>
              <a:off x="4503039" y="5948495"/>
              <a:ext cx="5976000" cy="0"/>
            </a:xfrm>
            <a:prstGeom prst="line">
              <a:avLst/>
            </a:prstGeom>
            <a:ln w="12700" cap="flat">
              <a:solidFill>
                <a:srgbClr val="BAC0CE"/>
              </a:solidFill>
              <a:miter lim="800000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6" name="TextBox 415">
              <a:extLst>
                <a:ext uri="{FF2B5EF4-FFF2-40B4-BE49-F238E27FC236}">
                  <a16:creationId xmlns:a16="http://schemas.microsoft.com/office/drawing/2014/main" id="{972FE88C-29CB-4F12-9004-14730C70F924}"/>
                </a:ext>
              </a:extLst>
            </p:cNvPr>
            <p:cNvSpPr txBox="1"/>
            <p:nvPr/>
          </p:nvSpPr>
          <p:spPr>
            <a:xfrm flipH="1">
              <a:off x="4503039" y="5804479"/>
              <a:ext cx="1814650" cy="18466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</p:spPr>
          <p:txBody>
            <a:bodyPr wrap="none" lIns="0" tIns="0" rIns="108000" bIns="0" rtlCol="0" anchor="b">
              <a:spAutoFit/>
            </a:bodyPr>
            <a:lstStyle/>
            <a:p>
              <a:pPr lvl="0" defTabSz="478031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ko-KR" altLang="en-US" sz="120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인사관리 시스템 업무흐름도</a:t>
              </a:r>
            </a:p>
          </p:txBody>
        </p:sp>
      </p:grpSp>
      <p:cxnSp>
        <p:nvCxnSpPr>
          <p:cNvPr id="504" name="AutoShape 37">
            <a:extLst>
              <a:ext uri="{FF2B5EF4-FFF2-40B4-BE49-F238E27FC236}">
                <a16:creationId xmlns:a16="http://schemas.microsoft.com/office/drawing/2014/main" id="{A82A06F3-D880-418B-8E21-C941260F7EF2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2398438" y="6987236"/>
            <a:ext cx="310482" cy="347559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rgbClr val="4E6485"/>
            </a:solidFill>
            <a:miter lim="800000"/>
            <a:headEnd type="none" w="med" len="med"/>
            <a:tailEnd type="triangle" w="med" len="med"/>
          </a:ln>
        </p:spPr>
      </p:cxnSp>
      <p:cxnSp>
        <p:nvCxnSpPr>
          <p:cNvPr id="505" name="AutoShape 37">
            <a:extLst>
              <a:ext uri="{FF2B5EF4-FFF2-40B4-BE49-F238E27FC236}">
                <a16:creationId xmlns:a16="http://schemas.microsoft.com/office/drawing/2014/main" id="{28FC9737-9A35-40AB-AA4D-EB5325D8533C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398438" y="7334795"/>
            <a:ext cx="310482" cy="372521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rgbClr val="4E6485"/>
            </a:solidFill>
            <a:miter lim="800000"/>
            <a:headEnd type="none" w="med" len="med"/>
            <a:tailEnd type="triangle" w="med" len="med"/>
          </a:ln>
        </p:spPr>
      </p:cxnSp>
      <p:cxnSp>
        <p:nvCxnSpPr>
          <p:cNvPr id="506" name="AutoShape 37">
            <a:extLst>
              <a:ext uri="{FF2B5EF4-FFF2-40B4-BE49-F238E27FC236}">
                <a16:creationId xmlns:a16="http://schemas.microsoft.com/office/drawing/2014/main" id="{033A8792-1D8F-4E89-A20D-BEBE027E8A8E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398438" y="7334795"/>
            <a:ext cx="310482" cy="1136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rgbClr val="4E6485"/>
            </a:solidFill>
            <a:miter lim="800000"/>
            <a:headEnd type="none" w="med" len="med"/>
            <a:tailEnd type="triangle" w="med" len="med"/>
          </a:ln>
        </p:spPr>
      </p:cxnSp>
      <p:grpSp>
        <p:nvGrpSpPr>
          <p:cNvPr id="10" name="그룹 9">
            <a:extLst>
              <a:ext uri="{FF2B5EF4-FFF2-40B4-BE49-F238E27FC236}">
                <a16:creationId xmlns:a16="http://schemas.microsoft.com/office/drawing/2014/main" id="{EB8A1CC6-C625-48B9-8104-29FF0F99A667}"/>
              </a:ext>
            </a:extLst>
          </p:cNvPr>
          <p:cNvGrpSpPr/>
          <p:nvPr/>
        </p:nvGrpSpPr>
        <p:grpSpPr>
          <a:xfrm>
            <a:off x="1916832" y="7038851"/>
            <a:ext cx="531053" cy="648092"/>
            <a:chOff x="1916832" y="6969224"/>
            <a:chExt cx="531053" cy="648092"/>
          </a:xfrm>
        </p:grpSpPr>
        <p:sp>
          <p:nvSpPr>
            <p:cNvPr id="83" name="AutoShape 40"/>
            <p:cNvSpPr>
              <a:spLocks noChangeArrowheads="1"/>
            </p:cNvSpPr>
            <p:nvPr/>
          </p:nvSpPr>
          <p:spPr bwMode="auto">
            <a:xfrm>
              <a:off x="1916832" y="7464083"/>
              <a:ext cx="531053" cy="153233"/>
            </a:xfrm>
            <a:prstGeom prst="roundRect">
              <a:avLst>
                <a:gd name="adj" fmla="val 16667"/>
              </a:avLst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pPr algn="ctr" eaLnBrk="0" hangingPunct="0"/>
              <a:r>
                <a:rPr lang="ko-KR" altLang="en-US" sz="9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일반사용자</a:t>
              </a:r>
            </a:p>
          </p:txBody>
        </p:sp>
        <p:grpSp>
          <p:nvGrpSpPr>
            <p:cNvPr id="126" name="그룹 125">
              <a:extLst>
                <a:ext uri="{FF2B5EF4-FFF2-40B4-BE49-F238E27FC236}">
                  <a16:creationId xmlns:a16="http://schemas.microsoft.com/office/drawing/2014/main" id="{F8D9EE13-6D88-43AC-A2B5-F8DDF68A5A57}"/>
                </a:ext>
              </a:extLst>
            </p:cNvPr>
            <p:cNvGrpSpPr/>
            <p:nvPr/>
          </p:nvGrpSpPr>
          <p:grpSpPr>
            <a:xfrm>
              <a:off x="1947132" y="6969224"/>
              <a:ext cx="470453" cy="448890"/>
              <a:chOff x="2701262" y="5528584"/>
              <a:chExt cx="569248" cy="543157"/>
            </a:xfrm>
          </p:grpSpPr>
          <p:grpSp>
            <p:nvGrpSpPr>
              <p:cNvPr id="127" name="그룹 126">
                <a:extLst>
                  <a:ext uri="{FF2B5EF4-FFF2-40B4-BE49-F238E27FC236}">
                    <a16:creationId xmlns:a16="http://schemas.microsoft.com/office/drawing/2014/main" id="{19E70018-B094-4F89-92F8-5F1C78E35688}"/>
                  </a:ext>
                </a:extLst>
              </p:cNvPr>
              <p:cNvGrpSpPr/>
              <p:nvPr/>
            </p:nvGrpSpPr>
            <p:grpSpPr>
              <a:xfrm>
                <a:off x="2701262" y="5528584"/>
                <a:ext cx="418093" cy="543157"/>
                <a:chOff x="673681" y="7922235"/>
                <a:chExt cx="418093" cy="543157"/>
              </a:xfrm>
            </p:grpSpPr>
            <p:sp>
              <p:nvSpPr>
                <p:cNvPr id="148" name="자유형: 도형 147">
                  <a:extLst>
                    <a:ext uri="{FF2B5EF4-FFF2-40B4-BE49-F238E27FC236}">
                      <a16:creationId xmlns:a16="http://schemas.microsoft.com/office/drawing/2014/main" id="{76A7218F-692B-475F-B662-8BDEEC512C53}"/>
                    </a:ext>
                  </a:extLst>
                </p:cNvPr>
                <p:cNvSpPr/>
                <p:nvPr/>
              </p:nvSpPr>
              <p:spPr>
                <a:xfrm>
                  <a:off x="677088" y="8311624"/>
                  <a:ext cx="408565" cy="151725"/>
                </a:xfrm>
                <a:custGeom>
                  <a:avLst/>
                  <a:gdLst>
                    <a:gd name="connsiteX0" fmla="*/ 518 w 408565"/>
                    <a:gd name="connsiteY0" fmla="*/ 151726 h 151725"/>
                    <a:gd name="connsiteX1" fmla="*/ 111576 w 408565"/>
                    <a:gd name="connsiteY1" fmla="*/ 22516 h 151725"/>
                    <a:gd name="connsiteX2" fmla="*/ 165339 w 408565"/>
                    <a:gd name="connsiteY2" fmla="*/ 22516 h 151725"/>
                    <a:gd name="connsiteX3" fmla="*/ 165339 w 408565"/>
                    <a:gd name="connsiteY3" fmla="*/ 0 h 151725"/>
                    <a:gd name="connsiteX4" fmla="*/ 241454 w 408565"/>
                    <a:gd name="connsiteY4" fmla="*/ 1648 h 151725"/>
                    <a:gd name="connsiteX5" fmla="*/ 242663 w 408565"/>
                    <a:gd name="connsiteY5" fmla="*/ 22516 h 151725"/>
                    <a:gd name="connsiteX6" fmla="*/ 305488 w 408565"/>
                    <a:gd name="connsiteY6" fmla="*/ 22516 h 151725"/>
                    <a:gd name="connsiteX7" fmla="*/ 408277 w 408565"/>
                    <a:gd name="connsiteY7" fmla="*/ 151726 h 151725"/>
                    <a:gd name="connsiteX8" fmla="*/ 518 w 408565"/>
                    <a:gd name="connsiteY8" fmla="*/ 151726 h 1517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08565" h="151725">
                      <a:moveTo>
                        <a:pt x="518" y="151726"/>
                      </a:moveTo>
                      <a:cubicBezTo>
                        <a:pt x="518" y="151726"/>
                        <a:pt x="-14068" y="35485"/>
                        <a:pt x="111576" y="22516"/>
                      </a:cubicBezTo>
                      <a:cubicBezTo>
                        <a:pt x="111576" y="22516"/>
                        <a:pt x="165339" y="22516"/>
                        <a:pt x="165339" y="22516"/>
                      </a:cubicBezTo>
                      <a:cubicBezTo>
                        <a:pt x="165339" y="22516"/>
                        <a:pt x="165339" y="0"/>
                        <a:pt x="165339" y="0"/>
                      </a:cubicBezTo>
                      <a:cubicBezTo>
                        <a:pt x="165339" y="0"/>
                        <a:pt x="203159" y="14767"/>
                        <a:pt x="241454" y="1648"/>
                      </a:cubicBezTo>
                      <a:cubicBezTo>
                        <a:pt x="241454" y="1648"/>
                        <a:pt x="242663" y="22516"/>
                        <a:pt x="242663" y="22516"/>
                      </a:cubicBezTo>
                      <a:cubicBezTo>
                        <a:pt x="242663" y="22516"/>
                        <a:pt x="305488" y="22516"/>
                        <a:pt x="305488" y="22516"/>
                      </a:cubicBezTo>
                      <a:cubicBezTo>
                        <a:pt x="305488" y="22516"/>
                        <a:pt x="414893" y="32446"/>
                        <a:pt x="408277" y="151726"/>
                      </a:cubicBezTo>
                      <a:cubicBezTo>
                        <a:pt x="408277" y="151726"/>
                        <a:pt x="518" y="151726"/>
                        <a:pt x="518" y="15172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41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49" name="자유형: 도형 148">
                  <a:extLst>
                    <a:ext uri="{FF2B5EF4-FFF2-40B4-BE49-F238E27FC236}">
                      <a16:creationId xmlns:a16="http://schemas.microsoft.com/office/drawing/2014/main" id="{28ECF0D3-AA8D-4656-AFE2-D96BAF0CAE02}"/>
                    </a:ext>
                  </a:extLst>
                </p:cNvPr>
                <p:cNvSpPr/>
                <p:nvPr/>
              </p:nvSpPr>
              <p:spPr>
                <a:xfrm>
                  <a:off x="857416" y="8378400"/>
                  <a:ext cx="48138" cy="83662"/>
                </a:xfrm>
                <a:custGeom>
                  <a:avLst/>
                  <a:gdLst>
                    <a:gd name="connsiteX0" fmla="*/ 7079 w 48138"/>
                    <a:gd name="connsiteY0" fmla="*/ 16733 h 83662"/>
                    <a:gd name="connsiteX1" fmla="*/ 24069 w 48138"/>
                    <a:gd name="connsiteY1" fmla="*/ 0 h 83662"/>
                    <a:gd name="connsiteX2" fmla="*/ 42475 w 48138"/>
                    <a:gd name="connsiteY2" fmla="*/ 16733 h 83662"/>
                    <a:gd name="connsiteX3" fmla="*/ 32564 w 48138"/>
                    <a:gd name="connsiteY3" fmla="*/ 25742 h 83662"/>
                    <a:gd name="connsiteX4" fmla="*/ 48138 w 48138"/>
                    <a:gd name="connsiteY4" fmla="*/ 83663 h 83662"/>
                    <a:gd name="connsiteX5" fmla="*/ 0 w 48138"/>
                    <a:gd name="connsiteY5" fmla="*/ 83663 h 83662"/>
                    <a:gd name="connsiteX6" fmla="*/ 16990 w 48138"/>
                    <a:gd name="connsiteY6" fmla="*/ 25742 h 83662"/>
                    <a:gd name="connsiteX7" fmla="*/ 7079 w 48138"/>
                    <a:gd name="connsiteY7" fmla="*/ 16733 h 836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48138" h="83662">
                      <a:moveTo>
                        <a:pt x="7079" y="16733"/>
                      </a:moveTo>
                      <a:cubicBezTo>
                        <a:pt x="7079" y="16733"/>
                        <a:pt x="24069" y="0"/>
                        <a:pt x="24069" y="0"/>
                      </a:cubicBezTo>
                      <a:cubicBezTo>
                        <a:pt x="24069" y="0"/>
                        <a:pt x="42475" y="16733"/>
                        <a:pt x="42475" y="16733"/>
                      </a:cubicBezTo>
                      <a:cubicBezTo>
                        <a:pt x="42475" y="16733"/>
                        <a:pt x="32564" y="25742"/>
                        <a:pt x="32564" y="25742"/>
                      </a:cubicBezTo>
                      <a:cubicBezTo>
                        <a:pt x="32564" y="25742"/>
                        <a:pt x="48138" y="83663"/>
                        <a:pt x="48138" y="83663"/>
                      </a:cubicBezTo>
                      <a:cubicBezTo>
                        <a:pt x="48138" y="83663"/>
                        <a:pt x="0" y="83663"/>
                        <a:pt x="0" y="83663"/>
                      </a:cubicBezTo>
                      <a:cubicBezTo>
                        <a:pt x="0" y="83663"/>
                        <a:pt x="16990" y="25742"/>
                        <a:pt x="16990" y="25742"/>
                      </a:cubicBezTo>
                      <a:cubicBezTo>
                        <a:pt x="16990" y="25742"/>
                        <a:pt x="7079" y="16733"/>
                        <a:pt x="7079" y="16733"/>
                      </a:cubicBezTo>
                      <a:close/>
                    </a:path>
                  </a:pathLst>
                </a:custGeom>
                <a:solidFill>
                  <a:srgbClr val="3B434F"/>
                </a:solidFill>
                <a:ln w="141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51" name="자유형: 도형 150">
                  <a:extLst>
                    <a:ext uri="{FF2B5EF4-FFF2-40B4-BE49-F238E27FC236}">
                      <a16:creationId xmlns:a16="http://schemas.microsoft.com/office/drawing/2014/main" id="{D4EE7672-7404-404A-BA5E-A07AB3936BA1}"/>
                    </a:ext>
                  </a:extLst>
                </p:cNvPr>
                <p:cNvSpPr/>
                <p:nvPr/>
              </p:nvSpPr>
              <p:spPr>
                <a:xfrm>
                  <a:off x="673681" y="8330845"/>
                  <a:ext cx="418093" cy="134547"/>
                </a:xfrm>
                <a:custGeom>
                  <a:avLst/>
                  <a:gdLst>
                    <a:gd name="connsiteX0" fmla="*/ 410639 w 418093"/>
                    <a:gd name="connsiteY0" fmla="*/ 134548 h 134547"/>
                    <a:gd name="connsiteX1" fmla="*/ 410639 w 418093"/>
                    <a:gd name="connsiteY1" fmla="*/ 134548 h 134547"/>
                    <a:gd name="connsiteX2" fmla="*/ 7813 w 418093"/>
                    <a:gd name="connsiteY2" fmla="*/ 134548 h 134547"/>
                    <a:gd name="connsiteX3" fmla="*/ 7813 w 418093"/>
                    <a:gd name="connsiteY3" fmla="*/ 134548 h 134547"/>
                    <a:gd name="connsiteX4" fmla="*/ 0 w 418093"/>
                    <a:gd name="connsiteY4" fmla="*/ 134548 h 134547"/>
                    <a:gd name="connsiteX5" fmla="*/ 1950 w 418093"/>
                    <a:gd name="connsiteY5" fmla="*/ 104262 h 134547"/>
                    <a:gd name="connsiteX6" fmla="*/ 115655 w 418093"/>
                    <a:gd name="connsiteY6" fmla="*/ 0 h 134547"/>
                    <a:gd name="connsiteX7" fmla="*/ 168746 w 418093"/>
                    <a:gd name="connsiteY7" fmla="*/ 0 h 134547"/>
                    <a:gd name="connsiteX8" fmla="*/ 168746 w 418093"/>
                    <a:gd name="connsiteY8" fmla="*/ 6042 h 134547"/>
                    <a:gd name="connsiteX9" fmla="*/ 119216 w 418093"/>
                    <a:gd name="connsiteY9" fmla="*/ 6042 h 134547"/>
                    <a:gd name="connsiteX10" fmla="*/ 9626 w 418093"/>
                    <a:gd name="connsiteY10" fmla="*/ 106398 h 134547"/>
                    <a:gd name="connsiteX11" fmla="*/ 8273 w 418093"/>
                    <a:gd name="connsiteY11" fmla="*/ 127408 h 134547"/>
                    <a:gd name="connsiteX12" fmla="*/ 409574 w 418093"/>
                    <a:gd name="connsiteY12" fmla="*/ 127408 h 134547"/>
                    <a:gd name="connsiteX13" fmla="*/ 408824 w 418093"/>
                    <a:gd name="connsiteY13" fmla="*/ 106398 h 134547"/>
                    <a:gd name="connsiteX14" fmla="*/ 299236 w 418093"/>
                    <a:gd name="connsiteY14" fmla="*/ 6042 h 134547"/>
                    <a:gd name="connsiteX15" fmla="*/ 249090 w 418093"/>
                    <a:gd name="connsiteY15" fmla="*/ 6042 h 134547"/>
                    <a:gd name="connsiteX16" fmla="*/ 249090 w 418093"/>
                    <a:gd name="connsiteY16" fmla="*/ 0 h 134547"/>
                    <a:gd name="connsiteX17" fmla="*/ 302437 w 418093"/>
                    <a:gd name="connsiteY17" fmla="*/ 0 h 134547"/>
                    <a:gd name="connsiteX18" fmla="*/ 416142 w 418093"/>
                    <a:gd name="connsiteY18" fmla="*/ 104262 h 134547"/>
                    <a:gd name="connsiteX19" fmla="*/ 418093 w 418093"/>
                    <a:gd name="connsiteY19" fmla="*/ 134548 h 134547"/>
                    <a:gd name="connsiteX20" fmla="*/ 410639 w 418093"/>
                    <a:gd name="connsiteY20" fmla="*/ 134548 h 13454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418093" h="134547">
                      <a:moveTo>
                        <a:pt x="410639" y="134548"/>
                      </a:moveTo>
                      <a:cubicBezTo>
                        <a:pt x="410639" y="134548"/>
                        <a:pt x="410639" y="134548"/>
                        <a:pt x="410639" y="134548"/>
                      </a:cubicBezTo>
                      <a:cubicBezTo>
                        <a:pt x="410639" y="134548"/>
                        <a:pt x="7813" y="134548"/>
                        <a:pt x="7813" y="134548"/>
                      </a:cubicBezTo>
                      <a:cubicBezTo>
                        <a:pt x="7813" y="134548"/>
                        <a:pt x="7813" y="134548"/>
                        <a:pt x="7813" y="134548"/>
                      </a:cubicBezTo>
                      <a:cubicBezTo>
                        <a:pt x="7813" y="134548"/>
                        <a:pt x="0" y="134548"/>
                        <a:pt x="0" y="134548"/>
                      </a:cubicBezTo>
                      <a:cubicBezTo>
                        <a:pt x="0" y="134548"/>
                        <a:pt x="1950" y="104262"/>
                        <a:pt x="1950" y="104262"/>
                      </a:cubicBezTo>
                      <a:cubicBezTo>
                        <a:pt x="5757" y="45129"/>
                        <a:pt x="57007" y="0"/>
                        <a:pt x="115655" y="0"/>
                      </a:cubicBezTo>
                      <a:cubicBezTo>
                        <a:pt x="115655" y="0"/>
                        <a:pt x="168746" y="0"/>
                        <a:pt x="168746" y="0"/>
                      </a:cubicBezTo>
                      <a:cubicBezTo>
                        <a:pt x="168746" y="0"/>
                        <a:pt x="168746" y="6042"/>
                        <a:pt x="168746" y="6042"/>
                      </a:cubicBezTo>
                      <a:cubicBezTo>
                        <a:pt x="168746" y="6042"/>
                        <a:pt x="119216" y="6042"/>
                        <a:pt x="119216" y="6042"/>
                      </a:cubicBezTo>
                      <a:cubicBezTo>
                        <a:pt x="62690" y="6042"/>
                        <a:pt x="13296" y="49479"/>
                        <a:pt x="9626" y="106398"/>
                      </a:cubicBezTo>
                      <a:cubicBezTo>
                        <a:pt x="9626" y="106398"/>
                        <a:pt x="8273" y="127408"/>
                        <a:pt x="8273" y="127408"/>
                      </a:cubicBezTo>
                      <a:cubicBezTo>
                        <a:pt x="8273" y="127408"/>
                        <a:pt x="409574" y="127408"/>
                        <a:pt x="409574" y="127408"/>
                      </a:cubicBezTo>
                      <a:cubicBezTo>
                        <a:pt x="409574" y="127408"/>
                        <a:pt x="408824" y="106398"/>
                        <a:pt x="408824" y="106398"/>
                      </a:cubicBezTo>
                      <a:cubicBezTo>
                        <a:pt x="405154" y="49479"/>
                        <a:pt x="355760" y="6042"/>
                        <a:pt x="299236" y="6042"/>
                      </a:cubicBezTo>
                      <a:cubicBezTo>
                        <a:pt x="299236" y="6042"/>
                        <a:pt x="249090" y="6042"/>
                        <a:pt x="249090" y="6042"/>
                      </a:cubicBezTo>
                      <a:cubicBezTo>
                        <a:pt x="249090" y="6042"/>
                        <a:pt x="249090" y="0"/>
                        <a:pt x="249090" y="0"/>
                      </a:cubicBezTo>
                      <a:cubicBezTo>
                        <a:pt x="249090" y="0"/>
                        <a:pt x="302437" y="0"/>
                        <a:pt x="302437" y="0"/>
                      </a:cubicBezTo>
                      <a:cubicBezTo>
                        <a:pt x="361086" y="0"/>
                        <a:pt x="412335" y="45129"/>
                        <a:pt x="416142" y="104262"/>
                      </a:cubicBezTo>
                      <a:cubicBezTo>
                        <a:pt x="416142" y="104262"/>
                        <a:pt x="418093" y="134548"/>
                        <a:pt x="418093" y="134548"/>
                      </a:cubicBezTo>
                      <a:cubicBezTo>
                        <a:pt x="418093" y="134548"/>
                        <a:pt x="410639" y="134548"/>
                        <a:pt x="410639" y="134548"/>
                      </a:cubicBezTo>
                      <a:close/>
                    </a:path>
                  </a:pathLst>
                </a:custGeom>
                <a:solidFill>
                  <a:srgbClr val="3B434F"/>
                </a:solidFill>
                <a:ln w="141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52" name="자유형: 도형 151">
                  <a:extLst>
                    <a:ext uri="{FF2B5EF4-FFF2-40B4-BE49-F238E27FC236}">
                      <a16:creationId xmlns:a16="http://schemas.microsoft.com/office/drawing/2014/main" id="{562D2DB5-5741-42EB-8589-B70D60FCEBE1}"/>
                    </a:ext>
                  </a:extLst>
                </p:cNvPr>
                <p:cNvSpPr/>
                <p:nvPr/>
              </p:nvSpPr>
              <p:spPr>
                <a:xfrm>
                  <a:off x="840011" y="8306905"/>
                  <a:ext cx="82759" cy="73914"/>
                </a:xfrm>
                <a:custGeom>
                  <a:avLst/>
                  <a:gdLst>
                    <a:gd name="connsiteX0" fmla="*/ 6644 w 82759"/>
                    <a:gd name="connsiteY0" fmla="*/ 2178 h 73914"/>
                    <a:gd name="connsiteX1" fmla="*/ 6644 w 82759"/>
                    <a:gd name="connsiteY1" fmla="*/ 36048 h 73914"/>
                    <a:gd name="connsiteX2" fmla="*/ 41682 w 82759"/>
                    <a:gd name="connsiteY2" fmla="*/ 67874 h 73914"/>
                    <a:gd name="connsiteX3" fmla="*/ 76718 w 82759"/>
                    <a:gd name="connsiteY3" fmla="*/ 36048 h 73914"/>
                    <a:gd name="connsiteX4" fmla="*/ 76718 w 82759"/>
                    <a:gd name="connsiteY4" fmla="*/ 2877 h 73914"/>
                    <a:gd name="connsiteX5" fmla="*/ 82760 w 82759"/>
                    <a:gd name="connsiteY5" fmla="*/ 1043 h 73914"/>
                    <a:gd name="connsiteX6" fmla="*/ 82760 w 82759"/>
                    <a:gd name="connsiteY6" fmla="*/ 36279 h 73914"/>
                    <a:gd name="connsiteX7" fmla="*/ 41379 w 82759"/>
                    <a:gd name="connsiteY7" fmla="*/ 73914 h 73914"/>
                    <a:gd name="connsiteX8" fmla="*/ 0 w 82759"/>
                    <a:gd name="connsiteY8" fmla="*/ 36279 h 73914"/>
                    <a:gd name="connsiteX9" fmla="*/ 0 w 82759"/>
                    <a:gd name="connsiteY9" fmla="*/ 0 h 73914"/>
                    <a:gd name="connsiteX10" fmla="*/ 6644 w 82759"/>
                    <a:gd name="connsiteY10" fmla="*/ 2178 h 739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82759" h="73914">
                      <a:moveTo>
                        <a:pt x="6644" y="2178"/>
                      </a:moveTo>
                      <a:cubicBezTo>
                        <a:pt x="6644" y="2178"/>
                        <a:pt x="6644" y="36048"/>
                        <a:pt x="6644" y="36048"/>
                      </a:cubicBezTo>
                      <a:cubicBezTo>
                        <a:pt x="6644" y="53625"/>
                        <a:pt x="22330" y="67874"/>
                        <a:pt x="41682" y="67874"/>
                      </a:cubicBezTo>
                      <a:cubicBezTo>
                        <a:pt x="61032" y="67874"/>
                        <a:pt x="76718" y="53625"/>
                        <a:pt x="76718" y="36048"/>
                      </a:cubicBezTo>
                      <a:cubicBezTo>
                        <a:pt x="76718" y="36048"/>
                        <a:pt x="76718" y="2877"/>
                        <a:pt x="76718" y="2877"/>
                      </a:cubicBezTo>
                      <a:cubicBezTo>
                        <a:pt x="78751" y="2314"/>
                        <a:pt x="80766" y="1703"/>
                        <a:pt x="82760" y="1043"/>
                      </a:cubicBezTo>
                      <a:cubicBezTo>
                        <a:pt x="82760" y="1043"/>
                        <a:pt x="82760" y="36279"/>
                        <a:pt x="82760" y="36279"/>
                      </a:cubicBezTo>
                      <a:cubicBezTo>
                        <a:pt x="82760" y="57064"/>
                        <a:pt x="64233" y="73914"/>
                        <a:pt x="41379" y="73914"/>
                      </a:cubicBezTo>
                      <a:cubicBezTo>
                        <a:pt x="18526" y="73914"/>
                        <a:pt x="0" y="57064"/>
                        <a:pt x="0" y="36279"/>
                      </a:cubicBezTo>
                      <a:cubicBezTo>
                        <a:pt x="0" y="36279"/>
                        <a:pt x="0" y="0"/>
                        <a:pt x="0" y="0"/>
                      </a:cubicBezTo>
                      <a:cubicBezTo>
                        <a:pt x="2189" y="786"/>
                        <a:pt x="4405" y="1510"/>
                        <a:pt x="6644" y="2178"/>
                      </a:cubicBezTo>
                      <a:close/>
                    </a:path>
                  </a:pathLst>
                </a:custGeom>
                <a:solidFill>
                  <a:srgbClr val="3B434F"/>
                </a:solidFill>
                <a:ln w="141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54" name="자유형: 도형 153">
                  <a:extLst>
                    <a:ext uri="{FF2B5EF4-FFF2-40B4-BE49-F238E27FC236}">
                      <a16:creationId xmlns:a16="http://schemas.microsoft.com/office/drawing/2014/main" id="{AFEFB134-3EDB-4112-A943-97AC618956FA}"/>
                    </a:ext>
                  </a:extLst>
                </p:cNvPr>
                <p:cNvSpPr/>
                <p:nvPr/>
              </p:nvSpPr>
              <p:spPr>
                <a:xfrm>
                  <a:off x="966104" y="8376470"/>
                  <a:ext cx="24625" cy="61330"/>
                </a:xfrm>
                <a:custGeom>
                  <a:avLst/>
                  <a:gdLst>
                    <a:gd name="connsiteX0" fmla="*/ 24004 w 24625"/>
                    <a:gd name="connsiteY0" fmla="*/ 27015 h 61330"/>
                    <a:gd name="connsiteX1" fmla="*/ 6894 w 24625"/>
                    <a:gd name="connsiteY1" fmla="*/ 59459 h 61330"/>
                    <a:gd name="connsiteX2" fmla="*/ 2057 w 24625"/>
                    <a:gd name="connsiteY2" fmla="*/ 61006 h 61330"/>
                    <a:gd name="connsiteX3" fmla="*/ 357 w 24625"/>
                    <a:gd name="connsiteY3" fmla="*/ 56611 h 61330"/>
                    <a:gd name="connsiteX4" fmla="*/ 16882 w 24625"/>
                    <a:gd name="connsiteY4" fmla="*/ 25276 h 61330"/>
                    <a:gd name="connsiteX5" fmla="*/ 3970 w 24625"/>
                    <a:gd name="connsiteY5" fmla="*/ 4943 h 61330"/>
                    <a:gd name="connsiteX6" fmla="*/ 5297 w 24625"/>
                    <a:gd name="connsiteY6" fmla="*/ 442 h 61330"/>
                    <a:gd name="connsiteX7" fmla="*/ 10248 w 24625"/>
                    <a:gd name="connsiteY7" fmla="*/ 1648 h 61330"/>
                    <a:gd name="connsiteX8" fmla="*/ 24141 w 24625"/>
                    <a:gd name="connsiteY8" fmla="*/ 23526 h 61330"/>
                    <a:gd name="connsiteX9" fmla="*/ 24004 w 24625"/>
                    <a:gd name="connsiteY9" fmla="*/ 27015 h 613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24625" h="61330">
                      <a:moveTo>
                        <a:pt x="24004" y="27015"/>
                      </a:moveTo>
                      <a:cubicBezTo>
                        <a:pt x="24004" y="27015"/>
                        <a:pt x="6894" y="59459"/>
                        <a:pt x="6894" y="59459"/>
                      </a:cubicBezTo>
                      <a:cubicBezTo>
                        <a:pt x="6027" y="61100"/>
                        <a:pt x="3862" y="61792"/>
                        <a:pt x="2057" y="61006"/>
                      </a:cubicBezTo>
                      <a:cubicBezTo>
                        <a:pt x="254" y="60220"/>
                        <a:pt x="-508" y="58252"/>
                        <a:pt x="357" y="56611"/>
                      </a:cubicBezTo>
                      <a:cubicBezTo>
                        <a:pt x="357" y="56611"/>
                        <a:pt x="16882" y="25276"/>
                        <a:pt x="16882" y="25276"/>
                      </a:cubicBezTo>
                      <a:cubicBezTo>
                        <a:pt x="16882" y="25276"/>
                        <a:pt x="3970" y="4943"/>
                        <a:pt x="3970" y="4943"/>
                      </a:cubicBezTo>
                      <a:cubicBezTo>
                        <a:pt x="2969" y="3368"/>
                        <a:pt x="3562" y="1352"/>
                        <a:pt x="5297" y="442"/>
                      </a:cubicBezTo>
                      <a:cubicBezTo>
                        <a:pt x="7030" y="-468"/>
                        <a:pt x="9247" y="73"/>
                        <a:pt x="10248" y="1648"/>
                      </a:cubicBezTo>
                      <a:cubicBezTo>
                        <a:pt x="10248" y="1648"/>
                        <a:pt x="24141" y="23526"/>
                        <a:pt x="24141" y="23526"/>
                      </a:cubicBezTo>
                      <a:cubicBezTo>
                        <a:pt x="24858" y="24653"/>
                        <a:pt x="24753" y="26003"/>
                        <a:pt x="24004" y="27015"/>
                      </a:cubicBezTo>
                      <a:close/>
                    </a:path>
                  </a:pathLst>
                </a:custGeom>
                <a:solidFill>
                  <a:srgbClr val="3B434F"/>
                </a:solidFill>
                <a:ln w="141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55" name="자유형: 도형 154">
                  <a:extLst>
                    <a:ext uri="{FF2B5EF4-FFF2-40B4-BE49-F238E27FC236}">
                      <a16:creationId xmlns:a16="http://schemas.microsoft.com/office/drawing/2014/main" id="{6CB82582-095E-4185-9EAD-2947B7AA3E49}"/>
                    </a:ext>
                  </a:extLst>
                </p:cNvPr>
                <p:cNvSpPr/>
                <p:nvPr/>
              </p:nvSpPr>
              <p:spPr>
                <a:xfrm>
                  <a:off x="772354" y="8376418"/>
                  <a:ext cx="24759" cy="61519"/>
                </a:xfrm>
                <a:custGeom>
                  <a:avLst/>
                  <a:gdLst>
                    <a:gd name="connsiteX0" fmla="*/ 625 w 24759"/>
                    <a:gd name="connsiteY0" fmla="*/ 27098 h 61519"/>
                    <a:gd name="connsiteX1" fmla="*/ 17829 w 24759"/>
                    <a:gd name="connsiteY1" fmla="*/ 59642 h 61519"/>
                    <a:gd name="connsiteX2" fmla="*/ 22689 w 24759"/>
                    <a:gd name="connsiteY2" fmla="*/ 61194 h 61519"/>
                    <a:gd name="connsiteX3" fmla="*/ 24400 w 24759"/>
                    <a:gd name="connsiteY3" fmla="*/ 56784 h 61519"/>
                    <a:gd name="connsiteX4" fmla="*/ 7786 w 24759"/>
                    <a:gd name="connsiteY4" fmla="*/ 25353 h 61519"/>
                    <a:gd name="connsiteX5" fmla="*/ 20768 w 24759"/>
                    <a:gd name="connsiteY5" fmla="*/ 4958 h 61519"/>
                    <a:gd name="connsiteX6" fmla="*/ 19434 w 24759"/>
                    <a:gd name="connsiteY6" fmla="*/ 443 h 61519"/>
                    <a:gd name="connsiteX7" fmla="*/ 14456 w 24759"/>
                    <a:gd name="connsiteY7" fmla="*/ 1653 h 61519"/>
                    <a:gd name="connsiteX8" fmla="*/ 488 w 24759"/>
                    <a:gd name="connsiteY8" fmla="*/ 23599 h 61519"/>
                    <a:gd name="connsiteX9" fmla="*/ 625 w 24759"/>
                    <a:gd name="connsiteY9" fmla="*/ 27098 h 615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24759" h="61519">
                      <a:moveTo>
                        <a:pt x="625" y="27098"/>
                      </a:moveTo>
                      <a:cubicBezTo>
                        <a:pt x="625" y="27098"/>
                        <a:pt x="17829" y="59642"/>
                        <a:pt x="17829" y="59642"/>
                      </a:cubicBezTo>
                      <a:cubicBezTo>
                        <a:pt x="18698" y="61288"/>
                        <a:pt x="20874" y="61983"/>
                        <a:pt x="22689" y="61194"/>
                      </a:cubicBezTo>
                      <a:cubicBezTo>
                        <a:pt x="24504" y="60405"/>
                        <a:pt x="25270" y="58431"/>
                        <a:pt x="24400" y="56784"/>
                      </a:cubicBezTo>
                      <a:cubicBezTo>
                        <a:pt x="24400" y="56784"/>
                        <a:pt x="7786" y="25353"/>
                        <a:pt x="7786" y="25353"/>
                      </a:cubicBezTo>
                      <a:cubicBezTo>
                        <a:pt x="7786" y="25353"/>
                        <a:pt x="20768" y="4958"/>
                        <a:pt x="20768" y="4958"/>
                      </a:cubicBezTo>
                      <a:cubicBezTo>
                        <a:pt x="21773" y="3378"/>
                        <a:pt x="21177" y="1357"/>
                        <a:pt x="19434" y="443"/>
                      </a:cubicBezTo>
                      <a:cubicBezTo>
                        <a:pt x="17692" y="-469"/>
                        <a:pt x="15463" y="73"/>
                        <a:pt x="14456" y="1653"/>
                      </a:cubicBezTo>
                      <a:cubicBezTo>
                        <a:pt x="14456" y="1653"/>
                        <a:pt x="488" y="23599"/>
                        <a:pt x="488" y="23599"/>
                      </a:cubicBezTo>
                      <a:cubicBezTo>
                        <a:pt x="-233" y="24729"/>
                        <a:pt x="-128" y="26084"/>
                        <a:pt x="625" y="27098"/>
                      </a:cubicBezTo>
                      <a:close/>
                    </a:path>
                  </a:pathLst>
                </a:custGeom>
                <a:solidFill>
                  <a:srgbClr val="3B434F"/>
                </a:solidFill>
                <a:ln w="141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59" name="자유형: 도형 158">
                  <a:extLst>
                    <a:ext uri="{FF2B5EF4-FFF2-40B4-BE49-F238E27FC236}">
                      <a16:creationId xmlns:a16="http://schemas.microsoft.com/office/drawing/2014/main" id="{F75A7140-7483-4328-BBE1-0E2A83059A21}"/>
                    </a:ext>
                  </a:extLst>
                </p:cNvPr>
                <p:cNvSpPr/>
                <p:nvPr/>
              </p:nvSpPr>
              <p:spPr>
                <a:xfrm>
                  <a:off x="840011" y="8329747"/>
                  <a:ext cx="6644" cy="133448"/>
                </a:xfrm>
                <a:custGeom>
                  <a:avLst/>
                  <a:gdLst>
                    <a:gd name="connsiteX0" fmla="*/ 0 w 6644"/>
                    <a:gd name="connsiteY0" fmla="*/ 0 h 133448"/>
                    <a:gd name="connsiteX1" fmla="*/ 6644 w 6644"/>
                    <a:gd name="connsiteY1" fmla="*/ 0 h 133448"/>
                    <a:gd name="connsiteX2" fmla="*/ 6644 w 6644"/>
                    <a:gd name="connsiteY2" fmla="*/ 133449 h 133448"/>
                    <a:gd name="connsiteX3" fmla="*/ 0 w 6644"/>
                    <a:gd name="connsiteY3" fmla="*/ 133449 h 133448"/>
                    <a:gd name="connsiteX4" fmla="*/ 0 w 6644"/>
                    <a:gd name="connsiteY4" fmla="*/ 0 h 1334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644" h="133448">
                      <a:moveTo>
                        <a:pt x="0" y="0"/>
                      </a:moveTo>
                      <a:cubicBezTo>
                        <a:pt x="0" y="0"/>
                        <a:pt x="6644" y="0"/>
                        <a:pt x="6644" y="0"/>
                      </a:cubicBezTo>
                      <a:cubicBezTo>
                        <a:pt x="6644" y="0"/>
                        <a:pt x="6644" y="133449"/>
                        <a:pt x="6644" y="133449"/>
                      </a:cubicBezTo>
                      <a:cubicBezTo>
                        <a:pt x="6644" y="133449"/>
                        <a:pt x="0" y="133449"/>
                        <a:pt x="0" y="133449"/>
                      </a:cubicBezTo>
                      <a:cubicBezTo>
                        <a:pt x="0" y="133449"/>
                        <a:pt x="0" y="0"/>
                        <a:pt x="0" y="0"/>
                      </a:cubicBezTo>
                      <a:close/>
                    </a:path>
                  </a:pathLst>
                </a:custGeom>
                <a:solidFill>
                  <a:srgbClr val="3B434F"/>
                </a:solidFill>
                <a:ln w="141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60" name="자유형: 도형 159">
                  <a:extLst>
                    <a:ext uri="{FF2B5EF4-FFF2-40B4-BE49-F238E27FC236}">
                      <a16:creationId xmlns:a16="http://schemas.microsoft.com/office/drawing/2014/main" id="{B686B745-400C-4779-B0D3-BACA2D568D8E}"/>
                    </a:ext>
                  </a:extLst>
                </p:cNvPr>
                <p:cNvSpPr/>
                <p:nvPr/>
              </p:nvSpPr>
              <p:spPr>
                <a:xfrm>
                  <a:off x="916729" y="8330845"/>
                  <a:ext cx="6645" cy="133448"/>
                </a:xfrm>
                <a:custGeom>
                  <a:avLst/>
                  <a:gdLst>
                    <a:gd name="connsiteX0" fmla="*/ 0 w 6645"/>
                    <a:gd name="connsiteY0" fmla="*/ 0 h 133448"/>
                    <a:gd name="connsiteX1" fmla="*/ 6646 w 6645"/>
                    <a:gd name="connsiteY1" fmla="*/ 0 h 133448"/>
                    <a:gd name="connsiteX2" fmla="*/ 6646 w 6645"/>
                    <a:gd name="connsiteY2" fmla="*/ 133449 h 133448"/>
                    <a:gd name="connsiteX3" fmla="*/ 0 w 6645"/>
                    <a:gd name="connsiteY3" fmla="*/ 133449 h 133448"/>
                    <a:gd name="connsiteX4" fmla="*/ 0 w 6645"/>
                    <a:gd name="connsiteY4" fmla="*/ 0 h 1334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645" h="133448">
                      <a:moveTo>
                        <a:pt x="0" y="0"/>
                      </a:moveTo>
                      <a:cubicBezTo>
                        <a:pt x="0" y="0"/>
                        <a:pt x="6646" y="0"/>
                        <a:pt x="6646" y="0"/>
                      </a:cubicBezTo>
                      <a:cubicBezTo>
                        <a:pt x="6646" y="0"/>
                        <a:pt x="6646" y="133449"/>
                        <a:pt x="6646" y="133449"/>
                      </a:cubicBezTo>
                      <a:cubicBezTo>
                        <a:pt x="6646" y="133449"/>
                        <a:pt x="0" y="133449"/>
                        <a:pt x="0" y="133449"/>
                      </a:cubicBezTo>
                      <a:cubicBezTo>
                        <a:pt x="0" y="133449"/>
                        <a:pt x="0" y="0"/>
                        <a:pt x="0" y="0"/>
                      </a:cubicBezTo>
                      <a:close/>
                    </a:path>
                  </a:pathLst>
                </a:custGeom>
                <a:solidFill>
                  <a:srgbClr val="3B434F"/>
                </a:solidFill>
                <a:ln w="141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61" name="자유형: 도형 160">
                  <a:extLst>
                    <a:ext uri="{FF2B5EF4-FFF2-40B4-BE49-F238E27FC236}">
                      <a16:creationId xmlns:a16="http://schemas.microsoft.com/office/drawing/2014/main" id="{0E421CD7-82B9-4725-A856-6A529C7870FD}"/>
                    </a:ext>
                  </a:extLst>
                </p:cNvPr>
                <p:cNvSpPr/>
                <p:nvPr/>
              </p:nvSpPr>
              <p:spPr>
                <a:xfrm>
                  <a:off x="855413" y="8401604"/>
                  <a:ext cx="55208" cy="61444"/>
                </a:xfrm>
                <a:custGeom>
                  <a:avLst/>
                  <a:gdLst>
                    <a:gd name="connsiteX0" fmla="*/ 48300 w 55208"/>
                    <a:gd name="connsiteY0" fmla="*/ 61347 h 61444"/>
                    <a:gd name="connsiteX1" fmla="*/ 31177 w 55208"/>
                    <a:gd name="connsiteY1" fmla="*/ 3251 h 61444"/>
                    <a:gd name="connsiteX2" fmla="*/ 34737 w 55208"/>
                    <a:gd name="connsiteY2" fmla="*/ 2281 h 61444"/>
                    <a:gd name="connsiteX3" fmla="*/ 37098 w 55208"/>
                    <a:gd name="connsiteY3" fmla="*/ 0 h 61444"/>
                    <a:gd name="connsiteX4" fmla="*/ 55209 w 55208"/>
                    <a:gd name="connsiteY4" fmla="*/ 61444 h 61444"/>
                    <a:gd name="connsiteX5" fmla="*/ 48300 w 55208"/>
                    <a:gd name="connsiteY5" fmla="*/ 61347 h 61444"/>
                    <a:gd name="connsiteX6" fmla="*/ 0 w 55208"/>
                    <a:gd name="connsiteY6" fmla="*/ 60661 h 61444"/>
                    <a:gd name="connsiteX7" fmla="*/ 17876 w 55208"/>
                    <a:gd name="connsiteY7" fmla="*/ 283 h 61444"/>
                    <a:gd name="connsiteX8" fmla="*/ 19032 w 55208"/>
                    <a:gd name="connsiteY8" fmla="*/ 1183 h 61444"/>
                    <a:gd name="connsiteX9" fmla="*/ 22656 w 55208"/>
                    <a:gd name="connsiteY9" fmla="*/ 3379 h 61444"/>
                    <a:gd name="connsiteX10" fmla="*/ 23851 w 55208"/>
                    <a:gd name="connsiteY10" fmla="*/ 3488 h 61444"/>
                    <a:gd name="connsiteX11" fmla="*/ 6894 w 55208"/>
                    <a:gd name="connsiteY11" fmla="*/ 60758 h 61444"/>
                    <a:gd name="connsiteX12" fmla="*/ 0 w 55208"/>
                    <a:gd name="connsiteY12" fmla="*/ 60661 h 614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55208" h="61444">
                      <a:moveTo>
                        <a:pt x="48300" y="61347"/>
                      </a:moveTo>
                      <a:cubicBezTo>
                        <a:pt x="48300" y="61347"/>
                        <a:pt x="31177" y="3251"/>
                        <a:pt x="31177" y="3251"/>
                      </a:cubicBezTo>
                      <a:cubicBezTo>
                        <a:pt x="31177" y="3251"/>
                        <a:pt x="34737" y="2281"/>
                        <a:pt x="34737" y="2281"/>
                      </a:cubicBezTo>
                      <a:cubicBezTo>
                        <a:pt x="34737" y="2281"/>
                        <a:pt x="37098" y="0"/>
                        <a:pt x="37098" y="0"/>
                      </a:cubicBezTo>
                      <a:cubicBezTo>
                        <a:pt x="37098" y="0"/>
                        <a:pt x="55209" y="61444"/>
                        <a:pt x="55209" y="61444"/>
                      </a:cubicBezTo>
                      <a:cubicBezTo>
                        <a:pt x="55209" y="61444"/>
                        <a:pt x="48300" y="61347"/>
                        <a:pt x="48300" y="61347"/>
                      </a:cubicBezTo>
                      <a:close/>
                      <a:moveTo>
                        <a:pt x="0" y="60661"/>
                      </a:moveTo>
                      <a:cubicBezTo>
                        <a:pt x="0" y="60661"/>
                        <a:pt x="17876" y="283"/>
                        <a:pt x="17876" y="283"/>
                      </a:cubicBezTo>
                      <a:cubicBezTo>
                        <a:pt x="17876" y="283"/>
                        <a:pt x="19032" y="1183"/>
                        <a:pt x="19032" y="1183"/>
                      </a:cubicBezTo>
                      <a:cubicBezTo>
                        <a:pt x="19032" y="1183"/>
                        <a:pt x="22656" y="3379"/>
                        <a:pt x="22656" y="3379"/>
                      </a:cubicBezTo>
                      <a:cubicBezTo>
                        <a:pt x="22656" y="3379"/>
                        <a:pt x="23851" y="3488"/>
                        <a:pt x="23851" y="3488"/>
                      </a:cubicBezTo>
                      <a:cubicBezTo>
                        <a:pt x="23851" y="3488"/>
                        <a:pt x="6894" y="60758"/>
                        <a:pt x="6894" y="60758"/>
                      </a:cubicBezTo>
                      <a:cubicBezTo>
                        <a:pt x="6894" y="60758"/>
                        <a:pt x="0" y="60661"/>
                        <a:pt x="0" y="60661"/>
                      </a:cubicBezTo>
                      <a:close/>
                    </a:path>
                  </a:pathLst>
                </a:custGeom>
                <a:solidFill>
                  <a:srgbClr val="3B434F"/>
                </a:solidFill>
                <a:ln w="141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62" name="자유형: 도형 161">
                  <a:extLst>
                    <a:ext uri="{FF2B5EF4-FFF2-40B4-BE49-F238E27FC236}">
                      <a16:creationId xmlns:a16="http://schemas.microsoft.com/office/drawing/2014/main" id="{33C3C4E5-F65F-46D4-B155-ABB06019E197}"/>
                    </a:ext>
                  </a:extLst>
                </p:cNvPr>
                <p:cNvSpPr/>
                <p:nvPr/>
              </p:nvSpPr>
              <p:spPr>
                <a:xfrm>
                  <a:off x="841825" y="8375048"/>
                  <a:ext cx="80926" cy="40917"/>
                </a:xfrm>
                <a:custGeom>
                  <a:avLst/>
                  <a:gdLst>
                    <a:gd name="connsiteX0" fmla="*/ 80926 w 80926"/>
                    <a:gd name="connsiteY0" fmla="*/ 36544 h 40917"/>
                    <a:gd name="connsiteX1" fmla="*/ 76227 w 80926"/>
                    <a:gd name="connsiteY1" fmla="*/ 40815 h 40917"/>
                    <a:gd name="connsiteX2" fmla="*/ 57944 w 80926"/>
                    <a:gd name="connsiteY2" fmla="*/ 24194 h 40917"/>
                    <a:gd name="connsiteX3" fmla="*/ 41076 w 80926"/>
                    <a:gd name="connsiteY3" fmla="*/ 32681 h 40917"/>
                    <a:gd name="connsiteX4" fmla="*/ 23796 w 80926"/>
                    <a:gd name="connsiteY4" fmla="*/ 23568 h 40917"/>
                    <a:gd name="connsiteX5" fmla="*/ 4710 w 80926"/>
                    <a:gd name="connsiteY5" fmla="*/ 40918 h 40917"/>
                    <a:gd name="connsiteX6" fmla="*/ 0 w 80926"/>
                    <a:gd name="connsiteY6" fmla="*/ 36635 h 40917"/>
                    <a:gd name="connsiteX7" fmla="*/ 37575 w 80926"/>
                    <a:gd name="connsiteY7" fmla="*/ 2476 h 40917"/>
                    <a:gd name="connsiteX8" fmla="*/ 40513 w 80926"/>
                    <a:gd name="connsiteY8" fmla="*/ 0 h 40917"/>
                    <a:gd name="connsiteX9" fmla="*/ 43452 w 80926"/>
                    <a:gd name="connsiteY9" fmla="*/ 2476 h 40917"/>
                    <a:gd name="connsiteX10" fmla="*/ 80926 w 80926"/>
                    <a:gd name="connsiteY10" fmla="*/ 36544 h 40917"/>
                    <a:gd name="connsiteX11" fmla="*/ 27493 w 80926"/>
                    <a:gd name="connsiteY11" fmla="*/ 20208 h 40917"/>
                    <a:gd name="connsiteX12" fmla="*/ 40774 w 80926"/>
                    <a:gd name="connsiteY12" fmla="*/ 27739 h 40917"/>
                    <a:gd name="connsiteX13" fmla="*/ 53884 w 80926"/>
                    <a:gd name="connsiteY13" fmla="*/ 20503 h 40917"/>
                    <a:gd name="connsiteX14" fmla="*/ 40525 w 80926"/>
                    <a:gd name="connsiteY14" fmla="*/ 8360 h 40917"/>
                    <a:gd name="connsiteX15" fmla="*/ 27493 w 80926"/>
                    <a:gd name="connsiteY15" fmla="*/ 20208 h 409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80926" h="40917">
                      <a:moveTo>
                        <a:pt x="80926" y="36544"/>
                      </a:moveTo>
                      <a:cubicBezTo>
                        <a:pt x="80926" y="36544"/>
                        <a:pt x="76227" y="40815"/>
                        <a:pt x="76227" y="40815"/>
                      </a:cubicBezTo>
                      <a:cubicBezTo>
                        <a:pt x="76227" y="40815"/>
                        <a:pt x="57944" y="24194"/>
                        <a:pt x="57944" y="24194"/>
                      </a:cubicBezTo>
                      <a:cubicBezTo>
                        <a:pt x="54416" y="29288"/>
                        <a:pt x="48186" y="32681"/>
                        <a:pt x="41076" y="32681"/>
                      </a:cubicBezTo>
                      <a:cubicBezTo>
                        <a:pt x="33678" y="32681"/>
                        <a:pt x="27235" y="29009"/>
                        <a:pt x="23796" y="23568"/>
                      </a:cubicBezTo>
                      <a:cubicBezTo>
                        <a:pt x="23796" y="23568"/>
                        <a:pt x="4710" y="40918"/>
                        <a:pt x="4710" y="40918"/>
                      </a:cubicBezTo>
                      <a:cubicBezTo>
                        <a:pt x="4710" y="40918"/>
                        <a:pt x="0" y="36635"/>
                        <a:pt x="0" y="36635"/>
                      </a:cubicBezTo>
                      <a:cubicBezTo>
                        <a:pt x="0" y="36635"/>
                        <a:pt x="37575" y="2476"/>
                        <a:pt x="37575" y="2476"/>
                      </a:cubicBezTo>
                      <a:cubicBezTo>
                        <a:pt x="37575" y="2476"/>
                        <a:pt x="40513" y="0"/>
                        <a:pt x="40513" y="0"/>
                      </a:cubicBezTo>
                      <a:cubicBezTo>
                        <a:pt x="40513" y="0"/>
                        <a:pt x="43452" y="2476"/>
                        <a:pt x="43452" y="2476"/>
                      </a:cubicBezTo>
                      <a:cubicBezTo>
                        <a:pt x="43452" y="2476"/>
                        <a:pt x="80926" y="36544"/>
                        <a:pt x="80926" y="36544"/>
                      </a:cubicBezTo>
                      <a:close/>
                      <a:moveTo>
                        <a:pt x="27493" y="20208"/>
                      </a:moveTo>
                      <a:cubicBezTo>
                        <a:pt x="29901" y="24668"/>
                        <a:pt x="34940" y="27739"/>
                        <a:pt x="40774" y="27739"/>
                      </a:cubicBezTo>
                      <a:cubicBezTo>
                        <a:pt x="46476" y="27739"/>
                        <a:pt x="51413" y="24799"/>
                        <a:pt x="53884" y="20503"/>
                      </a:cubicBezTo>
                      <a:cubicBezTo>
                        <a:pt x="53884" y="20503"/>
                        <a:pt x="40525" y="8360"/>
                        <a:pt x="40525" y="8360"/>
                      </a:cubicBezTo>
                      <a:cubicBezTo>
                        <a:pt x="40525" y="8360"/>
                        <a:pt x="27493" y="20208"/>
                        <a:pt x="27493" y="20208"/>
                      </a:cubicBezTo>
                      <a:close/>
                    </a:path>
                  </a:pathLst>
                </a:custGeom>
                <a:solidFill>
                  <a:srgbClr val="3B434F"/>
                </a:solidFill>
                <a:ln w="141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64" name="자유형: 도형 163">
                  <a:extLst>
                    <a:ext uri="{FF2B5EF4-FFF2-40B4-BE49-F238E27FC236}">
                      <a16:creationId xmlns:a16="http://schemas.microsoft.com/office/drawing/2014/main" id="{9AAA0B3A-F499-4C98-8174-770A2CFE0732}"/>
                    </a:ext>
                  </a:extLst>
                </p:cNvPr>
                <p:cNvSpPr/>
                <p:nvPr/>
              </p:nvSpPr>
              <p:spPr>
                <a:xfrm>
                  <a:off x="751217" y="7976081"/>
                  <a:ext cx="263387" cy="342682"/>
                </a:xfrm>
                <a:custGeom>
                  <a:avLst/>
                  <a:gdLst>
                    <a:gd name="connsiteX0" fmla="*/ 131694 w 263387"/>
                    <a:gd name="connsiteY0" fmla="*/ 0 h 342682"/>
                    <a:gd name="connsiteX1" fmla="*/ 263268 w 263387"/>
                    <a:gd name="connsiteY1" fmla="*/ 130775 h 342682"/>
                    <a:gd name="connsiteX2" fmla="*/ 259044 w 263387"/>
                    <a:gd name="connsiteY2" fmla="*/ 225481 h 342682"/>
                    <a:gd name="connsiteX3" fmla="*/ 132228 w 263387"/>
                    <a:gd name="connsiteY3" fmla="*/ 342683 h 342682"/>
                    <a:gd name="connsiteX4" fmla="*/ 4344 w 263387"/>
                    <a:gd name="connsiteY4" fmla="*/ 225481 h 342682"/>
                    <a:gd name="connsiteX5" fmla="*/ 119 w 263387"/>
                    <a:gd name="connsiteY5" fmla="*/ 130775 h 342682"/>
                    <a:gd name="connsiteX6" fmla="*/ 131694 w 263387"/>
                    <a:gd name="connsiteY6" fmla="*/ 0 h 3426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63387" h="342682">
                      <a:moveTo>
                        <a:pt x="131694" y="0"/>
                      </a:moveTo>
                      <a:cubicBezTo>
                        <a:pt x="208190" y="0"/>
                        <a:pt x="266382" y="60988"/>
                        <a:pt x="263268" y="130775"/>
                      </a:cubicBezTo>
                      <a:cubicBezTo>
                        <a:pt x="263268" y="130775"/>
                        <a:pt x="259044" y="225481"/>
                        <a:pt x="259044" y="225481"/>
                      </a:cubicBezTo>
                      <a:cubicBezTo>
                        <a:pt x="247073" y="289779"/>
                        <a:pt x="198312" y="336199"/>
                        <a:pt x="132228" y="342683"/>
                      </a:cubicBezTo>
                      <a:cubicBezTo>
                        <a:pt x="67766" y="336524"/>
                        <a:pt x="18048" y="289763"/>
                        <a:pt x="4344" y="225481"/>
                      </a:cubicBezTo>
                      <a:cubicBezTo>
                        <a:pt x="4344" y="225481"/>
                        <a:pt x="119" y="130775"/>
                        <a:pt x="119" y="130775"/>
                      </a:cubicBezTo>
                      <a:cubicBezTo>
                        <a:pt x="-2995" y="60988"/>
                        <a:pt x="55198" y="0"/>
                        <a:pt x="131694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41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65" name="자유형: 도형 164">
                  <a:extLst>
                    <a:ext uri="{FF2B5EF4-FFF2-40B4-BE49-F238E27FC236}">
                      <a16:creationId xmlns:a16="http://schemas.microsoft.com/office/drawing/2014/main" id="{B3AD6408-6D03-44BD-867B-FBB67DEFF540}"/>
                    </a:ext>
                  </a:extLst>
                </p:cNvPr>
                <p:cNvSpPr/>
                <p:nvPr/>
              </p:nvSpPr>
              <p:spPr>
                <a:xfrm>
                  <a:off x="742740" y="7966196"/>
                  <a:ext cx="280323" cy="358058"/>
                </a:xfrm>
                <a:custGeom>
                  <a:avLst/>
                  <a:gdLst>
                    <a:gd name="connsiteX0" fmla="*/ 280197 w 280323"/>
                    <a:gd name="connsiteY0" fmla="*/ 136643 h 358058"/>
                    <a:gd name="connsiteX1" fmla="*/ 275699 w 280323"/>
                    <a:gd name="connsiteY1" fmla="*/ 235598 h 358058"/>
                    <a:gd name="connsiteX2" fmla="*/ 140730 w 280323"/>
                    <a:gd name="connsiteY2" fmla="*/ 358059 h 358058"/>
                    <a:gd name="connsiteX3" fmla="*/ 4624 w 280323"/>
                    <a:gd name="connsiteY3" fmla="*/ 235598 h 358058"/>
                    <a:gd name="connsiteX4" fmla="*/ 127 w 280323"/>
                    <a:gd name="connsiteY4" fmla="*/ 136643 h 358058"/>
                    <a:gd name="connsiteX5" fmla="*/ 140161 w 280323"/>
                    <a:gd name="connsiteY5" fmla="*/ 0 h 358058"/>
                    <a:gd name="connsiteX6" fmla="*/ 280197 w 280323"/>
                    <a:gd name="connsiteY6" fmla="*/ 136643 h 358058"/>
                    <a:gd name="connsiteX7" fmla="*/ 140171 w 280323"/>
                    <a:gd name="connsiteY7" fmla="*/ 7688 h 358058"/>
                    <a:gd name="connsiteX8" fmla="*/ 8597 w 280323"/>
                    <a:gd name="connsiteY8" fmla="*/ 138463 h 358058"/>
                    <a:gd name="connsiteX9" fmla="*/ 12821 w 280323"/>
                    <a:gd name="connsiteY9" fmla="*/ 233169 h 358058"/>
                    <a:gd name="connsiteX10" fmla="*/ 140705 w 280323"/>
                    <a:gd name="connsiteY10" fmla="*/ 350371 h 358058"/>
                    <a:gd name="connsiteX11" fmla="*/ 267521 w 280323"/>
                    <a:gd name="connsiteY11" fmla="*/ 233169 h 358058"/>
                    <a:gd name="connsiteX12" fmla="*/ 271746 w 280323"/>
                    <a:gd name="connsiteY12" fmla="*/ 138463 h 358058"/>
                    <a:gd name="connsiteX13" fmla="*/ 140171 w 280323"/>
                    <a:gd name="connsiteY13" fmla="*/ 7688 h 35805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80323" h="358058">
                      <a:moveTo>
                        <a:pt x="280197" y="136643"/>
                      </a:moveTo>
                      <a:cubicBezTo>
                        <a:pt x="280197" y="136643"/>
                        <a:pt x="275699" y="235598"/>
                        <a:pt x="275699" y="235598"/>
                      </a:cubicBezTo>
                      <a:cubicBezTo>
                        <a:pt x="262959" y="302782"/>
                        <a:pt x="211062" y="351286"/>
                        <a:pt x="140730" y="358059"/>
                      </a:cubicBezTo>
                      <a:cubicBezTo>
                        <a:pt x="72123" y="351624"/>
                        <a:pt x="19208" y="302765"/>
                        <a:pt x="4624" y="235598"/>
                      </a:cubicBezTo>
                      <a:cubicBezTo>
                        <a:pt x="4624" y="235598"/>
                        <a:pt x="127" y="136643"/>
                        <a:pt x="127" y="136643"/>
                      </a:cubicBezTo>
                      <a:cubicBezTo>
                        <a:pt x="-3187" y="63725"/>
                        <a:pt x="58747" y="0"/>
                        <a:pt x="140161" y="0"/>
                      </a:cubicBezTo>
                      <a:cubicBezTo>
                        <a:pt x="221577" y="0"/>
                        <a:pt x="283510" y="63725"/>
                        <a:pt x="280197" y="136643"/>
                      </a:cubicBezTo>
                      <a:close/>
                      <a:moveTo>
                        <a:pt x="140171" y="7688"/>
                      </a:moveTo>
                      <a:cubicBezTo>
                        <a:pt x="63675" y="7688"/>
                        <a:pt x="5482" y="68677"/>
                        <a:pt x="8597" y="138463"/>
                      </a:cubicBezTo>
                      <a:cubicBezTo>
                        <a:pt x="8597" y="138463"/>
                        <a:pt x="12821" y="233169"/>
                        <a:pt x="12821" y="233169"/>
                      </a:cubicBezTo>
                      <a:cubicBezTo>
                        <a:pt x="26525" y="297451"/>
                        <a:pt x="76243" y="344212"/>
                        <a:pt x="140705" y="350371"/>
                      </a:cubicBezTo>
                      <a:cubicBezTo>
                        <a:pt x="206789" y="343889"/>
                        <a:pt x="255550" y="297467"/>
                        <a:pt x="267521" y="233169"/>
                      </a:cubicBezTo>
                      <a:cubicBezTo>
                        <a:pt x="267521" y="233169"/>
                        <a:pt x="271746" y="138463"/>
                        <a:pt x="271746" y="138463"/>
                      </a:cubicBezTo>
                      <a:cubicBezTo>
                        <a:pt x="274859" y="68677"/>
                        <a:pt x="216667" y="7688"/>
                        <a:pt x="140171" y="7688"/>
                      </a:cubicBezTo>
                      <a:close/>
                    </a:path>
                  </a:pathLst>
                </a:custGeom>
                <a:solidFill>
                  <a:srgbClr val="3B434F"/>
                </a:solidFill>
                <a:ln w="141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67" name="자유형: 도형 166">
                  <a:extLst>
                    <a:ext uri="{FF2B5EF4-FFF2-40B4-BE49-F238E27FC236}">
                      <a16:creationId xmlns:a16="http://schemas.microsoft.com/office/drawing/2014/main" id="{E599728C-745E-45D8-B4BE-2216BF632088}"/>
                    </a:ext>
                  </a:extLst>
                </p:cNvPr>
                <p:cNvSpPr/>
                <p:nvPr/>
              </p:nvSpPr>
              <p:spPr>
                <a:xfrm>
                  <a:off x="818494" y="8230115"/>
                  <a:ext cx="130189" cy="22747"/>
                </a:xfrm>
                <a:custGeom>
                  <a:avLst/>
                  <a:gdLst>
                    <a:gd name="connsiteX0" fmla="*/ 129649 w 130189"/>
                    <a:gd name="connsiteY0" fmla="*/ 5834 h 22747"/>
                    <a:gd name="connsiteX1" fmla="*/ 65012 w 130189"/>
                    <a:gd name="connsiteY1" fmla="*/ 22748 h 22747"/>
                    <a:gd name="connsiteX2" fmla="*/ 373 w 130189"/>
                    <a:gd name="connsiteY2" fmla="*/ 5834 h 22747"/>
                    <a:gd name="connsiteX3" fmla="*/ 899 w 130189"/>
                    <a:gd name="connsiteY3" fmla="*/ 1525 h 22747"/>
                    <a:gd name="connsiteX4" fmla="*/ 5207 w 130189"/>
                    <a:gd name="connsiteY4" fmla="*/ 331 h 22747"/>
                    <a:gd name="connsiteX5" fmla="*/ 65012 w 130189"/>
                    <a:gd name="connsiteY5" fmla="*/ 16158 h 22747"/>
                    <a:gd name="connsiteX6" fmla="*/ 124816 w 130189"/>
                    <a:gd name="connsiteY6" fmla="*/ 331 h 22747"/>
                    <a:gd name="connsiteX7" fmla="*/ 128802 w 130189"/>
                    <a:gd name="connsiteY7" fmla="*/ 609 h 22747"/>
                    <a:gd name="connsiteX8" fmla="*/ 129649 w 130189"/>
                    <a:gd name="connsiteY8" fmla="*/ 5834 h 2274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30189" h="22747">
                      <a:moveTo>
                        <a:pt x="129649" y="5834"/>
                      </a:moveTo>
                      <a:cubicBezTo>
                        <a:pt x="118669" y="14501"/>
                        <a:pt x="93868" y="22748"/>
                        <a:pt x="65012" y="22748"/>
                      </a:cubicBezTo>
                      <a:cubicBezTo>
                        <a:pt x="36154" y="22748"/>
                        <a:pt x="11355" y="14501"/>
                        <a:pt x="373" y="5834"/>
                      </a:cubicBezTo>
                      <a:cubicBezTo>
                        <a:pt x="373" y="5834"/>
                        <a:pt x="-749" y="3024"/>
                        <a:pt x="899" y="1525"/>
                      </a:cubicBezTo>
                      <a:cubicBezTo>
                        <a:pt x="2578" y="-1"/>
                        <a:pt x="5207" y="331"/>
                        <a:pt x="5207" y="331"/>
                      </a:cubicBezTo>
                      <a:cubicBezTo>
                        <a:pt x="16176" y="9004"/>
                        <a:pt x="36144" y="16158"/>
                        <a:pt x="65012" y="16158"/>
                      </a:cubicBezTo>
                      <a:cubicBezTo>
                        <a:pt x="93879" y="16158"/>
                        <a:pt x="113848" y="9004"/>
                        <a:pt x="124816" y="331"/>
                      </a:cubicBezTo>
                      <a:cubicBezTo>
                        <a:pt x="124816" y="331"/>
                        <a:pt x="127499" y="-575"/>
                        <a:pt x="128802" y="609"/>
                      </a:cubicBezTo>
                      <a:cubicBezTo>
                        <a:pt x="131312" y="2892"/>
                        <a:pt x="129649" y="5834"/>
                        <a:pt x="129649" y="5834"/>
                      </a:cubicBezTo>
                      <a:close/>
                    </a:path>
                  </a:pathLst>
                </a:custGeom>
                <a:solidFill>
                  <a:srgbClr val="3B434F"/>
                </a:solidFill>
                <a:ln w="141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68" name="자유형: 도형 167">
                  <a:extLst>
                    <a:ext uri="{FF2B5EF4-FFF2-40B4-BE49-F238E27FC236}">
                      <a16:creationId xmlns:a16="http://schemas.microsoft.com/office/drawing/2014/main" id="{3C07B7AE-0693-4880-AC6D-EA4529A9CCFB}"/>
                    </a:ext>
                  </a:extLst>
                </p:cNvPr>
                <p:cNvSpPr/>
                <p:nvPr/>
              </p:nvSpPr>
              <p:spPr>
                <a:xfrm>
                  <a:off x="863571" y="8266043"/>
                  <a:ext cx="38660" cy="5490"/>
                </a:xfrm>
                <a:custGeom>
                  <a:avLst/>
                  <a:gdLst>
                    <a:gd name="connsiteX0" fmla="*/ 0 w 38660"/>
                    <a:gd name="connsiteY0" fmla="*/ 0 h 5490"/>
                    <a:gd name="connsiteX1" fmla="*/ 38661 w 38660"/>
                    <a:gd name="connsiteY1" fmla="*/ 0 h 5490"/>
                    <a:gd name="connsiteX2" fmla="*/ 38661 w 38660"/>
                    <a:gd name="connsiteY2" fmla="*/ 5491 h 5490"/>
                    <a:gd name="connsiteX3" fmla="*/ 0 w 38660"/>
                    <a:gd name="connsiteY3" fmla="*/ 5491 h 5490"/>
                    <a:gd name="connsiteX4" fmla="*/ 0 w 38660"/>
                    <a:gd name="connsiteY4" fmla="*/ 0 h 54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8660" h="5490">
                      <a:moveTo>
                        <a:pt x="0" y="0"/>
                      </a:moveTo>
                      <a:cubicBezTo>
                        <a:pt x="0" y="0"/>
                        <a:pt x="38661" y="0"/>
                        <a:pt x="38661" y="0"/>
                      </a:cubicBezTo>
                      <a:cubicBezTo>
                        <a:pt x="38661" y="0"/>
                        <a:pt x="38661" y="5491"/>
                        <a:pt x="38661" y="5491"/>
                      </a:cubicBezTo>
                      <a:cubicBezTo>
                        <a:pt x="38661" y="5491"/>
                        <a:pt x="0" y="5491"/>
                        <a:pt x="0" y="5491"/>
                      </a:cubicBezTo>
                      <a:cubicBezTo>
                        <a:pt x="0" y="5491"/>
                        <a:pt x="0" y="0"/>
                        <a:pt x="0" y="0"/>
                      </a:cubicBezTo>
                      <a:close/>
                    </a:path>
                  </a:pathLst>
                </a:custGeom>
                <a:solidFill>
                  <a:srgbClr val="3B434F"/>
                </a:solidFill>
                <a:ln w="141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70" name="자유형: 도형 169">
                  <a:extLst>
                    <a:ext uri="{FF2B5EF4-FFF2-40B4-BE49-F238E27FC236}">
                      <a16:creationId xmlns:a16="http://schemas.microsoft.com/office/drawing/2014/main" id="{44F51935-BF50-47A3-BCD7-962AF2775DCD}"/>
                    </a:ext>
                  </a:extLst>
                </p:cNvPr>
                <p:cNvSpPr/>
                <p:nvPr/>
              </p:nvSpPr>
              <p:spPr>
                <a:xfrm>
                  <a:off x="713968" y="8112267"/>
                  <a:ext cx="33824" cy="88978"/>
                </a:xfrm>
                <a:custGeom>
                  <a:avLst/>
                  <a:gdLst>
                    <a:gd name="connsiteX0" fmla="*/ 29908 w 33824"/>
                    <a:gd name="connsiteY0" fmla="*/ 2676 h 88978"/>
                    <a:gd name="connsiteX1" fmla="*/ 25656 w 33824"/>
                    <a:gd name="connsiteY1" fmla="*/ 820 h 88978"/>
                    <a:gd name="connsiteX2" fmla="*/ 20591 w 33824"/>
                    <a:gd name="connsiteY2" fmla="*/ 18 h 88978"/>
                    <a:gd name="connsiteX3" fmla="*/ 19081 w 33824"/>
                    <a:gd name="connsiteY3" fmla="*/ 8 h 88978"/>
                    <a:gd name="connsiteX4" fmla="*/ 17503 w 33824"/>
                    <a:gd name="connsiteY4" fmla="*/ 105 h 88978"/>
                    <a:gd name="connsiteX5" fmla="*/ 14208 w 33824"/>
                    <a:gd name="connsiteY5" fmla="*/ 686 h 88978"/>
                    <a:gd name="connsiteX6" fmla="*/ 2523 w 33824"/>
                    <a:gd name="connsiteY6" fmla="*/ 10535 h 88978"/>
                    <a:gd name="connsiteX7" fmla="*/ 62 w 33824"/>
                    <a:gd name="connsiteY7" fmla="*/ 21742 h 88978"/>
                    <a:gd name="connsiteX8" fmla="*/ 11 w 33824"/>
                    <a:gd name="connsiteY8" fmla="*/ 25371 h 88978"/>
                    <a:gd name="connsiteX9" fmla="*/ 222 w 33824"/>
                    <a:gd name="connsiteY9" fmla="*/ 29361 h 88978"/>
                    <a:gd name="connsiteX10" fmla="*/ 1494 w 33824"/>
                    <a:gd name="connsiteY10" fmla="*/ 38493 h 88978"/>
                    <a:gd name="connsiteX11" fmla="*/ 4847 w 33824"/>
                    <a:gd name="connsiteY11" fmla="*/ 59989 h 88978"/>
                    <a:gd name="connsiteX12" fmla="*/ 33824 w 33824"/>
                    <a:gd name="connsiteY12" fmla="*/ 88979 h 88978"/>
                    <a:gd name="connsiteX13" fmla="*/ 29908 w 33824"/>
                    <a:gd name="connsiteY13" fmla="*/ 2676 h 88978"/>
                    <a:gd name="connsiteX14" fmla="*/ 29908 w 33824"/>
                    <a:gd name="connsiteY14" fmla="*/ 2676 h 889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3824" h="88978">
                      <a:moveTo>
                        <a:pt x="29908" y="2676"/>
                      </a:moveTo>
                      <a:cubicBezTo>
                        <a:pt x="29891" y="2678"/>
                        <a:pt x="28426" y="1613"/>
                        <a:pt x="25656" y="820"/>
                      </a:cubicBezTo>
                      <a:cubicBezTo>
                        <a:pt x="24272" y="425"/>
                        <a:pt x="22551" y="99"/>
                        <a:pt x="20591" y="18"/>
                      </a:cubicBezTo>
                      <a:cubicBezTo>
                        <a:pt x="20101" y="-1"/>
                        <a:pt x="19597" y="-6"/>
                        <a:pt x="19081" y="8"/>
                      </a:cubicBezTo>
                      <a:cubicBezTo>
                        <a:pt x="18566" y="21"/>
                        <a:pt x="18038" y="52"/>
                        <a:pt x="17503" y="105"/>
                      </a:cubicBezTo>
                      <a:cubicBezTo>
                        <a:pt x="16429" y="209"/>
                        <a:pt x="15322" y="395"/>
                        <a:pt x="14208" y="686"/>
                      </a:cubicBezTo>
                      <a:cubicBezTo>
                        <a:pt x="9747" y="1853"/>
                        <a:pt x="5196" y="4687"/>
                        <a:pt x="2523" y="10535"/>
                      </a:cubicBezTo>
                      <a:cubicBezTo>
                        <a:pt x="1181" y="13460"/>
                        <a:pt x="296" y="17140"/>
                        <a:pt x="62" y="21742"/>
                      </a:cubicBezTo>
                      <a:cubicBezTo>
                        <a:pt x="3" y="22893"/>
                        <a:pt x="-14" y="24102"/>
                        <a:pt x="11" y="25371"/>
                      </a:cubicBezTo>
                      <a:cubicBezTo>
                        <a:pt x="37" y="26640"/>
                        <a:pt x="106" y="27968"/>
                        <a:pt x="222" y="29361"/>
                      </a:cubicBezTo>
                      <a:cubicBezTo>
                        <a:pt x="453" y="32146"/>
                        <a:pt x="871" y="35182"/>
                        <a:pt x="1494" y="38493"/>
                      </a:cubicBezTo>
                      <a:cubicBezTo>
                        <a:pt x="1480" y="38489"/>
                        <a:pt x="913" y="48494"/>
                        <a:pt x="4847" y="59989"/>
                      </a:cubicBezTo>
                      <a:cubicBezTo>
                        <a:pt x="8546" y="71228"/>
                        <a:pt x="17428" y="85034"/>
                        <a:pt x="33824" y="88979"/>
                      </a:cubicBezTo>
                      <a:cubicBezTo>
                        <a:pt x="31938" y="60432"/>
                        <a:pt x="31880" y="31349"/>
                        <a:pt x="29908" y="2676"/>
                      </a:cubicBezTo>
                      <a:cubicBezTo>
                        <a:pt x="29908" y="2676"/>
                        <a:pt x="29908" y="2676"/>
                        <a:pt x="29908" y="267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41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71" name="자유형: 도형 170">
                  <a:extLst>
                    <a:ext uri="{FF2B5EF4-FFF2-40B4-BE49-F238E27FC236}">
                      <a16:creationId xmlns:a16="http://schemas.microsoft.com/office/drawing/2014/main" id="{6E79D42C-95EF-4AF1-9623-6B64FD969ECC}"/>
                    </a:ext>
                  </a:extLst>
                </p:cNvPr>
                <p:cNvSpPr/>
                <p:nvPr/>
              </p:nvSpPr>
              <p:spPr>
                <a:xfrm>
                  <a:off x="710343" y="8106710"/>
                  <a:ext cx="51718" cy="101120"/>
                </a:xfrm>
                <a:custGeom>
                  <a:avLst/>
                  <a:gdLst>
                    <a:gd name="connsiteX0" fmla="*/ 35404 w 51718"/>
                    <a:gd name="connsiteY0" fmla="*/ 9384 h 101120"/>
                    <a:gd name="connsiteX1" fmla="*/ 7843 w 51718"/>
                    <a:gd name="connsiteY1" fmla="*/ 28035 h 101120"/>
                    <a:gd name="connsiteX2" fmla="*/ 13942 w 51718"/>
                    <a:gd name="connsiteY2" fmla="*/ 70316 h 101120"/>
                    <a:gd name="connsiteX3" fmla="*/ 43676 w 51718"/>
                    <a:gd name="connsiteY3" fmla="*/ 93855 h 101120"/>
                    <a:gd name="connsiteX4" fmla="*/ 43676 w 51718"/>
                    <a:gd name="connsiteY4" fmla="*/ 93855 h 101120"/>
                    <a:gd name="connsiteX5" fmla="*/ 43901 w 51718"/>
                    <a:gd name="connsiteY5" fmla="*/ 101120 h 101120"/>
                    <a:gd name="connsiteX6" fmla="*/ 5074 w 51718"/>
                    <a:gd name="connsiteY6" fmla="*/ 63234 h 101120"/>
                    <a:gd name="connsiteX7" fmla="*/ 113 w 51718"/>
                    <a:gd name="connsiteY7" fmla="*/ 32263 h 101120"/>
                    <a:gd name="connsiteX8" fmla="*/ 33624 w 51718"/>
                    <a:gd name="connsiteY8" fmla="*/ 1697 h 101120"/>
                    <a:gd name="connsiteX9" fmla="*/ 33624 w 51718"/>
                    <a:gd name="connsiteY9" fmla="*/ 1697 h 101120"/>
                    <a:gd name="connsiteX10" fmla="*/ 35404 w 51718"/>
                    <a:gd name="connsiteY10" fmla="*/ 9384 h 1011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51718" h="101120">
                      <a:moveTo>
                        <a:pt x="35404" y="9384"/>
                      </a:moveTo>
                      <a:cubicBezTo>
                        <a:pt x="35404" y="9384"/>
                        <a:pt x="6836" y="1338"/>
                        <a:pt x="7843" y="28035"/>
                      </a:cubicBezTo>
                      <a:cubicBezTo>
                        <a:pt x="7843" y="28035"/>
                        <a:pt x="12095" y="66748"/>
                        <a:pt x="13942" y="70316"/>
                      </a:cubicBezTo>
                      <a:cubicBezTo>
                        <a:pt x="13942" y="70316"/>
                        <a:pt x="25161" y="92856"/>
                        <a:pt x="43676" y="93855"/>
                      </a:cubicBezTo>
                      <a:cubicBezTo>
                        <a:pt x="61772" y="94832"/>
                        <a:pt x="43676" y="93855"/>
                        <a:pt x="43676" y="93855"/>
                      </a:cubicBezTo>
                      <a:cubicBezTo>
                        <a:pt x="43676" y="93855"/>
                        <a:pt x="43901" y="101120"/>
                        <a:pt x="43901" y="101120"/>
                      </a:cubicBezTo>
                      <a:cubicBezTo>
                        <a:pt x="43901" y="101120"/>
                        <a:pt x="11359" y="97327"/>
                        <a:pt x="5074" y="63234"/>
                      </a:cubicBezTo>
                      <a:cubicBezTo>
                        <a:pt x="5074" y="63234"/>
                        <a:pt x="113" y="32263"/>
                        <a:pt x="113" y="32263"/>
                      </a:cubicBezTo>
                      <a:cubicBezTo>
                        <a:pt x="113" y="32263"/>
                        <a:pt x="-3740" y="-8725"/>
                        <a:pt x="33624" y="1697"/>
                      </a:cubicBezTo>
                      <a:cubicBezTo>
                        <a:pt x="70023" y="11850"/>
                        <a:pt x="33624" y="1697"/>
                        <a:pt x="33624" y="1697"/>
                      </a:cubicBezTo>
                      <a:cubicBezTo>
                        <a:pt x="33624" y="1697"/>
                        <a:pt x="35404" y="9384"/>
                        <a:pt x="35404" y="9384"/>
                      </a:cubicBezTo>
                    </a:path>
                  </a:pathLst>
                </a:custGeom>
                <a:solidFill>
                  <a:srgbClr val="3B434F"/>
                </a:solidFill>
                <a:ln w="141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73" name="자유형: 도형 172">
                  <a:extLst>
                    <a:ext uri="{FF2B5EF4-FFF2-40B4-BE49-F238E27FC236}">
                      <a16:creationId xmlns:a16="http://schemas.microsoft.com/office/drawing/2014/main" id="{06F159E1-AC90-4072-A208-C1E8CF3D8D51}"/>
                    </a:ext>
                  </a:extLst>
                </p:cNvPr>
                <p:cNvSpPr/>
                <p:nvPr/>
              </p:nvSpPr>
              <p:spPr>
                <a:xfrm>
                  <a:off x="727446" y="8134551"/>
                  <a:ext cx="21735" cy="36427"/>
                </a:xfrm>
                <a:custGeom>
                  <a:avLst/>
                  <a:gdLst>
                    <a:gd name="connsiteX0" fmla="*/ 8872 w 21735"/>
                    <a:gd name="connsiteY0" fmla="*/ 35329 h 36427"/>
                    <a:gd name="connsiteX1" fmla="*/ 5900 w 21735"/>
                    <a:gd name="connsiteY1" fmla="*/ 36427 h 36427"/>
                    <a:gd name="connsiteX2" fmla="*/ 2948 w 21735"/>
                    <a:gd name="connsiteY2" fmla="*/ 35329 h 36427"/>
                    <a:gd name="connsiteX3" fmla="*/ 0 w 21735"/>
                    <a:gd name="connsiteY3" fmla="*/ 8322 h 36427"/>
                    <a:gd name="connsiteX4" fmla="*/ 21327 w 21735"/>
                    <a:gd name="connsiteY4" fmla="*/ 2050 h 36427"/>
                    <a:gd name="connsiteX5" fmla="*/ 21736 w 21735"/>
                    <a:gd name="connsiteY5" fmla="*/ 9772 h 36427"/>
                    <a:gd name="connsiteX6" fmla="*/ 6905 w 21735"/>
                    <a:gd name="connsiteY6" fmla="*/ 10969 h 36427"/>
                    <a:gd name="connsiteX7" fmla="*/ 8872 w 21735"/>
                    <a:gd name="connsiteY7" fmla="*/ 35329 h 364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1735" h="36427">
                      <a:moveTo>
                        <a:pt x="8872" y="35329"/>
                      </a:moveTo>
                      <a:cubicBezTo>
                        <a:pt x="8872" y="35329"/>
                        <a:pt x="7273" y="36427"/>
                        <a:pt x="5900" y="36427"/>
                      </a:cubicBezTo>
                      <a:cubicBezTo>
                        <a:pt x="4526" y="36427"/>
                        <a:pt x="2948" y="35329"/>
                        <a:pt x="2948" y="35329"/>
                      </a:cubicBezTo>
                      <a:cubicBezTo>
                        <a:pt x="2948" y="35329"/>
                        <a:pt x="0" y="8322"/>
                        <a:pt x="0" y="8322"/>
                      </a:cubicBezTo>
                      <a:cubicBezTo>
                        <a:pt x="0" y="8322"/>
                        <a:pt x="4066" y="-4978"/>
                        <a:pt x="21327" y="2050"/>
                      </a:cubicBezTo>
                      <a:cubicBezTo>
                        <a:pt x="21327" y="2050"/>
                        <a:pt x="21736" y="9772"/>
                        <a:pt x="21736" y="9772"/>
                      </a:cubicBezTo>
                      <a:cubicBezTo>
                        <a:pt x="21736" y="9772"/>
                        <a:pt x="6592" y="4890"/>
                        <a:pt x="6905" y="10969"/>
                      </a:cubicBezTo>
                      <a:cubicBezTo>
                        <a:pt x="7207" y="16822"/>
                        <a:pt x="8872" y="35329"/>
                        <a:pt x="8872" y="35329"/>
                      </a:cubicBezTo>
                      <a:close/>
                    </a:path>
                  </a:pathLst>
                </a:custGeom>
                <a:solidFill>
                  <a:srgbClr val="3B434F"/>
                </a:solidFill>
                <a:ln w="141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74" name="자유형: 도형 173">
                  <a:extLst>
                    <a:ext uri="{FF2B5EF4-FFF2-40B4-BE49-F238E27FC236}">
                      <a16:creationId xmlns:a16="http://schemas.microsoft.com/office/drawing/2014/main" id="{61896ABE-0213-4911-9A1D-33D76B69E726}"/>
                    </a:ext>
                  </a:extLst>
                </p:cNvPr>
                <p:cNvSpPr/>
                <p:nvPr/>
              </p:nvSpPr>
              <p:spPr>
                <a:xfrm>
                  <a:off x="1017454" y="8112332"/>
                  <a:ext cx="33973" cy="88919"/>
                </a:xfrm>
                <a:custGeom>
                  <a:avLst/>
                  <a:gdLst>
                    <a:gd name="connsiteX0" fmla="*/ 3933 w 33973"/>
                    <a:gd name="connsiteY0" fmla="*/ 2674 h 88919"/>
                    <a:gd name="connsiteX1" fmla="*/ 8205 w 33973"/>
                    <a:gd name="connsiteY1" fmla="*/ 820 h 88919"/>
                    <a:gd name="connsiteX2" fmla="*/ 13292 w 33973"/>
                    <a:gd name="connsiteY2" fmla="*/ 19 h 88919"/>
                    <a:gd name="connsiteX3" fmla="*/ 14808 w 33973"/>
                    <a:gd name="connsiteY3" fmla="*/ 7 h 88919"/>
                    <a:gd name="connsiteX4" fmla="*/ 16394 w 33973"/>
                    <a:gd name="connsiteY4" fmla="*/ 104 h 88919"/>
                    <a:gd name="connsiteX5" fmla="*/ 19703 w 33973"/>
                    <a:gd name="connsiteY5" fmla="*/ 686 h 88919"/>
                    <a:gd name="connsiteX6" fmla="*/ 31440 w 33973"/>
                    <a:gd name="connsiteY6" fmla="*/ 10528 h 88919"/>
                    <a:gd name="connsiteX7" fmla="*/ 33911 w 33973"/>
                    <a:gd name="connsiteY7" fmla="*/ 21728 h 88919"/>
                    <a:gd name="connsiteX8" fmla="*/ 33962 w 33973"/>
                    <a:gd name="connsiteY8" fmla="*/ 25353 h 88919"/>
                    <a:gd name="connsiteX9" fmla="*/ 33751 w 33973"/>
                    <a:gd name="connsiteY9" fmla="*/ 29341 h 88919"/>
                    <a:gd name="connsiteX10" fmla="*/ 32473 w 33973"/>
                    <a:gd name="connsiteY10" fmla="*/ 38467 h 88919"/>
                    <a:gd name="connsiteX11" fmla="*/ 29105 w 33973"/>
                    <a:gd name="connsiteY11" fmla="*/ 59949 h 88919"/>
                    <a:gd name="connsiteX12" fmla="*/ 0 w 33973"/>
                    <a:gd name="connsiteY12" fmla="*/ 88919 h 88919"/>
                    <a:gd name="connsiteX13" fmla="*/ 3933 w 33973"/>
                    <a:gd name="connsiteY13" fmla="*/ 2674 h 88919"/>
                    <a:gd name="connsiteX14" fmla="*/ 3933 w 33973"/>
                    <a:gd name="connsiteY14" fmla="*/ 2674 h 889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3973" h="88919">
                      <a:moveTo>
                        <a:pt x="3933" y="2674"/>
                      </a:moveTo>
                      <a:cubicBezTo>
                        <a:pt x="3950" y="2676"/>
                        <a:pt x="5424" y="1611"/>
                        <a:pt x="8205" y="820"/>
                      </a:cubicBezTo>
                      <a:cubicBezTo>
                        <a:pt x="9595" y="424"/>
                        <a:pt x="11322" y="99"/>
                        <a:pt x="13292" y="19"/>
                      </a:cubicBezTo>
                      <a:cubicBezTo>
                        <a:pt x="13785" y="-2"/>
                        <a:pt x="14290" y="-5"/>
                        <a:pt x="14808" y="7"/>
                      </a:cubicBezTo>
                      <a:cubicBezTo>
                        <a:pt x="15326" y="20"/>
                        <a:pt x="15856" y="52"/>
                        <a:pt x="16394" y="104"/>
                      </a:cubicBezTo>
                      <a:cubicBezTo>
                        <a:pt x="17471" y="208"/>
                        <a:pt x="18583" y="395"/>
                        <a:pt x="19703" y="686"/>
                      </a:cubicBezTo>
                      <a:cubicBezTo>
                        <a:pt x="24184" y="1851"/>
                        <a:pt x="28754" y="4684"/>
                        <a:pt x="31440" y="10528"/>
                      </a:cubicBezTo>
                      <a:cubicBezTo>
                        <a:pt x="32786" y="13451"/>
                        <a:pt x="33676" y="17127"/>
                        <a:pt x="33911" y="21728"/>
                      </a:cubicBezTo>
                      <a:cubicBezTo>
                        <a:pt x="33970" y="22877"/>
                        <a:pt x="33988" y="24086"/>
                        <a:pt x="33962" y="25353"/>
                      </a:cubicBezTo>
                      <a:cubicBezTo>
                        <a:pt x="33936" y="26621"/>
                        <a:pt x="33867" y="27949"/>
                        <a:pt x="33751" y="29341"/>
                      </a:cubicBezTo>
                      <a:cubicBezTo>
                        <a:pt x="33518" y="32124"/>
                        <a:pt x="33098" y="35159"/>
                        <a:pt x="32473" y="38467"/>
                      </a:cubicBezTo>
                      <a:cubicBezTo>
                        <a:pt x="32486" y="38463"/>
                        <a:pt x="33057" y="48461"/>
                        <a:pt x="29105" y="59949"/>
                      </a:cubicBezTo>
                      <a:cubicBezTo>
                        <a:pt x="25390" y="71180"/>
                        <a:pt x="16470" y="84977"/>
                        <a:pt x="0" y="88919"/>
                      </a:cubicBezTo>
                      <a:cubicBezTo>
                        <a:pt x="1894" y="60391"/>
                        <a:pt x="1954" y="31328"/>
                        <a:pt x="3933" y="2674"/>
                      </a:cubicBezTo>
                      <a:cubicBezTo>
                        <a:pt x="3933" y="2674"/>
                        <a:pt x="3933" y="2674"/>
                        <a:pt x="3933" y="2674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41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76" name="자유형: 도형 175">
                  <a:extLst>
                    <a:ext uri="{FF2B5EF4-FFF2-40B4-BE49-F238E27FC236}">
                      <a16:creationId xmlns:a16="http://schemas.microsoft.com/office/drawing/2014/main" id="{957E7052-5590-4278-BD7D-3065373E93E5}"/>
                    </a:ext>
                  </a:extLst>
                </p:cNvPr>
                <p:cNvSpPr/>
                <p:nvPr/>
              </p:nvSpPr>
              <p:spPr>
                <a:xfrm>
                  <a:off x="1003117" y="8106778"/>
                  <a:ext cx="51945" cy="101052"/>
                </a:xfrm>
                <a:custGeom>
                  <a:avLst/>
                  <a:gdLst>
                    <a:gd name="connsiteX0" fmla="*/ 16387 w 51945"/>
                    <a:gd name="connsiteY0" fmla="*/ 9378 h 101052"/>
                    <a:gd name="connsiteX1" fmla="*/ 44068 w 51945"/>
                    <a:gd name="connsiteY1" fmla="*/ 28017 h 101052"/>
                    <a:gd name="connsiteX2" fmla="*/ 37942 w 51945"/>
                    <a:gd name="connsiteY2" fmla="*/ 70269 h 101052"/>
                    <a:gd name="connsiteX3" fmla="*/ 8078 w 51945"/>
                    <a:gd name="connsiteY3" fmla="*/ 93792 h 101052"/>
                    <a:gd name="connsiteX4" fmla="*/ 8078 w 51945"/>
                    <a:gd name="connsiteY4" fmla="*/ 93792 h 101052"/>
                    <a:gd name="connsiteX5" fmla="*/ 7853 w 51945"/>
                    <a:gd name="connsiteY5" fmla="*/ 101052 h 101052"/>
                    <a:gd name="connsiteX6" fmla="*/ 46850 w 51945"/>
                    <a:gd name="connsiteY6" fmla="*/ 63192 h 101052"/>
                    <a:gd name="connsiteX7" fmla="*/ 51833 w 51945"/>
                    <a:gd name="connsiteY7" fmla="*/ 32242 h 101052"/>
                    <a:gd name="connsiteX8" fmla="*/ 18174 w 51945"/>
                    <a:gd name="connsiteY8" fmla="*/ 1696 h 101052"/>
                    <a:gd name="connsiteX9" fmla="*/ 18174 w 51945"/>
                    <a:gd name="connsiteY9" fmla="*/ 1696 h 101052"/>
                    <a:gd name="connsiteX10" fmla="*/ 16387 w 51945"/>
                    <a:gd name="connsiteY10" fmla="*/ 9378 h 101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51945" h="101052">
                      <a:moveTo>
                        <a:pt x="16387" y="9378"/>
                      </a:moveTo>
                      <a:cubicBezTo>
                        <a:pt x="16387" y="9378"/>
                        <a:pt x="45078" y="1337"/>
                        <a:pt x="44068" y="28017"/>
                      </a:cubicBezTo>
                      <a:cubicBezTo>
                        <a:pt x="44068" y="28017"/>
                        <a:pt x="39797" y="66703"/>
                        <a:pt x="37942" y="70269"/>
                      </a:cubicBezTo>
                      <a:cubicBezTo>
                        <a:pt x="37942" y="70269"/>
                        <a:pt x="26673" y="92794"/>
                        <a:pt x="8078" y="93792"/>
                      </a:cubicBezTo>
                      <a:cubicBezTo>
                        <a:pt x="-10097" y="94767"/>
                        <a:pt x="8078" y="93792"/>
                        <a:pt x="8078" y="93792"/>
                      </a:cubicBezTo>
                      <a:cubicBezTo>
                        <a:pt x="8078" y="93792"/>
                        <a:pt x="7853" y="101052"/>
                        <a:pt x="7853" y="101052"/>
                      </a:cubicBezTo>
                      <a:cubicBezTo>
                        <a:pt x="7853" y="101052"/>
                        <a:pt x="40537" y="97262"/>
                        <a:pt x="46850" y="63192"/>
                      </a:cubicBezTo>
                      <a:cubicBezTo>
                        <a:pt x="46850" y="63192"/>
                        <a:pt x="51833" y="32242"/>
                        <a:pt x="51833" y="32242"/>
                      </a:cubicBezTo>
                      <a:cubicBezTo>
                        <a:pt x="51833" y="32242"/>
                        <a:pt x="55701" y="-8718"/>
                        <a:pt x="18174" y="1696"/>
                      </a:cubicBezTo>
                      <a:cubicBezTo>
                        <a:pt x="-18386" y="11842"/>
                        <a:pt x="18174" y="1696"/>
                        <a:pt x="18174" y="1696"/>
                      </a:cubicBezTo>
                      <a:cubicBezTo>
                        <a:pt x="18174" y="1696"/>
                        <a:pt x="16387" y="9378"/>
                        <a:pt x="16387" y="9378"/>
                      </a:cubicBezTo>
                    </a:path>
                  </a:pathLst>
                </a:custGeom>
                <a:solidFill>
                  <a:srgbClr val="3B434F"/>
                </a:solidFill>
                <a:ln w="141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77" name="자유형: 도형 176">
                  <a:extLst>
                    <a:ext uri="{FF2B5EF4-FFF2-40B4-BE49-F238E27FC236}">
                      <a16:creationId xmlns:a16="http://schemas.microsoft.com/office/drawing/2014/main" id="{A7D8840F-63B0-4F2C-8094-EC550D1168C0}"/>
                    </a:ext>
                  </a:extLst>
                </p:cNvPr>
                <p:cNvSpPr/>
                <p:nvPr/>
              </p:nvSpPr>
              <p:spPr>
                <a:xfrm>
                  <a:off x="1016054" y="8134600"/>
                  <a:ext cx="21832" cy="36403"/>
                </a:xfrm>
                <a:custGeom>
                  <a:avLst/>
                  <a:gdLst>
                    <a:gd name="connsiteX0" fmla="*/ 12919 w 21832"/>
                    <a:gd name="connsiteY0" fmla="*/ 35305 h 36403"/>
                    <a:gd name="connsiteX1" fmla="*/ 15905 w 21832"/>
                    <a:gd name="connsiteY1" fmla="*/ 36403 h 36403"/>
                    <a:gd name="connsiteX2" fmla="*/ 18870 w 21832"/>
                    <a:gd name="connsiteY2" fmla="*/ 35305 h 36403"/>
                    <a:gd name="connsiteX3" fmla="*/ 21832 w 21832"/>
                    <a:gd name="connsiteY3" fmla="*/ 8316 h 36403"/>
                    <a:gd name="connsiteX4" fmla="*/ 411 w 21832"/>
                    <a:gd name="connsiteY4" fmla="*/ 2049 h 36403"/>
                    <a:gd name="connsiteX5" fmla="*/ 0 w 21832"/>
                    <a:gd name="connsiteY5" fmla="*/ 9766 h 36403"/>
                    <a:gd name="connsiteX6" fmla="*/ 14896 w 21832"/>
                    <a:gd name="connsiteY6" fmla="*/ 10962 h 36403"/>
                    <a:gd name="connsiteX7" fmla="*/ 12919 w 21832"/>
                    <a:gd name="connsiteY7" fmla="*/ 35305 h 3640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1832" h="36403">
                      <a:moveTo>
                        <a:pt x="12919" y="35305"/>
                      </a:moveTo>
                      <a:cubicBezTo>
                        <a:pt x="12919" y="35305"/>
                        <a:pt x="14525" y="36403"/>
                        <a:pt x="15905" y="36403"/>
                      </a:cubicBezTo>
                      <a:cubicBezTo>
                        <a:pt x="17284" y="36403"/>
                        <a:pt x="18870" y="35305"/>
                        <a:pt x="18870" y="35305"/>
                      </a:cubicBezTo>
                      <a:cubicBezTo>
                        <a:pt x="18870" y="35305"/>
                        <a:pt x="21832" y="8316"/>
                        <a:pt x="21832" y="8316"/>
                      </a:cubicBezTo>
                      <a:cubicBezTo>
                        <a:pt x="21832" y="8316"/>
                        <a:pt x="17746" y="-4975"/>
                        <a:pt x="411" y="2049"/>
                      </a:cubicBezTo>
                      <a:cubicBezTo>
                        <a:pt x="411" y="2049"/>
                        <a:pt x="0" y="9766"/>
                        <a:pt x="0" y="9766"/>
                      </a:cubicBezTo>
                      <a:cubicBezTo>
                        <a:pt x="0" y="9766"/>
                        <a:pt x="15210" y="4887"/>
                        <a:pt x="14896" y="10962"/>
                      </a:cubicBezTo>
                      <a:cubicBezTo>
                        <a:pt x="14593" y="16811"/>
                        <a:pt x="12919" y="35305"/>
                        <a:pt x="12919" y="35305"/>
                      </a:cubicBezTo>
                      <a:close/>
                    </a:path>
                  </a:pathLst>
                </a:custGeom>
                <a:solidFill>
                  <a:srgbClr val="3B434F"/>
                </a:solidFill>
                <a:ln w="141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79" name="자유형: 도형 178">
                  <a:extLst>
                    <a:ext uri="{FF2B5EF4-FFF2-40B4-BE49-F238E27FC236}">
                      <a16:creationId xmlns:a16="http://schemas.microsoft.com/office/drawing/2014/main" id="{275B1476-87BE-4674-8DDE-F9045B0C7BF3}"/>
                    </a:ext>
                  </a:extLst>
                </p:cNvPr>
                <p:cNvSpPr/>
                <p:nvPr/>
              </p:nvSpPr>
              <p:spPr>
                <a:xfrm>
                  <a:off x="879594" y="8167741"/>
                  <a:ext cx="25357" cy="38991"/>
                </a:xfrm>
                <a:custGeom>
                  <a:avLst/>
                  <a:gdLst>
                    <a:gd name="connsiteX0" fmla="*/ 14483 w 25357"/>
                    <a:gd name="connsiteY0" fmla="*/ 0 h 38991"/>
                    <a:gd name="connsiteX1" fmla="*/ 16598 w 25357"/>
                    <a:gd name="connsiteY1" fmla="*/ 0 h 38991"/>
                    <a:gd name="connsiteX2" fmla="*/ 25054 w 25357"/>
                    <a:gd name="connsiteY2" fmla="*/ 20869 h 38991"/>
                    <a:gd name="connsiteX3" fmla="*/ 24450 w 25357"/>
                    <a:gd name="connsiteY3" fmla="*/ 28557 h 38991"/>
                    <a:gd name="connsiteX4" fmla="*/ 9046 w 25357"/>
                    <a:gd name="connsiteY4" fmla="*/ 36795 h 38991"/>
                    <a:gd name="connsiteX5" fmla="*/ 4214 w 25357"/>
                    <a:gd name="connsiteY5" fmla="*/ 38992 h 38991"/>
                    <a:gd name="connsiteX6" fmla="*/ 589 w 25357"/>
                    <a:gd name="connsiteY6" fmla="*/ 35971 h 38991"/>
                    <a:gd name="connsiteX7" fmla="*/ 2703 w 25357"/>
                    <a:gd name="connsiteY7" fmla="*/ 31852 h 38991"/>
                    <a:gd name="connsiteX8" fmla="*/ 15993 w 25357"/>
                    <a:gd name="connsiteY8" fmla="*/ 26360 h 38991"/>
                    <a:gd name="connsiteX9" fmla="*/ 15993 w 25357"/>
                    <a:gd name="connsiteY9" fmla="*/ 19222 h 38991"/>
                    <a:gd name="connsiteX10" fmla="*/ 12670 w 25357"/>
                    <a:gd name="connsiteY10" fmla="*/ 8787 h 38991"/>
                    <a:gd name="connsiteX11" fmla="*/ 10858 w 25357"/>
                    <a:gd name="connsiteY11" fmla="*/ 1373 h 38991"/>
                    <a:gd name="connsiteX12" fmla="*/ 14483 w 25357"/>
                    <a:gd name="connsiteY12" fmla="*/ 0 h 389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5357" h="38991">
                      <a:moveTo>
                        <a:pt x="14483" y="0"/>
                      </a:moveTo>
                      <a:cubicBezTo>
                        <a:pt x="15188" y="0"/>
                        <a:pt x="15893" y="0"/>
                        <a:pt x="16598" y="0"/>
                      </a:cubicBezTo>
                      <a:cubicBezTo>
                        <a:pt x="20968" y="5397"/>
                        <a:pt x="22747" y="13691"/>
                        <a:pt x="25054" y="20869"/>
                      </a:cubicBezTo>
                      <a:cubicBezTo>
                        <a:pt x="25769" y="23093"/>
                        <a:pt x="25076" y="26984"/>
                        <a:pt x="24450" y="28557"/>
                      </a:cubicBezTo>
                      <a:cubicBezTo>
                        <a:pt x="22161" y="34318"/>
                        <a:pt x="14968" y="34214"/>
                        <a:pt x="9046" y="36795"/>
                      </a:cubicBezTo>
                      <a:cubicBezTo>
                        <a:pt x="7456" y="37487"/>
                        <a:pt x="6274" y="38684"/>
                        <a:pt x="4214" y="38992"/>
                      </a:cubicBezTo>
                      <a:cubicBezTo>
                        <a:pt x="2871" y="37916"/>
                        <a:pt x="1250" y="37705"/>
                        <a:pt x="589" y="35971"/>
                      </a:cubicBezTo>
                      <a:cubicBezTo>
                        <a:pt x="-1042" y="33928"/>
                        <a:pt x="1060" y="32653"/>
                        <a:pt x="2703" y="31852"/>
                      </a:cubicBezTo>
                      <a:cubicBezTo>
                        <a:pt x="5686" y="30398"/>
                        <a:pt x="14890" y="28965"/>
                        <a:pt x="15993" y="26360"/>
                      </a:cubicBezTo>
                      <a:cubicBezTo>
                        <a:pt x="17357" y="24951"/>
                        <a:pt x="16450" y="20710"/>
                        <a:pt x="15993" y="19222"/>
                      </a:cubicBezTo>
                      <a:cubicBezTo>
                        <a:pt x="14822" y="15409"/>
                        <a:pt x="14262" y="12226"/>
                        <a:pt x="12670" y="8787"/>
                      </a:cubicBezTo>
                      <a:cubicBezTo>
                        <a:pt x="11614" y="6503"/>
                        <a:pt x="9759" y="4094"/>
                        <a:pt x="10858" y="1373"/>
                      </a:cubicBezTo>
                      <a:cubicBezTo>
                        <a:pt x="11770" y="1018"/>
                        <a:pt x="13738" y="614"/>
                        <a:pt x="14483" y="0"/>
                      </a:cubicBezTo>
                      <a:close/>
                    </a:path>
                  </a:pathLst>
                </a:custGeom>
                <a:solidFill>
                  <a:srgbClr val="3B434F"/>
                </a:solidFill>
                <a:ln w="141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80" name="자유형: 도형 179">
                  <a:extLst>
                    <a:ext uri="{FF2B5EF4-FFF2-40B4-BE49-F238E27FC236}">
                      <a16:creationId xmlns:a16="http://schemas.microsoft.com/office/drawing/2014/main" id="{6702EB04-740D-4E66-BC5B-4E6EE281004A}"/>
                    </a:ext>
                  </a:extLst>
                </p:cNvPr>
                <p:cNvSpPr/>
                <p:nvPr/>
              </p:nvSpPr>
              <p:spPr>
                <a:xfrm>
                  <a:off x="801954" y="8125455"/>
                  <a:ext cx="25371" cy="15377"/>
                </a:xfrm>
                <a:custGeom>
                  <a:avLst/>
                  <a:gdLst>
                    <a:gd name="connsiteX0" fmla="*/ 8457 w 25371"/>
                    <a:gd name="connsiteY0" fmla="*/ 0 h 15377"/>
                    <a:gd name="connsiteX1" fmla="*/ 16914 w 25371"/>
                    <a:gd name="connsiteY1" fmla="*/ 0 h 15377"/>
                    <a:gd name="connsiteX2" fmla="*/ 25372 w 25371"/>
                    <a:gd name="connsiteY2" fmla="*/ 7688 h 15377"/>
                    <a:gd name="connsiteX3" fmla="*/ 16914 w 25371"/>
                    <a:gd name="connsiteY3" fmla="*/ 15377 h 15377"/>
                    <a:gd name="connsiteX4" fmla="*/ 8457 w 25371"/>
                    <a:gd name="connsiteY4" fmla="*/ 15377 h 15377"/>
                    <a:gd name="connsiteX5" fmla="*/ 0 w 25371"/>
                    <a:gd name="connsiteY5" fmla="*/ 7688 h 15377"/>
                    <a:gd name="connsiteX6" fmla="*/ 8457 w 25371"/>
                    <a:gd name="connsiteY6" fmla="*/ 0 h 153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5371" h="15377">
                      <a:moveTo>
                        <a:pt x="8457" y="0"/>
                      </a:moveTo>
                      <a:cubicBezTo>
                        <a:pt x="8457" y="0"/>
                        <a:pt x="16914" y="0"/>
                        <a:pt x="16914" y="0"/>
                      </a:cubicBezTo>
                      <a:cubicBezTo>
                        <a:pt x="21584" y="0"/>
                        <a:pt x="25372" y="3442"/>
                        <a:pt x="25372" y="7688"/>
                      </a:cubicBezTo>
                      <a:cubicBezTo>
                        <a:pt x="25372" y="11934"/>
                        <a:pt x="21584" y="15377"/>
                        <a:pt x="16914" y="15377"/>
                      </a:cubicBezTo>
                      <a:cubicBezTo>
                        <a:pt x="16914" y="15377"/>
                        <a:pt x="8457" y="15377"/>
                        <a:pt x="8457" y="15377"/>
                      </a:cubicBezTo>
                      <a:cubicBezTo>
                        <a:pt x="3786" y="15377"/>
                        <a:pt x="0" y="11934"/>
                        <a:pt x="0" y="7688"/>
                      </a:cubicBezTo>
                      <a:cubicBezTo>
                        <a:pt x="0" y="3442"/>
                        <a:pt x="3786" y="0"/>
                        <a:pt x="8457" y="0"/>
                      </a:cubicBezTo>
                      <a:close/>
                    </a:path>
                  </a:pathLst>
                </a:custGeom>
                <a:solidFill>
                  <a:srgbClr val="3B434F"/>
                </a:solidFill>
                <a:ln w="141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81" name="자유형: 도형 180">
                  <a:extLst>
                    <a:ext uri="{FF2B5EF4-FFF2-40B4-BE49-F238E27FC236}">
                      <a16:creationId xmlns:a16="http://schemas.microsoft.com/office/drawing/2014/main" id="{20189802-E536-4D9B-A04A-25B3907104B9}"/>
                    </a:ext>
                  </a:extLst>
                </p:cNvPr>
                <p:cNvSpPr/>
                <p:nvPr/>
              </p:nvSpPr>
              <p:spPr>
                <a:xfrm>
                  <a:off x="939686" y="8125455"/>
                  <a:ext cx="25371" cy="15377"/>
                </a:xfrm>
                <a:custGeom>
                  <a:avLst/>
                  <a:gdLst>
                    <a:gd name="connsiteX0" fmla="*/ 8457 w 25371"/>
                    <a:gd name="connsiteY0" fmla="*/ 0 h 15377"/>
                    <a:gd name="connsiteX1" fmla="*/ 16914 w 25371"/>
                    <a:gd name="connsiteY1" fmla="*/ 0 h 15377"/>
                    <a:gd name="connsiteX2" fmla="*/ 25372 w 25371"/>
                    <a:gd name="connsiteY2" fmla="*/ 7688 h 15377"/>
                    <a:gd name="connsiteX3" fmla="*/ 16914 w 25371"/>
                    <a:gd name="connsiteY3" fmla="*/ 15377 h 15377"/>
                    <a:gd name="connsiteX4" fmla="*/ 8457 w 25371"/>
                    <a:gd name="connsiteY4" fmla="*/ 15377 h 15377"/>
                    <a:gd name="connsiteX5" fmla="*/ 0 w 25371"/>
                    <a:gd name="connsiteY5" fmla="*/ 7688 h 15377"/>
                    <a:gd name="connsiteX6" fmla="*/ 8457 w 25371"/>
                    <a:gd name="connsiteY6" fmla="*/ 0 h 153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5371" h="15377">
                      <a:moveTo>
                        <a:pt x="8457" y="0"/>
                      </a:moveTo>
                      <a:cubicBezTo>
                        <a:pt x="8457" y="0"/>
                        <a:pt x="16914" y="0"/>
                        <a:pt x="16914" y="0"/>
                      </a:cubicBezTo>
                      <a:cubicBezTo>
                        <a:pt x="21584" y="0"/>
                        <a:pt x="25372" y="3442"/>
                        <a:pt x="25372" y="7688"/>
                      </a:cubicBezTo>
                      <a:cubicBezTo>
                        <a:pt x="25372" y="11934"/>
                        <a:pt x="21584" y="15377"/>
                        <a:pt x="16914" y="15377"/>
                      </a:cubicBezTo>
                      <a:cubicBezTo>
                        <a:pt x="16914" y="15377"/>
                        <a:pt x="8457" y="15377"/>
                        <a:pt x="8457" y="15377"/>
                      </a:cubicBezTo>
                      <a:cubicBezTo>
                        <a:pt x="3786" y="15377"/>
                        <a:pt x="0" y="11934"/>
                        <a:pt x="0" y="7688"/>
                      </a:cubicBezTo>
                      <a:cubicBezTo>
                        <a:pt x="0" y="3442"/>
                        <a:pt x="3786" y="0"/>
                        <a:pt x="8457" y="0"/>
                      </a:cubicBezTo>
                      <a:close/>
                    </a:path>
                  </a:pathLst>
                </a:custGeom>
                <a:solidFill>
                  <a:srgbClr val="3B434F"/>
                </a:solidFill>
                <a:ln w="141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82" name="자유형: 도형 181">
                  <a:extLst>
                    <a:ext uri="{FF2B5EF4-FFF2-40B4-BE49-F238E27FC236}">
                      <a16:creationId xmlns:a16="http://schemas.microsoft.com/office/drawing/2014/main" id="{1FBB9522-4080-4F20-A714-9E6B4FE060E3}"/>
                    </a:ext>
                  </a:extLst>
                </p:cNvPr>
                <p:cNvSpPr/>
                <p:nvPr/>
              </p:nvSpPr>
              <p:spPr>
                <a:xfrm>
                  <a:off x="794705" y="8161700"/>
                  <a:ext cx="42285" cy="25262"/>
                </a:xfrm>
                <a:custGeom>
                  <a:avLst/>
                  <a:gdLst>
                    <a:gd name="connsiteX0" fmla="*/ 21143 w 42285"/>
                    <a:gd name="connsiteY0" fmla="*/ 0 h 25262"/>
                    <a:gd name="connsiteX1" fmla="*/ 42285 w 42285"/>
                    <a:gd name="connsiteY1" fmla="*/ 12630 h 25262"/>
                    <a:gd name="connsiteX2" fmla="*/ 21143 w 42285"/>
                    <a:gd name="connsiteY2" fmla="*/ 25262 h 25262"/>
                    <a:gd name="connsiteX3" fmla="*/ 0 w 42285"/>
                    <a:gd name="connsiteY3" fmla="*/ 12630 h 25262"/>
                    <a:gd name="connsiteX4" fmla="*/ 21143 w 42285"/>
                    <a:gd name="connsiteY4" fmla="*/ 0 h 252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2285" h="25262">
                      <a:moveTo>
                        <a:pt x="21143" y="0"/>
                      </a:moveTo>
                      <a:cubicBezTo>
                        <a:pt x="32819" y="0"/>
                        <a:pt x="42285" y="609"/>
                        <a:pt x="42285" y="12630"/>
                      </a:cubicBezTo>
                      <a:cubicBezTo>
                        <a:pt x="42285" y="25031"/>
                        <a:pt x="32819" y="25262"/>
                        <a:pt x="21143" y="25262"/>
                      </a:cubicBezTo>
                      <a:cubicBezTo>
                        <a:pt x="9466" y="25262"/>
                        <a:pt x="0" y="23003"/>
                        <a:pt x="0" y="12630"/>
                      </a:cubicBezTo>
                      <a:cubicBezTo>
                        <a:pt x="0" y="515"/>
                        <a:pt x="9466" y="0"/>
                        <a:pt x="21143" y="0"/>
                      </a:cubicBezTo>
                      <a:close/>
                    </a:path>
                  </a:pathLst>
                </a:custGeom>
                <a:solidFill>
                  <a:srgbClr val="F5F3EF"/>
                </a:solidFill>
                <a:ln w="141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83" name="자유형: 도형 182">
                  <a:extLst>
                    <a:ext uri="{FF2B5EF4-FFF2-40B4-BE49-F238E27FC236}">
                      <a16:creationId xmlns:a16="http://schemas.microsoft.com/office/drawing/2014/main" id="{B2D963A3-5C55-4534-8023-59FBFCBC562A}"/>
                    </a:ext>
                  </a:extLst>
                </p:cNvPr>
                <p:cNvSpPr/>
                <p:nvPr/>
              </p:nvSpPr>
              <p:spPr>
                <a:xfrm>
                  <a:off x="934852" y="8161700"/>
                  <a:ext cx="42286" cy="25262"/>
                </a:xfrm>
                <a:custGeom>
                  <a:avLst/>
                  <a:gdLst>
                    <a:gd name="connsiteX0" fmla="*/ 21144 w 42286"/>
                    <a:gd name="connsiteY0" fmla="*/ 0 h 25262"/>
                    <a:gd name="connsiteX1" fmla="*/ 42287 w 42286"/>
                    <a:gd name="connsiteY1" fmla="*/ 12630 h 25262"/>
                    <a:gd name="connsiteX2" fmla="*/ 21144 w 42286"/>
                    <a:gd name="connsiteY2" fmla="*/ 25262 h 25262"/>
                    <a:gd name="connsiteX3" fmla="*/ 0 w 42286"/>
                    <a:gd name="connsiteY3" fmla="*/ 12630 h 25262"/>
                    <a:gd name="connsiteX4" fmla="*/ 21144 w 42286"/>
                    <a:gd name="connsiteY4" fmla="*/ 0 h 252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2286" h="25262">
                      <a:moveTo>
                        <a:pt x="21144" y="0"/>
                      </a:moveTo>
                      <a:cubicBezTo>
                        <a:pt x="32820" y="0"/>
                        <a:pt x="42287" y="609"/>
                        <a:pt x="42287" y="12630"/>
                      </a:cubicBezTo>
                      <a:cubicBezTo>
                        <a:pt x="42287" y="25031"/>
                        <a:pt x="32820" y="25262"/>
                        <a:pt x="21144" y="25262"/>
                      </a:cubicBezTo>
                      <a:cubicBezTo>
                        <a:pt x="9466" y="25262"/>
                        <a:pt x="0" y="23003"/>
                        <a:pt x="0" y="12630"/>
                      </a:cubicBezTo>
                      <a:cubicBezTo>
                        <a:pt x="0" y="515"/>
                        <a:pt x="9466" y="0"/>
                        <a:pt x="21144" y="0"/>
                      </a:cubicBezTo>
                      <a:close/>
                    </a:path>
                  </a:pathLst>
                </a:custGeom>
                <a:solidFill>
                  <a:srgbClr val="F5F3EF"/>
                </a:solidFill>
                <a:ln w="141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84" name="자유형: 도형 183">
                  <a:extLst>
                    <a:ext uri="{FF2B5EF4-FFF2-40B4-BE49-F238E27FC236}">
                      <a16:creationId xmlns:a16="http://schemas.microsoft.com/office/drawing/2014/main" id="{A3CB427A-D4F6-46BF-9953-B1FECDC459DA}"/>
                    </a:ext>
                  </a:extLst>
                </p:cNvPr>
                <p:cNvSpPr/>
                <p:nvPr/>
              </p:nvSpPr>
              <p:spPr>
                <a:xfrm>
                  <a:off x="915107" y="8091099"/>
                  <a:ext cx="79569" cy="18199"/>
                </a:xfrm>
                <a:custGeom>
                  <a:avLst/>
                  <a:gdLst>
                    <a:gd name="connsiteX0" fmla="*/ 6484 w 79569"/>
                    <a:gd name="connsiteY0" fmla="*/ 14999 h 18199"/>
                    <a:gd name="connsiteX1" fmla="*/ 68488 w 79569"/>
                    <a:gd name="connsiteY1" fmla="*/ 16912 h 18199"/>
                    <a:gd name="connsiteX2" fmla="*/ 75322 w 79569"/>
                    <a:gd name="connsiteY2" fmla="*/ 17875 h 18199"/>
                    <a:gd name="connsiteX3" fmla="*/ 2832 w 79569"/>
                    <a:gd name="connsiteY3" fmla="*/ 7747 h 18199"/>
                    <a:gd name="connsiteX4" fmla="*/ 4606 w 79569"/>
                    <a:gd name="connsiteY4" fmla="*/ 13145 h 18199"/>
                    <a:gd name="connsiteX5" fmla="*/ 6022 w 79569"/>
                    <a:gd name="connsiteY5" fmla="*/ 13145 h 18199"/>
                    <a:gd name="connsiteX6" fmla="*/ 67072 w 79569"/>
                    <a:gd name="connsiteY6" fmla="*/ 18199 h 18199"/>
                    <a:gd name="connsiteX7" fmla="*/ 79570 w 79569"/>
                    <a:gd name="connsiteY7" fmla="*/ 17875 h 18199"/>
                    <a:gd name="connsiteX8" fmla="*/ 0 w 79569"/>
                    <a:gd name="connsiteY8" fmla="*/ 6459 h 18199"/>
                    <a:gd name="connsiteX9" fmla="*/ 6022 w 79569"/>
                    <a:gd name="connsiteY9" fmla="*/ 14432 h 1819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79569" h="18199">
                      <a:moveTo>
                        <a:pt x="6484" y="14999"/>
                      </a:moveTo>
                      <a:cubicBezTo>
                        <a:pt x="6484" y="14999"/>
                        <a:pt x="42652" y="-3799"/>
                        <a:pt x="68488" y="16912"/>
                      </a:cubicBezTo>
                      <a:cubicBezTo>
                        <a:pt x="68488" y="16912"/>
                        <a:pt x="75322" y="17875"/>
                        <a:pt x="75322" y="17875"/>
                      </a:cubicBezTo>
                      <a:cubicBezTo>
                        <a:pt x="75322" y="17875"/>
                        <a:pt x="66568" y="-11081"/>
                        <a:pt x="2832" y="7747"/>
                      </a:cubicBezTo>
                      <a:cubicBezTo>
                        <a:pt x="2832" y="7747"/>
                        <a:pt x="4606" y="13145"/>
                        <a:pt x="4606" y="13145"/>
                      </a:cubicBezTo>
                      <a:moveTo>
                        <a:pt x="6022" y="13145"/>
                      </a:moveTo>
                      <a:cubicBezTo>
                        <a:pt x="6022" y="13145"/>
                        <a:pt x="42815" y="-6067"/>
                        <a:pt x="67072" y="18199"/>
                      </a:cubicBezTo>
                      <a:cubicBezTo>
                        <a:pt x="67072" y="18199"/>
                        <a:pt x="79570" y="17875"/>
                        <a:pt x="79570" y="17875"/>
                      </a:cubicBezTo>
                      <a:cubicBezTo>
                        <a:pt x="79570" y="17875"/>
                        <a:pt x="63983" y="-13057"/>
                        <a:pt x="0" y="6459"/>
                      </a:cubicBezTo>
                      <a:cubicBezTo>
                        <a:pt x="0" y="6459"/>
                        <a:pt x="6022" y="14432"/>
                        <a:pt x="6022" y="14432"/>
                      </a:cubicBezTo>
                    </a:path>
                  </a:pathLst>
                </a:custGeom>
                <a:solidFill>
                  <a:srgbClr val="3B434F"/>
                </a:solidFill>
                <a:ln w="141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85" name="자유형: 도형 184">
                  <a:extLst>
                    <a:ext uri="{FF2B5EF4-FFF2-40B4-BE49-F238E27FC236}">
                      <a16:creationId xmlns:a16="http://schemas.microsoft.com/office/drawing/2014/main" id="{4161AE88-5CD2-4A25-A1DB-EBF42BF54F0D}"/>
                    </a:ext>
                  </a:extLst>
                </p:cNvPr>
                <p:cNvSpPr/>
                <p:nvPr/>
              </p:nvSpPr>
              <p:spPr>
                <a:xfrm>
                  <a:off x="771038" y="8091341"/>
                  <a:ext cx="79303" cy="18038"/>
                </a:xfrm>
                <a:custGeom>
                  <a:avLst/>
                  <a:gdLst>
                    <a:gd name="connsiteX0" fmla="*/ 72840 w 79303"/>
                    <a:gd name="connsiteY0" fmla="*/ 14867 h 18038"/>
                    <a:gd name="connsiteX1" fmla="*/ 11045 w 79303"/>
                    <a:gd name="connsiteY1" fmla="*/ 16761 h 18038"/>
                    <a:gd name="connsiteX2" fmla="*/ 4233 w 79303"/>
                    <a:gd name="connsiteY2" fmla="*/ 17716 h 18038"/>
                    <a:gd name="connsiteX3" fmla="*/ 76482 w 79303"/>
                    <a:gd name="connsiteY3" fmla="*/ 7678 h 18038"/>
                    <a:gd name="connsiteX4" fmla="*/ 74713 w 79303"/>
                    <a:gd name="connsiteY4" fmla="*/ 13027 h 18038"/>
                    <a:gd name="connsiteX5" fmla="*/ 73302 w 79303"/>
                    <a:gd name="connsiteY5" fmla="*/ 13027 h 18038"/>
                    <a:gd name="connsiteX6" fmla="*/ 12455 w 79303"/>
                    <a:gd name="connsiteY6" fmla="*/ 18038 h 18038"/>
                    <a:gd name="connsiteX7" fmla="*/ 0 w 79303"/>
                    <a:gd name="connsiteY7" fmla="*/ 17716 h 18038"/>
                    <a:gd name="connsiteX8" fmla="*/ 79303 w 79303"/>
                    <a:gd name="connsiteY8" fmla="*/ 6402 h 18038"/>
                    <a:gd name="connsiteX9" fmla="*/ 73302 w 79303"/>
                    <a:gd name="connsiteY9" fmla="*/ 14304 h 180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79303" h="18038">
                      <a:moveTo>
                        <a:pt x="72840" y="14867"/>
                      </a:moveTo>
                      <a:cubicBezTo>
                        <a:pt x="72840" y="14867"/>
                        <a:pt x="36795" y="-3766"/>
                        <a:pt x="11045" y="16761"/>
                      </a:cubicBezTo>
                      <a:cubicBezTo>
                        <a:pt x="11045" y="16761"/>
                        <a:pt x="4233" y="17716"/>
                        <a:pt x="4233" y="17716"/>
                      </a:cubicBezTo>
                      <a:cubicBezTo>
                        <a:pt x="4233" y="17716"/>
                        <a:pt x="12958" y="-10984"/>
                        <a:pt x="76482" y="7678"/>
                      </a:cubicBezTo>
                      <a:cubicBezTo>
                        <a:pt x="76482" y="7678"/>
                        <a:pt x="74713" y="13027"/>
                        <a:pt x="74713" y="13027"/>
                      </a:cubicBezTo>
                      <a:moveTo>
                        <a:pt x="73302" y="13027"/>
                      </a:moveTo>
                      <a:cubicBezTo>
                        <a:pt x="73302" y="13027"/>
                        <a:pt x="36632" y="-6014"/>
                        <a:pt x="12455" y="18038"/>
                      </a:cubicBezTo>
                      <a:cubicBezTo>
                        <a:pt x="12455" y="18038"/>
                        <a:pt x="0" y="17716"/>
                        <a:pt x="0" y="17716"/>
                      </a:cubicBezTo>
                      <a:cubicBezTo>
                        <a:pt x="0" y="17716"/>
                        <a:pt x="15534" y="-12942"/>
                        <a:pt x="79303" y="6402"/>
                      </a:cubicBezTo>
                      <a:cubicBezTo>
                        <a:pt x="79303" y="6402"/>
                        <a:pt x="73302" y="14304"/>
                        <a:pt x="73302" y="14304"/>
                      </a:cubicBezTo>
                    </a:path>
                  </a:pathLst>
                </a:custGeom>
                <a:solidFill>
                  <a:srgbClr val="3B434F"/>
                </a:solidFill>
                <a:ln w="141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86" name="자유형: 도형 185">
                  <a:extLst>
                    <a:ext uri="{FF2B5EF4-FFF2-40B4-BE49-F238E27FC236}">
                      <a16:creationId xmlns:a16="http://schemas.microsoft.com/office/drawing/2014/main" id="{F8A213CA-63DC-4C5F-BB06-EDAC54E441F6}"/>
                    </a:ext>
                  </a:extLst>
                </p:cNvPr>
                <p:cNvSpPr/>
                <p:nvPr/>
              </p:nvSpPr>
              <p:spPr>
                <a:xfrm>
                  <a:off x="730288" y="7922235"/>
                  <a:ext cx="309404" cy="196629"/>
                </a:xfrm>
                <a:custGeom>
                  <a:avLst/>
                  <a:gdLst>
                    <a:gd name="connsiteX0" fmla="*/ 24675 w 309404"/>
                    <a:gd name="connsiteY0" fmla="*/ 172437 h 196629"/>
                    <a:gd name="connsiteX1" fmla="*/ 60054 w 309404"/>
                    <a:gd name="connsiteY1" fmla="*/ 91063 h 196629"/>
                    <a:gd name="connsiteX2" fmla="*/ 277055 w 309404"/>
                    <a:gd name="connsiteY2" fmla="*/ 135122 h 196629"/>
                    <a:gd name="connsiteX3" fmla="*/ 284304 w 309404"/>
                    <a:gd name="connsiteY3" fmla="*/ 194433 h 196629"/>
                    <a:gd name="connsiteX4" fmla="*/ 213023 w 309404"/>
                    <a:gd name="connsiteY4" fmla="*/ 7715 h 196629"/>
                    <a:gd name="connsiteX5" fmla="*/ 53207 w 309404"/>
                    <a:gd name="connsiteY5" fmla="*/ 63571 h 196629"/>
                    <a:gd name="connsiteX6" fmla="*/ 709 w 309404"/>
                    <a:gd name="connsiteY6" fmla="*/ 99860 h 196629"/>
                    <a:gd name="connsiteX7" fmla="*/ 11257 w 309404"/>
                    <a:gd name="connsiteY7" fmla="*/ 187843 h 196629"/>
                    <a:gd name="connsiteX8" fmla="*/ 23338 w 309404"/>
                    <a:gd name="connsiteY8" fmla="*/ 196630 h 196629"/>
                    <a:gd name="connsiteX9" fmla="*/ 24675 w 309404"/>
                    <a:gd name="connsiteY9" fmla="*/ 172437 h 1966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09404" h="196629">
                      <a:moveTo>
                        <a:pt x="24675" y="172437"/>
                      </a:moveTo>
                      <a:cubicBezTo>
                        <a:pt x="24675" y="172437"/>
                        <a:pt x="64450" y="154105"/>
                        <a:pt x="60054" y="91063"/>
                      </a:cubicBezTo>
                      <a:cubicBezTo>
                        <a:pt x="60054" y="91063"/>
                        <a:pt x="123682" y="154442"/>
                        <a:pt x="277055" y="135122"/>
                      </a:cubicBezTo>
                      <a:cubicBezTo>
                        <a:pt x="277055" y="135122"/>
                        <a:pt x="284304" y="194433"/>
                        <a:pt x="284304" y="194433"/>
                      </a:cubicBezTo>
                      <a:cubicBezTo>
                        <a:pt x="284304" y="194433"/>
                        <a:pt x="374467" y="42553"/>
                        <a:pt x="213023" y="7715"/>
                      </a:cubicBezTo>
                      <a:cubicBezTo>
                        <a:pt x="55027" y="-26379"/>
                        <a:pt x="53207" y="63571"/>
                        <a:pt x="53207" y="63571"/>
                      </a:cubicBezTo>
                      <a:cubicBezTo>
                        <a:pt x="53207" y="63571"/>
                        <a:pt x="4754" y="56989"/>
                        <a:pt x="709" y="99860"/>
                      </a:cubicBezTo>
                      <a:cubicBezTo>
                        <a:pt x="-3337" y="142730"/>
                        <a:pt x="11257" y="187843"/>
                        <a:pt x="11257" y="187843"/>
                      </a:cubicBezTo>
                      <a:cubicBezTo>
                        <a:pt x="11257" y="187843"/>
                        <a:pt x="23338" y="196630"/>
                        <a:pt x="23338" y="196630"/>
                      </a:cubicBezTo>
                      <a:cubicBezTo>
                        <a:pt x="23338" y="196630"/>
                        <a:pt x="24675" y="172437"/>
                        <a:pt x="24675" y="172437"/>
                      </a:cubicBezTo>
                      <a:close/>
                    </a:path>
                  </a:pathLst>
                </a:custGeom>
                <a:solidFill>
                  <a:srgbClr val="3B434F"/>
                </a:solidFill>
                <a:ln w="141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</p:grpSp>
          <p:grpSp>
            <p:nvGrpSpPr>
              <p:cNvPr id="129" name="그룹 128">
                <a:extLst>
                  <a:ext uri="{FF2B5EF4-FFF2-40B4-BE49-F238E27FC236}">
                    <a16:creationId xmlns:a16="http://schemas.microsoft.com/office/drawing/2014/main" id="{B68F9E9D-2B2C-4E81-A1DF-2C66B1B02CD4}"/>
                  </a:ext>
                </a:extLst>
              </p:cNvPr>
              <p:cNvGrpSpPr/>
              <p:nvPr/>
            </p:nvGrpSpPr>
            <p:grpSpPr>
              <a:xfrm>
                <a:off x="2960948" y="5819944"/>
                <a:ext cx="309562" cy="251797"/>
                <a:chOff x="5875685" y="4592960"/>
                <a:chExt cx="603249" cy="539750"/>
              </a:xfrm>
            </p:grpSpPr>
            <p:sp>
              <p:nvSpPr>
                <p:cNvPr id="130" name="AutoShape 3">
                  <a:extLst>
                    <a:ext uri="{FF2B5EF4-FFF2-40B4-BE49-F238E27FC236}">
                      <a16:creationId xmlns:a16="http://schemas.microsoft.com/office/drawing/2014/main" id="{75C8087C-4D64-4E36-A5F1-CD7BB996205C}"/>
                    </a:ext>
                  </a:extLst>
                </p:cNvPr>
                <p:cNvSpPr>
                  <a:spLocks noChangeAspect="1" noChangeArrowheads="1" noTextEdit="1"/>
                </p:cNvSpPr>
                <p:nvPr/>
              </p:nvSpPr>
              <p:spPr bwMode="auto">
                <a:xfrm>
                  <a:off x="5877272" y="4592960"/>
                  <a:ext cx="601662" cy="5397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132" name="Rectangle 5">
                  <a:extLst>
                    <a:ext uri="{FF2B5EF4-FFF2-40B4-BE49-F238E27FC236}">
                      <a16:creationId xmlns:a16="http://schemas.microsoft.com/office/drawing/2014/main" id="{FF4E005F-5ABA-4302-B09E-83BB15C3720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82059" y="5042223"/>
                  <a:ext cx="187325" cy="61913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133" name="Freeform 6">
                  <a:extLst>
                    <a:ext uri="{FF2B5EF4-FFF2-40B4-BE49-F238E27FC236}">
                      <a16:creationId xmlns:a16="http://schemas.microsoft.com/office/drawing/2014/main" id="{6C056F01-7021-466E-A340-855974D60CF8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074122" y="5035873"/>
                  <a:ext cx="203200" cy="74613"/>
                </a:xfrm>
                <a:custGeom>
                  <a:avLst/>
                  <a:gdLst>
                    <a:gd name="T0" fmla="*/ 115 w 119"/>
                    <a:gd name="T1" fmla="*/ 44 h 44"/>
                    <a:gd name="T2" fmla="*/ 4 w 119"/>
                    <a:gd name="T3" fmla="*/ 44 h 44"/>
                    <a:gd name="T4" fmla="*/ 0 w 119"/>
                    <a:gd name="T5" fmla="*/ 40 h 44"/>
                    <a:gd name="T6" fmla="*/ 0 w 119"/>
                    <a:gd name="T7" fmla="*/ 4 h 44"/>
                    <a:gd name="T8" fmla="*/ 4 w 119"/>
                    <a:gd name="T9" fmla="*/ 0 h 44"/>
                    <a:gd name="T10" fmla="*/ 115 w 119"/>
                    <a:gd name="T11" fmla="*/ 0 h 44"/>
                    <a:gd name="T12" fmla="*/ 119 w 119"/>
                    <a:gd name="T13" fmla="*/ 4 h 44"/>
                    <a:gd name="T14" fmla="*/ 119 w 119"/>
                    <a:gd name="T15" fmla="*/ 40 h 44"/>
                    <a:gd name="T16" fmla="*/ 115 w 119"/>
                    <a:gd name="T17" fmla="*/ 44 h 44"/>
                    <a:gd name="T18" fmla="*/ 8 w 119"/>
                    <a:gd name="T19" fmla="*/ 36 h 44"/>
                    <a:gd name="T20" fmla="*/ 111 w 119"/>
                    <a:gd name="T21" fmla="*/ 36 h 44"/>
                    <a:gd name="T22" fmla="*/ 111 w 119"/>
                    <a:gd name="T23" fmla="*/ 8 h 44"/>
                    <a:gd name="T24" fmla="*/ 8 w 119"/>
                    <a:gd name="T25" fmla="*/ 8 h 44"/>
                    <a:gd name="T26" fmla="*/ 8 w 119"/>
                    <a:gd name="T27" fmla="*/ 36 h 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119" h="44">
                      <a:moveTo>
                        <a:pt x="115" y="44"/>
                      </a:moveTo>
                      <a:cubicBezTo>
                        <a:pt x="4" y="44"/>
                        <a:pt x="4" y="44"/>
                        <a:pt x="4" y="44"/>
                      </a:cubicBezTo>
                      <a:cubicBezTo>
                        <a:pt x="1" y="44"/>
                        <a:pt x="0" y="42"/>
                        <a:pt x="0" y="40"/>
                      </a:cubicBezTo>
                      <a:cubicBezTo>
                        <a:pt x="0" y="4"/>
                        <a:pt x="0" y="4"/>
                        <a:pt x="0" y="4"/>
                      </a:cubicBezTo>
                      <a:cubicBezTo>
                        <a:pt x="0" y="2"/>
                        <a:pt x="1" y="0"/>
                        <a:pt x="4" y="0"/>
                      </a:cubicBezTo>
                      <a:cubicBezTo>
                        <a:pt x="115" y="0"/>
                        <a:pt x="115" y="0"/>
                        <a:pt x="115" y="0"/>
                      </a:cubicBezTo>
                      <a:cubicBezTo>
                        <a:pt x="117" y="0"/>
                        <a:pt x="119" y="2"/>
                        <a:pt x="119" y="4"/>
                      </a:cubicBezTo>
                      <a:cubicBezTo>
                        <a:pt x="119" y="40"/>
                        <a:pt x="119" y="40"/>
                        <a:pt x="119" y="40"/>
                      </a:cubicBezTo>
                      <a:cubicBezTo>
                        <a:pt x="119" y="42"/>
                        <a:pt x="117" y="44"/>
                        <a:pt x="115" y="44"/>
                      </a:cubicBezTo>
                      <a:close/>
                      <a:moveTo>
                        <a:pt x="8" y="36"/>
                      </a:moveTo>
                      <a:cubicBezTo>
                        <a:pt x="111" y="36"/>
                        <a:pt x="111" y="36"/>
                        <a:pt x="111" y="36"/>
                      </a:cubicBezTo>
                      <a:cubicBezTo>
                        <a:pt x="111" y="8"/>
                        <a:pt x="111" y="8"/>
                        <a:pt x="111" y="8"/>
                      </a:cubicBezTo>
                      <a:cubicBezTo>
                        <a:pt x="8" y="8"/>
                        <a:pt x="8" y="8"/>
                        <a:pt x="8" y="8"/>
                      </a:cubicBezTo>
                      <a:lnTo>
                        <a:pt x="8" y="36"/>
                      </a:lnTo>
                      <a:close/>
                    </a:path>
                  </a:pathLst>
                </a:custGeom>
                <a:solidFill>
                  <a:srgbClr val="1E1E1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135" name="Freeform 7">
                  <a:extLst>
                    <a:ext uri="{FF2B5EF4-FFF2-40B4-BE49-F238E27FC236}">
                      <a16:creationId xmlns:a16="http://schemas.microsoft.com/office/drawing/2014/main" id="{5DB2FF1C-1D24-49B4-9523-6C712C478FD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010622" y="5088260"/>
                  <a:ext cx="328612" cy="36513"/>
                </a:xfrm>
                <a:custGeom>
                  <a:avLst/>
                  <a:gdLst>
                    <a:gd name="T0" fmla="*/ 194 w 194"/>
                    <a:gd name="T1" fmla="*/ 16 h 21"/>
                    <a:gd name="T2" fmla="*/ 190 w 194"/>
                    <a:gd name="T3" fmla="*/ 21 h 21"/>
                    <a:gd name="T4" fmla="*/ 4 w 194"/>
                    <a:gd name="T5" fmla="*/ 21 h 21"/>
                    <a:gd name="T6" fmla="*/ 0 w 194"/>
                    <a:gd name="T7" fmla="*/ 16 h 21"/>
                    <a:gd name="T8" fmla="*/ 0 w 194"/>
                    <a:gd name="T9" fmla="*/ 5 h 21"/>
                    <a:gd name="T10" fmla="*/ 4 w 194"/>
                    <a:gd name="T11" fmla="*/ 0 h 21"/>
                    <a:gd name="T12" fmla="*/ 190 w 194"/>
                    <a:gd name="T13" fmla="*/ 0 h 21"/>
                    <a:gd name="T14" fmla="*/ 194 w 194"/>
                    <a:gd name="T15" fmla="*/ 5 h 21"/>
                    <a:gd name="T16" fmla="*/ 194 w 194"/>
                    <a:gd name="T17" fmla="*/ 16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4" h="21">
                      <a:moveTo>
                        <a:pt x="194" y="16"/>
                      </a:moveTo>
                      <a:cubicBezTo>
                        <a:pt x="194" y="19"/>
                        <a:pt x="192" y="21"/>
                        <a:pt x="190" y="21"/>
                      </a:cubicBezTo>
                      <a:cubicBezTo>
                        <a:pt x="4" y="21"/>
                        <a:pt x="4" y="21"/>
                        <a:pt x="4" y="21"/>
                      </a:cubicBezTo>
                      <a:cubicBezTo>
                        <a:pt x="2" y="21"/>
                        <a:pt x="0" y="19"/>
                        <a:pt x="0" y="16"/>
                      </a:cubicBez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0" y="2"/>
                        <a:pt x="2" y="0"/>
                        <a:pt x="4" y="0"/>
                      </a:cubicBezTo>
                      <a:cubicBezTo>
                        <a:pt x="190" y="0"/>
                        <a:pt x="190" y="0"/>
                        <a:pt x="190" y="0"/>
                      </a:cubicBezTo>
                      <a:cubicBezTo>
                        <a:pt x="192" y="0"/>
                        <a:pt x="194" y="2"/>
                        <a:pt x="194" y="5"/>
                      </a:cubicBezTo>
                      <a:lnTo>
                        <a:pt x="194" y="16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136" name="Freeform 8">
                  <a:extLst>
                    <a:ext uri="{FF2B5EF4-FFF2-40B4-BE49-F238E27FC236}">
                      <a16:creationId xmlns:a16="http://schemas.microsoft.com/office/drawing/2014/main" id="{13E12BD6-486E-4735-926F-C0AC15694CC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002684" y="5081910"/>
                  <a:ext cx="344487" cy="49213"/>
                </a:xfrm>
                <a:custGeom>
                  <a:avLst/>
                  <a:gdLst>
                    <a:gd name="T0" fmla="*/ 194 w 202"/>
                    <a:gd name="T1" fmla="*/ 29 h 29"/>
                    <a:gd name="T2" fmla="*/ 8 w 202"/>
                    <a:gd name="T3" fmla="*/ 29 h 29"/>
                    <a:gd name="T4" fmla="*/ 0 w 202"/>
                    <a:gd name="T5" fmla="*/ 20 h 29"/>
                    <a:gd name="T6" fmla="*/ 0 w 202"/>
                    <a:gd name="T7" fmla="*/ 9 h 29"/>
                    <a:gd name="T8" fmla="*/ 8 w 202"/>
                    <a:gd name="T9" fmla="*/ 0 h 29"/>
                    <a:gd name="T10" fmla="*/ 194 w 202"/>
                    <a:gd name="T11" fmla="*/ 0 h 29"/>
                    <a:gd name="T12" fmla="*/ 202 w 202"/>
                    <a:gd name="T13" fmla="*/ 9 h 29"/>
                    <a:gd name="T14" fmla="*/ 202 w 202"/>
                    <a:gd name="T15" fmla="*/ 20 h 29"/>
                    <a:gd name="T16" fmla="*/ 194 w 202"/>
                    <a:gd name="T17" fmla="*/ 29 h 29"/>
                    <a:gd name="T18" fmla="*/ 8 w 202"/>
                    <a:gd name="T19" fmla="*/ 21 h 29"/>
                    <a:gd name="T20" fmla="*/ 194 w 202"/>
                    <a:gd name="T21" fmla="*/ 21 h 29"/>
                    <a:gd name="T22" fmla="*/ 194 w 202"/>
                    <a:gd name="T23" fmla="*/ 20 h 29"/>
                    <a:gd name="T24" fmla="*/ 194 w 202"/>
                    <a:gd name="T25" fmla="*/ 9 h 29"/>
                    <a:gd name="T26" fmla="*/ 194 w 202"/>
                    <a:gd name="T27" fmla="*/ 8 h 29"/>
                    <a:gd name="T28" fmla="*/ 8 w 202"/>
                    <a:gd name="T29" fmla="*/ 8 h 29"/>
                    <a:gd name="T30" fmla="*/ 8 w 202"/>
                    <a:gd name="T31" fmla="*/ 9 h 29"/>
                    <a:gd name="T32" fmla="*/ 8 w 202"/>
                    <a:gd name="T33" fmla="*/ 20 h 29"/>
                    <a:gd name="T34" fmla="*/ 8 w 202"/>
                    <a:gd name="T35" fmla="*/ 21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202" h="29">
                      <a:moveTo>
                        <a:pt x="194" y="29"/>
                      </a:moveTo>
                      <a:cubicBezTo>
                        <a:pt x="8" y="29"/>
                        <a:pt x="8" y="29"/>
                        <a:pt x="8" y="29"/>
                      </a:cubicBezTo>
                      <a:cubicBezTo>
                        <a:pt x="4" y="29"/>
                        <a:pt x="0" y="25"/>
                        <a:pt x="0" y="20"/>
                      </a:cubicBezTo>
                      <a:cubicBezTo>
                        <a:pt x="0" y="9"/>
                        <a:pt x="0" y="9"/>
                        <a:pt x="0" y="9"/>
                      </a:cubicBezTo>
                      <a:cubicBezTo>
                        <a:pt x="0" y="4"/>
                        <a:pt x="4" y="0"/>
                        <a:pt x="8" y="0"/>
                      </a:cubicBezTo>
                      <a:cubicBezTo>
                        <a:pt x="194" y="0"/>
                        <a:pt x="194" y="0"/>
                        <a:pt x="194" y="0"/>
                      </a:cubicBezTo>
                      <a:cubicBezTo>
                        <a:pt x="199" y="0"/>
                        <a:pt x="202" y="4"/>
                        <a:pt x="202" y="9"/>
                      </a:cubicBezTo>
                      <a:cubicBezTo>
                        <a:pt x="202" y="20"/>
                        <a:pt x="202" y="20"/>
                        <a:pt x="202" y="20"/>
                      </a:cubicBezTo>
                      <a:cubicBezTo>
                        <a:pt x="202" y="25"/>
                        <a:pt x="199" y="29"/>
                        <a:pt x="194" y="29"/>
                      </a:cubicBezTo>
                      <a:close/>
                      <a:moveTo>
                        <a:pt x="8" y="21"/>
                      </a:moveTo>
                      <a:cubicBezTo>
                        <a:pt x="194" y="21"/>
                        <a:pt x="194" y="21"/>
                        <a:pt x="194" y="21"/>
                      </a:cubicBezTo>
                      <a:cubicBezTo>
                        <a:pt x="194" y="21"/>
                        <a:pt x="194" y="21"/>
                        <a:pt x="194" y="20"/>
                      </a:cubicBezTo>
                      <a:cubicBezTo>
                        <a:pt x="194" y="9"/>
                        <a:pt x="194" y="9"/>
                        <a:pt x="194" y="9"/>
                      </a:cubicBezTo>
                      <a:cubicBezTo>
                        <a:pt x="194" y="9"/>
                        <a:pt x="194" y="8"/>
                        <a:pt x="194" y="8"/>
                      </a:cubicBezTo>
                      <a:cubicBezTo>
                        <a:pt x="8" y="8"/>
                        <a:pt x="8" y="8"/>
                        <a:pt x="8" y="8"/>
                      </a:cubicBezTo>
                      <a:cubicBezTo>
                        <a:pt x="8" y="8"/>
                        <a:pt x="8" y="9"/>
                        <a:pt x="8" y="9"/>
                      </a:cubicBezTo>
                      <a:cubicBezTo>
                        <a:pt x="8" y="20"/>
                        <a:pt x="8" y="20"/>
                        <a:pt x="8" y="20"/>
                      </a:cubicBezTo>
                      <a:cubicBezTo>
                        <a:pt x="8" y="21"/>
                        <a:pt x="8" y="21"/>
                        <a:pt x="8" y="21"/>
                      </a:cubicBezTo>
                      <a:close/>
                    </a:path>
                  </a:pathLst>
                </a:custGeom>
                <a:solidFill>
                  <a:srgbClr val="1E1E1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138" name="Freeform 9">
                  <a:extLst>
                    <a:ext uri="{FF2B5EF4-FFF2-40B4-BE49-F238E27FC236}">
                      <a16:creationId xmlns:a16="http://schemas.microsoft.com/office/drawing/2014/main" id="{8DA236E3-E4C0-479D-9DF7-0A6D28A3C30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882034" y="4599310"/>
                  <a:ext cx="588962" cy="449263"/>
                </a:xfrm>
                <a:custGeom>
                  <a:avLst/>
                  <a:gdLst>
                    <a:gd name="T0" fmla="*/ 346 w 346"/>
                    <a:gd name="T1" fmla="*/ 260 h 264"/>
                    <a:gd name="T2" fmla="*/ 342 w 346"/>
                    <a:gd name="T3" fmla="*/ 264 h 264"/>
                    <a:gd name="T4" fmla="*/ 4 w 346"/>
                    <a:gd name="T5" fmla="*/ 264 h 264"/>
                    <a:gd name="T6" fmla="*/ 0 w 346"/>
                    <a:gd name="T7" fmla="*/ 260 h 264"/>
                    <a:gd name="T8" fmla="*/ 0 w 346"/>
                    <a:gd name="T9" fmla="*/ 4 h 264"/>
                    <a:gd name="T10" fmla="*/ 4 w 346"/>
                    <a:gd name="T11" fmla="*/ 0 h 264"/>
                    <a:gd name="T12" fmla="*/ 342 w 346"/>
                    <a:gd name="T13" fmla="*/ 0 h 264"/>
                    <a:gd name="T14" fmla="*/ 346 w 346"/>
                    <a:gd name="T15" fmla="*/ 4 h 264"/>
                    <a:gd name="T16" fmla="*/ 346 w 346"/>
                    <a:gd name="T17" fmla="*/ 260 h 26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346" h="264">
                      <a:moveTo>
                        <a:pt x="346" y="260"/>
                      </a:moveTo>
                      <a:cubicBezTo>
                        <a:pt x="346" y="263"/>
                        <a:pt x="344" y="264"/>
                        <a:pt x="342" y="264"/>
                      </a:cubicBezTo>
                      <a:cubicBezTo>
                        <a:pt x="4" y="264"/>
                        <a:pt x="4" y="264"/>
                        <a:pt x="4" y="264"/>
                      </a:cubicBezTo>
                      <a:cubicBezTo>
                        <a:pt x="2" y="264"/>
                        <a:pt x="0" y="263"/>
                        <a:pt x="0" y="260"/>
                      </a:cubicBezTo>
                      <a:cubicBezTo>
                        <a:pt x="0" y="4"/>
                        <a:pt x="0" y="4"/>
                        <a:pt x="0" y="4"/>
                      </a:cubicBezTo>
                      <a:cubicBezTo>
                        <a:pt x="0" y="2"/>
                        <a:pt x="2" y="0"/>
                        <a:pt x="4" y="0"/>
                      </a:cubicBezTo>
                      <a:cubicBezTo>
                        <a:pt x="342" y="0"/>
                        <a:pt x="342" y="0"/>
                        <a:pt x="342" y="0"/>
                      </a:cubicBezTo>
                      <a:cubicBezTo>
                        <a:pt x="344" y="0"/>
                        <a:pt x="346" y="2"/>
                        <a:pt x="346" y="4"/>
                      </a:cubicBezTo>
                      <a:lnTo>
                        <a:pt x="346" y="26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139" name="Freeform 10">
                  <a:extLst>
                    <a:ext uri="{FF2B5EF4-FFF2-40B4-BE49-F238E27FC236}">
                      <a16:creationId xmlns:a16="http://schemas.microsoft.com/office/drawing/2014/main" id="{F405CB0D-CD6E-4F63-ABDB-FE52C84F409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5875685" y="4592960"/>
                  <a:ext cx="601662" cy="461963"/>
                </a:xfrm>
                <a:custGeom>
                  <a:avLst/>
                  <a:gdLst>
                    <a:gd name="T0" fmla="*/ 346 w 354"/>
                    <a:gd name="T1" fmla="*/ 272 h 272"/>
                    <a:gd name="T2" fmla="*/ 8 w 354"/>
                    <a:gd name="T3" fmla="*/ 272 h 272"/>
                    <a:gd name="T4" fmla="*/ 0 w 354"/>
                    <a:gd name="T5" fmla="*/ 264 h 272"/>
                    <a:gd name="T6" fmla="*/ 0 w 354"/>
                    <a:gd name="T7" fmla="*/ 8 h 272"/>
                    <a:gd name="T8" fmla="*/ 8 w 354"/>
                    <a:gd name="T9" fmla="*/ 0 h 272"/>
                    <a:gd name="T10" fmla="*/ 346 w 354"/>
                    <a:gd name="T11" fmla="*/ 0 h 272"/>
                    <a:gd name="T12" fmla="*/ 354 w 354"/>
                    <a:gd name="T13" fmla="*/ 8 h 272"/>
                    <a:gd name="T14" fmla="*/ 354 w 354"/>
                    <a:gd name="T15" fmla="*/ 264 h 272"/>
                    <a:gd name="T16" fmla="*/ 346 w 354"/>
                    <a:gd name="T17" fmla="*/ 272 h 272"/>
                    <a:gd name="T18" fmla="*/ 346 w 354"/>
                    <a:gd name="T19" fmla="*/ 264 h 272"/>
                    <a:gd name="T20" fmla="*/ 346 w 354"/>
                    <a:gd name="T21" fmla="*/ 268 h 272"/>
                    <a:gd name="T22" fmla="*/ 346 w 354"/>
                    <a:gd name="T23" fmla="*/ 264 h 272"/>
                    <a:gd name="T24" fmla="*/ 346 w 354"/>
                    <a:gd name="T25" fmla="*/ 264 h 272"/>
                    <a:gd name="T26" fmla="*/ 346 w 354"/>
                    <a:gd name="T27" fmla="*/ 8 h 272"/>
                    <a:gd name="T28" fmla="*/ 8 w 354"/>
                    <a:gd name="T29" fmla="*/ 8 h 272"/>
                    <a:gd name="T30" fmla="*/ 8 w 354"/>
                    <a:gd name="T31" fmla="*/ 264 h 272"/>
                    <a:gd name="T32" fmla="*/ 346 w 354"/>
                    <a:gd name="T33" fmla="*/ 264 h 272"/>
                    <a:gd name="T34" fmla="*/ 346 w 354"/>
                    <a:gd name="T35" fmla="*/ 8 h 27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354" h="272">
                      <a:moveTo>
                        <a:pt x="346" y="272"/>
                      </a:moveTo>
                      <a:cubicBezTo>
                        <a:pt x="8" y="272"/>
                        <a:pt x="8" y="272"/>
                        <a:pt x="8" y="272"/>
                      </a:cubicBezTo>
                      <a:cubicBezTo>
                        <a:pt x="4" y="272"/>
                        <a:pt x="0" y="269"/>
                        <a:pt x="0" y="264"/>
                      </a:cubicBezTo>
                      <a:cubicBezTo>
                        <a:pt x="0" y="8"/>
                        <a:pt x="0" y="8"/>
                        <a:pt x="0" y="8"/>
                      </a:cubicBezTo>
                      <a:cubicBezTo>
                        <a:pt x="0" y="4"/>
                        <a:pt x="4" y="0"/>
                        <a:pt x="8" y="0"/>
                      </a:cubicBezTo>
                      <a:cubicBezTo>
                        <a:pt x="346" y="0"/>
                        <a:pt x="346" y="0"/>
                        <a:pt x="346" y="0"/>
                      </a:cubicBezTo>
                      <a:cubicBezTo>
                        <a:pt x="350" y="0"/>
                        <a:pt x="354" y="4"/>
                        <a:pt x="354" y="8"/>
                      </a:cubicBezTo>
                      <a:cubicBezTo>
                        <a:pt x="354" y="264"/>
                        <a:pt x="354" y="264"/>
                        <a:pt x="354" y="264"/>
                      </a:cubicBezTo>
                      <a:cubicBezTo>
                        <a:pt x="354" y="269"/>
                        <a:pt x="350" y="272"/>
                        <a:pt x="346" y="272"/>
                      </a:cubicBezTo>
                      <a:close/>
                      <a:moveTo>
                        <a:pt x="346" y="264"/>
                      </a:moveTo>
                      <a:cubicBezTo>
                        <a:pt x="346" y="268"/>
                        <a:pt x="346" y="268"/>
                        <a:pt x="346" y="268"/>
                      </a:cubicBezTo>
                      <a:cubicBezTo>
                        <a:pt x="346" y="264"/>
                        <a:pt x="346" y="264"/>
                        <a:pt x="346" y="264"/>
                      </a:cubicBezTo>
                      <a:cubicBezTo>
                        <a:pt x="346" y="264"/>
                        <a:pt x="346" y="264"/>
                        <a:pt x="346" y="264"/>
                      </a:cubicBezTo>
                      <a:close/>
                      <a:moveTo>
                        <a:pt x="346" y="8"/>
                      </a:moveTo>
                      <a:cubicBezTo>
                        <a:pt x="8" y="8"/>
                        <a:pt x="8" y="8"/>
                        <a:pt x="8" y="8"/>
                      </a:cubicBezTo>
                      <a:cubicBezTo>
                        <a:pt x="8" y="264"/>
                        <a:pt x="8" y="264"/>
                        <a:pt x="8" y="264"/>
                      </a:cubicBezTo>
                      <a:cubicBezTo>
                        <a:pt x="346" y="264"/>
                        <a:pt x="346" y="264"/>
                        <a:pt x="346" y="264"/>
                      </a:cubicBezTo>
                      <a:lnTo>
                        <a:pt x="346" y="8"/>
                      </a:lnTo>
                      <a:close/>
                    </a:path>
                  </a:pathLst>
                </a:custGeom>
                <a:solidFill>
                  <a:srgbClr val="1E1E1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140" name="Rectangle 11">
                  <a:extLst>
                    <a:ext uri="{FF2B5EF4-FFF2-40B4-BE49-F238E27FC236}">
                      <a16:creationId xmlns:a16="http://schemas.microsoft.com/office/drawing/2014/main" id="{7A1C46F1-08EC-499E-BC24-4D3B2DF9D36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915372" y="4632648"/>
                  <a:ext cx="522287" cy="347663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142" name="Freeform 12">
                  <a:extLst>
                    <a:ext uri="{FF2B5EF4-FFF2-40B4-BE49-F238E27FC236}">
                      <a16:creationId xmlns:a16="http://schemas.microsoft.com/office/drawing/2014/main" id="{48C88FA5-5E8C-441A-A975-4397EF1EFD1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5909022" y="4626298"/>
                  <a:ext cx="534987" cy="358775"/>
                </a:xfrm>
                <a:custGeom>
                  <a:avLst/>
                  <a:gdLst>
                    <a:gd name="T0" fmla="*/ 311 w 314"/>
                    <a:gd name="T1" fmla="*/ 211 h 211"/>
                    <a:gd name="T2" fmla="*/ 3 w 314"/>
                    <a:gd name="T3" fmla="*/ 211 h 211"/>
                    <a:gd name="T4" fmla="*/ 0 w 314"/>
                    <a:gd name="T5" fmla="*/ 208 h 211"/>
                    <a:gd name="T6" fmla="*/ 0 w 314"/>
                    <a:gd name="T7" fmla="*/ 3 h 211"/>
                    <a:gd name="T8" fmla="*/ 3 w 314"/>
                    <a:gd name="T9" fmla="*/ 0 h 211"/>
                    <a:gd name="T10" fmla="*/ 311 w 314"/>
                    <a:gd name="T11" fmla="*/ 0 h 211"/>
                    <a:gd name="T12" fmla="*/ 314 w 314"/>
                    <a:gd name="T13" fmla="*/ 3 h 211"/>
                    <a:gd name="T14" fmla="*/ 314 w 314"/>
                    <a:gd name="T15" fmla="*/ 208 h 211"/>
                    <a:gd name="T16" fmla="*/ 311 w 314"/>
                    <a:gd name="T17" fmla="*/ 211 h 211"/>
                    <a:gd name="T18" fmla="*/ 6 w 314"/>
                    <a:gd name="T19" fmla="*/ 205 h 211"/>
                    <a:gd name="T20" fmla="*/ 308 w 314"/>
                    <a:gd name="T21" fmla="*/ 205 h 211"/>
                    <a:gd name="T22" fmla="*/ 308 w 314"/>
                    <a:gd name="T23" fmla="*/ 6 h 211"/>
                    <a:gd name="T24" fmla="*/ 6 w 314"/>
                    <a:gd name="T25" fmla="*/ 6 h 211"/>
                    <a:gd name="T26" fmla="*/ 6 w 314"/>
                    <a:gd name="T27" fmla="*/ 205 h 2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14" h="211">
                      <a:moveTo>
                        <a:pt x="311" y="211"/>
                      </a:moveTo>
                      <a:cubicBezTo>
                        <a:pt x="3" y="211"/>
                        <a:pt x="3" y="211"/>
                        <a:pt x="3" y="211"/>
                      </a:cubicBezTo>
                      <a:cubicBezTo>
                        <a:pt x="2" y="211"/>
                        <a:pt x="0" y="210"/>
                        <a:pt x="0" y="208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2"/>
                        <a:pt x="2" y="0"/>
                        <a:pt x="3" y="0"/>
                      </a:cubicBezTo>
                      <a:cubicBezTo>
                        <a:pt x="311" y="0"/>
                        <a:pt x="311" y="0"/>
                        <a:pt x="311" y="0"/>
                      </a:cubicBezTo>
                      <a:cubicBezTo>
                        <a:pt x="313" y="0"/>
                        <a:pt x="314" y="2"/>
                        <a:pt x="314" y="3"/>
                      </a:cubicBezTo>
                      <a:cubicBezTo>
                        <a:pt x="314" y="208"/>
                        <a:pt x="314" y="208"/>
                        <a:pt x="314" y="208"/>
                      </a:cubicBezTo>
                      <a:cubicBezTo>
                        <a:pt x="314" y="210"/>
                        <a:pt x="313" y="211"/>
                        <a:pt x="311" y="211"/>
                      </a:cubicBezTo>
                      <a:close/>
                      <a:moveTo>
                        <a:pt x="6" y="205"/>
                      </a:moveTo>
                      <a:cubicBezTo>
                        <a:pt x="308" y="205"/>
                        <a:pt x="308" y="205"/>
                        <a:pt x="308" y="205"/>
                      </a:cubicBezTo>
                      <a:cubicBezTo>
                        <a:pt x="308" y="6"/>
                        <a:pt x="308" y="6"/>
                        <a:pt x="308" y="6"/>
                      </a:cubicBezTo>
                      <a:cubicBezTo>
                        <a:pt x="6" y="6"/>
                        <a:pt x="6" y="6"/>
                        <a:pt x="6" y="6"/>
                      </a:cubicBezTo>
                      <a:lnTo>
                        <a:pt x="6" y="205"/>
                      </a:lnTo>
                      <a:close/>
                    </a:path>
                  </a:pathLst>
                </a:custGeom>
                <a:solidFill>
                  <a:srgbClr val="1E1E1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143" name="Oval 13">
                  <a:extLst>
                    <a:ext uri="{FF2B5EF4-FFF2-40B4-BE49-F238E27FC236}">
                      <a16:creationId xmlns:a16="http://schemas.microsoft.com/office/drawing/2014/main" id="{21FAF681-290B-4E07-820C-83F50C93238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63022" y="5000948"/>
                  <a:ext cx="30162" cy="30163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145" name="Freeform 14">
                  <a:extLst>
                    <a:ext uri="{FF2B5EF4-FFF2-40B4-BE49-F238E27FC236}">
                      <a16:creationId xmlns:a16="http://schemas.microsoft.com/office/drawing/2014/main" id="{95A4101E-14D1-4FFE-B290-C2F1039CFF28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59847" y="4996185"/>
                  <a:ext cx="36512" cy="38100"/>
                </a:xfrm>
                <a:custGeom>
                  <a:avLst/>
                  <a:gdLst>
                    <a:gd name="T0" fmla="*/ 11 w 22"/>
                    <a:gd name="T1" fmla="*/ 22 h 22"/>
                    <a:gd name="T2" fmla="*/ 0 w 22"/>
                    <a:gd name="T3" fmla="*/ 11 h 22"/>
                    <a:gd name="T4" fmla="*/ 11 w 22"/>
                    <a:gd name="T5" fmla="*/ 0 h 22"/>
                    <a:gd name="T6" fmla="*/ 22 w 22"/>
                    <a:gd name="T7" fmla="*/ 11 h 22"/>
                    <a:gd name="T8" fmla="*/ 11 w 22"/>
                    <a:gd name="T9" fmla="*/ 22 h 22"/>
                    <a:gd name="T10" fmla="*/ 11 w 22"/>
                    <a:gd name="T11" fmla="*/ 4 h 22"/>
                    <a:gd name="T12" fmla="*/ 4 w 22"/>
                    <a:gd name="T13" fmla="*/ 11 h 22"/>
                    <a:gd name="T14" fmla="*/ 11 w 22"/>
                    <a:gd name="T15" fmla="*/ 18 h 22"/>
                    <a:gd name="T16" fmla="*/ 18 w 22"/>
                    <a:gd name="T17" fmla="*/ 11 h 22"/>
                    <a:gd name="T18" fmla="*/ 11 w 22"/>
                    <a:gd name="T19" fmla="*/ 4 h 2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2" h="22">
                      <a:moveTo>
                        <a:pt x="11" y="22"/>
                      </a:moveTo>
                      <a:cubicBezTo>
                        <a:pt x="5" y="22"/>
                        <a:pt x="0" y="17"/>
                        <a:pt x="0" y="11"/>
                      </a:cubicBezTo>
                      <a:cubicBezTo>
                        <a:pt x="0" y="5"/>
                        <a:pt x="5" y="0"/>
                        <a:pt x="11" y="0"/>
                      </a:cubicBezTo>
                      <a:cubicBezTo>
                        <a:pt x="17" y="0"/>
                        <a:pt x="22" y="5"/>
                        <a:pt x="22" y="11"/>
                      </a:cubicBezTo>
                      <a:cubicBezTo>
                        <a:pt x="22" y="17"/>
                        <a:pt x="17" y="22"/>
                        <a:pt x="11" y="22"/>
                      </a:cubicBezTo>
                      <a:close/>
                      <a:moveTo>
                        <a:pt x="11" y="4"/>
                      </a:moveTo>
                      <a:cubicBezTo>
                        <a:pt x="7" y="4"/>
                        <a:pt x="4" y="7"/>
                        <a:pt x="4" y="11"/>
                      </a:cubicBezTo>
                      <a:cubicBezTo>
                        <a:pt x="4" y="15"/>
                        <a:pt x="7" y="18"/>
                        <a:pt x="11" y="18"/>
                      </a:cubicBezTo>
                      <a:cubicBezTo>
                        <a:pt x="15" y="18"/>
                        <a:pt x="18" y="15"/>
                        <a:pt x="18" y="11"/>
                      </a:cubicBezTo>
                      <a:cubicBezTo>
                        <a:pt x="18" y="7"/>
                        <a:pt x="15" y="4"/>
                        <a:pt x="11" y="4"/>
                      </a:cubicBezTo>
                      <a:close/>
                    </a:path>
                  </a:pathLst>
                </a:custGeom>
                <a:solidFill>
                  <a:srgbClr val="1E1E1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146" name="Rectangle 15">
                  <a:extLst>
                    <a:ext uri="{FF2B5EF4-FFF2-40B4-BE49-F238E27FC236}">
                      <a16:creationId xmlns:a16="http://schemas.microsoft.com/office/drawing/2014/main" id="{B181FD42-C394-4A72-81DD-26B67F525E4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943947" y="4664398"/>
                  <a:ext cx="465137" cy="266700"/>
                </a:xfrm>
                <a:prstGeom prst="rect">
                  <a:avLst/>
                </a:prstGeom>
                <a:solidFill>
                  <a:srgbClr val="8DC7E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</p:grpSp>
        </p:grp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A233B5C0-ED80-AD33-5553-A08CB39E7F98}"/>
              </a:ext>
            </a:extLst>
          </p:cNvPr>
          <p:cNvSpPr txBox="1"/>
          <p:nvPr/>
        </p:nvSpPr>
        <p:spPr>
          <a:xfrm>
            <a:off x="1667082" y="503378"/>
            <a:ext cx="1288814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defTabSz="987095"/>
            <a:r>
              <a:rPr lang="en-US" altLang="ko-KR" sz="800" spc="-54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Ⅲ  </a:t>
            </a:r>
            <a:r>
              <a:rPr lang="ko-KR" altLang="en-US" sz="800" spc="-54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기술 및 기능  </a:t>
            </a:r>
            <a:r>
              <a:rPr lang="en-US" altLang="ko-KR" sz="800" spc="-54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&gt;  2. </a:t>
            </a:r>
            <a:r>
              <a:rPr lang="ko-KR" altLang="en-US" sz="800" spc="-54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기능 요구사항</a:t>
            </a:r>
          </a:p>
        </p:txBody>
      </p:sp>
    </p:spTree>
    <p:extLst>
      <p:ext uri="{BB962C8B-B14F-4D97-AF65-F5344CB8AC3E}">
        <p14:creationId xmlns:p14="http://schemas.microsoft.com/office/powerpoint/2010/main" val="102099040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4" name="Group 74">
            <a:extLst>
              <a:ext uri="{FF2B5EF4-FFF2-40B4-BE49-F238E27FC236}">
                <a16:creationId xmlns:a16="http://schemas.microsoft.com/office/drawing/2014/main" id="{35418FBD-11CC-4703-8DC1-7D6D955C0B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4341053"/>
              </p:ext>
            </p:extLst>
          </p:nvPr>
        </p:nvGraphicFramePr>
        <p:xfrm>
          <a:off x="441000" y="5925108"/>
          <a:ext cx="5976000" cy="1403999"/>
        </p:xfrm>
        <a:graphic>
          <a:graphicData uri="http://schemas.openxmlformats.org/drawingml/2006/table">
            <a:tbl>
              <a:tblPr/>
              <a:tblGrid>
                <a:gridCol w="11424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33545">
                  <a:extLst>
                    <a:ext uri="{9D8B030D-6E8A-4147-A177-3AD203B41FA5}">
                      <a16:colId xmlns:a16="http://schemas.microsoft.com/office/drawing/2014/main" val="4797657"/>
                    </a:ext>
                  </a:extLst>
                </a:gridCol>
              </a:tblGrid>
              <a:tr h="543793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화면처리 시간</a:t>
                      </a:r>
                    </a:p>
                  </a:txBody>
                  <a:tcPr marL="72000" marR="72000" marT="36000" marB="3600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90000" marR="0" lvl="2" indent="-9000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Pct val="90000"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900" kern="12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연계정보</a:t>
                      </a:r>
                      <a:r>
                        <a:rPr kumimoji="1" lang="en-US" altLang="ko-KR" sz="900" kern="12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, </a:t>
                      </a:r>
                      <a:r>
                        <a:rPr kumimoji="1" lang="ko-KR" altLang="en-US" sz="900" kern="12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통계 등 </a:t>
                      </a:r>
                      <a:r>
                        <a:rPr kumimoji="1" lang="en-US" altLang="ko-KR" sz="900" kern="12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10</a:t>
                      </a:r>
                      <a:r>
                        <a:rPr kumimoji="1" lang="ko-KR" altLang="en-US" sz="900" kern="12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초 이상 소요되는 경우 응답지연에 대한 메시지 표시 등 우회</a:t>
                      </a:r>
                    </a:p>
                    <a:p>
                      <a:pPr marL="90000" marR="0" lvl="2" indent="-9000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Pct val="90000"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900" kern="12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타 시스템과의 정보 연계 시 웹서비스의 성능 보장</a:t>
                      </a:r>
                    </a:p>
                  </a:txBody>
                  <a:tcPr marL="72000" marR="72000" marT="36000" marB="3600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6412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9pPr>
                    </a:lstStyle>
                    <a:p>
                      <a:pPr marL="0" marR="0" lvl="0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동시 처리</a:t>
                      </a:r>
                    </a:p>
                  </a:txBody>
                  <a:tcPr marL="72000" marR="72000" marT="36000" marB="3600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90000" marR="0" lvl="2" indent="-9000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Pct val="90000"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900" kern="120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정보 시스템은 대량의 동시 접속 시에도 정상 운영 가능 요구</a:t>
                      </a:r>
                    </a:p>
                  </a:txBody>
                  <a:tcPr marL="72000" marR="72000" marT="36000" marB="3600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3794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9pPr>
                    </a:lstStyle>
                    <a:p>
                      <a:pPr marL="0" marR="0" lvl="0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부하 분산</a:t>
                      </a:r>
                    </a:p>
                  </a:txBody>
                  <a:tcPr marL="72000" marR="72000" marT="36000" marB="3600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90000" marR="0" lvl="2" indent="-9000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Pct val="90000"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900" kern="120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시스템 폭주 시 트래픽의 부하 분산을 통한 서비스의 안정성 확보</a:t>
                      </a:r>
                    </a:p>
                    <a:p>
                      <a:pPr marL="90000" marR="0" lvl="2" indent="-9000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Pct val="90000"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900" kern="120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특정 기간 또는 상황에 폭주가 예상되는 경우 트래픽 제어 솔루션을 활용하는 방향 추천</a:t>
                      </a:r>
                    </a:p>
                  </a:txBody>
                  <a:tcPr marL="72000" marR="72000" marT="36000" marB="3600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0" name="제목 89"/>
          <p:cNvSpPr>
            <a:spLocks noGrp="1"/>
          </p:cNvSpPr>
          <p:nvPr>
            <p:ph type="title"/>
          </p:nvPr>
        </p:nvSpPr>
        <p:spPr>
          <a:xfrm>
            <a:off x="512676" y="1064568"/>
            <a:ext cx="1619083" cy="199285"/>
          </a:xfrm>
          <a:prstGeom prst="rect">
            <a:avLst/>
          </a:prstGeom>
          <a:noFill/>
        </p:spPr>
        <p:txBody>
          <a:bodyPr wrap="none" lIns="108000" tIns="0" rIns="0" bIns="0" anchor="ctr">
            <a:spAutoFit/>
          </a:bodyPr>
          <a:lstStyle/>
          <a:p>
            <a:r>
              <a:rPr lang="en-US" altLang="ko-KR" sz="1400" dirty="0">
                <a:latin typeface="+mj-lt"/>
                <a:cs typeface="+mj-cs"/>
              </a:rPr>
              <a:t>1.1 </a:t>
            </a:r>
            <a:r>
              <a:rPr lang="ko-KR" altLang="en-US" sz="1400" dirty="0">
                <a:latin typeface="+mj-lt"/>
                <a:cs typeface="+mj-cs"/>
              </a:rPr>
              <a:t>성능 테스트 개요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95AE1F34-1982-4981-8AF7-65D06FBCD166}"/>
              </a:ext>
            </a:extLst>
          </p:cNvPr>
          <p:cNvGrpSpPr/>
          <p:nvPr/>
        </p:nvGrpSpPr>
        <p:grpSpPr>
          <a:xfrm>
            <a:off x="440668" y="4197692"/>
            <a:ext cx="5976000" cy="1258993"/>
            <a:chOff x="440668" y="3981668"/>
            <a:chExt cx="5976000" cy="1258993"/>
          </a:xfrm>
        </p:grpSpPr>
        <p:sp>
          <p:nvSpPr>
            <p:cNvPr id="285" name="위쪽 화살표 284"/>
            <p:cNvSpPr/>
            <p:nvPr/>
          </p:nvSpPr>
          <p:spPr>
            <a:xfrm rot="5400000">
              <a:off x="1755067" y="4070944"/>
              <a:ext cx="182425" cy="253449"/>
            </a:xfrm>
            <a:prstGeom prst="upArrow">
              <a:avLst>
                <a:gd name="adj1" fmla="val 57144"/>
                <a:gd name="adj2" fmla="val 58537"/>
              </a:avLst>
            </a:prstGeom>
            <a:solidFill>
              <a:schemeClr val="tx2">
                <a:lumMod val="40000"/>
                <a:lumOff val="6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just" defTabSz="914400" eaLnBrk="1" fontAlgn="base" latinLnBrk="0" hangingPunct="1">
                <a:lnSpc>
                  <a:spcPct val="120000"/>
                </a:lnSpc>
                <a:spcBef>
                  <a:spcPct val="4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</a:endParaRPr>
            </a:p>
          </p:txBody>
        </p:sp>
        <p:sp>
          <p:nvSpPr>
            <p:cNvPr id="286" name="위쪽 화살표 285"/>
            <p:cNvSpPr/>
            <p:nvPr/>
          </p:nvSpPr>
          <p:spPr>
            <a:xfrm rot="5400000">
              <a:off x="3301296" y="4070944"/>
              <a:ext cx="182425" cy="253449"/>
            </a:xfrm>
            <a:prstGeom prst="upArrow">
              <a:avLst>
                <a:gd name="adj1" fmla="val 57144"/>
                <a:gd name="adj2" fmla="val 58537"/>
              </a:avLst>
            </a:prstGeom>
            <a:solidFill>
              <a:schemeClr val="tx2">
                <a:lumMod val="40000"/>
                <a:lumOff val="6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just" defTabSz="914400" eaLnBrk="1" fontAlgn="base" latinLnBrk="0" hangingPunct="1">
                <a:lnSpc>
                  <a:spcPct val="120000"/>
                </a:lnSpc>
                <a:spcBef>
                  <a:spcPct val="4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</a:endParaRPr>
            </a:p>
          </p:txBody>
        </p:sp>
        <p:sp>
          <p:nvSpPr>
            <p:cNvPr id="287" name="위쪽 화살표 286"/>
            <p:cNvSpPr/>
            <p:nvPr/>
          </p:nvSpPr>
          <p:spPr>
            <a:xfrm rot="5400000">
              <a:off x="4841553" y="4070944"/>
              <a:ext cx="182425" cy="253449"/>
            </a:xfrm>
            <a:prstGeom prst="upArrow">
              <a:avLst>
                <a:gd name="adj1" fmla="val 57144"/>
                <a:gd name="adj2" fmla="val 58537"/>
              </a:avLst>
            </a:prstGeom>
            <a:solidFill>
              <a:schemeClr val="tx2">
                <a:lumMod val="40000"/>
                <a:lumOff val="6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just" defTabSz="914400" eaLnBrk="1" fontAlgn="base" latinLnBrk="0" hangingPunct="1">
                <a:lnSpc>
                  <a:spcPct val="120000"/>
                </a:lnSpc>
                <a:spcBef>
                  <a:spcPct val="4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</a:endParaRPr>
            </a:p>
          </p:txBody>
        </p:sp>
        <p:sp>
          <p:nvSpPr>
            <p:cNvPr id="269" name="AutoShape 171"/>
            <p:cNvSpPr>
              <a:spLocks noChangeArrowheads="1"/>
            </p:cNvSpPr>
            <p:nvPr/>
          </p:nvSpPr>
          <p:spPr bwMode="auto">
            <a:xfrm>
              <a:off x="440668" y="4304661"/>
              <a:ext cx="1358039" cy="936000"/>
            </a:xfrm>
            <a:prstGeom prst="roundRect">
              <a:avLst>
                <a:gd name="adj" fmla="val 0"/>
              </a:avLst>
            </a:prstGeom>
            <a:solidFill>
              <a:srgbClr val="E3E7ED"/>
            </a:solidFill>
            <a:ln w="6350">
              <a:solidFill>
                <a:srgbClr val="E3E7ED"/>
              </a:solidFill>
              <a:round/>
              <a:headEnd/>
              <a:tailEnd/>
            </a:ln>
            <a:effectLst/>
          </p:spPr>
          <p:txBody>
            <a:bodyPr lIns="36000" tIns="144000" rIns="36000" bIns="45712"/>
            <a:lstStyle/>
            <a:p>
              <a:pPr marL="72000" indent="-72000" defTabSz="914400">
                <a:lnSpc>
                  <a:spcPct val="120000"/>
                </a:lnSpc>
                <a:spcBef>
                  <a:spcPct val="0"/>
                </a:spcBef>
                <a:spcAft>
                  <a:spcPts val="300"/>
                </a:spcAft>
                <a:buSzPct val="90000"/>
                <a:buFontTx/>
                <a:buChar char="•"/>
              </a:pPr>
              <a:r>
                <a:rPr kumimoji="1"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품질보증계획서에 </a:t>
              </a:r>
              <a:br>
                <a:rPr kumimoji="1"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</a:br>
              <a:r>
                <a:rPr kumimoji="1"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성능 목표 명시</a:t>
              </a:r>
            </a:p>
            <a:p>
              <a:pPr marL="72000" indent="-72000" defTabSz="914400">
                <a:lnSpc>
                  <a:spcPct val="120000"/>
                </a:lnSpc>
                <a:spcBef>
                  <a:spcPct val="0"/>
                </a:spcBef>
                <a:spcAft>
                  <a:spcPts val="300"/>
                </a:spcAft>
                <a:buSzPct val="90000"/>
                <a:buFontTx/>
                <a:buChar char="•"/>
              </a:pPr>
              <a:r>
                <a:rPr kumimoji="1"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업무분석 시 성능</a:t>
              </a:r>
              <a:br>
                <a:rPr kumimoji="1"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</a:br>
              <a:r>
                <a:rPr kumimoji="1"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요구사항 수집 및 분석</a:t>
              </a:r>
            </a:p>
          </p:txBody>
        </p:sp>
        <p:sp>
          <p:nvSpPr>
            <p:cNvPr id="270" name="AutoShape 171"/>
            <p:cNvSpPr>
              <a:spLocks noChangeArrowheads="1"/>
            </p:cNvSpPr>
            <p:nvPr/>
          </p:nvSpPr>
          <p:spPr bwMode="auto">
            <a:xfrm>
              <a:off x="1979988" y="4304661"/>
              <a:ext cx="1358039" cy="936000"/>
            </a:xfrm>
            <a:prstGeom prst="roundRect">
              <a:avLst>
                <a:gd name="adj" fmla="val 0"/>
              </a:avLst>
            </a:prstGeom>
            <a:solidFill>
              <a:srgbClr val="E3E7ED"/>
            </a:solidFill>
            <a:ln w="6350">
              <a:solidFill>
                <a:srgbClr val="E3E7ED"/>
              </a:solidFill>
              <a:round/>
              <a:headEnd/>
              <a:tailEnd/>
            </a:ln>
            <a:effectLst/>
          </p:spPr>
          <p:txBody>
            <a:bodyPr lIns="36000" tIns="144000" rIns="36000" bIns="45712"/>
            <a:lstStyle/>
            <a:p>
              <a:pPr marL="72000" indent="-72000" defTabSz="914400">
                <a:lnSpc>
                  <a:spcPct val="120000"/>
                </a:lnSpc>
                <a:spcBef>
                  <a:spcPct val="0"/>
                </a:spcBef>
                <a:spcAft>
                  <a:spcPts val="300"/>
                </a:spcAft>
                <a:buSzPct val="90000"/>
                <a:buFontTx/>
                <a:buChar char="•"/>
              </a:pPr>
              <a:r>
                <a:rPr kumimoji="1"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주요 업무 설계 시에</a:t>
              </a:r>
              <a:br>
                <a:rPr kumimoji="1"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</a:br>
              <a:r>
                <a:rPr kumimoji="1"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성능 요건을 반영할 </a:t>
              </a:r>
              <a:br>
                <a:rPr kumimoji="1"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</a:br>
              <a:r>
                <a:rPr kumimoji="1"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부분을 확인하고 성능을 고려한 설계 실시</a:t>
              </a:r>
            </a:p>
          </p:txBody>
        </p:sp>
        <p:sp>
          <p:nvSpPr>
            <p:cNvPr id="271" name="AutoShape 171"/>
            <p:cNvSpPr>
              <a:spLocks noChangeArrowheads="1"/>
            </p:cNvSpPr>
            <p:nvPr/>
          </p:nvSpPr>
          <p:spPr bwMode="auto">
            <a:xfrm>
              <a:off x="3519308" y="4304661"/>
              <a:ext cx="1358039" cy="936000"/>
            </a:xfrm>
            <a:prstGeom prst="roundRect">
              <a:avLst>
                <a:gd name="adj" fmla="val 0"/>
              </a:avLst>
            </a:prstGeom>
            <a:solidFill>
              <a:srgbClr val="E3E7ED"/>
            </a:solidFill>
            <a:ln w="6350">
              <a:solidFill>
                <a:srgbClr val="E3E7ED"/>
              </a:solidFill>
              <a:round/>
              <a:headEnd/>
              <a:tailEnd/>
            </a:ln>
            <a:effectLst/>
          </p:spPr>
          <p:txBody>
            <a:bodyPr lIns="36000" tIns="144000" rIns="36000" bIns="45712"/>
            <a:lstStyle/>
            <a:p>
              <a:pPr marL="72000" indent="-72000" defTabSz="914400">
                <a:lnSpc>
                  <a:spcPct val="120000"/>
                </a:lnSpc>
                <a:spcBef>
                  <a:spcPct val="0"/>
                </a:spcBef>
                <a:spcAft>
                  <a:spcPts val="300"/>
                </a:spcAft>
                <a:buSzPct val="90000"/>
                <a:buFontTx/>
                <a:buChar char="•"/>
              </a:pPr>
              <a:r>
                <a:rPr kumimoji="1"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각종 성능 </a:t>
              </a:r>
              <a:r>
                <a:rPr kumimoji="1" lang="ko-KR" altLang="en-US" sz="9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진단툴을</a:t>
              </a:r>
              <a:r>
                <a:rPr kumimoji="1"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 이용한 진단활동 수행</a:t>
              </a:r>
            </a:p>
            <a:p>
              <a:pPr marL="72000" indent="-72000" defTabSz="914400">
                <a:lnSpc>
                  <a:spcPct val="120000"/>
                </a:lnSpc>
                <a:spcBef>
                  <a:spcPct val="0"/>
                </a:spcBef>
                <a:spcAft>
                  <a:spcPts val="300"/>
                </a:spcAft>
                <a:buSzPct val="90000"/>
                <a:buFontTx/>
                <a:buChar char="•"/>
              </a:pPr>
              <a:r>
                <a:rPr kumimoji="1"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서버 및 솔루션</a:t>
              </a:r>
              <a:r>
                <a:rPr kumimoji="1" lang="en-US" altLang="ko-KR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, DB</a:t>
              </a:r>
              <a:r>
                <a:rPr kumimoji="1"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 성능 진단 및 튜닝</a:t>
              </a:r>
            </a:p>
          </p:txBody>
        </p:sp>
        <p:sp>
          <p:nvSpPr>
            <p:cNvPr id="272" name="AutoShape 171"/>
            <p:cNvSpPr>
              <a:spLocks noChangeArrowheads="1"/>
            </p:cNvSpPr>
            <p:nvPr/>
          </p:nvSpPr>
          <p:spPr bwMode="auto">
            <a:xfrm>
              <a:off x="5058629" y="4304661"/>
              <a:ext cx="1358039" cy="936000"/>
            </a:xfrm>
            <a:prstGeom prst="roundRect">
              <a:avLst>
                <a:gd name="adj" fmla="val 0"/>
              </a:avLst>
            </a:prstGeom>
            <a:solidFill>
              <a:srgbClr val="E3E7ED"/>
            </a:solidFill>
            <a:ln w="6350">
              <a:solidFill>
                <a:srgbClr val="E3E7ED"/>
              </a:solidFill>
              <a:round/>
              <a:headEnd/>
              <a:tailEnd/>
            </a:ln>
            <a:effectLst/>
          </p:spPr>
          <p:txBody>
            <a:bodyPr lIns="36000" tIns="144000" rIns="36000" bIns="45712"/>
            <a:lstStyle/>
            <a:p>
              <a:pPr marL="72000" indent="-72000" defTabSz="914400">
                <a:lnSpc>
                  <a:spcPct val="120000"/>
                </a:lnSpc>
                <a:spcBef>
                  <a:spcPct val="0"/>
                </a:spcBef>
                <a:spcAft>
                  <a:spcPts val="300"/>
                </a:spcAft>
                <a:buSzPct val="90000"/>
                <a:buFontTx/>
                <a:buChar char="•"/>
              </a:pPr>
              <a:r>
                <a:rPr kumimoji="1"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개발 종료 시점에 전체 시스템 </a:t>
              </a:r>
              <a:r>
                <a:rPr kumimoji="1" lang="ko-KR" altLang="en-US" sz="9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부하량을</a:t>
              </a:r>
              <a:r>
                <a:rPr kumimoji="1"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 고려하여 대표업무 성능테스트 실시</a:t>
              </a:r>
            </a:p>
          </p:txBody>
        </p:sp>
        <p:sp>
          <p:nvSpPr>
            <p:cNvPr id="283" name="모서리가 둥근 직사각형 282"/>
            <p:cNvSpPr/>
            <p:nvPr/>
          </p:nvSpPr>
          <p:spPr>
            <a:xfrm>
              <a:off x="440668" y="3981668"/>
              <a:ext cx="1358039" cy="432000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6350" cap="flat" cmpd="sng" algn="ctr">
              <a:solidFill>
                <a:srgbClr val="ADB9CA"/>
              </a:solidFill>
              <a:prstDash val="solid"/>
            </a:ln>
            <a:effectLst/>
          </p:spPr>
          <p:txBody>
            <a:bodyPr lIns="36000" tIns="72000" rIns="36000" bIns="36000" rtlCol="0" anchor="ctr"/>
            <a:lstStyle/>
            <a:p>
              <a:pPr algn="ctr" defTabSz="914400" fontAlgn="base">
                <a:spcAft>
                  <a:spcPct val="0"/>
                </a:spcAft>
              </a:pPr>
              <a:r>
                <a:rPr kumimoji="1" lang="ko-KR" altLang="en-US" sz="1000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성능요구사항 수집</a:t>
              </a:r>
              <a:br>
                <a:rPr kumimoji="1" lang="en-US" altLang="ko-KR" sz="1000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</a:br>
              <a:r>
                <a:rPr kumimoji="1" lang="ko-KR" altLang="en-US" sz="1000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및 성능목표 정의</a:t>
              </a:r>
            </a:p>
          </p:txBody>
        </p:sp>
        <p:cxnSp>
          <p:nvCxnSpPr>
            <p:cNvPr id="284" name="직선 연결선 283"/>
            <p:cNvCxnSpPr/>
            <p:nvPr/>
          </p:nvCxnSpPr>
          <p:spPr>
            <a:xfrm>
              <a:off x="655907" y="3988512"/>
              <a:ext cx="927560" cy="0"/>
            </a:xfrm>
            <a:prstGeom prst="line">
              <a:avLst/>
            </a:prstGeom>
            <a:noFill/>
            <a:ln w="38100" cap="flat" cmpd="sng" algn="ctr">
              <a:solidFill>
                <a:srgbClr val="2D7CBD"/>
              </a:solidFill>
              <a:prstDash val="solid"/>
            </a:ln>
            <a:effectLst/>
          </p:spPr>
        </p:cxnSp>
        <p:sp>
          <p:nvSpPr>
            <p:cNvPr id="281" name="모서리가 둥근 직사각형 280"/>
            <p:cNvSpPr/>
            <p:nvPr/>
          </p:nvSpPr>
          <p:spPr>
            <a:xfrm>
              <a:off x="1979942" y="3981668"/>
              <a:ext cx="1358039" cy="432000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6350" cap="flat" cmpd="sng" algn="ctr">
              <a:solidFill>
                <a:srgbClr val="ADB9CA"/>
              </a:solidFill>
              <a:prstDash val="solid"/>
            </a:ln>
            <a:effectLst/>
          </p:spPr>
          <p:txBody>
            <a:bodyPr lIns="36000" tIns="72000" rIns="36000" bIns="36000" rtlCol="0" anchor="ctr"/>
            <a:lstStyle/>
            <a:p>
              <a:pPr algn="ctr" defTabSz="914400" fontAlgn="base">
                <a:spcAft>
                  <a:spcPct val="0"/>
                </a:spcAft>
              </a:pPr>
              <a:r>
                <a:rPr kumimoji="1" lang="ko-KR" altLang="en-US" sz="1000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성능 설계</a:t>
              </a:r>
            </a:p>
          </p:txBody>
        </p:sp>
        <p:cxnSp>
          <p:nvCxnSpPr>
            <p:cNvPr id="282" name="직선 연결선 281"/>
            <p:cNvCxnSpPr/>
            <p:nvPr/>
          </p:nvCxnSpPr>
          <p:spPr>
            <a:xfrm>
              <a:off x="2195180" y="3988512"/>
              <a:ext cx="927560" cy="0"/>
            </a:xfrm>
            <a:prstGeom prst="line">
              <a:avLst/>
            </a:prstGeom>
            <a:noFill/>
            <a:ln w="38100" cap="flat" cmpd="sng" algn="ctr">
              <a:solidFill>
                <a:srgbClr val="2D7CBD"/>
              </a:solidFill>
              <a:prstDash val="solid"/>
            </a:ln>
            <a:effectLst/>
          </p:spPr>
        </p:cxnSp>
        <p:sp>
          <p:nvSpPr>
            <p:cNvPr id="279" name="모서리가 둥근 직사각형 278"/>
            <p:cNvSpPr/>
            <p:nvPr/>
          </p:nvSpPr>
          <p:spPr>
            <a:xfrm>
              <a:off x="3519214" y="3981668"/>
              <a:ext cx="1358039" cy="432000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6350" cap="flat" cmpd="sng" algn="ctr">
              <a:solidFill>
                <a:srgbClr val="ADB9CA"/>
              </a:solidFill>
              <a:prstDash val="solid"/>
            </a:ln>
            <a:effectLst/>
          </p:spPr>
          <p:txBody>
            <a:bodyPr lIns="36000" tIns="72000" rIns="36000" bIns="36000" rtlCol="0" anchor="ctr"/>
            <a:lstStyle/>
            <a:p>
              <a:pPr algn="ctr" defTabSz="914400" fontAlgn="base">
                <a:spcAft>
                  <a:spcPct val="0"/>
                </a:spcAft>
              </a:pPr>
              <a:r>
                <a:rPr kumimoji="1" lang="ko-KR" altLang="en-US" sz="1000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성능진단활동</a:t>
              </a:r>
            </a:p>
          </p:txBody>
        </p:sp>
        <p:cxnSp>
          <p:nvCxnSpPr>
            <p:cNvPr id="280" name="직선 연결선 279"/>
            <p:cNvCxnSpPr/>
            <p:nvPr/>
          </p:nvCxnSpPr>
          <p:spPr>
            <a:xfrm>
              <a:off x="3734452" y="3988512"/>
              <a:ext cx="927560" cy="0"/>
            </a:xfrm>
            <a:prstGeom prst="line">
              <a:avLst/>
            </a:prstGeom>
            <a:noFill/>
            <a:ln w="38100" cap="flat" cmpd="sng" algn="ctr">
              <a:solidFill>
                <a:srgbClr val="2D7CBD"/>
              </a:solidFill>
              <a:prstDash val="solid"/>
            </a:ln>
            <a:effectLst/>
          </p:spPr>
        </p:cxnSp>
        <p:sp>
          <p:nvSpPr>
            <p:cNvPr id="277" name="모서리가 둥근 직사각형 276"/>
            <p:cNvSpPr/>
            <p:nvPr/>
          </p:nvSpPr>
          <p:spPr>
            <a:xfrm>
              <a:off x="5058486" y="3981668"/>
              <a:ext cx="1358039" cy="432000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6350" cap="flat" cmpd="sng" algn="ctr">
              <a:solidFill>
                <a:srgbClr val="ADB9CA"/>
              </a:solidFill>
              <a:prstDash val="solid"/>
            </a:ln>
            <a:effectLst/>
          </p:spPr>
          <p:txBody>
            <a:bodyPr lIns="36000" tIns="72000" rIns="36000" bIns="36000" rtlCol="0" anchor="ctr"/>
            <a:lstStyle/>
            <a:p>
              <a:pPr algn="ctr" defTabSz="914400" fontAlgn="base">
                <a:spcAft>
                  <a:spcPct val="0"/>
                </a:spcAft>
              </a:pPr>
              <a:r>
                <a:rPr kumimoji="1" lang="ko-KR" altLang="en-US" sz="1000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성능시험 실시</a:t>
              </a:r>
            </a:p>
          </p:txBody>
        </p:sp>
        <p:cxnSp>
          <p:nvCxnSpPr>
            <p:cNvPr id="278" name="직선 연결선 277"/>
            <p:cNvCxnSpPr/>
            <p:nvPr/>
          </p:nvCxnSpPr>
          <p:spPr>
            <a:xfrm>
              <a:off x="5273724" y="3988512"/>
              <a:ext cx="927560" cy="0"/>
            </a:xfrm>
            <a:prstGeom prst="line">
              <a:avLst/>
            </a:prstGeom>
            <a:noFill/>
            <a:ln w="38100" cap="flat" cmpd="sng" algn="ctr">
              <a:solidFill>
                <a:srgbClr val="2D7CBD"/>
              </a:solidFill>
              <a:prstDash val="solid"/>
            </a:ln>
            <a:effectLst/>
          </p:spPr>
        </p:cxnSp>
      </p:grpSp>
      <p:sp>
        <p:nvSpPr>
          <p:cNvPr id="315" name="Line 81"/>
          <p:cNvSpPr>
            <a:spLocks noChangeShapeType="1"/>
          </p:cNvSpPr>
          <p:nvPr/>
        </p:nvSpPr>
        <p:spPr bwMode="gray">
          <a:xfrm>
            <a:off x="440665" y="6465451"/>
            <a:ext cx="180000" cy="0"/>
          </a:xfrm>
          <a:prstGeom prst="line">
            <a:avLst/>
          </a:prstGeom>
          <a:noFill/>
          <a:ln w="19050">
            <a:solidFill>
              <a:srgbClr val="0070C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pPr defTabSz="914400" fontAlgn="base" latinLnBrk="1">
              <a:spcBef>
                <a:spcPct val="0"/>
              </a:spcBef>
              <a:spcAft>
                <a:spcPct val="0"/>
              </a:spcAft>
            </a:pPr>
            <a:endParaRPr kumimoji="1" lang="ko-KR" altLang="en-US" b="1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313" name="Line 104"/>
          <p:cNvSpPr>
            <a:spLocks noChangeShapeType="1"/>
          </p:cNvSpPr>
          <p:nvPr/>
        </p:nvSpPr>
        <p:spPr bwMode="gray">
          <a:xfrm>
            <a:off x="440665" y="6786823"/>
            <a:ext cx="180000" cy="0"/>
          </a:xfrm>
          <a:prstGeom prst="line">
            <a:avLst/>
          </a:prstGeom>
          <a:noFill/>
          <a:ln w="19050">
            <a:solidFill>
              <a:srgbClr val="0070C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pPr defTabSz="914400" fontAlgn="base" latinLnBrk="1">
              <a:spcBef>
                <a:spcPct val="0"/>
              </a:spcBef>
              <a:spcAft>
                <a:spcPct val="0"/>
              </a:spcAft>
            </a:pPr>
            <a:endParaRPr kumimoji="1" lang="ko-KR" altLang="en-US" b="1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grpSp>
        <p:nvGrpSpPr>
          <p:cNvPr id="126" name="그룹 125">
            <a:extLst>
              <a:ext uri="{FF2B5EF4-FFF2-40B4-BE49-F238E27FC236}">
                <a16:creationId xmlns:a16="http://schemas.microsoft.com/office/drawing/2014/main" id="{948D9C7B-07A6-40CB-937E-299EDD4374AB}"/>
              </a:ext>
            </a:extLst>
          </p:cNvPr>
          <p:cNvGrpSpPr/>
          <p:nvPr/>
        </p:nvGrpSpPr>
        <p:grpSpPr>
          <a:xfrm>
            <a:off x="440668" y="1064568"/>
            <a:ext cx="66431" cy="180000"/>
            <a:chOff x="447632" y="1870808"/>
            <a:chExt cx="66431" cy="247087"/>
          </a:xfrm>
        </p:grpSpPr>
        <p:sp>
          <p:nvSpPr>
            <p:cNvPr id="127" name="직사각형 126">
              <a:extLst>
                <a:ext uri="{FF2B5EF4-FFF2-40B4-BE49-F238E27FC236}">
                  <a16:creationId xmlns:a16="http://schemas.microsoft.com/office/drawing/2014/main" id="{1F3F29A7-0EAB-49CA-A96D-9B6AD3388681}"/>
                </a:ext>
              </a:extLst>
            </p:cNvPr>
            <p:cNvSpPr/>
            <p:nvPr/>
          </p:nvSpPr>
          <p:spPr>
            <a:xfrm>
              <a:off x="447632" y="1990162"/>
              <a:ext cx="66431" cy="12773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/>
            </a:bodyPr>
            <a:lstStyle/>
            <a:p>
              <a:pPr algn="ctr"/>
              <a:endParaRPr lang="ko-KR" altLang="en-US">
                <a:ln>
                  <a:solidFill>
                    <a:srgbClr val="02A1B2">
                      <a:alpha val="0"/>
                    </a:srgbClr>
                  </a:solidFill>
                </a:ln>
              </a:endParaRPr>
            </a:p>
          </p:txBody>
        </p:sp>
        <p:sp>
          <p:nvSpPr>
            <p:cNvPr id="128" name="직사각형 127">
              <a:extLst>
                <a:ext uri="{FF2B5EF4-FFF2-40B4-BE49-F238E27FC236}">
                  <a16:creationId xmlns:a16="http://schemas.microsoft.com/office/drawing/2014/main" id="{D3026B1C-C988-4B1A-8D8D-5D7B766A2CAC}"/>
                </a:ext>
              </a:extLst>
            </p:cNvPr>
            <p:cNvSpPr/>
            <p:nvPr/>
          </p:nvSpPr>
          <p:spPr>
            <a:xfrm>
              <a:off x="447632" y="1870808"/>
              <a:ext cx="66431" cy="127733"/>
            </a:xfrm>
            <a:prstGeom prst="rect">
              <a:avLst/>
            </a:prstGeom>
            <a:solidFill>
              <a:srgbClr val="B71B6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/>
            </a:bodyPr>
            <a:lstStyle/>
            <a:p>
              <a:pPr algn="ctr"/>
              <a:endParaRPr lang="ko-KR" altLang="en-US">
                <a:ln>
                  <a:solidFill>
                    <a:srgbClr val="02A1B2">
                      <a:alpha val="0"/>
                    </a:srgbClr>
                  </a:solidFill>
                </a:ln>
              </a:endParaRPr>
            </a:p>
          </p:txBody>
        </p:sp>
      </p:grpSp>
      <p:sp>
        <p:nvSpPr>
          <p:cNvPr id="129" name="직사각형 128">
            <a:extLst>
              <a:ext uri="{FF2B5EF4-FFF2-40B4-BE49-F238E27FC236}">
                <a16:creationId xmlns:a16="http://schemas.microsoft.com/office/drawing/2014/main" id="{7E7B6EC3-41E7-4AFA-94F4-C81C2386D966}"/>
              </a:ext>
            </a:extLst>
          </p:cNvPr>
          <p:cNvSpPr/>
          <p:nvPr/>
        </p:nvSpPr>
        <p:spPr>
          <a:xfrm>
            <a:off x="5206867" y="1065770"/>
            <a:ext cx="1209800" cy="17763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36000" rIns="72000" bIns="18000" rtlCol="0" anchor="ctr">
            <a:spAutoFit/>
          </a:bodyPr>
          <a:lstStyle/>
          <a:p>
            <a:pPr algn="r"/>
            <a:r>
              <a: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요구사항 번호</a:t>
            </a:r>
            <a:r>
              <a:rPr lang="en-US" altLang="ko-KR" sz="8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: </a:t>
            </a:r>
            <a:r>
              <a:rPr lang="en-US" altLang="ko-KR" sz="800">
                <a:solidFill>
                  <a:srgbClr val="0070C0"/>
                </a:solidFill>
                <a:latin typeface="+mj-ea"/>
                <a:ea typeface="+mj-ea"/>
              </a:rPr>
              <a:t>ABC-001</a:t>
            </a:r>
            <a:endParaRPr lang="ko-KR" altLang="en-US" sz="800" dirty="0">
              <a:solidFill>
                <a:srgbClr val="0070C0"/>
              </a:solidFill>
              <a:latin typeface="+mj-ea"/>
              <a:ea typeface="+mj-ea"/>
            </a:endParaRPr>
          </a:p>
        </p:txBody>
      </p:sp>
      <p:sp>
        <p:nvSpPr>
          <p:cNvPr id="130" name="AutoShape 165">
            <a:extLst>
              <a:ext uri="{FF2B5EF4-FFF2-40B4-BE49-F238E27FC236}">
                <a16:creationId xmlns:a16="http://schemas.microsoft.com/office/drawing/2014/main" id="{DEF5CEFA-69B4-488A-85E4-ED880AFFAC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668" y="1568624"/>
            <a:ext cx="5976000" cy="647237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3175" algn="ctr">
            <a:solidFill>
              <a:schemeClr val="bg1">
                <a:lumMod val="95000"/>
              </a:schemeClr>
            </a:solidFill>
            <a:round/>
            <a:headEnd/>
            <a:tailEnd/>
          </a:ln>
          <a:effectLst/>
        </p:spPr>
        <p:txBody>
          <a:bodyPr wrap="square" lIns="144000" tIns="36000" rIns="72000" bIns="36000" anchor="ctr"/>
          <a:lstStyle/>
          <a:p>
            <a:pPr marL="85725" lvl="0" indent="-85725" defTabSz="914400" fontAlgn="ctr">
              <a:lnSpc>
                <a:spcPct val="110000"/>
              </a:lnSpc>
              <a:spcAft>
                <a:spcPts val="300"/>
              </a:spcAft>
              <a:buFont typeface="Arial" pitchFamily="34" charset="0"/>
              <a:buChar char="•"/>
              <a:defRPr/>
            </a:pPr>
            <a:r>
              <a:rPr kumimoji="1" lang="ko-KR" altLang="en-US" sz="1000" kern="0">
                <a:solidFill>
                  <a:prstClr val="black">
                    <a:lumMod val="75000"/>
                    <a:lumOff val="25000"/>
                  </a:prstClr>
                </a:solidFill>
              </a:rPr>
              <a:t>체계적인 성능 테스트를 위한 수집 및 정의</a:t>
            </a:r>
            <a:r>
              <a:rPr kumimoji="1" lang="en-US" altLang="ko-KR" sz="1000" kern="0">
                <a:solidFill>
                  <a:prstClr val="black">
                    <a:lumMod val="75000"/>
                    <a:lumOff val="25000"/>
                  </a:prstClr>
                </a:solidFill>
              </a:rPr>
              <a:t>, </a:t>
            </a:r>
            <a:r>
              <a:rPr kumimoji="1" lang="ko-KR" altLang="en-US" sz="1000" kern="0">
                <a:solidFill>
                  <a:prstClr val="black">
                    <a:lumMod val="75000"/>
                    <a:lumOff val="25000"/>
                  </a:prstClr>
                </a:solidFill>
              </a:rPr>
              <a:t>설계</a:t>
            </a:r>
            <a:r>
              <a:rPr kumimoji="1" lang="en-US" altLang="ko-KR" sz="1000" kern="0">
                <a:solidFill>
                  <a:prstClr val="black">
                    <a:lumMod val="75000"/>
                    <a:lumOff val="25000"/>
                  </a:prstClr>
                </a:solidFill>
              </a:rPr>
              <a:t>, </a:t>
            </a:r>
            <a:r>
              <a:rPr kumimoji="1" lang="ko-KR" altLang="en-US" sz="1000" kern="0">
                <a:solidFill>
                  <a:prstClr val="black">
                    <a:lumMod val="75000"/>
                    <a:lumOff val="25000"/>
                  </a:prstClr>
                </a:solidFill>
              </a:rPr>
              <a:t>진단</a:t>
            </a:r>
            <a:r>
              <a:rPr kumimoji="1" lang="en-US" altLang="ko-KR" sz="1000" kern="0">
                <a:solidFill>
                  <a:prstClr val="black">
                    <a:lumMod val="75000"/>
                    <a:lumOff val="25000"/>
                  </a:prstClr>
                </a:solidFill>
              </a:rPr>
              <a:t>, </a:t>
            </a:r>
            <a:r>
              <a:rPr kumimoji="1" lang="ko-KR" altLang="en-US" sz="1000" kern="0">
                <a:solidFill>
                  <a:prstClr val="black">
                    <a:lumMod val="75000"/>
                    <a:lumOff val="25000"/>
                  </a:prstClr>
                </a:solidFill>
              </a:rPr>
              <a:t>실시 등의 절차 준수</a:t>
            </a:r>
          </a:p>
          <a:p>
            <a:pPr marL="85725" lvl="0" indent="-85725" defTabSz="914400" fontAlgn="ctr">
              <a:lnSpc>
                <a:spcPct val="110000"/>
              </a:lnSpc>
              <a:spcAft>
                <a:spcPts val="300"/>
              </a:spcAft>
              <a:buFont typeface="Arial" pitchFamily="34" charset="0"/>
              <a:buChar char="•"/>
              <a:defRPr/>
            </a:pPr>
            <a:r>
              <a:rPr kumimoji="1" lang="ko-KR" altLang="en-US" sz="1000" kern="0">
                <a:solidFill>
                  <a:prstClr val="black">
                    <a:lumMod val="75000"/>
                    <a:lumOff val="25000"/>
                  </a:prstClr>
                </a:solidFill>
              </a:rPr>
              <a:t>합리적인 방안과 효과적인 검증 조직을 구성하여 </a:t>
            </a:r>
            <a:r>
              <a:rPr kumimoji="1" lang="ko-KR" altLang="en-US" sz="1000" kern="0">
                <a:solidFill>
                  <a:prstClr val="black">
                    <a:lumMod val="75000"/>
                    <a:lumOff val="25000"/>
                  </a:prstClr>
                </a:solidFill>
                <a:latin typeface="+mj-ea"/>
                <a:ea typeface="+mj-ea"/>
              </a:rPr>
              <a:t>테스트를 통한 품질을 보장</a:t>
            </a:r>
          </a:p>
        </p:txBody>
      </p:sp>
      <p:grpSp>
        <p:nvGrpSpPr>
          <p:cNvPr id="131" name="그룹 130">
            <a:extLst>
              <a:ext uri="{FF2B5EF4-FFF2-40B4-BE49-F238E27FC236}">
                <a16:creationId xmlns:a16="http://schemas.microsoft.com/office/drawing/2014/main" id="{2E1196FE-A3C5-4E19-8F6D-08FD40C86CA4}"/>
              </a:ext>
            </a:extLst>
          </p:cNvPr>
          <p:cNvGrpSpPr/>
          <p:nvPr/>
        </p:nvGrpSpPr>
        <p:grpSpPr>
          <a:xfrm>
            <a:off x="440668" y="2504728"/>
            <a:ext cx="5976000" cy="184666"/>
            <a:chOff x="4503039" y="5804479"/>
            <a:chExt cx="5976000" cy="184666"/>
          </a:xfrm>
        </p:grpSpPr>
        <p:cxnSp>
          <p:nvCxnSpPr>
            <p:cNvPr id="132" name="직선 연결선 131">
              <a:extLst>
                <a:ext uri="{FF2B5EF4-FFF2-40B4-BE49-F238E27FC236}">
                  <a16:creationId xmlns:a16="http://schemas.microsoft.com/office/drawing/2014/main" id="{2CABCCC7-FE07-43FA-86B2-1E2035B6A458}"/>
                </a:ext>
              </a:extLst>
            </p:cNvPr>
            <p:cNvCxnSpPr>
              <a:cxnSpLocks/>
            </p:cNvCxnSpPr>
            <p:nvPr/>
          </p:nvCxnSpPr>
          <p:spPr>
            <a:xfrm>
              <a:off x="4503039" y="5948495"/>
              <a:ext cx="5976000" cy="0"/>
            </a:xfrm>
            <a:prstGeom prst="line">
              <a:avLst/>
            </a:prstGeom>
            <a:ln w="12700" cap="flat">
              <a:solidFill>
                <a:srgbClr val="BAC0CE"/>
              </a:solidFill>
              <a:miter lim="800000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75629F84-8171-4DB2-8925-67A5760BE2C0}"/>
                </a:ext>
              </a:extLst>
            </p:cNvPr>
            <p:cNvSpPr txBox="1"/>
            <p:nvPr/>
          </p:nvSpPr>
          <p:spPr>
            <a:xfrm flipH="1">
              <a:off x="4503039" y="5804479"/>
              <a:ext cx="1141389" cy="18466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</p:spPr>
          <p:txBody>
            <a:bodyPr wrap="none" lIns="0" tIns="0" rIns="108000" bIns="0" rtlCol="0" anchor="b">
              <a:spAutoFit/>
            </a:bodyPr>
            <a:lstStyle/>
            <a:p>
              <a:pPr lvl="0" defTabSz="478031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ko-KR" altLang="en-US" sz="120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성능 테스트 개요</a:t>
              </a:r>
            </a:p>
          </p:txBody>
        </p:sp>
      </p:grpSp>
      <p:grpSp>
        <p:nvGrpSpPr>
          <p:cNvPr id="213" name="그룹 212">
            <a:extLst>
              <a:ext uri="{FF2B5EF4-FFF2-40B4-BE49-F238E27FC236}">
                <a16:creationId xmlns:a16="http://schemas.microsoft.com/office/drawing/2014/main" id="{64EFAA08-A890-4692-B85E-69F24DCAF97A}"/>
              </a:ext>
            </a:extLst>
          </p:cNvPr>
          <p:cNvGrpSpPr/>
          <p:nvPr/>
        </p:nvGrpSpPr>
        <p:grpSpPr>
          <a:xfrm>
            <a:off x="1376792" y="2936776"/>
            <a:ext cx="4104416" cy="792088"/>
            <a:chOff x="1376792" y="2098607"/>
            <a:chExt cx="4104416" cy="792088"/>
          </a:xfrm>
        </p:grpSpPr>
        <p:sp>
          <p:nvSpPr>
            <p:cNvPr id="214" name="Rectangle 423">
              <a:extLst>
                <a:ext uri="{FF2B5EF4-FFF2-40B4-BE49-F238E27FC236}">
                  <a16:creationId xmlns:a16="http://schemas.microsoft.com/office/drawing/2014/main" id="{6B4A5A53-3460-46E4-9175-8AAD90FC2DBE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910955" y="2098607"/>
              <a:ext cx="3036088" cy="6309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>
              <a:lvl1pPr algn="ctr">
                <a:buSzPct val="80000"/>
                <a:defRPr kumimoji="1" sz="1000">
                  <a:solidFill>
                    <a:schemeClr val="bg1"/>
                  </a:solidFill>
                  <a:latin typeface="산돌고딕 L" pitchFamily="18" charset="-127"/>
                  <a:ea typeface="산돌고딕 L" pitchFamily="18" charset="-127"/>
                </a:defRPr>
              </a:lvl1pPr>
              <a:lvl2pPr marL="742950" indent="-285750" algn="ctr">
                <a:buSzPct val="80000"/>
                <a:defRPr kumimoji="1" sz="1000">
                  <a:solidFill>
                    <a:schemeClr val="bg1"/>
                  </a:solidFill>
                  <a:latin typeface="산돌고딕 L" pitchFamily="18" charset="-127"/>
                  <a:ea typeface="산돌고딕 L" pitchFamily="18" charset="-127"/>
                </a:defRPr>
              </a:lvl2pPr>
              <a:lvl3pPr marL="1143000" indent="-228600" algn="ctr">
                <a:buSzPct val="80000"/>
                <a:defRPr kumimoji="1" sz="1000">
                  <a:solidFill>
                    <a:schemeClr val="bg1"/>
                  </a:solidFill>
                  <a:latin typeface="산돌고딕 L" pitchFamily="18" charset="-127"/>
                  <a:ea typeface="산돌고딕 L" pitchFamily="18" charset="-127"/>
                </a:defRPr>
              </a:lvl3pPr>
              <a:lvl4pPr marL="1600200" indent="-228600" algn="ctr">
                <a:buSzPct val="80000"/>
                <a:defRPr kumimoji="1" sz="1000">
                  <a:solidFill>
                    <a:schemeClr val="bg1"/>
                  </a:solidFill>
                  <a:latin typeface="산돌고딕 L" pitchFamily="18" charset="-127"/>
                  <a:ea typeface="산돌고딕 L" pitchFamily="18" charset="-127"/>
                </a:defRPr>
              </a:lvl4pPr>
              <a:lvl5pPr marL="2057400" indent="-228600" algn="ctr">
                <a:buSzPct val="80000"/>
                <a:defRPr kumimoji="1" sz="1000">
                  <a:solidFill>
                    <a:schemeClr val="bg1"/>
                  </a:solidFill>
                  <a:latin typeface="산돌고딕 L" pitchFamily="18" charset="-127"/>
                  <a:ea typeface="산돌고딕 L" pitchFamily="18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SzPct val="80000"/>
                <a:defRPr kumimoji="1" sz="1000">
                  <a:solidFill>
                    <a:schemeClr val="bg1"/>
                  </a:solidFill>
                  <a:latin typeface="산돌고딕 L" pitchFamily="18" charset="-127"/>
                  <a:ea typeface="산돌고딕 L" pitchFamily="18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SzPct val="80000"/>
                <a:defRPr kumimoji="1" sz="1000">
                  <a:solidFill>
                    <a:schemeClr val="bg1"/>
                  </a:solidFill>
                  <a:latin typeface="산돌고딕 L" pitchFamily="18" charset="-127"/>
                  <a:ea typeface="산돌고딕 L" pitchFamily="18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SzPct val="80000"/>
                <a:defRPr kumimoji="1" sz="1000">
                  <a:solidFill>
                    <a:schemeClr val="bg1"/>
                  </a:solidFill>
                  <a:latin typeface="산돌고딕 L" pitchFamily="18" charset="-127"/>
                  <a:ea typeface="산돌고딕 L" pitchFamily="18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SzPct val="80000"/>
                <a:defRPr kumimoji="1" sz="1000">
                  <a:solidFill>
                    <a:schemeClr val="bg1"/>
                  </a:solidFill>
                  <a:latin typeface="산돌고딕 L" pitchFamily="18" charset="-127"/>
                  <a:ea typeface="산돌고딕 L" pitchFamily="18" charset="-127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ts val="600"/>
                </a:spcAft>
                <a:buSzTx/>
                <a:defRPr/>
              </a:pPr>
              <a:r>
                <a:rPr lang="en-US" altLang="ko-KR" sz="160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24</a:t>
              </a:r>
              <a:r>
                <a:rPr lang="ko-KR" altLang="en-US" sz="160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시간 </a:t>
              </a:r>
              <a:r>
                <a:rPr lang="ko-KR" altLang="en-US" sz="1600" spc="-50" dirty="0" err="1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무중단</a:t>
              </a:r>
              <a:r>
                <a:rPr lang="ko-KR" altLang="en-US" sz="160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 서비스를 보장하는</a:t>
              </a:r>
            </a:p>
            <a:p>
              <a:pPr fontAlgn="base">
                <a:spcBef>
                  <a:spcPct val="0"/>
                </a:spcBef>
                <a:spcAft>
                  <a:spcPts val="600"/>
                </a:spcAft>
                <a:buSzTx/>
                <a:defRPr/>
              </a:pPr>
              <a:r>
                <a:rPr lang="ko-KR" altLang="en-US" sz="200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rgbClr val="FB6225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</a:rPr>
                <a:t>신속하고 안정적인 시스템 구축</a:t>
              </a:r>
            </a:p>
          </p:txBody>
        </p:sp>
        <p:sp>
          <p:nvSpPr>
            <p:cNvPr id="215" name="Freeform 34">
              <a:extLst>
                <a:ext uri="{FF2B5EF4-FFF2-40B4-BE49-F238E27FC236}">
                  <a16:creationId xmlns:a16="http://schemas.microsoft.com/office/drawing/2014/main" id="{25B5BABC-1254-447E-83E2-28C567F7E9C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376792" y="2099434"/>
              <a:ext cx="180000" cy="144000"/>
            </a:xfrm>
            <a:custGeom>
              <a:avLst/>
              <a:gdLst>
                <a:gd name="T0" fmla="*/ 43 w 141"/>
                <a:gd name="T1" fmla="*/ 0 h 124"/>
                <a:gd name="T2" fmla="*/ 11 w 141"/>
                <a:gd name="T3" fmla="*/ 26 h 124"/>
                <a:gd name="T4" fmla="*/ 0 w 141"/>
                <a:gd name="T5" fmla="*/ 81 h 124"/>
                <a:gd name="T6" fmla="*/ 0 w 141"/>
                <a:gd name="T7" fmla="*/ 124 h 124"/>
                <a:gd name="T8" fmla="*/ 59 w 141"/>
                <a:gd name="T9" fmla="*/ 124 h 124"/>
                <a:gd name="T10" fmla="*/ 59 w 141"/>
                <a:gd name="T11" fmla="*/ 66 h 124"/>
                <a:gd name="T12" fmla="*/ 28 w 141"/>
                <a:gd name="T13" fmla="*/ 66 h 124"/>
                <a:gd name="T14" fmla="*/ 36 w 141"/>
                <a:gd name="T15" fmla="*/ 35 h 124"/>
                <a:gd name="T16" fmla="*/ 59 w 141"/>
                <a:gd name="T17" fmla="*/ 20 h 124"/>
                <a:gd name="T18" fmla="*/ 43 w 141"/>
                <a:gd name="T19" fmla="*/ 0 h 124"/>
                <a:gd name="T20" fmla="*/ 125 w 141"/>
                <a:gd name="T21" fmla="*/ 0 h 124"/>
                <a:gd name="T22" fmla="*/ 94 w 141"/>
                <a:gd name="T23" fmla="*/ 26 h 124"/>
                <a:gd name="T24" fmla="*/ 83 w 141"/>
                <a:gd name="T25" fmla="*/ 81 h 124"/>
                <a:gd name="T26" fmla="*/ 83 w 141"/>
                <a:gd name="T27" fmla="*/ 124 h 124"/>
                <a:gd name="T28" fmla="*/ 141 w 141"/>
                <a:gd name="T29" fmla="*/ 124 h 124"/>
                <a:gd name="T30" fmla="*/ 141 w 141"/>
                <a:gd name="T31" fmla="*/ 66 h 124"/>
                <a:gd name="T32" fmla="*/ 111 w 141"/>
                <a:gd name="T33" fmla="*/ 66 h 124"/>
                <a:gd name="T34" fmla="*/ 119 w 141"/>
                <a:gd name="T35" fmla="*/ 36 h 124"/>
                <a:gd name="T36" fmla="*/ 141 w 141"/>
                <a:gd name="T37" fmla="*/ 20 h 124"/>
                <a:gd name="T38" fmla="*/ 125 w 141"/>
                <a:gd name="T39" fmla="*/ 0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1" h="124">
                  <a:moveTo>
                    <a:pt x="43" y="0"/>
                  </a:moveTo>
                  <a:cubicBezTo>
                    <a:pt x="33" y="3"/>
                    <a:pt x="20" y="12"/>
                    <a:pt x="11" y="26"/>
                  </a:cubicBezTo>
                  <a:cubicBezTo>
                    <a:pt x="2" y="40"/>
                    <a:pt x="0" y="58"/>
                    <a:pt x="0" y="81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9" y="124"/>
                    <a:pt x="59" y="124"/>
                    <a:pt x="59" y="124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28" y="66"/>
                    <a:pt x="28" y="66"/>
                    <a:pt x="28" y="66"/>
                  </a:cubicBezTo>
                  <a:cubicBezTo>
                    <a:pt x="28" y="58"/>
                    <a:pt x="28" y="44"/>
                    <a:pt x="36" y="35"/>
                  </a:cubicBezTo>
                  <a:cubicBezTo>
                    <a:pt x="43" y="28"/>
                    <a:pt x="52" y="22"/>
                    <a:pt x="59" y="20"/>
                  </a:cubicBezTo>
                  <a:cubicBezTo>
                    <a:pt x="43" y="0"/>
                    <a:pt x="43" y="0"/>
                    <a:pt x="43" y="0"/>
                  </a:cubicBezTo>
                  <a:moveTo>
                    <a:pt x="125" y="0"/>
                  </a:moveTo>
                  <a:cubicBezTo>
                    <a:pt x="116" y="3"/>
                    <a:pt x="103" y="12"/>
                    <a:pt x="94" y="26"/>
                  </a:cubicBezTo>
                  <a:cubicBezTo>
                    <a:pt x="84" y="40"/>
                    <a:pt x="83" y="58"/>
                    <a:pt x="83" y="81"/>
                  </a:cubicBezTo>
                  <a:cubicBezTo>
                    <a:pt x="83" y="124"/>
                    <a:pt x="83" y="124"/>
                    <a:pt x="83" y="124"/>
                  </a:cubicBezTo>
                  <a:cubicBezTo>
                    <a:pt x="141" y="124"/>
                    <a:pt x="141" y="124"/>
                    <a:pt x="141" y="124"/>
                  </a:cubicBezTo>
                  <a:cubicBezTo>
                    <a:pt x="141" y="66"/>
                    <a:pt x="141" y="66"/>
                    <a:pt x="141" y="66"/>
                  </a:cubicBezTo>
                  <a:cubicBezTo>
                    <a:pt x="111" y="66"/>
                    <a:pt x="111" y="66"/>
                    <a:pt x="111" y="66"/>
                  </a:cubicBezTo>
                  <a:cubicBezTo>
                    <a:pt x="111" y="58"/>
                    <a:pt x="111" y="45"/>
                    <a:pt x="119" y="36"/>
                  </a:cubicBezTo>
                  <a:cubicBezTo>
                    <a:pt x="126" y="28"/>
                    <a:pt x="134" y="22"/>
                    <a:pt x="141" y="20"/>
                  </a:cubicBezTo>
                  <a:cubicBezTo>
                    <a:pt x="125" y="0"/>
                    <a:pt x="125" y="0"/>
                    <a:pt x="125" y="0"/>
                  </a:cubicBezTo>
                </a:path>
              </a:pathLst>
            </a:cu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txBody>
            <a:bodyPr/>
            <a:lstStyle/>
            <a:p>
              <a:pPr>
                <a:defRPr/>
              </a:pPr>
              <a:endParaRPr lang="ko-KR" altLang="en-US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1F497D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</a:endParaRPr>
            </a:p>
          </p:txBody>
        </p:sp>
        <p:sp>
          <p:nvSpPr>
            <p:cNvPr id="216" name="Freeform 34">
              <a:extLst>
                <a:ext uri="{FF2B5EF4-FFF2-40B4-BE49-F238E27FC236}">
                  <a16:creationId xmlns:a16="http://schemas.microsoft.com/office/drawing/2014/main" id="{FC656690-335D-4696-85B1-71B5548F028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 rot="10800000">
              <a:off x="5301208" y="2099434"/>
              <a:ext cx="180000" cy="144000"/>
            </a:xfrm>
            <a:custGeom>
              <a:avLst/>
              <a:gdLst>
                <a:gd name="T0" fmla="*/ 43 w 141"/>
                <a:gd name="T1" fmla="*/ 0 h 124"/>
                <a:gd name="T2" fmla="*/ 11 w 141"/>
                <a:gd name="T3" fmla="*/ 26 h 124"/>
                <a:gd name="T4" fmla="*/ 0 w 141"/>
                <a:gd name="T5" fmla="*/ 81 h 124"/>
                <a:gd name="T6" fmla="*/ 0 w 141"/>
                <a:gd name="T7" fmla="*/ 124 h 124"/>
                <a:gd name="T8" fmla="*/ 59 w 141"/>
                <a:gd name="T9" fmla="*/ 124 h 124"/>
                <a:gd name="T10" fmla="*/ 59 w 141"/>
                <a:gd name="T11" fmla="*/ 66 h 124"/>
                <a:gd name="T12" fmla="*/ 28 w 141"/>
                <a:gd name="T13" fmla="*/ 66 h 124"/>
                <a:gd name="T14" fmla="*/ 36 w 141"/>
                <a:gd name="T15" fmla="*/ 35 h 124"/>
                <a:gd name="T16" fmla="*/ 59 w 141"/>
                <a:gd name="T17" fmla="*/ 20 h 124"/>
                <a:gd name="T18" fmla="*/ 43 w 141"/>
                <a:gd name="T19" fmla="*/ 0 h 124"/>
                <a:gd name="T20" fmla="*/ 125 w 141"/>
                <a:gd name="T21" fmla="*/ 0 h 124"/>
                <a:gd name="T22" fmla="*/ 94 w 141"/>
                <a:gd name="T23" fmla="*/ 26 h 124"/>
                <a:gd name="T24" fmla="*/ 83 w 141"/>
                <a:gd name="T25" fmla="*/ 81 h 124"/>
                <a:gd name="T26" fmla="*/ 83 w 141"/>
                <a:gd name="T27" fmla="*/ 124 h 124"/>
                <a:gd name="T28" fmla="*/ 141 w 141"/>
                <a:gd name="T29" fmla="*/ 124 h 124"/>
                <a:gd name="T30" fmla="*/ 141 w 141"/>
                <a:gd name="T31" fmla="*/ 66 h 124"/>
                <a:gd name="T32" fmla="*/ 111 w 141"/>
                <a:gd name="T33" fmla="*/ 66 h 124"/>
                <a:gd name="T34" fmla="*/ 119 w 141"/>
                <a:gd name="T35" fmla="*/ 36 h 124"/>
                <a:gd name="T36" fmla="*/ 141 w 141"/>
                <a:gd name="T37" fmla="*/ 20 h 124"/>
                <a:gd name="T38" fmla="*/ 125 w 141"/>
                <a:gd name="T39" fmla="*/ 0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1" h="124">
                  <a:moveTo>
                    <a:pt x="43" y="0"/>
                  </a:moveTo>
                  <a:cubicBezTo>
                    <a:pt x="33" y="3"/>
                    <a:pt x="20" y="12"/>
                    <a:pt x="11" y="26"/>
                  </a:cubicBezTo>
                  <a:cubicBezTo>
                    <a:pt x="2" y="40"/>
                    <a:pt x="0" y="58"/>
                    <a:pt x="0" y="81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9" y="124"/>
                    <a:pt x="59" y="124"/>
                    <a:pt x="59" y="124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28" y="66"/>
                    <a:pt x="28" y="66"/>
                    <a:pt x="28" y="66"/>
                  </a:cubicBezTo>
                  <a:cubicBezTo>
                    <a:pt x="28" y="58"/>
                    <a:pt x="28" y="44"/>
                    <a:pt x="36" y="35"/>
                  </a:cubicBezTo>
                  <a:cubicBezTo>
                    <a:pt x="43" y="28"/>
                    <a:pt x="52" y="22"/>
                    <a:pt x="59" y="20"/>
                  </a:cubicBezTo>
                  <a:cubicBezTo>
                    <a:pt x="43" y="0"/>
                    <a:pt x="43" y="0"/>
                    <a:pt x="43" y="0"/>
                  </a:cubicBezTo>
                  <a:moveTo>
                    <a:pt x="125" y="0"/>
                  </a:moveTo>
                  <a:cubicBezTo>
                    <a:pt x="116" y="3"/>
                    <a:pt x="103" y="12"/>
                    <a:pt x="94" y="26"/>
                  </a:cubicBezTo>
                  <a:cubicBezTo>
                    <a:pt x="84" y="40"/>
                    <a:pt x="83" y="58"/>
                    <a:pt x="83" y="81"/>
                  </a:cubicBezTo>
                  <a:cubicBezTo>
                    <a:pt x="83" y="124"/>
                    <a:pt x="83" y="124"/>
                    <a:pt x="83" y="124"/>
                  </a:cubicBezTo>
                  <a:cubicBezTo>
                    <a:pt x="141" y="124"/>
                    <a:pt x="141" y="124"/>
                    <a:pt x="141" y="124"/>
                  </a:cubicBezTo>
                  <a:cubicBezTo>
                    <a:pt x="141" y="66"/>
                    <a:pt x="141" y="66"/>
                    <a:pt x="141" y="66"/>
                  </a:cubicBezTo>
                  <a:cubicBezTo>
                    <a:pt x="111" y="66"/>
                    <a:pt x="111" y="66"/>
                    <a:pt x="111" y="66"/>
                  </a:cubicBezTo>
                  <a:cubicBezTo>
                    <a:pt x="111" y="58"/>
                    <a:pt x="111" y="45"/>
                    <a:pt x="119" y="36"/>
                  </a:cubicBezTo>
                  <a:cubicBezTo>
                    <a:pt x="126" y="28"/>
                    <a:pt x="134" y="22"/>
                    <a:pt x="141" y="20"/>
                  </a:cubicBezTo>
                  <a:cubicBezTo>
                    <a:pt x="125" y="0"/>
                    <a:pt x="125" y="0"/>
                    <a:pt x="125" y="0"/>
                  </a:cubicBezTo>
                </a:path>
              </a:pathLst>
            </a:cu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txBody>
            <a:bodyPr/>
            <a:lstStyle/>
            <a:p>
              <a:pPr>
                <a:defRPr/>
              </a:pPr>
              <a:endParaRPr lang="ko-KR" altLang="en-US" sz="120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1F497D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</a:endParaRPr>
            </a:p>
          </p:txBody>
        </p:sp>
        <p:sp>
          <p:nvSpPr>
            <p:cNvPr id="217" name="사각형: 둥근 모서리 216">
              <a:extLst>
                <a:ext uri="{FF2B5EF4-FFF2-40B4-BE49-F238E27FC236}">
                  <a16:creationId xmlns:a16="http://schemas.microsoft.com/office/drawing/2014/main" id="{152F12DC-7661-497C-90F9-9768C0A60517}"/>
                </a:ext>
              </a:extLst>
            </p:cNvPr>
            <p:cNvSpPr/>
            <p:nvPr userDrawn="1"/>
          </p:nvSpPr>
          <p:spPr>
            <a:xfrm>
              <a:off x="1792637" y="2836695"/>
              <a:ext cx="3272727" cy="54000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3175">
              <a:noFill/>
            </a:ln>
            <a:effectLst>
              <a:outerShdw blurRad="101600" dist="38100" dir="5400000" algn="t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Pretendard" panose="02000503000000020004" pitchFamily="50" charset="-127"/>
                <a:ea typeface="Pretendard" panose="02000503000000020004" pitchFamily="50" charset="-127"/>
              </a:endParaRPr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F6DD217E-FF5E-4838-B4B4-6FA3AFC4ABB5}"/>
              </a:ext>
            </a:extLst>
          </p:cNvPr>
          <p:cNvGrpSpPr/>
          <p:nvPr/>
        </p:nvGrpSpPr>
        <p:grpSpPr>
          <a:xfrm>
            <a:off x="440561" y="7393152"/>
            <a:ext cx="5976611" cy="1988340"/>
            <a:chOff x="440561" y="7393152"/>
            <a:chExt cx="5976611" cy="1988340"/>
          </a:xfrm>
        </p:grpSpPr>
        <p:sp>
          <p:nvSpPr>
            <p:cNvPr id="223" name="직사각형 222">
              <a:extLst>
                <a:ext uri="{FF2B5EF4-FFF2-40B4-BE49-F238E27FC236}">
                  <a16:creationId xmlns:a16="http://schemas.microsoft.com/office/drawing/2014/main" id="{379FD0C6-210E-464D-897E-D8D1ABFA499B}"/>
                </a:ext>
              </a:extLst>
            </p:cNvPr>
            <p:cNvSpPr/>
            <p:nvPr/>
          </p:nvSpPr>
          <p:spPr bwMode="auto">
            <a:xfrm>
              <a:off x="440668" y="8301492"/>
              <a:ext cx="5976000" cy="1080000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3175" algn="ctr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-180939" algn="ctr" defTabSz="93565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</a:endParaRPr>
            </a:p>
          </p:txBody>
        </p:sp>
        <p:sp>
          <p:nvSpPr>
            <p:cNvPr id="224" name="직사각형 223">
              <a:extLst>
                <a:ext uri="{FF2B5EF4-FFF2-40B4-BE49-F238E27FC236}">
                  <a16:creationId xmlns:a16="http://schemas.microsoft.com/office/drawing/2014/main" id="{709F9A53-995D-404E-99EC-9482F06B9E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4561" y="8553372"/>
              <a:ext cx="1332000" cy="647870"/>
            </a:xfrm>
            <a:prstGeom prst="rect">
              <a:avLst/>
            </a:prstGeom>
            <a:noFill/>
            <a:ln w="9525" algn="ctr">
              <a:noFill/>
              <a:round/>
              <a:headEnd/>
              <a:tailEnd/>
            </a:ln>
          </p:spPr>
          <p:txBody>
            <a:bodyPr wrap="square" lIns="0" tIns="0" rIns="0" bIns="0">
              <a:spAutoFit/>
            </a:bodyPr>
            <a:lstStyle/>
            <a:p>
              <a:pPr marL="90000" lvl="2" indent="-90000" defTabSz="914400" fontAlgn="base">
                <a:lnSpc>
                  <a:spcPct val="110000"/>
                </a:lnSpc>
                <a:spcBef>
                  <a:spcPct val="0"/>
                </a:spcBef>
                <a:spcAft>
                  <a:spcPts val="3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  <a:buFont typeface="Arial" pitchFamily="34" charset="0"/>
                <a:buChar char="•"/>
                <a:defRPr/>
              </a:pPr>
              <a:r>
                <a:rPr kumimoji="1"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직접 </a:t>
              </a:r>
              <a:r>
                <a:rPr kumimoji="1" lang="en-US" altLang="ko-KR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SQL </a:t>
              </a:r>
              <a:r>
                <a:rPr kumimoji="1"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수행 시 실행계획 및 응답시간 측정</a:t>
              </a:r>
            </a:p>
            <a:p>
              <a:pPr marL="90000" lvl="2" indent="-90000" defTabSz="914400" fontAlgn="base">
                <a:lnSpc>
                  <a:spcPct val="110000"/>
                </a:lnSpc>
                <a:spcBef>
                  <a:spcPct val="0"/>
                </a:spcBef>
                <a:spcAft>
                  <a:spcPts val="3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  <a:buFont typeface="Arial" pitchFamily="34" charset="0"/>
                <a:buChar char="•"/>
                <a:defRPr/>
              </a:pPr>
              <a:r>
                <a:rPr kumimoji="1"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인덱스 누락 또는 </a:t>
              </a:r>
              <a:r>
                <a:rPr kumimoji="1" lang="en-US" altLang="ko-KR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Full table scan </a:t>
              </a:r>
              <a:r>
                <a:rPr kumimoji="1"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유무 등 확인</a:t>
              </a:r>
            </a:p>
          </p:txBody>
        </p:sp>
        <p:sp>
          <p:nvSpPr>
            <p:cNvPr id="225" name="직사각형 224">
              <a:extLst>
                <a:ext uri="{FF2B5EF4-FFF2-40B4-BE49-F238E27FC236}">
                  <a16:creationId xmlns:a16="http://schemas.microsoft.com/office/drawing/2014/main" id="{E3513FB2-688A-4823-B536-56C02BB0D5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6707" y="8553372"/>
              <a:ext cx="1332000" cy="679738"/>
            </a:xfrm>
            <a:prstGeom prst="rect">
              <a:avLst/>
            </a:prstGeom>
            <a:noFill/>
            <a:ln w="9525" algn="ctr">
              <a:noFill/>
              <a:round/>
              <a:headEnd/>
              <a:tailEnd/>
            </a:ln>
          </p:spPr>
          <p:txBody>
            <a:bodyPr wrap="square" lIns="0" tIns="0" rIns="0" bIns="0">
              <a:spAutoFit/>
            </a:bodyPr>
            <a:lstStyle/>
            <a:p>
              <a:pPr marL="90000" lvl="2" indent="-90000" defTabSz="914400" fontAlgn="base">
                <a:lnSpc>
                  <a:spcPct val="110000"/>
                </a:lnSpc>
                <a:spcBef>
                  <a:spcPct val="0"/>
                </a:spcBef>
                <a:spcAft>
                  <a:spcPts val="3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  <a:buFont typeface="Arial" pitchFamily="34" charset="0"/>
                <a:buChar char="•"/>
                <a:defRPr/>
              </a:pPr>
              <a:r>
                <a:rPr kumimoji="1"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각종 공간</a:t>
              </a:r>
              <a:r>
                <a:rPr kumimoji="1" lang="en-US" altLang="ko-KR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DB Parameter </a:t>
              </a:r>
              <a:r>
                <a:rPr kumimoji="1"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값 조정</a:t>
              </a:r>
            </a:p>
            <a:p>
              <a:pPr marL="90000" lvl="2" indent="-90000" defTabSz="914400" fontAlgn="base">
                <a:lnSpc>
                  <a:spcPct val="110000"/>
                </a:lnSpc>
                <a:spcBef>
                  <a:spcPct val="0"/>
                </a:spcBef>
                <a:spcAft>
                  <a:spcPts val="3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  <a:buFont typeface="Arial" pitchFamily="34" charset="0"/>
                <a:buChar char="•"/>
                <a:defRPr/>
              </a:pPr>
              <a:r>
                <a:rPr kumimoji="1" lang="en-US" altLang="ko-KR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SGA </a:t>
              </a:r>
              <a:r>
                <a:rPr kumimoji="1"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등 </a:t>
              </a:r>
              <a:r>
                <a:rPr kumimoji="1" lang="en-US" altLang="ko-KR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Memory </a:t>
              </a:r>
              <a:r>
                <a:rPr kumimoji="1"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튜닝</a:t>
              </a:r>
            </a:p>
            <a:p>
              <a:pPr marL="90000" lvl="2" indent="-90000" defTabSz="914400" fontAlgn="base">
                <a:lnSpc>
                  <a:spcPct val="110000"/>
                </a:lnSpc>
                <a:spcBef>
                  <a:spcPct val="0"/>
                </a:spcBef>
                <a:spcAft>
                  <a:spcPts val="3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  <a:buFont typeface="Arial" pitchFamily="34" charset="0"/>
                <a:buChar char="•"/>
                <a:defRPr/>
              </a:pPr>
              <a:r>
                <a:rPr kumimoji="1" lang="en-US" altLang="ko-KR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Datafile </a:t>
              </a:r>
              <a:r>
                <a:rPr kumimoji="1"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분리 및 </a:t>
              </a:r>
              <a:r>
                <a:rPr kumimoji="1" lang="en-US" altLang="ko-KR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I/O </a:t>
              </a:r>
              <a:r>
                <a:rPr kumimoji="1"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분리</a:t>
              </a:r>
            </a:p>
          </p:txBody>
        </p:sp>
        <p:sp>
          <p:nvSpPr>
            <p:cNvPr id="226" name="직사각형 225">
              <a:extLst>
                <a:ext uri="{FF2B5EF4-FFF2-40B4-BE49-F238E27FC236}">
                  <a16:creationId xmlns:a16="http://schemas.microsoft.com/office/drawing/2014/main" id="{7AC76082-167B-4859-BF50-9B244CA9E4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18940" y="8553372"/>
              <a:ext cx="1332000" cy="679738"/>
            </a:xfrm>
            <a:prstGeom prst="rect">
              <a:avLst/>
            </a:prstGeom>
            <a:noFill/>
            <a:ln w="9525" algn="ctr">
              <a:noFill/>
              <a:round/>
              <a:headEnd/>
              <a:tailEnd/>
            </a:ln>
          </p:spPr>
          <p:txBody>
            <a:bodyPr wrap="square" lIns="0" tIns="0" rIns="0" bIns="0">
              <a:spAutoFit/>
            </a:bodyPr>
            <a:lstStyle/>
            <a:p>
              <a:pPr marL="90000" lvl="2" indent="-90000" defTabSz="914400" fontAlgn="base">
                <a:lnSpc>
                  <a:spcPct val="110000"/>
                </a:lnSpc>
                <a:spcBef>
                  <a:spcPct val="0"/>
                </a:spcBef>
                <a:spcAft>
                  <a:spcPts val="3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  <a:buFont typeface="Arial" pitchFamily="34" charset="0"/>
                <a:buChar char="•"/>
                <a:defRPr/>
              </a:pPr>
              <a:r>
                <a:rPr kumimoji="1" lang="en-US" altLang="ko-KR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WEB </a:t>
              </a:r>
              <a:r>
                <a:rPr kumimoji="1"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및 </a:t>
              </a:r>
              <a:r>
                <a:rPr kumimoji="1" lang="en-US" altLang="ko-KR" sz="9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Datasource</a:t>
              </a:r>
              <a:r>
                <a:rPr kumimoji="1" lang="en-US" altLang="ko-KR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 </a:t>
              </a:r>
              <a:r>
                <a:rPr kumimoji="1"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쓰레드 수 조정</a:t>
              </a:r>
            </a:p>
            <a:p>
              <a:pPr marL="90000" lvl="2" indent="-90000" defTabSz="914400" fontAlgn="base">
                <a:lnSpc>
                  <a:spcPct val="110000"/>
                </a:lnSpc>
                <a:spcBef>
                  <a:spcPct val="0"/>
                </a:spcBef>
                <a:spcAft>
                  <a:spcPts val="3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  <a:buFont typeface="Arial" pitchFamily="34" charset="0"/>
                <a:buChar char="•"/>
                <a:defRPr/>
              </a:pPr>
              <a:r>
                <a:rPr kumimoji="1" lang="en-US" altLang="ko-KR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WAS </a:t>
              </a:r>
              <a:r>
                <a:rPr kumimoji="1"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인스턴스 수 조정</a:t>
              </a:r>
            </a:p>
            <a:p>
              <a:pPr marL="90000" lvl="2" indent="-90000" defTabSz="914400" fontAlgn="base">
                <a:lnSpc>
                  <a:spcPct val="110000"/>
                </a:lnSpc>
                <a:spcBef>
                  <a:spcPct val="0"/>
                </a:spcBef>
                <a:spcAft>
                  <a:spcPts val="3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  <a:buFont typeface="Arial" pitchFamily="34" charset="0"/>
                <a:buChar char="•"/>
                <a:defRPr/>
              </a:pPr>
              <a:r>
                <a:rPr kumimoji="1" lang="en-US" altLang="ko-KR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Heap Memory Size </a:t>
              </a:r>
              <a:r>
                <a:rPr kumimoji="1"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조정</a:t>
              </a:r>
            </a:p>
          </p:txBody>
        </p:sp>
        <p:sp>
          <p:nvSpPr>
            <p:cNvPr id="227" name="Rectangle 9" descr="체크 무늬">
              <a:extLst>
                <a:ext uri="{FF2B5EF4-FFF2-40B4-BE49-F238E27FC236}">
                  <a16:creationId xmlns:a16="http://schemas.microsoft.com/office/drawing/2014/main" id="{33AEEAD2-67B2-4FE1-A4F7-A0AC7B5FC8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561" y="8166301"/>
              <a:ext cx="1440000" cy="288000"/>
            </a:xfrm>
            <a:prstGeom prst="roundRect">
              <a:avLst>
                <a:gd name="adj" fmla="val 0"/>
              </a:avLst>
            </a:prstGeom>
            <a:solidFill>
              <a:srgbClr val="8497B0"/>
            </a:solidFill>
            <a:ln>
              <a:noFill/>
            </a:ln>
            <a:effectLst/>
          </p:spPr>
          <p:txBody>
            <a:bodyPr wrap="none" tIns="54000" bIns="36000" anchor="ctr" anchorCtr="1"/>
            <a:lstStyle/>
            <a:p>
              <a:pPr marL="0" lvl="1" defTabSz="914400" fontAlgn="base" latinLnBrk="1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ko-KR" sz="1000" kern="0">
                  <a:solidFill>
                    <a:srgbClr val="FFFFFF"/>
                  </a:solidFill>
                  <a:latin typeface="+mn-ea"/>
                </a:rPr>
                <a:t>SQL Tuning</a:t>
              </a:r>
              <a:endParaRPr kumimoji="1" lang="ko-KR" altLang="en-US" sz="1000" kern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229" name="Rectangle 9" descr="체크 무늬">
              <a:extLst>
                <a:ext uri="{FF2B5EF4-FFF2-40B4-BE49-F238E27FC236}">
                  <a16:creationId xmlns:a16="http://schemas.microsoft.com/office/drawing/2014/main" id="{33AEEAD2-67B2-4FE1-A4F7-A0AC7B5FC8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52707" y="8166301"/>
              <a:ext cx="1440000" cy="288000"/>
            </a:xfrm>
            <a:prstGeom prst="roundRect">
              <a:avLst>
                <a:gd name="adj" fmla="val 0"/>
              </a:avLst>
            </a:prstGeom>
            <a:solidFill>
              <a:srgbClr val="8497B0"/>
            </a:solidFill>
            <a:ln>
              <a:noFill/>
            </a:ln>
            <a:effectLst/>
          </p:spPr>
          <p:txBody>
            <a:bodyPr wrap="none" tIns="54000" bIns="36000" anchor="ctr" anchorCtr="1"/>
            <a:lstStyle/>
            <a:p>
              <a:pPr marL="0" lvl="1" defTabSz="914400" fontAlgn="base" latinLnBrk="1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1000" kern="0">
                  <a:solidFill>
                    <a:srgbClr val="FFFFFF"/>
                  </a:solidFill>
                  <a:latin typeface="+mn-ea"/>
                </a:rPr>
                <a:t>데이터베이스 </a:t>
              </a:r>
              <a:r>
                <a:rPr kumimoji="1" lang="en-US" altLang="ko-KR" sz="1000" kern="0">
                  <a:solidFill>
                    <a:srgbClr val="FFFFFF"/>
                  </a:solidFill>
                  <a:latin typeface="+mn-ea"/>
                </a:rPr>
                <a:t>Tuning</a:t>
              </a:r>
              <a:endParaRPr kumimoji="1" lang="ko-KR" altLang="en-US" sz="1000" kern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230" name="Rectangle 9" descr="체크 무늬">
              <a:extLst>
                <a:ext uri="{FF2B5EF4-FFF2-40B4-BE49-F238E27FC236}">
                  <a16:creationId xmlns:a16="http://schemas.microsoft.com/office/drawing/2014/main" id="{33AEEAD2-67B2-4FE1-A4F7-A0AC7B5FC8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64940" y="8166301"/>
              <a:ext cx="1440000" cy="288000"/>
            </a:xfrm>
            <a:prstGeom prst="roundRect">
              <a:avLst>
                <a:gd name="adj" fmla="val 0"/>
              </a:avLst>
            </a:prstGeom>
            <a:solidFill>
              <a:srgbClr val="8497B0"/>
            </a:solidFill>
            <a:ln>
              <a:noFill/>
            </a:ln>
            <a:effectLst/>
          </p:spPr>
          <p:txBody>
            <a:bodyPr wrap="none" tIns="54000" bIns="36000" anchor="ctr" anchorCtr="1"/>
            <a:lstStyle/>
            <a:p>
              <a:pPr marL="0" lvl="1" defTabSz="914400" fontAlgn="base" latinLnBrk="1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ko-KR" sz="1000" kern="0">
                  <a:solidFill>
                    <a:srgbClr val="FFFFFF"/>
                  </a:solidFill>
                  <a:latin typeface="+mn-ea"/>
                </a:rPr>
                <a:t>Performance Tuning</a:t>
              </a:r>
              <a:endParaRPr kumimoji="1" lang="ko-KR" altLang="en-US" sz="1000" kern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251" name="직사각형 250">
              <a:extLst>
                <a:ext uri="{FF2B5EF4-FFF2-40B4-BE49-F238E27FC236}">
                  <a16:creationId xmlns:a16="http://schemas.microsoft.com/office/drawing/2014/main" id="{7AC76082-167B-4859-BF50-9B244CA9E4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1172" y="8564173"/>
              <a:ext cx="1332000" cy="647870"/>
            </a:xfrm>
            <a:prstGeom prst="rect">
              <a:avLst/>
            </a:prstGeom>
            <a:noFill/>
            <a:ln w="9525" algn="ctr">
              <a:noFill/>
              <a:round/>
              <a:headEnd/>
              <a:tailEnd/>
            </a:ln>
          </p:spPr>
          <p:txBody>
            <a:bodyPr wrap="square" lIns="0" tIns="0" rIns="0" bIns="0">
              <a:spAutoFit/>
            </a:bodyPr>
            <a:lstStyle/>
            <a:p>
              <a:pPr marL="90000" lvl="2" indent="-90000" defTabSz="914400" fontAlgn="base">
                <a:lnSpc>
                  <a:spcPct val="110000"/>
                </a:lnSpc>
                <a:spcBef>
                  <a:spcPct val="0"/>
                </a:spcBef>
                <a:spcAft>
                  <a:spcPts val="3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  <a:buFont typeface="Arial" pitchFamily="34" charset="0"/>
                <a:buChar char="•"/>
                <a:defRPr/>
              </a:pPr>
              <a:r>
                <a:rPr kumimoji="1"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조회조건을 구체화 하여 데이터를 최소화</a:t>
              </a:r>
            </a:p>
            <a:p>
              <a:pPr marL="90000" lvl="2" indent="-90000" defTabSz="914400" fontAlgn="base">
                <a:lnSpc>
                  <a:spcPct val="110000"/>
                </a:lnSpc>
                <a:spcBef>
                  <a:spcPct val="0"/>
                </a:spcBef>
                <a:spcAft>
                  <a:spcPts val="3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  <a:buFont typeface="Arial" pitchFamily="34" charset="0"/>
                <a:buChar char="•"/>
                <a:defRPr/>
              </a:pPr>
              <a:r>
                <a:rPr kumimoji="1" lang="ko-KR" altLang="en-US" sz="9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페이징</a:t>
              </a:r>
              <a:r>
                <a:rPr kumimoji="1"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 처리로 어플리케이션 부하 축소</a:t>
              </a:r>
            </a:p>
          </p:txBody>
        </p:sp>
        <p:sp>
          <p:nvSpPr>
            <p:cNvPr id="252" name="Rectangle 9" descr="체크 무늬">
              <a:extLst>
                <a:ext uri="{FF2B5EF4-FFF2-40B4-BE49-F238E27FC236}">
                  <a16:creationId xmlns:a16="http://schemas.microsoft.com/office/drawing/2014/main" id="{33AEEAD2-67B2-4FE1-A4F7-A0AC7B5FC8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77172" y="8157328"/>
              <a:ext cx="1440000" cy="288000"/>
            </a:xfrm>
            <a:prstGeom prst="roundRect">
              <a:avLst>
                <a:gd name="adj" fmla="val 0"/>
              </a:avLst>
            </a:prstGeom>
            <a:solidFill>
              <a:srgbClr val="8497B0"/>
            </a:solidFill>
            <a:ln>
              <a:noFill/>
            </a:ln>
            <a:effectLst/>
          </p:spPr>
          <p:txBody>
            <a:bodyPr wrap="none" tIns="54000" bIns="36000" anchor="ctr" anchorCtr="1"/>
            <a:lstStyle/>
            <a:p>
              <a:pPr marL="0" lvl="1" defTabSz="914400" fontAlgn="base" latinLnBrk="1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1000" kern="0" err="1">
                  <a:solidFill>
                    <a:srgbClr val="FFFFFF"/>
                  </a:solidFill>
                  <a:latin typeface="+mn-ea"/>
                </a:rPr>
                <a:t>조회조건</a:t>
              </a:r>
              <a:r>
                <a:rPr kumimoji="1" lang="ko-KR" altLang="en-US" sz="1000" kern="0">
                  <a:solidFill>
                    <a:srgbClr val="FFFFFF"/>
                  </a:solidFill>
                  <a:latin typeface="+mn-ea"/>
                </a:rPr>
                <a:t> 구체화</a:t>
              </a:r>
            </a:p>
          </p:txBody>
        </p:sp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E0C22405-865A-4B54-A646-B8679D66EBDB}"/>
                </a:ext>
              </a:extLst>
            </p:cNvPr>
            <p:cNvGrpSpPr/>
            <p:nvPr/>
          </p:nvGrpSpPr>
          <p:grpSpPr>
            <a:xfrm>
              <a:off x="1916832" y="8481392"/>
              <a:ext cx="3024336" cy="900000"/>
              <a:chOff x="1916832" y="8265368"/>
              <a:chExt cx="3024336" cy="1080638"/>
            </a:xfrm>
          </p:grpSpPr>
          <p:cxnSp>
            <p:nvCxnSpPr>
              <p:cNvPr id="228" name="직선 연결선 227"/>
              <p:cNvCxnSpPr/>
              <p:nvPr/>
            </p:nvCxnSpPr>
            <p:spPr>
              <a:xfrm>
                <a:off x="1916832" y="8266006"/>
                <a:ext cx="0" cy="1080000"/>
              </a:xfrm>
              <a:prstGeom prst="line">
                <a:avLst/>
              </a:prstGeom>
              <a:ln w="6350">
                <a:solidFill>
                  <a:schemeClr val="bg1">
                    <a:lumMod val="85000"/>
                  </a:schemeClr>
                </a:solidFill>
                <a:prstDash val="soli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1" name="직선 연결선 230"/>
              <p:cNvCxnSpPr/>
              <p:nvPr/>
            </p:nvCxnSpPr>
            <p:spPr>
              <a:xfrm>
                <a:off x="3429000" y="8266006"/>
                <a:ext cx="0" cy="1080000"/>
              </a:xfrm>
              <a:prstGeom prst="line">
                <a:avLst/>
              </a:prstGeom>
              <a:ln w="6350">
                <a:solidFill>
                  <a:schemeClr val="bg1">
                    <a:lumMod val="85000"/>
                  </a:schemeClr>
                </a:solidFill>
                <a:prstDash val="soli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3" name="직선 연결선 252"/>
              <p:cNvCxnSpPr/>
              <p:nvPr/>
            </p:nvCxnSpPr>
            <p:spPr>
              <a:xfrm>
                <a:off x="4941168" y="8265368"/>
                <a:ext cx="0" cy="1080000"/>
              </a:xfrm>
              <a:prstGeom prst="line">
                <a:avLst/>
              </a:prstGeom>
              <a:ln w="6350">
                <a:solidFill>
                  <a:schemeClr val="bg1">
                    <a:lumMod val="85000"/>
                  </a:schemeClr>
                </a:solidFill>
                <a:prstDash val="soli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21" name="그룹 320">
              <a:extLst>
                <a:ext uri="{FF2B5EF4-FFF2-40B4-BE49-F238E27FC236}">
                  <a16:creationId xmlns:a16="http://schemas.microsoft.com/office/drawing/2014/main" id="{869CD244-5246-4FAB-B5BE-6A47F53725FB}"/>
                </a:ext>
              </a:extLst>
            </p:cNvPr>
            <p:cNvGrpSpPr/>
            <p:nvPr/>
          </p:nvGrpSpPr>
          <p:grpSpPr>
            <a:xfrm>
              <a:off x="1160561" y="7802680"/>
              <a:ext cx="4536611" cy="363622"/>
              <a:chOff x="1160561" y="7978349"/>
              <a:chExt cx="4536611" cy="363622"/>
            </a:xfrm>
          </p:grpSpPr>
          <p:sp>
            <p:nvSpPr>
              <p:cNvPr id="322" name="직사각형 321">
                <a:extLst>
                  <a:ext uri="{FF2B5EF4-FFF2-40B4-BE49-F238E27FC236}">
                    <a16:creationId xmlns:a16="http://schemas.microsoft.com/office/drawing/2014/main" id="{43530771-DAF9-45C2-8EEF-F9A0219465BB}"/>
                  </a:ext>
                </a:extLst>
              </p:cNvPr>
              <p:cNvSpPr/>
              <p:nvPr/>
            </p:nvSpPr>
            <p:spPr>
              <a:xfrm>
                <a:off x="2623132" y="7978349"/>
                <a:ext cx="1611738" cy="221599"/>
              </a:xfrm>
              <a:prstGeom prst="rect">
                <a:avLst/>
              </a:prstGeom>
            </p:spPr>
            <p:txBody>
              <a:bodyPr wrap="none" lIns="324000" tIns="0" rIns="72000" bIns="0">
                <a:spAutoFit/>
              </a:bodyPr>
              <a:lstStyle/>
              <a:p>
                <a:pPr algn="ctr">
                  <a:lnSpc>
                    <a:spcPct val="120000"/>
                  </a:lnSpc>
                  <a:spcBef>
                    <a:spcPct val="40000"/>
                  </a:spcBef>
                </a:pPr>
                <a:r>
                  <a:rPr lang="ko-KR" altLang="en-US" sz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  <a:ea typeface="+mj-ea"/>
                  </a:rPr>
                  <a:t>성능 향상 활동 수행</a:t>
                </a:r>
              </a:p>
            </p:txBody>
          </p:sp>
          <p:cxnSp>
            <p:nvCxnSpPr>
              <p:cNvPr id="323" name="꺾인 연결선 140">
                <a:extLst>
                  <a:ext uri="{FF2B5EF4-FFF2-40B4-BE49-F238E27FC236}">
                    <a16:creationId xmlns:a16="http://schemas.microsoft.com/office/drawing/2014/main" id="{46EF51A6-AC4F-49EA-BA85-040EA451BB8C}"/>
                  </a:ext>
                </a:extLst>
              </p:cNvPr>
              <p:cNvCxnSpPr>
                <a:stCxn id="227" idx="0"/>
                <a:endCxn id="322" idx="1"/>
              </p:cNvCxnSpPr>
              <p:nvPr/>
            </p:nvCxnSpPr>
            <p:spPr>
              <a:xfrm rot="5400000" flipH="1" flipV="1">
                <a:off x="1765436" y="7484275"/>
                <a:ext cx="252821" cy="1462571"/>
              </a:xfrm>
              <a:prstGeom prst="bentConnector2">
                <a:avLst/>
              </a:prstGeom>
              <a:ln w="12700">
                <a:solidFill>
                  <a:srgbClr val="778AA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4" name="꺾인 연결선 141">
                <a:extLst>
                  <a:ext uri="{FF2B5EF4-FFF2-40B4-BE49-F238E27FC236}">
                    <a16:creationId xmlns:a16="http://schemas.microsoft.com/office/drawing/2014/main" id="{F0111D31-D8E3-41A6-BD30-69CF9C5476F3}"/>
                  </a:ext>
                </a:extLst>
              </p:cNvPr>
              <p:cNvCxnSpPr>
                <a:stCxn id="252" idx="0"/>
                <a:endCxn id="322" idx="3"/>
              </p:cNvCxnSpPr>
              <p:nvPr/>
            </p:nvCxnSpPr>
            <p:spPr>
              <a:xfrm rot="16200000" flipV="1">
                <a:off x="4844097" y="7479922"/>
                <a:ext cx="243848" cy="1462302"/>
              </a:xfrm>
              <a:prstGeom prst="bentConnector2">
                <a:avLst/>
              </a:prstGeom>
              <a:ln w="12700">
                <a:solidFill>
                  <a:srgbClr val="778AA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325" name="Picture 5" descr="C:\Users\강세환\Desktop\새 폴더 (3)\ar4.png">
              <a:extLst>
                <a:ext uri="{FF2B5EF4-FFF2-40B4-BE49-F238E27FC236}">
                  <a16:creationId xmlns:a16="http://schemas.microsoft.com/office/drawing/2014/main" id="{2B54C4E9-0C79-4CB4-BE69-5C9A4D117E2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grayscl/>
            </a:blip>
            <a:stretch>
              <a:fillRect/>
            </a:stretch>
          </p:blipFill>
          <p:spPr bwMode="auto">
            <a:xfrm rot="10800000" flipV="1">
              <a:off x="3191186" y="7393152"/>
              <a:ext cx="475628" cy="36690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30" name="그룹 329">
              <a:extLst>
                <a:ext uri="{FF2B5EF4-FFF2-40B4-BE49-F238E27FC236}">
                  <a16:creationId xmlns:a16="http://schemas.microsoft.com/office/drawing/2014/main" id="{3F591E98-F8F1-4269-B6C1-18FDBA20107E}"/>
                </a:ext>
              </a:extLst>
            </p:cNvPr>
            <p:cNvGrpSpPr/>
            <p:nvPr/>
          </p:nvGrpSpPr>
          <p:grpSpPr>
            <a:xfrm>
              <a:off x="2660010" y="7810232"/>
              <a:ext cx="228930" cy="213643"/>
              <a:chOff x="1623826" y="5550676"/>
              <a:chExt cx="228930" cy="213643"/>
            </a:xfrm>
          </p:grpSpPr>
          <p:sp>
            <p:nvSpPr>
              <p:cNvPr id="331" name="Freeform 1091">
                <a:extLst>
                  <a:ext uri="{FF2B5EF4-FFF2-40B4-BE49-F238E27FC236}">
                    <a16:creationId xmlns:a16="http://schemas.microsoft.com/office/drawing/2014/main" id="{3DBB9CB1-6FA2-4D97-8B67-88422BEF9196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1623826" y="5550676"/>
                <a:ext cx="222932" cy="213643"/>
              </a:xfrm>
              <a:custGeom>
                <a:avLst/>
                <a:gdLst>
                  <a:gd name="T0" fmla="*/ 290 w 313"/>
                  <a:gd name="T1" fmla="*/ 104 h 311"/>
                  <a:gd name="T2" fmla="*/ 227 w 313"/>
                  <a:gd name="T3" fmla="*/ 278 h 311"/>
                  <a:gd name="T4" fmla="*/ 48 w 313"/>
                  <a:gd name="T5" fmla="*/ 243 h 311"/>
                  <a:gd name="T6" fmla="*/ 59 w 313"/>
                  <a:gd name="T7" fmla="*/ 54 h 311"/>
                  <a:gd name="T8" fmla="*/ 245 w 313"/>
                  <a:gd name="T9" fmla="*/ 43 h 311"/>
                  <a:gd name="T10" fmla="*/ 242 w 313"/>
                  <a:gd name="T11" fmla="*/ 46 h 311"/>
                  <a:gd name="T12" fmla="*/ 224 w 313"/>
                  <a:gd name="T13" fmla="*/ 61 h 311"/>
                  <a:gd name="T14" fmla="*/ 217 w 313"/>
                  <a:gd name="T15" fmla="*/ 61 h 311"/>
                  <a:gd name="T16" fmla="*/ 144 w 313"/>
                  <a:gd name="T17" fmla="*/ 45 h 311"/>
                  <a:gd name="T18" fmla="*/ 53 w 313"/>
                  <a:gd name="T19" fmla="*/ 119 h 311"/>
                  <a:gd name="T20" fmla="*/ 81 w 313"/>
                  <a:gd name="T21" fmla="*/ 234 h 311"/>
                  <a:gd name="T22" fmla="*/ 190 w 313"/>
                  <a:gd name="T23" fmla="*/ 260 h 311"/>
                  <a:gd name="T24" fmla="*/ 265 w 313"/>
                  <a:gd name="T25" fmla="*/ 182 h 311"/>
                  <a:gd name="T26" fmla="*/ 267 w 313"/>
                  <a:gd name="T27" fmla="*/ 137 h 311"/>
                  <a:gd name="T28" fmla="*/ 269 w 313"/>
                  <a:gd name="T29" fmla="*/ 131 h 311"/>
                  <a:gd name="T30" fmla="*/ 290 w 313"/>
                  <a:gd name="T31" fmla="*/ 104 h 3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13" h="311">
                    <a:moveTo>
                      <a:pt x="290" y="104"/>
                    </a:moveTo>
                    <a:cubicBezTo>
                      <a:pt x="313" y="163"/>
                      <a:pt x="294" y="240"/>
                      <a:pt x="227" y="278"/>
                    </a:cubicBezTo>
                    <a:cubicBezTo>
                      <a:pt x="167" y="311"/>
                      <a:pt x="92" y="298"/>
                      <a:pt x="48" y="243"/>
                    </a:cubicBezTo>
                    <a:cubicBezTo>
                      <a:pt x="0" y="184"/>
                      <a:pt x="8" y="103"/>
                      <a:pt x="59" y="54"/>
                    </a:cubicBezTo>
                    <a:cubicBezTo>
                      <a:pt x="113" y="0"/>
                      <a:pt x="194" y="2"/>
                      <a:pt x="245" y="43"/>
                    </a:cubicBezTo>
                    <a:cubicBezTo>
                      <a:pt x="244" y="44"/>
                      <a:pt x="243" y="45"/>
                      <a:pt x="242" y="46"/>
                    </a:cubicBezTo>
                    <a:cubicBezTo>
                      <a:pt x="236" y="51"/>
                      <a:pt x="230" y="56"/>
                      <a:pt x="224" y="61"/>
                    </a:cubicBezTo>
                    <a:cubicBezTo>
                      <a:pt x="221" y="63"/>
                      <a:pt x="220" y="63"/>
                      <a:pt x="217" y="61"/>
                    </a:cubicBezTo>
                    <a:cubicBezTo>
                      <a:pt x="195" y="47"/>
                      <a:pt x="170" y="41"/>
                      <a:pt x="144" y="45"/>
                    </a:cubicBezTo>
                    <a:cubicBezTo>
                      <a:pt x="99" y="51"/>
                      <a:pt x="68" y="76"/>
                      <a:pt x="53" y="119"/>
                    </a:cubicBezTo>
                    <a:cubicBezTo>
                      <a:pt x="38" y="162"/>
                      <a:pt x="48" y="202"/>
                      <a:pt x="81" y="234"/>
                    </a:cubicBezTo>
                    <a:cubicBezTo>
                      <a:pt x="112" y="264"/>
                      <a:pt x="149" y="272"/>
                      <a:pt x="190" y="260"/>
                    </a:cubicBezTo>
                    <a:cubicBezTo>
                      <a:pt x="229" y="249"/>
                      <a:pt x="254" y="221"/>
                      <a:pt x="265" y="182"/>
                    </a:cubicBezTo>
                    <a:cubicBezTo>
                      <a:pt x="269" y="167"/>
                      <a:pt x="269" y="152"/>
                      <a:pt x="267" y="137"/>
                    </a:cubicBezTo>
                    <a:cubicBezTo>
                      <a:pt x="267" y="135"/>
                      <a:pt x="268" y="132"/>
                      <a:pt x="269" y="131"/>
                    </a:cubicBezTo>
                    <a:cubicBezTo>
                      <a:pt x="275" y="122"/>
                      <a:pt x="282" y="113"/>
                      <a:pt x="290" y="104"/>
                    </a:cubicBezTo>
                    <a:close/>
                  </a:path>
                </a:pathLst>
              </a:custGeom>
              <a:solidFill>
                <a:srgbClr val="FFC000">
                  <a:alpha val="38000"/>
                </a:srgbClr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en-US" dirty="0">
                  <a:solidFill>
                    <a:prstClr val="black"/>
                  </a:solidFill>
                  <a:latin typeface="나눔명조" panose="02020603020101020101" pitchFamily="18" charset="-127"/>
                  <a:ea typeface="나눔명조" panose="02020603020101020101" pitchFamily="18" charset="-127"/>
                </a:endParaRPr>
              </a:p>
            </p:txBody>
          </p:sp>
          <p:sp>
            <p:nvSpPr>
              <p:cNvPr id="332" name="Freeform 1092">
                <a:extLst>
                  <a:ext uri="{FF2B5EF4-FFF2-40B4-BE49-F238E27FC236}">
                    <a16:creationId xmlns:a16="http://schemas.microsoft.com/office/drawing/2014/main" id="{F71DDC7E-7A8B-44A9-933A-05C001B5332B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1678809" y="5567036"/>
                <a:ext cx="173947" cy="145315"/>
              </a:xfrm>
              <a:custGeom>
                <a:avLst/>
                <a:gdLst>
                  <a:gd name="T0" fmla="*/ 0 w 245"/>
                  <a:gd name="T1" fmla="*/ 106 h 211"/>
                  <a:gd name="T2" fmla="*/ 20 w 245"/>
                  <a:gd name="T3" fmla="*/ 88 h 211"/>
                  <a:gd name="T4" fmla="*/ 24 w 245"/>
                  <a:gd name="T5" fmla="*/ 88 h 211"/>
                  <a:gd name="T6" fmla="*/ 83 w 245"/>
                  <a:gd name="T7" fmla="*/ 123 h 211"/>
                  <a:gd name="T8" fmla="*/ 89 w 245"/>
                  <a:gd name="T9" fmla="*/ 128 h 211"/>
                  <a:gd name="T10" fmla="*/ 239 w 245"/>
                  <a:gd name="T11" fmla="*/ 0 h 211"/>
                  <a:gd name="T12" fmla="*/ 244 w 245"/>
                  <a:gd name="T13" fmla="*/ 13 h 211"/>
                  <a:gd name="T14" fmla="*/ 243 w 245"/>
                  <a:gd name="T15" fmla="*/ 17 h 211"/>
                  <a:gd name="T16" fmla="*/ 200 w 245"/>
                  <a:gd name="T17" fmla="*/ 60 h 211"/>
                  <a:gd name="T18" fmla="*/ 133 w 245"/>
                  <a:gd name="T19" fmla="*/ 153 h 211"/>
                  <a:gd name="T20" fmla="*/ 99 w 245"/>
                  <a:gd name="T21" fmla="*/ 211 h 211"/>
                  <a:gd name="T22" fmla="*/ 0 w 245"/>
                  <a:gd name="T23" fmla="*/ 106 h 2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45" h="211">
                    <a:moveTo>
                      <a:pt x="0" y="106"/>
                    </a:moveTo>
                    <a:cubicBezTo>
                      <a:pt x="7" y="100"/>
                      <a:pt x="13" y="94"/>
                      <a:pt x="20" y="88"/>
                    </a:cubicBezTo>
                    <a:cubicBezTo>
                      <a:pt x="21" y="88"/>
                      <a:pt x="23" y="88"/>
                      <a:pt x="24" y="88"/>
                    </a:cubicBezTo>
                    <a:cubicBezTo>
                      <a:pt x="45" y="98"/>
                      <a:pt x="65" y="110"/>
                      <a:pt x="83" y="123"/>
                    </a:cubicBezTo>
                    <a:cubicBezTo>
                      <a:pt x="85" y="125"/>
                      <a:pt x="87" y="126"/>
                      <a:pt x="89" y="128"/>
                    </a:cubicBezTo>
                    <a:cubicBezTo>
                      <a:pt x="132" y="77"/>
                      <a:pt x="181" y="33"/>
                      <a:pt x="239" y="0"/>
                    </a:cubicBezTo>
                    <a:cubicBezTo>
                      <a:pt x="240" y="4"/>
                      <a:pt x="243" y="9"/>
                      <a:pt x="244" y="13"/>
                    </a:cubicBezTo>
                    <a:cubicBezTo>
                      <a:pt x="245" y="14"/>
                      <a:pt x="244" y="16"/>
                      <a:pt x="243" y="17"/>
                    </a:cubicBezTo>
                    <a:cubicBezTo>
                      <a:pt x="228" y="32"/>
                      <a:pt x="214" y="45"/>
                      <a:pt x="200" y="60"/>
                    </a:cubicBezTo>
                    <a:cubicBezTo>
                      <a:pt x="174" y="89"/>
                      <a:pt x="153" y="120"/>
                      <a:pt x="133" y="153"/>
                    </a:cubicBezTo>
                    <a:cubicBezTo>
                      <a:pt x="122" y="172"/>
                      <a:pt x="110" y="191"/>
                      <a:pt x="99" y="211"/>
                    </a:cubicBezTo>
                    <a:cubicBezTo>
                      <a:pt x="68" y="174"/>
                      <a:pt x="36" y="139"/>
                      <a:pt x="0" y="106"/>
                    </a:cubicBezTo>
                    <a:close/>
                  </a:path>
                </a:pathLst>
              </a:custGeom>
              <a:solidFill>
                <a:srgbClr val="FFC000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en-US" dirty="0">
                  <a:solidFill>
                    <a:prstClr val="black"/>
                  </a:solidFill>
                  <a:latin typeface="나눔명조" panose="02020603020101020101" pitchFamily="18" charset="-127"/>
                  <a:ea typeface="나눔명조" panose="02020603020101020101" pitchFamily="18" charset="-127"/>
                </a:endParaRPr>
              </a:p>
            </p:txBody>
          </p:sp>
        </p:grpSp>
      </p:grpSp>
      <p:grpSp>
        <p:nvGrpSpPr>
          <p:cNvPr id="333" name="그룹 332">
            <a:extLst>
              <a:ext uri="{FF2B5EF4-FFF2-40B4-BE49-F238E27FC236}">
                <a16:creationId xmlns:a16="http://schemas.microsoft.com/office/drawing/2014/main" id="{669AFE42-C94D-41DD-B0D1-859BDE03A4AA}"/>
              </a:ext>
            </a:extLst>
          </p:cNvPr>
          <p:cNvGrpSpPr/>
          <p:nvPr/>
        </p:nvGrpSpPr>
        <p:grpSpPr>
          <a:xfrm>
            <a:off x="440668" y="5673080"/>
            <a:ext cx="1363147" cy="169277"/>
            <a:chOff x="440667" y="2866470"/>
            <a:chExt cx="1363147" cy="169277"/>
          </a:xfrm>
        </p:grpSpPr>
        <p:sp>
          <p:nvSpPr>
            <p:cNvPr id="334" name="Text Box 247">
              <a:extLst>
                <a:ext uri="{FF2B5EF4-FFF2-40B4-BE49-F238E27FC236}">
                  <a16:creationId xmlns:a16="http://schemas.microsoft.com/office/drawing/2014/main" id="{A1ADE8F6-47F2-42FB-8B38-B62E21B09B9E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440668" y="2866470"/>
              <a:ext cx="1363146" cy="169277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lIns="126000" tIns="0" rIns="0" bIns="0" anchor="ctr">
              <a:spAutoFit/>
            </a:bodyPr>
            <a:lstStyle>
              <a:defPPr>
                <a:defRPr lang="en-US"/>
              </a:defPPr>
              <a:lvl1pPr marR="0" lvl="0" indent="0" defTabSz="914400" fontAlgn="base" latinLnBrk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 kumimoji="1" sz="1100" b="0" i="0" u="none" strike="noStrike" kern="0" cap="none" spc="0" normalizeH="0" baseline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ea"/>
                  <a:ea typeface="+mj-ea"/>
                </a:defRPr>
              </a:lvl1pPr>
            </a:lstStyle>
            <a:p>
              <a:pPr lvl="0">
                <a:defRPr/>
              </a:pPr>
              <a:r>
                <a:rPr lang="ko-KR" altLang="en-US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성능 테스트 수행 항목</a:t>
              </a:r>
            </a:p>
          </p:txBody>
        </p:sp>
        <p:sp>
          <p:nvSpPr>
            <p:cNvPr id="335" name="사각형: 둥근 모서리 334">
              <a:extLst>
                <a:ext uri="{FF2B5EF4-FFF2-40B4-BE49-F238E27FC236}">
                  <a16:creationId xmlns:a16="http://schemas.microsoft.com/office/drawing/2014/main" id="{DFBDE43F-64AE-437D-B9D3-DD141AB0A26B}"/>
                </a:ext>
              </a:extLst>
            </p:cNvPr>
            <p:cNvSpPr/>
            <p:nvPr/>
          </p:nvSpPr>
          <p:spPr>
            <a:xfrm>
              <a:off x="440667" y="2874971"/>
              <a:ext cx="54000" cy="129600"/>
            </a:xfrm>
            <a:prstGeom prst="roundRect">
              <a:avLst/>
            </a:prstGeom>
            <a:solidFill>
              <a:srgbClr val="0070C0"/>
            </a:solidFill>
          </p:spPr>
          <p:txBody>
            <a:bodyPr wrap="none" lIns="36000" tIns="18000" rIns="36000" bIns="18000">
              <a:noAutofit/>
            </a:bodyPr>
            <a:lstStyle/>
            <a:p>
              <a:pPr defTabSz="914400" fontAlgn="base">
                <a:spcBef>
                  <a:spcPct val="0"/>
                </a:spcBef>
                <a:spcAft>
                  <a:spcPts val="2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</a:pPr>
              <a:endParaRPr lang="ko-KR" altLang="en-US" sz="1100">
                <a:solidFill>
                  <a:schemeClr val="bg1"/>
                </a:solidFill>
                <a:latin typeface="+mn-ea"/>
              </a:endParaRPr>
            </a:p>
          </p:txBody>
        </p:sp>
      </p:grpSp>
      <p:grpSp>
        <p:nvGrpSpPr>
          <p:cNvPr id="336" name="그룹 335">
            <a:extLst>
              <a:ext uri="{FF2B5EF4-FFF2-40B4-BE49-F238E27FC236}">
                <a16:creationId xmlns:a16="http://schemas.microsoft.com/office/drawing/2014/main" id="{12D0CDBD-4E68-43EA-9F3C-8096B7AC0D75}"/>
              </a:ext>
            </a:extLst>
          </p:cNvPr>
          <p:cNvGrpSpPr/>
          <p:nvPr/>
        </p:nvGrpSpPr>
        <p:grpSpPr>
          <a:xfrm>
            <a:off x="440668" y="3944888"/>
            <a:ext cx="1074607" cy="169277"/>
            <a:chOff x="440667" y="2866470"/>
            <a:chExt cx="1074607" cy="169277"/>
          </a:xfrm>
        </p:grpSpPr>
        <p:sp>
          <p:nvSpPr>
            <p:cNvPr id="337" name="Text Box 247">
              <a:extLst>
                <a:ext uri="{FF2B5EF4-FFF2-40B4-BE49-F238E27FC236}">
                  <a16:creationId xmlns:a16="http://schemas.microsoft.com/office/drawing/2014/main" id="{92CA5224-6401-4122-AA15-E93C077EFCD4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440668" y="2866470"/>
              <a:ext cx="1074606" cy="169277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lIns="126000" tIns="0" rIns="0" bIns="0" anchor="ctr">
              <a:spAutoFit/>
            </a:bodyPr>
            <a:lstStyle>
              <a:defPPr>
                <a:defRPr lang="en-US"/>
              </a:defPPr>
              <a:lvl1pPr marR="0" lvl="0" indent="0" defTabSz="914400" fontAlgn="base" latinLnBrk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 kumimoji="1" sz="1100" b="0" i="0" u="none" strike="noStrike" kern="0" cap="none" spc="0" normalizeH="0" baseline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ea"/>
                  <a:ea typeface="+mj-ea"/>
                </a:defRPr>
              </a:lvl1pPr>
            </a:lstStyle>
            <a:p>
              <a:pPr lvl="0">
                <a:defRPr/>
              </a:pPr>
              <a:r>
                <a:rPr lang="ko-KR" altLang="en-US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성능 테스트 절차</a:t>
              </a:r>
            </a:p>
          </p:txBody>
        </p:sp>
        <p:sp>
          <p:nvSpPr>
            <p:cNvPr id="338" name="사각형: 둥근 모서리 337">
              <a:extLst>
                <a:ext uri="{FF2B5EF4-FFF2-40B4-BE49-F238E27FC236}">
                  <a16:creationId xmlns:a16="http://schemas.microsoft.com/office/drawing/2014/main" id="{5BA195A6-CF40-4868-A243-10DBAB4EFE93}"/>
                </a:ext>
              </a:extLst>
            </p:cNvPr>
            <p:cNvSpPr/>
            <p:nvPr/>
          </p:nvSpPr>
          <p:spPr>
            <a:xfrm>
              <a:off x="440667" y="2874971"/>
              <a:ext cx="54000" cy="129600"/>
            </a:xfrm>
            <a:prstGeom prst="roundRect">
              <a:avLst/>
            </a:prstGeom>
            <a:solidFill>
              <a:srgbClr val="0070C0"/>
            </a:solidFill>
          </p:spPr>
          <p:txBody>
            <a:bodyPr wrap="none" lIns="36000" tIns="18000" rIns="36000" bIns="18000">
              <a:noAutofit/>
            </a:bodyPr>
            <a:lstStyle/>
            <a:p>
              <a:pPr defTabSz="914400" fontAlgn="base">
                <a:spcBef>
                  <a:spcPct val="0"/>
                </a:spcBef>
                <a:spcAft>
                  <a:spcPts val="2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</a:pPr>
              <a:endParaRPr lang="ko-KR" altLang="en-US" sz="1100">
                <a:solidFill>
                  <a:schemeClr val="bg1"/>
                </a:solidFill>
                <a:latin typeface="+mn-ea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4410C1D7-D64A-8E17-A990-82B1C123167C}"/>
              </a:ext>
            </a:extLst>
          </p:cNvPr>
          <p:cNvSpPr txBox="1"/>
          <p:nvPr/>
        </p:nvSpPr>
        <p:spPr>
          <a:xfrm>
            <a:off x="1667082" y="503378"/>
            <a:ext cx="1341714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defTabSz="987095"/>
            <a:r>
              <a:rPr lang="en-US" altLang="ko-KR" sz="800" spc="-54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Ⅳ  </a:t>
            </a:r>
            <a:r>
              <a:rPr lang="ko-KR" altLang="en-US" sz="800" spc="-54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프로젝트 관리  </a:t>
            </a:r>
            <a:r>
              <a:rPr lang="en-US" altLang="ko-KR" sz="800" spc="-54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&gt;  1. </a:t>
            </a:r>
            <a:r>
              <a:rPr lang="ko-KR" altLang="en-US" sz="800" spc="-54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성능 요구사항</a:t>
            </a:r>
          </a:p>
        </p:txBody>
      </p:sp>
    </p:spTree>
    <p:extLst>
      <p:ext uri="{BB962C8B-B14F-4D97-AF65-F5344CB8AC3E}">
        <p14:creationId xmlns:p14="http://schemas.microsoft.com/office/powerpoint/2010/main" val="136341488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제목 89"/>
          <p:cNvSpPr>
            <a:spLocks noGrp="1"/>
          </p:cNvSpPr>
          <p:nvPr>
            <p:ph type="title"/>
          </p:nvPr>
        </p:nvSpPr>
        <p:spPr>
          <a:xfrm>
            <a:off x="512676" y="1064568"/>
            <a:ext cx="2558443" cy="199285"/>
          </a:xfrm>
          <a:prstGeom prst="rect">
            <a:avLst/>
          </a:prstGeom>
          <a:noFill/>
        </p:spPr>
        <p:txBody>
          <a:bodyPr wrap="none" lIns="108000" tIns="0" rIns="0" bIns="0" anchor="ctr">
            <a:spAutoFit/>
          </a:bodyPr>
          <a:lstStyle/>
          <a:p>
            <a:r>
              <a:rPr lang="en-US" altLang="ko-KR" sz="1400" dirty="0">
                <a:latin typeface="+mj-lt"/>
                <a:cs typeface="+mj-cs"/>
              </a:rPr>
              <a:t>1.2 </a:t>
            </a:r>
            <a:r>
              <a:rPr lang="ko-KR" altLang="en-US" sz="1400" dirty="0">
                <a:latin typeface="+mj-lt"/>
                <a:cs typeface="+mj-cs"/>
              </a:rPr>
              <a:t>성능 테스트 설계 및 진단 방안</a:t>
            </a:r>
          </a:p>
        </p:txBody>
      </p:sp>
      <p:graphicFrame>
        <p:nvGraphicFramePr>
          <p:cNvPr id="112" name="Group 243">
            <a:extLst>
              <a:ext uri="{FF2B5EF4-FFF2-40B4-BE49-F238E27FC236}">
                <a16:creationId xmlns:a16="http://schemas.microsoft.com/office/drawing/2014/main" id="{C4C2230D-4585-460C-9FA7-C04ABF2F03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8576390"/>
              </p:ext>
            </p:extLst>
          </p:nvPr>
        </p:nvGraphicFramePr>
        <p:xfrm>
          <a:off x="439662" y="6526555"/>
          <a:ext cx="5976001" cy="2854937"/>
        </p:xfrm>
        <a:graphic>
          <a:graphicData uri="http://schemas.openxmlformats.org/drawingml/2006/table">
            <a:tbl>
              <a:tblPr/>
              <a:tblGrid>
                <a:gridCol w="751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61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88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400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223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ts val="11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ko-KR" altLang="en-US" sz="1100" b="0" kern="1200" spc="-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구분</a:t>
                      </a:r>
                    </a:p>
                  </a:txBody>
                  <a:tcPr marL="72000" marR="72000" marT="36000" marB="360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ts val="11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ko-KR" altLang="en-US" sz="1100" b="0" kern="1200" spc="-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대상</a:t>
                      </a:r>
                    </a:p>
                  </a:txBody>
                  <a:tcPr marL="72000" marR="72000" marT="36000" marB="3600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ts val="11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ko-KR" altLang="en-US" sz="1100" b="0" kern="1200" spc="-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측정 범위</a:t>
                      </a:r>
                    </a:p>
                  </a:txBody>
                  <a:tcPr marL="72000" marR="72000" marT="36000" marB="3600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ts val="11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ko-KR" altLang="en-US" sz="1100" b="0" kern="1200" spc="-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측정 방법</a:t>
                      </a:r>
                    </a:p>
                  </a:txBody>
                  <a:tcPr marL="72000" marR="72000" marT="36000" marB="3600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7592">
                <a:tc rowSpan="2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ts val="11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ko-KR" altLang="en-US" sz="1000" b="0" kern="1200" spc="-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통합 성능</a:t>
                      </a:r>
                      <a:endParaRPr kumimoji="0" lang="en-US" altLang="ko-KR" sz="1000" b="0" kern="1200" spc="-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  <a:p>
                      <a:pPr marL="0" marR="0" lvl="0" indent="0" algn="ctr" defTabSz="914400" rtl="0" eaLnBrk="0" fontAlgn="base" latinLnBrk="1" hangingPunct="0">
                        <a:lnSpc>
                          <a:spcPts val="11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ko-KR" altLang="en-US" sz="1000" b="0" kern="1200" spc="-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테스트</a:t>
                      </a:r>
                    </a:p>
                  </a:txBody>
                  <a:tcPr marL="72000" marR="72000" marT="36000" marB="360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ts val="11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온라인 성능</a:t>
                      </a:r>
                    </a:p>
                  </a:txBody>
                  <a:tcPr marL="72000" marR="72000" marT="36000" marB="3600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90000" marR="0" lvl="2" indent="-9000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Pct val="90000"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9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적정 부하에 따른 성능 요구사항 만족여부</a:t>
                      </a:r>
                    </a:p>
                    <a:p>
                      <a:pPr marL="90000" marR="0" lvl="2" indent="-9000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Pct val="90000"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9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시스템 서비스 부하측정</a:t>
                      </a:r>
                      <a:endParaRPr kumimoji="1" lang="en-US" altLang="ko-KR" sz="900" kern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90000" marR="0" lvl="2" indent="-9000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Pct val="90000"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9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대용량 단위 문서 업무처리 측정</a:t>
                      </a:r>
                    </a:p>
                  </a:txBody>
                  <a:tcPr marL="72000" marR="72000" marT="36000" marB="3600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0000" marR="0" lvl="2" indent="-9000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Pct val="90000"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9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복합업무에 대해 성능요구사항을 기준으로 요구 동시사용자 만큼의 부하 테스트</a:t>
                      </a:r>
                      <a:endParaRPr kumimoji="1" lang="en-US" altLang="ko-KR" sz="900" kern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90000" marR="0" lvl="2" indent="-9000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Pct val="90000"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9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대용량 단위 문서 처리에 대한 요구사항을 기준으로 도입 솔루션을 활용한 기준시간 내 작업 수행 성능 테스트</a:t>
                      </a:r>
                    </a:p>
                  </a:txBody>
                  <a:tcPr marL="72000" marR="72000" marT="36000" marB="3600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361">
                <a:tc vMerge="1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ts val="11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Rix고딕 B" pitchFamily="18" charset="-127"/>
                        <a:ea typeface="Rix고딕 B" pitchFamily="18" charset="-127"/>
                        <a:cs typeface="+mn-cs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ts val="11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후처리 성능</a:t>
                      </a:r>
                    </a:p>
                  </a:txBody>
                  <a:tcPr marL="72000" marR="72000" marT="36000" marB="3600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90000" marR="0" lvl="2" indent="-9000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Pct val="90000"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9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목표 작업 개수를 목표 시간 내 처리 여부</a:t>
                      </a:r>
                    </a:p>
                  </a:txBody>
                  <a:tcPr marL="72000" marR="72000" marT="36000" marB="3600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0000" marR="0" lvl="2" indent="-9000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Pct val="90000"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9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후처리 요구사항을 기준으로 후처리 작업 동시 수행 </a:t>
                      </a:r>
                    </a:p>
                  </a:txBody>
                  <a:tcPr marL="72000" marR="72000" marT="36000" marB="3600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361">
                <a:tc rowSpan="2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ts val="11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ko-KR" altLang="en-US" sz="1000" b="0" kern="1200" spc="-5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배치 성능</a:t>
                      </a:r>
                      <a:endParaRPr kumimoji="0" lang="en-US" altLang="ko-KR" sz="1000" b="0" kern="1200" spc="-5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  <a:p>
                      <a:pPr marL="0" marR="0" lvl="0" indent="0" algn="ctr" defTabSz="914400" rtl="0" eaLnBrk="0" fontAlgn="base" latinLnBrk="1" hangingPunct="0">
                        <a:lnSpc>
                          <a:spcPts val="11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ko-KR" altLang="en-US" sz="1000" b="0" kern="1200" spc="-5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테스트</a:t>
                      </a:r>
                    </a:p>
                  </a:txBody>
                  <a:tcPr marL="72000" marR="72000" marT="36000" marB="360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ts val="11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배치 성능</a:t>
                      </a:r>
                    </a:p>
                  </a:txBody>
                  <a:tcPr marL="72000" marR="72000" marT="36000" marB="3600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90000" marR="0" lvl="2" indent="-9000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Pct val="90000"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9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목표 작업을 목표 시간 내 처리 여부</a:t>
                      </a:r>
                    </a:p>
                  </a:txBody>
                  <a:tcPr marL="72000" marR="72000" marT="36000" marB="3600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0000" marR="0" lvl="2" indent="-9000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Pct val="90000"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9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배치 처리 요구사항을 기준으로 배치 작업  수행</a:t>
                      </a:r>
                    </a:p>
                  </a:txBody>
                  <a:tcPr marL="72000" marR="72000" marT="36000" marB="3600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36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ts val="11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데이터 복제</a:t>
                      </a:r>
                      <a:br>
                        <a:rPr kumimoji="0" lang="en-US" altLang="ko-KR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</a:br>
                      <a:r>
                        <a:rPr kumimoji="0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성능</a:t>
                      </a:r>
                    </a:p>
                  </a:txBody>
                  <a:tcPr marL="72000" marR="72000" marT="36000" marB="3600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90000" marR="0" lvl="2" indent="-9000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Pct val="90000"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9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목표시간 내 복제 수행 여부</a:t>
                      </a:r>
                    </a:p>
                  </a:txBody>
                  <a:tcPr marL="72000" marR="72000" marT="36000" marB="3600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0000" marR="0" lvl="2" indent="-9000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Pct val="90000"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9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대용량 배치 수행 후 복제 수행 시간 및 정합성 검증 </a:t>
                      </a:r>
                    </a:p>
                  </a:txBody>
                  <a:tcPr marL="72000" marR="72000" marT="36000" marB="3600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203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ts val="11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ko-KR" altLang="en-US" sz="1000" b="0" kern="1200" spc="-5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장애</a:t>
                      </a:r>
                      <a:r>
                        <a:rPr kumimoji="0" lang="en-US" altLang="ko-KR" sz="1000" b="0" kern="1200" spc="-5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/</a:t>
                      </a:r>
                      <a:r>
                        <a:rPr kumimoji="0" lang="ko-KR" altLang="en-US" sz="1000" b="0" kern="1200" spc="-5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복구</a:t>
                      </a:r>
                      <a:br>
                        <a:rPr kumimoji="0" lang="ko-KR" altLang="en-US" sz="1000" b="0" kern="1200" spc="-5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</a:br>
                      <a:r>
                        <a:rPr kumimoji="0" lang="ko-KR" altLang="en-US" sz="1000" b="0" kern="1200" spc="-5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테스트</a:t>
                      </a:r>
                    </a:p>
                  </a:txBody>
                  <a:tcPr marL="72000" marR="72000" marT="36000" marB="360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ts val="11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장애유형</a:t>
                      </a:r>
                    </a:p>
                  </a:txBody>
                  <a:tcPr marL="72000" marR="72000" marT="36000" marB="3600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90000" marR="0" lvl="2" indent="-9000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Pct val="90000"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9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S/W </a:t>
                      </a:r>
                      <a:r>
                        <a:rPr kumimoji="1" lang="ko-KR" altLang="en-US" sz="9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및</a:t>
                      </a:r>
                      <a:r>
                        <a:rPr kumimoji="1" lang="en-US" altLang="ko-KR" sz="9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ko-KR" altLang="en-US" sz="9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기능상의 오류</a:t>
                      </a:r>
                      <a:r>
                        <a:rPr kumimoji="1" lang="en-US" altLang="ko-KR" sz="9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9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비정상 종료</a:t>
                      </a:r>
                      <a:r>
                        <a:rPr kumimoji="1" lang="en-US" altLang="ko-KR" sz="9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9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트랜잭션 오류</a:t>
                      </a:r>
                      <a:r>
                        <a:rPr kumimoji="1" lang="en-US" altLang="ko-KR" sz="9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ko-KR" altLang="en-US" sz="9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등 장애 유형별 성공적 복구 여부</a:t>
                      </a:r>
                    </a:p>
                  </a:txBody>
                  <a:tcPr marL="72000" marR="72000" marT="36000" marB="3600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0000" marR="0" lvl="2" indent="-9000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Pct val="90000"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9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장애 유형별 복구 수행 </a:t>
                      </a:r>
                    </a:p>
                  </a:txBody>
                  <a:tcPr marL="72000" marR="72000" marT="36000" marB="3600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102" name="그룹 101">
            <a:extLst>
              <a:ext uri="{FF2B5EF4-FFF2-40B4-BE49-F238E27FC236}">
                <a16:creationId xmlns:a16="http://schemas.microsoft.com/office/drawing/2014/main" id="{6A66F537-CC90-4443-9D1A-19DECC643BD3}"/>
              </a:ext>
            </a:extLst>
          </p:cNvPr>
          <p:cNvGrpSpPr/>
          <p:nvPr/>
        </p:nvGrpSpPr>
        <p:grpSpPr>
          <a:xfrm>
            <a:off x="440668" y="1064568"/>
            <a:ext cx="66431" cy="180000"/>
            <a:chOff x="447632" y="1870808"/>
            <a:chExt cx="66431" cy="247087"/>
          </a:xfrm>
        </p:grpSpPr>
        <p:sp>
          <p:nvSpPr>
            <p:cNvPr id="103" name="직사각형 102">
              <a:extLst>
                <a:ext uri="{FF2B5EF4-FFF2-40B4-BE49-F238E27FC236}">
                  <a16:creationId xmlns:a16="http://schemas.microsoft.com/office/drawing/2014/main" id="{8262EF2B-A260-4D80-AFDA-2B5B0F8FAB83}"/>
                </a:ext>
              </a:extLst>
            </p:cNvPr>
            <p:cNvSpPr/>
            <p:nvPr/>
          </p:nvSpPr>
          <p:spPr>
            <a:xfrm>
              <a:off x="447632" y="1990162"/>
              <a:ext cx="66431" cy="12773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/>
            </a:bodyPr>
            <a:lstStyle/>
            <a:p>
              <a:pPr algn="ctr"/>
              <a:endParaRPr lang="ko-KR" altLang="en-US">
                <a:ln>
                  <a:solidFill>
                    <a:srgbClr val="02A1B2">
                      <a:alpha val="0"/>
                    </a:srgbClr>
                  </a:solidFill>
                </a:ln>
              </a:endParaRPr>
            </a:p>
          </p:txBody>
        </p:sp>
        <p:sp>
          <p:nvSpPr>
            <p:cNvPr id="104" name="직사각형 103">
              <a:extLst>
                <a:ext uri="{FF2B5EF4-FFF2-40B4-BE49-F238E27FC236}">
                  <a16:creationId xmlns:a16="http://schemas.microsoft.com/office/drawing/2014/main" id="{6CACF6A0-F9F7-4D13-8A8E-205F844212FB}"/>
                </a:ext>
              </a:extLst>
            </p:cNvPr>
            <p:cNvSpPr/>
            <p:nvPr/>
          </p:nvSpPr>
          <p:spPr>
            <a:xfrm>
              <a:off x="447632" y="1870808"/>
              <a:ext cx="66431" cy="127733"/>
            </a:xfrm>
            <a:prstGeom prst="rect">
              <a:avLst/>
            </a:prstGeom>
            <a:solidFill>
              <a:srgbClr val="B71B6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/>
            </a:bodyPr>
            <a:lstStyle/>
            <a:p>
              <a:pPr algn="ctr"/>
              <a:endParaRPr lang="ko-KR" altLang="en-US">
                <a:ln>
                  <a:solidFill>
                    <a:srgbClr val="02A1B2">
                      <a:alpha val="0"/>
                    </a:srgbClr>
                  </a:solidFill>
                </a:ln>
              </a:endParaRPr>
            </a:p>
          </p:txBody>
        </p:sp>
      </p:grp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092E4392-73D9-4129-A256-EA709730D899}"/>
              </a:ext>
            </a:extLst>
          </p:cNvPr>
          <p:cNvSpPr/>
          <p:nvPr/>
        </p:nvSpPr>
        <p:spPr>
          <a:xfrm>
            <a:off x="5206867" y="1065770"/>
            <a:ext cx="1209800" cy="17763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36000" rIns="72000" bIns="18000" rtlCol="0" anchor="ctr">
            <a:spAutoFit/>
          </a:bodyPr>
          <a:lstStyle/>
          <a:p>
            <a:pPr algn="r"/>
            <a:r>
              <a: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요구사항 번호</a:t>
            </a:r>
            <a:r>
              <a:rPr lang="en-US" altLang="ko-KR" sz="8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: </a:t>
            </a:r>
            <a:r>
              <a:rPr lang="en-US" altLang="ko-KR" sz="800">
                <a:solidFill>
                  <a:srgbClr val="0070C0"/>
                </a:solidFill>
                <a:latin typeface="+mj-ea"/>
                <a:ea typeface="+mj-ea"/>
              </a:rPr>
              <a:t>ABC-001</a:t>
            </a:r>
            <a:endParaRPr lang="ko-KR" altLang="en-US" sz="800" dirty="0">
              <a:solidFill>
                <a:srgbClr val="0070C0"/>
              </a:solidFill>
              <a:latin typeface="+mj-ea"/>
              <a:ea typeface="+mj-ea"/>
            </a:endParaRPr>
          </a:p>
        </p:txBody>
      </p:sp>
      <p:sp>
        <p:nvSpPr>
          <p:cNvPr id="106" name="AutoShape 165">
            <a:extLst>
              <a:ext uri="{FF2B5EF4-FFF2-40B4-BE49-F238E27FC236}">
                <a16:creationId xmlns:a16="http://schemas.microsoft.com/office/drawing/2014/main" id="{0865F88A-7FB1-4716-A6FF-FB245ECD58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668" y="1568624"/>
            <a:ext cx="5976000" cy="647237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3175" algn="ctr">
            <a:solidFill>
              <a:schemeClr val="bg1">
                <a:lumMod val="95000"/>
              </a:schemeClr>
            </a:solidFill>
            <a:round/>
            <a:headEnd/>
            <a:tailEnd/>
          </a:ln>
          <a:effectLst/>
        </p:spPr>
        <p:txBody>
          <a:bodyPr wrap="square" lIns="144000" tIns="36000" rIns="72000" bIns="36000" anchor="ctr"/>
          <a:lstStyle/>
          <a:p>
            <a:pPr marL="85725" lvl="0" indent="-85725" defTabSz="914400" fontAlgn="ctr">
              <a:lnSpc>
                <a:spcPct val="110000"/>
              </a:lnSpc>
              <a:spcAft>
                <a:spcPts val="300"/>
              </a:spcAft>
              <a:buFont typeface="Arial" pitchFamily="34" charset="0"/>
              <a:buChar char="•"/>
              <a:defRPr/>
            </a:pPr>
            <a:r>
              <a:rPr kumimoji="1" lang="ko-KR" altLang="en-US" sz="1000" kern="0">
                <a:solidFill>
                  <a:prstClr val="black">
                    <a:lumMod val="75000"/>
                    <a:lumOff val="25000"/>
                  </a:prstClr>
                </a:solidFill>
              </a:rPr>
              <a:t>요구 규격 성능 측정 </a:t>
            </a:r>
            <a:r>
              <a:rPr kumimoji="1" lang="en-US" altLang="ko-KR" sz="1000" kern="0">
                <a:solidFill>
                  <a:prstClr val="black">
                    <a:lumMod val="75000"/>
                    <a:lumOff val="25000"/>
                  </a:prstClr>
                </a:solidFill>
              </a:rPr>
              <a:t>, </a:t>
            </a:r>
            <a:r>
              <a:rPr kumimoji="1" lang="ko-KR" altLang="en-US" sz="1000" kern="0">
                <a:solidFill>
                  <a:prstClr val="black">
                    <a:lumMod val="75000"/>
                    <a:lumOff val="25000"/>
                  </a:prstClr>
                </a:solidFill>
              </a:rPr>
              <a:t>성능 용량 적합성 확인</a:t>
            </a:r>
            <a:r>
              <a:rPr kumimoji="1" lang="en-US" altLang="ko-KR" sz="1000" kern="0">
                <a:solidFill>
                  <a:prstClr val="black">
                    <a:lumMod val="75000"/>
                    <a:lumOff val="25000"/>
                  </a:prstClr>
                </a:solidFill>
              </a:rPr>
              <a:t>, </a:t>
            </a:r>
            <a:r>
              <a:rPr kumimoji="1" lang="ko-KR" altLang="en-US" sz="1000" kern="0">
                <a:solidFill>
                  <a:prstClr val="black">
                    <a:lumMod val="75000"/>
                    <a:lumOff val="25000"/>
                  </a:prstClr>
                </a:solidFill>
              </a:rPr>
              <a:t>문제점 검출</a:t>
            </a:r>
            <a:r>
              <a:rPr kumimoji="1" lang="en-US" altLang="ko-KR" sz="1000" kern="0">
                <a:solidFill>
                  <a:prstClr val="black">
                    <a:lumMod val="75000"/>
                    <a:lumOff val="25000"/>
                  </a:prstClr>
                </a:solidFill>
              </a:rPr>
              <a:t>, </a:t>
            </a:r>
            <a:r>
              <a:rPr kumimoji="1" lang="ko-KR" altLang="en-US" sz="1000" kern="0">
                <a:solidFill>
                  <a:prstClr val="black">
                    <a:lumMod val="75000"/>
                    <a:lumOff val="25000"/>
                  </a:prstClr>
                </a:solidFill>
              </a:rPr>
              <a:t>튜닝 등을 통한 </a:t>
            </a:r>
            <a:r>
              <a:rPr kumimoji="1" lang="ko-KR" altLang="en-US" sz="1000" kern="0">
                <a:solidFill>
                  <a:prstClr val="black">
                    <a:lumMod val="75000"/>
                    <a:lumOff val="25000"/>
                  </a:prstClr>
                </a:solidFill>
                <a:latin typeface="+mj-ea"/>
                <a:ea typeface="+mj-ea"/>
              </a:rPr>
              <a:t>성능측정 전략 수립 </a:t>
            </a:r>
          </a:p>
          <a:p>
            <a:pPr marL="85725" lvl="0" indent="-85725" defTabSz="914400" fontAlgn="ctr">
              <a:lnSpc>
                <a:spcPct val="110000"/>
              </a:lnSpc>
              <a:spcAft>
                <a:spcPts val="300"/>
              </a:spcAft>
              <a:buFont typeface="Arial" pitchFamily="34" charset="0"/>
              <a:buChar char="•"/>
              <a:defRPr/>
            </a:pPr>
            <a:r>
              <a:rPr kumimoji="1" lang="ko-KR" altLang="en-US" sz="1000" kern="0">
                <a:solidFill>
                  <a:prstClr val="black">
                    <a:lumMod val="75000"/>
                    <a:lumOff val="25000"/>
                  </a:prstClr>
                </a:solidFill>
              </a:rPr>
              <a:t>성능 진단 및 튜닝 항목은 </a:t>
            </a:r>
            <a:r>
              <a:rPr kumimoji="1" lang="ko-KR" altLang="en-US" sz="1000" kern="0">
                <a:solidFill>
                  <a:prstClr val="black">
                    <a:lumMod val="75000"/>
                    <a:lumOff val="25000"/>
                  </a:prstClr>
                </a:solidFill>
                <a:latin typeface="+mj-ea"/>
                <a:ea typeface="+mj-ea"/>
              </a:rPr>
              <a:t>어플리케이션</a:t>
            </a:r>
            <a:r>
              <a:rPr kumimoji="1" lang="en-US" altLang="ko-KR" sz="1000" kern="0">
                <a:solidFill>
                  <a:prstClr val="black">
                    <a:lumMod val="75000"/>
                    <a:lumOff val="25000"/>
                  </a:prstClr>
                </a:solidFill>
                <a:latin typeface="+mj-ea"/>
                <a:ea typeface="+mj-ea"/>
              </a:rPr>
              <a:t>, </a:t>
            </a:r>
            <a:r>
              <a:rPr kumimoji="1" lang="ko-KR" altLang="en-US" sz="1000" kern="0">
                <a:solidFill>
                  <a:prstClr val="black">
                    <a:lumMod val="75000"/>
                    <a:lumOff val="25000"/>
                  </a:prstClr>
                </a:solidFill>
                <a:latin typeface="+mj-ea"/>
                <a:ea typeface="+mj-ea"/>
              </a:rPr>
              <a:t>서버 및 솔루션</a:t>
            </a:r>
            <a:r>
              <a:rPr kumimoji="1" lang="en-US" altLang="ko-KR" sz="1000" kern="0">
                <a:solidFill>
                  <a:prstClr val="black">
                    <a:lumMod val="75000"/>
                    <a:lumOff val="25000"/>
                  </a:prstClr>
                </a:solidFill>
                <a:latin typeface="+mj-ea"/>
                <a:ea typeface="+mj-ea"/>
              </a:rPr>
              <a:t>, </a:t>
            </a:r>
            <a:r>
              <a:rPr kumimoji="1" lang="ko-KR" altLang="en-US" sz="1000" kern="0">
                <a:solidFill>
                  <a:prstClr val="black">
                    <a:lumMod val="75000"/>
                    <a:lumOff val="25000"/>
                  </a:prstClr>
                </a:solidFill>
                <a:latin typeface="+mj-ea"/>
                <a:ea typeface="+mj-ea"/>
              </a:rPr>
              <a:t>데이터베이스 등 </a:t>
            </a:r>
            <a:r>
              <a:rPr kumimoji="1" lang="en-US" altLang="ko-KR" sz="1000" kern="0">
                <a:solidFill>
                  <a:prstClr val="black">
                    <a:lumMod val="75000"/>
                    <a:lumOff val="25000"/>
                  </a:prstClr>
                </a:solidFill>
                <a:latin typeface="+mj-ea"/>
                <a:ea typeface="+mj-ea"/>
              </a:rPr>
              <a:t>3</a:t>
            </a:r>
            <a:r>
              <a:rPr kumimoji="1" lang="ko-KR" altLang="en-US" sz="1000" kern="0">
                <a:solidFill>
                  <a:prstClr val="black">
                    <a:lumMod val="75000"/>
                    <a:lumOff val="25000"/>
                  </a:prstClr>
                </a:solidFill>
                <a:latin typeface="+mj-ea"/>
                <a:ea typeface="+mj-ea"/>
              </a:rPr>
              <a:t>가지 주요 영역으로 분리</a:t>
            </a:r>
          </a:p>
        </p:txBody>
      </p:sp>
      <p:grpSp>
        <p:nvGrpSpPr>
          <p:cNvPr id="107" name="그룹 106">
            <a:extLst>
              <a:ext uri="{FF2B5EF4-FFF2-40B4-BE49-F238E27FC236}">
                <a16:creationId xmlns:a16="http://schemas.microsoft.com/office/drawing/2014/main" id="{1F334D8C-3AB1-447B-8B2D-9781200A9B33}"/>
              </a:ext>
            </a:extLst>
          </p:cNvPr>
          <p:cNvGrpSpPr/>
          <p:nvPr/>
        </p:nvGrpSpPr>
        <p:grpSpPr>
          <a:xfrm>
            <a:off x="440668" y="2504728"/>
            <a:ext cx="5976000" cy="184666"/>
            <a:chOff x="4503039" y="5804479"/>
            <a:chExt cx="5976000" cy="184666"/>
          </a:xfrm>
        </p:grpSpPr>
        <p:cxnSp>
          <p:nvCxnSpPr>
            <p:cNvPr id="108" name="직선 연결선 107">
              <a:extLst>
                <a:ext uri="{FF2B5EF4-FFF2-40B4-BE49-F238E27FC236}">
                  <a16:creationId xmlns:a16="http://schemas.microsoft.com/office/drawing/2014/main" id="{133F9C9C-85E3-4D0C-9CD3-16EE3F739EAC}"/>
                </a:ext>
              </a:extLst>
            </p:cNvPr>
            <p:cNvCxnSpPr>
              <a:cxnSpLocks/>
            </p:cNvCxnSpPr>
            <p:nvPr/>
          </p:nvCxnSpPr>
          <p:spPr>
            <a:xfrm>
              <a:off x="4503039" y="5948495"/>
              <a:ext cx="5976000" cy="0"/>
            </a:xfrm>
            <a:prstGeom prst="line">
              <a:avLst/>
            </a:prstGeom>
            <a:ln w="12700" cap="flat">
              <a:solidFill>
                <a:srgbClr val="BAC0CE"/>
              </a:solidFill>
              <a:miter lim="800000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EC85393C-27D1-487A-867E-19A5FA395F8D}"/>
                </a:ext>
              </a:extLst>
            </p:cNvPr>
            <p:cNvSpPr txBox="1"/>
            <p:nvPr/>
          </p:nvSpPr>
          <p:spPr>
            <a:xfrm flipH="1">
              <a:off x="4503039" y="5804479"/>
              <a:ext cx="1320925" cy="18466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</p:spPr>
          <p:txBody>
            <a:bodyPr wrap="none" lIns="0" tIns="0" rIns="108000" bIns="0" rtlCol="0" anchor="b">
              <a:spAutoFit/>
            </a:bodyPr>
            <a:lstStyle/>
            <a:p>
              <a:pPr lvl="0" defTabSz="478031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ko-KR" altLang="en-US" sz="120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성능 측정 대상 범위</a:t>
              </a:r>
            </a:p>
          </p:txBody>
        </p:sp>
      </p:grpSp>
      <p:grpSp>
        <p:nvGrpSpPr>
          <p:cNvPr id="183" name="그룹 182">
            <a:extLst>
              <a:ext uri="{FF2B5EF4-FFF2-40B4-BE49-F238E27FC236}">
                <a16:creationId xmlns:a16="http://schemas.microsoft.com/office/drawing/2014/main" id="{E86C4AB3-A63A-40B0-86B6-74F9E2DD1EA4}"/>
              </a:ext>
            </a:extLst>
          </p:cNvPr>
          <p:cNvGrpSpPr/>
          <p:nvPr/>
        </p:nvGrpSpPr>
        <p:grpSpPr>
          <a:xfrm>
            <a:off x="440668" y="6285148"/>
            <a:ext cx="1404825" cy="169277"/>
            <a:chOff x="440667" y="2866470"/>
            <a:chExt cx="1404825" cy="169277"/>
          </a:xfrm>
        </p:grpSpPr>
        <p:sp>
          <p:nvSpPr>
            <p:cNvPr id="184" name="Text Box 247">
              <a:extLst>
                <a:ext uri="{FF2B5EF4-FFF2-40B4-BE49-F238E27FC236}">
                  <a16:creationId xmlns:a16="http://schemas.microsoft.com/office/drawing/2014/main" id="{69AD839D-2B69-4778-989D-593751EC8AA7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440668" y="2866470"/>
              <a:ext cx="1404824" cy="169277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lIns="126000" tIns="0" rIns="0" bIns="0" anchor="ctr">
              <a:spAutoFit/>
            </a:bodyPr>
            <a:lstStyle>
              <a:defPPr>
                <a:defRPr lang="en-US"/>
              </a:defPPr>
              <a:lvl1pPr marR="0" lvl="0" indent="0" defTabSz="914400" fontAlgn="base" latinLnBrk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 kumimoji="1" sz="1100" b="0" i="0" u="none" strike="noStrike" kern="0" cap="none" spc="0" normalizeH="0" baseline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ea"/>
                  <a:ea typeface="+mj-ea"/>
                </a:defRPr>
              </a:lvl1pPr>
            </a:lstStyle>
            <a:p>
              <a:pPr lvl="0">
                <a:defRPr/>
              </a:pPr>
              <a:r>
                <a:rPr lang="ko-KR" altLang="en-US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성능 측정 범위 및 방법</a:t>
              </a:r>
            </a:p>
          </p:txBody>
        </p:sp>
        <p:sp>
          <p:nvSpPr>
            <p:cNvPr id="185" name="사각형: 둥근 모서리 184">
              <a:extLst>
                <a:ext uri="{FF2B5EF4-FFF2-40B4-BE49-F238E27FC236}">
                  <a16:creationId xmlns:a16="http://schemas.microsoft.com/office/drawing/2014/main" id="{1258CB82-F6ED-4FC2-8A74-78FF72483FFA}"/>
                </a:ext>
              </a:extLst>
            </p:cNvPr>
            <p:cNvSpPr/>
            <p:nvPr/>
          </p:nvSpPr>
          <p:spPr>
            <a:xfrm>
              <a:off x="440667" y="2874971"/>
              <a:ext cx="54000" cy="129600"/>
            </a:xfrm>
            <a:prstGeom prst="roundRect">
              <a:avLst/>
            </a:prstGeom>
            <a:solidFill>
              <a:srgbClr val="0070C0"/>
            </a:solidFill>
          </p:spPr>
          <p:txBody>
            <a:bodyPr wrap="none" lIns="36000" tIns="18000" rIns="36000" bIns="18000">
              <a:noAutofit/>
            </a:bodyPr>
            <a:lstStyle/>
            <a:p>
              <a:pPr defTabSz="914400" fontAlgn="base">
                <a:spcBef>
                  <a:spcPct val="0"/>
                </a:spcBef>
                <a:spcAft>
                  <a:spcPts val="2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</a:pPr>
              <a:endParaRPr lang="ko-KR" altLang="en-US" sz="1100">
                <a:solidFill>
                  <a:schemeClr val="bg1"/>
                </a:solidFill>
                <a:latin typeface="+mn-ea"/>
              </a:endParaRPr>
            </a:p>
          </p:txBody>
        </p:sp>
      </p:grpSp>
      <p:grpSp>
        <p:nvGrpSpPr>
          <p:cNvPr id="186" name="그룹 185">
            <a:extLst>
              <a:ext uri="{FF2B5EF4-FFF2-40B4-BE49-F238E27FC236}">
                <a16:creationId xmlns:a16="http://schemas.microsoft.com/office/drawing/2014/main" id="{ACF97BAE-FFB2-4C34-A9B7-6CB87DC8FA77}"/>
              </a:ext>
            </a:extLst>
          </p:cNvPr>
          <p:cNvGrpSpPr/>
          <p:nvPr/>
        </p:nvGrpSpPr>
        <p:grpSpPr>
          <a:xfrm>
            <a:off x="440668" y="2900772"/>
            <a:ext cx="951175" cy="169277"/>
            <a:chOff x="440667" y="2866470"/>
            <a:chExt cx="951175" cy="169277"/>
          </a:xfrm>
        </p:grpSpPr>
        <p:sp>
          <p:nvSpPr>
            <p:cNvPr id="187" name="Text Box 247">
              <a:extLst>
                <a:ext uri="{FF2B5EF4-FFF2-40B4-BE49-F238E27FC236}">
                  <a16:creationId xmlns:a16="http://schemas.microsoft.com/office/drawing/2014/main" id="{8FFE8A24-7901-4E96-90EF-8269F897244C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440668" y="2866470"/>
              <a:ext cx="951174" cy="169277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lIns="126000" tIns="0" rIns="0" bIns="0" anchor="ctr">
              <a:spAutoFit/>
            </a:bodyPr>
            <a:lstStyle>
              <a:defPPr>
                <a:defRPr lang="en-US"/>
              </a:defPPr>
              <a:lvl1pPr marR="0" lvl="0" indent="0" defTabSz="914400" fontAlgn="base" latinLnBrk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 kumimoji="1" sz="1100" b="0" i="0" u="none" strike="noStrike" kern="0" cap="none" spc="0" normalizeH="0" baseline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ea"/>
                  <a:ea typeface="+mj-ea"/>
                </a:defRPr>
              </a:lvl1pPr>
            </a:lstStyle>
            <a:p>
              <a:pPr lvl="0">
                <a:defRPr/>
              </a:pPr>
              <a:r>
                <a:rPr lang="ko-KR" altLang="en-US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성능 측정 전략</a:t>
              </a:r>
            </a:p>
          </p:txBody>
        </p:sp>
        <p:sp>
          <p:nvSpPr>
            <p:cNvPr id="188" name="사각형: 둥근 모서리 187">
              <a:extLst>
                <a:ext uri="{FF2B5EF4-FFF2-40B4-BE49-F238E27FC236}">
                  <a16:creationId xmlns:a16="http://schemas.microsoft.com/office/drawing/2014/main" id="{FC1EB075-C5B3-425E-AC94-C18711D7F790}"/>
                </a:ext>
              </a:extLst>
            </p:cNvPr>
            <p:cNvSpPr/>
            <p:nvPr/>
          </p:nvSpPr>
          <p:spPr>
            <a:xfrm>
              <a:off x="440667" y="2874971"/>
              <a:ext cx="54000" cy="129600"/>
            </a:xfrm>
            <a:prstGeom prst="roundRect">
              <a:avLst/>
            </a:prstGeom>
            <a:solidFill>
              <a:srgbClr val="0070C0"/>
            </a:solidFill>
          </p:spPr>
          <p:txBody>
            <a:bodyPr wrap="none" lIns="36000" tIns="18000" rIns="36000" bIns="18000">
              <a:noAutofit/>
            </a:bodyPr>
            <a:lstStyle/>
            <a:p>
              <a:pPr defTabSz="914400" fontAlgn="base">
                <a:spcBef>
                  <a:spcPct val="0"/>
                </a:spcBef>
                <a:spcAft>
                  <a:spcPts val="2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</a:pPr>
              <a:endParaRPr lang="ko-KR" altLang="en-US" sz="1100">
                <a:solidFill>
                  <a:schemeClr val="bg1"/>
                </a:solidFill>
                <a:latin typeface="+mn-ea"/>
              </a:endParaRPr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39EBFD27-01CD-4A81-9C62-C12E826A3CED}"/>
              </a:ext>
            </a:extLst>
          </p:cNvPr>
          <p:cNvGrpSpPr/>
          <p:nvPr/>
        </p:nvGrpSpPr>
        <p:grpSpPr>
          <a:xfrm>
            <a:off x="440668" y="3152801"/>
            <a:ext cx="5976664" cy="2880318"/>
            <a:chOff x="440668" y="3152801"/>
            <a:chExt cx="5976664" cy="2880318"/>
          </a:xfrm>
        </p:grpSpPr>
        <p:sp>
          <p:nvSpPr>
            <p:cNvPr id="110" name="직사각형 109">
              <a:extLst>
                <a:ext uri="{FF2B5EF4-FFF2-40B4-BE49-F238E27FC236}">
                  <a16:creationId xmlns:a16="http://schemas.microsoft.com/office/drawing/2014/main" id="{52E9D4DB-82CD-4BEA-8625-91D96E17B260}"/>
                </a:ext>
              </a:extLst>
            </p:cNvPr>
            <p:cNvSpPr/>
            <p:nvPr/>
          </p:nvSpPr>
          <p:spPr>
            <a:xfrm>
              <a:off x="440668" y="3296816"/>
              <a:ext cx="2934000" cy="1260000"/>
            </a:xfrm>
            <a:prstGeom prst="rect">
              <a:avLst/>
            </a:prstGeom>
            <a:solidFill>
              <a:srgbClr val="F8F8F8"/>
            </a:solidFill>
            <a:ln w="25400" cap="flat" cmpd="sng" algn="ctr">
              <a:noFill/>
              <a:prstDash val="solid"/>
            </a:ln>
            <a:effectLst/>
          </p:spPr>
          <p:txBody>
            <a:bodyPr lIns="72000" tIns="72000" bIns="72000" rtlCol="0" anchor="t"/>
            <a:lstStyle/>
            <a:p>
              <a:pPr marL="90000" indent="-90000" defTabSz="914400" fontAlgn="base">
                <a:lnSpc>
                  <a:spcPct val="110000"/>
                </a:lnSpc>
                <a:spcBef>
                  <a:spcPct val="0"/>
                </a:spcBef>
                <a:spcAft>
                  <a:spcPts val="3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  <a:buFont typeface="Arial" pitchFamily="34" charset="0"/>
                <a:buChar char="•"/>
              </a:pPr>
              <a:endParaRPr kumimoji="1"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endParaRPr>
            </a:p>
          </p:txBody>
        </p:sp>
        <p:sp>
          <p:nvSpPr>
            <p:cNvPr id="111" name="직사각형 110">
              <a:extLst>
                <a:ext uri="{FF2B5EF4-FFF2-40B4-BE49-F238E27FC236}">
                  <a16:creationId xmlns:a16="http://schemas.microsoft.com/office/drawing/2014/main" id="{4A15613D-992E-4B59-9DE2-2BF11E22875D}"/>
                </a:ext>
              </a:extLst>
            </p:cNvPr>
            <p:cNvSpPr/>
            <p:nvPr/>
          </p:nvSpPr>
          <p:spPr>
            <a:xfrm>
              <a:off x="3483332" y="3296816"/>
              <a:ext cx="2934000" cy="1260000"/>
            </a:xfrm>
            <a:prstGeom prst="rect">
              <a:avLst/>
            </a:prstGeom>
            <a:solidFill>
              <a:srgbClr val="F8F8F8"/>
            </a:solidFill>
            <a:ln w="25400" cap="flat" cmpd="sng" algn="ctr">
              <a:noFill/>
              <a:prstDash val="solid"/>
            </a:ln>
            <a:effectLst/>
          </p:spPr>
          <p:txBody>
            <a:bodyPr lIns="72000" tIns="72000" bIns="72000" rtlCol="0" anchor="t"/>
            <a:lstStyle/>
            <a:p>
              <a:pPr marL="90000" indent="-90000" defTabSz="914400" fontAlgn="base">
                <a:lnSpc>
                  <a:spcPct val="110000"/>
                </a:lnSpc>
                <a:spcBef>
                  <a:spcPct val="0"/>
                </a:spcBef>
                <a:spcAft>
                  <a:spcPts val="3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  <a:buFont typeface="Arial" pitchFamily="34" charset="0"/>
                <a:buChar char="•"/>
              </a:pPr>
              <a:endParaRPr kumimoji="1"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endParaRPr>
            </a:p>
          </p:txBody>
        </p:sp>
        <p:sp>
          <p:nvSpPr>
            <p:cNvPr id="113" name="직사각형 112">
              <a:extLst>
                <a:ext uri="{FF2B5EF4-FFF2-40B4-BE49-F238E27FC236}">
                  <a16:creationId xmlns:a16="http://schemas.microsoft.com/office/drawing/2014/main" id="{E877DF48-28CB-4EF1-907E-5083E715FFEC}"/>
                </a:ext>
              </a:extLst>
            </p:cNvPr>
            <p:cNvSpPr/>
            <p:nvPr/>
          </p:nvSpPr>
          <p:spPr>
            <a:xfrm>
              <a:off x="440668" y="4628964"/>
              <a:ext cx="2934000" cy="1260000"/>
            </a:xfrm>
            <a:prstGeom prst="rect">
              <a:avLst/>
            </a:prstGeom>
            <a:solidFill>
              <a:srgbClr val="F8F8F8"/>
            </a:solidFill>
            <a:ln w="25400" cap="flat" cmpd="sng" algn="ctr">
              <a:noFill/>
              <a:prstDash val="solid"/>
            </a:ln>
            <a:effectLst/>
          </p:spPr>
          <p:txBody>
            <a:bodyPr lIns="72000" tIns="72000" bIns="72000" rtlCol="0" anchor="t"/>
            <a:lstStyle/>
            <a:p>
              <a:pPr marL="90000" indent="-90000" defTabSz="914400" fontAlgn="base">
                <a:lnSpc>
                  <a:spcPct val="110000"/>
                </a:lnSpc>
                <a:spcBef>
                  <a:spcPct val="0"/>
                </a:spcBef>
                <a:spcAft>
                  <a:spcPts val="3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  <a:buFont typeface="Arial" pitchFamily="34" charset="0"/>
                <a:buChar char="•"/>
              </a:pPr>
              <a:endParaRPr kumimoji="1"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endParaRPr>
            </a:p>
          </p:txBody>
        </p:sp>
        <p:sp>
          <p:nvSpPr>
            <p:cNvPr id="114" name="직사각형 113">
              <a:extLst>
                <a:ext uri="{FF2B5EF4-FFF2-40B4-BE49-F238E27FC236}">
                  <a16:creationId xmlns:a16="http://schemas.microsoft.com/office/drawing/2014/main" id="{7A0E03AF-B3DE-4F6C-BA03-82CFC94C3CAF}"/>
                </a:ext>
              </a:extLst>
            </p:cNvPr>
            <p:cNvSpPr/>
            <p:nvPr/>
          </p:nvSpPr>
          <p:spPr>
            <a:xfrm>
              <a:off x="3483332" y="4628964"/>
              <a:ext cx="2934000" cy="1260000"/>
            </a:xfrm>
            <a:prstGeom prst="rect">
              <a:avLst/>
            </a:prstGeom>
            <a:solidFill>
              <a:srgbClr val="F8F8F8"/>
            </a:solidFill>
            <a:ln w="25400" cap="flat" cmpd="sng" algn="ctr">
              <a:noFill/>
              <a:prstDash val="solid"/>
            </a:ln>
            <a:effectLst/>
          </p:spPr>
          <p:txBody>
            <a:bodyPr lIns="72000" tIns="72000" bIns="72000" rtlCol="0" anchor="t"/>
            <a:lstStyle/>
            <a:p>
              <a:pPr marL="90000" indent="-90000" defTabSz="914400" fontAlgn="base">
                <a:lnSpc>
                  <a:spcPct val="110000"/>
                </a:lnSpc>
                <a:spcBef>
                  <a:spcPct val="0"/>
                </a:spcBef>
                <a:spcAft>
                  <a:spcPts val="3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  <a:buFont typeface="Arial" pitchFamily="34" charset="0"/>
                <a:buChar char="•"/>
              </a:pPr>
              <a:endParaRPr kumimoji="1"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endParaRPr>
            </a:p>
          </p:txBody>
        </p:sp>
        <p:sp>
          <p:nvSpPr>
            <p:cNvPr id="79" name="한쪽 모서리가 잘린 사각형 108">
              <a:extLst>
                <a:ext uri="{FF2B5EF4-FFF2-40B4-BE49-F238E27FC236}">
                  <a16:creationId xmlns:a16="http://schemas.microsoft.com/office/drawing/2014/main" id="{1C3FB6D6-BA50-4C5F-9128-4F0D9E59EDEB}"/>
                </a:ext>
              </a:extLst>
            </p:cNvPr>
            <p:cNvSpPr/>
            <p:nvPr/>
          </p:nvSpPr>
          <p:spPr>
            <a:xfrm rot="10800000" flipH="1">
              <a:off x="440685" y="3152801"/>
              <a:ext cx="2934000" cy="288000"/>
            </a:xfrm>
            <a:prstGeom prst="snip1Rect">
              <a:avLst>
                <a:gd name="adj" fmla="val 38761"/>
              </a:avLst>
            </a:prstGeom>
            <a:blipFill>
              <a:blip r:embed="rId3" cstate="print">
                <a:alphaModFix/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colorTemperature colorTemp="4700"/>
                        </a14:imgEffect>
                        <a14:imgEffect>
                          <a14:brightnessContrast bright="-20000" contrast="4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55564">
                <a:defRPr/>
              </a:pPr>
              <a:endParaRPr lang="ko-KR" altLang="en-US" sz="1100">
                <a:solidFill>
                  <a:prstClr val="white"/>
                </a:solidFill>
                <a:latin typeface="+mn-ea"/>
              </a:endParaRPr>
            </a:p>
          </p:txBody>
        </p:sp>
        <p:sp>
          <p:nvSpPr>
            <p:cNvPr id="80" name="한쪽 모서리가 잘린 사각형 109">
              <a:extLst>
                <a:ext uri="{FF2B5EF4-FFF2-40B4-BE49-F238E27FC236}">
                  <a16:creationId xmlns:a16="http://schemas.microsoft.com/office/drawing/2014/main" id="{657ABABE-2887-47E9-949B-397020DCD47F}"/>
                </a:ext>
              </a:extLst>
            </p:cNvPr>
            <p:cNvSpPr/>
            <p:nvPr/>
          </p:nvSpPr>
          <p:spPr>
            <a:xfrm rot="10800000">
              <a:off x="3482667" y="3152801"/>
              <a:ext cx="2934000" cy="288000"/>
            </a:xfrm>
            <a:prstGeom prst="snip1Rect">
              <a:avLst>
                <a:gd name="adj" fmla="val 39258"/>
              </a:avLst>
            </a:prstGeom>
            <a:blipFill>
              <a:blip r:embed="rId3" cstate="print">
                <a:alphaModFix/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colorTemperature colorTemp="4700"/>
                        </a14:imgEffect>
                        <a14:imgEffect>
                          <a14:brightnessContrast bright="-20000" contrast="4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55564"/>
              <a:endParaRPr lang="ko-KR" altLang="en-US" sz="1100">
                <a:solidFill>
                  <a:prstClr val="white"/>
                </a:solidFill>
                <a:latin typeface="+mn-ea"/>
              </a:endParaRPr>
            </a:p>
          </p:txBody>
        </p:sp>
        <p:sp>
          <p:nvSpPr>
            <p:cNvPr id="81" name="한쪽 모서리가 잘린 사각형 110">
              <a:extLst>
                <a:ext uri="{FF2B5EF4-FFF2-40B4-BE49-F238E27FC236}">
                  <a16:creationId xmlns:a16="http://schemas.microsoft.com/office/drawing/2014/main" id="{4664267B-B327-451D-8EB6-42A605F3E497}"/>
                </a:ext>
              </a:extLst>
            </p:cNvPr>
            <p:cNvSpPr/>
            <p:nvPr/>
          </p:nvSpPr>
          <p:spPr>
            <a:xfrm rot="10800000" flipH="1" flipV="1">
              <a:off x="440685" y="5745119"/>
              <a:ext cx="2934000" cy="288000"/>
            </a:xfrm>
            <a:prstGeom prst="snip1Rect">
              <a:avLst>
                <a:gd name="adj" fmla="val 43385"/>
              </a:avLst>
            </a:prstGeom>
            <a:blipFill>
              <a:blip r:embed="rId5" cstate="print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rightnessContrast contrast="-2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55564">
                <a:defRPr/>
              </a:pPr>
              <a:endParaRPr lang="ko-KR" altLang="en-US" sz="1100">
                <a:solidFill>
                  <a:prstClr val="white"/>
                </a:solidFill>
                <a:latin typeface="+mn-ea"/>
              </a:endParaRPr>
            </a:p>
          </p:txBody>
        </p:sp>
        <p:sp>
          <p:nvSpPr>
            <p:cNvPr id="82" name="한쪽 모서리가 잘린 사각형 111">
              <a:extLst>
                <a:ext uri="{FF2B5EF4-FFF2-40B4-BE49-F238E27FC236}">
                  <a16:creationId xmlns:a16="http://schemas.microsoft.com/office/drawing/2014/main" id="{0DFD0F6B-B27F-4609-BB20-5B1E15BFA759}"/>
                </a:ext>
              </a:extLst>
            </p:cNvPr>
            <p:cNvSpPr/>
            <p:nvPr/>
          </p:nvSpPr>
          <p:spPr>
            <a:xfrm rot="10800000" flipV="1">
              <a:off x="3482667" y="5745119"/>
              <a:ext cx="2934000" cy="288000"/>
            </a:xfrm>
            <a:prstGeom prst="snip1Rect">
              <a:avLst>
                <a:gd name="adj" fmla="val 43385"/>
              </a:avLst>
            </a:prstGeom>
            <a:blipFill>
              <a:blip r:embed="rId5" cstate="print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rightnessContrast contrast="-2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55564"/>
              <a:endParaRPr lang="ko-KR" altLang="en-US" sz="1100">
                <a:solidFill>
                  <a:prstClr val="white"/>
                </a:solidFill>
                <a:latin typeface="+mn-ea"/>
              </a:endParaRPr>
            </a:p>
          </p:txBody>
        </p:sp>
        <p:sp>
          <p:nvSpPr>
            <p:cNvPr id="83" name="직사각형 82">
              <a:extLst>
                <a:ext uri="{FF2B5EF4-FFF2-40B4-BE49-F238E27FC236}">
                  <a16:creationId xmlns:a16="http://schemas.microsoft.com/office/drawing/2014/main" id="{E4F279C5-4B50-4A71-B687-A214B9104E9B}"/>
                </a:ext>
              </a:extLst>
            </p:cNvPr>
            <p:cNvSpPr/>
            <p:nvPr/>
          </p:nvSpPr>
          <p:spPr bwMode="auto">
            <a:xfrm>
              <a:off x="1391382" y="3212163"/>
              <a:ext cx="1032590" cy="16927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anchor="ctr">
              <a:spAutoFit/>
            </a:bodyPr>
            <a:lstStyle/>
            <a:p>
              <a:pPr algn="ctr" defTabSz="957263" fontAlgn="base" latinLnBrk="1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1100" spc="-79">
                  <a:solidFill>
                    <a:prstClr val="white"/>
                  </a:solidFill>
                  <a:latin typeface="+mj-ea"/>
                  <a:ea typeface="+mj-ea"/>
                </a:rPr>
                <a:t>요구 규격 성능 측정 </a:t>
              </a:r>
            </a:p>
          </p:txBody>
        </p:sp>
        <p:sp>
          <p:nvSpPr>
            <p:cNvPr id="84" name="직사각형 83">
              <a:extLst>
                <a:ext uri="{FF2B5EF4-FFF2-40B4-BE49-F238E27FC236}">
                  <a16:creationId xmlns:a16="http://schemas.microsoft.com/office/drawing/2014/main" id="{18DBE13B-C110-4E07-BB05-540D7DFFB366}"/>
                </a:ext>
              </a:extLst>
            </p:cNvPr>
            <p:cNvSpPr/>
            <p:nvPr/>
          </p:nvSpPr>
          <p:spPr bwMode="auto">
            <a:xfrm>
              <a:off x="4377390" y="3212163"/>
              <a:ext cx="1114343" cy="16927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anchor="ctr">
              <a:spAutoFit/>
            </a:bodyPr>
            <a:lstStyle/>
            <a:p>
              <a:pPr algn="ctr" defTabSz="957263" fontAlgn="base" latinLnBrk="1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1100" spc="-79">
                  <a:solidFill>
                    <a:prstClr val="white"/>
                  </a:solidFill>
                  <a:latin typeface="+mj-ea"/>
                  <a:ea typeface="+mj-ea"/>
                </a:rPr>
                <a:t>성능 용량 적합성 확인</a:t>
              </a:r>
            </a:p>
          </p:txBody>
        </p:sp>
        <p:sp>
          <p:nvSpPr>
            <p:cNvPr id="85" name="직사각형 84">
              <a:extLst>
                <a:ext uri="{FF2B5EF4-FFF2-40B4-BE49-F238E27FC236}">
                  <a16:creationId xmlns:a16="http://schemas.microsoft.com/office/drawing/2014/main" id="{3D345825-3E0F-4AAF-AA75-3B841BE1E00D}"/>
                </a:ext>
              </a:extLst>
            </p:cNvPr>
            <p:cNvSpPr/>
            <p:nvPr/>
          </p:nvSpPr>
          <p:spPr bwMode="auto">
            <a:xfrm>
              <a:off x="1608651" y="5804480"/>
              <a:ext cx="598049" cy="16927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anchor="ctr">
              <a:spAutoFit/>
            </a:bodyPr>
            <a:lstStyle>
              <a:defPPr>
                <a:defRPr lang="ko-KR"/>
              </a:defPPr>
              <a:lvl1pPr algn="l" defTabSz="957263" rtl="0" fontAlgn="base" latinLnBrk="1">
                <a:spcBef>
                  <a:spcPct val="0"/>
                </a:spcBef>
                <a:spcAft>
                  <a:spcPct val="0"/>
                </a:spcAft>
                <a:defRPr kumimoji="1" sz="19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77838" indent="-20638" algn="l" defTabSz="957263" rtl="0" fontAlgn="base" latinLnBrk="1">
                <a:spcBef>
                  <a:spcPct val="0"/>
                </a:spcBef>
                <a:spcAft>
                  <a:spcPct val="0"/>
                </a:spcAft>
                <a:defRPr kumimoji="1" sz="19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57263" indent="-42863" algn="l" defTabSz="957263" rtl="0" fontAlgn="base" latinLnBrk="1">
                <a:spcBef>
                  <a:spcPct val="0"/>
                </a:spcBef>
                <a:spcAft>
                  <a:spcPct val="0"/>
                </a:spcAft>
                <a:defRPr kumimoji="1" sz="19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436688" indent="-65088" algn="l" defTabSz="957263" rtl="0" fontAlgn="base" latinLnBrk="1">
                <a:spcBef>
                  <a:spcPct val="0"/>
                </a:spcBef>
                <a:spcAft>
                  <a:spcPct val="0"/>
                </a:spcAft>
                <a:defRPr kumimoji="1" sz="19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914525" indent="-85725" algn="l" defTabSz="957263" rtl="0" fontAlgn="base" latinLnBrk="1">
                <a:spcBef>
                  <a:spcPct val="0"/>
                </a:spcBef>
                <a:spcAft>
                  <a:spcPct val="0"/>
                </a:spcAft>
                <a:defRPr kumimoji="1" sz="19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sz="19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sz="19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sz="19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sz="19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r>
                <a:rPr lang="ko-KR" altLang="en-US" sz="1100" spc="-79" dirty="0">
                  <a:solidFill>
                    <a:prstClr val="white"/>
                  </a:solidFill>
                  <a:latin typeface="+mj-ea"/>
                  <a:ea typeface="+mj-ea"/>
                </a:rPr>
                <a:t>문제점 검출</a:t>
              </a:r>
            </a:p>
          </p:txBody>
        </p:sp>
        <p:sp>
          <p:nvSpPr>
            <p:cNvPr id="86" name="직사각형 85">
              <a:extLst>
                <a:ext uri="{FF2B5EF4-FFF2-40B4-BE49-F238E27FC236}">
                  <a16:creationId xmlns:a16="http://schemas.microsoft.com/office/drawing/2014/main" id="{2A7A0440-661A-45EE-858B-1FBC06A74A2F}"/>
                </a:ext>
              </a:extLst>
            </p:cNvPr>
            <p:cNvSpPr/>
            <p:nvPr/>
          </p:nvSpPr>
          <p:spPr bwMode="auto">
            <a:xfrm>
              <a:off x="4692188" y="5804481"/>
              <a:ext cx="484748" cy="16927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anchor="ctr">
              <a:spAutoFit/>
            </a:bodyPr>
            <a:lstStyle/>
            <a:p>
              <a:pPr algn="ctr" defTabSz="957263" fontAlgn="base" latinLnBrk="1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1100" spc="-79">
                  <a:solidFill>
                    <a:prstClr val="white"/>
                  </a:solidFill>
                  <a:latin typeface="+mj-ea"/>
                  <a:ea typeface="+mj-ea"/>
                </a:rPr>
                <a:t>성능 튜닝</a:t>
              </a:r>
            </a:p>
          </p:txBody>
        </p:sp>
        <p:sp>
          <p:nvSpPr>
            <p:cNvPr id="87" name="AutoShape 36">
              <a:extLst>
                <a:ext uri="{FF2B5EF4-FFF2-40B4-BE49-F238E27FC236}">
                  <a16:creationId xmlns:a16="http://schemas.microsoft.com/office/drawing/2014/main" id="{BE3CB7E8-3261-4890-9B93-A28D428CA4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09120" y="3626325"/>
              <a:ext cx="1692000" cy="512743"/>
            </a:xfrm>
            <a:prstGeom prst="roundRect">
              <a:avLst>
                <a:gd name="adj" fmla="val 2491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t">
              <a:spAutoFit/>
            </a:bodyPr>
            <a:lstStyle/>
            <a:p>
              <a:pPr marL="90000" lvl="2" indent="-90000" defTabSz="914400" fontAlgn="base">
                <a:lnSpc>
                  <a:spcPct val="110000"/>
                </a:lnSpc>
                <a:spcBef>
                  <a:spcPct val="0"/>
                </a:spcBef>
                <a:spcAft>
                  <a:spcPts val="3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  <a:buFont typeface="Arial" pitchFamily="34" charset="0"/>
                <a:buChar char="•"/>
                <a:defRPr/>
              </a:pPr>
              <a:r>
                <a:rPr kumimoji="1" lang="ko-KR" altLang="en-US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다양한 성능측정 튜닝을 통한</a:t>
              </a:r>
              <a:br>
                <a:rPr kumimoji="1" lang="en-US" altLang="ko-KR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</a:br>
              <a:r>
                <a:rPr kumimoji="1" lang="ko-KR" altLang="en-US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성능 용량의 적합성 여부를 확인하는 텍스트를 입력</a:t>
              </a:r>
            </a:p>
          </p:txBody>
        </p:sp>
        <p:sp>
          <p:nvSpPr>
            <p:cNvPr id="88" name="AutoShape 36">
              <a:extLst>
                <a:ext uri="{FF2B5EF4-FFF2-40B4-BE49-F238E27FC236}">
                  <a16:creationId xmlns:a16="http://schemas.microsoft.com/office/drawing/2014/main" id="{DFFE94AA-9CE5-48E8-AA65-BE1228CF30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5332" y="3626325"/>
              <a:ext cx="1692000" cy="512743"/>
            </a:xfrm>
            <a:prstGeom prst="roundRect">
              <a:avLst>
                <a:gd name="adj" fmla="val 2491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t">
              <a:spAutoFit/>
            </a:bodyPr>
            <a:lstStyle/>
            <a:p>
              <a:pPr marL="90000" lvl="2" indent="-90000" defTabSz="914400" fontAlgn="base">
                <a:lnSpc>
                  <a:spcPct val="110000"/>
                </a:lnSpc>
                <a:spcBef>
                  <a:spcPct val="0"/>
                </a:spcBef>
                <a:spcAft>
                  <a:spcPts val="3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  <a:buFont typeface="Arial" pitchFamily="34" charset="0"/>
                <a:buChar char="•"/>
                <a:defRPr/>
              </a:pPr>
              <a:r>
                <a:rPr kumimoji="1" lang="ko-KR" altLang="en-US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성능측정을 수행하여 체계 구성 요소들이 실제 운용 전에 적정한 성능을 내는지 확인</a:t>
              </a:r>
            </a:p>
          </p:txBody>
        </p:sp>
        <p:sp>
          <p:nvSpPr>
            <p:cNvPr id="89" name="AutoShape 36">
              <a:extLst>
                <a:ext uri="{FF2B5EF4-FFF2-40B4-BE49-F238E27FC236}">
                  <a16:creationId xmlns:a16="http://schemas.microsoft.com/office/drawing/2014/main" id="{6A8AB2BF-FE4D-48F4-A8BB-BDA43DBC13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09120" y="4883598"/>
              <a:ext cx="1692000" cy="512743"/>
            </a:xfrm>
            <a:prstGeom prst="roundRect">
              <a:avLst>
                <a:gd name="adj" fmla="val 2491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t">
              <a:spAutoFit/>
            </a:bodyPr>
            <a:lstStyle/>
            <a:p>
              <a:pPr marL="90000" lvl="2" indent="-90000" defTabSz="914400" fontAlgn="base">
                <a:lnSpc>
                  <a:spcPct val="110000"/>
                </a:lnSpc>
                <a:spcBef>
                  <a:spcPct val="0"/>
                </a:spcBef>
                <a:spcAft>
                  <a:spcPts val="3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  <a:buFont typeface="Arial" pitchFamily="34" charset="0"/>
                <a:buChar char="•"/>
                <a:defRPr/>
              </a:pPr>
              <a:r>
                <a:rPr kumimoji="1" lang="ko-KR" altLang="en-US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검출된 문제점 또는 성능 측정 시 나타난 병목에 대해 적절한 조치를 수행</a:t>
              </a:r>
            </a:p>
          </p:txBody>
        </p:sp>
        <p:sp>
          <p:nvSpPr>
            <p:cNvPr id="91" name="AutoShape 36">
              <a:extLst>
                <a:ext uri="{FF2B5EF4-FFF2-40B4-BE49-F238E27FC236}">
                  <a16:creationId xmlns:a16="http://schemas.microsoft.com/office/drawing/2014/main" id="{6DD5D921-4332-480A-BF5A-9873AF864D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5332" y="4883598"/>
              <a:ext cx="1692000" cy="512743"/>
            </a:xfrm>
            <a:prstGeom prst="roundRect">
              <a:avLst>
                <a:gd name="adj" fmla="val 2491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t">
              <a:spAutoFit/>
            </a:bodyPr>
            <a:lstStyle/>
            <a:p>
              <a:pPr marL="90000" lvl="2" indent="-90000" defTabSz="914400" fontAlgn="base">
                <a:lnSpc>
                  <a:spcPct val="110000"/>
                </a:lnSpc>
                <a:spcBef>
                  <a:spcPct val="0"/>
                </a:spcBef>
                <a:spcAft>
                  <a:spcPts val="3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  <a:buFont typeface="Arial" pitchFamily="34" charset="0"/>
                <a:buChar char="•"/>
                <a:defRPr/>
              </a:pPr>
              <a:r>
                <a:rPr kumimoji="1" lang="ko-KR" altLang="en-US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성능측정을 수행하여 체계 운영 시 나타날 수 있는 문제를 사전에 확인</a:t>
              </a:r>
            </a:p>
          </p:txBody>
        </p:sp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4435761A-F009-4677-B79B-0C763175AD13}"/>
                </a:ext>
              </a:extLst>
            </p:cNvPr>
            <p:cNvGrpSpPr/>
            <p:nvPr/>
          </p:nvGrpSpPr>
          <p:grpSpPr>
            <a:xfrm>
              <a:off x="2419447" y="3604234"/>
              <a:ext cx="2019106" cy="2016224"/>
              <a:chOff x="2419447" y="3604234"/>
              <a:chExt cx="2019106" cy="2016224"/>
            </a:xfrm>
          </p:grpSpPr>
          <p:grpSp>
            <p:nvGrpSpPr>
              <p:cNvPr id="17" name="그룹 16">
                <a:extLst>
                  <a:ext uri="{FF2B5EF4-FFF2-40B4-BE49-F238E27FC236}">
                    <a16:creationId xmlns:a16="http://schemas.microsoft.com/office/drawing/2014/main" id="{AC10AB1C-468B-4DD1-A49E-D9B69881A8DB}"/>
                  </a:ext>
                </a:extLst>
              </p:cNvPr>
              <p:cNvGrpSpPr/>
              <p:nvPr/>
            </p:nvGrpSpPr>
            <p:grpSpPr>
              <a:xfrm>
                <a:off x="2419447" y="3604234"/>
                <a:ext cx="2019106" cy="2016224"/>
                <a:chOff x="7045231" y="3944888"/>
                <a:chExt cx="2019106" cy="2016224"/>
              </a:xfrm>
            </p:grpSpPr>
            <p:sp>
              <p:nvSpPr>
                <p:cNvPr id="118" name="원형: 비어 있음 117">
                  <a:extLst>
                    <a:ext uri="{FF2B5EF4-FFF2-40B4-BE49-F238E27FC236}">
                      <a16:creationId xmlns:a16="http://schemas.microsoft.com/office/drawing/2014/main" id="{C4337BA5-B7A1-4F14-85A4-B6AFA22045BC}"/>
                    </a:ext>
                  </a:extLst>
                </p:cNvPr>
                <p:cNvSpPr/>
                <p:nvPr/>
              </p:nvSpPr>
              <p:spPr>
                <a:xfrm>
                  <a:off x="7045231" y="3944888"/>
                  <a:ext cx="2019106" cy="2016224"/>
                </a:xfrm>
                <a:prstGeom prst="donut">
                  <a:avLst>
                    <a:gd name="adj" fmla="val 12832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endParaRPr lang="ko-KR" altLang="en-US" sz="1000">
                    <a:latin typeface="+mn-ea"/>
                  </a:endParaRPr>
                </a:p>
              </p:txBody>
            </p:sp>
            <p:sp>
              <p:nvSpPr>
                <p:cNvPr id="16" name="타원 15">
                  <a:extLst>
                    <a:ext uri="{FF2B5EF4-FFF2-40B4-BE49-F238E27FC236}">
                      <a16:creationId xmlns:a16="http://schemas.microsoft.com/office/drawing/2014/main" id="{3D6BC23B-339F-4942-8A1F-E9382887806A}"/>
                    </a:ext>
                  </a:extLst>
                </p:cNvPr>
                <p:cNvSpPr/>
                <p:nvPr/>
              </p:nvSpPr>
              <p:spPr>
                <a:xfrm>
                  <a:off x="7352784" y="4251000"/>
                  <a:ext cx="1404000" cy="14040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txBody>
                <a:bodyPr wrap="none" rtlCol="0" anchor="ctr">
                  <a:spAutoFit/>
                </a:bodyPr>
                <a:lstStyle/>
                <a:p>
                  <a:pPr algn="ctr"/>
                  <a:endParaRPr lang="ko-KR" altLang="en-US" sz="1000">
                    <a:latin typeface="+mn-ea"/>
                  </a:endParaRPr>
                </a:p>
              </p:txBody>
            </p:sp>
            <p:pic>
              <p:nvPicPr>
                <p:cNvPr id="115" name="Picture 2">
                  <a:extLst>
                    <a:ext uri="{FF2B5EF4-FFF2-40B4-BE49-F238E27FC236}">
                      <a16:creationId xmlns:a16="http://schemas.microsoft.com/office/drawing/2014/main" id="{6C3809DA-9A8B-4CA0-8F68-5CD5E68F6981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6" cstate="print">
                  <a:clrChange>
                    <a:clrFrom>
                      <a:srgbClr val="F2F2F1"/>
                    </a:clrFrom>
                    <a:clrTo>
                      <a:srgbClr val="F2F2F1">
                        <a:alpha val="0"/>
                      </a:srgbClr>
                    </a:clrTo>
                  </a:clrChange>
                  <a:alphaModFix amt="90000"/>
                  <a:extLst>
                    <a:ext uri="{BEBA8EAE-BF5A-486C-A8C5-ECC9F3942E4B}">
                      <a14:imgProps xmlns:a14="http://schemas.microsoft.com/office/drawing/2010/main">
                        <a14:imgLayer r:embed="rId7">
                          <a14:imgEffect>
                            <a14:sharpenSoften amount="25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32698" t="9730" r="33870" b="10186"/>
                <a:stretch/>
              </p:blipFill>
              <p:spPr bwMode="auto">
                <a:xfrm>
                  <a:off x="7055840" y="3958590"/>
                  <a:ext cx="1997888" cy="198882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16" name="타원 115">
                  <a:extLst>
                    <a:ext uri="{FF2B5EF4-FFF2-40B4-BE49-F238E27FC236}">
                      <a16:creationId xmlns:a16="http://schemas.microsoft.com/office/drawing/2014/main" id="{B8ABB3F3-2F22-4647-B007-7E7EA4A54818}"/>
                    </a:ext>
                  </a:extLst>
                </p:cNvPr>
                <p:cNvSpPr/>
                <p:nvPr/>
              </p:nvSpPr>
              <p:spPr>
                <a:xfrm>
                  <a:off x="7377585" y="4269915"/>
                  <a:ext cx="1354398" cy="1366170"/>
                </a:xfrm>
                <a:prstGeom prst="ellipse">
                  <a:avLst/>
                </a:prstGeom>
                <a:noFill/>
                <a:ln w="9525">
                  <a:solidFill>
                    <a:schemeClr val="bg1"/>
                  </a:solidFill>
                </a:ln>
                <a:effectLst>
                  <a:outerShdw blurRad="63500" dist="25400" dir="3000000" algn="tl" rotWithShape="0">
                    <a:prstClr val="black">
                      <a:alpha val="5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defRPr/>
                  </a:pPr>
                  <a:endParaRPr lang="ko-KR" altLang="en-US">
                    <a:solidFill>
                      <a:prstClr val="white"/>
                    </a:solidFill>
                    <a:latin typeface="+mn-ea"/>
                  </a:endParaRPr>
                </a:p>
              </p:txBody>
            </p:sp>
            <p:sp>
              <p:nvSpPr>
                <p:cNvPr id="117" name="Text Box 38">
                  <a:extLst>
                    <a:ext uri="{FF2B5EF4-FFF2-40B4-BE49-F238E27FC236}">
                      <a16:creationId xmlns:a16="http://schemas.microsoft.com/office/drawing/2014/main" id="{E6C29409-6507-4662-958D-7BACB564E17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628385" y="4645582"/>
                  <a:ext cx="852798" cy="33701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pPr marL="0" lvl="1" algn="ctr" defTabSz="862076" eaLnBrk="0" latinLnBrk="0" hangingPunct="0">
                    <a:lnSpc>
                      <a:spcPct val="90000"/>
                    </a:lnSpc>
                    <a:buClr>
                      <a:srgbClr val="000000"/>
                    </a:buClr>
                    <a:buSzPct val="80000"/>
                    <a:tabLst>
                      <a:tab pos="813450" algn="l"/>
                    </a:tabLst>
                    <a:defRPr/>
                  </a:pPr>
                  <a:r>
                    <a:rPr lang="ko-KR" altLang="en-US" sz="1200">
                      <a:solidFill>
                        <a:srgbClr val="324D7A"/>
                      </a:solidFill>
                      <a:latin typeface="+mj-ea"/>
                      <a:ea typeface="+mj-ea"/>
                    </a:rPr>
                    <a:t>체계적인</a:t>
                  </a:r>
                </a:p>
                <a:p>
                  <a:pPr marL="0" lvl="1" algn="ctr" defTabSz="862076" eaLnBrk="0" latinLnBrk="0" hangingPunct="0">
                    <a:lnSpc>
                      <a:spcPct val="90000"/>
                    </a:lnSpc>
                    <a:buClr>
                      <a:srgbClr val="000000"/>
                    </a:buClr>
                    <a:buSzPct val="80000"/>
                    <a:tabLst>
                      <a:tab pos="813450" algn="l"/>
                    </a:tabLst>
                    <a:defRPr/>
                  </a:pPr>
                  <a:r>
                    <a:rPr lang="ko-KR" altLang="en-US" sz="1200">
                      <a:solidFill>
                        <a:srgbClr val="324D7A"/>
                      </a:solidFill>
                      <a:latin typeface="+mj-ea"/>
                      <a:ea typeface="+mj-ea"/>
                    </a:rPr>
                    <a:t>성능측정 전략</a:t>
                  </a:r>
                </a:p>
              </p:txBody>
            </p:sp>
          </p:grpSp>
          <p:grpSp>
            <p:nvGrpSpPr>
              <p:cNvPr id="21" name="그룹 20">
                <a:extLst>
                  <a:ext uri="{FF2B5EF4-FFF2-40B4-BE49-F238E27FC236}">
                    <a16:creationId xmlns:a16="http://schemas.microsoft.com/office/drawing/2014/main" id="{72206534-E542-4ECD-8100-2D4688D7594F}"/>
                  </a:ext>
                </a:extLst>
              </p:cNvPr>
              <p:cNvGrpSpPr/>
              <p:nvPr/>
            </p:nvGrpSpPr>
            <p:grpSpPr>
              <a:xfrm>
                <a:off x="3186626" y="4697840"/>
                <a:ext cx="484748" cy="471184"/>
                <a:chOff x="3186626" y="4697840"/>
                <a:chExt cx="484748" cy="471184"/>
              </a:xfrm>
            </p:grpSpPr>
            <p:grpSp>
              <p:nvGrpSpPr>
                <p:cNvPr id="120" name="Group 12">
                  <a:extLst>
                    <a:ext uri="{FF2B5EF4-FFF2-40B4-BE49-F238E27FC236}">
                      <a16:creationId xmlns:a16="http://schemas.microsoft.com/office/drawing/2014/main" id="{E8B7EDE5-4278-4CE9-99B0-1E7BBABF706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440359" y="4811803"/>
                  <a:ext cx="231015" cy="235872"/>
                  <a:chOff x="-1" y="0"/>
                  <a:chExt cx="4731875" cy="4831422"/>
                </a:xfrm>
                <a:solidFill>
                  <a:schemeClr val="accent1">
                    <a:lumMod val="40000"/>
                    <a:lumOff val="60000"/>
                  </a:schemeClr>
                </a:solidFill>
              </p:grpSpPr>
              <p:sp>
                <p:nvSpPr>
                  <p:cNvPr id="139" name="Oval 13">
                    <a:extLst>
                      <a:ext uri="{FF2B5EF4-FFF2-40B4-BE49-F238E27FC236}">
                        <a16:creationId xmlns:a16="http://schemas.microsoft.com/office/drawing/2014/main" id="{6E0BF3BC-CF64-4BA3-90D9-87015EA92FB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08737" y="459956"/>
                    <a:ext cx="3910352" cy="3910405"/>
                  </a:xfrm>
                  <a:prstGeom prst="ellipse">
                    <a:avLst/>
                  </a:prstGeom>
                  <a:grpFill/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12700" cap="flat" cmpd="sng">
                        <a:solidFill>
                          <a:srgbClr val="000000"/>
                        </a:solidFill>
                        <a:prstDash val="solid"/>
                        <a:miter lim="400000"/>
                        <a:headEnd type="none" w="med" len="med"/>
                        <a:tailEnd type="none" w="med" len="med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rgbClr val="000000">
                              <a:alpha val="74998"/>
                            </a:srgbClr>
                          </a:outerShdw>
                        </a:effectLst>
                      </a14:hiddenEffects>
                    </a:ext>
                  </a:extLst>
                </p:spPr>
                <p:txBody>
                  <a:bodyPr lIns="50800" tIns="50800" rIns="50800" bIns="50800" anchor="ctr"/>
                  <a:lstStyle>
                    <a:lvl1pPr>
                      <a:defRPr sz="2200" baseline="55000">
                        <a:solidFill>
                          <a:srgbClr val="7B7B7B"/>
                        </a:solidFill>
                        <a:latin typeface="Open Sans" charset="0"/>
                        <a:ea typeface="Open Sans" charset="0"/>
                        <a:cs typeface="Open Sans" charset="0"/>
                        <a:sym typeface="Open Sans" charset="0"/>
                      </a:defRPr>
                    </a:lvl1pPr>
                    <a:lvl2pPr marL="742950" indent="-285750">
                      <a:defRPr sz="2200" baseline="55000">
                        <a:solidFill>
                          <a:srgbClr val="7B7B7B"/>
                        </a:solidFill>
                        <a:latin typeface="Open Sans" charset="0"/>
                        <a:ea typeface="Open Sans" charset="0"/>
                        <a:cs typeface="Open Sans" charset="0"/>
                        <a:sym typeface="Open Sans" charset="0"/>
                      </a:defRPr>
                    </a:lvl2pPr>
                    <a:lvl3pPr marL="1143000" indent="-228600">
                      <a:defRPr sz="2200" baseline="55000">
                        <a:solidFill>
                          <a:srgbClr val="7B7B7B"/>
                        </a:solidFill>
                        <a:latin typeface="Open Sans" charset="0"/>
                        <a:ea typeface="Open Sans" charset="0"/>
                        <a:cs typeface="Open Sans" charset="0"/>
                        <a:sym typeface="Open Sans" charset="0"/>
                      </a:defRPr>
                    </a:lvl3pPr>
                    <a:lvl4pPr marL="1600200" indent="-228600">
                      <a:defRPr sz="2200" baseline="55000">
                        <a:solidFill>
                          <a:srgbClr val="7B7B7B"/>
                        </a:solidFill>
                        <a:latin typeface="Open Sans" charset="0"/>
                        <a:ea typeface="Open Sans" charset="0"/>
                        <a:cs typeface="Open Sans" charset="0"/>
                        <a:sym typeface="Open Sans" charset="0"/>
                      </a:defRPr>
                    </a:lvl4pPr>
                    <a:lvl5pPr marL="2057400" indent="-228600">
                      <a:defRPr sz="2200" baseline="55000">
                        <a:solidFill>
                          <a:srgbClr val="7B7B7B"/>
                        </a:solidFill>
                        <a:latin typeface="Open Sans" charset="0"/>
                        <a:ea typeface="Open Sans" charset="0"/>
                        <a:cs typeface="Open Sans" charset="0"/>
                        <a:sym typeface="Open Sans" charset="0"/>
                      </a:defRPr>
                    </a:lvl5pPr>
                    <a:lvl6pPr marL="2514600" indent="-228600" defTabSz="8255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200" baseline="55000">
                        <a:solidFill>
                          <a:srgbClr val="7B7B7B"/>
                        </a:solidFill>
                        <a:latin typeface="Open Sans" charset="0"/>
                        <a:ea typeface="Open Sans" charset="0"/>
                        <a:cs typeface="Open Sans" charset="0"/>
                        <a:sym typeface="Open Sans" charset="0"/>
                      </a:defRPr>
                    </a:lvl6pPr>
                    <a:lvl7pPr marL="2971800" indent="-228600" defTabSz="8255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200" baseline="55000">
                        <a:solidFill>
                          <a:srgbClr val="7B7B7B"/>
                        </a:solidFill>
                        <a:latin typeface="Open Sans" charset="0"/>
                        <a:ea typeface="Open Sans" charset="0"/>
                        <a:cs typeface="Open Sans" charset="0"/>
                        <a:sym typeface="Open Sans" charset="0"/>
                      </a:defRPr>
                    </a:lvl7pPr>
                    <a:lvl8pPr marL="3429000" indent="-228600" defTabSz="8255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200" baseline="55000">
                        <a:solidFill>
                          <a:srgbClr val="7B7B7B"/>
                        </a:solidFill>
                        <a:latin typeface="Open Sans" charset="0"/>
                        <a:ea typeface="Open Sans" charset="0"/>
                        <a:cs typeface="Open Sans" charset="0"/>
                        <a:sym typeface="Open Sans" charset="0"/>
                      </a:defRPr>
                    </a:lvl8pPr>
                    <a:lvl9pPr marL="3886200" indent="-228600" defTabSz="8255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200" baseline="55000">
                        <a:solidFill>
                          <a:srgbClr val="7B7B7B"/>
                        </a:solidFill>
                        <a:latin typeface="Open Sans" charset="0"/>
                        <a:ea typeface="Open Sans" charset="0"/>
                        <a:cs typeface="Open Sans" charset="0"/>
                        <a:sym typeface="Open Sans" charset="0"/>
                      </a:defRPr>
                    </a:lvl9pPr>
                  </a:lstStyle>
                  <a:p>
                    <a:pPr marL="0" marR="0" lvl="0" indent="0" algn="ctr" defTabSz="825500" eaLnBrk="1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32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+mn-ea"/>
                      <a:ea typeface="+mn-ea"/>
                      <a:cs typeface="Pretendard ExtraLight" panose="02000303000000020004" pitchFamily="50" charset="-127"/>
                      <a:sym typeface="Helvetica Light" panose="020B0403020202020204" pitchFamily="34" charset="0"/>
                    </a:endParaRPr>
                  </a:p>
                </p:txBody>
              </p:sp>
              <p:sp>
                <p:nvSpPr>
                  <p:cNvPr id="140" name="Oval 14">
                    <a:extLst>
                      <a:ext uri="{FF2B5EF4-FFF2-40B4-BE49-F238E27FC236}">
                        <a16:creationId xmlns:a16="http://schemas.microsoft.com/office/drawing/2014/main" id="{4CB80892-0D21-4DD6-A76E-321EE228A75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118410" y="1169640"/>
                    <a:ext cx="2492592" cy="2491037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12700" cap="flat" cmpd="sng">
                        <a:solidFill>
                          <a:srgbClr val="000000"/>
                        </a:solidFill>
                        <a:prstDash val="solid"/>
                        <a:miter lim="400000"/>
                        <a:headEnd type="none" w="med" len="med"/>
                        <a:tailEnd type="none" w="med" len="med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rgbClr val="000000">
                              <a:alpha val="74998"/>
                            </a:srgbClr>
                          </a:outerShdw>
                        </a:effectLst>
                      </a14:hiddenEffects>
                    </a:ext>
                  </a:extLst>
                </p:spPr>
                <p:txBody>
                  <a:bodyPr lIns="50800" tIns="50800" rIns="50800" bIns="50800" anchor="ctr"/>
                  <a:lstStyle>
                    <a:lvl1pPr>
                      <a:defRPr sz="2200" baseline="55000">
                        <a:solidFill>
                          <a:srgbClr val="7B7B7B"/>
                        </a:solidFill>
                        <a:latin typeface="Open Sans" charset="0"/>
                        <a:ea typeface="Open Sans" charset="0"/>
                        <a:cs typeface="Open Sans" charset="0"/>
                        <a:sym typeface="Open Sans" charset="0"/>
                      </a:defRPr>
                    </a:lvl1pPr>
                    <a:lvl2pPr marL="742950" indent="-285750">
                      <a:defRPr sz="2200" baseline="55000">
                        <a:solidFill>
                          <a:srgbClr val="7B7B7B"/>
                        </a:solidFill>
                        <a:latin typeface="Open Sans" charset="0"/>
                        <a:ea typeface="Open Sans" charset="0"/>
                        <a:cs typeface="Open Sans" charset="0"/>
                        <a:sym typeface="Open Sans" charset="0"/>
                      </a:defRPr>
                    </a:lvl2pPr>
                    <a:lvl3pPr marL="1143000" indent="-228600">
                      <a:defRPr sz="2200" baseline="55000">
                        <a:solidFill>
                          <a:srgbClr val="7B7B7B"/>
                        </a:solidFill>
                        <a:latin typeface="Open Sans" charset="0"/>
                        <a:ea typeface="Open Sans" charset="0"/>
                        <a:cs typeface="Open Sans" charset="0"/>
                        <a:sym typeface="Open Sans" charset="0"/>
                      </a:defRPr>
                    </a:lvl3pPr>
                    <a:lvl4pPr marL="1600200" indent="-228600">
                      <a:defRPr sz="2200" baseline="55000">
                        <a:solidFill>
                          <a:srgbClr val="7B7B7B"/>
                        </a:solidFill>
                        <a:latin typeface="Open Sans" charset="0"/>
                        <a:ea typeface="Open Sans" charset="0"/>
                        <a:cs typeface="Open Sans" charset="0"/>
                        <a:sym typeface="Open Sans" charset="0"/>
                      </a:defRPr>
                    </a:lvl4pPr>
                    <a:lvl5pPr marL="2057400" indent="-228600">
                      <a:defRPr sz="2200" baseline="55000">
                        <a:solidFill>
                          <a:srgbClr val="7B7B7B"/>
                        </a:solidFill>
                        <a:latin typeface="Open Sans" charset="0"/>
                        <a:ea typeface="Open Sans" charset="0"/>
                        <a:cs typeface="Open Sans" charset="0"/>
                        <a:sym typeface="Open Sans" charset="0"/>
                      </a:defRPr>
                    </a:lvl5pPr>
                    <a:lvl6pPr marL="2514600" indent="-228600" defTabSz="8255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200" baseline="55000">
                        <a:solidFill>
                          <a:srgbClr val="7B7B7B"/>
                        </a:solidFill>
                        <a:latin typeface="Open Sans" charset="0"/>
                        <a:ea typeface="Open Sans" charset="0"/>
                        <a:cs typeface="Open Sans" charset="0"/>
                        <a:sym typeface="Open Sans" charset="0"/>
                      </a:defRPr>
                    </a:lvl6pPr>
                    <a:lvl7pPr marL="2971800" indent="-228600" defTabSz="8255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200" baseline="55000">
                        <a:solidFill>
                          <a:srgbClr val="7B7B7B"/>
                        </a:solidFill>
                        <a:latin typeface="Open Sans" charset="0"/>
                        <a:ea typeface="Open Sans" charset="0"/>
                        <a:cs typeface="Open Sans" charset="0"/>
                        <a:sym typeface="Open Sans" charset="0"/>
                      </a:defRPr>
                    </a:lvl7pPr>
                    <a:lvl8pPr marL="3429000" indent="-228600" defTabSz="8255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200" baseline="55000">
                        <a:solidFill>
                          <a:srgbClr val="7B7B7B"/>
                        </a:solidFill>
                        <a:latin typeface="Open Sans" charset="0"/>
                        <a:ea typeface="Open Sans" charset="0"/>
                        <a:cs typeface="Open Sans" charset="0"/>
                        <a:sym typeface="Open Sans" charset="0"/>
                      </a:defRPr>
                    </a:lvl8pPr>
                    <a:lvl9pPr marL="3886200" indent="-228600" defTabSz="8255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200" baseline="55000">
                        <a:solidFill>
                          <a:srgbClr val="7B7B7B"/>
                        </a:solidFill>
                        <a:latin typeface="Open Sans" charset="0"/>
                        <a:ea typeface="Open Sans" charset="0"/>
                        <a:cs typeface="Open Sans" charset="0"/>
                        <a:sym typeface="Open Sans" charset="0"/>
                      </a:defRPr>
                    </a:lvl9pPr>
                  </a:lstStyle>
                  <a:p>
                    <a:pPr marL="0" marR="0" lvl="0" indent="0" algn="ctr" defTabSz="825500" eaLnBrk="1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32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+mn-ea"/>
                      <a:ea typeface="+mn-ea"/>
                      <a:cs typeface="Pretendard ExtraLight" panose="02000303000000020004" pitchFamily="50" charset="-127"/>
                      <a:sym typeface="Helvetica Light" panose="020B0403020202020204" pitchFamily="34" charset="0"/>
                    </a:endParaRPr>
                  </a:p>
                </p:txBody>
              </p:sp>
              <p:sp>
                <p:nvSpPr>
                  <p:cNvPr id="141" name="AutoShape 15">
                    <a:extLst>
                      <a:ext uri="{FF2B5EF4-FFF2-40B4-BE49-F238E27FC236}">
                        <a16:creationId xmlns:a16="http://schemas.microsoft.com/office/drawing/2014/main" id="{8D22EE86-54C3-471D-8490-32DFFEA6DEC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828085" y="-465"/>
                    <a:ext cx="1076418" cy="541392"/>
                  </a:xfrm>
                  <a:custGeom>
                    <a:avLst/>
                    <a:gdLst>
                      <a:gd name="T0" fmla="*/ 538209 w 21600"/>
                      <a:gd name="T1" fmla="*/ 270696 h 21600"/>
                      <a:gd name="T2" fmla="*/ 538209 w 21600"/>
                      <a:gd name="T3" fmla="*/ 270696 h 21600"/>
                      <a:gd name="T4" fmla="*/ 538209 w 21600"/>
                      <a:gd name="T5" fmla="*/ 270696 h 21600"/>
                      <a:gd name="T6" fmla="*/ 538209 w 21600"/>
                      <a:gd name="T7" fmla="*/ 270696 h 2160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1600" h="21600">
                        <a:moveTo>
                          <a:pt x="3731" y="739"/>
                        </a:moveTo>
                        <a:cubicBezTo>
                          <a:pt x="4070" y="261"/>
                          <a:pt x="4475" y="3"/>
                          <a:pt x="4891" y="0"/>
                        </a:cubicBezTo>
                        <a:cubicBezTo>
                          <a:pt x="5628" y="0"/>
                          <a:pt x="6364" y="0"/>
                          <a:pt x="7101" y="0"/>
                        </a:cubicBezTo>
                        <a:cubicBezTo>
                          <a:pt x="8321" y="0"/>
                          <a:pt x="9541" y="0"/>
                          <a:pt x="10761" y="0"/>
                        </a:cubicBezTo>
                        <a:cubicBezTo>
                          <a:pt x="11981" y="0"/>
                          <a:pt x="13201" y="0"/>
                          <a:pt x="14421" y="0"/>
                        </a:cubicBezTo>
                        <a:cubicBezTo>
                          <a:pt x="15158" y="0"/>
                          <a:pt x="15894" y="0"/>
                          <a:pt x="16631" y="0"/>
                        </a:cubicBezTo>
                        <a:cubicBezTo>
                          <a:pt x="17020" y="1"/>
                          <a:pt x="17400" y="226"/>
                          <a:pt x="17727" y="649"/>
                        </a:cubicBezTo>
                        <a:cubicBezTo>
                          <a:pt x="18123" y="1162"/>
                          <a:pt x="18416" y="1935"/>
                          <a:pt x="18556" y="2834"/>
                        </a:cubicBezTo>
                        <a:cubicBezTo>
                          <a:pt x="18713" y="3780"/>
                          <a:pt x="18871" y="4724"/>
                          <a:pt x="19030" y="5669"/>
                        </a:cubicBezTo>
                        <a:cubicBezTo>
                          <a:pt x="19347" y="7558"/>
                          <a:pt x="19666" y="9446"/>
                          <a:pt x="19979" y="11338"/>
                        </a:cubicBezTo>
                        <a:cubicBezTo>
                          <a:pt x="20539" y="14725"/>
                          <a:pt x="21079" y="18126"/>
                          <a:pt x="21600" y="21538"/>
                        </a:cubicBezTo>
                        <a:lnTo>
                          <a:pt x="0" y="21600"/>
                        </a:lnTo>
                        <a:cubicBezTo>
                          <a:pt x="474" y="18156"/>
                          <a:pt x="989" y="14734"/>
                          <a:pt x="1543" y="11338"/>
                        </a:cubicBezTo>
                        <a:cubicBezTo>
                          <a:pt x="1852" y="9443"/>
                          <a:pt x="2174" y="7557"/>
                          <a:pt x="2492" y="5669"/>
                        </a:cubicBezTo>
                        <a:cubicBezTo>
                          <a:pt x="2651" y="4725"/>
                          <a:pt x="2809" y="3780"/>
                          <a:pt x="2966" y="2834"/>
                        </a:cubicBezTo>
                        <a:cubicBezTo>
                          <a:pt x="3098" y="1987"/>
                          <a:pt x="3367" y="1251"/>
                          <a:pt x="3731" y="739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12700" cap="flat" cmpd="sng">
                        <a:solidFill>
                          <a:srgbClr val="000000"/>
                        </a:solidFill>
                        <a:prstDash val="solid"/>
                        <a:miter lim="400000"/>
                        <a:headEnd type="none" w="med" len="med"/>
                        <a:tailEnd type="none" w="med" len="med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rgbClr val="000000">
                              <a:alpha val="74997"/>
                            </a:srgbClr>
                          </a:outerShdw>
                        </a:effectLst>
                      </a14:hiddenEffects>
                    </a:ext>
                  </a:extLst>
                </p:spPr>
                <p:txBody>
                  <a:bodyPr lIns="50800" tIns="50800" rIns="50800" bIns="50800" anchor="ctr"/>
                  <a:lstStyle/>
                  <a:p>
                    <a:pPr marL="0" marR="0" lvl="0" indent="0" defTabSz="8255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RU" sz="2200" b="0" i="0" u="none" strike="noStrike" kern="0" cap="none" spc="0" normalizeH="0" baseline="55000" noProof="0" dirty="0">
                      <a:ln>
                        <a:noFill/>
                      </a:ln>
                      <a:solidFill>
                        <a:srgbClr val="7B7B7B"/>
                      </a:solidFill>
                      <a:effectLst/>
                      <a:uLnTx/>
                      <a:uFillTx/>
                      <a:latin typeface="+mn-ea"/>
                      <a:cs typeface="Pretendard" panose="02000503000000020004" pitchFamily="50" charset="-127"/>
                      <a:sym typeface="Open Sans" charset="0"/>
                    </a:endParaRPr>
                  </a:p>
                </p:txBody>
              </p:sp>
              <p:sp>
                <p:nvSpPr>
                  <p:cNvPr id="142" name="AutoShape 16">
                    <a:extLst>
                      <a:ext uri="{FF2B5EF4-FFF2-40B4-BE49-F238E27FC236}">
                        <a16:creationId xmlns:a16="http://schemas.microsoft.com/office/drawing/2014/main" id="{B4BC3B3F-F4AE-4887-BE7C-ED1C7F288B9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rot="10800000">
                    <a:off x="1828085" y="4289390"/>
                    <a:ext cx="1076418" cy="541392"/>
                  </a:xfrm>
                  <a:custGeom>
                    <a:avLst/>
                    <a:gdLst>
                      <a:gd name="T0" fmla="*/ 538209 w 21600"/>
                      <a:gd name="T1" fmla="*/ 270696 h 21600"/>
                      <a:gd name="T2" fmla="*/ 538209 w 21600"/>
                      <a:gd name="T3" fmla="*/ 270696 h 21600"/>
                      <a:gd name="T4" fmla="*/ 538209 w 21600"/>
                      <a:gd name="T5" fmla="*/ 270696 h 21600"/>
                      <a:gd name="T6" fmla="*/ 538209 w 21600"/>
                      <a:gd name="T7" fmla="*/ 270696 h 2160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1600" h="21600">
                        <a:moveTo>
                          <a:pt x="3731" y="739"/>
                        </a:moveTo>
                        <a:cubicBezTo>
                          <a:pt x="4070" y="261"/>
                          <a:pt x="4475" y="3"/>
                          <a:pt x="4891" y="0"/>
                        </a:cubicBezTo>
                        <a:cubicBezTo>
                          <a:pt x="5628" y="0"/>
                          <a:pt x="6364" y="0"/>
                          <a:pt x="7101" y="0"/>
                        </a:cubicBezTo>
                        <a:cubicBezTo>
                          <a:pt x="8321" y="0"/>
                          <a:pt x="9541" y="0"/>
                          <a:pt x="10761" y="0"/>
                        </a:cubicBezTo>
                        <a:cubicBezTo>
                          <a:pt x="11981" y="0"/>
                          <a:pt x="13201" y="0"/>
                          <a:pt x="14421" y="0"/>
                        </a:cubicBezTo>
                        <a:cubicBezTo>
                          <a:pt x="15158" y="0"/>
                          <a:pt x="15894" y="0"/>
                          <a:pt x="16631" y="0"/>
                        </a:cubicBezTo>
                        <a:cubicBezTo>
                          <a:pt x="17020" y="1"/>
                          <a:pt x="17400" y="226"/>
                          <a:pt x="17727" y="649"/>
                        </a:cubicBezTo>
                        <a:cubicBezTo>
                          <a:pt x="18123" y="1162"/>
                          <a:pt x="18416" y="1935"/>
                          <a:pt x="18556" y="2834"/>
                        </a:cubicBezTo>
                        <a:cubicBezTo>
                          <a:pt x="18713" y="3780"/>
                          <a:pt x="18871" y="4724"/>
                          <a:pt x="19030" y="5669"/>
                        </a:cubicBezTo>
                        <a:cubicBezTo>
                          <a:pt x="19347" y="7558"/>
                          <a:pt x="19666" y="9446"/>
                          <a:pt x="19979" y="11338"/>
                        </a:cubicBezTo>
                        <a:cubicBezTo>
                          <a:pt x="20539" y="14725"/>
                          <a:pt x="21079" y="18126"/>
                          <a:pt x="21600" y="21538"/>
                        </a:cubicBezTo>
                        <a:lnTo>
                          <a:pt x="0" y="21600"/>
                        </a:lnTo>
                        <a:cubicBezTo>
                          <a:pt x="474" y="18156"/>
                          <a:pt x="989" y="14734"/>
                          <a:pt x="1543" y="11338"/>
                        </a:cubicBezTo>
                        <a:cubicBezTo>
                          <a:pt x="1852" y="9443"/>
                          <a:pt x="2174" y="7557"/>
                          <a:pt x="2492" y="5669"/>
                        </a:cubicBezTo>
                        <a:cubicBezTo>
                          <a:pt x="2651" y="4725"/>
                          <a:pt x="2809" y="3780"/>
                          <a:pt x="2966" y="2834"/>
                        </a:cubicBezTo>
                        <a:cubicBezTo>
                          <a:pt x="3098" y="1987"/>
                          <a:pt x="3367" y="1251"/>
                          <a:pt x="3731" y="739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12700" cap="flat" cmpd="sng">
                        <a:solidFill>
                          <a:srgbClr val="000000"/>
                        </a:solidFill>
                        <a:prstDash val="solid"/>
                        <a:miter lim="400000"/>
                        <a:headEnd type="none" w="med" len="med"/>
                        <a:tailEnd type="none" w="med" len="med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rgbClr val="000000">
                              <a:alpha val="74997"/>
                            </a:srgbClr>
                          </a:outerShdw>
                        </a:effectLst>
                      </a14:hiddenEffects>
                    </a:ext>
                  </a:extLst>
                </p:spPr>
                <p:txBody>
                  <a:bodyPr lIns="50800" tIns="50800" rIns="50800" bIns="50800" anchor="ctr"/>
                  <a:lstStyle/>
                  <a:p>
                    <a:pPr marL="0" marR="0" lvl="0" indent="0" defTabSz="8255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RU" sz="2200" b="0" i="0" u="none" strike="noStrike" kern="0" cap="none" spc="0" normalizeH="0" baseline="55000" noProof="0" dirty="0">
                      <a:ln>
                        <a:noFill/>
                      </a:ln>
                      <a:solidFill>
                        <a:srgbClr val="7B7B7B"/>
                      </a:solidFill>
                      <a:effectLst/>
                      <a:uLnTx/>
                      <a:uFillTx/>
                      <a:latin typeface="+mn-ea"/>
                      <a:cs typeface="Pretendard" panose="02000503000000020004" pitchFamily="50" charset="-127"/>
                      <a:sym typeface="Open Sans" charset="0"/>
                    </a:endParaRPr>
                  </a:p>
                </p:txBody>
              </p:sp>
              <p:sp>
                <p:nvSpPr>
                  <p:cNvPr id="189" name="AutoShape 17">
                    <a:extLst>
                      <a:ext uri="{FF2B5EF4-FFF2-40B4-BE49-F238E27FC236}">
                        <a16:creationId xmlns:a16="http://schemas.microsoft.com/office/drawing/2014/main" id="{8A1BB27B-5778-4AF6-8F29-6B1BB3FD65B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rot="3621921">
                    <a:off x="3691963" y="1083910"/>
                    <a:ext cx="1078021" cy="541385"/>
                  </a:xfrm>
                  <a:custGeom>
                    <a:avLst/>
                    <a:gdLst>
                      <a:gd name="T0" fmla="*/ 539011 w 21600"/>
                      <a:gd name="T1" fmla="*/ 270693 h 21600"/>
                      <a:gd name="T2" fmla="*/ 539011 w 21600"/>
                      <a:gd name="T3" fmla="*/ 270693 h 21600"/>
                      <a:gd name="T4" fmla="*/ 539011 w 21600"/>
                      <a:gd name="T5" fmla="*/ 270693 h 21600"/>
                      <a:gd name="T6" fmla="*/ 539011 w 21600"/>
                      <a:gd name="T7" fmla="*/ 270693 h 2160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1600" h="21600">
                        <a:moveTo>
                          <a:pt x="3731" y="739"/>
                        </a:moveTo>
                        <a:cubicBezTo>
                          <a:pt x="4070" y="261"/>
                          <a:pt x="4475" y="3"/>
                          <a:pt x="4891" y="0"/>
                        </a:cubicBezTo>
                        <a:cubicBezTo>
                          <a:pt x="5628" y="0"/>
                          <a:pt x="6364" y="0"/>
                          <a:pt x="7101" y="0"/>
                        </a:cubicBezTo>
                        <a:cubicBezTo>
                          <a:pt x="8321" y="0"/>
                          <a:pt x="9541" y="0"/>
                          <a:pt x="10761" y="0"/>
                        </a:cubicBezTo>
                        <a:cubicBezTo>
                          <a:pt x="11981" y="0"/>
                          <a:pt x="13201" y="0"/>
                          <a:pt x="14421" y="0"/>
                        </a:cubicBezTo>
                        <a:cubicBezTo>
                          <a:pt x="15158" y="0"/>
                          <a:pt x="15894" y="0"/>
                          <a:pt x="16631" y="0"/>
                        </a:cubicBezTo>
                        <a:cubicBezTo>
                          <a:pt x="17020" y="1"/>
                          <a:pt x="17400" y="226"/>
                          <a:pt x="17727" y="649"/>
                        </a:cubicBezTo>
                        <a:cubicBezTo>
                          <a:pt x="18123" y="1162"/>
                          <a:pt x="18416" y="1935"/>
                          <a:pt x="18556" y="2834"/>
                        </a:cubicBezTo>
                        <a:cubicBezTo>
                          <a:pt x="18713" y="3780"/>
                          <a:pt x="18871" y="4724"/>
                          <a:pt x="19030" y="5669"/>
                        </a:cubicBezTo>
                        <a:cubicBezTo>
                          <a:pt x="19347" y="7558"/>
                          <a:pt x="19666" y="9446"/>
                          <a:pt x="19979" y="11338"/>
                        </a:cubicBezTo>
                        <a:cubicBezTo>
                          <a:pt x="20539" y="14725"/>
                          <a:pt x="21079" y="18126"/>
                          <a:pt x="21600" y="21538"/>
                        </a:cubicBezTo>
                        <a:lnTo>
                          <a:pt x="0" y="21600"/>
                        </a:lnTo>
                        <a:cubicBezTo>
                          <a:pt x="474" y="18156"/>
                          <a:pt x="989" y="14734"/>
                          <a:pt x="1543" y="11338"/>
                        </a:cubicBezTo>
                        <a:cubicBezTo>
                          <a:pt x="1852" y="9443"/>
                          <a:pt x="2174" y="7557"/>
                          <a:pt x="2492" y="5669"/>
                        </a:cubicBezTo>
                        <a:cubicBezTo>
                          <a:pt x="2651" y="4725"/>
                          <a:pt x="2809" y="3780"/>
                          <a:pt x="2966" y="2834"/>
                        </a:cubicBezTo>
                        <a:cubicBezTo>
                          <a:pt x="3098" y="1987"/>
                          <a:pt x="3367" y="1251"/>
                          <a:pt x="3731" y="739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12700" cap="flat" cmpd="sng">
                        <a:solidFill>
                          <a:srgbClr val="000000"/>
                        </a:solidFill>
                        <a:prstDash val="solid"/>
                        <a:miter lim="400000"/>
                        <a:headEnd type="none" w="med" len="med"/>
                        <a:tailEnd type="none" w="med" len="med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rgbClr val="000000">
                              <a:alpha val="74997"/>
                            </a:srgbClr>
                          </a:outerShdw>
                        </a:effectLst>
                      </a14:hiddenEffects>
                    </a:ext>
                  </a:extLst>
                </p:spPr>
                <p:txBody>
                  <a:bodyPr lIns="50800" tIns="50800" rIns="50800" bIns="50800" anchor="ctr"/>
                  <a:lstStyle/>
                  <a:p>
                    <a:pPr marL="0" marR="0" lvl="0" indent="0" defTabSz="8255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RU" sz="2200" b="0" i="0" u="none" strike="noStrike" kern="0" cap="none" spc="0" normalizeH="0" baseline="55000" noProof="0" dirty="0">
                      <a:ln>
                        <a:noFill/>
                      </a:ln>
                      <a:solidFill>
                        <a:srgbClr val="7B7B7B"/>
                      </a:solidFill>
                      <a:effectLst/>
                      <a:uLnTx/>
                      <a:uFillTx/>
                      <a:latin typeface="+mn-ea"/>
                      <a:cs typeface="Pretendard" panose="02000503000000020004" pitchFamily="50" charset="-127"/>
                      <a:sym typeface="Open Sans" charset="0"/>
                    </a:endParaRPr>
                  </a:p>
                </p:txBody>
              </p:sp>
              <p:sp>
                <p:nvSpPr>
                  <p:cNvPr id="190" name="AutoShape 18">
                    <a:extLst>
                      <a:ext uri="{FF2B5EF4-FFF2-40B4-BE49-F238E27FC236}">
                        <a16:creationId xmlns:a16="http://schemas.microsoft.com/office/drawing/2014/main" id="{7721032D-B886-44C0-928E-CDA3C4AFF55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rot="-7178079">
                    <a:off x="-37397" y="3205023"/>
                    <a:ext cx="1078021" cy="541384"/>
                  </a:xfrm>
                  <a:custGeom>
                    <a:avLst/>
                    <a:gdLst>
                      <a:gd name="T0" fmla="*/ 539011 w 21600"/>
                      <a:gd name="T1" fmla="*/ 270692 h 21600"/>
                      <a:gd name="T2" fmla="*/ 539011 w 21600"/>
                      <a:gd name="T3" fmla="*/ 270692 h 21600"/>
                      <a:gd name="T4" fmla="*/ 539011 w 21600"/>
                      <a:gd name="T5" fmla="*/ 270692 h 21600"/>
                      <a:gd name="T6" fmla="*/ 539011 w 21600"/>
                      <a:gd name="T7" fmla="*/ 270692 h 2160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1600" h="21600">
                        <a:moveTo>
                          <a:pt x="3731" y="739"/>
                        </a:moveTo>
                        <a:cubicBezTo>
                          <a:pt x="4070" y="261"/>
                          <a:pt x="4475" y="3"/>
                          <a:pt x="4891" y="0"/>
                        </a:cubicBezTo>
                        <a:cubicBezTo>
                          <a:pt x="5628" y="0"/>
                          <a:pt x="6364" y="0"/>
                          <a:pt x="7101" y="0"/>
                        </a:cubicBezTo>
                        <a:cubicBezTo>
                          <a:pt x="8321" y="0"/>
                          <a:pt x="9541" y="0"/>
                          <a:pt x="10761" y="0"/>
                        </a:cubicBezTo>
                        <a:cubicBezTo>
                          <a:pt x="11981" y="0"/>
                          <a:pt x="13201" y="0"/>
                          <a:pt x="14421" y="0"/>
                        </a:cubicBezTo>
                        <a:cubicBezTo>
                          <a:pt x="15158" y="0"/>
                          <a:pt x="15894" y="0"/>
                          <a:pt x="16631" y="0"/>
                        </a:cubicBezTo>
                        <a:cubicBezTo>
                          <a:pt x="17020" y="1"/>
                          <a:pt x="17400" y="226"/>
                          <a:pt x="17727" y="649"/>
                        </a:cubicBezTo>
                        <a:cubicBezTo>
                          <a:pt x="18123" y="1162"/>
                          <a:pt x="18416" y="1935"/>
                          <a:pt x="18556" y="2834"/>
                        </a:cubicBezTo>
                        <a:cubicBezTo>
                          <a:pt x="18713" y="3780"/>
                          <a:pt x="18871" y="4724"/>
                          <a:pt x="19030" y="5669"/>
                        </a:cubicBezTo>
                        <a:cubicBezTo>
                          <a:pt x="19347" y="7558"/>
                          <a:pt x="19666" y="9446"/>
                          <a:pt x="19979" y="11338"/>
                        </a:cubicBezTo>
                        <a:cubicBezTo>
                          <a:pt x="20539" y="14725"/>
                          <a:pt x="21079" y="18126"/>
                          <a:pt x="21600" y="21538"/>
                        </a:cubicBezTo>
                        <a:lnTo>
                          <a:pt x="0" y="21600"/>
                        </a:lnTo>
                        <a:cubicBezTo>
                          <a:pt x="474" y="18156"/>
                          <a:pt x="989" y="14734"/>
                          <a:pt x="1543" y="11338"/>
                        </a:cubicBezTo>
                        <a:cubicBezTo>
                          <a:pt x="1852" y="9443"/>
                          <a:pt x="2174" y="7557"/>
                          <a:pt x="2492" y="5669"/>
                        </a:cubicBezTo>
                        <a:cubicBezTo>
                          <a:pt x="2651" y="4725"/>
                          <a:pt x="2809" y="3780"/>
                          <a:pt x="2966" y="2834"/>
                        </a:cubicBezTo>
                        <a:cubicBezTo>
                          <a:pt x="3098" y="1987"/>
                          <a:pt x="3367" y="1251"/>
                          <a:pt x="3731" y="739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12700" cap="flat" cmpd="sng">
                        <a:solidFill>
                          <a:srgbClr val="000000"/>
                        </a:solidFill>
                        <a:prstDash val="solid"/>
                        <a:miter lim="400000"/>
                        <a:headEnd type="none" w="med" len="med"/>
                        <a:tailEnd type="none" w="med" len="med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rgbClr val="000000">
                              <a:alpha val="74997"/>
                            </a:srgbClr>
                          </a:outerShdw>
                        </a:effectLst>
                      </a14:hiddenEffects>
                    </a:ext>
                  </a:extLst>
                </p:spPr>
                <p:txBody>
                  <a:bodyPr lIns="50800" tIns="50800" rIns="50800" bIns="50800" anchor="ctr"/>
                  <a:lstStyle/>
                  <a:p>
                    <a:pPr marL="0" marR="0" lvl="0" indent="0" defTabSz="8255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RU" sz="2200" b="0" i="0" u="none" strike="noStrike" kern="0" cap="none" spc="0" normalizeH="0" baseline="55000" noProof="0" dirty="0">
                      <a:ln>
                        <a:noFill/>
                      </a:ln>
                      <a:solidFill>
                        <a:srgbClr val="7B7B7B"/>
                      </a:solidFill>
                      <a:effectLst/>
                      <a:uLnTx/>
                      <a:uFillTx/>
                      <a:latin typeface="+mn-ea"/>
                      <a:cs typeface="Pretendard" panose="02000503000000020004" pitchFamily="50" charset="-127"/>
                      <a:sym typeface="Open Sans" charset="0"/>
                    </a:endParaRPr>
                  </a:p>
                </p:txBody>
              </p:sp>
              <p:sp>
                <p:nvSpPr>
                  <p:cNvPr id="191" name="AutoShape 19">
                    <a:extLst>
                      <a:ext uri="{FF2B5EF4-FFF2-40B4-BE49-F238E27FC236}">
                        <a16:creationId xmlns:a16="http://schemas.microsoft.com/office/drawing/2014/main" id="{9AE5DD2A-2C3C-4DC5-92C1-D4D6AF2234D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rot="-3611180">
                    <a:off x="-35016" y="1078354"/>
                    <a:ext cx="1076433" cy="541385"/>
                  </a:xfrm>
                  <a:custGeom>
                    <a:avLst/>
                    <a:gdLst>
                      <a:gd name="T0" fmla="*/ 538217 w 21600"/>
                      <a:gd name="T1" fmla="*/ 270693 h 21600"/>
                      <a:gd name="T2" fmla="*/ 538217 w 21600"/>
                      <a:gd name="T3" fmla="*/ 270693 h 21600"/>
                      <a:gd name="T4" fmla="*/ 538217 w 21600"/>
                      <a:gd name="T5" fmla="*/ 270693 h 21600"/>
                      <a:gd name="T6" fmla="*/ 538217 w 21600"/>
                      <a:gd name="T7" fmla="*/ 270693 h 2160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1600" h="21600">
                        <a:moveTo>
                          <a:pt x="3731" y="739"/>
                        </a:moveTo>
                        <a:cubicBezTo>
                          <a:pt x="4070" y="261"/>
                          <a:pt x="4475" y="3"/>
                          <a:pt x="4891" y="0"/>
                        </a:cubicBezTo>
                        <a:cubicBezTo>
                          <a:pt x="5628" y="0"/>
                          <a:pt x="6364" y="0"/>
                          <a:pt x="7101" y="0"/>
                        </a:cubicBezTo>
                        <a:cubicBezTo>
                          <a:pt x="8321" y="0"/>
                          <a:pt x="9541" y="0"/>
                          <a:pt x="10761" y="0"/>
                        </a:cubicBezTo>
                        <a:cubicBezTo>
                          <a:pt x="11981" y="0"/>
                          <a:pt x="13201" y="0"/>
                          <a:pt x="14421" y="0"/>
                        </a:cubicBezTo>
                        <a:cubicBezTo>
                          <a:pt x="15158" y="0"/>
                          <a:pt x="15894" y="0"/>
                          <a:pt x="16631" y="0"/>
                        </a:cubicBezTo>
                        <a:cubicBezTo>
                          <a:pt x="17020" y="1"/>
                          <a:pt x="17400" y="226"/>
                          <a:pt x="17727" y="649"/>
                        </a:cubicBezTo>
                        <a:cubicBezTo>
                          <a:pt x="18123" y="1162"/>
                          <a:pt x="18416" y="1935"/>
                          <a:pt x="18556" y="2834"/>
                        </a:cubicBezTo>
                        <a:cubicBezTo>
                          <a:pt x="18713" y="3780"/>
                          <a:pt x="18871" y="4724"/>
                          <a:pt x="19030" y="5669"/>
                        </a:cubicBezTo>
                        <a:cubicBezTo>
                          <a:pt x="19347" y="7558"/>
                          <a:pt x="19666" y="9446"/>
                          <a:pt x="19979" y="11338"/>
                        </a:cubicBezTo>
                        <a:cubicBezTo>
                          <a:pt x="20539" y="14725"/>
                          <a:pt x="21079" y="18126"/>
                          <a:pt x="21600" y="21538"/>
                        </a:cubicBezTo>
                        <a:lnTo>
                          <a:pt x="0" y="21600"/>
                        </a:lnTo>
                        <a:cubicBezTo>
                          <a:pt x="474" y="18156"/>
                          <a:pt x="989" y="14734"/>
                          <a:pt x="1543" y="11338"/>
                        </a:cubicBezTo>
                        <a:cubicBezTo>
                          <a:pt x="1852" y="9443"/>
                          <a:pt x="2174" y="7557"/>
                          <a:pt x="2492" y="5669"/>
                        </a:cubicBezTo>
                        <a:cubicBezTo>
                          <a:pt x="2651" y="4725"/>
                          <a:pt x="2809" y="3780"/>
                          <a:pt x="2966" y="2834"/>
                        </a:cubicBezTo>
                        <a:cubicBezTo>
                          <a:pt x="3098" y="1987"/>
                          <a:pt x="3367" y="1251"/>
                          <a:pt x="3731" y="739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12700" cap="flat" cmpd="sng">
                        <a:solidFill>
                          <a:srgbClr val="000000"/>
                        </a:solidFill>
                        <a:prstDash val="solid"/>
                        <a:miter lim="400000"/>
                        <a:headEnd type="none" w="med" len="med"/>
                        <a:tailEnd type="none" w="med" len="med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rgbClr val="000000">
                              <a:alpha val="74997"/>
                            </a:srgbClr>
                          </a:outerShdw>
                        </a:effectLst>
                      </a14:hiddenEffects>
                    </a:ext>
                  </a:extLst>
                </p:spPr>
                <p:txBody>
                  <a:bodyPr lIns="50800" tIns="50800" rIns="50800" bIns="50800" anchor="ctr"/>
                  <a:lstStyle/>
                  <a:p>
                    <a:pPr marL="0" marR="0" lvl="0" indent="0" defTabSz="8255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RU" sz="2200" b="0" i="0" u="none" strike="noStrike" kern="0" cap="none" spc="0" normalizeH="0" baseline="55000" noProof="0" dirty="0">
                      <a:ln>
                        <a:noFill/>
                      </a:ln>
                      <a:solidFill>
                        <a:srgbClr val="7B7B7B"/>
                      </a:solidFill>
                      <a:effectLst/>
                      <a:uLnTx/>
                      <a:uFillTx/>
                      <a:latin typeface="+mn-ea"/>
                      <a:cs typeface="Pretendard" panose="02000503000000020004" pitchFamily="50" charset="-127"/>
                      <a:sym typeface="Open Sans" charset="0"/>
                    </a:endParaRPr>
                  </a:p>
                </p:txBody>
              </p:sp>
              <p:sp>
                <p:nvSpPr>
                  <p:cNvPr id="192" name="AutoShape 20">
                    <a:extLst>
                      <a:ext uri="{FF2B5EF4-FFF2-40B4-BE49-F238E27FC236}">
                        <a16:creationId xmlns:a16="http://schemas.microsoft.com/office/drawing/2014/main" id="{C9DD50C3-B577-40DC-B076-62048D9110A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rot="7188819">
                    <a:off x="3687201" y="3211373"/>
                    <a:ext cx="1076433" cy="539797"/>
                  </a:xfrm>
                  <a:custGeom>
                    <a:avLst/>
                    <a:gdLst>
                      <a:gd name="T0" fmla="*/ 538217 w 21600"/>
                      <a:gd name="T1" fmla="*/ 269899 h 21600"/>
                      <a:gd name="T2" fmla="*/ 538217 w 21600"/>
                      <a:gd name="T3" fmla="*/ 269899 h 21600"/>
                      <a:gd name="T4" fmla="*/ 538217 w 21600"/>
                      <a:gd name="T5" fmla="*/ 269899 h 21600"/>
                      <a:gd name="T6" fmla="*/ 538217 w 21600"/>
                      <a:gd name="T7" fmla="*/ 269899 h 2160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1600" h="21600">
                        <a:moveTo>
                          <a:pt x="3731" y="739"/>
                        </a:moveTo>
                        <a:cubicBezTo>
                          <a:pt x="4070" y="261"/>
                          <a:pt x="4475" y="3"/>
                          <a:pt x="4891" y="0"/>
                        </a:cubicBezTo>
                        <a:cubicBezTo>
                          <a:pt x="5628" y="0"/>
                          <a:pt x="6364" y="0"/>
                          <a:pt x="7101" y="0"/>
                        </a:cubicBezTo>
                        <a:cubicBezTo>
                          <a:pt x="8321" y="0"/>
                          <a:pt x="9541" y="0"/>
                          <a:pt x="10761" y="0"/>
                        </a:cubicBezTo>
                        <a:cubicBezTo>
                          <a:pt x="11981" y="0"/>
                          <a:pt x="13201" y="0"/>
                          <a:pt x="14421" y="0"/>
                        </a:cubicBezTo>
                        <a:cubicBezTo>
                          <a:pt x="15158" y="0"/>
                          <a:pt x="15894" y="0"/>
                          <a:pt x="16631" y="0"/>
                        </a:cubicBezTo>
                        <a:cubicBezTo>
                          <a:pt x="17020" y="1"/>
                          <a:pt x="17400" y="226"/>
                          <a:pt x="17727" y="649"/>
                        </a:cubicBezTo>
                        <a:cubicBezTo>
                          <a:pt x="18123" y="1162"/>
                          <a:pt x="18416" y="1935"/>
                          <a:pt x="18556" y="2834"/>
                        </a:cubicBezTo>
                        <a:cubicBezTo>
                          <a:pt x="18713" y="3780"/>
                          <a:pt x="18871" y="4724"/>
                          <a:pt x="19030" y="5669"/>
                        </a:cubicBezTo>
                        <a:cubicBezTo>
                          <a:pt x="19347" y="7558"/>
                          <a:pt x="19666" y="9446"/>
                          <a:pt x="19979" y="11338"/>
                        </a:cubicBezTo>
                        <a:cubicBezTo>
                          <a:pt x="20539" y="14725"/>
                          <a:pt x="21079" y="18126"/>
                          <a:pt x="21600" y="21538"/>
                        </a:cubicBezTo>
                        <a:lnTo>
                          <a:pt x="0" y="21600"/>
                        </a:lnTo>
                        <a:cubicBezTo>
                          <a:pt x="474" y="18156"/>
                          <a:pt x="989" y="14734"/>
                          <a:pt x="1543" y="11338"/>
                        </a:cubicBezTo>
                        <a:cubicBezTo>
                          <a:pt x="1852" y="9443"/>
                          <a:pt x="2174" y="7557"/>
                          <a:pt x="2492" y="5669"/>
                        </a:cubicBezTo>
                        <a:cubicBezTo>
                          <a:pt x="2651" y="4725"/>
                          <a:pt x="2809" y="3780"/>
                          <a:pt x="2966" y="2834"/>
                        </a:cubicBezTo>
                        <a:cubicBezTo>
                          <a:pt x="3098" y="1987"/>
                          <a:pt x="3367" y="1251"/>
                          <a:pt x="3731" y="739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12700" cap="flat" cmpd="sng">
                        <a:solidFill>
                          <a:srgbClr val="000000"/>
                        </a:solidFill>
                        <a:prstDash val="solid"/>
                        <a:miter lim="400000"/>
                        <a:headEnd type="none" w="med" len="med"/>
                        <a:tailEnd type="none" w="med" len="med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rgbClr val="000000">
                              <a:alpha val="74997"/>
                            </a:srgbClr>
                          </a:outerShdw>
                        </a:effectLst>
                      </a14:hiddenEffects>
                    </a:ext>
                  </a:extLst>
                </p:spPr>
                <p:txBody>
                  <a:bodyPr lIns="50800" tIns="50800" rIns="50800" bIns="50800" anchor="ctr"/>
                  <a:lstStyle/>
                  <a:p>
                    <a:pPr marL="0" marR="0" lvl="0" indent="0" defTabSz="8255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RU" sz="2200" b="0" i="0" u="none" strike="noStrike" kern="0" cap="none" spc="0" normalizeH="0" baseline="55000" noProof="0" dirty="0">
                      <a:ln>
                        <a:noFill/>
                      </a:ln>
                      <a:solidFill>
                        <a:srgbClr val="7B7B7B"/>
                      </a:solidFill>
                      <a:effectLst/>
                      <a:uLnTx/>
                      <a:uFillTx/>
                      <a:latin typeface="+mn-ea"/>
                      <a:cs typeface="Pretendard" panose="02000503000000020004" pitchFamily="50" charset="-127"/>
                      <a:sym typeface="Open Sans" charset="0"/>
                    </a:endParaRPr>
                  </a:p>
                </p:txBody>
              </p:sp>
            </p:grpSp>
            <p:grpSp>
              <p:nvGrpSpPr>
                <p:cNvPr id="121" name="Group 21">
                  <a:extLst>
                    <a:ext uri="{FF2B5EF4-FFF2-40B4-BE49-F238E27FC236}">
                      <a16:creationId xmlns:a16="http://schemas.microsoft.com/office/drawing/2014/main" id="{6C32C575-2CA6-4DB7-90CB-72C16B41AE9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rot="20100815">
                  <a:off x="3383083" y="5014538"/>
                  <a:ext cx="136822" cy="154486"/>
                  <a:chOff x="146690" y="-1392"/>
                  <a:chExt cx="2802529" cy="3164376"/>
                </a:xfrm>
                <a:solidFill>
                  <a:srgbClr val="8ABCC8"/>
                </a:solidFill>
              </p:grpSpPr>
              <p:sp>
                <p:nvSpPr>
                  <p:cNvPr id="131" name="Oval 22">
                    <a:extLst>
                      <a:ext uri="{FF2B5EF4-FFF2-40B4-BE49-F238E27FC236}">
                        <a16:creationId xmlns:a16="http://schemas.microsoft.com/office/drawing/2014/main" id="{C94B0BAC-FC10-4D9B-8A8A-BCBE3E91C76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67678" y="301625"/>
                    <a:ext cx="2565623" cy="2560895"/>
                  </a:xfrm>
                  <a:prstGeom prst="ellipse">
                    <a:avLst/>
                  </a:prstGeom>
                  <a:grpFill/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12700" cap="flat" cmpd="sng">
                        <a:solidFill>
                          <a:srgbClr val="000000"/>
                        </a:solidFill>
                        <a:prstDash val="solid"/>
                        <a:miter lim="400000"/>
                        <a:headEnd type="none" w="med" len="med"/>
                        <a:tailEnd type="none" w="med" len="med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rgbClr val="000000">
                              <a:alpha val="74998"/>
                            </a:srgbClr>
                          </a:outerShdw>
                        </a:effectLst>
                      </a14:hiddenEffects>
                    </a:ext>
                  </a:extLst>
                </p:spPr>
                <p:txBody>
                  <a:bodyPr lIns="50800" tIns="50800" rIns="50800" bIns="50800" anchor="ctr"/>
                  <a:lstStyle>
                    <a:lvl1pPr>
                      <a:defRPr sz="2200" baseline="55000">
                        <a:solidFill>
                          <a:srgbClr val="7B7B7B"/>
                        </a:solidFill>
                        <a:latin typeface="Open Sans" charset="0"/>
                        <a:ea typeface="Open Sans" charset="0"/>
                        <a:cs typeface="Open Sans" charset="0"/>
                        <a:sym typeface="Open Sans" charset="0"/>
                      </a:defRPr>
                    </a:lvl1pPr>
                    <a:lvl2pPr marL="742950" indent="-285750">
                      <a:defRPr sz="2200" baseline="55000">
                        <a:solidFill>
                          <a:srgbClr val="7B7B7B"/>
                        </a:solidFill>
                        <a:latin typeface="Open Sans" charset="0"/>
                        <a:ea typeface="Open Sans" charset="0"/>
                        <a:cs typeface="Open Sans" charset="0"/>
                        <a:sym typeface="Open Sans" charset="0"/>
                      </a:defRPr>
                    </a:lvl2pPr>
                    <a:lvl3pPr marL="1143000" indent="-228600">
                      <a:defRPr sz="2200" baseline="55000">
                        <a:solidFill>
                          <a:srgbClr val="7B7B7B"/>
                        </a:solidFill>
                        <a:latin typeface="Open Sans" charset="0"/>
                        <a:ea typeface="Open Sans" charset="0"/>
                        <a:cs typeface="Open Sans" charset="0"/>
                        <a:sym typeface="Open Sans" charset="0"/>
                      </a:defRPr>
                    </a:lvl3pPr>
                    <a:lvl4pPr marL="1600200" indent="-228600">
                      <a:defRPr sz="2200" baseline="55000">
                        <a:solidFill>
                          <a:srgbClr val="7B7B7B"/>
                        </a:solidFill>
                        <a:latin typeface="Open Sans" charset="0"/>
                        <a:ea typeface="Open Sans" charset="0"/>
                        <a:cs typeface="Open Sans" charset="0"/>
                        <a:sym typeface="Open Sans" charset="0"/>
                      </a:defRPr>
                    </a:lvl4pPr>
                    <a:lvl5pPr marL="2057400" indent="-228600">
                      <a:defRPr sz="2200" baseline="55000">
                        <a:solidFill>
                          <a:srgbClr val="7B7B7B"/>
                        </a:solidFill>
                        <a:latin typeface="Open Sans" charset="0"/>
                        <a:ea typeface="Open Sans" charset="0"/>
                        <a:cs typeface="Open Sans" charset="0"/>
                        <a:sym typeface="Open Sans" charset="0"/>
                      </a:defRPr>
                    </a:lvl5pPr>
                    <a:lvl6pPr marL="2514600" indent="-228600" defTabSz="8255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200" baseline="55000">
                        <a:solidFill>
                          <a:srgbClr val="7B7B7B"/>
                        </a:solidFill>
                        <a:latin typeface="Open Sans" charset="0"/>
                        <a:ea typeface="Open Sans" charset="0"/>
                        <a:cs typeface="Open Sans" charset="0"/>
                        <a:sym typeface="Open Sans" charset="0"/>
                      </a:defRPr>
                    </a:lvl6pPr>
                    <a:lvl7pPr marL="2971800" indent="-228600" defTabSz="8255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200" baseline="55000">
                        <a:solidFill>
                          <a:srgbClr val="7B7B7B"/>
                        </a:solidFill>
                        <a:latin typeface="Open Sans" charset="0"/>
                        <a:ea typeface="Open Sans" charset="0"/>
                        <a:cs typeface="Open Sans" charset="0"/>
                        <a:sym typeface="Open Sans" charset="0"/>
                      </a:defRPr>
                    </a:lvl7pPr>
                    <a:lvl8pPr marL="3429000" indent="-228600" defTabSz="8255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200" baseline="55000">
                        <a:solidFill>
                          <a:srgbClr val="7B7B7B"/>
                        </a:solidFill>
                        <a:latin typeface="Open Sans" charset="0"/>
                        <a:ea typeface="Open Sans" charset="0"/>
                        <a:cs typeface="Open Sans" charset="0"/>
                        <a:sym typeface="Open Sans" charset="0"/>
                      </a:defRPr>
                    </a:lvl8pPr>
                    <a:lvl9pPr marL="3886200" indent="-228600" defTabSz="8255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200" baseline="55000">
                        <a:solidFill>
                          <a:srgbClr val="7B7B7B"/>
                        </a:solidFill>
                        <a:latin typeface="Open Sans" charset="0"/>
                        <a:ea typeface="Open Sans" charset="0"/>
                        <a:cs typeface="Open Sans" charset="0"/>
                        <a:sym typeface="Open Sans" charset="0"/>
                      </a:defRPr>
                    </a:lvl9pPr>
                  </a:lstStyle>
                  <a:p>
                    <a:pPr marL="0" marR="0" lvl="0" indent="0" algn="ctr" defTabSz="825500" eaLnBrk="1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32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+mn-ea"/>
                      <a:ea typeface="+mn-ea"/>
                      <a:cs typeface="Pretendard ExtraLight" panose="02000303000000020004" pitchFamily="50" charset="-127"/>
                      <a:sym typeface="Helvetica Light" panose="020B0403020202020204" pitchFamily="34" charset="0"/>
                    </a:endParaRPr>
                  </a:p>
                </p:txBody>
              </p:sp>
              <p:sp>
                <p:nvSpPr>
                  <p:cNvPr id="132" name="Oval 23">
                    <a:extLst>
                      <a:ext uri="{FF2B5EF4-FFF2-40B4-BE49-F238E27FC236}">
                        <a16:creationId xmlns:a16="http://schemas.microsoft.com/office/drawing/2014/main" id="{90A4464D-1C49-4AC7-96F8-C9EC12E9897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730313" y="763954"/>
                    <a:ext cx="1635267" cy="1632114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12700" cap="flat" cmpd="sng">
                        <a:solidFill>
                          <a:srgbClr val="000000"/>
                        </a:solidFill>
                        <a:prstDash val="solid"/>
                        <a:miter lim="400000"/>
                        <a:headEnd type="none" w="med" len="med"/>
                        <a:tailEnd type="none" w="med" len="med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rgbClr val="000000">
                              <a:alpha val="74998"/>
                            </a:srgbClr>
                          </a:outerShdw>
                        </a:effectLst>
                      </a14:hiddenEffects>
                    </a:ext>
                  </a:extLst>
                </p:spPr>
                <p:txBody>
                  <a:bodyPr lIns="50800" tIns="50800" rIns="50800" bIns="50800" anchor="ctr"/>
                  <a:lstStyle>
                    <a:lvl1pPr>
                      <a:defRPr sz="2200" baseline="55000">
                        <a:solidFill>
                          <a:srgbClr val="7B7B7B"/>
                        </a:solidFill>
                        <a:latin typeface="Open Sans" charset="0"/>
                        <a:ea typeface="Open Sans" charset="0"/>
                        <a:cs typeface="Open Sans" charset="0"/>
                        <a:sym typeface="Open Sans" charset="0"/>
                      </a:defRPr>
                    </a:lvl1pPr>
                    <a:lvl2pPr marL="742950" indent="-285750">
                      <a:defRPr sz="2200" baseline="55000">
                        <a:solidFill>
                          <a:srgbClr val="7B7B7B"/>
                        </a:solidFill>
                        <a:latin typeface="Open Sans" charset="0"/>
                        <a:ea typeface="Open Sans" charset="0"/>
                        <a:cs typeface="Open Sans" charset="0"/>
                        <a:sym typeface="Open Sans" charset="0"/>
                      </a:defRPr>
                    </a:lvl2pPr>
                    <a:lvl3pPr marL="1143000" indent="-228600">
                      <a:defRPr sz="2200" baseline="55000">
                        <a:solidFill>
                          <a:srgbClr val="7B7B7B"/>
                        </a:solidFill>
                        <a:latin typeface="Open Sans" charset="0"/>
                        <a:ea typeface="Open Sans" charset="0"/>
                        <a:cs typeface="Open Sans" charset="0"/>
                        <a:sym typeface="Open Sans" charset="0"/>
                      </a:defRPr>
                    </a:lvl3pPr>
                    <a:lvl4pPr marL="1600200" indent="-228600">
                      <a:defRPr sz="2200" baseline="55000">
                        <a:solidFill>
                          <a:srgbClr val="7B7B7B"/>
                        </a:solidFill>
                        <a:latin typeface="Open Sans" charset="0"/>
                        <a:ea typeface="Open Sans" charset="0"/>
                        <a:cs typeface="Open Sans" charset="0"/>
                        <a:sym typeface="Open Sans" charset="0"/>
                      </a:defRPr>
                    </a:lvl4pPr>
                    <a:lvl5pPr marL="2057400" indent="-228600">
                      <a:defRPr sz="2200" baseline="55000">
                        <a:solidFill>
                          <a:srgbClr val="7B7B7B"/>
                        </a:solidFill>
                        <a:latin typeface="Open Sans" charset="0"/>
                        <a:ea typeface="Open Sans" charset="0"/>
                        <a:cs typeface="Open Sans" charset="0"/>
                        <a:sym typeface="Open Sans" charset="0"/>
                      </a:defRPr>
                    </a:lvl5pPr>
                    <a:lvl6pPr marL="2514600" indent="-228600" defTabSz="8255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200" baseline="55000">
                        <a:solidFill>
                          <a:srgbClr val="7B7B7B"/>
                        </a:solidFill>
                        <a:latin typeface="Open Sans" charset="0"/>
                        <a:ea typeface="Open Sans" charset="0"/>
                        <a:cs typeface="Open Sans" charset="0"/>
                        <a:sym typeface="Open Sans" charset="0"/>
                      </a:defRPr>
                    </a:lvl6pPr>
                    <a:lvl7pPr marL="2971800" indent="-228600" defTabSz="8255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200" baseline="55000">
                        <a:solidFill>
                          <a:srgbClr val="7B7B7B"/>
                        </a:solidFill>
                        <a:latin typeface="Open Sans" charset="0"/>
                        <a:ea typeface="Open Sans" charset="0"/>
                        <a:cs typeface="Open Sans" charset="0"/>
                        <a:sym typeface="Open Sans" charset="0"/>
                      </a:defRPr>
                    </a:lvl7pPr>
                    <a:lvl8pPr marL="3429000" indent="-228600" defTabSz="8255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200" baseline="55000">
                        <a:solidFill>
                          <a:srgbClr val="7B7B7B"/>
                        </a:solidFill>
                        <a:latin typeface="Open Sans" charset="0"/>
                        <a:ea typeface="Open Sans" charset="0"/>
                        <a:cs typeface="Open Sans" charset="0"/>
                        <a:sym typeface="Open Sans" charset="0"/>
                      </a:defRPr>
                    </a:lvl8pPr>
                    <a:lvl9pPr marL="3886200" indent="-228600" defTabSz="8255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200" baseline="55000">
                        <a:solidFill>
                          <a:srgbClr val="7B7B7B"/>
                        </a:solidFill>
                        <a:latin typeface="Open Sans" charset="0"/>
                        <a:ea typeface="Open Sans" charset="0"/>
                        <a:cs typeface="Open Sans" charset="0"/>
                        <a:sym typeface="Open Sans" charset="0"/>
                      </a:defRPr>
                    </a:lvl9pPr>
                  </a:lstStyle>
                  <a:p>
                    <a:pPr marL="0" marR="0" lvl="0" indent="0" algn="ctr" defTabSz="825500" eaLnBrk="1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32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+mn-ea"/>
                      <a:ea typeface="+mn-ea"/>
                      <a:cs typeface="Pretendard ExtraLight" panose="02000303000000020004" pitchFamily="50" charset="-127"/>
                      <a:sym typeface="Helvetica Light" panose="020B0403020202020204" pitchFamily="34" charset="0"/>
                    </a:endParaRPr>
                  </a:p>
                </p:txBody>
              </p:sp>
              <p:sp>
                <p:nvSpPr>
                  <p:cNvPr id="133" name="AutoShape 24">
                    <a:extLst>
                      <a:ext uri="{FF2B5EF4-FFF2-40B4-BE49-F238E27FC236}">
                        <a16:creationId xmlns:a16="http://schemas.microsoft.com/office/drawing/2014/main" id="{D61C8F80-A1EE-4E21-A3B9-2580BBB9728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197498" y="-3114"/>
                    <a:ext cx="706500" cy="354047"/>
                  </a:xfrm>
                  <a:custGeom>
                    <a:avLst/>
                    <a:gdLst>
                      <a:gd name="T0" fmla="*/ 353250 w 21600"/>
                      <a:gd name="T1" fmla="*/ 177024 h 21600"/>
                      <a:gd name="T2" fmla="*/ 353250 w 21600"/>
                      <a:gd name="T3" fmla="*/ 177024 h 21600"/>
                      <a:gd name="T4" fmla="*/ 353250 w 21600"/>
                      <a:gd name="T5" fmla="*/ 177024 h 21600"/>
                      <a:gd name="T6" fmla="*/ 353250 w 21600"/>
                      <a:gd name="T7" fmla="*/ 177024 h 2160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1600" h="21600">
                        <a:moveTo>
                          <a:pt x="3731" y="739"/>
                        </a:moveTo>
                        <a:cubicBezTo>
                          <a:pt x="4070" y="261"/>
                          <a:pt x="4475" y="3"/>
                          <a:pt x="4891" y="0"/>
                        </a:cubicBezTo>
                        <a:cubicBezTo>
                          <a:pt x="5628" y="0"/>
                          <a:pt x="6364" y="0"/>
                          <a:pt x="7101" y="0"/>
                        </a:cubicBezTo>
                        <a:cubicBezTo>
                          <a:pt x="8321" y="0"/>
                          <a:pt x="9541" y="0"/>
                          <a:pt x="10761" y="0"/>
                        </a:cubicBezTo>
                        <a:cubicBezTo>
                          <a:pt x="11981" y="0"/>
                          <a:pt x="13201" y="0"/>
                          <a:pt x="14421" y="0"/>
                        </a:cubicBezTo>
                        <a:cubicBezTo>
                          <a:pt x="15158" y="0"/>
                          <a:pt x="15894" y="0"/>
                          <a:pt x="16631" y="0"/>
                        </a:cubicBezTo>
                        <a:cubicBezTo>
                          <a:pt x="17020" y="1"/>
                          <a:pt x="17400" y="226"/>
                          <a:pt x="17727" y="649"/>
                        </a:cubicBezTo>
                        <a:cubicBezTo>
                          <a:pt x="18123" y="1162"/>
                          <a:pt x="18416" y="1935"/>
                          <a:pt x="18556" y="2834"/>
                        </a:cubicBezTo>
                        <a:cubicBezTo>
                          <a:pt x="18713" y="3780"/>
                          <a:pt x="18871" y="4724"/>
                          <a:pt x="19030" y="5669"/>
                        </a:cubicBezTo>
                        <a:cubicBezTo>
                          <a:pt x="19347" y="7558"/>
                          <a:pt x="19666" y="9446"/>
                          <a:pt x="19979" y="11338"/>
                        </a:cubicBezTo>
                        <a:cubicBezTo>
                          <a:pt x="20539" y="14725"/>
                          <a:pt x="21079" y="18126"/>
                          <a:pt x="21600" y="21538"/>
                        </a:cubicBezTo>
                        <a:lnTo>
                          <a:pt x="0" y="21600"/>
                        </a:lnTo>
                        <a:cubicBezTo>
                          <a:pt x="474" y="18156"/>
                          <a:pt x="989" y="14734"/>
                          <a:pt x="1543" y="11338"/>
                        </a:cubicBezTo>
                        <a:cubicBezTo>
                          <a:pt x="1852" y="9443"/>
                          <a:pt x="2174" y="7557"/>
                          <a:pt x="2492" y="5669"/>
                        </a:cubicBezTo>
                        <a:cubicBezTo>
                          <a:pt x="2651" y="4725"/>
                          <a:pt x="2809" y="3780"/>
                          <a:pt x="2966" y="2834"/>
                        </a:cubicBezTo>
                        <a:cubicBezTo>
                          <a:pt x="3098" y="1987"/>
                          <a:pt x="3367" y="1251"/>
                          <a:pt x="3731" y="739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12700" cap="flat" cmpd="sng">
                        <a:solidFill>
                          <a:srgbClr val="000000"/>
                        </a:solidFill>
                        <a:prstDash val="solid"/>
                        <a:miter lim="400000"/>
                        <a:headEnd type="none" w="med" len="med"/>
                        <a:tailEnd type="none" w="med" len="med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rgbClr val="000000">
                              <a:alpha val="74997"/>
                            </a:srgbClr>
                          </a:outerShdw>
                        </a:effectLst>
                      </a14:hiddenEffects>
                    </a:ext>
                  </a:extLst>
                </p:spPr>
                <p:txBody>
                  <a:bodyPr lIns="50800" tIns="50800" rIns="50800" bIns="50800" anchor="ctr"/>
                  <a:lstStyle/>
                  <a:p>
                    <a:pPr marL="0" marR="0" lvl="0" indent="0" defTabSz="8255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RU" sz="2200" b="0" i="0" u="none" strike="noStrike" kern="0" cap="none" spc="0" normalizeH="0" baseline="55000" noProof="0" dirty="0">
                      <a:ln>
                        <a:noFill/>
                      </a:ln>
                      <a:solidFill>
                        <a:srgbClr val="7B7B7B"/>
                      </a:solidFill>
                      <a:effectLst/>
                      <a:uLnTx/>
                      <a:uFillTx/>
                      <a:latin typeface="+mn-ea"/>
                      <a:cs typeface="Pretendard" panose="02000503000000020004" pitchFamily="50" charset="-127"/>
                      <a:sym typeface="Open Sans" charset="0"/>
                    </a:endParaRPr>
                  </a:p>
                </p:txBody>
              </p:sp>
              <p:sp>
                <p:nvSpPr>
                  <p:cNvPr id="134" name="AutoShape 25">
                    <a:extLst>
                      <a:ext uri="{FF2B5EF4-FFF2-40B4-BE49-F238E27FC236}">
                        <a16:creationId xmlns:a16="http://schemas.microsoft.com/office/drawing/2014/main" id="{8077DB47-D10E-49A2-9685-D7981F92576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rot="10800000">
                    <a:off x="1197554" y="2808221"/>
                    <a:ext cx="706500" cy="354048"/>
                  </a:xfrm>
                  <a:custGeom>
                    <a:avLst/>
                    <a:gdLst>
                      <a:gd name="T0" fmla="*/ 353250 w 21600"/>
                      <a:gd name="T1" fmla="*/ 177024 h 21600"/>
                      <a:gd name="T2" fmla="*/ 353250 w 21600"/>
                      <a:gd name="T3" fmla="*/ 177024 h 21600"/>
                      <a:gd name="T4" fmla="*/ 353250 w 21600"/>
                      <a:gd name="T5" fmla="*/ 177024 h 21600"/>
                      <a:gd name="T6" fmla="*/ 353250 w 21600"/>
                      <a:gd name="T7" fmla="*/ 177024 h 2160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1600" h="21600">
                        <a:moveTo>
                          <a:pt x="3731" y="739"/>
                        </a:moveTo>
                        <a:cubicBezTo>
                          <a:pt x="4070" y="261"/>
                          <a:pt x="4475" y="3"/>
                          <a:pt x="4891" y="0"/>
                        </a:cubicBezTo>
                        <a:cubicBezTo>
                          <a:pt x="5628" y="0"/>
                          <a:pt x="6364" y="0"/>
                          <a:pt x="7101" y="0"/>
                        </a:cubicBezTo>
                        <a:cubicBezTo>
                          <a:pt x="8321" y="0"/>
                          <a:pt x="9541" y="0"/>
                          <a:pt x="10761" y="0"/>
                        </a:cubicBezTo>
                        <a:cubicBezTo>
                          <a:pt x="11981" y="0"/>
                          <a:pt x="13201" y="0"/>
                          <a:pt x="14421" y="0"/>
                        </a:cubicBezTo>
                        <a:cubicBezTo>
                          <a:pt x="15158" y="0"/>
                          <a:pt x="15894" y="0"/>
                          <a:pt x="16631" y="0"/>
                        </a:cubicBezTo>
                        <a:cubicBezTo>
                          <a:pt x="17020" y="1"/>
                          <a:pt x="17400" y="226"/>
                          <a:pt x="17727" y="649"/>
                        </a:cubicBezTo>
                        <a:cubicBezTo>
                          <a:pt x="18123" y="1162"/>
                          <a:pt x="18416" y="1935"/>
                          <a:pt x="18556" y="2834"/>
                        </a:cubicBezTo>
                        <a:cubicBezTo>
                          <a:pt x="18713" y="3780"/>
                          <a:pt x="18871" y="4724"/>
                          <a:pt x="19030" y="5669"/>
                        </a:cubicBezTo>
                        <a:cubicBezTo>
                          <a:pt x="19347" y="7558"/>
                          <a:pt x="19666" y="9446"/>
                          <a:pt x="19979" y="11338"/>
                        </a:cubicBezTo>
                        <a:cubicBezTo>
                          <a:pt x="20539" y="14725"/>
                          <a:pt x="21079" y="18126"/>
                          <a:pt x="21600" y="21538"/>
                        </a:cubicBezTo>
                        <a:lnTo>
                          <a:pt x="0" y="21600"/>
                        </a:lnTo>
                        <a:cubicBezTo>
                          <a:pt x="474" y="18156"/>
                          <a:pt x="989" y="14734"/>
                          <a:pt x="1543" y="11338"/>
                        </a:cubicBezTo>
                        <a:cubicBezTo>
                          <a:pt x="1852" y="9443"/>
                          <a:pt x="2174" y="7557"/>
                          <a:pt x="2492" y="5669"/>
                        </a:cubicBezTo>
                        <a:cubicBezTo>
                          <a:pt x="2651" y="4725"/>
                          <a:pt x="2809" y="3780"/>
                          <a:pt x="2966" y="2834"/>
                        </a:cubicBezTo>
                        <a:cubicBezTo>
                          <a:pt x="3098" y="1987"/>
                          <a:pt x="3367" y="1251"/>
                          <a:pt x="3731" y="739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12700" cap="flat" cmpd="sng">
                        <a:solidFill>
                          <a:srgbClr val="000000"/>
                        </a:solidFill>
                        <a:prstDash val="solid"/>
                        <a:miter lim="400000"/>
                        <a:headEnd type="none" w="med" len="med"/>
                        <a:tailEnd type="none" w="med" len="med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rgbClr val="000000">
                              <a:alpha val="74997"/>
                            </a:srgbClr>
                          </a:outerShdw>
                        </a:effectLst>
                      </a14:hiddenEffects>
                    </a:ext>
                  </a:extLst>
                </p:spPr>
                <p:txBody>
                  <a:bodyPr lIns="50800" tIns="50800" rIns="50800" bIns="50800" anchor="ctr"/>
                  <a:lstStyle/>
                  <a:p>
                    <a:pPr marL="0" marR="0" lvl="0" indent="0" defTabSz="8255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RU" sz="2200" b="0" i="0" u="none" strike="noStrike" kern="0" cap="none" spc="0" normalizeH="0" baseline="55000" noProof="0" dirty="0">
                      <a:ln>
                        <a:noFill/>
                      </a:ln>
                      <a:solidFill>
                        <a:srgbClr val="7B7B7B"/>
                      </a:solidFill>
                      <a:effectLst/>
                      <a:uLnTx/>
                      <a:uFillTx/>
                      <a:latin typeface="+mn-ea"/>
                      <a:cs typeface="Pretendard" panose="02000503000000020004" pitchFamily="50" charset="-127"/>
                      <a:sym typeface="Open Sans" charset="0"/>
                    </a:endParaRPr>
                  </a:p>
                </p:txBody>
              </p:sp>
              <p:sp>
                <p:nvSpPr>
                  <p:cNvPr id="135" name="AutoShape 26">
                    <a:extLst>
                      <a:ext uri="{FF2B5EF4-FFF2-40B4-BE49-F238E27FC236}">
                        <a16:creationId xmlns:a16="http://schemas.microsoft.com/office/drawing/2014/main" id="{CC8C1561-159A-4322-9A4D-0A2A2197121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rot="3621921">
                    <a:off x="2417908" y="707223"/>
                    <a:ext cx="704921" cy="355631"/>
                  </a:xfrm>
                  <a:custGeom>
                    <a:avLst/>
                    <a:gdLst>
                      <a:gd name="T0" fmla="*/ 352461 w 21600"/>
                      <a:gd name="T1" fmla="*/ 177816 h 21600"/>
                      <a:gd name="T2" fmla="*/ 352461 w 21600"/>
                      <a:gd name="T3" fmla="*/ 177816 h 21600"/>
                      <a:gd name="T4" fmla="*/ 352461 w 21600"/>
                      <a:gd name="T5" fmla="*/ 177816 h 21600"/>
                      <a:gd name="T6" fmla="*/ 352461 w 21600"/>
                      <a:gd name="T7" fmla="*/ 177816 h 2160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1600" h="21600">
                        <a:moveTo>
                          <a:pt x="3731" y="739"/>
                        </a:moveTo>
                        <a:cubicBezTo>
                          <a:pt x="4070" y="261"/>
                          <a:pt x="4475" y="3"/>
                          <a:pt x="4891" y="0"/>
                        </a:cubicBezTo>
                        <a:cubicBezTo>
                          <a:pt x="5628" y="0"/>
                          <a:pt x="6364" y="0"/>
                          <a:pt x="7101" y="0"/>
                        </a:cubicBezTo>
                        <a:cubicBezTo>
                          <a:pt x="8321" y="0"/>
                          <a:pt x="9541" y="0"/>
                          <a:pt x="10761" y="0"/>
                        </a:cubicBezTo>
                        <a:cubicBezTo>
                          <a:pt x="11981" y="0"/>
                          <a:pt x="13201" y="0"/>
                          <a:pt x="14421" y="0"/>
                        </a:cubicBezTo>
                        <a:cubicBezTo>
                          <a:pt x="15158" y="0"/>
                          <a:pt x="15894" y="0"/>
                          <a:pt x="16631" y="0"/>
                        </a:cubicBezTo>
                        <a:cubicBezTo>
                          <a:pt x="17020" y="1"/>
                          <a:pt x="17400" y="226"/>
                          <a:pt x="17727" y="649"/>
                        </a:cubicBezTo>
                        <a:cubicBezTo>
                          <a:pt x="18123" y="1162"/>
                          <a:pt x="18416" y="1935"/>
                          <a:pt x="18556" y="2834"/>
                        </a:cubicBezTo>
                        <a:cubicBezTo>
                          <a:pt x="18713" y="3780"/>
                          <a:pt x="18871" y="4724"/>
                          <a:pt x="19030" y="5669"/>
                        </a:cubicBezTo>
                        <a:cubicBezTo>
                          <a:pt x="19347" y="7558"/>
                          <a:pt x="19666" y="9446"/>
                          <a:pt x="19979" y="11338"/>
                        </a:cubicBezTo>
                        <a:cubicBezTo>
                          <a:pt x="20539" y="14725"/>
                          <a:pt x="21079" y="18126"/>
                          <a:pt x="21600" y="21538"/>
                        </a:cubicBezTo>
                        <a:lnTo>
                          <a:pt x="0" y="21600"/>
                        </a:lnTo>
                        <a:cubicBezTo>
                          <a:pt x="474" y="18156"/>
                          <a:pt x="989" y="14734"/>
                          <a:pt x="1543" y="11338"/>
                        </a:cubicBezTo>
                        <a:cubicBezTo>
                          <a:pt x="1852" y="9443"/>
                          <a:pt x="2174" y="7557"/>
                          <a:pt x="2492" y="5669"/>
                        </a:cubicBezTo>
                        <a:cubicBezTo>
                          <a:pt x="2651" y="4725"/>
                          <a:pt x="2809" y="3780"/>
                          <a:pt x="2966" y="2834"/>
                        </a:cubicBezTo>
                        <a:cubicBezTo>
                          <a:pt x="3098" y="1987"/>
                          <a:pt x="3367" y="1251"/>
                          <a:pt x="3731" y="739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12700" cap="flat" cmpd="sng">
                        <a:solidFill>
                          <a:srgbClr val="000000"/>
                        </a:solidFill>
                        <a:prstDash val="solid"/>
                        <a:miter lim="400000"/>
                        <a:headEnd type="none" w="med" len="med"/>
                        <a:tailEnd type="none" w="med" len="med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rgbClr val="000000">
                              <a:alpha val="74997"/>
                            </a:srgbClr>
                          </a:outerShdw>
                        </a:effectLst>
                      </a14:hiddenEffects>
                    </a:ext>
                  </a:extLst>
                </p:spPr>
                <p:txBody>
                  <a:bodyPr lIns="50800" tIns="50800" rIns="50800" bIns="50800" anchor="ctr"/>
                  <a:lstStyle/>
                  <a:p>
                    <a:pPr marL="0" marR="0" lvl="0" indent="0" defTabSz="8255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RU" sz="2200" b="0" i="0" u="none" strike="noStrike" kern="0" cap="none" spc="0" normalizeH="0" baseline="55000" noProof="0" dirty="0">
                      <a:ln>
                        <a:noFill/>
                      </a:ln>
                      <a:solidFill>
                        <a:srgbClr val="7B7B7B"/>
                      </a:solidFill>
                      <a:effectLst/>
                      <a:uLnTx/>
                      <a:uFillTx/>
                      <a:latin typeface="+mn-ea"/>
                      <a:cs typeface="Pretendard" panose="02000503000000020004" pitchFamily="50" charset="-127"/>
                      <a:sym typeface="Open Sans" charset="0"/>
                    </a:endParaRPr>
                  </a:p>
                </p:txBody>
              </p:sp>
              <p:sp>
                <p:nvSpPr>
                  <p:cNvPr id="136" name="AutoShape 27">
                    <a:extLst>
                      <a:ext uri="{FF2B5EF4-FFF2-40B4-BE49-F238E27FC236}">
                        <a16:creationId xmlns:a16="http://schemas.microsoft.com/office/drawing/2014/main" id="{30F3D779-7C1E-439A-9A30-37A477CC5AD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rot="-7178079">
                    <a:off x="-29022" y="2101820"/>
                    <a:ext cx="706509" cy="355631"/>
                  </a:xfrm>
                  <a:custGeom>
                    <a:avLst/>
                    <a:gdLst>
                      <a:gd name="T0" fmla="*/ 353255 w 21600"/>
                      <a:gd name="T1" fmla="*/ 177816 h 21600"/>
                      <a:gd name="T2" fmla="*/ 353255 w 21600"/>
                      <a:gd name="T3" fmla="*/ 177816 h 21600"/>
                      <a:gd name="T4" fmla="*/ 353255 w 21600"/>
                      <a:gd name="T5" fmla="*/ 177816 h 21600"/>
                      <a:gd name="T6" fmla="*/ 353255 w 21600"/>
                      <a:gd name="T7" fmla="*/ 177816 h 2160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1600" h="21600">
                        <a:moveTo>
                          <a:pt x="3731" y="739"/>
                        </a:moveTo>
                        <a:cubicBezTo>
                          <a:pt x="4070" y="261"/>
                          <a:pt x="4475" y="3"/>
                          <a:pt x="4891" y="0"/>
                        </a:cubicBezTo>
                        <a:cubicBezTo>
                          <a:pt x="5628" y="0"/>
                          <a:pt x="6364" y="0"/>
                          <a:pt x="7101" y="0"/>
                        </a:cubicBezTo>
                        <a:cubicBezTo>
                          <a:pt x="8321" y="0"/>
                          <a:pt x="9541" y="0"/>
                          <a:pt x="10761" y="0"/>
                        </a:cubicBezTo>
                        <a:cubicBezTo>
                          <a:pt x="11981" y="0"/>
                          <a:pt x="13201" y="0"/>
                          <a:pt x="14421" y="0"/>
                        </a:cubicBezTo>
                        <a:cubicBezTo>
                          <a:pt x="15158" y="0"/>
                          <a:pt x="15894" y="0"/>
                          <a:pt x="16631" y="0"/>
                        </a:cubicBezTo>
                        <a:cubicBezTo>
                          <a:pt x="17020" y="1"/>
                          <a:pt x="17400" y="226"/>
                          <a:pt x="17727" y="649"/>
                        </a:cubicBezTo>
                        <a:cubicBezTo>
                          <a:pt x="18123" y="1162"/>
                          <a:pt x="18416" y="1935"/>
                          <a:pt x="18556" y="2834"/>
                        </a:cubicBezTo>
                        <a:cubicBezTo>
                          <a:pt x="18713" y="3780"/>
                          <a:pt x="18871" y="4724"/>
                          <a:pt x="19030" y="5669"/>
                        </a:cubicBezTo>
                        <a:cubicBezTo>
                          <a:pt x="19347" y="7558"/>
                          <a:pt x="19666" y="9446"/>
                          <a:pt x="19979" y="11338"/>
                        </a:cubicBezTo>
                        <a:cubicBezTo>
                          <a:pt x="20539" y="14725"/>
                          <a:pt x="21079" y="18126"/>
                          <a:pt x="21600" y="21538"/>
                        </a:cubicBezTo>
                        <a:lnTo>
                          <a:pt x="0" y="21600"/>
                        </a:lnTo>
                        <a:cubicBezTo>
                          <a:pt x="474" y="18156"/>
                          <a:pt x="989" y="14734"/>
                          <a:pt x="1543" y="11338"/>
                        </a:cubicBezTo>
                        <a:cubicBezTo>
                          <a:pt x="1852" y="9443"/>
                          <a:pt x="2174" y="7557"/>
                          <a:pt x="2492" y="5669"/>
                        </a:cubicBezTo>
                        <a:cubicBezTo>
                          <a:pt x="2651" y="4725"/>
                          <a:pt x="2809" y="3780"/>
                          <a:pt x="2966" y="2834"/>
                        </a:cubicBezTo>
                        <a:cubicBezTo>
                          <a:pt x="3098" y="1987"/>
                          <a:pt x="3367" y="1251"/>
                          <a:pt x="3731" y="739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12700" cap="flat" cmpd="sng">
                        <a:solidFill>
                          <a:srgbClr val="000000"/>
                        </a:solidFill>
                        <a:prstDash val="solid"/>
                        <a:miter lim="400000"/>
                        <a:headEnd type="none" w="med" len="med"/>
                        <a:tailEnd type="none" w="med" len="med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rgbClr val="000000">
                              <a:alpha val="74997"/>
                            </a:srgbClr>
                          </a:outerShdw>
                        </a:effectLst>
                      </a14:hiddenEffects>
                    </a:ext>
                  </a:extLst>
                </p:spPr>
                <p:txBody>
                  <a:bodyPr lIns="50800" tIns="50800" rIns="50800" bIns="50800" anchor="ctr"/>
                  <a:lstStyle/>
                  <a:p>
                    <a:pPr marL="0" marR="0" lvl="0" indent="0" defTabSz="8255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RU" sz="2200" b="0" i="0" u="none" strike="noStrike" kern="0" cap="none" spc="0" normalizeH="0" baseline="55000" noProof="0" dirty="0">
                      <a:ln>
                        <a:noFill/>
                      </a:ln>
                      <a:solidFill>
                        <a:srgbClr val="7B7B7B"/>
                      </a:solidFill>
                      <a:effectLst/>
                      <a:uLnTx/>
                      <a:uFillTx/>
                      <a:latin typeface="+mn-ea"/>
                      <a:cs typeface="Pretendard" panose="02000503000000020004" pitchFamily="50" charset="-127"/>
                      <a:sym typeface="Open Sans" charset="0"/>
                    </a:endParaRPr>
                  </a:p>
                </p:txBody>
              </p:sp>
              <p:sp>
                <p:nvSpPr>
                  <p:cNvPr id="137" name="AutoShape 28">
                    <a:extLst>
                      <a:ext uri="{FF2B5EF4-FFF2-40B4-BE49-F238E27FC236}">
                        <a16:creationId xmlns:a16="http://schemas.microsoft.com/office/drawing/2014/main" id="{BC114AE8-3449-4733-B09F-350FD1FE76B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rot="-3611180">
                    <a:off x="-23099" y="706726"/>
                    <a:ext cx="706509" cy="354043"/>
                  </a:xfrm>
                  <a:custGeom>
                    <a:avLst/>
                    <a:gdLst>
                      <a:gd name="T0" fmla="*/ 353255 w 21600"/>
                      <a:gd name="T1" fmla="*/ 177022 h 21600"/>
                      <a:gd name="T2" fmla="*/ 353255 w 21600"/>
                      <a:gd name="T3" fmla="*/ 177022 h 21600"/>
                      <a:gd name="T4" fmla="*/ 353255 w 21600"/>
                      <a:gd name="T5" fmla="*/ 177022 h 21600"/>
                      <a:gd name="T6" fmla="*/ 353255 w 21600"/>
                      <a:gd name="T7" fmla="*/ 177022 h 2160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1600" h="21600">
                        <a:moveTo>
                          <a:pt x="3731" y="739"/>
                        </a:moveTo>
                        <a:cubicBezTo>
                          <a:pt x="4070" y="261"/>
                          <a:pt x="4475" y="3"/>
                          <a:pt x="4891" y="0"/>
                        </a:cubicBezTo>
                        <a:cubicBezTo>
                          <a:pt x="5628" y="0"/>
                          <a:pt x="6364" y="0"/>
                          <a:pt x="7101" y="0"/>
                        </a:cubicBezTo>
                        <a:cubicBezTo>
                          <a:pt x="8321" y="0"/>
                          <a:pt x="9541" y="0"/>
                          <a:pt x="10761" y="0"/>
                        </a:cubicBezTo>
                        <a:cubicBezTo>
                          <a:pt x="11981" y="0"/>
                          <a:pt x="13201" y="0"/>
                          <a:pt x="14421" y="0"/>
                        </a:cubicBezTo>
                        <a:cubicBezTo>
                          <a:pt x="15158" y="0"/>
                          <a:pt x="15894" y="0"/>
                          <a:pt x="16631" y="0"/>
                        </a:cubicBezTo>
                        <a:cubicBezTo>
                          <a:pt x="17020" y="1"/>
                          <a:pt x="17400" y="226"/>
                          <a:pt x="17727" y="649"/>
                        </a:cubicBezTo>
                        <a:cubicBezTo>
                          <a:pt x="18123" y="1162"/>
                          <a:pt x="18416" y="1935"/>
                          <a:pt x="18556" y="2834"/>
                        </a:cubicBezTo>
                        <a:cubicBezTo>
                          <a:pt x="18713" y="3780"/>
                          <a:pt x="18871" y="4724"/>
                          <a:pt x="19030" y="5669"/>
                        </a:cubicBezTo>
                        <a:cubicBezTo>
                          <a:pt x="19347" y="7558"/>
                          <a:pt x="19666" y="9446"/>
                          <a:pt x="19979" y="11338"/>
                        </a:cubicBezTo>
                        <a:cubicBezTo>
                          <a:pt x="20539" y="14725"/>
                          <a:pt x="21079" y="18126"/>
                          <a:pt x="21600" y="21538"/>
                        </a:cubicBezTo>
                        <a:lnTo>
                          <a:pt x="0" y="21600"/>
                        </a:lnTo>
                        <a:cubicBezTo>
                          <a:pt x="474" y="18156"/>
                          <a:pt x="989" y="14734"/>
                          <a:pt x="1543" y="11338"/>
                        </a:cubicBezTo>
                        <a:cubicBezTo>
                          <a:pt x="1852" y="9443"/>
                          <a:pt x="2174" y="7557"/>
                          <a:pt x="2492" y="5669"/>
                        </a:cubicBezTo>
                        <a:cubicBezTo>
                          <a:pt x="2651" y="4725"/>
                          <a:pt x="2809" y="3780"/>
                          <a:pt x="2966" y="2834"/>
                        </a:cubicBezTo>
                        <a:cubicBezTo>
                          <a:pt x="3098" y="1987"/>
                          <a:pt x="3367" y="1251"/>
                          <a:pt x="3731" y="739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12700" cap="flat" cmpd="sng">
                        <a:solidFill>
                          <a:srgbClr val="000000"/>
                        </a:solidFill>
                        <a:prstDash val="solid"/>
                        <a:miter lim="400000"/>
                        <a:headEnd type="none" w="med" len="med"/>
                        <a:tailEnd type="none" w="med" len="med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rgbClr val="000000">
                              <a:alpha val="74997"/>
                            </a:srgbClr>
                          </a:outerShdw>
                        </a:effectLst>
                      </a14:hiddenEffects>
                    </a:ext>
                  </a:extLst>
                </p:spPr>
                <p:txBody>
                  <a:bodyPr lIns="50800" tIns="50800" rIns="50800" bIns="50800" anchor="ctr"/>
                  <a:lstStyle/>
                  <a:p>
                    <a:pPr marL="0" marR="0" lvl="0" indent="0" defTabSz="8255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RU" sz="2200" b="0" i="0" u="none" strike="noStrike" kern="0" cap="none" spc="0" normalizeH="0" baseline="55000" noProof="0" dirty="0">
                      <a:ln>
                        <a:noFill/>
                      </a:ln>
                      <a:solidFill>
                        <a:srgbClr val="7B7B7B"/>
                      </a:solidFill>
                      <a:effectLst/>
                      <a:uLnTx/>
                      <a:uFillTx/>
                      <a:latin typeface="+mn-ea"/>
                      <a:cs typeface="Pretendard" panose="02000503000000020004" pitchFamily="50" charset="-127"/>
                      <a:sym typeface="Open Sans" charset="0"/>
                    </a:endParaRPr>
                  </a:p>
                </p:txBody>
              </p:sp>
              <p:sp>
                <p:nvSpPr>
                  <p:cNvPr id="138" name="AutoShape 29">
                    <a:extLst>
                      <a:ext uri="{FF2B5EF4-FFF2-40B4-BE49-F238E27FC236}">
                        <a16:creationId xmlns:a16="http://schemas.microsoft.com/office/drawing/2014/main" id="{EBA8F63B-5501-4117-9747-5C3F0410716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rot="7188819">
                    <a:off x="2415362" y="2100594"/>
                    <a:ext cx="706508" cy="354044"/>
                  </a:xfrm>
                  <a:custGeom>
                    <a:avLst/>
                    <a:gdLst>
                      <a:gd name="T0" fmla="*/ 353254 w 21600"/>
                      <a:gd name="T1" fmla="*/ 177022 h 21600"/>
                      <a:gd name="T2" fmla="*/ 353254 w 21600"/>
                      <a:gd name="T3" fmla="*/ 177022 h 21600"/>
                      <a:gd name="T4" fmla="*/ 353254 w 21600"/>
                      <a:gd name="T5" fmla="*/ 177022 h 21600"/>
                      <a:gd name="T6" fmla="*/ 353254 w 21600"/>
                      <a:gd name="T7" fmla="*/ 177022 h 2160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1600" h="21600">
                        <a:moveTo>
                          <a:pt x="3731" y="739"/>
                        </a:moveTo>
                        <a:cubicBezTo>
                          <a:pt x="4070" y="261"/>
                          <a:pt x="4475" y="3"/>
                          <a:pt x="4891" y="0"/>
                        </a:cubicBezTo>
                        <a:cubicBezTo>
                          <a:pt x="5628" y="0"/>
                          <a:pt x="6364" y="0"/>
                          <a:pt x="7101" y="0"/>
                        </a:cubicBezTo>
                        <a:cubicBezTo>
                          <a:pt x="8321" y="0"/>
                          <a:pt x="9541" y="0"/>
                          <a:pt x="10761" y="0"/>
                        </a:cubicBezTo>
                        <a:cubicBezTo>
                          <a:pt x="11981" y="0"/>
                          <a:pt x="13201" y="0"/>
                          <a:pt x="14421" y="0"/>
                        </a:cubicBezTo>
                        <a:cubicBezTo>
                          <a:pt x="15158" y="0"/>
                          <a:pt x="15894" y="0"/>
                          <a:pt x="16631" y="0"/>
                        </a:cubicBezTo>
                        <a:cubicBezTo>
                          <a:pt x="17020" y="1"/>
                          <a:pt x="17400" y="226"/>
                          <a:pt x="17727" y="649"/>
                        </a:cubicBezTo>
                        <a:cubicBezTo>
                          <a:pt x="18123" y="1162"/>
                          <a:pt x="18416" y="1935"/>
                          <a:pt x="18556" y="2834"/>
                        </a:cubicBezTo>
                        <a:cubicBezTo>
                          <a:pt x="18713" y="3780"/>
                          <a:pt x="18871" y="4724"/>
                          <a:pt x="19030" y="5669"/>
                        </a:cubicBezTo>
                        <a:cubicBezTo>
                          <a:pt x="19347" y="7558"/>
                          <a:pt x="19666" y="9446"/>
                          <a:pt x="19979" y="11338"/>
                        </a:cubicBezTo>
                        <a:cubicBezTo>
                          <a:pt x="20539" y="14725"/>
                          <a:pt x="21079" y="18126"/>
                          <a:pt x="21600" y="21538"/>
                        </a:cubicBezTo>
                        <a:lnTo>
                          <a:pt x="0" y="21600"/>
                        </a:lnTo>
                        <a:cubicBezTo>
                          <a:pt x="474" y="18156"/>
                          <a:pt x="989" y="14734"/>
                          <a:pt x="1543" y="11338"/>
                        </a:cubicBezTo>
                        <a:cubicBezTo>
                          <a:pt x="1852" y="9443"/>
                          <a:pt x="2174" y="7557"/>
                          <a:pt x="2492" y="5669"/>
                        </a:cubicBezTo>
                        <a:cubicBezTo>
                          <a:pt x="2651" y="4725"/>
                          <a:pt x="2809" y="3780"/>
                          <a:pt x="2966" y="2834"/>
                        </a:cubicBezTo>
                        <a:cubicBezTo>
                          <a:pt x="3098" y="1987"/>
                          <a:pt x="3367" y="1251"/>
                          <a:pt x="3731" y="739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12700" cap="flat" cmpd="sng">
                        <a:solidFill>
                          <a:srgbClr val="000000"/>
                        </a:solidFill>
                        <a:prstDash val="solid"/>
                        <a:miter lim="400000"/>
                        <a:headEnd type="none" w="med" len="med"/>
                        <a:tailEnd type="none" w="med" len="med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rgbClr val="000000">
                              <a:alpha val="74997"/>
                            </a:srgbClr>
                          </a:outerShdw>
                        </a:effectLst>
                      </a14:hiddenEffects>
                    </a:ext>
                  </a:extLst>
                </p:spPr>
                <p:txBody>
                  <a:bodyPr lIns="50800" tIns="50800" rIns="50800" bIns="50800" anchor="ctr"/>
                  <a:lstStyle/>
                  <a:p>
                    <a:pPr marL="0" marR="0" lvl="0" indent="0" defTabSz="8255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RU" sz="2200" b="0" i="0" u="none" strike="noStrike" kern="0" cap="none" spc="0" normalizeH="0" baseline="55000" noProof="0" dirty="0">
                      <a:ln>
                        <a:noFill/>
                      </a:ln>
                      <a:solidFill>
                        <a:srgbClr val="7B7B7B"/>
                      </a:solidFill>
                      <a:effectLst/>
                      <a:uLnTx/>
                      <a:uFillTx/>
                      <a:latin typeface="+mn-ea"/>
                      <a:cs typeface="Pretendard" panose="02000503000000020004" pitchFamily="50" charset="-127"/>
                      <a:sym typeface="Open Sans" charset="0"/>
                    </a:endParaRPr>
                  </a:p>
                </p:txBody>
              </p:sp>
            </p:grpSp>
            <p:grpSp>
              <p:nvGrpSpPr>
                <p:cNvPr id="122" name="Group 30">
                  <a:extLst>
                    <a:ext uri="{FF2B5EF4-FFF2-40B4-BE49-F238E27FC236}">
                      <a16:creationId xmlns:a16="http://schemas.microsoft.com/office/drawing/2014/main" id="{80D7B985-24CA-4522-A862-4D633A4AF2E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rot="1076488">
                  <a:off x="3186626" y="4697840"/>
                  <a:ext cx="272255" cy="277979"/>
                  <a:chOff x="-1" y="0"/>
                  <a:chExt cx="5576599" cy="5693918"/>
                </a:xfrm>
                <a:solidFill>
                  <a:schemeClr val="bg1">
                    <a:lumMod val="85000"/>
                  </a:schemeClr>
                </a:solidFill>
              </p:grpSpPr>
              <p:sp>
                <p:nvSpPr>
                  <p:cNvPr id="123" name="Oval 31">
                    <a:extLst>
                      <a:ext uri="{FF2B5EF4-FFF2-40B4-BE49-F238E27FC236}">
                        <a16:creationId xmlns:a16="http://schemas.microsoft.com/office/drawing/2014/main" id="{B57E11E1-566B-4FC5-AD1E-5CFB7CAB897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79840" y="539038"/>
                    <a:ext cx="4610501" cy="4608975"/>
                  </a:xfrm>
                  <a:prstGeom prst="ellipse">
                    <a:avLst/>
                  </a:prstGeom>
                  <a:grpFill/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12700" cap="flat" cmpd="sng">
                        <a:solidFill>
                          <a:srgbClr val="000000"/>
                        </a:solidFill>
                        <a:prstDash val="solid"/>
                        <a:miter lim="400000"/>
                        <a:headEnd type="none" w="med" len="med"/>
                        <a:tailEnd type="none" w="med" len="med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rgbClr val="000000">
                              <a:alpha val="74998"/>
                            </a:srgbClr>
                          </a:outerShdw>
                        </a:effectLst>
                      </a14:hiddenEffects>
                    </a:ext>
                  </a:extLst>
                </p:spPr>
                <p:txBody>
                  <a:bodyPr lIns="50800" tIns="50800" rIns="50800" bIns="50800" anchor="ctr"/>
                  <a:lstStyle>
                    <a:lvl1pPr>
                      <a:defRPr sz="2200" baseline="55000">
                        <a:solidFill>
                          <a:srgbClr val="7B7B7B"/>
                        </a:solidFill>
                        <a:latin typeface="Open Sans" charset="0"/>
                        <a:ea typeface="Open Sans" charset="0"/>
                        <a:cs typeface="Open Sans" charset="0"/>
                        <a:sym typeface="Open Sans" charset="0"/>
                      </a:defRPr>
                    </a:lvl1pPr>
                    <a:lvl2pPr marL="742950" indent="-285750">
                      <a:defRPr sz="2200" baseline="55000">
                        <a:solidFill>
                          <a:srgbClr val="7B7B7B"/>
                        </a:solidFill>
                        <a:latin typeface="Open Sans" charset="0"/>
                        <a:ea typeface="Open Sans" charset="0"/>
                        <a:cs typeface="Open Sans" charset="0"/>
                        <a:sym typeface="Open Sans" charset="0"/>
                      </a:defRPr>
                    </a:lvl2pPr>
                    <a:lvl3pPr marL="1143000" indent="-228600">
                      <a:defRPr sz="2200" baseline="55000">
                        <a:solidFill>
                          <a:srgbClr val="7B7B7B"/>
                        </a:solidFill>
                        <a:latin typeface="Open Sans" charset="0"/>
                        <a:ea typeface="Open Sans" charset="0"/>
                        <a:cs typeface="Open Sans" charset="0"/>
                        <a:sym typeface="Open Sans" charset="0"/>
                      </a:defRPr>
                    </a:lvl3pPr>
                    <a:lvl4pPr marL="1600200" indent="-228600">
                      <a:defRPr sz="2200" baseline="55000">
                        <a:solidFill>
                          <a:srgbClr val="7B7B7B"/>
                        </a:solidFill>
                        <a:latin typeface="Open Sans" charset="0"/>
                        <a:ea typeface="Open Sans" charset="0"/>
                        <a:cs typeface="Open Sans" charset="0"/>
                        <a:sym typeface="Open Sans" charset="0"/>
                      </a:defRPr>
                    </a:lvl4pPr>
                    <a:lvl5pPr marL="2057400" indent="-228600">
                      <a:defRPr sz="2200" baseline="55000">
                        <a:solidFill>
                          <a:srgbClr val="7B7B7B"/>
                        </a:solidFill>
                        <a:latin typeface="Open Sans" charset="0"/>
                        <a:ea typeface="Open Sans" charset="0"/>
                        <a:cs typeface="Open Sans" charset="0"/>
                        <a:sym typeface="Open Sans" charset="0"/>
                      </a:defRPr>
                    </a:lvl5pPr>
                    <a:lvl6pPr marL="2514600" indent="-228600" defTabSz="8255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200" baseline="55000">
                        <a:solidFill>
                          <a:srgbClr val="7B7B7B"/>
                        </a:solidFill>
                        <a:latin typeface="Open Sans" charset="0"/>
                        <a:ea typeface="Open Sans" charset="0"/>
                        <a:cs typeface="Open Sans" charset="0"/>
                        <a:sym typeface="Open Sans" charset="0"/>
                      </a:defRPr>
                    </a:lvl6pPr>
                    <a:lvl7pPr marL="2971800" indent="-228600" defTabSz="8255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200" baseline="55000">
                        <a:solidFill>
                          <a:srgbClr val="7B7B7B"/>
                        </a:solidFill>
                        <a:latin typeface="Open Sans" charset="0"/>
                        <a:ea typeface="Open Sans" charset="0"/>
                        <a:cs typeface="Open Sans" charset="0"/>
                        <a:sym typeface="Open Sans" charset="0"/>
                      </a:defRPr>
                    </a:lvl7pPr>
                    <a:lvl8pPr marL="3429000" indent="-228600" defTabSz="8255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200" baseline="55000">
                        <a:solidFill>
                          <a:srgbClr val="7B7B7B"/>
                        </a:solidFill>
                        <a:latin typeface="Open Sans" charset="0"/>
                        <a:ea typeface="Open Sans" charset="0"/>
                        <a:cs typeface="Open Sans" charset="0"/>
                        <a:sym typeface="Open Sans" charset="0"/>
                      </a:defRPr>
                    </a:lvl8pPr>
                    <a:lvl9pPr marL="3886200" indent="-228600" defTabSz="8255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200" baseline="55000">
                        <a:solidFill>
                          <a:srgbClr val="7B7B7B"/>
                        </a:solidFill>
                        <a:latin typeface="Open Sans" charset="0"/>
                        <a:ea typeface="Open Sans" charset="0"/>
                        <a:cs typeface="Open Sans" charset="0"/>
                        <a:sym typeface="Open Sans" charset="0"/>
                      </a:defRPr>
                    </a:lvl9pPr>
                  </a:lstStyle>
                  <a:p>
                    <a:pPr marL="0" marR="0" lvl="0" indent="0" algn="ctr" defTabSz="825500" eaLnBrk="1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32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+mn-ea"/>
                      <a:ea typeface="+mn-ea"/>
                      <a:cs typeface="Pretendard ExtraLight" panose="02000303000000020004" pitchFamily="50" charset="-127"/>
                      <a:sym typeface="Helvetica Light" panose="020B0403020202020204" pitchFamily="34" charset="0"/>
                    </a:endParaRPr>
                  </a:p>
                </p:txBody>
              </p:sp>
              <p:sp>
                <p:nvSpPr>
                  <p:cNvPr id="124" name="Oval 32">
                    <a:extLst>
                      <a:ext uri="{FF2B5EF4-FFF2-40B4-BE49-F238E27FC236}">
                        <a16:creationId xmlns:a16="http://schemas.microsoft.com/office/drawing/2014/main" id="{65706B5C-0404-4B53-B47F-F5CD122F2BC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316525" y="1374147"/>
                    <a:ext cx="2937130" cy="2938757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12700" cap="flat" cmpd="sng">
                        <a:solidFill>
                          <a:srgbClr val="000000"/>
                        </a:solidFill>
                        <a:prstDash val="solid"/>
                        <a:miter lim="400000"/>
                        <a:headEnd type="none" w="med" len="med"/>
                        <a:tailEnd type="none" w="med" len="med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rgbClr val="000000">
                              <a:alpha val="74998"/>
                            </a:srgbClr>
                          </a:outerShdw>
                        </a:effectLst>
                      </a14:hiddenEffects>
                    </a:ext>
                  </a:extLst>
                </p:spPr>
                <p:txBody>
                  <a:bodyPr lIns="50800" tIns="50800" rIns="50800" bIns="50800" anchor="ctr"/>
                  <a:lstStyle>
                    <a:lvl1pPr>
                      <a:defRPr sz="2200" baseline="55000">
                        <a:solidFill>
                          <a:srgbClr val="7B7B7B"/>
                        </a:solidFill>
                        <a:latin typeface="Open Sans" charset="0"/>
                        <a:ea typeface="Open Sans" charset="0"/>
                        <a:cs typeface="Open Sans" charset="0"/>
                        <a:sym typeface="Open Sans" charset="0"/>
                      </a:defRPr>
                    </a:lvl1pPr>
                    <a:lvl2pPr marL="742950" indent="-285750">
                      <a:defRPr sz="2200" baseline="55000">
                        <a:solidFill>
                          <a:srgbClr val="7B7B7B"/>
                        </a:solidFill>
                        <a:latin typeface="Open Sans" charset="0"/>
                        <a:ea typeface="Open Sans" charset="0"/>
                        <a:cs typeface="Open Sans" charset="0"/>
                        <a:sym typeface="Open Sans" charset="0"/>
                      </a:defRPr>
                    </a:lvl2pPr>
                    <a:lvl3pPr marL="1143000" indent="-228600">
                      <a:defRPr sz="2200" baseline="55000">
                        <a:solidFill>
                          <a:srgbClr val="7B7B7B"/>
                        </a:solidFill>
                        <a:latin typeface="Open Sans" charset="0"/>
                        <a:ea typeface="Open Sans" charset="0"/>
                        <a:cs typeface="Open Sans" charset="0"/>
                        <a:sym typeface="Open Sans" charset="0"/>
                      </a:defRPr>
                    </a:lvl3pPr>
                    <a:lvl4pPr marL="1600200" indent="-228600">
                      <a:defRPr sz="2200" baseline="55000">
                        <a:solidFill>
                          <a:srgbClr val="7B7B7B"/>
                        </a:solidFill>
                        <a:latin typeface="Open Sans" charset="0"/>
                        <a:ea typeface="Open Sans" charset="0"/>
                        <a:cs typeface="Open Sans" charset="0"/>
                        <a:sym typeface="Open Sans" charset="0"/>
                      </a:defRPr>
                    </a:lvl4pPr>
                    <a:lvl5pPr marL="2057400" indent="-228600">
                      <a:defRPr sz="2200" baseline="55000">
                        <a:solidFill>
                          <a:srgbClr val="7B7B7B"/>
                        </a:solidFill>
                        <a:latin typeface="Open Sans" charset="0"/>
                        <a:ea typeface="Open Sans" charset="0"/>
                        <a:cs typeface="Open Sans" charset="0"/>
                        <a:sym typeface="Open Sans" charset="0"/>
                      </a:defRPr>
                    </a:lvl5pPr>
                    <a:lvl6pPr marL="2514600" indent="-228600" defTabSz="8255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200" baseline="55000">
                        <a:solidFill>
                          <a:srgbClr val="7B7B7B"/>
                        </a:solidFill>
                        <a:latin typeface="Open Sans" charset="0"/>
                        <a:ea typeface="Open Sans" charset="0"/>
                        <a:cs typeface="Open Sans" charset="0"/>
                        <a:sym typeface="Open Sans" charset="0"/>
                      </a:defRPr>
                    </a:lvl6pPr>
                    <a:lvl7pPr marL="2971800" indent="-228600" defTabSz="8255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200" baseline="55000">
                        <a:solidFill>
                          <a:srgbClr val="7B7B7B"/>
                        </a:solidFill>
                        <a:latin typeface="Open Sans" charset="0"/>
                        <a:ea typeface="Open Sans" charset="0"/>
                        <a:cs typeface="Open Sans" charset="0"/>
                        <a:sym typeface="Open Sans" charset="0"/>
                      </a:defRPr>
                    </a:lvl7pPr>
                    <a:lvl8pPr marL="3429000" indent="-228600" defTabSz="8255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200" baseline="55000">
                        <a:solidFill>
                          <a:srgbClr val="7B7B7B"/>
                        </a:solidFill>
                        <a:latin typeface="Open Sans" charset="0"/>
                        <a:ea typeface="Open Sans" charset="0"/>
                        <a:cs typeface="Open Sans" charset="0"/>
                        <a:sym typeface="Open Sans" charset="0"/>
                      </a:defRPr>
                    </a:lvl8pPr>
                    <a:lvl9pPr marL="3886200" indent="-228600" defTabSz="8255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200" baseline="55000">
                        <a:solidFill>
                          <a:srgbClr val="7B7B7B"/>
                        </a:solidFill>
                        <a:latin typeface="Open Sans" charset="0"/>
                        <a:ea typeface="Open Sans" charset="0"/>
                        <a:cs typeface="Open Sans" charset="0"/>
                        <a:sym typeface="Open Sans" charset="0"/>
                      </a:defRPr>
                    </a:lvl9pPr>
                  </a:lstStyle>
                  <a:p>
                    <a:pPr marL="0" marR="0" lvl="0" indent="0" algn="ctr" defTabSz="825500" eaLnBrk="1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32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+mn-ea"/>
                      <a:ea typeface="+mn-ea"/>
                      <a:cs typeface="Pretendard ExtraLight" panose="02000303000000020004" pitchFamily="50" charset="-127"/>
                      <a:sym typeface="Helvetica Light" panose="020B0403020202020204" pitchFamily="34" charset="0"/>
                    </a:endParaRPr>
                  </a:p>
                </p:txBody>
              </p:sp>
              <p:sp>
                <p:nvSpPr>
                  <p:cNvPr id="125" name="AutoShape 33">
                    <a:extLst>
                      <a:ext uri="{FF2B5EF4-FFF2-40B4-BE49-F238E27FC236}">
                        <a16:creationId xmlns:a16="http://schemas.microsoft.com/office/drawing/2014/main" id="{BDBAC461-E129-4CD2-B5EE-A97378E7778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48117" y="-1273"/>
                    <a:ext cx="1273286" cy="636652"/>
                  </a:xfrm>
                  <a:custGeom>
                    <a:avLst/>
                    <a:gdLst>
                      <a:gd name="T0" fmla="*/ 636643 w 21600"/>
                      <a:gd name="T1" fmla="*/ 318326 h 21600"/>
                      <a:gd name="T2" fmla="*/ 636643 w 21600"/>
                      <a:gd name="T3" fmla="*/ 318326 h 21600"/>
                      <a:gd name="T4" fmla="*/ 636643 w 21600"/>
                      <a:gd name="T5" fmla="*/ 318326 h 21600"/>
                      <a:gd name="T6" fmla="*/ 636643 w 21600"/>
                      <a:gd name="T7" fmla="*/ 318326 h 2160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1600" h="21600">
                        <a:moveTo>
                          <a:pt x="3731" y="739"/>
                        </a:moveTo>
                        <a:cubicBezTo>
                          <a:pt x="4070" y="261"/>
                          <a:pt x="4475" y="3"/>
                          <a:pt x="4891" y="0"/>
                        </a:cubicBezTo>
                        <a:cubicBezTo>
                          <a:pt x="5628" y="0"/>
                          <a:pt x="6364" y="0"/>
                          <a:pt x="7101" y="0"/>
                        </a:cubicBezTo>
                        <a:cubicBezTo>
                          <a:pt x="8321" y="0"/>
                          <a:pt x="9541" y="0"/>
                          <a:pt x="10761" y="0"/>
                        </a:cubicBezTo>
                        <a:cubicBezTo>
                          <a:pt x="11981" y="0"/>
                          <a:pt x="13201" y="0"/>
                          <a:pt x="14421" y="0"/>
                        </a:cubicBezTo>
                        <a:cubicBezTo>
                          <a:pt x="15158" y="0"/>
                          <a:pt x="15894" y="0"/>
                          <a:pt x="16631" y="0"/>
                        </a:cubicBezTo>
                        <a:cubicBezTo>
                          <a:pt x="17020" y="1"/>
                          <a:pt x="17400" y="226"/>
                          <a:pt x="17727" y="649"/>
                        </a:cubicBezTo>
                        <a:cubicBezTo>
                          <a:pt x="18123" y="1162"/>
                          <a:pt x="18416" y="1935"/>
                          <a:pt x="18556" y="2834"/>
                        </a:cubicBezTo>
                        <a:cubicBezTo>
                          <a:pt x="18713" y="3780"/>
                          <a:pt x="18871" y="4724"/>
                          <a:pt x="19030" y="5669"/>
                        </a:cubicBezTo>
                        <a:cubicBezTo>
                          <a:pt x="19347" y="7558"/>
                          <a:pt x="19666" y="9446"/>
                          <a:pt x="19979" y="11338"/>
                        </a:cubicBezTo>
                        <a:cubicBezTo>
                          <a:pt x="20539" y="14725"/>
                          <a:pt x="21079" y="18126"/>
                          <a:pt x="21600" y="21538"/>
                        </a:cubicBezTo>
                        <a:lnTo>
                          <a:pt x="0" y="21600"/>
                        </a:lnTo>
                        <a:cubicBezTo>
                          <a:pt x="474" y="18156"/>
                          <a:pt x="989" y="14734"/>
                          <a:pt x="1543" y="11338"/>
                        </a:cubicBezTo>
                        <a:cubicBezTo>
                          <a:pt x="1852" y="9443"/>
                          <a:pt x="2174" y="7557"/>
                          <a:pt x="2492" y="5669"/>
                        </a:cubicBezTo>
                        <a:cubicBezTo>
                          <a:pt x="2651" y="4725"/>
                          <a:pt x="2809" y="3780"/>
                          <a:pt x="2966" y="2834"/>
                        </a:cubicBezTo>
                        <a:cubicBezTo>
                          <a:pt x="3098" y="1987"/>
                          <a:pt x="3367" y="1251"/>
                          <a:pt x="3731" y="739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12700" cap="flat" cmpd="sng">
                        <a:solidFill>
                          <a:srgbClr val="000000"/>
                        </a:solidFill>
                        <a:prstDash val="solid"/>
                        <a:miter lim="400000"/>
                        <a:headEnd type="none" w="med" len="med"/>
                        <a:tailEnd type="none" w="med" len="med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rgbClr val="000000">
                              <a:alpha val="74997"/>
                            </a:srgbClr>
                          </a:outerShdw>
                        </a:effectLst>
                      </a14:hiddenEffects>
                    </a:ext>
                  </a:extLst>
                </p:spPr>
                <p:txBody>
                  <a:bodyPr lIns="50800" tIns="50800" rIns="50800" bIns="50800" anchor="ctr"/>
                  <a:lstStyle/>
                  <a:p>
                    <a:pPr marL="0" marR="0" lvl="0" indent="0" defTabSz="8255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RU" sz="2200" b="0" i="0" u="none" strike="noStrike" kern="0" cap="none" spc="0" normalizeH="0" baseline="55000" noProof="0" dirty="0">
                      <a:ln>
                        <a:noFill/>
                      </a:ln>
                      <a:solidFill>
                        <a:srgbClr val="7B7B7B"/>
                      </a:solidFill>
                      <a:effectLst/>
                      <a:uLnTx/>
                      <a:uFillTx/>
                      <a:latin typeface="+mn-ea"/>
                      <a:cs typeface="Pretendard" panose="02000503000000020004" pitchFamily="50" charset="-127"/>
                      <a:sym typeface="Open Sans" charset="0"/>
                    </a:endParaRPr>
                  </a:p>
                </p:txBody>
              </p:sp>
              <p:sp>
                <p:nvSpPr>
                  <p:cNvPr id="126" name="AutoShape 34">
                    <a:extLst>
                      <a:ext uri="{FF2B5EF4-FFF2-40B4-BE49-F238E27FC236}">
                        <a16:creationId xmlns:a16="http://schemas.microsoft.com/office/drawing/2014/main" id="{D541D965-028D-45E4-A193-D60BDE8FBCA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rot="10800000">
                    <a:off x="2153382" y="5055960"/>
                    <a:ext cx="1268523" cy="636651"/>
                  </a:xfrm>
                  <a:custGeom>
                    <a:avLst/>
                    <a:gdLst>
                      <a:gd name="T0" fmla="*/ 634262 w 21600"/>
                      <a:gd name="T1" fmla="*/ 318326 h 21600"/>
                      <a:gd name="T2" fmla="*/ 634262 w 21600"/>
                      <a:gd name="T3" fmla="*/ 318326 h 21600"/>
                      <a:gd name="T4" fmla="*/ 634262 w 21600"/>
                      <a:gd name="T5" fmla="*/ 318326 h 21600"/>
                      <a:gd name="T6" fmla="*/ 634262 w 21600"/>
                      <a:gd name="T7" fmla="*/ 318326 h 2160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1600" h="21600">
                        <a:moveTo>
                          <a:pt x="3731" y="739"/>
                        </a:moveTo>
                        <a:cubicBezTo>
                          <a:pt x="4070" y="261"/>
                          <a:pt x="4475" y="3"/>
                          <a:pt x="4891" y="0"/>
                        </a:cubicBezTo>
                        <a:cubicBezTo>
                          <a:pt x="5628" y="0"/>
                          <a:pt x="6364" y="0"/>
                          <a:pt x="7101" y="0"/>
                        </a:cubicBezTo>
                        <a:cubicBezTo>
                          <a:pt x="8321" y="0"/>
                          <a:pt x="9541" y="0"/>
                          <a:pt x="10761" y="0"/>
                        </a:cubicBezTo>
                        <a:cubicBezTo>
                          <a:pt x="11981" y="0"/>
                          <a:pt x="13201" y="0"/>
                          <a:pt x="14421" y="0"/>
                        </a:cubicBezTo>
                        <a:cubicBezTo>
                          <a:pt x="15158" y="0"/>
                          <a:pt x="15894" y="0"/>
                          <a:pt x="16631" y="0"/>
                        </a:cubicBezTo>
                        <a:cubicBezTo>
                          <a:pt x="17020" y="1"/>
                          <a:pt x="17400" y="226"/>
                          <a:pt x="17727" y="649"/>
                        </a:cubicBezTo>
                        <a:cubicBezTo>
                          <a:pt x="18123" y="1162"/>
                          <a:pt x="18416" y="1935"/>
                          <a:pt x="18556" y="2834"/>
                        </a:cubicBezTo>
                        <a:cubicBezTo>
                          <a:pt x="18713" y="3780"/>
                          <a:pt x="18871" y="4724"/>
                          <a:pt x="19030" y="5669"/>
                        </a:cubicBezTo>
                        <a:cubicBezTo>
                          <a:pt x="19347" y="7558"/>
                          <a:pt x="19666" y="9446"/>
                          <a:pt x="19979" y="11338"/>
                        </a:cubicBezTo>
                        <a:cubicBezTo>
                          <a:pt x="20539" y="14725"/>
                          <a:pt x="21079" y="18126"/>
                          <a:pt x="21600" y="21538"/>
                        </a:cubicBezTo>
                        <a:lnTo>
                          <a:pt x="0" y="21600"/>
                        </a:lnTo>
                        <a:cubicBezTo>
                          <a:pt x="474" y="18156"/>
                          <a:pt x="989" y="14734"/>
                          <a:pt x="1543" y="11338"/>
                        </a:cubicBezTo>
                        <a:cubicBezTo>
                          <a:pt x="1852" y="9443"/>
                          <a:pt x="2174" y="7557"/>
                          <a:pt x="2492" y="5669"/>
                        </a:cubicBezTo>
                        <a:cubicBezTo>
                          <a:pt x="2651" y="4725"/>
                          <a:pt x="2809" y="3780"/>
                          <a:pt x="2966" y="2834"/>
                        </a:cubicBezTo>
                        <a:cubicBezTo>
                          <a:pt x="3098" y="1987"/>
                          <a:pt x="3367" y="1251"/>
                          <a:pt x="3731" y="739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12700" cap="flat" cmpd="sng">
                        <a:solidFill>
                          <a:srgbClr val="000000"/>
                        </a:solidFill>
                        <a:prstDash val="solid"/>
                        <a:miter lim="400000"/>
                        <a:headEnd type="none" w="med" len="med"/>
                        <a:tailEnd type="none" w="med" len="med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rgbClr val="000000">
                              <a:alpha val="74997"/>
                            </a:srgbClr>
                          </a:outerShdw>
                        </a:effectLst>
                      </a14:hiddenEffects>
                    </a:ext>
                  </a:extLst>
                </p:spPr>
                <p:txBody>
                  <a:bodyPr lIns="50800" tIns="50800" rIns="50800" bIns="50800" anchor="ctr"/>
                  <a:lstStyle/>
                  <a:p>
                    <a:pPr marL="0" marR="0" lvl="0" indent="0" defTabSz="8255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RU" sz="2200" b="0" i="0" u="none" strike="noStrike" kern="0" cap="none" spc="0" normalizeH="0" baseline="55000" noProof="0" dirty="0">
                      <a:ln>
                        <a:noFill/>
                      </a:ln>
                      <a:solidFill>
                        <a:srgbClr val="7B7B7B"/>
                      </a:solidFill>
                      <a:effectLst/>
                      <a:uLnTx/>
                      <a:uFillTx/>
                      <a:latin typeface="+mn-ea"/>
                      <a:cs typeface="Pretendard" panose="02000503000000020004" pitchFamily="50" charset="-127"/>
                      <a:sym typeface="Open Sans" charset="0"/>
                    </a:endParaRPr>
                  </a:p>
                </p:txBody>
              </p:sp>
              <p:sp>
                <p:nvSpPr>
                  <p:cNvPr id="127" name="AutoShape 35">
                    <a:extLst>
                      <a:ext uri="{FF2B5EF4-FFF2-40B4-BE49-F238E27FC236}">
                        <a16:creationId xmlns:a16="http://schemas.microsoft.com/office/drawing/2014/main" id="{986336FE-3E40-49D3-9779-FB1FDADFB42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rot="3621921">
                    <a:off x="4349053" y="1273094"/>
                    <a:ext cx="1271715" cy="638231"/>
                  </a:xfrm>
                  <a:custGeom>
                    <a:avLst/>
                    <a:gdLst>
                      <a:gd name="T0" fmla="*/ 635858 w 21600"/>
                      <a:gd name="T1" fmla="*/ 319116 h 21600"/>
                      <a:gd name="T2" fmla="*/ 635858 w 21600"/>
                      <a:gd name="T3" fmla="*/ 319116 h 21600"/>
                      <a:gd name="T4" fmla="*/ 635858 w 21600"/>
                      <a:gd name="T5" fmla="*/ 319116 h 21600"/>
                      <a:gd name="T6" fmla="*/ 635858 w 21600"/>
                      <a:gd name="T7" fmla="*/ 319116 h 2160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1600" h="21600">
                        <a:moveTo>
                          <a:pt x="3731" y="739"/>
                        </a:moveTo>
                        <a:cubicBezTo>
                          <a:pt x="4070" y="261"/>
                          <a:pt x="4475" y="3"/>
                          <a:pt x="4891" y="0"/>
                        </a:cubicBezTo>
                        <a:cubicBezTo>
                          <a:pt x="5628" y="0"/>
                          <a:pt x="6364" y="0"/>
                          <a:pt x="7101" y="0"/>
                        </a:cubicBezTo>
                        <a:cubicBezTo>
                          <a:pt x="8321" y="0"/>
                          <a:pt x="9541" y="0"/>
                          <a:pt x="10761" y="0"/>
                        </a:cubicBezTo>
                        <a:cubicBezTo>
                          <a:pt x="11981" y="0"/>
                          <a:pt x="13201" y="0"/>
                          <a:pt x="14421" y="0"/>
                        </a:cubicBezTo>
                        <a:cubicBezTo>
                          <a:pt x="15158" y="0"/>
                          <a:pt x="15894" y="0"/>
                          <a:pt x="16631" y="0"/>
                        </a:cubicBezTo>
                        <a:cubicBezTo>
                          <a:pt x="17020" y="1"/>
                          <a:pt x="17400" y="226"/>
                          <a:pt x="17727" y="649"/>
                        </a:cubicBezTo>
                        <a:cubicBezTo>
                          <a:pt x="18123" y="1162"/>
                          <a:pt x="18416" y="1935"/>
                          <a:pt x="18556" y="2834"/>
                        </a:cubicBezTo>
                        <a:cubicBezTo>
                          <a:pt x="18713" y="3780"/>
                          <a:pt x="18871" y="4724"/>
                          <a:pt x="19030" y="5669"/>
                        </a:cubicBezTo>
                        <a:cubicBezTo>
                          <a:pt x="19347" y="7558"/>
                          <a:pt x="19666" y="9446"/>
                          <a:pt x="19979" y="11338"/>
                        </a:cubicBezTo>
                        <a:cubicBezTo>
                          <a:pt x="20539" y="14725"/>
                          <a:pt x="21079" y="18126"/>
                          <a:pt x="21600" y="21538"/>
                        </a:cubicBezTo>
                        <a:lnTo>
                          <a:pt x="0" y="21600"/>
                        </a:lnTo>
                        <a:cubicBezTo>
                          <a:pt x="474" y="18156"/>
                          <a:pt x="989" y="14734"/>
                          <a:pt x="1543" y="11338"/>
                        </a:cubicBezTo>
                        <a:cubicBezTo>
                          <a:pt x="1852" y="9443"/>
                          <a:pt x="2174" y="7557"/>
                          <a:pt x="2492" y="5669"/>
                        </a:cubicBezTo>
                        <a:cubicBezTo>
                          <a:pt x="2651" y="4725"/>
                          <a:pt x="2809" y="3780"/>
                          <a:pt x="2966" y="2834"/>
                        </a:cubicBezTo>
                        <a:cubicBezTo>
                          <a:pt x="3098" y="1987"/>
                          <a:pt x="3367" y="1251"/>
                          <a:pt x="3731" y="739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12700" cap="flat" cmpd="sng">
                        <a:solidFill>
                          <a:srgbClr val="000000"/>
                        </a:solidFill>
                        <a:prstDash val="solid"/>
                        <a:miter lim="400000"/>
                        <a:headEnd type="none" w="med" len="med"/>
                        <a:tailEnd type="none" w="med" len="med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rgbClr val="000000">
                              <a:alpha val="74997"/>
                            </a:srgbClr>
                          </a:outerShdw>
                        </a:effectLst>
                      </a14:hiddenEffects>
                    </a:ext>
                  </a:extLst>
                </p:spPr>
                <p:txBody>
                  <a:bodyPr lIns="50800" tIns="50800" rIns="50800" bIns="50800" anchor="ctr"/>
                  <a:lstStyle/>
                  <a:p>
                    <a:pPr marL="0" marR="0" lvl="0" indent="0" defTabSz="8255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RU" sz="2200" b="0" i="0" u="none" strike="noStrike" kern="0" cap="none" spc="0" normalizeH="0" baseline="55000" noProof="0" dirty="0">
                      <a:ln>
                        <a:noFill/>
                      </a:ln>
                      <a:solidFill>
                        <a:srgbClr val="7B7B7B"/>
                      </a:solidFill>
                      <a:effectLst/>
                      <a:uLnTx/>
                      <a:uFillTx/>
                      <a:latin typeface="+mn-ea"/>
                      <a:cs typeface="Pretendard" panose="02000503000000020004" pitchFamily="50" charset="-127"/>
                      <a:sym typeface="Open Sans" charset="0"/>
                    </a:endParaRPr>
                  </a:p>
                </p:txBody>
              </p:sp>
              <p:sp>
                <p:nvSpPr>
                  <p:cNvPr id="128" name="AutoShape 36">
                    <a:extLst>
                      <a:ext uri="{FF2B5EF4-FFF2-40B4-BE49-F238E27FC236}">
                        <a16:creationId xmlns:a16="http://schemas.microsoft.com/office/drawing/2014/main" id="{E049E7A9-0E33-49EA-8030-5AF7721593E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rot="-7178079">
                    <a:off x="-48038" y="3775992"/>
                    <a:ext cx="1270128" cy="638231"/>
                  </a:xfrm>
                  <a:custGeom>
                    <a:avLst/>
                    <a:gdLst>
                      <a:gd name="T0" fmla="*/ 635064 w 21600"/>
                      <a:gd name="T1" fmla="*/ 319116 h 21600"/>
                      <a:gd name="T2" fmla="*/ 635064 w 21600"/>
                      <a:gd name="T3" fmla="*/ 319116 h 21600"/>
                      <a:gd name="T4" fmla="*/ 635064 w 21600"/>
                      <a:gd name="T5" fmla="*/ 319116 h 21600"/>
                      <a:gd name="T6" fmla="*/ 635064 w 21600"/>
                      <a:gd name="T7" fmla="*/ 319116 h 2160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1600" h="21600">
                        <a:moveTo>
                          <a:pt x="3731" y="739"/>
                        </a:moveTo>
                        <a:cubicBezTo>
                          <a:pt x="4070" y="261"/>
                          <a:pt x="4475" y="3"/>
                          <a:pt x="4891" y="0"/>
                        </a:cubicBezTo>
                        <a:cubicBezTo>
                          <a:pt x="5628" y="0"/>
                          <a:pt x="6364" y="0"/>
                          <a:pt x="7101" y="0"/>
                        </a:cubicBezTo>
                        <a:cubicBezTo>
                          <a:pt x="8321" y="0"/>
                          <a:pt x="9541" y="0"/>
                          <a:pt x="10761" y="0"/>
                        </a:cubicBezTo>
                        <a:cubicBezTo>
                          <a:pt x="11981" y="0"/>
                          <a:pt x="13201" y="0"/>
                          <a:pt x="14421" y="0"/>
                        </a:cubicBezTo>
                        <a:cubicBezTo>
                          <a:pt x="15158" y="0"/>
                          <a:pt x="15894" y="0"/>
                          <a:pt x="16631" y="0"/>
                        </a:cubicBezTo>
                        <a:cubicBezTo>
                          <a:pt x="17020" y="1"/>
                          <a:pt x="17400" y="226"/>
                          <a:pt x="17727" y="649"/>
                        </a:cubicBezTo>
                        <a:cubicBezTo>
                          <a:pt x="18123" y="1162"/>
                          <a:pt x="18416" y="1935"/>
                          <a:pt x="18556" y="2834"/>
                        </a:cubicBezTo>
                        <a:cubicBezTo>
                          <a:pt x="18713" y="3780"/>
                          <a:pt x="18871" y="4724"/>
                          <a:pt x="19030" y="5669"/>
                        </a:cubicBezTo>
                        <a:cubicBezTo>
                          <a:pt x="19347" y="7558"/>
                          <a:pt x="19666" y="9446"/>
                          <a:pt x="19979" y="11338"/>
                        </a:cubicBezTo>
                        <a:cubicBezTo>
                          <a:pt x="20539" y="14725"/>
                          <a:pt x="21079" y="18126"/>
                          <a:pt x="21600" y="21538"/>
                        </a:cubicBezTo>
                        <a:lnTo>
                          <a:pt x="0" y="21600"/>
                        </a:lnTo>
                        <a:cubicBezTo>
                          <a:pt x="474" y="18156"/>
                          <a:pt x="989" y="14734"/>
                          <a:pt x="1543" y="11338"/>
                        </a:cubicBezTo>
                        <a:cubicBezTo>
                          <a:pt x="1852" y="9443"/>
                          <a:pt x="2174" y="7557"/>
                          <a:pt x="2492" y="5669"/>
                        </a:cubicBezTo>
                        <a:cubicBezTo>
                          <a:pt x="2651" y="4725"/>
                          <a:pt x="2809" y="3780"/>
                          <a:pt x="2966" y="2834"/>
                        </a:cubicBezTo>
                        <a:cubicBezTo>
                          <a:pt x="3098" y="1987"/>
                          <a:pt x="3367" y="1251"/>
                          <a:pt x="3731" y="739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12700" cap="flat" cmpd="sng">
                        <a:solidFill>
                          <a:srgbClr val="000000"/>
                        </a:solidFill>
                        <a:prstDash val="solid"/>
                        <a:miter lim="400000"/>
                        <a:headEnd type="none" w="med" len="med"/>
                        <a:tailEnd type="none" w="med" len="med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rgbClr val="000000">
                              <a:alpha val="74997"/>
                            </a:srgbClr>
                          </a:outerShdw>
                        </a:effectLst>
                      </a14:hiddenEffects>
                    </a:ext>
                  </a:extLst>
                </p:spPr>
                <p:txBody>
                  <a:bodyPr lIns="50800" tIns="50800" rIns="50800" bIns="50800" anchor="ctr"/>
                  <a:lstStyle/>
                  <a:p>
                    <a:pPr marL="0" marR="0" lvl="0" indent="0" defTabSz="8255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RU" sz="2200" b="0" i="0" u="none" strike="noStrike" kern="0" cap="none" spc="0" normalizeH="0" baseline="55000" noProof="0" dirty="0">
                      <a:ln>
                        <a:noFill/>
                      </a:ln>
                      <a:solidFill>
                        <a:srgbClr val="7B7B7B"/>
                      </a:solidFill>
                      <a:effectLst/>
                      <a:uLnTx/>
                      <a:uFillTx/>
                      <a:latin typeface="+mn-ea"/>
                      <a:cs typeface="Pretendard" panose="02000503000000020004" pitchFamily="50" charset="-127"/>
                      <a:sym typeface="Open Sans" charset="0"/>
                    </a:endParaRPr>
                  </a:p>
                </p:txBody>
              </p:sp>
              <p:sp>
                <p:nvSpPr>
                  <p:cNvPr id="129" name="AutoShape 37">
                    <a:extLst>
                      <a:ext uri="{FF2B5EF4-FFF2-40B4-BE49-F238E27FC236}">
                        <a16:creationId xmlns:a16="http://schemas.microsoft.com/office/drawing/2014/main" id="{C7409E38-129D-4370-802C-7E10050308A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rot="-3611180">
                    <a:off x="-44542" y="1271645"/>
                    <a:ext cx="1270128" cy="638231"/>
                  </a:xfrm>
                  <a:custGeom>
                    <a:avLst/>
                    <a:gdLst>
                      <a:gd name="T0" fmla="*/ 635064 w 21600"/>
                      <a:gd name="T1" fmla="*/ 319116 h 21600"/>
                      <a:gd name="T2" fmla="*/ 635064 w 21600"/>
                      <a:gd name="T3" fmla="*/ 319116 h 21600"/>
                      <a:gd name="T4" fmla="*/ 635064 w 21600"/>
                      <a:gd name="T5" fmla="*/ 319116 h 21600"/>
                      <a:gd name="T6" fmla="*/ 635064 w 21600"/>
                      <a:gd name="T7" fmla="*/ 319116 h 2160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1600" h="21600">
                        <a:moveTo>
                          <a:pt x="3731" y="739"/>
                        </a:moveTo>
                        <a:cubicBezTo>
                          <a:pt x="4070" y="261"/>
                          <a:pt x="4475" y="3"/>
                          <a:pt x="4891" y="0"/>
                        </a:cubicBezTo>
                        <a:cubicBezTo>
                          <a:pt x="5628" y="0"/>
                          <a:pt x="6364" y="0"/>
                          <a:pt x="7101" y="0"/>
                        </a:cubicBezTo>
                        <a:cubicBezTo>
                          <a:pt x="8321" y="0"/>
                          <a:pt x="9541" y="0"/>
                          <a:pt x="10761" y="0"/>
                        </a:cubicBezTo>
                        <a:cubicBezTo>
                          <a:pt x="11981" y="0"/>
                          <a:pt x="13201" y="0"/>
                          <a:pt x="14421" y="0"/>
                        </a:cubicBezTo>
                        <a:cubicBezTo>
                          <a:pt x="15158" y="0"/>
                          <a:pt x="15894" y="0"/>
                          <a:pt x="16631" y="0"/>
                        </a:cubicBezTo>
                        <a:cubicBezTo>
                          <a:pt x="17020" y="1"/>
                          <a:pt x="17400" y="226"/>
                          <a:pt x="17727" y="649"/>
                        </a:cubicBezTo>
                        <a:cubicBezTo>
                          <a:pt x="18123" y="1162"/>
                          <a:pt x="18416" y="1935"/>
                          <a:pt x="18556" y="2834"/>
                        </a:cubicBezTo>
                        <a:cubicBezTo>
                          <a:pt x="18713" y="3780"/>
                          <a:pt x="18871" y="4724"/>
                          <a:pt x="19030" y="5669"/>
                        </a:cubicBezTo>
                        <a:cubicBezTo>
                          <a:pt x="19347" y="7558"/>
                          <a:pt x="19666" y="9446"/>
                          <a:pt x="19979" y="11338"/>
                        </a:cubicBezTo>
                        <a:cubicBezTo>
                          <a:pt x="20539" y="14725"/>
                          <a:pt x="21079" y="18126"/>
                          <a:pt x="21600" y="21538"/>
                        </a:cubicBezTo>
                        <a:lnTo>
                          <a:pt x="0" y="21600"/>
                        </a:lnTo>
                        <a:cubicBezTo>
                          <a:pt x="474" y="18156"/>
                          <a:pt x="989" y="14734"/>
                          <a:pt x="1543" y="11338"/>
                        </a:cubicBezTo>
                        <a:cubicBezTo>
                          <a:pt x="1852" y="9443"/>
                          <a:pt x="2174" y="7557"/>
                          <a:pt x="2492" y="5669"/>
                        </a:cubicBezTo>
                        <a:cubicBezTo>
                          <a:pt x="2651" y="4725"/>
                          <a:pt x="2809" y="3780"/>
                          <a:pt x="2966" y="2834"/>
                        </a:cubicBezTo>
                        <a:cubicBezTo>
                          <a:pt x="3098" y="1987"/>
                          <a:pt x="3367" y="1251"/>
                          <a:pt x="3731" y="739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12700" cap="flat" cmpd="sng">
                        <a:solidFill>
                          <a:srgbClr val="000000"/>
                        </a:solidFill>
                        <a:prstDash val="solid"/>
                        <a:miter lim="400000"/>
                        <a:headEnd type="none" w="med" len="med"/>
                        <a:tailEnd type="none" w="med" len="med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rgbClr val="000000">
                              <a:alpha val="74997"/>
                            </a:srgbClr>
                          </a:outerShdw>
                        </a:effectLst>
                      </a14:hiddenEffects>
                    </a:ext>
                  </a:extLst>
                </p:spPr>
                <p:txBody>
                  <a:bodyPr lIns="50800" tIns="50800" rIns="50800" bIns="50800" anchor="ctr"/>
                  <a:lstStyle/>
                  <a:p>
                    <a:pPr marL="0" marR="0" lvl="0" indent="0" defTabSz="8255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RU" sz="2200" b="0" i="0" u="none" strike="noStrike" kern="0" cap="none" spc="0" normalizeH="0" baseline="55000" noProof="0" dirty="0">
                      <a:ln>
                        <a:noFill/>
                      </a:ln>
                      <a:solidFill>
                        <a:srgbClr val="7B7B7B"/>
                      </a:solidFill>
                      <a:effectLst/>
                      <a:uLnTx/>
                      <a:uFillTx/>
                      <a:latin typeface="+mn-ea"/>
                      <a:cs typeface="Pretendard" panose="02000503000000020004" pitchFamily="50" charset="-127"/>
                      <a:sym typeface="Open Sans" charset="0"/>
                    </a:endParaRPr>
                  </a:p>
                </p:txBody>
              </p:sp>
              <p:sp>
                <p:nvSpPr>
                  <p:cNvPr id="130" name="AutoShape 38">
                    <a:extLst>
                      <a:ext uri="{FF2B5EF4-FFF2-40B4-BE49-F238E27FC236}">
                        <a16:creationId xmlns:a16="http://schemas.microsoft.com/office/drawing/2014/main" id="{B57D9383-90F8-4B78-BC37-FC50A09CE31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rot="7188819">
                    <a:off x="4344553" y="3782197"/>
                    <a:ext cx="1270128" cy="638231"/>
                  </a:xfrm>
                  <a:custGeom>
                    <a:avLst/>
                    <a:gdLst>
                      <a:gd name="T0" fmla="*/ 635064 w 21600"/>
                      <a:gd name="T1" fmla="*/ 319116 h 21600"/>
                      <a:gd name="T2" fmla="*/ 635064 w 21600"/>
                      <a:gd name="T3" fmla="*/ 319116 h 21600"/>
                      <a:gd name="T4" fmla="*/ 635064 w 21600"/>
                      <a:gd name="T5" fmla="*/ 319116 h 21600"/>
                      <a:gd name="T6" fmla="*/ 635064 w 21600"/>
                      <a:gd name="T7" fmla="*/ 319116 h 2160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1600" h="21600">
                        <a:moveTo>
                          <a:pt x="3731" y="739"/>
                        </a:moveTo>
                        <a:cubicBezTo>
                          <a:pt x="4070" y="261"/>
                          <a:pt x="4475" y="3"/>
                          <a:pt x="4891" y="0"/>
                        </a:cubicBezTo>
                        <a:cubicBezTo>
                          <a:pt x="5628" y="0"/>
                          <a:pt x="6364" y="0"/>
                          <a:pt x="7101" y="0"/>
                        </a:cubicBezTo>
                        <a:cubicBezTo>
                          <a:pt x="8321" y="0"/>
                          <a:pt x="9541" y="0"/>
                          <a:pt x="10761" y="0"/>
                        </a:cubicBezTo>
                        <a:cubicBezTo>
                          <a:pt x="11981" y="0"/>
                          <a:pt x="13201" y="0"/>
                          <a:pt x="14421" y="0"/>
                        </a:cubicBezTo>
                        <a:cubicBezTo>
                          <a:pt x="15158" y="0"/>
                          <a:pt x="15894" y="0"/>
                          <a:pt x="16631" y="0"/>
                        </a:cubicBezTo>
                        <a:cubicBezTo>
                          <a:pt x="17020" y="1"/>
                          <a:pt x="17400" y="226"/>
                          <a:pt x="17727" y="649"/>
                        </a:cubicBezTo>
                        <a:cubicBezTo>
                          <a:pt x="18123" y="1162"/>
                          <a:pt x="18416" y="1935"/>
                          <a:pt x="18556" y="2834"/>
                        </a:cubicBezTo>
                        <a:cubicBezTo>
                          <a:pt x="18713" y="3780"/>
                          <a:pt x="18871" y="4724"/>
                          <a:pt x="19030" y="5669"/>
                        </a:cubicBezTo>
                        <a:cubicBezTo>
                          <a:pt x="19347" y="7558"/>
                          <a:pt x="19666" y="9446"/>
                          <a:pt x="19979" y="11338"/>
                        </a:cubicBezTo>
                        <a:cubicBezTo>
                          <a:pt x="20539" y="14725"/>
                          <a:pt x="21079" y="18126"/>
                          <a:pt x="21600" y="21538"/>
                        </a:cubicBezTo>
                        <a:lnTo>
                          <a:pt x="0" y="21600"/>
                        </a:lnTo>
                        <a:cubicBezTo>
                          <a:pt x="474" y="18156"/>
                          <a:pt x="989" y="14734"/>
                          <a:pt x="1543" y="11338"/>
                        </a:cubicBezTo>
                        <a:cubicBezTo>
                          <a:pt x="1852" y="9443"/>
                          <a:pt x="2174" y="7557"/>
                          <a:pt x="2492" y="5669"/>
                        </a:cubicBezTo>
                        <a:cubicBezTo>
                          <a:pt x="2651" y="4725"/>
                          <a:pt x="2809" y="3780"/>
                          <a:pt x="2966" y="2834"/>
                        </a:cubicBezTo>
                        <a:cubicBezTo>
                          <a:pt x="3098" y="1987"/>
                          <a:pt x="3367" y="1251"/>
                          <a:pt x="3731" y="739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12700" cap="flat" cmpd="sng">
                        <a:solidFill>
                          <a:srgbClr val="000000"/>
                        </a:solidFill>
                        <a:prstDash val="solid"/>
                        <a:miter lim="400000"/>
                        <a:headEnd type="none" w="med" len="med"/>
                        <a:tailEnd type="none" w="med" len="med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rgbClr val="000000">
                              <a:alpha val="74997"/>
                            </a:srgbClr>
                          </a:outerShdw>
                        </a:effectLst>
                      </a14:hiddenEffects>
                    </a:ext>
                  </a:extLst>
                </p:spPr>
                <p:txBody>
                  <a:bodyPr lIns="50800" tIns="50800" rIns="50800" bIns="50800" anchor="ctr"/>
                  <a:lstStyle/>
                  <a:p>
                    <a:pPr marL="0" marR="0" lvl="0" indent="0" defTabSz="8255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RU" sz="2200" b="0" i="0" u="none" strike="noStrike" kern="0" cap="none" spc="0" normalizeH="0" baseline="55000" noProof="0" dirty="0">
                      <a:ln>
                        <a:noFill/>
                      </a:ln>
                      <a:solidFill>
                        <a:srgbClr val="7B7B7B"/>
                      </a:solidFill>
                      <a:effectLst/>
                      <a:uLnTx/>
                      <a:uFillTx/>
                      <a:latin typeface="+mn-ea"/>
                      <a:cs typeface="Pretendard" panose="02000503000000020004" pitchFamily="50" charset="-127"/>
                      <a:sym typeface="Open Sans" charset="0"/>
                    </a:endParaRPr>
                  </a:p>
                </p:txBody>
              </p:sp>
            </p:grpSp>
          </p:grpSp>
        </p:grp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91AFB806-BD30-06EF-218D-6F481497168C}"/>
              </a:ext>
            </a:extLst>
          </p:cNvPr>
          <p:cNvSpPr txBox="1"/>
          <p:nvPr/>
        </p:nvSpPr>
        <p:spPr>
          <a:xfrm>
            <a:off x="1667082" y="503378"/>
            <a:ext cx="1341714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defTabSz="987095"/>
            <a:r>
              <a:rPr lang="en-US" altLang="ko-KR" sz="800" spc="-54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Ⅳ  </a:t>
            </a:r>
            <a:r>
              <a:rPr lang="ko-KR" altLang="en-US" sz="800" spc="-54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프로젝트 관리  </a:t>
            </a:r>
            <a:r>
              <a:rPr lang="en-US" altLang="ko-KR" sz="800" spc="-54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&gt;  1. </a:t>
            </a:r>
            <a:r>
              <a:rPr lang="ko-KR" altLang="en-US" sz="800" spc="-54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성능 요구사항</a:t>
            </a:r>
          </a:p>
        </p:txBody>
      </p:sp>
    </p:spTree>
    <p:extLst>
      <p:ext uri="{BB962C8B-B14F-4D97-AF65-F5344CB8AC3E}">
        <p14:creationId xmlns:p14="http://schemas.microsoft.com/office/powerpoint/2010/main" val="178314139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제목 89"/>
          <p:cNvSpPr>
            <a:spLocks noGrp="1"/>
          </p:cNvSpPr>
          <p:nvPr>
            <p:ph type="title"/>
          </p:nvPr>
        </p:nvSpPr>
        <p:spPr>
          <a:xfrm>
            <a:off x="512676" y="1064568"/>
            <a:ext cx="2141662" cy="199285"/>
          </a:xfrm>
          <a:prstGeom prst="rect">
            <a:avLst/>
          </a:prstGeom>
          <a:noFill/>
        </p:spPr>
        <p:txBody>
          <a:bodyPr wrap="none" lIns="108000" tIns="0" rIns="0" bIns="0" anchor="ctr">
            <a:spAutoFit/>
          </a:bodyPr>
          <a:lstStyle/>
          <a:p>
            <a:r>
              <a:rPr lang="en-US" altLang="ko-KR" sz="1400" dirty="0">
                <a:latin typeface="+mj-lt"/>
                <a:cs typeface="+mj-cs"/>
              </a:rPr>
              <a:t>2.1 </a:t>
            </a:r>
            <a:r>
              <a:rPr lang="ko-KR" altLang="en-US" sz="1400" dirty="0">
                <a:latin typeface="+mj-lt"/>
                <a:cs typeface="+mj-cs"/>
              </a:rPr>
              <a:t>시스템 </a:t>
            </a:r>
            <a:r>
              <a:rPr lang="ko-KR" altLang="en-US" sz="1400" dirty="0" err="1">
                <a:latin typeface="+mj-lt"/>
                <a:cs typeface="+mj-cs"/>
              </a:rPr>
              <a:t>이해성</a:t>
            </a:r>
            <a:r>
              <a:rPr lang="ko-KR" altLang="en-US" sz="1400" dirty="0">
                <a:latin typeface="+mj-lt"/>
                <a:cs typeface="+mj-cs"/>
              </a:rPr>
              <a:t> 확보 방안</a:t>
            </a:r>
          </a:p>
        </p:txBody>
      </p:sp>
      <p:grpSp>
        <p:nvGrpSpPr>
          <p:cNvPr id="128" name="그룹 127">
            <a:extLst>
              <a:ext uri="{FF2B5EF4-FFF2-40B4-BE49-F238E27FC236}">
                <a16:creationId xmlns:a16="http://schemas.microsoft.com/office/drawing/2014/main" id="{7BBA4EAA-6633-4F18-89AF-027A5B2B899A}"/>
              </a:ext>
            </a:extLst>
          </p:cNvPr>
          <p:cNvGrpSpPr/>
          <p:nvPr/>
        </p:nvGrpSpPr>
        <p:grpSpPr>
          <a:xfrm>
            <a:off x="440668" y="1064568"/>
            <a:ext cx="66431" cy="180000"/>
            <a:chOff x="447632" y="1870808"/>
            <a:chExt cx="66431" cy="247087"/>
          </a:xfrm>
        </p:grpSpPr>
        <p:sp>
          <p:nvSpPr>
            <p:cNvPr id="129" name="직사각형 128">
              <a:extLst>
                <a:ext uri="{FF2B5EF4-FFF2-40B4-BE49-F238E27FC236}">
                  <a16:creationId xmlns:a16="http://schemas.microsoft.com/office/drawing/2014/main" id="{D903987E-3882-4FC6-BE7F-8B1EF636A82D}"/>
                </a:ext>
              </a:extLst>
            </p:cNvPr>
            <p:cNvSpPr/>
            <p:nvPr/>
          </p:nvSpPr>
          <p:spPr>
            <a:xfrm>
              <a:off x="447632" y="1990162"/>
              <a:ext cx="66431" cy="12773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/>
            </a:bodyPr>
            <a:lstStyle/>
            <a:p>
              <a:pPr algn="ctr"/>
              <a:endParaRPr lang="ko-KR" altLang="en-US">
                <a:ln>
                  <a:solidFill>
                    <a:srgbClr val="02A1B2">
                      <a:alpha val="0"/>
                    </a:srgbClr>
                  </a:solidFill>
                </a:ln>
              </a:endParaRPr>
            </a:p>
          </p:txBody>
        </p:sp>
        <p:sp>
          <p:nvSpPr>
            <p:cNvPr id="130" name="직사각형 129">
              <a:extLst>
                <a:ext uri="{FF2B5EF4-FFF2-40B4-BE49-F238E27FC236}">
                  <a16:creationId xmlns:a16="http://schemas.microsoft.com/office/drawing/2014/main" id="{AC8AF833-DE43-4F8B-9F75-60F6125D4BAF}"/>
                </a:ext>
              </a:extLst>
            </p:cNvPr>
            <p:cNvSpPr/>
            <p:nvPr/>
          </p:nvSpPr>
          <p:spPr>
            <a:xfrm>
              <a:off x="447632" y="1870808"/>
              <a:ext cx="66431" cy="127733"/>
            </a:xfrm>
            <a:prstGeom prst="rect">
              <a:avLst/>
            </a:prstGeom>
            <a:solidFill>
              <a:srgbClr val="B71B6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/>
            </a:bodyPr>
            <a:lstStyle/>
            <a:p>
              <a:pPr algn="ctr"/>
              <a:endParaRPr lang="ko-KR" altLang="en-US">
                <a:ln>
                  <a:solidFill>
                    <a:srgbClr val="02A1B2">
                      <a:alpha val="0"/>
                    </a:srgbClr>
                  </a:solidFill>
                </a:ln>
              </a:endParaRPr>
            </a:p>
          </p:txBody>
        </p:sp>
      </p:grpSp>
      <p:sp>
        <p:nvSpPr>
          <p:cNvPr id="131" name="직사각형 130">
            <a:extLst>
              <a:ext uri="{FF2B5EF4-FFF2-40B4-BE49-F238E27FC236}">
                <a16:creationId xmlns:a16="http://schemas.microsoft.com/office/drawing/2014/main" id="{6EC02857-A2D2-417E-94A4-8988BDD765C9}"/>
              </a:ext>
            </a:extLst>
          </p:cNvPr>
          <p:cNvSpPr/>
          <p:nvPr/>
        </p:nvSpPr>
        <p:spPr>
          <a:xfrm>
            <a:off x="5206867" y="1065770"/>
            <a:ext cx="1209800" cy="17763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36000" rIns="72000" bIns="18000" rtlCol="0" anchor="ctr">
            <a:spAutoFit/>
          </a:bodyPr>
          <a:lstStyle/>
          <a:p>
            <a:pPr algn="r"/>
            <a:r>
              <a: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요구사항 번호</a:t>
            </a:r>
            <a:r>
              <a:rPr lang="en-US" altLang="ko-KR" sz="8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: </a:t>
            </a:r>
            <a:r>
              <a:rPr lang="en-US" altLang="ko-KR" sz="800">
                <a:solidFill>
                  <a:srgbClr val="0070C0"/>
                </a:solidFill>
                <a:latin typeface="+mj-ea"/>
                <a:ea typeface="+mj-ea"/>
              </a:rPr>
              <a:t>ABC-001</a:t>
            </a:r>
            <a:endParaRPr lang="ko-KR" altLang="en-US" sz="800" dirty="0">
              <a:solidFill>
                <a:srgbClr val="0070C0"/>
              </a:solidFill>
              <a:latin typeface="+mj-ea"/>
              <a:ea typeface="+mj-ea"/>
            </a:endParaRPr>
          </a:p>
        </p:txBody>
      </p:sp>
      <p:sp>
        <p:nvSpPr>
          <p:cNvPr id="132" name="AutoShape 165">
            <a:extLst>
              <a:ext uri="{FF2B5EF4-FFF2-40B4-BE49-F238E27FC236}">
                <a16:creationId xmlns:a16="http://schemas.microsoft.com/office/drawing/2014/main" id="{61B991A1-4B0A-43BB-863F-73C730F8EE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668" y="1568624"/>
            <a:ext cx="5976000" cy="647237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3175" algn="ctr">
            <a:solidFill>
              <a:schemeClr val="bg1">
                <a:lumMod val="95000"/>
              </a:schemeClr>
            </a:solidFill>
            <a:round/>
            <a:headEnd/>
            <a:tailEnd/>
          </a:ln>
          <a:effectLst/>
        </p:spPr>
        <p:txBody>
          <a:bodyPr wrap="square" lIns="144000" tIns="36000" rIns="72000" bIns="36000" anchor="ctr"/>
          <a:lstStyle/>
          <a:p>
            <a:pPr marL="85725" lvl="0" indent="-85725" defTabSz="914400" fontAlgn="ctr">
              <a:lnSpc>
                <a:spcPct val="110000"/>
              </a:lnSpc>
              <a:spcAft>
                <a:spcPts val="300"/>
              </a:spcAft>
              <a:buFont typeface="Arial" pitchFamily="34" charset="0"/>
              <a:buChar char="•"/>
              <a:defRPr/>
            </a:pPr>
            <a:r>
              <a:rPr kumimoji="1" lang="ko-KR" altLang="en-US" sz="1000" kern="0">
                <a:solidFill>
                  <a:prstClr val="black">
                    <a:lumMod val="75000"/>
                    <a:lumOff val="25000"/>
                  </a:prstClr>
                </a:solidFill>
                <a:latin typeface="+mj-ea"/>
                <a:ea typeface="+mj-ea"/>
              </a:rPr>
              <a:t>사용자의 관점</a:t>
            </a:r>
            <a:r>
              <a:rPr kumimoji="1" lang="ko-KR" altLang="en-US" sz="1000" kern="0">
                <a:solidFill>
                  <a:prstClr val="black">
                    <a:lumMod val="75000"/>
                    <a:lumOff val="25000"/>
                  </a:prstClr>
                </a:solidFill>
              </a:rPr>
              <a:t>에서  사용의 용이성</a:t>
            </a:r>
            <a:r>
              <a:rPr kumimoji="1" lang="en-US" altLang="ko-KR" sz="1000" kern="0">
                <a:solidFill>
                  <a:prstClr val="black">
                    <a:lumMod val="75000"/>
                    <a:lumOff val="25000"/>
                  </a:prstClr>
                </a:solidFill>
              </a:rPr>
              <a:t>, </a:t>
            </a:r>
            <a:r>
              <a:rPr kumimoji="1" lang="ko-KR" altLang="en-US" sz="1000" kern="0">
                <a:solidFill>
                  <a:prstClr val="black">
                    <a:lumMod val="75000"/>
                    <a:lumOff val="25000"/>
                  </a:prstClr>
                </a:solidFill>
              </a:rPr>
              <a:t>이해의 용이성</a:t>
            </a:r>
            <a:r>
              <a:rPr kumimoji="1" lang="en-US" altLang="ko-KR" sz="1000" kern="0">
                <a:solidFill>
                  <a:prstClr val="black">
                    <a:lumMod val="75000"/>
                    <a:lumOff val="25000"/>
                  </a:prstClr>
                </a:solidFill>
              </a:rPr>
              <a:t>, </a:t>
            </a:r>
            <a:r>
              <a:rPr kumimoji="1" lang="ko-KR" altLang="en-US" sz="1000" kern="0">
                <a:solidFill>
                  <a:prstClr val="black">
                    <a:lumMod val="75000"/>
                    <a:lumOff val="25000"/>
                  </a:prstClr>
                </a:solidFill>
              </a:rPr>
              <a:t>검색의 용이성이라는 </a:t>
            </a:r>
            <a:r>
              <a:rPr kumimoji="1" lang="en-US" altLang="ko-KR" sz="1000" kern="0">
                <a:solidFill>
                  <a:prstClr val="black">
                    <a:lumMod val="75000"/>
                    <a:lumOff val="25000"/>
                  </a:prstClr>
                </a:solidFill>
              </a:rPr>
              <a:t>3</a:t>
            </a:r>
            <a:r>
              <a:rPr kumimoji="1" lang="ko-KR" altLang="en-US" sz="1000" kern="0">
                <a:solidFill>
                  <a:prstClr val="black">
                    <a:lumMod val="75000"/>
                    <a:lumOff val="25000"/>
                  </a:prstClr>
                </a:solidFill>
              </a:rPr>
              <a:t>가지의 원칙 하에 매뉴얼을 작성</a:t>
            </a:r>
          </a:p>
          <a:p>
            <a:pPr marL="85725" lvl="0" indent="-85725" defTabSz="914400" fontAlgn="ctr">
              <a:lnSpc>
                <a:spcPct val="110000"/>
              </a:lnSpc>
              <a:spcAft>
                <a:spcPts val="300"/>
              </a:spcAft>
              <a:buFont typeface="Arial" pitchFamily="34" charset="0"/>
              <a:buChar char="•"/>
              <a:defRPr/>
            </a:pPr>
            <a:r>
              <a:rPr kumimoji="1" lang="ko-KR" altLang="en-US" sz="1000" kern="0">
                <a:solidFill>
                  <a:prstClr val="black">
                    <a:lumMod val="75000"/>
                    <a:lumOff val="25000"/>
                  </a:prstClr>
                </a:solidFill>
                <a:latin typeface="+mj-ea"/>
                <a:ea typeface="+mj-ea"/>
              </a:rPr>
              <a:t>목표시스템을 효율적으로 사용할 수 있도록 지원</a:t>
            </a:r>
            <a:r>
              <a:rPr kumimoji="1" lang="ko-KR" altLang="en-US" sz="1000" kern="0">
                <a:solidFill>
                  <a:prstClr val="black">
                    <a:lumMod val="75000"/>
                    <a:lumOff val="25000"/>
                  </a:prstClr>
                </a:solidFill>
              </a:rPr>
              <a:t>할 수 있는 매뉴얼을 작성 및 제공</a:t>
            </a:r>
          </a:p>
        </p:txBody>
      </p:sp>
      <p:grpSp>
        <p:nvGrpSpPr>
          <p:cNvPr id="133" name="그룹 132">
            <a:extLst>
              <a:ext uri="{FF2B5EF4-FFF2-40B4-BE49-F238E27FC236}">
                <a16:creationId xmlns:a16="http://schemas.microsoft.com/office/drawing/2014/main" id="{537DCF84-003B-4EA6-B389-2C2C3E8E4064}"/>
              </a:ext>
            </a:extLst>
          </p:cNvPr>
          <p:cNvGrpSpPr/>
          <p:nvPr/>
        </p:nvGrpSpPr>
        <p:grpSpPr>
          <a:xfrm>
            <a:off x="440668" y="2504728"/>
            <a:ext cx="5976000" cy="184666"/>
            <a:chOff x="4503039" y="5804479"/>
            <a:chExt cx="5976000" cy="184666"/>
          </a:xfrm>
        </p:grpSpPr>
        <p:cxnSp>
          <p:nvCxnSpPr>
            <p:cNvPr id="134" name="직선 연결선 133">
              <a:extLst>
                <a:ext uri="{FF2B5EF4-FFF2-40B4-BE49-F238E27FC236}">
                  <a16:creationId xmlns:a16="http://schemas.microsoft.com/office/drawing/2014/main" id="{CA640926-61B1-4B83-BED7-1D855B435A77}"/>
                </a:ext>
              </a:extLst>
            </p:cNvPr>
            <p:cNvCxnSpPr>
              <a:cxnSpLocks/>
            </p:cNvCxnSpPr>
            <p:nvPr/>
          </p:nvCxnSpPr>
          <p:spPr>
            <a:xfrm>
              <a:off x="4503039" y="5948495"/>
              <a:ext cx="5976000" cy="0"/>
            </a:xfrm>
            <a:prstGeom prst="line">
              <a:avLst/>
            </a:prstGeom>
            <a:ln w="12700" cap="flat">
              <a:solidFill>
                <a:srgbClr val="BAC0CE"/>
              </a:solidFill>
              <a:miter lim="800000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59EC12DD-B936-48EF-972A-4C27FBFA563B}"/>
                </a:ext>
              </a:extLst>
            </p:cNvPr>
            <p:cNvSpPr txBox="1"/>
            <p:nvPr/>
          </p:nvSpPr>
          <p:spPr>
            <a:xfrm flipH="1">
              <a:off x="4503039" y="5804479"/>
              <a:ext cx="1590229" cy="18466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</p:spPr>
          <p:txBody>
            <a:bodyPr wrap="none" lIns="0" tIns="0" rIns="108000" bIns="0" rtlCol="0" anchor="b">
              <a:spAutoFit/>
            </a:bodyPr>
            <a:lstStyle/>
            <a:p>
              <a:pPr lvl="0" defTabSz="478031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ko-KR" altLang="en-US" sz="120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사용자 매뉴얼 작성 방안</a:t>
              </a:r>
            </a:p>
          </p:txBody>
        </p:sp>
      </p:grpSp>
      <p:grpSp>
        <p:nvGrpSpPr>
          <p:cNvPr id="210" name="그룹 209">
            <a:extLst>
              <a:ext uri="{FF2B5EF4-FFF2-40B4-BE49-F238E27FC236}">
                <a16:creationId xmlns:a16="http://schemas.microsoft.com/office/drawing/2014/main" id="{8E2901B7-36D8-404A-838D-3B8D4123AD5D}"/>
              </a:ext>
            </a:extLst>
          </p:cNvPr>
          <p:cNvGrpSpPr/>
          <p:nvPr/>
        </p:nvGrpSpPr>
        <p:grpSpPr>
          <a:xfrm>
            <a:off x="1779832" y="3980892"/>
            <a:ext cx="3103982" cy="540500"/>
            <a:chOff x="1877018" y="6464728"/>
            <a:chExt cx="3103982" cy="540500"/>
          </a:xfrm>
        </p:grpSpPr>
        <p:sp>
          <p:nvSpPr>
            <p:cNvPr id="211" name="직사각형 210">
              <a:extLst>
                <a:ext uri="{FF2B5EF4-FFF2-40B4-BE49-F238E27FC236}">
                  <a16:creationId xmlns:a16="http://schemas.microsoft.com/office/drawing/2014/main" id="{499A8E63-F974-49FF-9C4E-45D390F79E4D}"/>
                </a:ext>
              </a:extLst>
            </p:cNvPr>
            <p:cNvSpPr/>
            <p:nvPr/>
          </p:nvSpPr>
          <p:spPr>
            <a:xfrm>
              <a:off x="1877018" y="6794025"/>
              <a:ext cx="3103982" cy="211203"/>
            </a:xfrm>
            <a:prstGeom prst="rect">
              <a:avLst/>
            </a:prstGeom>
          </p:spPr>
          <p:txBody>
            <a:bodyPr wrap="none" lIns="36000" tIns="36000" rIns="36000" bIns="36000">
              <a:spAutoFit/>
            </a:bodyPr>
            <a:lstStyle/>
            <a:p>
              <a:pPr marL="0" lvl="2" algn="ctr" defTabSz="879475" eaLnBrk="0" fontAlgn="ctr" hangingPunct="0">
                <a:spcAft>
                  <a:spcPts val="100"/>
                </a:spcAft>
                <a:buClr>
                  <a:srgbClr val="D08B51"/>
                </a:buClr>
                <a:buSzPct val="80000"/>
                <a:defRPr/>
              </a:pPr>
              <a:r>
                <a:rPr lang="ko-KR" altLang="en-US" sz="90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</a:rPr>
                <a:t>매뉴얼 작성의 </a:t>
              </a:r>
              <a:r>
                <a:rPr lang="en-US" altLang="ko-KR" sz="90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</a:rPr>
                <a:t>3</a:t>
              </a:r>
              <a:r>
                <a:rPr lang="ko-KR" altLang="en-US" sz="90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</a:rPr>
                <a:t>대 원칙을 기반으로 사용성</a:t>
              </a:r>
              <a:r>
                <a:rPr lang="en-US" altLang="ko-KR" sz="90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</a:rPr>
                <a:t>, </a:t>
              </a:r>
              <a:r>
                <a:rPr lang="ko-KR" altLang="en-US" sz="90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</a:rPr>
                <a:t>이해성</a:t>
              </a:r>
              <a:r>
                <a:rPr lang="en-US" altLang="ko-KR" sz="90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</a:rPr>
                <a:t>, </a:t>
              </a:r>
              <a:r>
                <a:rPr lang="ko-KR" altLang="en-US" sz="90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</a:rPr>
                <a:t>신속성을 보장</a:t>
              </a:r>
            </a:p>
          </p:txBody>
        </p:sp>
        <p:sp>
          <p:nvSpPr>
            <p:cNvPr id="212" name="양쪽 모서리가 둥근 사각형 173">
              <a:extLst>
                <a:ext uri="{FF2B5EF4-FFF2-40B4-BE49-F238E27FC236}">
                  <a16:creationId xmlns:a16="http://schemas.microsoft.com/office/drawing/2014/main" id="{8B39572D-9E42-490F-A8D9-D1B126255199}"/>
                </a:ext>
              </a:extLst>
            </p:cNvPr>
            <p:cNvSpPr/>
            <p:nvPr/>
          </p:nvSpPr>
          <p:spPr bwMode="auto">
            <a:xfrm flipH="1">
              <a:off x="2274660" y="6464728"/>
              <a:ext cx="2308680" cy="288000"/>
            </a:xfrm>
            <a:prstGeom prst="roundRect">
              <a:avLst>
                <a:gd name="adj" fmla="val 50000"/>
              </a:avLst>
            </a:prstGeom>
            <a:solidFill>
              <a:srgbClr val="002060"/>
            </a:solidFill>
            <a:ln w="6350" algn="ctr">
              <a:noFill/>
              <a:miter lim="800000"/>
              <a:headEnd/>
              <a:tailEnd/>
            </a:ln>
          </p:spPr>
          <p:txBody>
            <a:bodyPr wrap="square" lIns="36000" tIns="36000" rIns="36000" bIns="36000" anchor="ctr" anchorCtr="0">
              <a:noAutofit/>
            </a:bodyPr>
            <a:lstStyle/>
            <a:p>
              <a:pPr marL="0" lvl="1" algn="ctr">
                <a:spcBef>
                  <a:spcPts val="600"/>
                </a:spcBef>
              </a:pPr>
              <a:r>
                <a:rPr lang="ko-KR" altLang="en-US" sz="1200">
                  <a:solidFill>
                    <a:schemeClr val="bg1"/>
                  </a:solidFill>
                  <a:latin typeface="+mj-ea"/>
                  <a:ea typeface="+mj-ea"/>
                </a:rPr>
                <a:t>매뉴얼 작성의 </a:t>
              </a:r>
              <a:r>
                <a:rPr lang="en-US" altLang="ko-KR" sz="1200">
                  <a:solidFill>
                    <a:schemeClr val="bg1"/>
                  </a:solidFill>
                  <a:latin typeface="+mj-ea"/>
                  <a:ea typeface="+mj-ea"/>
                </a:rPr>
                <a:t>3</a:t>
              </a:r>
              <a:r>
                <a:rPr lang="ko-KR" altLang="en-US" sz="1200">
                  <a:solidFill>
                    <a:schemeClr val="bg1"/>
                  </a:solidFill>
                  <a:latin typeface="+mj-ea"/>
                  <a:ea typeface="+mj-ea"/>
                </a:rPr>
                <a:t>대 원칙</a:t>
              </a:r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5E784942-81F1-4EF9-89DB-DFEE949F1FB1}"/>
              </a:ext>
            </a:extLst>
          </p:cNvPr>
          <p:cNvGrpSpPr/>
          <p:nvPr/>
        </p:nvGrpSpPr>
        <p:grpSpPr>
          <a:xfrm>
            <a:off x="1196752" y="2900772"/>
            <a:ext cx="4464496" cy="792052"/>
            <a:chOff x="1196752" y="2900772"/>
            <a:chExt cx="4464496" cy="792052"/>
          </a:xfrm>
        </p:grpSpPr>
        <p:sp>
          <p:nvSpPr>
            <p:cNvPr id="215" name="Subtitle Text">
              <a:extLst>
                <a:ext uri="{FF2B5EF4-FFF2-40B4-BE49-F238E27FC236}">
                  <a16:creationId xmlns:a16="http://schemas.microsoft.com/office/drawing/2014/main" id="{2A1EB0B3-8CFC-49FF-AB73-DEE8722F12BE}"/>
                </a:ext>
              </a:extLst>
            </p:cNvPr>
            <p:cNvSpPr/>
            <p:nvPr/>
          </p:nvSpPr>
          <p:spPr>
            <a:xfrm>
              <a:off x="1481672" y="2900772"/>
              <a:ext cx="3894656" cy="36234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 algn="l" defTabSz="457200">
                <a:lnSpc>
                  <a:spcPct val="120000"/>
                </a:lnSpc>
                <a:defRPr sz="1400" cap="all" spc="1120">
                  <a:solidFill>
                    <a:srgbClr val="242423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 algn="ctr" defTabSz="914400" fontAlgn="base">
                <a:lnSpc>
                  <a:spcPct val="130000"/>
                </a:lnSpc>
                <a:defRPr/>
              </a:pPr>
              <a:r>
                <a:rPr kumimoji="1" lang="ko-KR" altLang="en-US" sz="1600" kern="0" spc="-3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  <a:cs typeface="Pretendard" panose="02000503000000020004" pitchFamily="50" charset="-127"/>
                </a:rPr>
                <a:t>매뉴얼 활용의 편의성과 통일성을 위한 </a:t>
              </a:r>
              <a:r>
                <a:rPr kumimoji="1" lang="ko-KR" altLang="en-US" sz="200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rgbClr val="FB6225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" panose="02000503000000020004" pitchFamily="50" charset="-127"/>
                </a:rPr>
                <a:t>“표준화”</a:t>
              </a:r>
            </a:p>
          </p:txBody>
        </p:sp>
        <p:sp>
          <p:nvSpPr>
            <p:cNvPr id="216" name="Freeform 34">
              <a:extLst>
                <a:ext uri="{FF2B5EF4-FFF2-40B4-BE49-F238E27FC236}">
                  <a16:creationId xmlns:a16="http://schemas.microsoft.com/office/drawing/2014/main" id="{32613093-78EA-495B-8365-C7D70D5B7D9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96752" y="2914361"/>
              <a:ext cx="180000" cy="144000"/>
            </a:xfrm>
            <a:custGeom>
              <a:avLst/>
              <a:gdLst>
                <a:gd name="T0" fmla="*/ 43 w 141"/>
                <a:gd name="T1" fmla="*/ 0 h 124"/>
                <a:gd name="T2" fmla="*/ 11 w 141"/>
                <a:gd name="T3" fmla="*/ 26 h 124"/>
                <a:gd name="T4" fmla="*/ 0 w 141"/>
                <a:gd name="T5" fmla="*/ 81 h 124"/>
                <a:gd name="T6" fmla="*/ 0 w 141"/>
                <a:gd name="T7" fmla="*/ 124 h 124"/>
                <a:gd name="T8" fmla="*/ 59 w 141"/>
                <a:gd name="T9" fmla="*/ 124 h 124"/>
                <a:gd name="T10" fmla="*/ 59 w 141"/>
                <a:gd name="T11" fmla="*/ 66 h 124"/>
                <a:gd name="T12" fmla="*/ 28 w 141"/>
                <a:gd name="T13" fmla="*/ 66 h 124"/>
                <a:gd name="T14" fmla="*/ 36 w 141"/>
                <a:gd name="T15" fmla="*/ 35 h 124"/>
                <a:gd name="T16" fmla="*/ 59 w 141"/>
                <a:gd name="T17" fmla="*/ 20 h 124"/>
                <a:gd name="T18" fmla="*/ 43 w 141"/>
                <a:gd name="T19" fmla="*/ 0 h 124"/>
                <a:gd name="T20" fmla="*/ 125 w 141"/>
                <a:gd name="T21" fmla="*/ 0 h 124"/>
                <a:gd name="T22" fmla="*/ 94 w 141"/>
                <a:gd name="T23" fmla="*/ 26 h 124"/>
                <a:gd name="T24" fmla="*/ 83 w 141"/>
                <a:gd name="T25" fmla="*/ 81 h 124"/>
                <a:gd name="T26" fmla="*/ 83 w 141"/>
                <a:gd name="T27" fmla="*/ 124 h 124"/>
                <a:gd name="T28" fmla="*/ 141 w 141"/>
                <a:gd name="T29" fmla="*/ 124 h 124"/>
                <a:gd name="T30" fmla="*/ 141 w 141"/>
                <a:gd name="T31" fmla="*/ 66 h 124"/>
                <a:gd name="T32" fmla="*/ 111 w 141"/>
                <a:gd name="T33" fmla="*/ 66 h 124"/>
                <a:gd name="T34" fmla="*/ 119 w 141"/>
                <a:gd name="T35" fmla="*/ 36 h 124"/>
                <a:gd name="T36" fmla="*/ 141 w 141"/>
                <a:gd name="T37" fmla="*/ 20 h 124"/>
                <a:gd name="T38" fmla="*/ 125 w 141"/>
                <a:gd name="T39" fmla="*/ 0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1" h="124">
                  <a:moveTo>
                    <a:pt x="43" y="0"/>
                  </a:moveTo>
                  <a:cubicBezTo>
                    <a:pt x="33" y="3"/>
                    <a:pt x="20" y="12"/>
                    <a:pt x="11" y="26"/>
                  </a:cubicBezTo>
                  <a:cubicBezTo>
                    <a:pt x="2" y="40"/>
                    <a:pt x="0" y="58"/>
                    <a:pt x="0" y="81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9" y="124"/>
                    <a:pt x="59" y="124"/>
                    <a:pt x="59" y="124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28" y="66"/>
                    <a:pt x="28" y="66"/>
                    <a:pt x="28" y="66"/>
                  </a:cubicBezTo>
                  <a:cubicBezTo>
                    <a:pt x="28" y="58"/>
                    <a:pt x="28" y="44"/>
                    <a:pt x="36" y="35"/>
                  </a:cubicBezTo>
                  <a:cubicBezTo>
                    <a:pt x="43" y="28"/>
                    <a:pt x="52" y="22"/>
                    <a:pt x="59" y="20"/>
                  </a:cubicBezTo>
                  <a:cubicBezTo>
                    <a:pt x="43" y="0"/>
                    <a:pt x="43" y="0"/>
                    <a:pt x="43" y="0"/>
                  </a:cubicBezTo>
                  <a:moveTo>
                    <a:pt x="125" y="0"/>
                  </a:moveTo>
                  <a:cubicBezTo>
                    <a:pt x="116" y="3"/>
                    <a:pt x="103" y="12"/>
                    <a:pt x="94" y="26"/>
                  </a:cubicBezTo>
                  <a:cubicBezTo>
                    <a:pt x="84" y="40"/>
                    <a:pt x="83" y="58"/>
                    <a:pt x="83" y="81"/>
                  </a:cubicBezTo>
                  <a:cubicBezTo>
                    <a:pt x="83" y="124"/>
                    <a:pt x="83" y="124"/>
                    <a:pt x="83" y="124"/>
                  </a:cubicBezTo>
                  <a:cubicBezTo>
                    <a:pt x="141" y="124"/>
                    <a:pt x="141" y="124"/>
                    <a:pt x="141" y="124"/>
                  </a:cubicBezTo>
                  <a:cubicBezTo>
                    <a:pt x="141" y="66"/>
                    <a:pt x="141" y="66"/>
                    <a:pt x="141" y="66"/>
                  </a:cubicBezTo>
                  <a:cubicBezTo>
                    <a:pt x="111" y="66"/>
                    <a:pt x="111" y="66"/>
                    <a:pt x="111" y="66"/>
                  </a:cubicBezTo>
                  <a:cubicBezTo>
                    <a:pt x="111" y="58"/>
                    <a:pt x="111" y="45"/>
                    <a:pt x="119" y="36"/>
                  </a:cubicBezTo>
                  <a:cubicBezTo>
                    <a:pt x="126" y="28"/>
                    <a:pt x="134" y="22"/>
                    <a:pt x="141" y="20"/>
                  </a:cubicBezTo>
                  <a:cubicBezTo>
                    <a:pt x="125" y="0"/>
                    <a:pt x="125" y="0"/>
                    <a:pt x="125" y="0"/>
                  </a:cubicBezTo>
                </a:path>
              </a:pathLst>
            </a:cu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txBody>
            <a:bodyPr/>
            <a:lstStyle/>
            <a:p>
              <a:pPr>
                <a:defRPr/>
              </a:pPr>
              <a:endParaRPr lang="ko-KR" altLang="en-US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1F497D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</a:endParaRPr>
            </a:p>
          </p:txBody>
        </p:sp>
        <p:sp>
          <p:nvSpPr>
            <p:cNvPr id="217" name="Freeform 34">
              <a:extLst>
                <a:ext uri="{FF2B5EF4-FFF2-40B4-BE49-F238E27FC236}">
                  <a16:creationId xmlns:a16="http://schemas.microsoft.com/office/drawing/2014/main" id="{0B155B67-36A4-415F-B0A2-26ACC4DC1CB5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5481248" y="2914361"/>
              <a:ext cx="180000" cy="144000"/>
            </a:xfrm>
            <a:custGeom>
              <a:avLst/>
              <a:gdLst>
                <a:gd name="T0" fmla="*/ 43 w 141"/>
                <a:gd name="T1" fmla="*/ 0 h 124"/>
                <a:gd name="T2" fmla="*/ 11 w 141"/>
                <a:gd name="T3" fmla="*/ 26 h 124"/>
                <a:gd name="T4" fmla="*/ 0 w 141"/>
                <a:gd name="T5" fmla="*/ 81 h 124"/>
                <a:gd name="T6" fmla="*/ 0 w 141"/>
                <a:gd name="T7" fmla="*/ 124 h 124"/>
                <a:gd name="T8" fmla="*/ 59 w 141"/>
                <a:gd name="T9" fmla="*/ 124 h 124"/>
                <a:gd name="T10" fmla="*/ 59 w 141"/>
                <a:gd name="T11" fmla="*/ 66 h 124"/>
                <a:gd name="T12" fmla="*/ 28 w 141"/>
                <a:gd name="T13" fmla="*/ 66 h 124"/>
                <a:gd name="T14" fmla="*/ 36 w 141"/>
                <a:gd name="T15" fmla="*/ 35 h 124"/>
                <a:gd name="T16" fmla="*/ 59 w 141"/>
                <a:gd name="T17" fmla="*/ 20 h 124"/>
                <a:gd name="T18" fmla="*/ 43 w 141"/>
                <a:gd name="T19" fmla="*/ 0 h 124"/>
                <a:gd name="T20" fmla="*/ 125 w 141"/>
                <a:gd name="T21" fmla="*/ 0 h 124"/>
                <a:gd name="T22" fmla="*/ 94 w 141"/>
                <a:gd name="T23" fmla="*/ 26 h 124"/>
                <a:gd name="T24" fmla="*/ 83 w 141"/>
                <a:gd name="T25" fmla="*/ 81 h 124"/>
                <a:gd name="T26" fmla="*/ 83 w 141"/>
                <a:gd name="T27" fmla="*/ 124 h 124"/>
                <a:gd name="T28" fmla="*/ 141 w 141"/>
                <a:gd name="T29" fmla="*/ 124 h 124"/>
                <a:gd name="T30" fmla="*/ 141 w 141"/>
                <a:gd name="T31" fmla="*/ 66 h 124"/>
                <a:gd name="T32" fmla="*/ 111 w 141"/>
                <a:gd name="T33" fmla="*/ 66 h 124"/>
                <a:gd name="T34" fmla="*/ 119 w 141"/>
                <a:gd name="T35" fmla="*/ 36 h 124"/>
                <a:gd name="T36" fmla="*/ 141 w 141"/>
                <a:gd name="T37" fmla="*/ 20 h 124"/>
                <a:gd name="T38" fmla="*/ 125 w 141"/>
                <a:gd name="T39" fmla="*/ 0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1" h="124">
                  <a:moveTo>
                    <a:pt x="43" y="0"/>
                  </a:moveTo>
                  <a:cubicBezTo>
                    <a:pt x="33" y="3"/>
                    <a:pt x="20" y="12"/>
                    <a:pt x="11" y="26"/>
                  </a:cubicBezTo>
                  <a:cubicBezTo>
                    <a:pt x="2" y="40"/>
                    <a:pt x="0" y="58"/>
                    <a:pt x="0" y="81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9" y="124"/>
                    <a:pt x="59" y="124"/>
                    <a:pt x="59" y="124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28" y="66"/>
                    <a:pt x="28" y="66"/>
                    <a:pt x="28" y="66"/>
                  </a:cubicBezTo>
                  <a:cubicBezTo>
                    <a:pt x="28" y="58"/>
                    <a:pt x="28" y="44"/>
                    <a:pt x="36" y="35"/>
                  </a:cubicBezTo>
                  <a:cubicBezTo>
                    <a:pt x="43" y="28"/>
                    <a:pt x="52" y="22"/>
                    <a:pt x="59" y="20"/>
                  </a:cubicBezTo>
                  <a:cubicBezTo>
                    <a:pt x="43" y="0"/>
                    <a:pt x="43" y="0"/>
                    <a:pt x="43" y="0"/>
                  </a:cubicBezTo>
                  <a:moveTo>
                    <a:pt x="125" y="0"/>
                  </a:moveTo>
                  <a:cubicBezTo>
                    <a:pt x="116" y="3"/>
                    <a:pt x="103" y="12"/>
                    <a:pt x="94" y="26"/>
                  </a:cubicBezTo>
                  <a:cubicBezTo>
                    <a:pt x="84" y="40"/>
                    <a:pt x="83" y="58"/>
                    <a:pt x="83" y="81"/>
                  </a:cubicBezTo>
                  <a:cubicBezTo>
                    <a:pt x="83" y="124"/>
                    <a:pt x="83" y="124"/>
                    <a:pt x="83" y="124"/>
                  </a:cubicBezTo>
                  <a:cubicBezTo>
                    <a:pt x="141" y="124"/>
                    <a:pt x="141" y="124"/>
                    <a:pt x="141" y="124"/>
                  </a:cubicBezTo>
                  <a:cubicBezTo>
                    <a:pt x="141" y="66"/>
                    <a:pt x="141" y="66"/>
                    <a:pt x="141" y="66"/>
                  </a:cubicBezTo>
                  <a:cubicBezTo>
                    <a:pt x="111" y="66"/>
                    <a:pt x="111" y="66"/>
                    <a:pt x="111" y="66"/>
                  </a:cubicBezTo>
                  <a:cubicBezTo>
                    <a:pt x="111" y="58"/>
                    <a:pt x="111" y="45"/>
                    <a:pt x="119" y="36"/>
                  </a:cubicBezTo>
                  <a:cubicBezTo>
                    <a:pt x="126" y="28"/>
                    <a:pt x="134" y="22"/>
                    <a:pt x="141" y="20"/>
                  </a:cubicBezTo>
                  <a:cubicBezTo>
                    <a:pt x="125" y="0"/>
                    <a:pt x="125" y="0"/>
                    <a:pt x="125" y="0"/>
                  </a:cubicBezTo>
                </a:path>
              </a:pathLst>
            </a:cu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txBody>
            <a:bodyPr/>
            <a:lstStyle/>
            <a:p>
              <a:pPr>
                <a:defRPr/>
              </a:pPr>
              <a:endParaRPr lang="ko-KR" altLang="en-US" sz="120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1F497D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</a:endParaRPr>
            </a:p>
          </p:txBody>
        </p:sp>
        <p:grpSp>
          <p:nvGrpSpPr>
            <p:cNvPr id="219" name="그룹 218">
              <a:extLst>
                <a:ext uri="{FF2B5EF4-FFF2-40B4-BE49-F238E27FC236}">
                  <a16:creationId xmlns:a16="http://schemas.microsoft.com/office/drawing/2014/main" id="{427D4D1C-944A-48B1-94AD-0E1821670AC4}"/>
                </a:ext>
              </a:extLst>
            </p:cNvPr>
            <p:cNvGrpSpPr/>
            <p:nvPr/>
          </p:nvGrpSpPr>
          <p:grpSpPr>
            <a:xfrm>
              <a:off x="1465364" y="3368824"/>
              <a:ext cx="3927273" cy="324000"/>
              <a:chOff x="4823139" y="2614292"/>
              <a:chExt cx="5310728" cy="492714"/>
            </a:xfrm>
          </p:grpSpPr>
          <p:sp>
            <p:nvSpPr>
              <p:cNvPr id="220" name="사각형: 둥근 모서리 219">
                <a:extLst>
                  <a:ext uri="{FF2B5EF4-FFF2-40B4-BE49-F238E27FC236}">
                    <a16:creationId xmlns:a16="http://schemas.microsoft.com/office/drawing/2014/main" id="{F031B511-AC6C-48AC-96B9-FDBA4819392E}"/>
                  </a:ext>
                </a:extLst>
              </p:cNvPr>
              <p:cNvSpPr/>
              <p:nvPr/>
            </p:nvSpPr>
            <p:spPr>
              <a:xfrm>
                <a:off x="4823139" y="2623967"/>
                <a:ext cx="5310728" cy="483039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accent5">
                      <a:alpha val="50000"/>
                    </a:schemeClr>
                  </a:gs>
                  <a:gs pos="100000">
                    <a:srgbClr val="56AFDF">
                      <a:alpha val="50000"/>
                    </a:srgbClr>
                  </a:gs>
                </a:gsLst>
                <a:lin ang="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white"/>
                  </a:solidFill>
                  <a:latin typeface="G마켓 산스 Bold" panose="02000000000000000000" pitchFamily="50" charset="-127"/>
                  <a:ea typeface="G마켓 산스 Bold" panose="02000000000000000000" pitchFamily="50" charset="-127"/>
                </a:endParaRPr>
              </a:p>
            </p:txBody>
          </p:sp>
          <p:sp>
            <p:nvSpPr>
              <p:cNvPr id="221" name="사각형: 둥근 모서리 220">
                <a:extLst>
                  <a:ext uri="{FF2B5EF4-FFF2-40B4-BE49-F238E27FC236}">
                    <a16:creationId xmlns:a16="http://schemas.microsoft.com/office/drawing/2014/main" id="{217A5D0A-0917-4FBA-8FF3-C60CBE4EACDF}"/>
                  </a:ext>
                </a:extLst>
              </p:cNvPr>
              <p:cNvSpPr/>
              <p:nvPr/>
            </p:nvSpPr>
            <p:spPr>
              <a:xfrm>
                <a:off x="4988445" y="2614292"/>
                <a:ext cx="5000801" cy="483039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accent5">
                      <a:alpha val="50000"/>
                    </a:schemeClr>
                  </a:gs>
                  <a:gs pos="100000">
                    <a:srgbClr val="56AFDF">
                      <a:alpha val="50000"/>
                    </a:srgbClr>
                  </a:gs>
                </a:gsLst>
                <a:lin ang="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white"/>
                  </a:solidFill>
                  <a:latin typeface="G마켓 산스 Bold" panose="02000000000000000000" pitchFamily="50" charset="-127"/>
                  <a:ea typeface="G마켓 산스 Bold" panose="02000000000000000000" pitchFamily="50" charset="-127"/>
                </a:endParaRPr>
              </a:p>
            </p:txBody>
          </p:sp>
          <p:sp>
            <p:nvSpPr>
              <p:cNvPr id="222" name="사각형: 둥근 모서리 221">
                <a:extLst>
                  <a:ext uri="{FF2B5EF4-FFF2-40B4-BE49-F238E27FC236}">
                    <a16:creationId xmlns:a16="http://schemas.microsoft.com/office/drawing/2014/main" id="{161A4CD4-FDEF-4188-9169-F717720C8F5C}"/>
                  </a:ext>
                </a:extLst>
              </p:cNvPr>
              <p:cNvSpPr/>
              <p:nvPr/>
            </p:nvSpPr>
            <p:spPr>
              <a:xfrm>
                <a:off x="5156080" y="2617536"/>
                <a:ext cx="4650232" cy="483039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accent5"/>
                  </a:gs>
                  <a:gs pos="100000">
                    <a:srgbClr val="56AFDF"/>
                  </a:gs>
                </a:gsLst>
                <a:lin ang="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indent="-180948" algn="ctr" defTabSz="914400" fontAlgn="base">
                  <a:spcAft>
                    <a:spcPts val="240"/>
                  </a:spcAft>
                </a:pPr>
                <a:r>
                  <a:rPr kumimoji="1" lang="ko-KR" altLang="en-US" sz="1200" kern="0">
                    <a:solidFill>
                      <a:sysClr val="window" lastClr="FFFFFF"/>
                    </a:solidFill>
                    <a:latin typeface="+mj-ea"/>
                  </a:rPr>
                  <a:t>사용자 관점 매뉴얼 작성의 </a:t>
                </a:r>
                <a:r>
                  <a:rPr kumimoji="1" lang="en-US" altLang="ko-KR" sz="1200" kern="0">
                    <a:solidFill>
                      <a:sysClr val="window" lastClr="FFFFFF"/>
                    </a:solidFill>
                    <a:latin typeface="+mj-ea"/>
                  </a:rPr>
                  <a:t>3</a:t>
                </a:r>
                <a:r>
                  <a:rPr kumimoji="1" lang="ko-KR" altLang="en-US" sz="1200" kern="0">
                    <a:solidFill>
                      <a:sysClr val="window" lastClr="FFFFFF"/>
                    </a:solidFill>
                    <a:latin typeface="+mj-ea"/>
                  </a:rPr>
                  <a:t>요소 충족</a:t>
                </a:r>
              </a:p>
            </p:txBody>
          </p:sp>
        </p:grpSp>
      </p:grpSp>
      <p:grpSp>
        <p:nvGrpSpPr>
          <p:cNvPr id="140" name="그룹 139">
            <a:extLst>
              <a:ext uri="{FF2B5EF4-FFF2-40B4-BE49-F238E27FC236}">
                <a16:creationId xmlns:a16="http://schemas.microsoft.com/office/drawing/2014/main" id="{DDB9209A-20B3-4025-A7A3-67F032B33089}"/>
              </a:ext>
            </a:extLst>
          </p:cNvPr>
          <p:cNvGrpSpPr/>
          <p:nvPr/>
        </p:nvGrpSpPr>
        <p:grpSpPr>
          <a:xfrm>
            <a:off x="1663615" y="6727788"/>
            <a:ext cx="3336417" cy="540500"/>
            <a:chOff x="1760801" y="6464728"/>
            <a:chExt cx="3336417" cy="540500"/>
          </a:xfrm>
        </p:grpSpPr>
        <p:sp>
          <p:nvSpPr>
            <p:cNvPr id="141" name="직사각형 140">
              <a:extLst>
                <a:ext uri="{FF2B5EF4-FFF2-40B4-BE49-F238E27FC236}">
                  <a16:creationId xmlns:a16="http://schemas.microsoft.com/office/drawing/2014/main" id="{20BDF7A7-F3F4-4231-A8B7-B3218A349A14}"/>
                </a:ext>
              </a:extLst>
            </p:cNvPr>
            <p:cNvSpPr/>
            <p:nvPr/>
          </p:nvSpPr>
          <p:spPr>
            <a:xfrm>
              <a:off x="1760801" y="6794025"/>
              <a:ext cx="3336417" cy="211203"/>
            </a:xfrm>
            <a:prstGeom prst="rect">
              <a:avLst/>
            </a:prstGeom>
          </p:spPr>
          <p:txBody>
            <a:bodyPr wrap="none" lIns="36000" tIns="36000" rIns="36000" bIns="36000">
              <a:spAutoFit/>
            </a:bodyPr>
            <a:lstStyle/>
            <a:p>
              <a:pPr marL="0" lvl="2" algn="ctr" defTabSz="879475" eaLnBrk="0" fontAlgn="ctr" hangingPunct="0">
                <a:spcAft>
                  <a:spcPts val="100"/>
                </a:spcAft>
                <a:buClr>
                  <a:srgbClr val="D08B51"/>
                </a:buClr>
                <a:buSzPct val="80000"/>
                <a:defRPr/>
              </a:pPr>
              <a:r>
                <a:rPr lang="ko-KR" altLang="en-US" sz="90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</a:rPr>
                <a:t>매뉴얼 </a:t>
              </a:r>
              <a:r>
                <a:rPr lang="en-US" altLang="ko-KR" sz="90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</a:rPr>
                <a:t>5</a:t>
              </a:r>
              <a:r>
                <a:rPr lang="ko-KR" altLang="en-US" sz="90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</a:rPr>
                <a:t>대 구성요소를 활용한 표준화를 통하여 편의성과 통일성을 확보</a:t>
              </a:r>
            </a:p>
          </p:txBody>
        </p:sp>
        <p:sp>
          <p:nvSpPr>
            <p:cNvPr id="142" name="양쪽 모서리가 둥근 사각형 173">
              <a:extLst>
                <a:ext uri="{FF2B5EF4-FFF2-40B4-BE49-F238E27FC236}">
                  <a16:creationId xmlns:a16="http://schemas.microsoft.com/office/drawing/2014/main" id="{D6E88678-6D24-4AD1-8495-4DFF4880C4E1}"/>
                </a:ext>
              </a:extLst>
            </p:cNvPr>
            <p:cNvSpPr/>
            <p:nvPr/>
          </p:nvSpPr>
          <p:spPr bwMode="auto">
            <a:xfrm flipH="1">
              <a:off x="2274660" y="6464728"/>
              <a:ext cx="2308680" cy="288000"/>
            </a:xfrm>
            <a:prstGeom prst="roundRect">
              <a:avLst>
                <a:gd name="adj" fmla="val 50000"/>
              </a:avLst>
            </a:prstGeom>
            <a:solidFill>
              <a:srgbClr val="44546A"/>
            </a:solidFill>
            <a:ln w="6350" algn="ctr">
              <a:noFill/>
              <a:miter lim="800000"/>
              <a:headEnd/>
              <a:tailEnd/>
            </a:ln>
          </p:spPr>
          <p:txBody>
            <a:bodyPr wrap="square" lIns="36000" tIns="36000" rIns="36000" bIns="36000" anchor="ctr" anchorCtr="0">
              <a:noAutofit/>
            </a:bodyPr>
            <a:lstStyle/>
            <a:p>
              <a:pPr marL="0" lvl="1" algn="ctr">
                <a:spcBef>
                  <a:spcPts val="600"/>
                </a:spcBef>
              </a:pPr>
              <a:r>
                <a:rPr lang="ko-KR" altLang="en-US" sz="1200">
                  <a:solidFill>
                    <a:schemeClr val="bg1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</a:rPr>
                <a:t>매뉴얼 구성의 </a:t>
              </a:r>
              <a:r>
                <a:rPr lang="en-US" altLang="ko-KR" sz="1200">
                  <a:solidFill>
                    <a:schemeClr val="bg1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</a:rPr>
                <a:t>5</a:t>
              </a:r>
              <a:r>
                <a:rPr lang="ko-KR" altLang="en-US" sz="1200">
                  <a:solidFill>
                    <a:schemeClr val="bg1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</a:rPr>
                <a:t>대 요소</a:t>
              </a:r>
            </a:p>
          </p:txBody>
        </p: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4BE950D0-BAE4-4182-94E6-E7EF42E6FB9D}"/>
              </a:ext>
            </a:extLst>
          </p:cNvPr>
          <p:cNvGrpSpPr/>
          <p:nvPr/>
        </p:nvGrpSpPr>
        <p:grpSpPr>
          <a:xfrm>
            <a:off x="440668" y="7364788"/>
            <a:ext cx="5976664" cy="828572"/>
            <a:chOff x="440668" y="7364788"/>
            <a:chExt cx="5976664" cy="828572"/>
          </a:xfrm>
        </p:grpSpPr>
        <p:sp>
          <p:nvSpPr>
            <p:cNvPr id="95" name="모서리가 둥근 직사각형 100">
              <a:extLst>
                <a:ext uri="{FF2B5EF4-FFF2-40B4-BE49-F238E27FC236}">
                  <a16:creationId xmlns:a16="http://schemas.microsoft.com/office/drawing/2014/main" id="{FBC0B352-2EB2-407E-BE0D-6D90DB8313D8}"/>
                </a:ext>
              </a:extLst>
            </p:cNvPr>
            <p:cNvSpPr/>
            <p:nvPr/>
          </p:nvSpPr>
          <p:spPr>
            <a:xfrm>
              <a:off x="2889000" y="7364788"/>
              <a:ext cx="1080000" cy="82857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ADB9CA"/>
              </a:solidFill>
            </a:ln>
            <a:effectLst/>
          </p:spPr>
          <p:txBody>
            <a:bodyPr wrap="none" lIns="0" tIns="432000" rIns="0" bIns="0" anchor="ctr"/>
            <a:lstStyle/>
            <a:p>
              <a:pPr algn="ctr">
                <a:lnSpc>
                  <a:spcPts val="1200"/>
                </a:lnSpc>
                <a:spcAft>
                  <a:spcPts val="600"/>
                </a:spcAft>
                <a:buClr>
                  <a:prstClr val="black">
                    <a:lumMod val="75000"/>
                    <a:lumOff val="25000"/>
                  </a:prstClr>
                </a:buClr>
                <a:buSzPct val="70000"/>
                <a:defRPr/>
              </a:pPr>
              <a:r>
                <a:rPr lang="ko-KR" altLang="en-US" sz="1100" spc="-30">
                  <a:solidFill>
                    <a:prstClr val="black">
                      <a:lumMod val="75000"/>
                      <a:lumOff val="25000"/>
                    </a:prstClr>
                  </a:solidFill>
                  <a:latin typeface="+mn-ea"/>
                </a:rPr>
                <a:t>도움말 상자</a:t>
              </a:r>
            </a:p>
          </p:txBody>
        </p:sp>
        <p:sp>
          <p:nvSpPr>
            <p:cNvPr id="98" name="모서리가 둥근 직사각형 103">
              <a:extLst>
                <a:ext uri="{FF2B5EF4-FFF2-40B4-BE49-F238E27FC236}">
                  <a16:creationId xmlns:a16="http://schemas.microsoft.com/office/drawing/2014/main" id="{9D358AD1-31FB-4E5D-8F5F-0D68FCB9BCB3}"/>
                </a:ext>
              </a:extLst>
            </p:cNvPr>
            <p:cNvSpPr/>
            <p:nvPr/>
          </p:nvSpPr>
          <p:spPr>
            <a:xfrm>
              <a:off x="4113166" y="7364788"/>
              <a:ext cx="1080000" cy="82857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ADB9CA"/>
              </a:solidFill>
            </a:ln>
            <a:effectLst/>
          </p:spPr>
          <p:txBody>
            <a:bodyPr wrap="none" lIns="0" tIns="432000" rIns="0" bIns="0" anchor="ctr"/>
            <a:lstStyle/>
            <a:p>
              <a:pPr algn="ctr">
                <a:lnSpc>
                  <a:spcPts val="1200"/>
                </a:lnSpc>
                <a:spcAft>
                  <a:spcPts val="600"/>
                </a:spcAft>
                <a:buClr>
                  <a:prstClr val="black">
                    <a:lumMod val="75000"/>
                    <a:lumOff val="25000"/>
                  </a:prstClr>
                </a:buClr>
                <a:buSzPct val="70000"/>
                <a:defRPr/>
              </a:pPr>
              <a:r>
                <a:rPr lang="ko-KR" altLang="en-US" sz="1100" spc="-30">
                  <a:solidFill>
                    <a:prstClr val="black">
                      <a:lumMod val="75000"/>
                      <a:lumOff val="25000"/>
                    </a:prstClr>
                  </a:solidFill>
                  <a:latin typeface="+mn-ea"/>
                </a:rPr>
                <a:t>팝업 및 연결화면</a:t>
              </a:r>
            </a:p>
          </p:txBody>
        </p:sp>
        <p:sp>
          <p:nvSpPr>
            <p:cNvPr id="101" name="모서리가 둥근 직사각형 106">
              <a:extLst>
                <a:ext uri="{FF2B5EF4-FFF2-40B4-BE49-F238E27FC236}">
                  <a16:creationId xmlns:a16="http://schemas.microsoft.com/office/drawing/2014/main" id="{99D39587-E087-410F-9D21-EF9F5D7E99E4}"/>
                </a:ext>
              </a:extLst>
            </p:cNvPr>
            <p:cNvSpPr/>
            <p:nvPr/>
          </p:nvSpPr>
          <p:spPr>
            <a:xfrm>
              <a:off x="5337332" y="7364788"/>
              <a:ext cx="1080000" cy="82857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ADB9CA"/>
              </a:solidFill>
            </a:ln>
            <a:effectLst/>
          </p:spPr>
          <p:txBody>
            <a:bodyPr wrap="none" lIns="0" tIns="432000" rIns="0" bIns="0" anchor="ctr"/>
            <a:lstStyle/>
            <a:p>
              <a:pPr algn="ctr">
                <a:lnSpc>
                  <a:spcPts val="1200"/>
                </a:lnSpc>
                <a:spcAft>
                  <a:spcPts val="600"/>
                </a:spcAft>
                <a:buClr>
                  <a:prstClr val="black">
                    <a:lumMod val="75000"/>
                    <a:lumOff val="25000"/>
                  </a:prstClr>
                </a:buClr>
                <a:buSzPct val="70000"/>
                <a:defRPr/>
              </a:pPr>
              <a:r>
                <a:rPr lang="ko-KR" altLang="en-US" sz="1100" spc="-30">
                  <a:solidFill>
                    <a:prstClr val="black">
                      <a:lumMod val="75000"/>
                      <a:lumOff val="25000"/>
                    </a:prstClr>
                  </a:solidFill>
                  <a:latin typeface="+mn-ea"/>
                </a:rPr>
                <a:t>오류해결방법</a:t>
              </a:r>
            </a:p>
          </p:txBody>
        </p:sp>
        <p:sp>
          <p:nvSpPr>
            <p:cNvPr id="120" name="모서리가 둥근 직사각형 97">
              <a:extLst>
                <a:ext uri="{FF2B5EF4-FFF2-40B4-BE49-F238E27FC236}">
                  <a16:creationId xmlns:a16="http://schemas.microsoft.com/office/drawing/2014/main" id="{19BB0641-35E1-418D-BFB9-0678C4B337FA}"/>
                </a:ext>
              </a:extLst>
            </p:cNvPr>
            <p:cNvSpPr/>
            <p:nvPr/>
          </p:nvSpPr>
          <p:spPr>
            <a:xfrm>
              <a:off x="1664834" y="7364788"/>
              <a:ext cx="1080000" cy="82857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ADB9CA"/>
              </a:solidFill>
            </a:ln>
            <a:effectLst/>
          </p:spPr>
          <p:txBody>
            <a:bodyPr wrap="none" lIns="0" tIns="432000" rIns="0" bIns="0" anchor="ctr"/>
            <a:lstStyle/>
            <a:p>
              <a:pPr algn="ctr">
                <a:lnSpc>
                  <a:spcPts val="1200"/>
                </a:lnSpc>
                <a:spcAft>
                  <a:spcPts val="600"/>
                </a:spcAft>
                <a:buClr>
                  <a:prstClr val="black">
                    <a:lumMod val="75000"/>
                    <a:lumOff val="25000"/>
                  </a:prstClr>
                </a:buClr>
                <a:buSzPct val="70000"/>
                <a:defRPr/>
              </a:pPr>
              <a:r>
                <a:rPr lang="ko-KR" altLang="en-US" sz="1100" spc="-30">
                  <a:solidFill>
                    <a:prstClr val="black">
                      <a:lumMod val="75000"/>
                      <a:lumOff val="25000"/>
                    </a:prstClr>
                  </a:solidFill>
                  <a:latin typeface="+mn-ea"/>
                </a:rPr>
                <a:t>화면구성 및 설명</a:t>
              </a:r>
            </a:p>
          </p:txBody>
        </p:sp>
        <p:sp>
          <p:nvSpPr>
            <p:cNvPr id="121" name="모서리가 둥근 직사각형 94">
              <a:extLst>
                <a:ext uri="{FF2B5EF4-FFF2-40B4-BE49-F238E27FC236}">
                  <a16:creationId xmlns:a16="http://schemas.microsoft.com/office/drawing/2014/main" id="{88CDD249-03B9-491B-A641-1B3866C0084C}"/>
                </a:ext>
              </a:extLst>
            </p:cNvPr>
            <p:cNvSpPr/>
            <p:nvPr/>
          </p:nvSpPr>
          <p:spPr>
            <a:xfrm>
              <a:off x="440668" y="7364788"/>
              <a:ext cx="1080000" cy="82857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ADB9CA"/>
              </a:solidFill>
            </a:ln>
            <a:effectLst/>
          </p:spPr>
          <p:txBody>
            <a:bodyPr wrap="none" lIns="0" tIns="432000" rIns="0" bIns="0" anchor="ctr"/>
            <a:lstStyle/>
            <a:p>
              <a:pPr algn="ctr" fontAlgn="auto" latinLnBrk="0">
                <a:spcBef>
                  <a:spcPts val="0"/>
                </a:spcBef>
                <a:spcAft>
                  <a:spcPts val="600"/>
                </a:spcAft>
                <a:buClr>
                  <a:prstClr val="black">
                    <a:lumMod val="75000"/>
                    <a:lumOff val="25000"/>
                  </a:prstClr>
                </a:buClr>
                <a:buSzPct val="70000"/>
                <a:defRPr/>
              </a:pPr>
              <a:r>
                <a:rPr kumimoji="0" lang="ko-KR" altLang="en-US" sz="1100" spc="-30">
                  <a:solidFill>
                    <a:prstClr val="black">
                      <a:lumMod val="75000"/>
                      <a:lumOff val="25000"/>
                    </a:prstClr>
                  </a:solidFill>
                  <a:latin typeface="+mn-ea"/>
                </a:rPr>
                <a:t>업무개요</a:t>
              </a:r>
            </a:p>
          </p:txBody>
        </p:sp>
        <p:sp>
          <p:nvSpPr>
            <p:cNvPr id="165" name="Graphic 48">
              <a:extLst>
                <a:ext uri="{FF2B5EF4-FFF2-40B4-BE49-F238E27FC236}">
                  <a16:creationId xmlns:a16="http://schemas.microsoft.com/office/drawing/2014/main" id="{18E3F628-6DDB-4251-8916-0CAEE83B1B46}"/>
                </a:ext>
              </a:extLst>
            </p:cNvPr>
            <p:cNvSpPr/>
            <p:nvPr/>
          </p:nvSpPr>
          <p:spPr>
            <a:xfrm>
              <a:off x="5716282" y="7495115"/>
              <a:ext cx="322100" cy="3221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21600"/>
                  </a:moveTo>
                  <a:cubicBezTo>
                    <a:pt x="4835" y="21600"/>
                    <a:pt x="0" y="16765"/>
                    <a:pt x="0" y="10800"/>
                  </a:cubicBez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593" y="16762"/>
                    <a:pt x="16762" y="21593"/>
                    <a:pt x="10800" y="21600"/>
                  </a:cubicBezTo>
                  <a:close/>
                  <a:moveTo>
                    <a:pt x="10800" y="2234"/>
                  </a:moveTo>
                  <a:cubicBezTo>
                    <a:pt x="6069" y="2234"/>
                    <a:pt x="2234" y="6069"/>
                    <a:pt x="2234" y="10800"/>
                  </a:cubicBezTo>
                  <a:cubicBezTo>
                    <a:pt x="2234" y="15531"/>
                    <a:pt x="6069" y="19366"/>
                    <a:pt x="10800" y="19366"/>
                  </a:cubicBezTo>
                  <a:cubicBezTo>
                    <a:pt x="15531" y="19366"/>
                    <a:pt x="19366" y="15531"/>
                    <a:pt x="19366" y="10800"/>
                  </a:cubicBezTo>
                  <a:cubicBezTo>
                    <a:pt x="19360" y="6072"/>
                    <a:pt x="15528" y="2240"/>
                    <a:pt x="10800" y="2234"/>
                  </a:cubicBezTo>
                  <a:close/>
                  <a:moveTo>
                    <a:pt x="10845" y="14570"/>
                  </a:moveTo>
                  <a:lnTo>
                    <a:pt x="16059" y="9356"/>
                  </a:lnTo>
                  <a:cubicBezTo>
                    <a:pt x="16496" y="8919"/>
                    <a:pt x="16496" y="8212"/>
                    <a:pt x="16059" y="7775"/>
                  </a:cubicBezTo>
                  <a:cubicBezTo>
                    <a:pt x="15623" y="7339"/>
                    <a:pt x="14915" y="7339"/>
                    <a:pt x="14479" y="7775"/>
                  </a:cubicBezTo>
                  <a:lnTo>
                    <a:pt x="10055" y="12200"/>
                  </a:lnTo>
                  <a:lnTo>
                    <a:pt x="7121" y="9265"/>
                  </a:lnTo>
                  <a:cubicBezTo>
                    <a:pt x="6685" y="8828"/>
                    <a:pt x="5977" y="8828"/>
                    <a:pt x="5541" y="9265"/>
                  </a:cubicBezTo>
                  <a:cubicBezTo>
                    <a:pt x="5104" y="9701"/>
                    <a:pt x="5104" y="10409"/>
                    <a:pt x="5541" y="10845"/>
                  </a:cubicBezTo>
                  <a:lnTo>
                    <a:pt x="9265" y="14570"/>
                  </a:lnTo>
                  <a:cubicBezTo>
                    <a:pt x="9701" y="15006"/>
                    <a:pt x="10409" y="15006"/>
                    <a:pt x="10845" y="14570"/>
                  </a:cubicBezTo>
                  <a:cubicBezTo>
                    <a:pt x="10845" y="14570"/>
                    <a:pt x="10845" y="14570"/>
                    <a:pt x="10845" y="14570"/>
                  </a:cubicBezTo>
                  <a:close/>
                </a:path>
              </a:pathLst>
            </a:custGeom>
            <a:solidFill>
              <a:srgbClr val="44546A"/>
            </a:solidFill>
            <a:ln w="6350" algn="ctr">
              <a:noFill/>
              <a:miter lim="800000"/>
              <a:headEnd/>
              <a:tailEnd/>
            </a:ln>
          </p:spPr>
          <p:txBody>
            <a:bodyPr wrap="square" lIns="36000" tIns="36000" rIns="36000" bIns="36000" anchor="ctr" anchorCtr="0">
              <a:noAutofit/>
            </a:bodyPr>
            <a:lstStyle/>
            <a:p>
              <a:endParaRPr dirty="0">
                <a:sym typeface="Helvetica Neue Medium"/>
              </a:endParaRPr>
            </a:p>
          </p:txBody>
        </p:sp>
        <p:sp>
          <p:nvSpPr>
            <p:cNvPr id="225" name="AutoShape 119">
              <a:extLst>
                <a:ext uri="{FF2B5EF4-FFF2-40B4-BE49-F238E27FC236}">
                  <a16:creationId xmlns:a16="http://schemas.microsoft.com/office/drawing/2014/main" id="{F7EFD2A6-F2BC-4C80-B4CB-7F42CEE263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668" y="7364788"/>
              <a:ext cx="216000" cy="216000"/>
            </a:xfrm>
            <a:prstGeom prst="rect">
              <a:avLst/>
            </a:prstGeom>
            <a:solidFill>
              <a:srgbClr val="2F5597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36000" tIns="36000" rIns="36000" bIns="36000" rtlCol="0" anchor="ctr"/>
            <a:lstStyle/>
            <a:p>
              <a:pPr marL="0" marR="0" lvl="0" indent="0" algn="ctr" defTabSz="95783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ea"/>
                </a:rPr>
                <a:t>01</a:t>
              </a:r>
              <a:endPara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226" name="AutoShape 119">
              <a:extLst>
                <a:ext uri="{FF2B5EF4-FFF2-40B4-BE49-F238E27FC236}">
                  <a16:creationId xmlns:a16="http://schemas.microsoft.com/office/drawing/2014/main" id="{71976EA4-9653-449A-9E99-34379B2776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64834" y="7364788"/>
              <a:ext cx="216000" cy="216000"/>
            </a:xfrm>
            <a:prstGeom prst="rect">
              <a:avLst/>
            </a:prstGeom>
            <a:solidFill>
              <a:srgbClr val="2F5597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36000" tIns="36000" rIns="36000" bIns="36000" rtlCol="0" anchor="ctr"/>
            <a:lstStyle/>
            <a:p>
              <a:pPr algn="ctr" defTabSz="957838"/>
              <a:r>
                <a:rPr lang="en-US" altLang="ko-KR" sz="900" kern="0">
                  <a:solidFill>
                    <a:srgbClr val="FFFFFF"/>
                  </a:solidFill>
                  <a:latin typeface="+mn-ea"/>
                </a:rPr>
                <a:t>02</a:t>
              </a:r>
              <a:endParaRPr lang="en-US" altLang="ko-KR" sz="900" kern="0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227" name="AutoShape 119">
              <a:extLst>
                <a:ext uri="{FF2B5EF4-FFF2-40B4-BE49-F238E27FC236}">
                  <a16:creationId xmlns:a16="http://schemas.microsoft.com/office/drawing/2014/main" id="{B8ED0A0E-7BFD-4871-BBCB-E999D7F829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9000" y="7364788"/>
              <a:ext cx="216000" cy="216000"/>
            </a:xfrm>
            <a:prstGeom prst="rect">
              <a:avLst/>
            </a:prstGeom>
            <a:solidFill>
              <a:srgbClr val="2F5597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36000" tIns="36000" rIns="36000" bIns="36000" rtlCol="0" anchor="ctr"/>
            <a:lstStyle/>
            <a:p>
              <a:pPr marL="0" marR="0" lvl="0" indent="0" algn="ctr" defTabSz="95783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ea"/>
                </a:rPr>
                <a:t>03</a:t>
              </a:r>
              <a:endPara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228" name="AutoShape 119">
              <a:extLst>
                <a:ext uri="{FF2B5EF4-FFF2-40B4-BE49-F238E27FC236}">
                  <a16:creationId xmlns:a16="http://schemas.microsoft.com/office/drawing/2014/main" id="{F828D709-9E31-418B-956E-0F4E779B7B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37332" y="7364788"/>
              <a:ext cx="216000" cy="216000"/>
            </a:xfrm>
            <a:prstGeom prst="rect">
              <a:avLst/>
            </a:prstGeom>
            <a:solidFill>
              <a:srgbClr val="2F5597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36000" tIns="36000" rIns="36000" bIns="36000" rtlCol="0" anchor="ctr"/>
            <a:lstStyle/>
            <a:p>
              <a:pPr marL="0" marR="0" lvl="0" indent="0" algn="ctr" defTabSz="95783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ea"/>
                </a:rPr>
                <a:t>05</a:t>
              </a:r>
              <a:endPara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229" name="AutoShape 119">
              <a:extLst>
                <a:ext uri="{FF2B5EF4-FFF2-40B4-BE49-F238E27FC236}">
                  <a16:creationId xmlns:a16="http://schemas.microsoft.com/office/drawing/2014/main" id="{759477B8-1373-4F60-B56D-22F824E92F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3166" y="7364788"/>
              <a:ext cx="216000" cy="216000"/>
            </a:xfrm>
            <a:prstGeom prst="rect">
              <a:avLst/>
            </a:prstGeom>
            <a:solidFill>
              <a:srgbClr val="2F5597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36000" tIns="36000" rIns="36000" bIns="36000" rtlCol="0" anchor="ctr"/>
            <a:lstStyle/>
            <a:p>
              <a:pPr marL="0" marR="0" lvl="0" indent="0" algn="ctr" defTabSz="95783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ea"/>
                </a:rPr>
                <a:t>04</a:t>
              </a:r>
              <a:endPara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242" name="任意形状 979">
              <a:extLst>
                <a:ext uri="{FF2B5EF4-FFF2-40B4-BE49-F238E27FC236}">
                  <a16:creationId xmlns:a16="http://schemas.microsoft.com/office/drawing/2014/main" id="{7E2C709D-7BFE-4C34-8E6B-6945305A0AFD}"/>
                </a:ext>
              </a:extLst>
            </p:cNvPr>
            <p:cNvSpPr/>
            <p:nvPr/>
          </p:nvSpPr>
          <p:spPr>
            <a:xfrm>
              <a:off x="837687" y="7505389"/>
              <a:ext cx="285963" cy="3177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400" y="21600"/>
                  </a:moveTo>
                  <a:lnTo>
                    <a:pt x="1200" y="21600"/>
                  </a:lnTo>
                  <a:cubicBezTo>
                    <a:pt x="537" y="21600"/>
                    <a:pt x="0" y="21117"/>
                    <a:pt x="0" y="20520"/>
                  </a:cubicBezTo>
                  <a:lnTo>
                    <a:pt x="0" y="1080"/>
                  </a:lnTo>
                  <a:cubicBezTo>
                    <a:pt x="0" y="483"/>
                    <a:pt x="537" y="0"/>
                    <a:pt x="1200" y="0"/>
                  </a:cubicBezTo>
                  <a:lnTo>
                    <a:pt x="20400" y="0"/>
                  </a:lnTo>
                  <a:cubicBezTo>
                    <a:pt x="21063" y="0"/>
                    <a:pt x="21600" y="483"/>
                    <a:pt x="21600" y="1080"/>
                  </a:cubicBezTo>
                  <a:lnTo>
                    <a:pt x="21600" y="20520"/>
                  </a:lnTo>
                  <a:cubicBezTo>
                    <a:pt x="21600" y="21117"/>
                    <a:pt x="21063" y="21600"/>
                    <a:pt x="20400" y="21600"/>
                  </a:cubicBezTo>
                  <a:close/>
                  <a:moveTo>
                    <a:pt x="19200" y="19440"/>
                  </a:moveTo>
                  <a:lnTo>
                    <a:pt x="19200" y="2160"/>
                  </a:lnTo>
                  <a:lnTo>
                    <a:pt x="2400" y="2160"/>
                  </a:lnTo>
                  <a:lnTo>
                    <a:pt x="2400" y="19440"/>
                  </a:lnTo>
                  <a:lnTo>
                    <a:pt x="19200" y="19440"/>
                  </a:lnTo>
                  <a:close/>
                  <a:moveTo>
                    <a:pt x="4800" y="4320"/>
                  </a:moveTo>
                  <a:lnTo>
                    <a:pt x="9600" y="4320"/>
                  </a:lnTo>
                  <a:lnTo>
                    <a:pt x="9600" y="8640"/>
                  </a:lnTo>
                  <a:lnTo>
                    <a:pt x="4800" y="8640"/>
                  </a:lnTo>
                  <a:lnTo>
                    <a:pt x="4800" y="4320"/>
                  </a:lnTo>
                  <a:close/>
                  <a:moveTo>
                    <a:pt x="4800" y="10800"/>
                  </a:moveTo>
                  <a:lnTo>
                    <a:pt x="16800" y="10800"/>
                  </a:lnTo>
                  <a:lnTo>
                    <a:pt x="16800" y="12960"/>
                  </a:lnTo>
                  <a:lnTo>
                    <a:pt x="4800" y="12960"/>
                  </a:lnTo>
                  <a:lnTo>
                    <a:pt x="4800" y="10800"/>
                  </a:lnTo>
                  <a:close/>
                  <a:moveTo>
                    <a:pt x="4800" y="15120"/>
                  </a:moveTo>
                  <a:lnTo>
                    <a:pt x="16800" y="15120"/>
                  </a:lnTo>
                  <a:lnTo>
                    <a:pt x="16800" y="17280"/>
                  </a:lnTo>
                  <a:lnTo>
                    <a:pt x="4800" y="17280"/>
                  </a:lnTo>
                  <a:lnTo>
                    <a:pt x="4800" y="15120"/>
                  </a:lnTo>
                  <a:close/>
                  <a:moveTo>
                    <a:pt x="12000" y="5400"/>
                  </a:moveTo>
                  <a:lnTo>
                    <a:pt x="16800" y="5400"/>
                  </a:lnTo>
                  <a:lnTo>
                    <a:pt x="16800" y="7560"/>
                  </a:lnTo>
                  <a:lnTo>
                    <a:pt x="12000" y="7560"/>
                  </a:lnTo>
                  <a:lnTo>
                    <a:pt x="12000" y="5400"/>
                  </a:lnTo>
                  <a:close/>
                </a:path>
              </a:pathLst>
            </a:custGeom>
            <a:solidFill>
              <a:srgbClr val="44546A"/>
            </a:solidFill>
            <a:ln w="6350" algn="ctr">
              <a:noFill/>
              <a:miter lim="800000"/>
              <a:headEnd/>
              <a:tailEnd/>
            </a:ln>
          </p:spPr>
          <p:txBody>
            <a:bodyPr wrap="square" lIns="36000" tIns="36000" rIns="36000" bIns="36000" anchor="ctr" anchorCtr="0">
              <a:noAutofit/>
            </a:bodyPr>
            <a:lstStyle/>
            <a:p>
              <a:endParaRPr/>
            </a:p>
          </p:txBody>
        </p:sp>
        <p:sp>
          <p:nvSpPr>
            <p:cNvPr id="243" name="任意形状 346">
              <a:extLst>
                <a:ext uri="{FF2B5EF4-FFF2-40B4-BE49-F238E27FC236}">
                  <a16:creationId xmlns:a16="http://schemas.microsoft.com/office/drawing/2014/main" id="{AE9000D6-9883-4D1A-8CBA-8B147FD774AC}"/>
                </a:ext>
              </a:extLst>
            </p:cNvPr>
            <p:cNvSpPr/>
            <p:nvPr/>
          </p:nvSpPr>
          <p:spPr>
            <a:xfrm>
              <a:off x="3270084" y="7509313"/>
              <a:ext cx="317833" cy="3098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064" y="15508"/>
                  </a:moveTo>
                  <a:lnTo>
                    <a:pt x="19440" y="15508"/>
                  </a:lnTo>
                  <a:lnTo>
                    <a:pt x="19440" y="2215"/>
                  </a:lnTo>
                  <a:lnTo>
                    <a:pt x="2160" y="2215"/>
                  </a:lnTo>
                  <a:lnTo>
                    <a:pt x="2160" y="17042"/>
                  </a:lnTo>
                  <a:lnTo>
                    <a:pt x="4064" y="15508"/>
                  </a:lnTo>
                  <a:close/>
                  <a:moveTo>
                    <a:pt x="4811" y="17723"/>
                  </a:moveTo>
                  <a:lnTo>
                    <a:pt x="0" y="21600"/>
                  </a:lnTo>
                  <a:lnTo>
                    <a:pt x="0" y="1108"/>
                  </a:lnTo>
                  <a:cubicBezTo>
                    <a:pt x="0" y="496"/>
                    <a:pt x="483" y="0"/>
                    <a:pt x="1080" y="0"/>
                  </a:cubicBezTo>
                  <a:lnTo>
                    <a:pt x="20520" y="0"/>
                  </a:lnTo>
                  <a:cubicBezTo>
                    <a:pt x="21117" y="0"/>
                    <a:pt x="21600" y="496"/>
                    <a:pt x="21600" y="1108"/>
                  </a:cubicBezTo>
                  <a:lnTo>
                    <a:pt x="21600" y="16615"/>
                  </a:lnTo>
                  <a:cubicBezTo>
                    <a:pt x="21600" y="17227"/>
                    <a:pt x="21117" y="17723"/>
                    <a:pt x="20520" y="17723"/>
                  </a:cubicBezTo>
                  <a:lnTo>
                    <a:pt x="4811" y="17723"/>
                  </a:lnTo>
                  <a:close/>
                  <a:moveTo>
                    <a:pt x="9720" y="12185"/>
                  </a:moveTo>
                  <a:lnTo>
                    <a:pt x="11880" y="12185"/>
                  </a:lnTo>
                  <a:lnTo>
                    <a:pt x="11880" y="14400"/>
                  </a:lnTo>
                  <a:lnTo>
                    <a:pt x="9720" y="14400"/>
                  </a:lnTo>
                  <a:lnTo>
                    <a:pt x="9720" y="12185"/>
                  </a:lnTo>
                  <a:close/>
                  <a:moveTo>
                    <a:pt x="7092" y="6439"/>
                  </a:moveTo>
                  <a:cubicBezTo>
                    <a:pt x="7501" y="4339"/>
                    <a:pt x="9493" y="2976"/>
                    <a:pt x="11541" y="3396"/>
                  </a:cubicBezTo>
                  <a:cubicBezTo>
                    <a:pt x="13589" y="3816"/>
                    <a:pt x="14917" y="5858"/>
                    <a:pt x="14508" y="7959"/>
                  </a:cubicBezTo>
                  <a:cubicBezTo>
                    <a:pt x="14155" y="9772"/>
                    <a:pt x="12603" y="11077"/>
                    <a:pt x="10800" y="11077"/>
                  </a:cubicBezTo>
                  <a:lnTo>
                    <a:pt x="9720" y="11077"/>
                  </a:lnTo>
                  <a:lnTo>
                    <a:pt x="9720" y="8862"/>
                  </a:lnTo>
                  <a:lnTo>
                    <a:pt x="10800" y="8862"/>
                  </a:lnTo>
                  <a:cubicBezTo>
                    <a:pt x="11695" y="8862"/>
                    <a:pt x="12420" y="8117"/>
                    <a:pt x="12420" y="7200"/>
                  </a:cubicBezTo>
                  <a:cubicBezTo>
                    <a:pt x="12420" y="6282"/>
                    <a:pt x="11695" y="5538"/>
                    <a:pt x="10800" y="5538"/>
                  </a:cubicBezTo>
                  <a:cubicBezTo>
                    <a:pt x="10028" y="5538"/>
                    <a:pt x="9363" y="6098"/>
                    <a:pt x="9211" y="6874"/>
                  </a:cubicBezTo>
                  <a:lnTo>
                    <a:pt x="7092" y="6439"/>
                  </a:lnTo>
                  <a:close/>
                </a:path>
              </a:pathLst>
            </a:custGeom>
            <a:solidFill>
              <a:srgbClr val="44546A"/>
            </a:solidFill>
            <a:ln w="6350" algn="ctr">
              <a:noFill/>
              <a:miter lim="800000"/>
              <a:headEnd/>
              <a:tailEnd/>
            </a:ln>
          </p:spPr>
          <p:txBody>
            <a:bodyPr wrap="square" lIns="36000" tIns="36000" rIns="36000" bIns="36000" anchor="ctr" anchorCtr="0">
              <a:noAutofit/>
            </a:bodyPr>
            <a:lstStyle/>
            <a:p>
              <a:endParaRPr/>
            </a:p>
          </p:txBody>
        </p:sp>
        <p:sp>
          <p:nvSpPr>
            <p:cNvPr id="244" name="任意形状 2425">
              <a:extLst>
                <a:ext uri="{FF2B5EF4-FFF2-40B4-BE49-F238E27FC236}">
                  <a16:creationId xmlns:a16="http://schemas.microsoft.com/office/drawing/2014/main" id="{D144043E-3823-4E34-A6AF-B8994003DC78}"/>
                </a:ext>
              </a:extLst>
            </p:cNvPr>
            <p:cNvSpPr/>
            <p:nvPr/>
          </p:nvSpPr>
          <p:spPr>
            <a:xfrm>
              <a:off x="4510185" y="7521276"/>
              <a:ext cx="285963" cy="2859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400" y="0"/>
                  </a:moveTo>
                  <a:lnTo>
                    <a:pt x="8400" y="2400"/>
                  </a:lnTo>
                  <a:lnTo>
                    <a:pt x="2400" y="2400"/>
                  </a:lnTo>
                  <a:lnTo>
                    <a:pt x="2400" y="19200"/>
                  </a:lnTo>
                  <a:lnTo>
                    <a:pt x="19200" y="19200"/>
                  </a:lnTo>
                  <a:lnTo>
                    <a:pt x="19200" y="13200"/>
                  </a:lnTo>
                  <a:lnTo>
                    <a:pt x="21600" y="13200"/>
                  </a:lnTo>
                  <a:lnTo>
                    <a:pt x="21600" y="20400"/>
                  </a:lnTo>
                  <a:cubicBezTo>
                    <a:pt x="21600" y="21063"/>
                    <a:pt x="21063" y="21600"/>
                    <a:pt x="20400" y="21600"/>
                  </a:cubicBezTo>
                  <a:lnTo>
                    <a:pt x="1200" y="21600"/>
                  </a:lnTo>
                  <a:cubicBezTo>
                    <a:pt x="537" y="21600"/>
                    <a:pt x="0" y="21063"/>
                    <a:pt x="0" y="20400"/>
                  </a:cubicBezTo>
                  <a:lnTo>
                    <a:pt x="0" y="1200"/>
                  </a:lnTo>
                  <a:cubicBezTo>
                    <a:pt x="0" y="537"/>
                    <a:pt x="537" y="0"/>
                    <a:pt x="1200" y="0"/>
                  </a:cubicBezTo>
                  <a:lnTo>
                    <a:pt x="8400" y="0"/>
                  </a:lnTo>
                  <a:close/>
                  <a:moveTo>
                    <a:pt x="17503" y="2400"/>
                  </a:moveTo>
                  <a:lnTo>
                    <a:pt x="12000" y="2400"/>
                  </a:lnTo>
                  <a:lnTo>
                    <a:pt x="12000" y="0"/>
                  </a:lnTo>
                  <a:lnTo>
                    <a:pt x="21600" y="0"/>
                  </a:lnTo>
                  <a:lnTo>
                    <a:pt x="21600" y="9600"/>
                  </a:lnTo>
                  <a:lnTo>
                    <a:pt x="19200" y="9600"/>
                  </a:lnTo>
                  <a:lnTo>
                    <a:pt x="19200" y="4097"/>
                  </a:lnTo>
                  <a:lnTo>
                    <a:pt x="10800" y="12497"/>
                  </a:lnTo>
                  <a:lnTo>
                    <a:pt x="9103" y="10800"/>
                  </a:lnTo>
                  <a:lnTo>
                    <a:pt x="17503" y="2400"/>
                  </a:lnTo>
                  <a:close/>
                </a:path>
              </a:pathLst>
            </a:custGeom>
            <a:solidFill>
              <a:srgbClr val="44546A"/>
            </a:solidFill>
            <a:ln w="6350" algn="ctr">
              <a:noFill/>
              <a:miter lim="800000"/>
              <a:headEnd/>
              <a:tailEnd/>
            </a:ln>
          </p:spPr>
          <p:txBody>
            <a:bodyPr wrap="square" lIns="36000" tIns="36000" rIns="36000" bIns="36000" anchor="ctr" anchorCtr="0">
              <a:noAutofit/>
            </a:bodyPr>
            <a:lstStyle/>
            <a:p>
              <a:endParaRPr/>
            </a:p>
          </p:txBody>
        </p:sp>
        <p:sp>
          <p:nvSpPr>
            <p:cNvPr id="245" name="任意形状 489">
              <a:extLst>
                <a:ext uri="{FF2B5EF4-FFF2-40B4-BE49-F238E27FC236}">
                  <a16:creationId xmlns:a16="http://schemas.microsoft.com/office/drawing/2014/main" id="{C8D9C544-B2E7-49CB-B33E-84D8AE205632}"/>
                </a:ext>
              </a:extLst>
            </p:cNvPr>
            <p:cNvSpPr/>
            <p:nvPr/>
          </p:nvSpPr>
          <p:spPr>
            <a:xfrm>
              <a:off x="2046253" y="7513607"/>
              <a:ext cx="317162" cy="3013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7" h="21600" extrusionOk="0">
                  <a:moveTo>
                    <a:pt x="2160" y="14779"/>
                  </a:moveTo>
                  <a:lnTo>
                    <a:pt x="19437" y="14779"/>
                  </a:lnTo>
                  <a:lnTo>
                    <a:pt x="19437" y="2274"/>
                  </a:lnTo>
                  <a:lnTo>
                    <a:pt x="2160" y="2274"/>
                  </a:lnTo>
                  <a:lnTo>
                    <a:pt x="2160" y="14779"/>
                  </a:lnTo>
                  <a:close/>
                  <a:moveTo>
                    <a:pt x="11879" y="17053"/>
                  </a:moveTo>
                  <a:lnTo>
                    <a:pt x="11879" y="19326"/>
                  </a:lnTo>
                  <a:lnTo>
                    <a:pt x="16198" y="19326"/>
                  </a:lnTo>
                  <a:lnTo>
                    <a:pt x="16198" y="21600"/>
                  </a:lnTo>
                  <a:lnTo>
                    <a:pt x="5400" y="21600"/>
                  </a:lnTo>
                  <a:lnTo>
                    <a:pt x="5400" y="19326"/>
                  </a:lnTo>
                  <a:lnTo>
                    <a:pt x="9719" y="19326"/>
                  </a:lnTo>
                  <a:lnTo>
                    <a:pt x="9719" y="17053"/>
                  </a:lnTo>
                  <a:lnTo>
                    <a:pt x="1072" y="17053"/>
                  </a:lnTo>
                  <a:cubicBezTo>
                    <a:pt x="477" y="17049"/>
                    <a:pt x="-3" y="16538"/>
                    <a:pt x="1" y="15911"/>
                  </a:cubicBezTo>
                  <a:cubicBezTo>
                    <a:pt x="1" y="15910"/>
                    <a:pt x="1" y="15909"/>
                    <a:pt x="1" y="15908"/>
                  </a:cubicBezTo>
                  <a:lnTo>
                    <a:pt x="1" y="1145"/>
                  </a:lnTo>
                  <a:cubicBezTo>
                    <a:pt x="1" y="513"/>
                    <a:pt x="492" y="0"/>
                    <a:pt x="1072" y="0"/>
                  </a:cubicBezTo>
                  <a:lnTo>
                    <a:pt x="20526" y="0"/>
                  </a:lnTo>
                  <a:cubicBezTo>
                    <a:pt x="21118" y="0"/>
                    <a:pt x="21597" y="510"/>
                    <a:pt x="21597" y="1145"/>
                  </a:cubicBezTo>
                  <a:lnTo>
                    <a:pt x="21597" y="15908"/>
                  </a:lnTo>
                  <a:cubicBezTo>
                    <a:pt x="21597" y="16540"/>
                    <a:pt x="21106" y="17053"/>
                    <a:pt x="20526" y="17053"/>
                  </a:cubicBezTo>
                  <a:lnTo>
                    <a:pt x="11879" y="17053"/>
                  </a:lnTo>
                  <a:close/>
                </a:path>
              </a:pathLst>
            </a:custGeom>
            <a:solidFill>
              <a:srgbClr val="44546A"/>
            </a:solidFill>
            <a:ln w="6350" algn="ctr">
              <a:noFill/>
              <a:miter lim="800000"/>
              <a:headEnd/>
              <a:tailEnd/>
            </a:ln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168A584A-44E4-4FAF-B6F0-54AE5AA9BB8D}"/>
              </a:ext>
            </a:extLst>
          </p:cNvPr>
          <p:cNvGrpSpPr/>
          <p:nvPr/>
        </p:nvGrpSpPr>
        <p:grpSpPr>
          <a:xfrm>
            <a:off x="440668" y="8382393"/>
            <a:ext cx="5976000" cy="999099"/>
            <a:chOff x="440668" y="8382393"/>
            <a:chExt cx="5976000" cy="999099"/>
          </a:xfrm>
        </p:grpSpPr>
        <p:sp>
          <p:nvSpPr>
            <p:cNvPr id="256" name="사각형: 잘린 대각선 방향 모서리 103">
              <a:extLst>
                <a:ext uri="{FF2B5EF4-FFF2-40B4-BE49-F238E27FC236}">
                  <a16:creationId xmlns:a16="http://schemas.microsoft.com/office/drawing/2014/main" id="{08A332F6-24E2-45F6-83DF-BC863E92269E}"/>
                </a:ext>
              </a:extLst>
            </p:cNvPr>
            <p:cNvSpPr/>
            <p:nvPr/>
          </p:nvSpPr>
          <p:spPr>
            <a:xfrm flipH="1">
              <a:off x="440668" y="8445492"/>
              <a:ext cx="5976000" cy="936000"/>
            </a:xfrm>
            <a:prstGeom prst="roundRect">
              <a:avLst>
                <a:gd name="adj" fmla="val 2680"/>
              </a:avLst>
            </a:prstGeom>
            <a:solidFill>
              <a:srgbClr val="D6DCE5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" tIns="18000" rIns="18000" bIns="18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621991" latinLnBrk="0">
                <a:buSzPct val="80000"/>
              </a:pPr>
              <a:endParaRPr lang="ko-KR" altLang="en-US" sz="1100" b="1" kern="0" dirty="0" err="1">
                <a:ln>
                  <a:solidFill>
                    <a:srgbClr val="BAC4D3">
                      <a:alpha val="0"/>
                    </a:srgbClr>
                  </a:solidFill>
                </a:ln>
                <a:gradFill>
                  <a:gsLst>
                    <a:gs pos="0">
                      <a:srgbClr val="2C2C2C"/>
                    </a:gs>
                    <a:gs pos="51000">
                      <a:srgbClr val="2C2C2C"/>
                    </a:gs>
                  </a:gsLst>
                  <a:lin ang="5400000" scaled="1"/>
                </a:gradFill>
                <a:latin typeface="Pretendard" panose="02000503000000020004" pitchFamily="50" charset="-127"/>
                <a:ea typeface="Pretendard" panose="02000503000000020004" pitchFamily="50" charset="-127"/>
              </a:endParaRPr>
            </a:p>
          </p:txBody>
        </p:sp>
        <p:sp>
          <p:nvSpPr>
            <p:cNvPr id="249" name="사각형: 잘린 대각선 방향 모서리 103">
              <a:extLst>
                <a:ext uri="{FF2B5EF4-FFF2-40B4-BE49-F238E27FC236}">
                  <a16:creationId xmlns:a16="http://schemas.microsoft.com/office/drawing/2014/main" id="{546BC1C3-C4F0-4837-971A-CEB50B963B14}"/>
                </a:ext>
              </a:extLst>
            </p:cNvPr>
            <p:cNvSpPr/>
            <p:nvPr/>
          </p:nvSpPr>
          <p:spPr>
            <a:xfrm flipH="1">
              <a:off x="476668" y="8481492"/>
              <a:ext cx="5904000" cy="864000"/>
            </a:xfrm>
            <a:prstGeom prst="roundRect">
              <a:avLst>
                <a:gd name="adj" fmla="val 2680"/>
              </a:avLst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" tIns="18000" rIns="18000" bIns="18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621991" latinLnBrk="0">
                <a:buSzPct val="80000"/>
              </a:pPr>
              <a:endParaRPr lang="ko-KR" altLang="en-US" sz="1100" b="1" kern="0" dirty="0" err="1">
                <a:ln>
                  <a:solidFill>
                    <a:srgbClr val="BAC4D3">
                      <a:alpha val="0"/>
                    </a:srgbClr>
                  </a:solidFill>
                </a:ln>
                <a:gradFill>
                  <a:gsLst>
                    <a:gs pos="0">
                      <a:srgbClr val="2C2C2C"/>
                    </a:gs>
                    <a:gs pos="51000">
                      <a:srgbClr val="2C2C2C"/>
                    </a:gs>
                  </a:gsLst>
                  <a:lin ang="5400000" scaled="1"/>
                </a:gradFill>
                <a:latin typeface="Pretendard" panose="02000503000000020004" pitchFamily="50" charset="-127"/>
                <a:ea typeface="Pretendard" panose="02000503000000020004" pitchFamily="50" charset="-127"/>
              </a:endParaRPr>
            </a:p>
          </p:txBody>
        </p:sp>
        <p:sp>
          <p:nvSpPr>
            <p:cNvPr id="257" name="사각형: 잘린 대각선 방향 모서리 103">
              <a:extLst>
                <a:ext uri="{FF2B5EF4-FFF2-40B4-BE49-F238E27FC236}">
                  <a16:creationId xmlns:a16="http://schemas.microsoft.com/office/drawing/2014/main" id="{90215C37-B930-49DF-B607-3588499EA5B4}"/>
                </a:ext>
              </a:extLst>
            </p:cNvPr>
            <p:cNvSpPr/>
            <p:nvPr/>
          </p:nvSpPr>
          <p:spPr>
            <a:xfrm flipH="1">
              <a:off x="548668" y="8553492"/>
              <a:ext cx="5760000" cy="720000"/>
            </a:xfrm>
            <a:prstGeom prst="roundRect">
              <a:avLst>
                <a:gd name="adj" fmla="val 3562"/>
              </a:avLst>
            </a:prstGeom>
            <a:solidFill>
              <a:srgbClr val="F2F2F2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" tIns="18000" rIns="18000" bIns="18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621991" latinLnBrk="0">
                <a:buSzPct val="80000"/>
              </a:pPr>
              <a:endParaRPr lang="ko-KR" altLang="en-US" sz="1100" b="1" kern="0" dirty="0" err="1">
                <a:ln>
                  <a:solidFill>
                    <a:srgbClr val="BAC4D3">
                      <a:alpha val="0"/>
                    </a:srgbClr>
                  </a:solidFill>
                </a:ln>
                <a:gradFill>
                  <a:gsLst>
                    <a:gs pos="0">
                      <a:srgbClr val="2C2C2C"/>
                    </a:gs>
                    <a:gs pos="51000">
                      <a:srgbClr val="2C2C2C"/>
                    </a:gs>
                  </a:gsLst>
                  <a:lin ang="5400000" scaled="1"/>
                </a:gradFill>
                <a:latin typeface="Pretendard" panose="02000503000000020004" pitchFamily="50" charset="-127"/>
                <a:ea typeface="Pretendard" panose="02000503000000020004" pitchFamily="50" charset="-127"/>
              </a:endParaRPr>
            </a:p>
          </p:txBody>
        </p:sp>
        <p:sp>
          <p:nvSpPr>
            <p:cNvPr id="251" name="TextBox 250">
              <a:extLst>
                <a:ext uri="{FF2B5EF4-FFF2-40B4-BE49-F238E27FC236}">
                  <a16:creationId xmlns:a16="http://schemas.microsoft.com/office/drawing/2014/main" id="{38204435-A412-4BB7-AE1D-5AD265B70030}"/>
                </a:ext>
              </a:extLst>
            </p:cNvPr>
            <p:cNvSpPr txBox="1"/>
            <p:nvPr/>
          </p:nvSpPr>
          <p:spPr>
            <a:xfrm>
              <a:off x="1663379" y="8621105"/>
              <a:ext cx="3601825" cy="584775"/>
            </a:xfrm>
            <a:prstGeom prst="rect">
              <a:avLst/>
            </a:prstGeom>
            <a:noFill/>
            <a:effectLst/>
          </p:spPr>
          <p:txBody>
            <a:bodyPr wrap="square" lIns="0" tIns="0" rIns="0" bIns="0" rtlCol="0" anchor="ctr">
              <a:spAutoFit/>
            </a:bodyPr>
            <a:lstStyle>
              <a:defPPr>
                <a:defRPr lang="ko-KR"/>
              </a:defPPr>
              <a:lvl1pPr>
                <a:defRPr sz="3200" spc="-7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+mj-cs"/>
                </a:defRPr>
              </a:lvl1pPr>
            </a:lstStyle>
            <a:p>
              <a:pPr marL="90000" lvl="2" indent="-90000" defTabSz="914400" fontAlgn="base">
                <a:lnSpc>
                  <a:spcPct val="110000"/>
                </a:lnSpc>
                <a:spcBef>
                  <a:spcPct val="0"/>
                </a:spcBef>
                <a:spcAft>
                  <a:spcPts val="3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  <a:buFont typeface="Arial" pitchFamily="34" charset="0"/>
                <a:buChar char="•"/>
                <a:defRPr/>
              </a:pPr>
              <a:r>
                <a:rPr kumimoji="1" lang="ko-KR" altLang="en-US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목표시스템 세부 기능 사용 방법</a:t>
              </a:r>
            </a:p>
            <a:p>
              <a:pPr marL="90000" lvl="2" indent="-90000" defTabSz="914400" fontAlgn="base">
                <a:lnSpc>
                  <a:spcPct val="110000"/>
                </a:lnSpc>
                <a:spcBef>
                  <a:spcPct val="0"/>
                </a:spcBef>
                <a:spcAft>
                  <a:spcPts val="3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  <a:buFont typeface="Arial" pitchFamily="34" charset="0"/>
                <a:buChar char="•"/>
                <a:defRPr/>
              </a:pPr>
              <a:r>
                <a:rPr kumimoji="1" lang="ko-KR" altLang="en-US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화면이 바뀌는 단위를 기본으로 하는 사용 방법 설명</a:t>
              </a:r>
            </a:p>
            <a:p>
              <a:pPr marL="90000" lvl="2" indent="-90000" defTabSz="914400" fontAlgn="base">
                <a:lnSpc>
                  <a:spcPct val="110000"/>
                </a:lnSpc>
                <a:spcBef>
                  <a:spcPct val="0"/>
                </a:spcBef>
                <a:spcAft>
                  <a:spcPts val="3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  <a:buFont typeface="Arial" pitchFamily="34" charset="0"/>
                <a:buChar char="•"/>
                <a:defRPr/>
              </a:pPr>
              <a:r>
                <a:rPr kumimoji="1" lang="en-US" altLang="ko-KR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SW </a:t>
              </a:r>
              <a:r>
                <a:rPr kumimoji="1" lang="ko-KR" altLang="en-US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설치를 해야 하는 경우 해당 </a:t>
              </a:r>
              <a:r>
                <a:rPr kumimoji="1" lang="en-US" altLang="ko-KR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SW </a:t>
              </a:r>
              <a:r>
                <a:rPr kumimoji="1" lang="ko-KR" altLang="en-US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설치 및 제거 방법</a:t>
              </a:r>
            </a:p>
          </p:txBody>
        </p:sp>
        <p:sp>
          <p:nvSpPr>
            <p:cNvPr id="250" name="TextBox 249">
              <a:extLst>
                <a:ext uri="{FF2B5EF4-FFF2-40B4-BE49-F238E27FC236}">
                  <a16:creationId xmlns:a16="http://schemas.microsoft.com/office/drawing/2014/main" id="{39DCBBA5-3A17-40B1-8CC7-C640B99EE632}"/>
                </a:ext>
              </a:extLst>
            </p:cNvPr>
            <p:cNvSpPr txBox="1"/>
            <p:nvPr/>
          </p:nvSpPr>
          <p:spPr>
            <a:xfrm rot="10800000" flipV="1">
              <a:off x="555856" y="8382393"/>
              <a:ext cx="208848" cy="171007"/>
            </a:xfrm>
            <a:custGeom>
              <a:avLst/>
              <a:gdLst/>
              <a:ahLst/>
              <a:cxnLst/>
              <a:rect l="l" t="t" r="r" b="b"/>
              <a:pathLst>
                <a:path w="513511" h="432892">
                  <a:moveTo>
                    <a:pt x="280416" y="432892"/>
                  </a:moveTo>
                  <a:lnTo>
                    <a:pt x="474954" y="432892"/>
                  </a:lnTo>
                  <a:cubicBezTo>
                    <a:pt x="487807" y="432892"/>
                    <a:pt x="497446" y="429971"/>
                    <a:pt x="503872" y="424129"/>
                  </a:cubicBezTo>
                  <a:cubicBezTo>
                    <a:pt x="510298" y="418287"/>
                    <a:pt x="513511" y="408356"/>
                    <a:pt x="513511" y="394335"/>
                  </a:cubicBezTo>
                  <a:lnTo>
                    <a:pt x="513511" y="301447"/>
                  </a:lnTo>
                  <a:cubicBezTo>
                    <a:pt x="513511" y="214986"/>
                    <a:pt x="496277" y="146050"/>
                    <a:pt x="461810" y="94641"/>
                  </a:cubicBezTo>
                  <a:cubicBezTo>
                    <a:pt x="427342" y="43231"/>
                    <a:pt x="372719" y="11684"/>
                    <a:pt x="297942" y="0"/>
                  </a:cubicBezTo>
                  <a:lnTo>
                    <a:pt x="297942" y="73609"/>
                  </a:lnTo>
                  <a:cubicBezTo>
                    <a:pt x="329488" y="82956"/>
                    <a:pt x="352856" y="100775"/>
                    <a:pt x="368046" y="127064"/>
                  </a:cubicBezTo>
                  <a:cubicBezTo>
                    <a:pt x="383235" y="153353"/>
                    <a:pt x="389077" y="185776"/>
                    <a:pt x="385572" y="224333"/>
                  </a:cubicBezTo>
                  <a:lnTo>
                    <a:pt x="280416" y="224333"/>
                  </a:lnTo>
                  <a:close/>
                  <a:moveTo>
                    <a:pt x="0" y="432892"/>
                  </a:moveTo>
                  <a:lnTo>
                    <a:pt x="194538" y="432892"/>
                  </a:lnTo>
                  <a:cubicBezTo>
                    <a:pt x="207391" y="432892"/>
                    <a:pt x="217030" y="429971"/>
                    <a:pt x="223456" y="424129"/>
                  </a:cubicBezTo>
                  <a:cubicBezTo>
                    <a:pt x="229882" y="418287"/>
                    <a:pt x="233095" y="408356"/>
                    <a:pt x="233095" y="394335"/>
                  </a:cubicBezTo>
                  <a:lnTo>
                    <a:pt x="233095" y="301447"/>
                  </a:lnTo>
                  <a:cubicBezTo>
                    <a:pt x="233095" y="214986"/>
                    <a:pt x="215862" y="146050"/>
                    <a:pt x="181394" y="94641"/>
                  </a:cubicBezTo>
                  <a:cubicBezTo>
                    <a:pt x="146926" y="43231"/>
                    <a:pt x="92303" y="11684"/>
                    <a:pt x="17526" y="0"/>
                  </a:cubicBezTo>
                  <a:lnTo>
                    <a:pt x="17526" y="73609"/>
                  </a:lnTo>
                  <a:cubicBezTo>
                    <a:pt x="49072" y="82956"/>
                    <a:pt x="72440" y="100775"/>
                    <a:pt x="87630" y="127064"/>
                  </a:cubicBezTo>
                  <a:cubicBezTo>
                    <a:pt x="102819" y="153353"/>
                    <a:pt x="108661" y="185776"/>
                    <a:pt x="105156" y="224333"/>
                  </a:cubicBezTo>
                  <a:lnTo>
                    <a:pt x="0" y="224333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>
                <a:defRPr sz="1600" spc="-7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+mj-cs"/>
                </a:defRPr>
              </a:lvl1pPr>
            </a:lstStyle>
            <a:p>
              <a:pPr algn="r"/>
              <a:endParaRPr lang="ko-KR" altLang="en-US" sz="13800" spc="0" dirty="0">
                <a:ln>
                  <a:solidFill>
                    <a:srgbClr val="BAC4D3">
                      <a:alpha val="0"/>
                    </a:srgbClr>
                  </a:solidFill>
                </a:ln>
                <a:solidFill>
                  <a:srgbClr val="01486B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</a:endParaRPr>
            </a:p>
          </p:txBody>
        </p:sp>
        <p:sp>
          <p:nvSpPr>
            <p:cNvPr id="105" name="사각형: 둥근 모서리 104"/>
            <p:cNvSpPr/>
            <p:nvPr/>
          </p:nvSpPr>
          <p:spPr>
            <a:xfrm>
              <a:off x="650778" y="8616832"/>
              <a:ext cx="779287" cy="593320"/>
            </a:xfrm>
            <a:prstGeom prst="roundRect">
              <a:avLst>
                <a:gd name="adj" fmla="val 5430"/>
              </a:avLst>
            </a:prstGeom>
            <a:solidFill>
              <a:srgbClr val="778AA5"/>
            </a:solidFill>
          </p:spPr>
          <p:txBody>
            <a:bodyPr wrap="square" lIns="36000" tIns="36000" rIns="36000" bIns="36000" anchor="ctr">
              <a:noAutofit/>
            </a:bodyPr>
            <a:lstStyle/>
            <a:p>
              <a:pPr lvl="0" algn="ctr">
                <a:lnSpc>
                  <a:spcPct val="120000"/>
                </a:lnSpc>
                <a:spcBef>
                  <a:spcPts val="600"/>
                </a:spcBef>
              </a:pPr>
              <a:r>
                <a:rPr lang="ko-KR" altLang="en-US" sz="1200">
                  <a:solidFill>
                    <a:schemeClr val="bg1">
                      <a:lumMod val="95000"/>
                    </a:schemeClr>
                  </a:solidFill>
                  <a:latin typeface="+mj-ea"/>
                  <a:ea typeface="+mj-ea"/>
                </a:rPr>
                <a:t>매뉴얼</a:t>
              </a:r>
              <a:br>
                <a:rPr lang="en-US" altLang="ko-KR" sz="1200">
                  <a:solidFill>
                    <a:schemeClr val="bg1">
                      <a:lumMod val="95000"/>
                    </a:schemeClr>
                  </a:solidFill>
                  <a:latin typeface="+mj-ea"/>
                  <a:ea typeface="+mj-ea"/>
                </a:rPr>
              </a:br>
              <a:r>
                <a:rPr lang="ko-KR" altLang="en-US" sz="1200">
                  <a:solidFill>
                    <a:schemeClr val="bg1">
                      <a:lumMod val="95000"/>
                    </a:schemeClr>
                  </a:solidFill>
                  <a:latin typeface="+mj-ea"/>
                  <a:ea typeface="+mj-ea"/>
                </a:rPr>
                <a:t>주요내용</a:t>
              </a:r>
              <a:endParaRPr lang="en-US" altLang="ko-KR" sz="1200">
                <a:solidFill>
                  <a:schemeClr val="bg1">
                    <a:lumMod val="95000"/>
                  </a:schemeClr>
                </a:solidFill>
                <a:latin typeface="+mj-ea"/>
                <a:ea typeface="+mj-ea"/>
              </a:endParaRPr>
            </a:p>
          </p:txBody>
        </p:sp>
        <p:cxnSp>
          <p:nvCxnSpPr>
            <p:cNvPr id="258" name="직선 연결선 257">
              <a:extLst>
                <a:ext uri="{FF2B5EF4-FFF2-40B4-BE49-F238E27FC236}">
                  <a16:creationId xmlns:a16="http://schemas.microsoft.com/office/drawing/2014/main" id="{465FAB0A-CF80-4FBB-909A-90CEA4630137}"/>
                </a:ext>
              </a:extLst>
            </p:cNvPr>
            <p:cNvCxnSpPr/>
            <p:nvPr/>
          </p:nvCxnSpPr>
          <p:spPr>
            <a:xfrm>
              <a:off x="1520788" y="8625472"/>
              <a:ext cx="0" cy="576000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  <a:prstDash val="soli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E620AAB8-17DE-4CCE-9B69-13526AF604E8}"/>
              </a:ext>
            </a:extLst>
          </p:cNvPr>
          <p:cNvGrpSpPr/>
          <p:nvPr/>
        </p:nvGrpSpPr>
        <p:grpSpPr>
          <a:xfrm>
            <a:off x="440668" y="4570833"/>
            <a:ext cx="5976664" cy="1858482"/>
            <a:chOff x="440668" y="4570833"/>
            <a:chExt cx="5976664" cy="1858482"/>
          </a:xfrm>
        </p:grpSpPr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0A2F0AE0-6EBE-4874-ADE1-9995BA96F56C}"/>
                </a:ext>
              </a:extLst>
            </p:cNvPr>
            <p:cNvGrpSpPr/>
            <p:nvPr/>
          </p:nvGrpSpPr>
          <p:grpSpPr>
            <a:xfrm>
              <a:off x="440668" y="4570833"/>
              <a:ext cx="1872208" cy="1858180"/>
              <a:chOff x="440668" y="4570833"/>
              <a:chExt cx="1872208" cy="1858180"/>
            </a:xfrm>
          </p:grpSpPr>
          <p:sp>
            <p:nvSpPr>
              <p:cNvPr id="61" name="모서리가 둥근 직사각형 137">
                <a:extLst>
                  <a:ext uri="{FF2B5EF4-FFF2-40B4-BE49-F238E27FC236}">
                    <a16:creationId xmlns:a16="http://schemas.microsoft.com/office/drawing/2014/main" id="{15D10CA9-CD72-4B9B-BAFB-58F08209BA9D}"/>
                  </a:ext>
                </a:extLst>
              </p:cNvPr>
              <p:cNvSpPr/>
              <p:nvPr/>
            </p:nvSpPr>
            <p:spPr bwMode="auto">
              <a:xfrm rot="10800000" flipV="1">
                <a:off x="440875" y="5061013"/>
                <a:ext cx="1872000" cy="1368000"/>
              </a:xfrm>
              <a:prstGeom prst="rect">
                <a:avLst/>
              </a:prstGeom>
              <a:solidFill>
                <a:srgbClr val="F8F8F8"/>
              </a:solidFill>
              <a:ln w="6350">
                <a:noFill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lIns="108016" tIns="108000" rIns="36005" bIns="36005" anchor="t" anchorCtr="0"/>
              <a:lstStyle/>
              <a:p>
                <a:pPr marL="90000" lvl="2" indent="-90000" defTabSz="914400" fontAlgn="base">
                  <a:lnSpc>
                    <a:spcPct val="110000"/>
                  </a:lnSpc>
                  <a:spcBef>
                    <a:spcPct val="0"/>
                  </a:spcBef>
                  <a:spcAft>
                    <a:spcPts val="300"/>
                  </a:spcAft>
                  <a:buClr>
                    <a:schemeClr val="tx1">
                      <a:lumMod val="75000"/>
                      <a:lumOff val="25000"/>
                    </a:schemeClr>
                  </a:buClr>
                  <a:buSzPct val="90000"/>
                  <a:buFont typeface="Arial" pitchFamily="34" charset="0"/>
                  <a:buChar char="•"/>
                  <a:defRPr/>
                </a:pPr>
                <a:r>
                  <a:rPr kumimoji="1" lang="ko-KR" altLang="en-US" sz="1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rPr>
                  <a:t>매뉴얼을 보며 실제 작업을 처리할 수 있어야 함</a:t>
                </a:r>
              </a:p>
              <a:p>
                <a:pPr marL="90000" lvl="2" indent="-90000" defTabSz="914400" fontAlgn="base">
                  <a:lnSpc>
                    <a:spcPct val="110000"/>
                  </a:lnSpc>
                  <a:spcBef>
                    <a:spcPct val="0"/>
                  </a:spcBef>
                  <a:spcAft>
                    <a:spcPts val="300"/>
                  </a:spcAft>
                  <a:buClr>
                    <a:schemeClr val="tx1">
                      <a:lumMod val="75000"/>
                      <a:lumOff val="25000"/>
                    </a:schemeClr>
                  </a:buClr>
                  <a:buSzPct val="90000"/>
                  <a:buFont typeface="Arial" pitchFamily="34" charset="0"/>
                  <a:buChar char="•"/>
                  <a:defRPr/>
                </a:pPr>
                <a:r>
                  <a:rPr kumimoji="1" lang="ko-KR" altLang="en-US" sz="1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rPr>
                  <a:t>오류가 없는 사실을 기반으로 작성해야 함</a:t>
                </a:r>
              </a:p>
              <a:p>
                <a:pPr marL="90000" lvl="2" indent="-90000" defTabSz="914400" fontAlgn="base">
                  <a:lnSpc>
                    <a:spcPct val="110000"/>
                  </a:lnSpc>
                  <a:spcBef>
                    <a:spcPct val="0"/>
                  </a:spcBef>
                  <a:spcAft>
                    <a:spcPts val="300"/>
                  </a:spcAft>
                  <a:buClr>
                    <a:schemeClr val="tx1">
                      <a:lumMod val="75000"/>
                      <a:lumOff val="25000"/>
                    </a:schemeClr>
                  </a:buClr>
                  <a:buSzPct val="90000"/>
                  <a:buFont typeface="Arial" pitchFamily="34" charset="0"/>
                  <a:buChar char="•"/>
                  <a:defRPr/>
                </a:pPr>
                <a:r>
                  <a:rPr kumimoji="1" lang="ko-KR" altLang="en-US" sz="1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rPr>
                  <a:t>매뉴얼 안에는 필요한 모든 정보들이 포함되어야 함</a:t>
                </a:r>
              </a:p>
            </p:txBody>
          </p:sp>
          <p:cxnSp>
            <p:nvCxnSpPr>
              <p:cNvPr id="59" name="직선 화살표 연결선 58">
                <a:extLst>
                  <a:ext uri="{FF2B5EF4-FFF2-40B4-BE49-F238E27FC236}">
                    <a16:creationId xmlns:a16="http://schemas.microsoft.com/office/drawing/2014/main" id="{245166C4-E892-4EAF-AC21-A7932A9DB9E6}"/>
                  </a:ext>
                </a:extLst>
              </p:cNvPr>
              <p:cNvCxnSpPr/>
              <p:nvPr/>
            </p:nvCxnSpPr>
            <p:spPr>
              <a:xfrm>
                <a:off x="440876" y="6429013"/>
                <a:ext cx="1872000" cy="0"/>
              </a:xfrm>
              <a:prstGeom prst="straightConnector1">
                <a:avLst/>
              </a:prstGeom>
              <a:ln>
                <a:solidFill>
                  <a:srgbClr val="E1E1E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2" name="양쪽 모서리가 둥근 사각형 138">
                <a:extLst>
                  <a:ext uri="{FF2B5EF4-FFF2-40B4-BE49-F238E27FC236}">
                    <a16:creationId xmlns:a16="http://schemas.microsoft.com/office/drawing/2014/main" id="{9F28D2E7-CE06-4A5A-83A5-7F6603DB0A51}"/>
                  </a:ext>
                </a:extLst>
              </p:cNvPr>
              <p:cNvSpPr/>
              <p:nvPr/>
            </p:nvSpPr>
            <p:spPr>
              <a:xfrm>
                <a:off x="440668" y="4570833"/>
                <a:ext cx="1872000" cy="490179"/>
              </a:xfrm>
              <a:prstGeom prst="rect">
                <a:avLst/>
              </a:prstGeom>
              <a:solidFill>
                <a:srgbClr val="E4EEF8"/>
              </a:solidFill>
              <a:ln w="6350" algn="ctr">
                <a:noFill/>
                <a:round/>
                <a:headEnd/>
                <a:tailEnd/>
              </a:ln>
              <a:effectLst/>
            </p:spPr>
            <p:txBody>
              <a:bodyPr lIns="36005" tIns="36005" rIns="36005" bIns="36005" anchor="ctr"/>
              <a:lstStyle/>
              <a:p>
                <a:pPr algn="ctr"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en-US" altLang="ko-KR" sz="1100" spc="-3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+mj-ea"/>
                    <a:ea typeface="+mj-ea"/>
                  </a:rPr>
                  <a:t>easy to </a:t>
                </a:r>
                <a:r>
                  <a:rPr kumimoji="0" lang="en-US" altLang="ko-KR" sz="1100" spc="-30">
                    <a:solidFill>
                      <a:srgbClr val="0070C0"/>
                    </a:solidFill>
                    <a:latin typeface="+mj-ea"/>
                    <a:ea typeface="+mj-ea"/>
                  </a:rPr>
                  <a:t>”USE”</a:t>
                </a:r>
              </a:p>
              <a:p>
                <a:pPr algn="ctr"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en-US" altLang="ko-KR" sz="1100" spc="-3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+mn-ea"/>
                  </a:rPr>
                  <a:t>(</a:t>
                </a:r>
                <a:r>
                  <a:rPr kumimoji="0" lang="ko-KR" altLang="en-US" sz="1100" spc="-3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+mn-ea"/>
                  </a:rPr>
                  <a:t>사용하기 쉬워야 한다</a:t>
                </a:r>
                <a:r>
                  <a:rPr kumimoji="0" lang="en-US" altLang="ko-KR" sz="1100" spc="-3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+mn-ea"/>
                  </a:rPr>
                  <a:t>)</a:t>
                </a:r>
              </a:p>
            </p:txBody>
          </p:sp>
        </p:grpSp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A0CD4B6D-0C64-4CAD-B2F7-402B99B92686}"/>
                </a:ext>
              </a:extLst>
            </p:cNvPr>
            <p:cNvGrpSpPr/>
            <p:nvPr/>
          </p:nvGrpSpPr>
          <p:grpSpPr>
            <a:xfrm>
              <a:off x="2492896" y="4570833"/>
              <a:ext cx="1872208" cy="1858331"/>
              <a:chOff x="2492896" y="4570833"/>
              <a:chExt cx="1872208" cy="1858331"/>
            </a:xfrm>
          </p:grpSpPr>
          <p:sp>
            <p:nvSpPr>
              <p:cNvPr id="118" name="모서리가 둥근 직사각형 137">
                <a:extLst>
                  <a:ext uri="{FF2B5EF4-FFF2-40B4-BE49-F238E27FC236}">
                    <a16:creationId xmlns:a16="http://schemas.microsoft.com/office/drawing/2014/main" id="{15D10CA9-CD72-4B9B-BAFB-58F08209BA9D}"/>
                  </a:ext>
                </a:extLst>
              </p:cNvPr>
              <p:cNvSpPr/>
              <p:nvPr/>
            </p:nvSpPr>
            <p:spPr bwMode="auto">
              <a:xfrm rot="10800000" flipV="1">
                <a:off x="2493104" y="5061012"/>
                <a:ext cx="1872000" cy="1368000"/>
              </a:xfrm>
              <a:prstGeom prst="rect">
                <a:avLst/>
              </a:prstGeom>
              <a:solidFill>
                <a:srgbClr val="F8F8F8"/>
              </a:solidFill>
              <a:ln w="6350">
                <a:noFill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lIns="108016" tIns="108000" rIns="36005" bIns="36005" anchor="t" anchorCtr="0"/>
              <a:lstStyle/>
              <a:p>
                <a:pPr marL="90000" lvl="2" indent="-90000" defTabSz="914400" fontAlgn="base">
                  <a:lnSpc>
                    <a:spcPct val="110000"/>
                  </a:lnSpc>
                  <a:spcBef>
                    <a:spcPct val="0"/>
                  </a:spcBef>
                  <a:spcAft>
                    <a:spcPts val="300"/>
                  </a:spcAft>
                  <a:buClr>
                    <a:schemeClr val="tx1">
                      <a:lumMod val="75000"/>
                      <a:lumOff val="25000"/>
                    </a:schemeClr>
                  </a:buClr>
                  <a:buSzPct val="90000"/>
                  <a:buFont typeface="Arial" pitchFamily="34" charset="0"/>
                  <a:buChar char="•"/>
                  <a:defRPr/>
                </a:pPr>
                <a:r>
                  <a:rPr kumimoji="1" lang="ko-KR" altLang="en-US" sz="1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rPr>
                  <a:t>혼란스럽지 않도록 일관된 방식으로 정보를 제공함</a:t>
                </a:r>
              </a:p>
              <a:p>
                <a:pPr marL="90000" lvl="2" indent="-90000" defTabSz="914400" fontAlgn="base">
                  <a:lnSpc>
                    <a:spcPct val="110000"/>
                  </a:lnSpc>
                  <a:spcBef>
                    <a:spcPct val="0"/>
                  </a:spcBef>
                  <a:spcAft>
                    <a:spcPts val="300"/>
                  </a:spcAft>
                  <a:buClr>
                    <a:schemeClr val="tx1">
                      <a:lumMod val="75000"/>
                      <a:lumOff val="25000"/>
                    </a:schemeClr>
                  </a:buClr>
                  <a:buSzPct val="90000"/>
                  <a:buFont typeface="Arial" pitchFamily="34" charset="0"/>
                  <a:buChar char="•"/>
                  <a:defRPr/>
                </a:pPr>
                <a:r>
                  <a:rPr kumimoji="1" lang="ko-KR" altLang="en-US" sz="1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rPr>
                  <a:t>적절한 예제를 포함해야 함</a:t>
                </a:r>
              </a:p>
              <a:p>
                <a:pPr marL="90000" lvl="2" indent="-90000" defTabSz="914400" fontAlgn="base">
                  <a:lnSpc>
                    <a:spcPct val="110000"/>
                  </a:lnSpc>
                  <a:spcBef>
                    <a:spcPct val="0"/>
                  </a:spcBef>
                  <a:spcAft>
                    <a:spcPts val="300"/>
                  </a:spcAft>
                  <a:buClr>
                    <a:schemeClr val="tx1">
                      <a:lumMod val="75000"/>
                      <a:lumOff val="25000"/>
                    </a:schemeClr>
                  </a:buClr>
                  <a:buSzPct val="90000"/>
                  <a:buFont typeface="Arial" pitchFamily="34" charset="0"/>
                  <a:buChar char="•"/>
                  <a:defRPr/>
                </a:pPr>
                <a:r>
                  <a:rPr kumimoji="1" lang="ko-KR" altLang="en-US" sz="1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rPr>
                  <a:t>정확한 글쓰기 스타일을 기반으로 작성해야 함</a:t>
                </a:r>
              </a:p>
            </p:txBody>
          </p:sp>
          <p:sp>
            <p:nvSpPr>
              <p:cNvPr id="66" name="양쪽 모서리가 둥근 사각형 141">
                <a:extLst>
                  <a:ext uri="{FF2B5EF4-FFF2-40B4-BE49-F238E27FC236}">
                    <a16:creationId xmlns:a16="http://schemas.microsoft.com/office/drawing/2014/main" id="{EA0843F9-66E6-46ED-B0AD-574D284102E6}"/>
                  </a:ext>
                </a:extLst>
              </p:cNvPr>
              <p:cNvSpPr/>
              <p:nvPr/>
            </p:nvSpPr>
            <p:spPr>
              <a:xfrm>
                <a:off x="2492896" y="4570833"/>
                <a:ext cx="1872000" cy="490179"/>
              </a:xfrm>
              <a:prstGeom prst="rect">
                <a:avLst/>
              </a:prstGeom>
              <a:solidFill>
                <a:srgbClr val="E4EEF8"/>
              </a:solidFill>
              <a:ln w="6350" algn="ctr">
                <a:noFill/>
                <a:round/>
                <a:headEnd/>
                <a:tailEnd/>
              </a:ln>
              <a:effectLst/>
            </p:spPr>
            <p:txBody>
              <a:bodyPr lIns="36005" tIns="36005" rIns="36005" bIns="36005" anchor="ctr"/>
              <a:lstStyle/>
              <a:p>
                <a:pPr algn="ctr"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en-US" altLang="ko-KR" sz="1100" spc="-3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+mj-ea"/>
                    <a:ea typeface="+mj-ea"/>
                  </a:rPr>
                  <a:t>easy to </a:t>
                </a:r>
                <a:r>
                  <a:rPr lang="en-US" altLang="ko-KR" sz="1100" spc="-30">
                    <a:solidFill>
                      <a:srgbClr val="C00000"/>
                    </a:solidFill>
                    <a:latin typeface="+mj-ea"/>
                    <a:ea typeface="+mj-ea"/>
                  </a:rPr>
                  <a:t>”UNDERSTAND”</a:t>
                </a:r>
              </a:p>
              <a:p>
                <a:pPr algn="ctr">
                  <a:defRPr/>
                </a:pPr>
                <a:r>
                  <a:rPr lang="en-US" altLang="ko-KR" sz="1100" spc="-3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+mn-ea"/>
                  </a:rPr>
                  <a:t>(</a:t>
                </a:r>
                <a:r>
                  <a:rPr lang="ko-KR" altLang="en-US" sz="1100" spc="-3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+mn-ea"/>
                  </a:rPr>
                  <a:t>이해하기 쉬워야 한다</a:t>
                </a:r>
                <a:r>
                  <a:rPr lang="en-US" altLang="ko-KR" sz="1100" spc="-3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+mn-ea"/>
                  </a:rPr>
                  <a:t>)</a:t>
                </a:r>
              </a:p>
            </p:txBody>
          </p:sp>
          <p:cxnSp>
            <p:nvCxnSpPr>
              <p:cNvPr id="67" name="직선 화살표 연결선 66">
                <a:extLst>
                  <a:ext uri="{FF2B5EF4-FFF2-40B4-BE49-F238E27FC236}">
                    <a16:creationId xmlns:a16="http://schemas.microsoft.com/office/drawing/2014/main" id="{4232E872-602F-40F6-AE36-BD7042A78711}"/>
                  </a:ext>
                </a:extLst>
              </p:cNvPr>
              <p:cNvCxnSpPr/>
              <p:nvPr/>
            </p:nvCxnSpPr>
            <p:spPr>
              <a:xfrm>
                <a:off x="2493104" y="6429164"/>
                <a:ext cx="1872000" cy="0"/>
              </a:xfrm>
              <a:prstGeom prst="straightConnector1">
                <a:avLst/>
              </a:prstGeom>
              <a:ln>
                <a:solidFill>
                  <a:srgbClr val="E1E1E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417DB906-410D-4324-A9DF-D6677CF35122}"/>
                </a:ext>
              </a:extLst>
            </p:cNvPr>
            <p:cNvGrpSpPr/>
            <p:nvPr/>
          </p:nvGrpSpPr>
          <p:grpSpPr>
            <a:xfrm>
              <a:off x="4545124" y="4570833"/>
              <a:ext cx="1872208" cy="1858482"/>
              <a:chOff x="4545124" y="4570833"/>
              <a:chExt cx="1872208" cy="1858482"/>
            </a:xfrm>
          </p:grpSpPr>
          <p:sp>
            <p:nvSpPr>
              <p:cNvPr id="119" name="모서리가 둥근 직사각형 137">
                <a:extLst>
                  <a:ext uri="{FF2B5EF4-FFF2-40B4-BE49-F238E27FC236}">
                    <a16:creationId xmlns:a16="http://schemas.microsoft.com/office/drawing/2014/main" id="{15D10CA9-CD72-4B9B-BAFB-58F08209BA9D}"/>
                  </a:ext>
                </a:extLst>
              </p:cNvPr>
              <p:cNvSpPr/>
              <p:nvPr/>
            </p:nvSpPr>
            <p:spPr bwMode="auto">
              <a:xfrm rot="10800000" flipV="1">
                <a:off x="4545125" y="5061012"/>
                <a:ext cx="1872000" cy="1368000"/>
              </a:xfrm>
              <a:prstGeom prst="rect">
                <a:avLst/>
              </a:prstGeom>
              <a:solidFill>
                <a:srgbClr val="F8F8F8"/>
              </a:solidFill>
              <a:ln w="6350">
                <a:noFill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lIns="108016" tIns="108000" rIns="36005" bIns="36005" anchor="t" anchorCtr="0"/>
              <a:lstStyle/>
              <a:p>
                <a:pPr marL="90000" lvl="2" indent="-90000" defTabSz="914400" fontAlgn="base">
                  <a:lnSpc>
                    <a:spcPct val="110000"/>
                  </a:lnSpc>
                  <a:spcBef>
                    <a:spcPct val="0"/>
                  </a:spcBef>
                  <a:spcAft>
                    <a:spcPts val="300"/>
                  </a:spcAft>
                  <a:buClr>
                    <a:schemeClr val="tx1">
                      <a:lumMod val="75000"/>
                      <a:lumOff val="25000"/>
                    </a:schemeClr>
                  </a:buClr>
                  <a:buSzPct val="90000"/>
                  <a:buFont typeface="Arial" pitchFamily="34" charset="0"/>
                  <a:buChar char="•"/>
                  <a:defRPr/>
                </a:pPr>
                <a:r>
                  <a:rPr kumimoji="1" lang="ko-KR" altLang="en-US" sz="1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rPr>
                  <a:t>원하는 정보를 빠르고 쉽게 찾을 수 있어야 함</a:t>
                </a:r>
              </a:p>
              <a:p>
                <a:pPr marL="90000" lvl="2" indent="-90000" defTabSz="914400" fontAlgn="base">
                  <a:lnSpc>
                    <a:spcPct val="110000"/>
                  </a:lnSpc>
                  <a:spcBef>
                    <a:spcPct val="0"/>
                  </a:spcBef>
                  <a:spcAft>
                    <a:spcPts val="300"/>
                  </a:spcAft>
                  <a:buClr>
                    <a:schemeClr val="tx1">
                      <a:lumMod val="75000"/>
                      <a:lumOff val="25000"/>
                    </a:schemeClr>
                  </a:buClr>
                  <a:buSzPct val="90000"/>
                  <a:buFont typeface="Arial" pitchFamily="34" charset="0"/>
                  <a:buChar char="•"/>
                  <a:defRPr/>
                </a:pPr>
                <a:r>
                  <a:rPr kumimoji="1" lang="ko-KR" altLang="en-US" sz="1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rPr>
                  <a:t>정보를 일관성 있게 배치함</a:t>
                </a:r>
              </a:p>
              <a:p>
                <a:pPr marL="90000" lvl="2" indent="-90000" defTabSz="914400" fontAlgn="base">
                  <a:lnSpc>
                    <a:spcPct val="110000"/>
                  </a:lnSpc>
                  <a:spcBef>
                    <a:spcPct val="0"/>
                  </a:spcBef>
                  <a:spcAft>
                    <a:spcPts val="300"/>
                  </a:spcAft>
                  <a:buClr>
                    <a:schemeClr val="tx1">
                      <a:lumMod val="75000"/>
                      <a:lumOff val="25000"/>
                    </a:schemeClr>
                  </a:buClr>
                  <a:buSzPct val="90000"/>
                  <a:buFont typeface="Arial" pitchFamily="34" charset="0"/>
                  <a:buChar char="•"/>
                  <a:defRPr/>
                </a:pPr>
                <a:r>
                  <a:rPr kumimoji="1" lang="ko-KR" altLang="en-US" sz="1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rPr>
                  <a:t>적절한 삽화</a:t>
                </a:r>
                <a:r>
                  <a:rPr kumimoji="1" lang="en-US" altLang="ko-KR" sz="1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rPr>
                  <a:t>, </a:t>
                </a:r>
                <a:r>
                  <a:rPr kumimoji="1" lang="ko-KR" altLang="en-US" sz="1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rPr>
                  <a:t>색상</a:t>
                </a:r>
                <a:r>
                  <a:rPr kumimoji="1" lang="en-US" altLang="ko-KR" sz="1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rPr>
                  <a:t>, </a:t>
                </a:r>
                <a:r>
                  <a:rPr kumimoji="1" lang="ko-KR" altLang="en-US" sz="1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rPr>
                  <a:t>글꼴</a:t>
                </a:r>
                <a:r>
                  <a:rPr kumimoji="1" lang="en-US" altLang="ko-KR" sz="1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rPr>
                  <a:t>, </a:t>
                </a:r>
                <a:r>
                  <a:rPr kumimoji="1" lang="ko-KR" altLang="en-US" sz="1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rPr>
                  <a:t>아이콘 등 시각적 요소를 활용함</a:t>
                </a:r>
              </a:p>
              <a:p>
                <a:pPr marL="90000" lvl="2" indent="-90000" defTabSz="914400" fontAlgn="base">
                  <a:lnSpc>
                    <a:spcPct val="110000"/>
                  </a:lnSpc>
                  <a:spcBef>
                    <a:spcPct val="0"/>
                  </a:spcBef>
                  <a:spcAft>
                    <a:spcPts val="300"/>
                  </a:spcAft>
                  <a:buClr>
                    <a:schemeClr val="tx1">
                      <a:lumMod val="75000"/>
                      <a:lumOff val="25000"/>
                    </a:schemeClr>
                  </a:buClr>
                  <a:buSzPct val="90000"/>
                  <a:buFont typeface="Arial" pitchFamily="34" charset="0"/>
                  <a:buChar char="•"/>
                  <a:defRPr/>
                </a:pPr>
                <a:r>
                  <a:rPr kumimoji="1" lang="ko-KR" altLang="en-US" sz="1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rPr>
                  <a:t>정보를 효과적으로 전달함</a:t>
                </a:r>
              </a:p>
            </p:txBody>
          </p:sp>
          <p:sp>
            <p:nvSpPr>
              <p:cNvPr id="70" name="양쪽 모서리가 둥근 사각형 151">
                <a:extLst>
                  <a:ext uri="{FF2B5EF4-FFF2-40B4-BE49-F238E27FC236}">
                    <a16:creationId xmlns:a16="http://schemas.microsoft.com/office/drawing/2014/main" id="{7F7117BB-9636-40B4-B265-ED89971B81B0}"/>
                  </a:ext>
                </a:extLst>
              </p:cNvPr>
              <p:cNvSpPr/>
              <p:nvPr/>
            </p:nvSpPr>
            <p:spPr>
              <a:xfrm>
                <a:off x="4545124" y="4570833"/>
                <a:ext cx="1872000" cy="490179"/>
              </a:xfrm>
              <a:prstGeom prst="rect">
                <a:avLst/>
              </a:prstGeom>
              <a:solidFill>
                <a:srgbClr val="E4EEF8"/>
              </a:solidFill>
              <a:ln w="6350" algn="ctr">
                <a:noFill/>
                <a:round/>
                <a:headEnd/>
                <a:tailEnd/>
              </a:ln>
              <a:effectLst/>
            </p:spPr>
            <p:txBody>
              <a:bodyPr lIns="36005" tIns="36005" rIns="36005" bIns="36005" anchor="ctr"/>
              <a:lstStyle/>
              <a:p>
                <a:pPr algn="ctr"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en-US" altLang="ko-KR" sz="1100" spc="-3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+mj-ea"/>
                    <a:ea typeface="+mj-ea"/>
                  </a:rPr>
                  <a:t>easy to </a:t>
                </a:r>
                <a:r>
                  <a:rPr lang="en-US" altLang="ko-KR" sz="1100" spc="-30">
                    <a:solidFill>
                      <a:srgbClr val="00A249"/>
                    </a:solidFill>
                    <a:latin typeface="+mj-ea"/>
                    <a:ea typeface="+mj-ea"/>
                  </a:rPr>
                  <a:t>”FIND”</a:t>
                </a:r>
              </a:p>
              <a:p>
                <a:pPr algn="ctr">
                  <a:defRPr/>
                </a:pPr>
                <a:r>
                  <a:rPr lang="en-US" altLang="ko-KR" sz="1100" spc="-3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+mn-ea"/>
                  </a:rPr>
                  <a:t>(</a:t>
                </a:r>
                <a:r>
                  <a:rPr lang="ko-KR" altLang="en-US" sz="1100" spc="-3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+mn-ea"/>
                  </a:rPr>
                  <a:t>찾기 쉬워야 한다</a:t>
                </a:r>
                <a:r>
                  <a:rPr lang="en-US" altLang="ko-KR" sz="1100" spc="-3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+mn-ea"/>
                  </a:rPr>
                  <a:t>)</a:t>
                </a:r>
              </a:p>
            </p:txBody>
          </p:sp>
          <p:cxnSp>
            <p:nvCxnSpPr>
              <p:cNvPr id="68" name="직선 화살표 연결선 67">
                <a:extLst>
                  <a:ext uri="{FF2B5EF4-FFF2-40B4-BE49-F238E27FC236}">
                    <a16:creationId xmlns:a16="http://schemas.microsoft.com/office/drawing/2014/main" id="{B4A87439-8D8B-4828-B36E-E6301AC83690}"/>
                  </a:ext>
                </a:extLst>
              </p:cNvPr>
              <p:cNvCxnSpPr/>
              <p:nvPr/>
            </p:nvCxnSpPr>
            <p:spPr>
              <a:xfrm>
                <a:off x="4545332" y="6429315"/>
                <a:ext cx="1872000" cy="0"/>
              </a:xfrm>
              <a:prstGeom prst="straightConnector1">
                <a:avLst/>
              </a:prstGeom>
              <a:ln>
                <a:solidFill>
                  <a:srgbClr val="E1E1E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4A2906C4-697F-0B6D-1542-FC391891B47D}"/>
              </a:ext>
            </a:extLst>
          </p:cNvPr>
          <p:cNvSpPr txBox="1"/>
          <p:nvPr/>
        </p:nvSpPr>
        <p:spPr>
          <a:xfrm>
            <a:off x="1667082" y="503378"/>
            <a:ext cx="1402628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defTabSz="987095"/>
            <a:r>
              <a:rPr lang="en-US" altLang="ko-KR" sz="800" spc="-54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Ⅳ  </a:t>
            </a:r>
            <a:r>
              <a:rPr lang="ko-KR" altLang="en-US" sz="800" spc="-54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프로젝트 관리  </a:t>
            </a:r>
            <a:r>
              <a:rPr lang="en-US" altLang="ko-KR" sz="800" spc="-54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&gt;  2. </a:t>
            </a:r>
            <a:r>
              <a:rPr lang="ko-KR" altLang="en-US" sz="800" spc="-54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품질 요구사항</a:t>
            </a:r>
          </a:p>
        </p:txBody>
      </p:sp>
    </p:spTree>
    <p:extLst>
      <p:ext uri="{BB962C8B-B14F-4D97-AF65-F5344CB8AC3E}">
        <p14:creationId xmlns:p14="http://schemas.microsoft.com/office/powerpoint/2010/main" val="316288100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모서리가 둥근 직사각형 137">
            <a:extLst>
              <a:ext uri="{FF2B5EF4-FFF2-40B4-BE49-F238E27FC236}">
                <a16:creationId xmlns:a16="http://schemas.microsoft.com/office/drawing/2014/main" id="{2BC4652B-DD12-462D-9997-4281D38AC46E}"/>
              </a:ext>
            </a:extLst>
          </p:cNvPr>
          <p:cNvSpPr/>
          <p:nvPr/>
        </p:nvSpPr>
        <p:spPr bwMode="auto">
          <a:xfrm rot="10800000" flipV="1">
            <a:off x="440669" y="4052900"/>
            <a:ext cx="5976000" cy="874887"/>
          </a:xfrm>
          <a:prstGeom prst="rect">
            <a:avLst/>
          </a:prstGeom>
          <a:solidFill>
            <a:srgbClr val="F8F8F8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108016" tIns="108000" rIns="36005" bIns="36005" anchor="t" anchorCtr="0"/>
          <a:lstStyle/>
          <a:p>
            <a:pPr marL="90000" lvl="2" indent="-90000" defTabSz="914400" fontAlgn="base">
              <a:lnSpc>
                <a:spcPct val="110000"/>
              </a:lnSpc>
              <a:spcBef>
                <a:spcPct val="0"/>
              </a:spcBef>
              <a:spcAft>
                <a:spcPts val="300"/>
              </a:spcAft>
              <a:buClr>
                <a:schemeClr val="tx1">
                  <a:lumMod val="75000"/>
                  <a:lumOff val="25000"/>
                </a:schemeClr>
              </a:buClr>
              <a:buSzPct val="90000"/>
              <a:buFont typeface="Arial" pitchFamily="34" charset="0"/>
              <a:buChar char="•"/>
              <a:defRPr/>
            </a:pPr>
            <a:endParaRPr kumimoji="1" lang="ko-KR" altLang="en-US" sz="100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90" name="제목 89"/>
          <p:cNvSpPr>
            <a:spLocks noGrp="1"/>
          </p:cNvSpPr>
          <p:nvPr>
            <p:ph type="title"/>
          </p:nvPr>
        </p:nvSpPr>
        <p:spPr>
          <a:xfrm>
            <a:off x="512676" y="1064568"/>
            <a:ext cx="1253599" cy="199285"/>
          </a:xfrm>
          <a:prstGeom prst="rect">
            <a:avLst/>
          </a:prstGeom>
          <a:noFill/>
        </p:spPr>
        <p:txBody>
          <a:bodyPr wrap="none" lIns="108000" tIns="0" rIns="0" bIns="0" anchor="ctr">
            <a:spAutoFit/>
          </a:bodyPr>
          <a:lstStyle/>
          <a:p>
            <a:r>
              <a:rPr lang="en-US" altLang="ko-KR" sz="1400" dirty="0">
                <a:latin typeface="+mj-lt"/>
                <a:cs typeface="+mj-cs"/>
              </a:rPr>
              <a:t>2.2 </a:t>
            </a:r>
            <a:r>
              <a:rPr lang="ko-KR" altLang="en-US" sz="1400" dirty="0">
                <a:latin typeface="+mj-lt"/>
                <a:cs typeface="+mj-cs"/>
              </a:rPr>
              <a:t>통합 테스트</a:t>
            </a:r>
          </a:p>
        </p:txBody>
      </p:sp>
      <p:graphicFrame>
        <p:nvGraphicFramePr>
          <p:cNvPr id="141" name="Group 29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6517537"/>
              </p:ext>
            </p:extLst>
          </p:nvPr>
        </p:nvGraphicFramePr>
        <p:xfrm>
          <a:off x="3537012" y="5673472"/>
          <a:ext cx="2880000" cy="3708000"/>
        </p:xfrm>
        <a:graphic>
          <a:graphicData uri="http://schemas.openxmlformats.org/drawingml/2006/table">
            <a:tbl>
              <a:tblPr/>
              <a:tblGrid>
                <a:gridCol w="288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81793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108000" marR="0" lvl="2" indent="-1080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40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Pct val="90000"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9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Pretendard ExtraLight" panose="02000303000000020004" pitchFamily="50" charset="-127"/>
                        </a:rPr>
                        <a:t>통합 및 인수 테스트에 대한 계획 수립 및 계획서 작성</a:t>
                      </a:r>
                      <a:endParaRPr kumimoji="1" lang="en-US" altLang="ko-KR" sz="9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ea"/>
                        <a:ea typeface="+mj-ea"/>
                        <a:cs typeface="Pretendard ExtraLight" panose="02000303000000020004" pitchFamily="50" charset="-127"/>
                      </a:endParaRPr>
                    </a:p>
                    <a:p>
                      <a:pPr marL="108000" marR="0" lvl="2" indent="-1080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40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Pct val="90000"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9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Pretendard ExtraLight" panose="02000303000000020004" pitchFamily="50" charset="-127"/>
                        </a:rPr>
                        <a:t>목적 및 범위</a:t>
                      </a:r>
                      <a:r>
                        <a:rPr kumimoji="1" lang="en-US" altLang="ko-KR" sz="9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Pretendard ExtraLight" panose="02000303000000020004" pitchFamily="50" charset="-127"/>
                        </a:rPr>
                        <a:t>, </a:t>
                      </a:r>
                      <a:r>
                        <a:rPr kumimoji="1" lang="ko-KR" altLang="en-US" sz="9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Pretendard ExtraLight" panose="02000303000000020004" pitchFamily="50" charset="-127"/>
                        </a:rPr>
                        <a:t>방법</a:t>
                      </a:r>
                      <a:r>
                        <a:rPr kumimoji="1" lang="en-US" altLang="ko-KR" sz="9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Pretendard ExtraLight" panose="02000303000000020004" pitchFamily="50" charset="-127"/>
                        </a:rPr>
                        <a:t>, </a:t>
                      </a:r>
                      <a:r>
                        <a:rPr kumimoji="1" lang="ko-KR" altLang="en-US" sz="9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Pretendard ExtraLight" panose="02000303000000020004" pitchFamily="50" charset="-127"/>
                        </a:rPr>
                        <a:t>시험 케이스 분류</a:t>
                      </a:r>
                      <a:r>
                        <a:rPr kumimoji="1" lang="en-US" altLang="ko-KR" sz="9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Pretendard ExtraLight" panose="02000303000000020004" pitchFamily="50" charset="-127"/>
                        </a:rPr>
                        <a:t>, </a:t>
                      </a:r>
                      <a:r>
                        <a:rPr kumimoji="1" lang="ko-KR" altLang="en-US" sz="9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Pretendard ExtraLight" panose="02000303000000020004" pitchFamily="50" charset="-127"/>
                        </a:rPr>
                        <a:t>데이터 확보 일정계획</a:t>
                      </a:r>
                      <a:r>
                        <a:rPr kumimoji="1" lang="en-US" altLang="ko-KR" sz="9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Pretendard ExtraLight" panose="02000303000000020004" pitchFamily="50" charset="-127"/>
                        </a:rPr>
                        <a:t>,  </a:t>
                      </a:r>
                      <a:r>
                        <a:rPr kumimoji="1" lang="ko-KR" altLang="en-US" sz="9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Pretendard ExtraLight" panose="02000303000000020004" pitchFamily="50" charset="-127"/>
                        </a:rPr>
                        <a:t>추진 조직</a:t>
                      </a:r>
                      <a:r>
                        <a:rPr kumimoji="1" lang="en-US" altLang="ko-KR" sz="9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Pretendard ExtraLight" panose="02000303000000020004" pitchFamily="50" charset="-127"/>
                        </a:rPr>
                        <a:t>, </a:t>
                      </a:r>
                      <a:r>
                        <a:rPr kumimoji="1" lang="ko-KR" altLang="en-US" sz="9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Pretendard ExtraLight" panose="02000303000000020004" pitchFamily="50" charset="-127"/>
                        </a:rPr>
                        <a:t>시나리오 작성</a:t>
                      </a:r>
                    </a:p>
                    <a:p>
                      <a:pPr marL="108000" marR="0" lvl="2" indent="-1080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40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Pct val="90000"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9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Pretendard ExtraLight" panose="02000303000000020004" pitchFamily="50" charset="-127"/>
                        </a:rPr>
                        <a:t>시험 환경 구축</a:t>
                      </a:r>
                      <a:endParaRPr kumimoji="1" lang="en-US" altLang="ko-KR" sz="9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Pretendard ExtraLight" panose="02000303000000020004" pitchFamily="50" charset="-127"/>
                      </a:endParaRPr>
                    </a:p>
                    <a:p>
                      <a:pPr marL="216000" marR="0" lvl="1" indent="-10800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>
                          <a:prstClr val="black">
                            <a:lumMod val="75000"/>
                            <a:lumOff val="25000"/>
                          </a:prstClr>
                        </a:buClr>
                        <a:buSzPct val="90000"/>
                        <a:buFont typeface="KoPubWorld돋움체 Medium" panose="00000600000000000000" pitchFamily="2" charset="-127"/>
                        <a:buChar char="­"/>
                        <a:tabLst/>
                        <a:defRPr/>
                      </a:pPr>
                      <a:r>
                        <a:rPr kumimoji="1" lang="ko-KR" altLang="en-US" sz="900" kern="1200" dirty="0"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테스트베드 공간 확보 및 장비 설치</a:t>
                      </a:r>
                      <a:endParaRPr kumimoji="1" lang="en-US" altLang="ko-KR" sz="900" kern="1200" dirty="0"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Pretendard ExtraLight" panose="02000303000000020004" pitchFamily="50" charset="-127"/>
                        <a:ea typeface="Pretendard ExtraLight" panose="02000303000000020004" pitchFamily="50" charset="-127"/>
                        <a:cs typeface="Pretendard ExtraLight" panose="02000303000000020004" pitchFamily="50" charset="-127"/>
                      </a:endParaRPr>
                    </a:p>
                    <a:p>
                      <a:pPr marL="216000" marR="0" lvl="1" indent="-10800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>
                          <a:prstClr val="black">
                            <a:lumMod val="75000"/>
                            <a:lumOff val="25000"/>
                          </a:prstClr>
                        </a:buClr>
                        <a:buSzPct val="90000"/>
                        <a:buFont typeface="KoPubWorld돋움체 Medium" panose="00000600000000000000" pitchFamily="2" charset="-127"/>
                        <a:buChar char="­"/>
                        <a:tabLst/>
                        <a:defRPr/>
                      </a:pPr>
                      <a:r>
                        <a:rPr kumimoji="1" lang="ko-KR" altLang="en-US" sz="900" kern="1200" dirty="0"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시험 항목 설정</a:t>
                      </a:r>
                      <a:r>
                        <a:rPr kumimoji="1" lang="en-US" altLang="ko-KR" sz="900" kern="1200" dirty="0"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, </a:t>
                      </a:r>
                      <a:r>
                        <a:rPr kumimoji="1" lang="ko-KR" altLang="en-US" sz="900" kern="1200" dirty="0"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시험 데이터 확보</a:t>
                      </a:r>
                      <a:endParaRPr kumimoji="1" lang="en-US" altLang="ko-KR" sz="900" kern="1200" dirty="0"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Pretendard ExtraLight" panose="02000303000000020004" pitchFamily="50" charset="-127"/>
                        <a:ea typeface="Pretendard ExtraLight" panose="02000303000000020004" pitchFamily="50" charset="-127"/>
                        <a:cs typeface="Pretendard ExtraLight" panose="02000303000000020004" pitchFamily="50" charset="-127"/>
                      </a:endParaRPr>
                    </a:p>
                    <a:p>
                      <a:pPr marL="216000" marR="0" lvl="1" indent="-10800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>
                          <a:prstClr val="black">
                            <a:lumMod val="75000"/>
                            <a:lumOff val="25000"/>
                          </a:prstClr>
                        </a:buClr>
                        <a:buSzPct val="90000"/>
                        <a:buFont typeface="KoPubWorld돋움체 Medium" panose="00000600000000000000" pitchFamily="2" charset="-127"/>
                        <a:buChar char="­"/>
                        <a:tabLst/>
                        <a:defRPr/>
                      </a:pPr>
                      <a:r>
                        <a:rPr kumimoji="1" lang="ko-KR" altLang="en-US" sz="900" kern="1200" dirty="0"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시험준비 상태 확인</a:t>
                      </a:r>
                    </a:p>
                  </a:txBody>
                  <a:tcPr marL="72000" marR="72000" marT="36000" marB="36000" anchor="ctr" horzOverflow="overflow">
                    <a:lnL w="635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68377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0000" marR="0" lvl="2" indent="-900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40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Pct val="90000"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9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Pretendard ExtraLight" panose="02000303000000020004" pitchFamily="50" charset="-127"/>
                        </a:rPr>
                        <a:t>시험실시</a:t>
                      </a:r>
                      <a:endParaRPr kumimoji="1" lang="en-US" altLang="ko-KR" sz="9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Pretendard ExtraLight" panose="02000303000000020004" pitchFamily="50" charset="-127"/>
                      </a:endParaRPr>
                    </a:p>
                    <a:p>
                      <a:pPr marL="216000" marR="0" lvl="1" indent="-10800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>
                          <a:prstClr val="black">
                            <a:lumMod val="75000"/>
                            <a:lumOff val="25000"/>
                          </a:prstClr>
                        </a:buClr>
                        <a:buSzPct val="90000"/>
                        <a:buFont typeface="KoPubWorld돋움체 Medium" panose="00000600000000000000" pitchFamily="2" charset="-127"/>
                        <a:buChar char="­"/>
                        <a:tabLst/>
                        <a:defRPr/>
                      </a:pPr>
                      <a:r>
                        <a:rPr kumimoji="1" lang="ko-KR" altLang="en-US" sz="900" kern="1200" dirty="0"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통합 시험 기술서에 기술된 시험 사례 및 시험 절차에</a:t>
                      </a:r>
                      <a:r>
                        <a:rPr kumimoji="1" lang="en-US" altLang="ko-KR" sz="900" kern="1200" dirty="0"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 </a:t>
                      </a:r>
                      <a:r>
                        <a:rPr kumimoji="1" lang="ko-KR" altLang="en-US" sz="900" kern="1200" dirty="0"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의해 실시</a:t>
                      </a:r>
                      <a:endParaRPr kumimoji="1" lang="en-US" altLang="ko-KR" sz="900" kern="1200" dirty="0"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Pretendard ExtraLight" panose="02000303000000020004" pitchFamily="50" charset="-127"/>
                        <a:ea typeface="Pretendard ExtraLight" panose="02000303000000020004" pitchFamily="50" charset="-127"/>
                        <a:cs typeface="Pretendard ExtraLight" panose="02000303000000020004" pitchFamily="50" charset="-127"/>
                      </a:endParaRPr>
                    </a:p>
                    <a:p>
                      <a:pPr marL="216000" marR="0" lvl="1" indent="-10800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>
                          <a:prstClr val="black">
                            <a:lumMod val="75000"/>
                            <a:lumOff val="25000"/>
                          </a:prstClr>
                        </a:buClr>
                        <a:buSzPct val="90000"/>
                        <a:buFont typeface="KoPubWorld돋움체 Medium" panose="00000600000000000000" pitchFamily="2" charset="-127"/>
                        <a:buChar char="­"/>
                        <a:tabLst/>
                        <a:defRPr/>
                      </a:pPr>
                      <a:r>
                        <a:rPr kumimoji="1" lang="ko-KR" altLang="en-US" sz="900" kern="1200" dirty="0"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체계 규격 형상 항목 및 </a:t>
                      </a:r>
                      <a:r>
                        <a:rPr kumimoji="1" lang="ko-KR" altLang="en-US" sz="900" kern="1200" dirty="0" err="1"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형상항목간의</a:t>
                      </a:r>
                      <a:r>
                        <a:rPr kumimoji="1" lang="ko-KR" altLang="en-US" sz="900" kern="1200" dirty="0"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 인터페이스</a:t>
                      </a:r>
                      <a:r>
                        <a:rPr kumimoji="1" lang="en-US" altLang="ko-KR" sz="900" kern="1200" dirty="0"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, </a:t>
                      </a:r>
                      <a:r>
                        <a:rPr kumimoji="1" lang="ko-KR" altLang="en-US" sz="900" kern="1200" dirty="0" err="1"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하부체계간의</a:t>
                      </a:r>
                      <a:r>
                        <a:rPr kumimoji="1" lang="ko-KR" altLang="en-US" sz="900" kern="1200" dirty="0"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 연동 기능 및 성능 시험 실시</a:t>
                      </a:r>
                      <a:endParaRPr kumimoji="1" lang="en-US" altLang="ko-KR" sz="900" kern="1200" dirty="0"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Pretendard ExtraLight" panose="02000303000000020004" pitchFamily="50" charset="-127"/>
                        <a:ea typeface="Pretendard ExtraLight" panose="02000303000000020004" pitchFamily="50" charset="-127"/>
                        <a:cs typeface="Pretendard ExtraLight" panose="02000303000000020004" pitchFamily="50" charset="-127"/>
                      </a:endParaRPr>
                    </a:p>
                    <a:p>
                      <a:pPr marL="216000" marR="0" lvl="1" indent="-10800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>
                          <a:prstClr val="black">
                            <a:lumMod val="75000"/>
                            <a:lumOff val="25000"/>
                          </a:prstClr>
                        </a:buClr>
                        <a:buSzPct val="90000"/>
                        <a:buFont typeface="KoPubWorld돋움체 Medium" panose="00000600000000000000" pitchFamily="2" charset="-127"/>
                        <a:buChar char="­"/>
                        <a:tabLst/>
                        <a:defRPr/>
                      </a:pPr>
                      <a:r>
                        <a:rPr kumimoji="1" lang="ko-KR" altLang="en-US" sz="900" kern="1200" dirty="0"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사업관리팀이 시험실시 협조 및 지원</a:t>
                      </a:r>
                      <a:endParaRPr kumimoji="1" lang="en-US" altLang="ko-KR" sz="900" kern="1200" dirty="0"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Pretendard ExtraLight" panose="02000303000000020004" pitchFamily="50" charset="-127"/>
                        <a:ea typeface="Pretendard ExtraLight" panose="02000303000000020004" pitchFamily="50" charset="-127"/>
                        <a:cs typeface="Pretendard ExtraLight" panose="02000303000000020004" pitchFamily="50" charset="-127"/>
                      </a:endParaRPr>
                    </a:p>
                    <a:p>
                      <a:pPr marL="216000" marR="0" lvl="1" indent="-10800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>
                          <a:prstClr val="black">
                            <a:lumMod val="75000"/>
                            <a:lumOff val="25000"/>
                          </a:prstClr>
                        </a:buClr>
                        <a:buSzPct val="90000"/>
                        <a:buFont typeface="KoPubWorld돋움체 Medium" panose="00000600000000000000" pitchFamily="2" charset="-127"/>
                        <a:buChar char="­"/>
                        <a:tabLst/>
                        <a:defRPr/>
                      </a:pPr>
                      <a:r>
                        <a:rPr kumimoji="1" lang="ko-KR" altLang="en-US" sz="900" kern="1200" dirty="0"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개발팀은 시험 수행을 원활히 하기 위해 </a:t>
                      </a:r>
                      <a:r>
                        <a:rPr kumimoji="1" lang="en-US" altLang="ko-KR" sz="900" kern="1200" dirty="0"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SITP</a:t>
                      </a:r>
                      <a:r>
                        <a:rPr kumimoji="1" lang="ko-KR" altLang="en-US" sz="900" kern="1200" dirty="0"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의 시험 절차에 의해 전반적인 시험 운용 사항을 협조</a:t>
                      </a:r>
                      <a:r>
                        <a:rPr kumimoji="1" lang="en-US" altLang="ko-KR" sz="900" kern="1200" dirty="0"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/</a:t>
                      </a:r>
                      <a:r>
                        <a:rPr kumimoji="1" lang="ko-KR" altLang="en-US" sz="900" kern="1200" dirty="0"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지원</a:t>
                      </a:r>
                    </a:p>
                  </a:txBody>
                  <a:tcPr marL="72000" marR="72000" marT="36000" marB="36000" anchor="ctr" horzOverflow="overflow">
                    <a:lnL w="635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783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0000" marR="0" lvl="2" indent="-900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40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Pct val="90000"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9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Pretendard ExtraLight" panose="02000303000000020004" pitchFamily="50" charset="-127"/>
                        </a:rPr>
                        <a:t>시험완료보고서 작성</a:t>
                      </a:r>
                      <a:endParaRPr kumimoji="1" lang="en-US" altLang="ko-KR" sz="9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Pretendard ExtraLight" panose="02000303000000020004" pitchFamily="50" charset="-127"/>
                      </a:endParaRPr>
                    </a:p>
                    <a:p>
                      <a:pPr marL="216000" marR="0" lvl="1" indent="-10800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200"/>
                        </a:spcAft>
                        <a:buClr>
                          <a:prstClr val="black">
                            <a:lumMod val="75000"/>
                            <a:lumOff val="25000"/>
                          </a:prstClr>
                        </a:buClr>
                        <a:buSzPct val="90000"/>
                        <a:buFont typeface="KoPubWorld돋움체 Medium" panose="00000600000000000000" pitchFamily="2" charset="-127"/>
                        <a:buChar char="­"/>
                        <a:tabLst/>
                        <a:defRPr/>
                      </a:pPr>
                      <a:r>
                        <a:rPr kumimoji="1" lang="ko-KR" altLang="en-US" sz="900" kern="1200" dirty="0"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시험결과를 통합시험보고서에 분석</a:t>
                      </a:r>
                      <a:r>
                        <a:rPr kumimoji="1" lang="en-US" altLang="ko-KR" sz="900" kern="1200" dirty="0"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,</a:t>
                      </a:r>
                      <a:r>
                        <a:rPr kumimoji="1" lang="ko-KR" altLang="en-US" sz="900" kern="1200" dirty="0"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기록 유지</a:t>
                      </a:r>
                      <a:endParaRPr kumimoji="1" lang="en-US" altLang="ko-KR" sz="900" kern="1200" dirty="0"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Pretendard ExtraLight" panose="02000303000000020004" pitchFamily="50" charset="-127"/>
                        <a:ea typeface="Pretendard ExtraLight" panose="02000303000000020004" pitchFamily="50" charset="-127"/>
                        <a:cs typeface="Pretendard ExtraLight" panose="02000303000000020004" pitchFamily="50" charset="-127"/>
                      </a:endParaRPr>
                    </a:p>
                    <a:p>
                      <a:pPr marL="216000" marR="0" lvl="1" indent="-10800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200"/>
                        </a:spcAft>
                        <a:buClr>
                          <a:prstClr val="black">
                            <a:lumMod val="75000"/>
                            <a:lumOff val="25000"/>
                          </a:prstClr>
                        </a:buClr>
                        <a:buSzPct val="90000"/>
                        <a:buFont typeface="KoPubWorld돋움체 Medium" panose="00000600000000000000" pitchFamily="2" charset="-127"/>
                        <a:buChar char="­"/>
                        <a:tabLst/>
                        <a:defRPr/>
                      </a:pPr>
                      <a:r>
                        <a:rPr kumimoji="1" lang="ko-KR" altLang="en-US" sz="900" kern="1200" dirty="0"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오류 목록 작성 </a:t>
                      </a:r>
                    </a:p>
                  </a:txBody>
                  <a:tcPr marL="72000" marR="72000" marT="36000" marB="36000" anchor="ctr" horzOverflow="overflow">
                    <a:lnL w="635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2" name="직사각형 141"/>
          <p:cNvSpPr/>
          <p:nvPr/>
        </p:nvSpPr>
        <p:spPr>
          <a:xfrm>
            <a:off x="440668" y="5673472"/>
            <a:ext cx="3096000" cy="3708020"/>
          </a:xfrm>
          <a:prstGeom prst="rect">
            <a:avLst/>
          </a:prstGeom>
          <a:solidFill>
            <a:srgbClr val="F8F8F8"/>
          </a:solidFill>
          <a:ln w="25400" algn="ctr">
            <a:noFill/>
            <a:prstDash val="solid"/>
            <a:round/>
            <a:headEnd/>
            <a:tailEnd/>
          </a:ln>
        </p:spPr>
        <p:txBody>
          <a:bodyPr/>
          <a:lstStyle/>
          <a:p>
            <a:pPr algn="ctr" defTabSz="914400" fontAlgn="base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buClr>
                <a:srgbClr val="EEECE1"/>
              </a:buClr>
              <a:buFont typeface="Franklin Gothic Book" pitchFamily="34" charset="0"/>
              <a:buChar char="−"/>
            </a:pPr>
            <a:r>
              <a:rPr kumimoji="1" lang="en-US" altLang="ko-KR" sz="900" baseline="-25000">
                <a:solidFill>
                  <a:prstClr val="black"/>
                </a:solidFill>
                <a:latin typeface="+mn-ea"/>
              </a:rPr>
              <a:t> </a:t>
            </a:r>
            <a:endParaRPr kumimoji="1" lang="ko-KR" altLang="en-US" sz="900" baseline="-25000">
              <a:solidFill>
                <a:prstClr val="black"/>
              </a:solidFill>
              <a:latin typeface="+mn-ea"/>
            </a:endParaRPr>
          </a:p>
        </p:txBody>
      </p:sp>
      <p:sp>
        <p:nvSpPr>
          <p:cNvPr id="143" name="AutoShape 18"/>
          <p:cNvSpPr>
            <a:spLocks noChangeArrowheads="1"/>
          </p:cNvSpPr>
          <p:nvPr/>
        </p:nvSpPr>
        <p:spPr bwMode="auto">
          <a:xfrm>
            <a:off x="620688" y="5853100"/>
            <a:ext cx="1260000" cy="252000"/>
          </a:xfrm>
          <a:prstGeom prst="roundRect">
            <a:avLst>
              <a:gd name="adj" fmla="val 0"/>
            </a:avLst>
          </a:prstGeom>
          <a:solidFill>
            <a:srgbClr val="DEEBF7"/>
          </a:solidFill>
          <a:ln w="6350" cap="flat" cmpd="sng" algn="ctr">
            <a:solidFill>
              <a:srgbClr val="B5D2ED"/>
            </a:solidFill>
            <a:prstDash val="solid"/>
          </a:ln>
          <a:effectLst/>
        </p:spPr>
        <p:txBody>
          <a:bodyPr wrap="none" lIns="0" tIns="0" rIns="0" bIns="0" rtlCol="0" anchor="ctr"/>
          <a:lstStyle/>
          <a:p>
            <a:pPr algn="ctr" defTabSz="914400" fontAlgn="base">
              <a:lnSpc>
                <a:spcPct val="120000"/>
              </a:lnSpc>
              <a:spcAft>
                <a:spcPct val="0"/>
              </a:spcAft>
            </a:pPr>
            <a:r>
              <a:rPr kumimoji="1" lang="ko-KR" altLang="en-US" sz="900" kern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통합시험</a:t>
            </a:r>
            <a:r>
              <a:rPr kumimoji="1" lang="ko-KR" altLang="en-US" sz="900" ker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계획수립</a:t>
            </a:r>
          </a:p>
        </p:txBody>
      </p:sp>
      <p:sp>
        <p:nvSpPr>
          <p:cNvPr id="144" name="AutoShape 19"/>
          <p:cNvSpPr>
            <a:spLocks noChangeArrowheads="1"/>
          </p:cNvSpPr>
          <p:nvPr/>
        </p:nvSpPr>
        <p:spPr bwMode="auto">
          <a:xfrm>
            <a:off x="620688" y="6356848"/>
            <a:ext cx="1260000" cy="252000"/>
          </a:xfrm>
          <a:prstGeom prst="roundRect">
            <a:avLst>
              <a:gd name="adj" fmla="val 0"/>
            </a:avLst>
          </a:prstGeom>
          <a:solidFill>
            <a:srgbClr val="DEEBF7"/>
          </a:solidFill>
          <a:ln w="6350" cap="flat" cmpd="sng" algn="ctr">
            <a:solidFill>
              <a:srgbClr val="B5D2ED"/>
            </a:solidFill>
            <a:prstDash val="solid"/>
          </a:ln>
          <a:effectLst/>
        </p:spPr>
        <p:txBody>
          <a:bodyPr wrap="none" lIns="0" tIns="0" rIns="0" bIns="0" rtlCol="0" anchor="ctr"/>
          <a:lstStyle/>
          <a:p>
            <a:pPr algn="ctr" defTabSz="914400" fontAlgn="base">
              <a:lnSpc>
                <a:spcPct val="120000"/>
              </a:lnSpc>
              <a:spcAft>
                <a:spcPct val="0"/>
              </a:spcAft>
            </a:pPr>
            <a:r>
              <a:rPr kumimoji="1" lang="ko-KR" altLang="en-US" sz="900" kern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통합시험</a:t>
            </a:r>
            <a:r>
              <a:rPr kumimoji="1" lang="ko-KR" altLang="en-US" sz="900" ker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환경설정</a:t>
            </a:r>
          </a:p>
        </p:txBody>
      </p:sp>
      <p:sp>
        <p:nvSpPr>
          <p:cNvPr id="145" name="AutoShape 20"/>
          <p:cNvSpPr>
            <a:spLocks noChangeArrowheads="1"/>
          </p:cNvSpPr>
          <p:nvPr/>
        </p:nvSpPr>
        <p:spPr bwMode="auto">
          <a:xfrm>
            <a:off x="620688" y="6860596"/>
            <a:ext cx="1260000" cy="252000"/>
          </a:xfrm>
          <a:prstGeom prst="roundRect">
            <a:avLst>
              <a:gd name="adj" fmla="val 0"/>
            </a:avLst>
          </a:prstGeom>
          <a:solidFill>
            <a:srgbClr val="DEEBF7"/>
          </a:solidFill>
          <a:ln w="6350" cap="flat" cmpd="sng" algn="ctr">
            <a:solidFill>
              <a:srgbClr val="B5D2ED"/>
            </a:solidFill>
            <a:prstDash val="solid"/>
          </a:ln>
          <a:effectLst/>
        </p:spPr>
        <p:txBody>
          <a:bodyPr wrap="none" lIns="0" tIns="0" rIns="0" bIns="0" rtlCol="0" anchor="ctr"/>
          <a:lstStyle/>
          <a:p>
            <a:pPr algn="ctr" defTabSz="914400" fontAlgn="base">
              <a:lnSpc>
                <a:spcPct val="120000"/>
              </a:lnSpc>
              <a:spcAft>
                <a:spcPct val="0"/>
              </a:spcAft>
            </a:pPr>
            <a:r>
              <a:rPr kumimoji="1" lang="ko-KR" altLang="en-US" sz="900" ker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시험 환경 준비</a:t>
            </a:r>
          </a:p>
        </p:txBody>
      </p:sp>
      <p:sp>
        <p:nvSpPr>
          <p:cNvPr id="146" name="AutoShape 21"/>
          <p:cNvSpPr>
            <a:spLocks noChangeArrowheads="1"/>
          </p:cNvSpPr>
          <p:nvPr/>
        </p:nvSpPr>
        <p:spPr bwMode="auto">
          <a:xfrm>
            <a:off x="620688" y="8949472"/>
            <a:ext cx="1260000" cy="252000"/>
          </a:xfrm>
          <a:prstGeom prst="roundRect">
            <a:avLst>
              <a:gd name="adj" fmla="val 0"/>
            </a:avLst>
          </a:prstGeom>
          <a:solidFill>
            <a:srgbClr val="DEEBF7"/>
          </a:solidFill>
          <a:ln w="6350" cap="flat" cmpd="sng" algn="ctr">
            <a:solidFill>
              <a:srgbClr val="B5D2ED"/>
            </a:solidFill>
            <a:prstDash val="solid"/>
          </a:ln>
          <a:effectLst/>
        </p:spPr>
        <p:txBody>
          <a:bodyPr wrap="none" lIns="0" tIns="0" rIns="0" bIns="0" rtlCol="0" anchor="ctr"/>
          <a:lstStyle/>
          <a:p>
            <a:pPr algn="ctr" defTabSz="914400" fontAlgn="base">
              <a:lnSpc>
                <a:spcPct val="120000"/>
              </a:lnSpc>
              <a:spcAft>
                <a:spcPct val="0"/>
              </a:spcAft>
            </a:pPr>
            <a:r>
              <a:rPr kumimoji="1" lang="ko-KR" altLang="en-US" sz="900" ker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결과보고서 작성</a:t>
            </a:r>
            <a:r>
              <a:rPr kumimoji="1" lang="en-US" altLang="ko-KR" sz="900" ker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/</a:t>
            </a:r>
            <a:r>
              <a:rPr kumimoji="1" lang="ko-KR" altLang="en-US" sz="900" ker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승인</a:t>
            </a:r>
          </a:p>
        </p:txBody>
      </p:sp>
      <p:sp>
        <p:nvSpPr>
          <p:cNvPr id="148" name="AutoShape 23"/>
          <p:cNvSpPr>
            <a:spLocks noChangeArrowheads="1"/>
          </p:cNvSpPr>
          <p:nvPr/>
        </p:nvSpPr>
        <p:spPr bwMode="auto">
          <a:xfrm>
            <a:off x="2096852" y="7544032"/>
            <a:ext cx="1260000" cy="577320"/>
          </a:xfrm>
          <a:prstGeom prst="roundRect">
            <a:avLst>
              <a:gd name="adj" fmla="val 0"/>
            </a:avLst>
          </a:prstGeom>
          <a:solidFill>
            <a:srgbClr val="FFF2CC"/>
          </a:solidFill>
          <a:ln w="6350" cap="flat" cmpd="sng" algn="ctr">
            <a:solidFill>
              <a:srgbClr val="D7CBA9"/>
            </a:solidFill>
            <a:prstDash val="solid"/>
          </a:ln>
          <a:effectLst/>
        </p:spPr>
        <p:txBody>
          <a:bodyPr rtlCol="0" anchor="ctr"/>
          <a:lstStyle/>
          <a:p>
            <a:pPr algn="ctr" defTabSz="914400" fontAlgn="base">
              <a:spcAft>
                <a:spcPts val="200"/>
              </a:spcAft>
            </a:pPr>
            <a:r>
              <a:rPr kumimoji="1" lang="ko-KR" altLang="en-US" sz="900" ker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문제점 보완 및 조치사항 기록</a:t>
            </a:r>
            <a:endParaRPr kumimoji="1" lang="en-US" altLang="ko-KR" sz="900" kern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algn="ctr" defTabSz="914400" fontAlgn="base">
              <a:spcAft>
                <a:spcPts val="200"/>
              </a:spcAft>
            </a:pPr>
            <a:r>
              <a:rPr kumimoji="1" lang="en-US" altLang="ko-KR" sz="900" ker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(</a:t>
            </a:r>
            <a:r>
              <a:rPr kumimoji="1" lang="ko-KR" altLang="en-US" sz="900" ker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부적합보고서</a:t>
            </a:r>
            <a:r>
              <a:rPr kumimoji="1" lang="en-US" altLang="ko-KR" sz="900" ker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)</a:t>
            </a:r>
          </a:p>
        </p:txBody>
      </p:sp>
      <p:cxnSp>
        <p:nvCxnSpPr>
          <p:cNvPr id="149" name="AutoShape 24"/>
          <p:cNvCxnSpPr>
            <a:cxnSpLocks noChangeShapeType="1"/>
            <a:stCxn id="143" idx="2"/>
            <a:endCxn id="144" idx="0"/>
          </p:cNvCxnSpPr>
          <p:nvPr/>
        </p:nvCxnSpPr>
        <p:spPr bwMode="auto">
          <a:xfrm>
            <a:off x="1250688" y="6105100"/>
            <a:ext cx="0" cy="251748"/>
          </a:xfrm>
          <a:prstGeom prst="straightConnector1">
            <a:avLst/>
          </a:prstGeom>
          <a:noFill/>
          <a:ln w="12700">
            <a:solidFill>
              <a:srgbClr val="4E6485"/>
            </a:solidFill>
            <a:miter lim="800000"/>
            <a:headEnd type="none" w="med" len="med"/>
            <a:tailEnd type="triangle" w="med" len="med"/>
          </a:ln>
        </p:spPr>
      </p:cxnSp>
      <p:cxnSp>
        <p:nvCxnSpPr>
          <p:cNvPr id="150" name="AutoShape 25"/>
          <p:cNvCxnSpPr>
            <a:cxnSpLocks noChangeShapeType="1"/>
            <a:stCxn id="144" idx="2"/>
            <a:endCxn id="145" idx="0"/>
          </p:cNvCxnSpPr>
          <p:nvPr/>
        </p:nvCxnSpPr>
        <p:spPr bwMode="auto">
          <a:xfrm>
            <a:off x="1250688" y="6608848"/>
            <a:ext cx="0" cy="251748"/>
          </a:xfrm>
          <a:prstGeom prst="straightConnector1">
            <a:avLst/>
          </a:prstGeom>
          <a:noFill/>
          <a:ln w="12700">
            <a:solidFill>
              <a:srgbClr val="4E6485"/>
            </a:solidFill>
            <a:miter lim="800000"/>
            <a:headEnd type="none" w="med" len="med"/>
            <a:tailEnd type="triangle" w="med" len="med"/>
          </a:ln>
        </p:spPr>
      </p:cxnSp>
      <p:cxnSp>
        <p:nvCxnSpPr>
          <p:cNvPr id="151" name="AutoShape 26"/>
          <p:cNvCxnSpPr>
            <a:cxnSpLocks noChangeShapeType="1"/>
            <a:endCxn id="157" idx="0"/>
          </p:cNvCxnSpPr>
          <p:nvPr/>
        </p:nvCxnSpPr>
        <p:spPr bwMode="auto">
          <a:xfrm>
            <a:off x="1250688" y="7873076"/>
            <a:ext cx="0" cy="498764"/>
          </a:xfrm>
          <a:prstGeom prst="straightConnector1">
            <a:avLst/>
          </a:prstGeom>
          <a:noFill/>
          <a:ln w="12700">
            <a:solidFill>
              <a:srgbClr val="4E6485"/>
            </a:solidFill>
            <a:miter lim="800000"/>
            <a:headEnd type="none" w="med" len="med"/>
            <a:tailEnd type="triangle" w="med" len="med"/>
          </a:ln>
        </p:spPr>
      </p:cxnSp>
      <p:cxnSp>
        <p:nvCxnSpPr>
          <p:cNvPr id="152" name="AutoShape 27"/>
          <p:cNvCxnSpPr>
            <a:cxnSpLocks noChangeShapeType="1"/>
            <a:stCxn id="157" idx="2"/>
            <a:endCxn id="146" idx="0"/>
          </p:cNvCxnSpPr>
          <p:nvPr/>
        </p:nvCxnSpPr>
        <p:spPr bwMode="auto">
          <a:xfrm>
            <a:off x="1250688" y="8697722"/>
            <a:ext cx="0" cy="251750"/>
          </a:xfrm>
          <a:prstGeom prst="straightConnector1">
            <a:avLst/>
          </a:prstGeom>
          <a:noFill/>
          <a:ln w="12700">
            <a:solidFill>
              <a:srgbClr val="4E6485"/>
            </a:solidFill>
            <a:miter lim="800000"/>
            <a:headEnd type="none" w="med" len="med"/>
            <a:tailEnd type="triangle" w="med" len="med"/>
          </a:ln>
        </p:spPr>
      </p:cxnSp>
      <p:cxnSp>
        <p:nvCxnSpPr>
          <p:cNvPr id="155" name="AutoShape 30"/>
          <p:cNvCxnSpPr>
            <a:cxnSpLocks noChangeShapeType="1"/>
            <a:stCxn id="171" idx="0"/>
            <a:endCxn id="144" idx="3"/>
          </p:cNvCxnSpPr>
          <p:nvPr/>
        </p:nvCxnSpPr>
        <p:spPr bwMode="auto">
          <a:xfrm rot="16200000" flipV="1">
            <a:off x="2116392" y="6247144"/>
            <a:ext cx="377748" cy="849155"/>
          </a:xfrm>
          <a:prstGeom prst="bentConnector2">
            <a:avLst/>
          </a:prstGeom>
          <a:noFill/>
          <a:ln w="12700">
            <a:solidFill>
              <a:srgbClr val="4E6485"/>
            </a:solidFill>
            <a:miter lim="800000"/>
            <a:headEnd type="none" w="med" len="med"/>
            <a:tailEnd type="triangle" w="med" len="med"/>
          </a:ln>
        </p:spPr>
      </p:cxnSp>
      <p:sp>
        <p:nvSpPr>
          <p:cNvPr id="156" name="Text Box 31"/>
          <p:cNvSpPr txBox="1">
            <a:spLocks noChangeArrowheads="1"/>
          </p:cNvSpPr>
          <p:nvPr/>
        </p:nvSpPr>
        <p:spPr bwMode="auto">
          <a:xfrm>
            <a:off x="1304764" y="8733420"/>
            <a:ext cx="247610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Yes</a:t>
            </a:r>
          </a:p>
        </p:txBody>
      </p:sp>
      <p:sp>
        <p:nvSpPr>
          <p:cNvPr id="157" name="AutoShape 32"/>
          <p:cNvSpPr>
            <a:spLocks noChangeArrowheads="1"/>
          </p:cNvSpPr>
          <p:nvPr/>
        </p:nvSpPr>
        <p:spPr bwMode="auto">
          <a:xfrm>
            <a:off x="620688" y="8371840"/>
            <a:ext cx="1260000" cy="325882"/>
          </a:xfrm>
          <a:prstGeom prst="flowChartDecision">
            <a:avLst/>
          </a:prstGeom>
          <a:solidFill>
            <a:srgbClr val="FFCECF"/>
          </a:solidFill>
          <a:ln w="6350" cap="flat" cmpd="sng" algn="ctr">
            <a:solidFill>
              <a:srgbClr val="ECA099"/>
            </a:solidFill>
            <a:prstDash val="solid"/>
          </a:ln>
          <a:effectLst/>
        </p:spPr>
        <p:txBody>
          <a:bodyPr wrap="none" lIns="36000" tIns="0" rIns="0" bIns="36000" rtlCol="0" anchor="ctr"/>
          <a:lstStyle/>
          <a:p>
            <a:pPr algn="ctr" defTabSz="914400" fontAlgn="base">
              <a:lnSpc>
                <a:spcPct val="120000"/>
              </a:lnSpc>
              <a:spcAft>
                <a:spcPct val="0"/>
              </a:spcAft>
            </a:pPr>
            <a:r>
              <a:rPr kumimoji="1" lang="ko-KR" altLang="en-US" sz="900" ker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요건충족</a:t>
            </a:r>
          </a:p>
        </p:txBody>
      </p:sp>
      <p:sp>
        <p:nvSpPr>
          <p:cNvPr id="158" name="Text Box 33"/>
          <p:cNvSpPr txBox="1">
            <a:spLocks noChangeArrowheads="1"/>
          </p:cNvSpPr>
          <p:nvPr/>
        </p:nvSpPr>
        <p:spPr bwMode="auto">
          <a:xfrm>
            <a:off x="1916832" y="8378897"/>
            <a:ext cx="245854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No</a:t>
            </a:r>
          </a:p>
        </p:txBody>
      </p:sp>
      <p:sp>
        <p:nvSpPr>
          <p:cNvPr id="169" name="AutoShape 20"/>
          <p:cNvSpPr>
            <a:spLocks noChangeArrowheads="1"/>
          </p:cNvSpPr>
          <p:nvPr/>
        </p:nvSpPr>
        <p:spPr bwMode="auto">
          <a:xfrm>
            <a:off x="620688" y="7364344"/>
            <a:ext cx="1260000" cy="252000"/>
          </a:xfrm>
          <a:prstGeom prst="roundRect">
            <a:avLst>
              <a:gd name="adj" fmla="val 0"/>
            </a:avLst>
          </a:prstGeom>
          <a:solidFill>
            <a:srgbClr val="DEEBF7"/>
          </a:solidFill>
          <a:ln w="6350" cap="flat" cmpd="sng" algn="ctr">
            <a:solidFill>
              <a:srgbClr val="B5D2ED"/>
            </a:solidFill>
            <a:prstDash val="solid"/>
          </a:ln>
          <a:effectLst/>
        </p:spPr>
        <p:txBody>
          <a:bodyPr wrap="none" lIns="0" tIns="0" rIns="0" bIns="0" rtlCol="0" anchor="ctr"/>
          <a:lstStyle/>
          <a:p>
            <a:pPr algn="ctr" defTabSz="914400" fontAlgn="base">
              <a:lnSpc>
                <a:spcPct val="120000"/>
              </a:lnSpc>
              <a:spcAft>
                <a:spcPct val="0"/>
              </a:spcAft>
            </a:pPr>
            <a:r>
              <a:rPr kumimoji="1" lang="ko-KR" altLang="en-US" sz="900" ker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시험 데이터 준비</a:t>
            </a:r>
          </a:p>
        </p:txBody>
      </p:sp>
      <p:sp>
        <p:nvSpPr>
          <p:cNvPr id="170" name="AutoShape 20"/>
          <p:cNvSpPr>
            <a:spLocks noChangeArrowheads="1"/>
          </p:cNvSpPr>
          <p:nvPr/>
        </p:nvSpPr>
        <p:spPr bwMode="auto">
          <a:xfrm>
            <a:off x="620688" y="7869352"/>
            <a:ext cx="1260000" cy="252000"/>
          </a:xfrm>
          <a:prstGeom prst="roundRect">
            <a:avLst>
              <a:gd name="adj" fmla="val 0"/>
            </a:avLst>
          </a:prstGeom>
          <a:solidFill>
            <a:srgbClr val="DEEBF7"/>
          </a:solidFill>
          <a:ln w="6350" cap="flat" cmpd="sng" algn="ctr">
            <a:solidFill>
              <a:srgbClr val="B5D2ED"/>
            </a:solidFill>
            <a:prstDash val="solid"/>
          </a:ln>
          <a:effectLst/>
        </p:spPr>
        <p:txBody>
          <a:bodyPr wrap="none" lIns="0" tIns="0" rIns="0" bIns="0" rtlCol="0" anchor="ctr"/>
          <a:lstStyle/>
          <a:p>
            <a:pPr algn="ctr" defTabSz="914400" fontAlgn="base">
              <a:lnSpc>
                <a:spcPct val="120000"/>
              </a:lnSpc>
              <a:spcAft>
                <a:spcPct val="0"/>
              </a:spcAft>
            </a:pPr>
            <a:r>
              <a:rPr kumimoji="1" lang="ko-KR" altLang="en-US" sz="900" kern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통합시험</a:t>
            </a:r>
            <a:r>
              <a:rPr kumimoji="1" lang="ko-KR" altLang="en-US" sz="900" ker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실시</a:t>
            </a:r>
          </a:p>
        </p:txBody>
      </p:sp>
      <p:sp>
        <p:nvSpPr>
          <p:cNvPr id="171" name="AutoShape 23"/>
          <p:cNvSpPr>
            <a:spLocks noChangeArrowheads="1"/>
          </p:cNvSpPr>
          <p:nvPr/>
        </p:nvSpPr>
        <p:spPr bwMode="auto">
          <a:xfrm>
            <a:off x="2099843" y="6860596"/>
            <a:ext cx="1260000" cy="432000"/>
          </a:xfrm>
          <a:prstGeom prst="roundRect">
            <a:avLst>
              <a:gd name="adj" fmla="val 0"/>
            </a:avLst>
          </a:prstGeom>
          <a:solidFill>
            <a:srgbClr val="FFF2CC"/>
          </a:solidFill>
          <a:ln w="6350" cap="flat" cmpd="sng" algn="ctr">
            <a:solidFill>
              <a:srgbClr val="D7CBA9"/>
            </a:solidFill>
            <a:prstDash val="solid"/>
          </a:ln>
          <a:effectLst/>
        </p:spPr>
        <p:txBody>
          <a:bodyPr rtlCol="0" anchor="ctr"/>
          <a:lstStyle/>
          <a:p>
            <a:pPr algn="ctr" defTabSz="914400" fontAlgn="base">
              <a:spcAft>
                <a:spcPts val="200"/>
              </a:spcAft>
            </a:pPr>
            <a:r>
              <a:rPr kumimoji="1" lang="ko-KR" altLang="en-US" sz="900" kern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설계사항</a:t>
            </a:r>
            <a:r>
              <a:rPr kumimoji="1" lang="ko-KR" altLang="en-US" sz="900" ker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수정</a:t>
            </a:r>
          </a:p>
          <a:p>
            <a:pPr algn="ctr" defTabSz="914400" fontAlgn="base">
              <a:spcAft>
                <a:spcPts val="200"/>
              </a:spcAft>
            </a:pPr>
            <a:r>
              <a:rPr kumimoji="1" lang="en-US" altLang="ko-KR" sz="900" ker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(</a:t>
            </a:r>
            <a:r>
              <a:rPr kumimoji="1" lang="ko-KR" altLang="en-US" sz="900" kern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설계변경서</a:t>
            </a:r>
            <a:r>
              <a:rPr kumimoji="1" lang="en-US" altLang="ko-KR" sz="900" ker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)</a:t>
            </a:r>
          </a:p>
        </p:txBody>
      </p:sp>
      <p:cxnSp>
        <p:nvCxnSpPr>
          <p:cNvPr id="172" name="AutoShape 27"/>
          <p:cNvCxnSpPr>
            <a:cxnSpLocks noChangeShapeType="1"/>
            <a:stCxn id="148" idx="0"/>
            <a:endCxn id="171" idx="2"/>
          </p:cNvCxnSpPr>
          <p:nvPr/>
        </p:nvCxnSpPr>
        <p:spPr bwMode="auto">
          <a:xfrm flipV="1">
            <a:off x="2726852" y="7292596"/>
            <a:ext cx="2991" cy="251436"/>
          </a:xfrm>
          <a:prstGeom prst="straightConnector1">
            <a:avLst/>
          </a:prstGeom>
          <a:noFill/>
          <a:ln w="12700">
            <a:solidFill>
              <a:srgbClr val="4E6485"/>
            </a:solidFill>
            <a:miter lim="800000"/>
            <a:headEnd type="none" w="med" len="med"/>
            <a:tailEnd type="triangle" w="med" len="med"/>
          </a:ln>
        </p:spPr>
      </p:cxnSp>
      <p:cxnSp>
        <p:nvCxnSpPr>
          <p:cNvPr id="173" name="AutoShape 30"/>
          <p:cNvCxnSpPr>
            <a:cxnSpLocks noChangeShapeType="1"/>
            <a:stCxn id="157" idx="3"/>
            <a:endCxn id="148" idx="2"/>
          </p:cNvCxnSpPr>
          <p:nvPr/>
        </p:nvCxnSpPr>
        <p:spPr bwMode="auto">
          <a:xfrm flipV="1">
            <a:off x="1880688" y="8121352"/>
            <a:ext cx="846164" cy="413429"/>
          </a:xfrm>
          <a:prstGeom prst="bentConnector2">
            <a:avLst/>
          </a:prstGeom>
          <a:noFill/>
          <a:ln w="12700">
            <a:solidFill>
              <a:srgbClr val="4E6485"/>
            </a:solidFill>
            <a:miter lim="800000"/>
            <a:headEnd type="none" w="med" len="med"/>
            <a:tailEnd type="triangle" w="med" len="med"/>
          </a:ln>
        </p:spPr>
      </p:cxnSp>
      <p:cxnSp>
        <p:nvCxnSpPr>
          <p:cNvPr id="174" name="AutoShape 25"/>
          <p:cNvCxnSpPr>
            <a:cxnSpLocks noChangeShapeType="1"/>
            <a:stCxn id="145" idx="2"/>
            <a:endCxn id="169" idx="0"/>
          </p:cNvCxnSpPr>
          <p:nvPr/>
        </p:nvCxnSpPr>
        <p:spPr bwMode="auto">
          <a:xfrm>
            <a:off x="1250688" y="7112596"/>
            <a:ext cx="0" cy="251748"/>
          </a:xfrm>
          <a:prstGeom prst="straightConnector1">
            <a:avLst/>
          </a:prstGeom>
          <a:noFill/>
          <a:ln w="12700">
            <a:solidFill>
              <a:srgbClr val="4E6485"/>
            </a:solidFill>
            <a:miter lim="800000"/>
            <a:headEnd type="none" w="med" len="med"/>
            <a:tailEnd type="triangle" w="med" len="med"/>
          </a:ln>
        </p:spPr>
      </p:cxnSp>
      <p:cxnSp>
        <p:nvCxnSpPr>
          <p:cNvPr id="175" name="AutoShape 25"/>
          <p:cNvCxnSpPr>
            <a:cxnSpLocks noChangeShapeType="1"/>
            <a:stCxn id="169" idx="2"/>
            <a:endCxn id="170" idx="0"/>
          </p:cNvCxnSpPr>
          <p:nvPr/>
        </p:nvCxnSpPr>
        <p:spPr bwMode="auto">
          <a:xfrm>
            <a:off x="1250688" y="7616344"/>
            <a:ext cx="0" cy="253008"/>
          </a:xfrm>
          <a:prstGeom prst="straightConnector1">
            <a:avLst/>
          </a:prstGeom>
          <a:noFill/>
          <a:ln w="12700">
            <a:solidFill>
              <a:srgbClr val="4E6485"/>
            </a:solidFill>
            <a:miter lim="800000"/>
            <a:headEnd type="none" w="med" len="med"/>
            <a:tailEnd type="triangle" w="med" len="med"/>
          </a:ln>
        </p:spPr>
      </p:cxnSp>
      <p:grpSp>
        <p:nvGrpSpPr>
          <p:cNvPr id="113" name="그룹 112">
            <a:extLst>
              <a:ext uri="{FF2B5EF4-FFF2-40B4-BE49-F238E27FC236}">
                <a16:creationId xmlns:a16="http://schemas.microsoft.com/office/drawing/2014/main" id="{41A79FF4-1F19-4274-9082-6D497BB3BAC2}"/>
              </a:ext>
            </a:extLst>
          </p:cNvPr>
          <p:cNvGrpSpPr/>
          <p:nvPr/>
        </p:nvGrpSpPr>
        <p:grpSpPr>
          <a:xfrm>
            <a:off x="440668" y="1064568"/>
            <a:ext cx="66431" cy="180000"/>
            <a:chOff x="447632" y="1870808"/>
            <a:chExt cx="66431" cy="247087"/>
          </a:xfrm>
        </p:grpSpPr>
        <p:sp>
          <p:nvSpPr>
            <p:cNvPr id="114" name="직사각형 113">
              <a:extLst>
                <a:ext uri="{FF2B5EF4-FFF2-40B4-BE49-F238E27FC236}">
                  <a16:creationId xmlns:a16="http://schemas.microsoft.com/office/drawing/2014/main" id="{53FA1690-2BB4-4915-A79A-1926269D4F90}"/>
                </a:ext>
              </a:extLst>
            </p:cNvPr>
            <p:cNvSpPr/>
            <p:nvPr/>
          </p:nvSpPr>
          <p:spPr>
            <a:xfrm>
              <a:off x="447632" y="1990162"/>
              <a:ext cx="66431" cy="12773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/>
            </a:bodyPr>
            <a:lstStyle/>
            <a:p>
              <a:pPr algn="ctr"/>
              <a:endParaRPr lang="ko-KR" altLang="en-US">
                <a:ln>
                  <a:solidFill>
                    <a:srgbClr val="02A1B2">
                      <a:alpha val="0"/>
                    </a:srgbClr>
                  </a:solidFill>
                </a:ln>
              </a:endParaRPr>
            </a:p>
          </p:txBody>
        </p:sp>
        <p:sp>
          <p:nvSpPr>
            <p:cNvPr id="115" name="직사각형 114">
              <a:extLst>
                <a:ext uri="{FF2B5EF4-FFF2-40B4-BE49-F238E27FC236}">
                  <a16:creationId xmlns:a16="http://schemas.microsoft.com/office/drawing/2014/main" id="{3771ED16-4AB4-48FB-84BB-7251ACEAC374}"/>
                </a:ext>
              </a:extLst>
            </p:cNvPr>
            <p:cNvSpPr/>
            <p:nvPr/>
          </p:nvSpPr>
          <p:spPr>
            <a:xfrm>
              <a:off x="447632" y="1870808"/>
              <a:ext cx="66431" cy="127733"/>
            </a:xfrm>
            <a:prstGeom prst="rect">
              <a:avLst/>
            </a:prstGeom>
            <a:solidFill>
              <a:srgbClr val="B71B6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/>
            </a:bodyPr>
            <a:lstStyle/>
            <a:p>
              <a:pPr algn="ctr"/>
              <a:endParaRPr lang="ko-KR" altLang="en-US">
                <a:ln>
                  <a:solidFill>
                    <a:srgbClr val="02A1B2">
                      <a:alpha val="0"/>
                    </a:srgbClr>
                  </a:solidFill>
                </a:ln>
              </a:endParaRPr>
            </a:p>
          </p:txBody>
        </p:sp>
      </p:grpSp>
      <p:sp>
        <p:nvSpPr>
          <p:cNvPr id="116" name="직사각형 115">
            <a:extLst>
              <a:ext uri="{FF2B5EF4-FFF2-40B4-BE49-F238E27FC236}">
                <a16:creationId xmlns:a16="http://schemas.microsoft.com/office/drawing/2014/main" id="{737F3DBB-A867-4F24-A95D-BC945F4E6528}"/>
              </a:ext>
            </a:extLst>
          </p:cNvPr>
          <p:cNvSpPr/>
          <p:nvPr/>
        </p:nvSpPr>
        <p:spPr>
          <a:xfrm>
            <a:off x="5206867" y="1065770"/>
            <a:ext cx="1209800" cy="17763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36000" rIns="72000" bIns="18000" rtlCol="0" anchor="ctr">
            <a:spAutoFit/>
          </a:bodyPr>
          <a:lstStyle/>
          <a:p>
            <a:pPr algn="r"/>
            <a:r>
              <a: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요구사항 번호</a:t>
            </a:r>
            <a:r>
              <a:rPr lang="en-US" altLang="ko-KR" sz="8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: </a:t>
            </a:r>
            <a:r>
              <a:rPr lang="en-US" altLang="ko-KR" sz="800">
                <a:solidFill>
                  <a:srgbClr val="0070C0"/>
                </a:solidFill>
                <a:latin typeface="+mj-ea"/>
                <a:ea typeface="+mj-ea"/>
              </a:rPr>
              <a:t>ABC-001</a:t>
            </a:r>
            <a:endParaRPr lang="ko-KR" altLang="en-US" sz="800" dirty="0">
              <a:solidFill>
                <a:srgbClr val="0070C0"/>
              </a:solidFill>
              <a:latin typeface="+mj-ea"/>
              <a:ea typeface="+mj-ea"/>
            </a:endParaRPr>
          </a:p>
        </p:txBody>
      </p:sp>
      <p:sp>
        <p:nvSpPr>
          <p:cNvPr id="117" name="AutoShape 165">
            <a:extLst>
              <a:ext uri="{FF2B5EF4-FFF2-40B4-BE49-F238E27FC236}">
                <a16:creationId xmlns:a16="http://schemas.microsoft.com/office/drawing/2014/main" id="{84E14605-C1DE-4C3B-8C8E-21B1C490CF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668" y="1568624"/>
            <a:ext cx="5976000" cy="647237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3175" algn="ctr">
            <a:solidFill>
              <a:schemeClr val="bg1">
                <a:lumMod val="95000"/>
              </a:schemeClr>
            </a:solidFill>
            <a:round/>
            <a:headEnd/>
            <a:tailEnd/>
          </a:ln>
          <a:effectLst/>
        </p:spPr>
        <p:txBody>
          <a:bodyPr wrap="square" lIns="144000" tIns="36000" rIns="72000" bIns="36000" anchor="ctr"/>
          <a:lstStyle/>
          <a:p>
            <a:pPr marL="85725" lvl="0" indent="-85725" defTabSz="914400" fontAlgn="ctr">
              <a:lnSpc>
                <a:spcPct val="110000"/>
              </a:lnSpc>
              <a:spcAft>
                <a:spcPts val="300"/>
              </a:spcAft>
              <a:buFont typeface="Arial" pitchFamily="34" charset="0"/>
              <a:buChar char="•"/>
              <a:defRPr/>
            </a:pPr>
            <a:r>
              <a:rPr kumimoji="1" lang="ko-KR" altLang="en-US" sz="1000" kern="0">
                <a:solidFill>
                  <a:prstClr val="black">
                    <a:lumMod val="75000"/>
                    <a:lumOff val="25000"/>
                  </a:prstClr>
                </a:solidFill>
              </a:rPr>
              <a:t>응용시스템의 모든 모듈 및 모듈들 간의 </a:t>
            </a:r>
            <a:r>
              <a:rPr kumimoji="1" lang="ko-KR" altLang="en-US" sz="1000" kern="0">
                <a:solidFill>
                  <a:prstClr val="black">
                    <a:lumMod val="75000"/>
                    <a:lumOff val="25000"/>
                  </a:prstClr>
                </a:solidFill>
                <a:latin typeface="+mj-ea"/>
                <a:ea typeface="+mj-ea"/>
              </a:rPr>
              <a:t>인터페이스가 정상적으로 작동</a:t>
            </a:r>
            <a:r>
              <a:rPr kumimoji="1" lang="ko-KR" altLang="en-US" sz="1000" kern="0">
                <a:solidFill>
                  <a:prstClr val="black">
                    <a:lumMod val="75000"/>
                    <a:lumOff val="25000"/>
                  </a:prstClr>
                </a:solidFill>
              </a:rPr>
              <a:t>하는 지 확인</a:t>
            </a:r>
          </a:p>
          <a:p>
            <a:pPr marL="85725" lvl="0" indent="-85725" defTabSz="914400" fontAlgn="ctr">
              <a:lnSpc>
                <a:spcPct val="110000"/>
              </a:lnSpc>
              <a:spcAft>
                <a:spcPts val="300"/>
              </a:spcAft>
              <a:buFont typeface="Arial" pitchFamily="34" charset="0"/>
              <a:buChar char="•"/>
              <a:defRPr/>
            </a:pPr>
            <a:r>
              <a:rPr kumimoji="1" lang="ko-KR" altLang="en-US" sz="1000" kern="0">
                <a:solidFill>
                  <a:prstClr val="black">
                    <a:lumMod val="75000"/>
                    <a:lumOff val="25000"/>
                  </a:prstClr>
                </a:solidFill>
              </a:rPr>
              <a:t>단위 업무간 및 외부 시스템과의 </a:t>
            </a:r>
            <a:r>
              <a:rPr kumimoji="1" lang="ko-KR" altLang="en-US" sz="1000" kern="0">
                <a:solidFill>
                  <a:prstClr val="black">
                    <a:lumMod val="75000"/>
                    <a:lumOff val="25000"/>
                  </a:prstClr>
                </a:solidFill>
                <a:latin typeface="+mj-ea"/>
                <a:ea typeface="+mj-ea"/>
              </a:rPr>
              <a:t>인터페이스가 정확하고 적정한가</a:t>
            </a:r>
            <a:r>
              <a:rPr kumimoji="1" lang="ko-KR" altLang="en-US" sz="1000" kern="0">
                <a:solidFill>
                  <a:prstClr val="black">
                    <a:lumMod val="75000"/>
                    <a:lumOff val="25000"/>
                  </a:prstClr>
                </a:solidFill>
              </a:rPr>
              <a:t>를 시험</a:t>
            </a:r>
          </a:p>
        </p:txBody>
      </p:sp>
      <p:grpSp>
        <p:nvGrpSpPr>
          <p:cNvPr id="118" name="그룹 117">
            <a:extLst>
              <a:ext uri="{FF2B5EF4-FFF2-40B4-BE49-F238E27FC236}">
                <a16:creationId xmlns:a16="http://schemas.microsoft.com/office/drawing/2014/main" id="{28A10E27-6E8B-4DEF-A1CA-175255D8411D}"/>
              </a:ext>
            </a:extLst>
          </p:cNvPr>
          <p:cNvGrpSpPr/>
          <p:nvPr/>
        </p:nvGrpSpPr>
        <p:grpSpPr>
          <a:xfrm>
            <a:off x="440668" y="2504728"/>
            <a:ext cx="5976000" cy="184666"/>
            <a:chOff x="4503039" y="5804479"/>
            <a:chExt cx="5976000" cy="184666"/>
          </a:xfrm>
        </p:grpSpPr>
        <p:cxnSp>
          <p:nvCxnSpPr>
            <p:cNvPr id="119" name="직선 연결선 118">
              <a:extLst>
                <a:ext uri="{FF2B5EF4-FFF2-40B4-BE49-F238E27FC236}">
                  <a16:creationId xmlns:a16="http://schemas.microsoft.com/office/drawing/2014/main" id="{2C3E062D-C9D0-44CB-835F-13E2CBF971EE}"/>
                </a:ext>
              </a:extLst>
            </p:cNvPr>
            <p:cNvCxnSpPr>
              <a:cxnSpLocks/>
            </p:cNvCxnSpPr>
            <p:nvPr/>
          </p:nvCxnSpPr>
          <p:spPr>
            <a:xfrm>
              <a:off x="4503039" y="5948495"/>
              <a:ext cx="5976000" cy="0"/>
            </a:xfrm>
            <a:prstGeom prst="line">
              <a:avLst/>
            </a:prstGeom>
            <a:ln w="12700" cap="flat">
              <a:solidFill>
                <a:srgbClr val="BAC0CE"/>
              </a:solidFill>
              <a:miter lim="800000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73C2C506-B402-45F8-ADAE-A746577D2823}"/>
                </a:ext>
              </a:extLst>
            </p:cNvPr>
            <p:cNvSpPr txBox="1"/>
            <p:nvPr/>
          </p:nvSpPr>
          <p:spPr>
            <a:xfrm flipH="1">
              <a:off x="4503039" y="5804479"/>
              <a:ext cx="1165434" cy="18466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</p:spPr>
          <p:txBody>
            <a:bodyPr wrap="none" lIns="0" tIns="0" rIns="108000" bIns="0" rtlCol="0" anchor="b">
              <a:spAutoFit/>
            </a:bodyPr>
            <a:lstStyle/>
            <a:p>
              <a:pPr lvl="0" defTabSz="478031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ko-KR" altLang="en-US" sz="120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통합 시험</a:t>
              </a:r>
              <a:r>
                <a:rPr lang="en-US" altLang="ko-KR" sz="120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/</a:t>
              </a:r>
              <a:r>
                <a:rPr lang="ko-KR" altLang="en-US" sz="120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테스트</a:t>
              </a:r>
            </a:p>
          </p:txBody>
        </p:sp>
      </p:grpSp>
      <p:grpSp>
        <p:nvGrpSpPr>
          <p:cNvPr id="218" name="그룹 217">
            <a:extLst>
              <a:ext uri="{FF2B5EF4-FFF2-40B4-BE49-F238E27FC236}">
                <a16:creationId xmlns:a16="http://schemas.microsoft.com/office/drawing/2014/main" id="{61484619-C5E5-4BD2-8C24-A0E08F3B866A}"/>
              </a:ext>
            </a:extLst>
          </p:cNvPr>
          <p:cNvGrpSpPr/>
          <p:nvPr/>
        </p:nvGrpSpPr>
        <p:grpSpPr>
          <a:xfrm>
            <a:off x="440668" y="5144155"/>
            <a:ext cx="951175" cy="169277"/>
            <a:chOff x="440667" y="2866470"/>
            <a:chExt cx="951175" cy="169277"/>
          </a:xfrm>
        </p:grpSpPr>
        <p:sp>
          <p:nvSpPr>
            <p:cNvPr id="219" name="Text Box 247">
              <a:extLst>
                <a:ext uri="{FF2B5EF4-FFF2-40B4-BE49-F238E27FC236}">
                  <a16:creationId xmlns:a16="http://schemas.microsoft.com/office/drawing/2014/main" id="{E6133EBF-5011-47B0-BFD3-EBF1B3788144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440668" y="2866470"/>
              <a:ext cx="951174" cy="169277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lIns="126000" tIns="0" rIns="0" bIns="0" anchor="ctr">
              <a:spAutoFit/>
            </a:bodyPr>
            <a:lstStyle>
              <a:defPPr>
                <a:defRPr lang="en-US"/>
              </a:defPPr>
              <a:lvl1pPr marR="0" lvl="0" indent="0" defTabSz="914400" fontAlgn="base" latinLnBrk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 kumimoji="1" sz="1100" b="0" i="0" u="none" strike="noStrike" kern="0" cap="none" spc="0" normalizeH="0" baseline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ea"/>
                  <a:ea typeface="+mj-ea"/>
                </a:defRPr>
              </a:lvl1pPr>
            </a:lstStyle>
            <a:p>
              <a:pPr lvl="0">
                <a:defRPr/>
              </a:pPr>
              <a:r>
                <a:rPr lang="ko-KR" altLang="en-US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통합 시험 절차</a:t>
              </a:r>
            </a:p>
          </p:txBody>
        </p:sp>
        <p:sp>
          <p:nvSpPr>
            <p:cNvPr id="220" name="사각형: 둥근 모서리 219">
              <a:extLst>
                <a:ext uri="{FF2B5EF4-FFF2-40B4-BE49-F238E27FC236}">
                  <a16:creationId xmlns:a16="http://schemas.microsoft.com/office/drawing/2014/main" id="{8296BFAE-D1C8-426A-825D-EC8770A58419}"/>
                </a:ext>
              </a:extLst>
            </p:cNvPr>
            <p:cNvSpPr/>
            <p:nvPr/>
          </p:nvSpPr>
          <p:spPr>
            <a:xfrm>
              <a:off x="440667" y="2874971"/>
              <a:ext cx="54000" cy="129600"/>
            </a:xfrm>
            <a:prstGeom prst="roundRect">
              <a:avLst/>
            </a:prstGeom>
            <a:solidFill>
              <a:srgbClr val="0070C0"/>
            </a:solidFill>
          </p:spPr>
          <p:txBody>
            <a:bodyPr wrap="none" lIns="36000" tIns="18000" rIns="36000" bIns="18000">
              <a:noAutofit/>
            </a:bodyPr>
            <a:lstStyle/>
            <a:p>
              <a:pPr defTabSz="914400" fontAlgn="base">
                <a:spcBef>
                  <a:spcPct val="0"/>
                </a:spcBef>
                <a:spcAft>
                  <a:spcPts val="2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</a:pPr>
              <a:endParaRPr lang="ko-KR" altLang="en-US" sz="1100">
                <a:solidFill>
                  <a:schemeClr val="bg1"/>
                </a:solidFill>
                <a:latin typeface="+mn-ea"/>
              </a:endParaRPr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257F4BAA-2BC6-44B2-B8FD-DEFFDA94B009}"/>
              </a:ext>
            </a:extLst>
          </p:cNvPr>
          <p:cNvGrpSpPr/>
          <p:nvPr/>
        </p:nvGrpSpPr>
        <p:grpSpPr>
          <a:xfrm>
            <a:off x="439408" y="5385472"/>
            <a:ext cx="5977924" cy="288000"/>
            <a:chOff x="439408" y="5529064"/>
            <a:chExt cx="5977924" cy="324036"/>
          </a:xfrm>
        </p:grpSpPr>
        <p:grpSp>
          <p:nvGrpSpPr>
            <p:cNvPr id="121" name="그룹 120">
              <a:extLst>
                <a:ext uri="{FF2B5EF4-FFF2-40B4-BE49-F238E27FC236}">
                  <a16:creationId xmlns:a16="http://schemas.microsoft.com/office/drawing/2014/main" id="{8B47507F-5A87-4862-99DA-308012119C95}"/>
                </a:ext>
              </a:extLst>
            </p:cNvPr>
            <p:cNvGrpSpPr/>
            <p:nvPr/>
          </p:nvGrpSpPr>
          <p:grpSpPr>
            <a:xfrm>
              <a:off x="439408" y="5529100"/>
              <a:ext cx="3096595" cy="324000"/>
              <a:chOff x="233195" y="3380681"/>
              <a:chExt cx="3096595" cy="360000"/>
            </a:xfrm>
          </p:grpSpPr>
          <p:sp>
            <p:nvSpPr>
              <p:cNvPr id="122" name="양쪽 모서리가 둥근 사각형 106">
                <a:extLst>
                  <a:ext uri="{FF2B5EF4-FFF2-40B4-BE49-F238E27FC236}">
                    <a16:creationId xmlns:a16="http://schemas.microsoft.com/office/drawing/2014/main" id="{DD9531A2-4183-46F4-9CEA-957EB86457C1}"/>
                  </a:ext>
                </a:extLst>
              </p:cNvPr>
              <p:cNvSpPr/>
              <p:nvPr/>
            </p:nvSpPr>
            <p:spPr>
              <a:xfrm>
                <a:off x="233195" y="3380681"/>
                <a:ext cx="3096000" cy="359206"/>
              </a:xfrm>
              <a:prstGeom prst="round2SameRect">
                <a:avLst>
                  <a:gd name="adj1" fmla="val 0"/>
                  <a:gd name="adj2" fmla="val 0"/>
                </a:avLst>
              </a:prstGeom>
              <a:solidFill>
                <a:srgbClr val="0B57A2"/>
              </a:solidFill>
              <a:ln>
                <a:noFill/>
              </a:ln>
            </p:spPr>
            <p:txBody>
              <a:bodyPr wrap="none" anchor="ctr"/>
              <a:lstStyle/>
              <a:p>
                <a:pPr algn="ctr">
                  <a:lnSpc>
                    <a:spcPct val="120000"/>
                  </a:lnSpc>
                </a:pPr>
                <a:r>
                  <a:rPr lang="ko-KR" altLang="en-US" sz="1200">
                    <a:solidFill>
                      <a:prstClr val="white"/>
                    </a:solidFill>
                    <a:latin typeface="+mj-ea"/>
                  </a:rPr>
                  <a:t>시험 절차</a:t>
                </a:r>
              </a:p>
            </p:txBody>
          </p:sp>
          <p:sp>
            <p:nvSpPr>
              <p:cNvPr id="123" name="직각 삼각형 18">
                <a:extLst>
                  <a:ext uri="{FF2B5EF4-FFF2-40B4-BE49-F238E27FC236}">
                    <a16:creationId xmlns:a16="http://schemas.microsoft.com/office/drawing/2014/main" id="{A0E7AA16-B78C-44AB-AFB3-471FB293B59D}"/>
                  </a:ext>
                </a:extLst>
              </p:cNvPr>
              <p:cNvSpPr/>
              <p:nvPr/>
            </p:nvSpPr>
            <p:spPr>
              <a:xfrm rot="16200000" flipH="1">
                <a:off x="3006279" y="3417171"/>
                <a:ext cx="359999" cy="287022"/>
              </a:xfrm>
              <a:prstGeom prst="rtTriangle">
                <a:avLst/>
              </a:prstGeom>
              <a:gradFill flip="none" rotWithShape="1">
                <a:gsLst>
                  <a:gs pos="42000">
                    <a:srgbClr val="0B57A2"/>
                  </a:gs>
                  <a:gs pos="100000">
                    <a:srgbClr val="002060"/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latinLnBrk="0"/>
                <a:endParaRPr lang="ko-KR" altLang="en-US" sz="1100" spc="-50" dirty="0"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</a:endParaRPr>
              </a:p>
            </p:txBody>
          </p:sp>
          <p:sp>
            <p:nvSpPr>
              <p:cNvPr id="124" name="직각 삼각형 19">
                <a:extLst>
                  <a:ext uri="{FF2B5EF4-FFF2-40B4-BE49-F238E27FC236}">
                    <a16:creationId xmlns:a16="http://schemas.microsoft.com/office/drawing/2014/main" id="{C90F4238-F3D0-4E67-88C3-5E3EBBB950B6}"/>
                  </a:ext>
                </a:extLst>
              </p:cNvPr>
              <p:cNvSpPr/>
              <p:nvPr/>
            </p:nvSpPr>
            <p:spPr>
              <a:xfrm rot="5400000">
                <a:off x="199984" y="3417170"/>
                <a:ext cx="359999" cy="287022"/>
              </a:xfrm>
              <a:prstGeom prst="rtTriangle">
                <a:avLst/>
              </a:prstGeom>
              <a:gradFill flip="none" rotWithShape="1">
                <a:gsLst>
                  <a:gs pos="42000">
                    <a:srgbClr val="0B57A2"/>
                  </a:gs>
                  <a:gs pos="100000">
                    <a:srgbClr val="002060"/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1100" spc="-50" dirty="0"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</a:endParaRPr>
              </a:p>
            </p:txBody>
          </p:sp>
        </p:grpSp>
        <p:grpSp>
          <p:nvGrpSpPr>
            <p:cNvPr id="125" name="그룹 124">
              <a:extLst>
                <a:ext uri="{FF2B5EF4-FFF2-40B4-BE49-F238E27FC236}">
                  <a16:creationId xmlns:a16="http://schemas.microsoft.com/office/drawing/2014/main" id="{0BBC0A43-DF78-461B-8075-CD4B9140A9B0}"/>
                </a:ext>
              </a:extLst>
            </p:cNvPr>
            <p:cNvGrpSpPr/>
            <p:nvPr/>
          </p:nvGrpSpPr>
          <p:grpSpPr>
            <a:xfrm>
              <a:off x="3537012" y="5529064"/>
              <a:ext cx="2880320" cy="324000"/>
              <a:chOff x="5035441" y="8131278"/>
              <a:chExt cx="2602707" cy="328455"/>
            </a:xfrm>
          </p:grpSpPr>
          <p:sp>
            <p:nvSpPr>
              <p:cNvPr id="131" name="양쪽 모서리가 둥근 사각형 106">
                <a:extLst>
                  <a:ext uri="{FF2B5EF4-FFF2-40B4-BE49-F238E27FC236}">
                    <a16:creationId xmlns:a16="http://schemas.microsoft.com/office/drawing/2014/main" id="{02D50959-3167-4516-980B-BF7A8AA5CC95}"/>
                  </a:ext>
                </a:extLst>
              </p:cNvPr>
              <p:cNvSpPr/>
              <p:nvPr/>
            </p:nvSpPr>
            <p:spPr>
              <a:xfrm>
                <a:off x="5035441" y="8131278"/>
                <a:ext cx="2602418" cy="327731"/>
              </a:xfrm>
              <a:prstGeom prst="round2SameRect">
                <a:avLst>
                  <a:gd name="adj1" fmla="val 0"/>
                  <a:gd name="adj2" fmla="val 0"/>
                </a:avLst>
              </a:prstGeom>
              <a:solidFill>
                <a:srgbClr val="778AA5"/>
              </a:solidFill>
              <a:ln>
                <a:noFill/>
              </a:ln>
            </p:spPr>
            <p:txBody>
              <a:bodyPr wrap="none" anchor="ctr"/>
              <a:lstStyle/>
              <a:p>
                <a:pPr algn="ctr">
                  <a:lnSpc>
                    <a:spcPct val="120000"/>
                  </a:lnSpc>
                </a:pPr>
                <a:r>
                  <a:rPr lang="ko-KR" altLang="en-US" sz="1200">
                    <a:solidFill>
                      <a:prstClr val="white"/>
                    </a:solidFill>
                    <a:latin typeface="+mj-ea"/>
                  </a:rPr>
                  <a:t>수행 내역</a:t>
                </a:r>
              </a:p>
            </p:txBody>
          </p:sp>
          <p:sp>
            <p:nvSpPr>
              <p:cNvPr id="132" name="직각 삼각형 18">
                <a:extLst>
                  <a:ext uri="{FF2B5EF4-FFF2-40B4-BE49-F238E27FC236}">
                    <a16:creationId xmlns:a16="http://schemas.microsoft.com/office/drawing/2014/main" id="{10810A60-7DBD-4A1C-9E4E-2758FC516061}"/>
                  </a:ext>
                </a:extLst>
              </p:cNvPr>
              <p:cNvSpPr/>
              <p:nvPr/>
            </p:nvSpPr>
            <p:spPr>
              <a:xfrm rot="16200000" flipH="1">
                <a:off x="7344242" y="8165827"/>
                <a:ext cx="328454" cy="259358"/>
              </a:xfrm>
              <a:prstGeom prst="rtTriangle">
                <a:avLst/>
              </a:prstGeom>
              <a:gradFill flip="none" rotWithShape="1">
                <a:gsLst>
                  <a:gs pos="42000">
                    <a:srgbClr val="778AA5"/>
                  </a:gs>
                  <a:gs pos="100000">
                    <a:srgbClr val="212E37"/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latinLnBrk="0"/>
                <a:endParaRPr lang="ko-KR" altLang="en-US" sz="1100" spc="-50" dirty="0"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</a:endParaRPr>
              </a:p>
            </p:txBody>
          </p:sp>
          <p:sp>
            <p:nvSpPr>
              <p:cNvPr id="133" name="직각 삼각형 19">
                <a:extLst>
                  <a:ext uri="{FF2B5EF4-FFF2-40B4-BE49-F238E27FC236}">
                    <a16:creationId xmlns:a16="http://schemas.microsoft.com/office/drawing/2014/main" id="{FBFE2E38-B64D-4122-9022-E9924AD6AECD}"/>
                  </a:ext>
                </a:extLst>
              </p:cNvPr>
              <p:cNvSpPr/>
              <p:nvPr/>
            </p:nvSpPr>
            <p:spPr>
              <a:xfrm rot="5400000">
                <a:off x="5000894" y="8165826"/>
                <a:ext cx="328454" cy="259358"/>
              </a:xfrm>
              <a:prstGeom prst="rtTriangle">
                <a:avLst/>
              </a:prstGeom>
              <a:gradFill flip="none" rotWithShape="1">
                <a:gsLst>
                  <a:gs pos="42000">
                    <a:srgbClr val="778AA5"/>
                  </a:gs>
                  <a:gs pos="100000">
                    <a:srgbClr val="212E37"/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1100" spc="-50" dirty="0"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</a:endParaRPr>
              </a:p>
            </p:txBody>
          </p:sp>
        </p:grpSp>
      </p:grpSp>
      <p:sp>
        <p:nvSpPr>
          <p:cNvPr id="130" name="직사각형 129"/>
          <p:cNvSpPr/>
          <p:nvPr/>
        </p:nvSpPr>
        <p:spPr>
          <a:xfrm>
            <a:off x="438671" y="4122502"/>
            <a:ext cx="1908000" cy="675654"/>
          </a:xfrm>
          <a:prstGeom prst="rect">
            <a:avLst/>
          </a:prstGeom>
        </p:spPr>
        <p:txBody>
          <a:bodyPr wrap="square" lIns="36000" tIns="54000" rIns="36000" bIns="36000" anchor="t">
            <a:spAutoFit/>
          </a:bodyPr>
          <a:lstStyle/>
          <a:p>
            <a:pPr marL="90000" lvl="2" indent="-90000" defTabSz="914400" fontAlgn="base">
              <a:lnSpc>
                <a:spcPct val="110000"/>
              </a:lnSpc>
              <a:spcBef>
                <a:spcPct val="0"/>
              </a:spcBef>
              <a:spcAft>
                <a:spcPts val="300"/>
              </a:spcAft>
              <a:buClr>
                <a:schemeClr val="tx1">
                  <a:lumMod val="75000"/>
                  <a:lumOff val="25000"/>
                </a:schemeClr>
              </a:buClr>
              <a:buSzPct val="90000"/>
              <a:buFont typeface="Arial" pitchFamily="34" charset="0"/>
              <a:buChar char="•"/>
            </a:pPr>
            <a:r>
              <a:rPr kumimoji="1" lang="ko-KR" altLang="en-US" sz="10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체계 규격 형상 항목</a:t>
            </a:r>
            <a:endParaRPr kumimoji="1" lang="en-US" altLang="ko-KR" sz="100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marL="90000" lvl="2" indent="-90000" defTabSz="914400" fontAlgn="base">
              <a:lnSpc>
                <a:spcPct val="110000"/>
              </a:lnSpc>
              <a:spcBef>
                <a:spcPct val="0"/>
              </a:spcBef>
              <a:spcAft>
                <a:spcPts val="300"/>
              </a:spcAft>
              <a:buClr>
                <a:schemeClr val="tx1">
                  <a:lumMod val="75000"/>
                  <a:lumOff val="25000"/>
                </a:schemeClr>
              </a:buClr>
              <a:buSzPct val="90000"/>
              <a:buFont typeface="Arial" pitchFamily="34" charset="0"/>
              <a:buChar char="•"/>
            </a:pPr>
            <a:r>
              <a:rPr kumimoji="1" lang="ko-KR" altLang="en-US" sz="10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형상 항목 간 인터페이스</a:t>
            </a:r>
            <a:endParaRPr kumimoji="1" lang="en-US" altLang="ko-KR" sz="100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marL="90000" lvl="2" indent="-90000" defTabSz="914400" fontAlgn="base">
              <a:lnSpc>
                <a:spcPct val="110000"/>
              </a:lnSpc>
              <a:spcBef>
                <a:spcPct val="0"/>
              </a:spcBef>
              <a:spcAft>
                <a:spcPts val="300"/>
              </a:spcAft>
              <a:buClr>
                <a:schemeClr val="tx1">
                  <a:lumMod val="75000"/>
                  <a:lumOff val="25000"/>
                </a:schemeClr>
              </a:buClr>
              <a:buSzPct val="90000"/>
              <a:buFont typeface="Arial" pitchFamily="34" charset="0"/>
              <a:buChar char="•"/>
            </a:pPr>
            <a:r>
              <a:rPr kumimoji="1" lang="ko-KR" altLang="en-US" sz="10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하부 체계 간 연동 기능 및 성능</a:t>
            </a:r>
          </a:p>
        </p:txBody>
      </p:sp>
      <p:sp>
        <p:nvSpPr>
          <p:cNvPr id="136" name="직사각형 135"/>
          <p:cNvSpPr/>
          <p:nvPr/>
        </p:nvSpPr>
        <p:spPr>
          <a:xfrm>
            <a:off x="2475000" y="4122502"/>
            <a:ext cx="1908000" cy="675654"/>
          </a:xfrm>
          <a:prstGeom prst="rect">
            <a:avLst/>
          </a:prstGeom>
        </p:spPr>
        <p:txBody>
          <a:bodyPr wrap="square" lIns="36000" tIns="54000" rIns="36000" bIns="36000" anchor="t">
            <a:spAutoFit/>
          </a:bodyPr>
          <a:lstStyle/>
          <a:p>
            <a:pPr marL="90000" lvl="2" indent="-90000" defTabSz="914400" fontAlgn="base">
              <a:lnSpc>
                <a:spcPct val="110000"/>
              </a:lnSpc>
              <a:spcBef>
                <a:spcPct val="0"/>
              </a:spcBef>
              <a:spcAft>
                <a:spcPts val="300"/>
              </a:spcAft>
              <a:buClr>
                <a:schemeClr val="tx1">
                  <a:lumMod val="75000"/>
                  <a:lumOff val="25000"/>
                </a:schemeClr>
              </a:buClr>
              <a:buSzPct val="90000"/>
              <a:buFont typeface="Arial" pitchFamily="34" charset="0"/>
              <a:buChar char="•"/>
            </a:pPr>
            <a:r>
              <a:rPr kumimoji="1" lang="ko-KR" altLang="en-US" sz="10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시험 환경 사전 시험 대비 필요</a:t>
            </a:r>
            <a:endParaRPr kumimoji="1" lang="en-US" altLang="ko-KR" sz="100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marL="90000" lvl="2" indent="-90000" defTabSz="914400" fontAlgn="base">
              <a:lnSpc>
                <a:spcPct val="110000"/>
              </a:lnSpc>
              <a:spcBef>
                <a:spcPct val="0"/>
              </a:spcBef>
              <a:spcAft>
                <a:spcPts val="300"/>
              </a:spcAft>
              <a:buClr>
                <a:schemeClr val="tx1">
                  <a:lumMod val="75000"/>
                  <a:lumOff val="25000"/>
                </a:schemeClr>
              </a:buClr>
              <a:buSzPct val="90000"/>
              <a:buFont typeface="Arial" pitchFamily="34" charset="0"/>
              <a:buChar char="•"/>
            </a:pPr>
            <a:r>
              <a:rPr kumimoji="1" lang="ko-KR" altLang="en-US" sz="10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개발</a:t>
            </a:r>
            <a:r>
              <a:rPr kumimoji="1" lang="en-US" altLang="ko-KR" sz="10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/</a:t>
            </a:r>
            <a:r>
              <a:rPr kumimoji="1" lang="ko-KR" altLang="en-US" sz="10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운용 시험 방안 강구</a:t>
            </a:r>
          </a:p>
          <a:p>
            <a:pPr marL="90000" lvl="2" indent="-90000" defTabSz="914400" fontAlgn="base">
              <a:lnSpc>
                <a:spcPct val="110000"/>
              </a:lnSpc>
              <a:spcBef>
                <a:spcPct val="0"/>
              </a:spcBef>
              <a:spcAft>
                <a:spcPts val="300"/>
              </a:spcAft>
              <a:buClr>
                <a:schemeClr val="tx1">
                  <a:lumMod val="75000"/>
                  <a:lumOff val="25000"/>
                </a:schemeClr>
              </a:buClr>
              <a:buSzPct val="90000"/>
              <a:buFont typeface="Arial" pitchFamily="34" charset="0"/>
              <a:buChar char="•"/>
            </a:pPr>
            <a:r>
              <a:rPr kumimoji="1" lang="ko-KR" altLang="en-US" sz="10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시험기간 고려할 시험 항목 식별</a:t>
            </a:r>
          </a:p>
        </p:txBody>
      </p:sp>
      <p:sp>
        <p:nvSpPr>
          <p:cNvPr id="140" name="직사각형 139"/>
          <p:cNvSpPr/>
          <p:nvPr/>
        </p:nvSpPr>
        <p:spPr>
          <a:xfrm>
            <a:off x="4509120" y="4122502"/>
            <a:ext cx="1908000" cy="637182"/>
          </a:xfrm>
          <a:prstGeom prst="rect">
            <a:avLst/>
          </a:prstGeom>
        </p:spPr>
        <p:txBody>
          <a:bodyPr wrap="square" lIns="36000" tIns="54000" rIns="36000" bIns="36000" anchor="t">
            <a:spAutoFit/>
          </a:bodyPr>
          <a:lstStyle/>
          <a:p>
            <a:pPr marL="90000" lvl="2" indent="-90000" defTabSz="914400" fontAlgn="base">
              <a:lnSpc>
                <a:spcPct val="110000"/>
              </a:lnSpc>
              <a:spcBef>
                <a:spcPct val="0"/>
              </a:spcBef>
              <a:spcAft>
                <a:spcPts val="300"/>
              </a:spcAft>
              <a:buClr>
                <a:schemeClr val="tx1">
                  <a:lumMod val="75000"/>
                  <a:lumOff val="25000"/>
                </a:schemeClr>
              </a:buClr>
              <a:buSzPct val="90000"/>
              <a:buFont typeface="Arial" pitchFamily="34" charset="0"/>
              <a:buChar char="•"/>
            </a:pPr>
            <a:r>
              <a:rPr kumimoji="1" lang="ko-KR" altLang="en-US" sz="10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개발사화 협의하여 장소 결정</a:t>
            </a:r>
            <a:endParaRPr kumimoji="1" lang="en-US" altLang="ko-KR" sz="100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marL="90000" lvl="2" indent="-90000" defTabSz="914400" fontAlgn="base">
              <a:lnSpc>
                <a:spcPct val="110000"/>
              </a:lnSpc>
              <a:spcBef>
                <a:spcPct val="0"/>
              </a:spcBef>
              <a:spcAft>
                <a:spcPts val="300"/>
              </a:spcAft>
              <a:buClr>
                <a:schemeClr val="tx1">
                  <a:lumMod val="75000"/>
                  <a:lumOff val="25000"/>
                </a:schemeClr>
              </a:buClr>
              <a:buSzPct val="90000"/>
              <a:buFont typeface="Arial" pitchFamily="34" charset="0"/>
              <a:buChar char="•"/>
            </a:pPr>
            <a:r>
              <a:rPr kumimoji="1" lang="ko-KR" altLang="en-US" sz="10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개발 조직의 일정한 공간을 활용하여 테스트베드를 설치</a:t>
            </a:r>
          </a:p>
        </p:txBody>
      </p:sp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C11FCCCB-7A98-4076-B23F-D9A3B2F0250E}"/>
              </a:ext>
            </a:extLst>
          </p:cNvPr>
          <p:cNvSpPr/>
          <p:nvPr/>
        </p:nvSpPr>
        <p:spPr>
          <a:xfrm>
            <a:off x="682577" y="3322253"/>
            <a:ext cx="5298494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/>
          <a:p>
            <a:pPr marL="0" lvl="2" algn="ctr" defTabSz="879475" eaLnBrk="0" fontAlgn="ctr" hangingPunct="0">
              <a:spcAft>
                <a:spcPts val="100"/>
              </a:spcAft>
              <a:buClr>
                <a:srgbClr val="D08B51"/>
              </a:buClr>
              <a:buSzPct val="80000"/>
              <a:defRPr/>
            </a:pPr>
            <a:r>
              <a:rPr lang="ko-KR" altLang="en-US" sz="100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</a:rPr>
              <a:t>개발체계에서의 통합 수준</a:t>
            </a:r>
            <a:r>
              <a:rPr lang="en-US" altLang="ko-KR" sz="100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</a:rPr>
              <a:t>, </a:t>
            </a:r>
            <a:r>
              <a:rPr lang="ko-KR" altLang="en-US" sz="100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</a:rPr>
              <a:t>기능</a:t>
            </a:r>
            <a:r>
              <a:rPr lang="en-US" altLang="ko-KR" sz="100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</a:rPr>
              <a:t>, </a:t>
            </a:r>
            <a:r>
              <a:rPr lang="ko-KR" altLang="en-US" sz="100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</a:rPr>
              <a:t>성능</a:t>
            </a:r>
            <a:r>
              <a:rPr lang="en-US" altLang="ko-KR" sz="100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</a:rPr>
              <a:t>, </a:t>
            </a:r>
            <a:r>
              <a:rPr lang="ko-KR" altLang="en-US" sz="100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</a:rPr>
              <a:t>규격에 대한 </a:t>
            </a:r>
            <a:r>
              <a:rPr lang="ko-KR" altLang="en-US" sz="1000">
                <a:solidFill>
                  <a:srgbClr val="0070C0"/>
                </a:solidFill>
                <a:latin typeface="+mn-ea"/>
              </a:rPr>
              <a:t>검증과 체계 구조의 </a:t>
            </a:r>
            <a:r>
              <a:rPr lang="en-US" altLang="ko-KR" sz="1000">
                <a:solidFill>
                  <a:srgbClr val="0070C0"/>
                </a:solidFill>
                <a:latin typeface="+mj-ea"/>
                <a:ea typeface="+mj-ea"/>
              </a:rPr>
              <a:t>“</a:t>
            </a:r>
            <a:r>
              <a:rPr lang="ko-KR" altLang="en-US" sz="1000">
                <a:solidFill>
                  <a:srgbClr val="0070C0"/>
                </a:solidFill>
                <a:latin typeface="+mj-ea"/>
                <a:ea typeface="+mj-ea"/>
              </a:rPr>
              <a:t>설계 요구사항 만족 여부 확인</a:t>
            </a:r>
            <a:r>
              <a:rPr lang="en-US" altLang="ko-KR" sz="1000">
                <a:solidFill>
                  <a:srgbClr val="0070C0"/>
                </a:solidFill>
                <a:latin typeface="+mj-ea"/>
                <a:ea typeface="+mj-ea"/>
              </a:rPr>
              <a:t>”</a:t>
            </a:r>
            <a:endParaRPr lang="ko-KR" altLang="en-US" sz="1000">
              <a:solidFill>
                <a:srgbClr val="0070C0"/>
              </a:solidFill>
              <a:latin typeface="+mj-ea"/>
              <a:ea typeface="+mj-ea"/>
            </a:endParaRPr>
          </a:p>
        </p:txBody>
      </p:sp>
      <p:pic>
        <p:nvPicPr>
          <p:cNvPr id="161" name="그림 160">
            <a:extLst>
              <a:ext uri="{FF2B5EF4-FFF2-40B4-BE49-F238E27FC236}">
                <a16:creationId xmlns:a16="http://schemas.microsoft.com/office/drawing/2014/main" id="{35372D54-4CB2-4125-B9E7-20C314120255}"/>
              </a:ext>
            </a:extLst>
          </p:cNvPr>
          <p:cNvPicPr preferRelativeResize="0">
            <a:picLocks/>
          </p:cNvPicPr>
          <p:nvPr/>
        </p:nvPicPr>
        <p:blipFill>
          <a:blip r:embed="rId3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3357297" y="2001307"/>
            <a:ext cx="143409" cy="5976000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B9063C92-17F4-49D2-A97D-C040B4E12B1E}"/>
              </a:ext>
            </a:extLst>
          </p:cNvPr>
          <p:cNvGrpSpPr/>
          <p:nvPr/>
        </p:nvGrpSpPr>
        <p:grpSpPr>
          <a:xfrm>
            <a:off x="2463636" y="2904637"/>
            <a:ext cx="2009460" cy="392179"/>
            <a:chOff x="2463636" y="2904637"/>
            <a:chExt cx="2009460" cy="392179"/>
          </a:xfrm>
        </p:grpSpPr>
        <p:sp>
          <p:nvSpPr>
            <p:cNvPr id="163" name="자유형 192">
              <a:extLst>
                <a:ext uri="{FF2B5EF4-FFF2-40B4-BE49-F238E27FC236}">
                  <a16:creationId xmlns:a16="http://schemas.microsoft.com/office/drawing/2014/main" id="{52690D55-84BC-421B-B8DD-562BE605F028}"/>
                </a:ext>
              </a:extLst>
            </p:cNvPr>
            <p:cNvSpPr/>
            <p:nvPr/>
          </p:nvSpPr>
          <p:spPr>
            <a:xfrm flipH="1">
              <a:off x="3414690" y="3180890"/>
              <a:ext cx="100781" cy="115926"/>
            </a:xfrm>
            <a:custGeom>
              <a:avLst/>
              <a:gdLst>
                <a:gd name="connsiteX0" fmla="*/ 0 w 61912"/>
                <a:gd name="connsiteY0" fmla="*/ 14287 h 73818"/>
                <a:gd name="connsiteX1" fmla="*/ 28575 w 61912"/>
                <a:gd name="connsiteY1" fmla="*/ 73818 h 73818"/>
                <a:gd name="connsiteX2" fmla="*/ 61912 w 61912"/>
                <a:gd name="connsiteY2" fmla="*/ 0 h 73818"/>
                <a:gd name="connsiteX3" fmla="*/ 0 w 61912"/>
                <a:gd name="connsiteY3" fmla="*/ 14287 h 73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12" h="73818">
                  <a:moveTo>
                    <a:pt x="0" y="14287"/>
                  </a:moveTo>
                  <a:lnTo>
                    <a:pt x="28575" y="73818"/>
                  </a:lnTo>
                  <a:lnTo>
                    <a:pt x="61912" y="0"/>
                  </a:lnTo>
                  <a:lnTo>
                    <a:pt x="0" y="14287"/>
                  </a:lnTo>
                  <a:close/>
                </a:path>
              </a:pathLst>
            </a:custGeom>
            <a:solidFill>
              <a:srgbClr val="0070C0"/>
            </a:solidFill>
            <a:ln w="19050">
              <a:noFill/>
            </a:ln>
            <a:effectLst/>
          </p:spPr>
          <p:txBody>
            <a:bodyPr wrap="none" lIns="36000" tIns="36000" rIns="36000" bIns="36000" anchor="ctr"/>
            <a:lstStyle/>
            <a:p>
              <a:pPr algn="ctr">
                <a:buFont typeface="Wingdings" pitchFamily="2" charset="2"/>
                <a:buNone/>
                <a:tabLst>
                  <a:tab pos="914400" algn="l"/>
                  <a:tab pos="7315200" algn="r"/>
                </a:tabLst>
              </a:pPr>
              <a:endParaRPr lang="ko-KR" altLang="en-US" sz="1200" dirty="0">
                <a:ln>
                  <a:solidFill>
                    <a:srgbClr val="BAC4D3">
                      <a:alpha val="0"/>
                    </a:srgbClr>
                  </a:solidFill>
                </a:ln>
                <a:solidFill>
                  <a:schemeClr val="bg1"/>
                </a:solidFill>
                <a:latin typeface="Pretendard" panose="02000503000000020004" pitchFamily="50" charset="-127"/>
                <a:ea typeface="Pretendard SemiBold" panose="02000703000000020004" pitchFamily="50" charset="-127"/>
              </a:endParaRPr>
            </a:p>
          </p:txBody>
        </p:sp>
        <p:sp>
          <p:nvSpPr>
            <p:cNvPr id="164" name="모서리가 둥근 직사각형 193">
              <a:extLst>
                <a:ext uri="{FF2B5EF4-FFF2-40B4-BE49-F238E27FC236}">
                  <a16:creationId xmlns:a16="http://schemas.microsoft.com/office/drawing/2014/main" id="{225E83ED-10A7-4045-8692-426C144D112B}"/>
                </a:ext>
              </a:extLst>
            </p:cNvPr>
            <p:cNvSpPr/>
            <p:nvPr/>
          </p:nvSpPr>
          <p:spPr>
            <a:xfrm>
              <a:off x="2463636" y="2904637"/>
              <a:ext cx="2002889" cy="31600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9050" cap="flat" cmpd="sng" algn="ctr">
              <a:solidFill>
                <a:srgbClr val="0070C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square" lIns="36000" tIns="36000" rIns="36000" bIns="3600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14400" fontAlgn="base" latinLnBrk="1">
                <a:spcBef>
                  <a:spcPct val="50000"/>
                </a:spcBef>
                <a:spcAft>
                  <a:spcPct val="0"/>
                </a:spcAft>
              </a:pPr>
              <a:r>
                <a:rPr kumimoji="1" lang="ko-KR" altLang="en-US" sz="1100" kern="0">
                  <a:solidFill>
                    <a:prstClr val="black"/>
                  </a:solidFill>
                  <a:latin typeface="+mj-ea"/>
                  <a:ea typeface="+mj-ea"/>
                </a:rPr>
                <a:t>통합 테스트 시험목표</a:t>
              </a:r>
            </a:p>
          </p:txBody>
        </p:sp>
        <p:cxnSp>
          <p:nvCxnSpPr>
            <p:cNvPr id="176" name="직선 연결선 175">
              <a:extLst>
                <a:ext uri="{FF2B5EF4-FFF2-40B4-BE49-F238E27FC236}">
                  <a16:creationId xmlns:a16="http://schemas.microsoft.com/office/drawing/2014/main" id="{F9C7FAFE-8F85-4EC3-95DD-A15CDE60C56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93096" y="3062637"/>
              <a:ext cx="180000" cy="0"/>
            </a:xfrm>
            <a:prstGeom prst="line">
              <a:avLst/>
            </a:prstGeom>
            <a:ln w="12700">
              <a:solidFill>
                <a:srgbClr val="0070C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직선 연결선 176">
              <a:extLst>
                <a:ext uri="{FF2B5EF4-FFF2-40B4-BE49-F238E27FC236}">
                  <a16:creationId xmlns:a16="http://schemas.microsoft.com/office/drawing/2014/main" id="{6099BF07-8A6A-44C2-8D2B-86E0F010589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63636" y="3062637"/>
              <a:ext cx="180000" cy="0"/>
            </a:xfrm>
            <a:prstGeom prst="line">
              <a:avLst/>
            </a:prstGeom>
            <a:ln w="12700">
              <a:solidFill>
                <a:srgbClr val="0070C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C7DA61EF-87B0-B7AC-D49B-5259D7B72258}"/>
              </a:ext>
            </a:extLst>
          </p:cNvPr>
          <p:cNvSpPr txBox="1"/>
          <p:nvPr/>
        </p:nvSpPr>
        <p:spPr>
          <a:xfrm>
            <a:off x="1667082" y="503378"/>
            <a:ext cx="1402628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defTabSz="987095"/>
            <a:r>
              <a:rPr lang="en-US" altLang="ko-KR" sz="800" spc="-54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Ⅳ  </a:t>
            </a:r>
            <a:r>
              <a:rPr lang="ko-KR" altLang="en-US" sz="800" spc="-54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프로젝트 관리  </a:t>
            </a:r>
            <a:r>
              <a:rPr lang="en-US" altLang="ko-KR" sz="800" spc="-54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&gt;  2. </a:t>
            </a:r>
            <a:r>
              <a:rPr lang="ko-KR" altLang="en-US" sz="800" spc="-54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품질 요구사항</a:t>
            </a:r>
          </a:p>
        </p:txBody>
      </p:sp>
      <p:sp>
        <p:nvSpPr>
          <p:cNvPr id="60" name="모서리가 둥근 직사각형 68">
            <a:extLst>
              <a:ext uri="{FF2B5EF4-FFF2-40B4-BE49-F238E27FC236}">
                <a16:creationId xmlns:a16="http://schemas.microsoft.com/office/drawing/2014/main" id="{E4BB2F3C-BA6A-4F96-A14B-392BC70A888C}"/>
              </a:ext>
            </a:extLst>
          </p:cNvPr>
          <p:cNvSpPr/>
          <p:nvPr/>
        </p:nvSpPr>
        <p:spPr bwMode="auto">
          <a:xfrm>
            <a:off x="2479878" y="3718072"/>
            <a:ext cx="1908000" cy="324000"/>
          </a:xfrm>
          <a:prstGeom prst="rect">
            <a:avLst/>
          </a:prstGeom>
          <a:noFill/>
          <a:ln w="12700" cap="flat" cmpd="sng" algn="ctr">
            <a:solidFill>
              <a:srgbClr val="0099CC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algn="ctr" defTabSz="914400" fontAlgn="base" latinLnBrk="1">
              <a:spcBef>
                <a:spcPct val="50000"/>
              </a:spcBef>
              <a:spcAft>
                <a:spcPct val="0"/>
              </a:spcAft>
            </a:pPr>
            <a:r>
              <a:rPr kumimoji="1" lang="ko-KR" altLang="en-US" sz="1100" kern="0">
                <a:solidFill>
                  <a:prstClr val="black"/>
                </a:solidFill>
                <a:latin typeface="+mj-ea"/>
                <a:ea typeface="+mj-ea"/>
              </a:rPr>
              <a:t>가정 및 제한 사항</a:t>
            </a:r>
          </a:p>
        </p:txBody>
      </p:sp>
      <p:sp>
        <p:nvSpPr>
          <p:cNvPr id="61" name="모서리가 둥근 직사각형 69">
            <a:extLst>
              <a:ext uri="{FF2B5EF4-FFF2-40B4-BE49-F238E27FC236}">
                <a16:creationId xmlns:a16="http://schemas.microsoft.com/office/drawing/2014/main" id="{1FFD098A-3D91-4D70-B93C-FE3F7BB284FB}"/>
              </a:ext>
            </a:extLst>
          </p:cNvPr>
          <p:cNvSpPr/>
          <p:nvPr/>
        </p:nvSpPr>
        <p:spPr bwMode="auto">
          <a:xfrm>
            <a:off x="450637" y="3718072"/>
            <a:ext cx="1908000" cy="324000"/>
          </a:xfrm>
          <a:prstGeom prst="rect">
            <a:avLst/>
          </a:prstGeom>
          <a:noFill/>
          <a:ln w="12700" cap="flat" cmpd="sng" algn="ctr">
            <a:solidFill>
              <a:srgbClr val="69ADB3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algn="ctr" defTabSz="914400" fontAlgn="base" latinLnBrk="1">
              <a:spcBef>
                <a:spcPct val="50000"/>
              </a:spcBef>
              <a:spcAft>
                <a:spcPct val="0"/>
              </a:spcAft>
            </a:pPr>
            <a:r>
              <a:rPr kumimoji="1" lang="ko-KR" altLang="en-US" sz="1100" kern="0">
                <a:solidFill>
                  <a:prstClr val="black"/>
                </a:solidFill>
                <a:latin typeface="+mj-ea"/>
                <a:ea typeface="+mj-ea"/>
              </a:rPr>
              <a:t>시험대상 및  범위</a:t>
            </a:r>
          </a:p>
        </p:txBody>
      </p:sp>
      <p:sp>
        <p:nvSpPr>
          <p:cNvPr id="62" name="모서리가 둥근 직사각형 70">
            <a:extLst>
              <a:ext uri="{FF2B5EF4-FFF2-40B4-BE49-F238E27FC236}">
                <a16:creationId xmlns:a16="http://schemas.microsoft.com/office/drawing/2014/main" id="{2AC9F6E6-7A53-40E6-B167-883A2D8852D6}"/>
              </a:ext>
            </a:extLst>
          </p:cNvPr>
          <p:cNvSpPr/>
          <p:nvPr/>
        </p:nvSpPr>
        <p:spPr bwMode="auto">
          <a:xfrm>
            <a:off x="4509120" y="3718072"/>
            <a:ext cx="1908000" cy="324000"/>
          </a:xfrm>
          <a:prstGeom prst="rect">
            <a:avLst/>
          </a:prstGeom>
          <a:noFill/>
          <a:ln w="12700" cap="flat" cmpd="sng" algn="ctr">
            <a:solidFill>
              <a:srgbClr val="0082B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algn="ctr" defTabSz="914400" fontAlgn="base" latinLnBrk="1">
              <a:spcBef>
                <a:spcPct val="50000"/>
              </a:spcBef>
              <a:spcAft>
                <a:spcPct val="0"/>
              </a:spcAft>
            </a:pPr>
            <a:r>
              <a:rPr kumimoji="1" lang="ko-KR" altLang="en-US" sz="1100" kern="0" dirty="0">
                <a:solidFill>
                  <a:prstClr val="black"/>
                </a:solidFill>
                <a:latin typeface="+mj-ea"/>
                <a:ea typeface="+mj-ea"/>
              </a:rPr>
              <a:t>시험 장소</a:t>
            </a:r>
          </a:p>
        </p:txBody>
      </p:sp>
    </p:spTree>
    <p:extLst>
      <p:ext uri="{BB962C8B-B14F-4D97-AF65-F5344CB8AC3E}">
        <p14:creationId xmlns:p14="http://schemas.microsoft.com/office/powerpoint/2010/main" val="206116211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제목 89"/>
          <p:cNvSpPr>
            <a:spLocks noGrp="1"/>
          </p:cNvSpPr>
          <p:nvPr>
            <p:ph type="title"/>
          </p:nvPr>
        </p:nvSpPr>
        <p:spPr>
          <a:xfrm>
            <a:off x="512676" y="1064568"/>
            <a:ext cx="1461989" cy="199285"/>
          </a:xfrm>
          <a:prstGeom prst="rect">
            <a:avLst/>
          </a:prstGeom>
          <a:noFill/>
        </p:spPr>
        <p:txBody>
          <a:bodyPr wrap="none" lIns="108000" tIns="0" rIns="0" bIns="0" anchor="ctr">
            <a:spAutoFit/>
          </a:bodyPr>
          <a:lstStyle/>
          <a:p>
            <a:r>
              <a:rPr lang="en-US" altLang="ko-KR" dirty="0"/>
              <a:t>3.1</a:t>
            </a:r>
            <a:r>
              <a:rPr lang="en-US" altLang="ko-KR" sz="1400" dirty="0">
                <a:latin typeface="+mj-lt"/>
                <a:cs typeface="+mj-cs"/>
              </a:rPr>
              <a:t> </a:t>
            </a:r>
            <a:r>
              <a:rPr lang="ko-KR" altLang="en-US" sz="1400" dirty="0">
                <a:latin typeface="+mj-lt"/>
                <a:cs typeface="+mj-cs"/>
              </a:rPr>
              <a:t>문서 승인 절차</a:t>
            </a:r>
          </a:p>
        </p:txBody>
      </p:sp>
      <p:graphicFrame>
        <p:nvGraphicFramePr>
          <p:cNvPr id="44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2678375"/>
              </p:ext>
            </p:extLst>
          </p:nvPr>
        </p:nvGraphicFramePr>
        <p:xfrm>
          <a:off x="440669" y="4189651"/>
          <a:ext cx="5976000" cy="3504641"/>
        </p:xfrm>
        <a:graphic>
          <a:graphicData uri="http://schemas.openxmlformats.org/drawingml/2006/table">
            <a:tbl>
              <a:tblPr/>
              <a:tblGrid>
                <a:gridCol w="149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9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94000">
                  <a:extLst>
                    <a:ext uri="{9D8B030D-6E8A-4147-A177-3AD203B41FA5}">
                      <a16:colId xmlns:a16="http://schemas.microsoft.com/office/drawing/2014/main" val="1109571039"/>
                    </a:ext>
                  </a:extLst>
                </a:gridCol>
                <a:gridCol w="149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3429"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9pPr>
                    </a:lstStyle>
                    <a:p>
                      <a:pPr marL="533400" marR="0" lvl="0" indent="-5334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400"/>
                        </a:spcAft>
                        <a:buClr>
                          <a:srgbClr val="666633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발주기관</a:t>
                      </a: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9pPr>
                    </a:lstStyle>
                    <a:p>
                      <a:pPr marL="533400" marR="0" lvl="0" indent="-5334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400"/>
                        </a:spcAft>
                        <a:buClr>
                          <a:srgbClr val="666633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프로젝트팀</a:t>
                      </a: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342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9pPr>
                    </a:lstStyle>
                    <a:p>
                      <a:pPr marL="533400" marR="0" lvl="0" indent="-5334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400"/>
                        </a:spcAft>
                        <a:buClr>
                          <a:srgbClr val="666633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프로젝트 관리자</a:t>
                      </a: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F5FB"/>
                    </a:solidFill>
                  </a:tcPr>
                </a:tc>
                <a:tc>
                  <a:txBody>
                    <a:bodyPr/>
                    <a:lstStyle/>
                    <a:p>
                      <a:pPr marL="533400" marR="0" lvl="0" indent="-5334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400"/>
                        </a:spcAft>
                        <a:buClr>
                          <a:srgbClr val="666633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사업관리</a:t>
                      </a:r>
                      <a:endParaRPr kumimoji="1" lang="en-US" altLang="ko-KR" sz="10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F5F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산돌고딕 L"/>
                          <a:ea typeface="산돌고딕 L"/>
                        </a:defRPr>
                      </a:lvl9pPr>
                    </a:lstStyle>
                    <a:p>
                      <a:pPr marL="533400" marR="0" lvl="0" indent="-5334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400"/>
                        </a:spcAft>
                        <a:buClr>
                          <a:srgbClr val="666633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각 파트</a:t>
                      </a:r>
                      <a:endParaRPr kumimoji="1" lang="en-US" altLang="ko-KR" sz="10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57783"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cxnSp>
        <p:nvCxnSpPr>
          <p:cNvPr id="87" name="AutoShape 29"/>
          <p:cNvCxnSpPr>
            <a:cxnSpLocks noChangeShapeType="1"/>
            <a:stCxn id="86" idx="1"/>
            <a:endCxn id="85" idx="3"/>
          </p:cNvCxnSpPr>
          <p:nvPr/>
        </p:nvCxnSpPr>
        <p:spPr bwMode="auto">
          <a:xfrm flipH="1">
            <a:off x="4582342" y="6493083"/>
            <a:ext cx="650979" cy="0"/>
          </a:xfrm>
          <a:prstGeom prst="straightConnector1">
            <a:avLst/>
          </a:prstGeom>
          <a:noFill/>
          <a:ln w="12700">
            <a:solidFill>
              <a:srgbClr val="4E6485"/>
            </a:solidFill>
            <a:miter lim="800000"/>
            <a:headEnd type="none" w="med" len="med"/>
            <a:tailEnd type="triangle" w="med" len="med"/>
          </a:ln>
        </p:spPr>
      </p:cxnSp>
      <p:cxnSp>
        <p:nvCxnSpPr>
          <p:cNvPr id="88" name="AutoShape 30"/>
          <p:cNvCxnSpPr>
            <a:cxnSpLocks noChangeShapeType="1"/>
            <a:stCxn id="85" idx="1"/>
            <a:endCxn id="84" idx="1"/>
          </p:cNvCxnSpPr>
          <p:nvPr/>
        </p:nvCxnSpPr>
        <p:spPr bwMode="auto">
          <a:xfrm flipH="1">
            <a:off x="3068412" y="6493083"/>
            <a:ext cx="650935" cy="0"/>
          </a:xfrm>
          <a:prstGeom prst="straightConnector1">
            <a:avLst/>
          </a:prstGeom>
          <a:noFill/>
          <a:ln w="12700">
            <a:solidFill>
              <a:srgbClr val="4E6485"/>
            </a:solidFill>
            <a:miter lim="800000"/>
            <a:headEnd type="none" w="med" len="med"/>
            <a:tailEnd type="triangle" w="med" len="med"/>
          </a:ln>
        </p:spPr>
      </p:cxnSp>
      <p:sp>
        <p:nvSpPr>
          <p:cNvPr id="89" name="AutoShape 31"/>
          <p:cNvSpPr>
            <a:spLocks noChangeArrowheads="1"/>
          </p:cNvSpPr>
          <p:nvPr/>
        </p:nvSpPr>
        <p:spPr bwMode="auto">
          <a:xfrm>
            <a:off x="4149080" y="5735871"/>
            <a:ext cx="415677" cy="153233"/>
          </a:xfrm>
          <a:prstGeom prst="roundRect">
            <a:avLst>
              <a:gd name="adj" fmla="val 16667"/>
            </a:avLst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 algn="just" eaLnBrk="0" hangingPunct="0"/>
            <a:r>
              <a:rPr lang="ko-KR" altLang="en-US" sz="900">
                <a:solidFill>
                  <a:prstClr val="black"/>
                </a:solidFill>
                <a:latin typeface="+mn-ea"/>
              </a:rPr>
              <a:t>보완요구</a:t>
            </a:r>
          </a:p>
        </p:txBody>
      </p:sp>
      <p:sp>
        <p:nvSpPr>
          <p:cNvPr id="91" name="AutoShape 32"/>
          <p:cNvSpPr>
            <a:spLocks noChangeArrowheads="1"/>
          </p:cNvSpPr>
          <p:nvPr/>
        </p:nvSpPr>
        <p:spPr bwMode="auto">
          <a:xfrm>
            <a:off x="3511649" y="6311935"/>
            <a:ext cx="205383" cy="153233"/>
          </a:xfrm>
          <a:prstGeom prst="roundRect">
            <a:avLst>
              <a:gd name="adj" fmla="val 16667"/>
            </a:avLst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 algn="just" eaLnBrk="0" hangingPunct="0"/>
            <a:r>
              <a:rPr lang="en-US" altLang="ko-KR" sz="900">
                <a:solidFill>
                  <a:prstClr val="black"/>
                </a:solidFill>
                <a:latin typeface="+mn-ea"/>
              </a:rPr>
              <a:t>Yes</a:t>
            </a:r>
          </a:p>
        </p:txBody>
      </p:sp>
      <p:cxnSp>
        <p:nvCxnSpPr>
          <p:cNvPr id="93" name="AutoShape 34"/>
          <p:cNvCxnSpPr>
            <a:cxnSpLocks noChangeShapeType="1"/>
            <a:stCxn id="92" idx="2"/>
            <a:endCxn id="86" idx="0"/>
          </p:cNvCxnSpPr>
          <p:nvPr/>
        </p:nvCxnSpPr>
        <p:spPr bwMode="auto">
          <a:xfrm>
            <a:off x="5663321" y="5289171"/>
            <a:ext cx="0" cy="1017824"/>
          </a:xfrm>
          <a:prstGeom prst="straightConnector1">
            <a:avLst/>
          </a:prstGeom>
          <a:noFill/>
          <a:ln w="12700">
            <a:solidFill>
              <a:srgbClr val="4E6485"/>
            </a:solidFill>
            <a:miter lim="800000"/>
            <a:headEnd type="none" w="med" len="med"/>
            <a:tailEnd type="triangle" w="med" len="med"/>
          </a:ln>
        </p:spPr>
      </p:cxnSp>
      <p:sp>
        <p:nvSpPr>
          <p:cNvPr id="94" name="Freeform 35"/>
          <p:cNvSpPr>
            <a:spLocks/>
          </p:cNvSpPr>
          <p:nvPr/>
        </p:nvSpPr>
        <p:spPr bwMode="auto">
          <a:xfrm>
            <a:off x="4150519" y="5939495"/>
            <a:ext cx="1506882" cy="291252"/>
          </a:xfrm>
          <a:custGeom>
            <a:avLst/>
            <a:gdLst/>
            <a:ahLst/>
            <a:cxnLst>
              <a:cxn ang="0">
                <a:pos x="0" y="48"/>
              </a:cxn>
              <a:cxn ang="0">
                <a:pos x="0" y="0"/>
              </a:cxn>
              <a:cxn ang="0">
                <a:pos x="768" y="0"/>
              </a:cxn>
            </a:cxnLst>
            <a:rect l="0" t="0" r="r" b="b"/>
            <a:pathLst>
              <a:path w="768" h="48">
                <a:moveTo>
                  <a:pt x="0" y="48"/>
                </a:moveTo>
                <a:lnTo>
                  <a:pt x="0" y="0"/>
                </a:lnTo>
                <a:lnTo>
                  <a:pt x="768" y="0"/>
                </a:lnTo>
              </a:path>
            </a:pathLst>
          </a:custGeom>
          <a:noFill/>
          <a:ln w="12700">
            <a:solidFill>
              <a:srgbClr val="4E6485"/>
            </a:solidFill>
            <a:miter lim="800000"/>
            <a:headEnd type="none" w="med" len="med"/>
            <a:tailEnd type="triangle" w="med" len="med"/>
          </a:ln>
        </p:spPr>
        <p:txBody>
          <a:bodyPr wrap="square" lIns="18000" tIns="18000" rIns="18000" bIns="18000" anchor="ctr">
            <a:noAutofit/>
          </a:bodyPr>
          <a:lstStyle/>
          <a:p>
            <a:pPr algn="just" latinLnBrk="0">
              <a:lnSpc>
                <a:spcPct val="120000"/>
              </a:lnSpc>
              <a:spcBef>
                <a:spcPct val="40000"/>
              </a:spcBef>
            </a:pPr>
            <a:endParaRPr lang="ko-KR" altLang="en-US" sz="900">
              <a:solidFill>
                <a:prstClr val="black"/>
              </a:solidFill>
              <a:latin typeface="+mn-ea"/>
            </a:endParaRPr>
          </a:p>
        </p:txBody>
      </p:sp>
      <p:cxnSp>
        <p:nvCxnSpPr>
          <p:cNvPr id="97" name="AutoShape 37"/>
          <p:cNvCxnSpPr>
            <a:cxnSpLocks noChangeShapeType="1"/>
            <a:stCxn id="96" idx="0"/>
            <a:endCxn id="110" idx="4"/>
          </p:cNvCxnSpPr>
          <p:nvPr/>
        </p:nvCxnSpPr>
        <p:spPr bwMode="auto">
          <a:xfrm rot="5400000" flipH="1" flipV="1">
            <a:off x="1411406" y="5348487"/>
            <a:ext cx="615379" cy="1115553"/>
          </a:xfrm>
          <a:prstGeom prst="bentConnector2">
            <a:avLst/>
          </a:prstGeom>
          <a:noFill/>
          <a:ln w="12700">
            <a:solidFill>
              <a:srgbClr val="4E6485"/>
            </a:solidFill>
            <a:miter lim="800000"/>
            <a:headEnd type="none" w="med" len="med"/>
            <a:tailEnd type="triangle" w="med" len="med"/>
          </a:ln>
        </p:spPr>
      </p:cxnSp>
      <p:sp>
        <p:nvSpPr>
          <p:cNvPr id="98" name="Line 38"/>
          <p:cNvSpPr>
            <a:spLocks noChangeShapeType="1"/>
          </p:cNvSpPr>
          <p:nvPr/>
        </p:nvSpPr>
        <p:spPr bwMode="auto">
          <a:xfrm flipV="1">
            <a:off x="3031615" y="5595222"/>
            <a:ext cx="2621081" cy="7940"/>
          </a:xfrm>
          <a:prstGeom prst="line">
            <a:avLst/>
          </a:prstGeom>
          <a:noFill/>
          <a:ln w="12700">
            <a:solidFill>
              <a:srgbClr val="4E6485"/>
            </a:solidFill>
            <a:miter lim="800000"/>
            <a:headEnd type="none" w="med" len="med"/>
            <a:tailEnd type="triangle" w="med" len="med"/>
          </a:ln>
        </p:spPr>
        <p:txBody>
          <a:bodyPr wrap="square" lIns="18000" tIns="18000" rIns="18000" bIns="18000" anchor="ctr">
            <a:spAutoFit/>
          </a:bodyPr>
          <a:lstStyle/>
          <a:p>
            <a:pPr algn="just" latinLnBrk="0">
              <a:lnSpc>
                <a:spcPct val="120000"/>
              </a:lnSpc>
              <a:spcBef>
                <a:spcPct val="40000"/>
              </a:spcBef>
            </a:pPr>
            <a:endParaRPr lang="ko-KR" altLang="en-US" sz="900">
              <a:solidFill>
                <a:prstClr val="black"/>
              </a:solidFill>
              <a:latin typeface="+mn-ea"/>
            </a:endParaRPr>
          </a:p>
        </p:txBody>
      </p:sp>
      <p:cxnSp>
        <p:nvCxnSpPr>
          <p:cNvPr id="99" name="AutoShape 39"/>
          <p:cNvCxnSpPr>
            <a:cxnSpLocks noChangeShapeType="1"/>
            <a:stCxn id="84" idx="4"/>
            <a:endCxn id="96" idx="3"/>
          </p:cNvCxnSpPr>
          <p:nvPr/>
        </p:nvCxnSpPr>
        <p:spPr bwMode="auto">
          <a:xfrm flipH="1">
            <a:off x="1593319" y="6493083"/>
            <a:ext cx="684014" cy="0"/>
          </a:xfrm>
          <a:prstGeom prst="straightConnector1">
            <a:avLst/>
          </a:prstGeom>
          <a:noFill/>
          <a:ln w="12700">
            <a:solidFill>
              <a:srgbClr val="4E6485"/>
            </a:solidFill>
            <a:miter lim="800000"/>
            <a:headEnd type="none" w="med" len="med"/>
            <a:tailEnd type="triangle" w="med" len="med"/>
          </a:ln>
        </p:spPr>
      </p:cxnSp>
      <p:sp>
        <p:nvSpPr>
          <p:cNvPr id="100" name="AutoShape 40"/>
          <p:cNvSpPr>
            <a:spLocks noChangeArrowheads="1"/>
          </p:cNvSpPr>
          <p:nvPr/>
        </p:nvSpPr>
        <p:spPr bwMode="auto">
          <a:xfrm>
            <a:off x="1160748" y="5411835"/>
            <a:ext cx="415677" cy="153233"/>
          </a:xfrm>
          <a:prstGeom prst="roundRect">
            <a:avLst>
              <a:gd name="adj" fmla="val 16667"/>
            </a:avLst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 algn="just" eaLnBrk="0" hangingPunct="0"/>
            <a:r>
              <a:rPr lang="ko-KR" altLang="en-US" sz="900">
                <a:solidFill>
                  <a:prstClr val="black"/>
                </a:solidFill>
                <a:latin typeface="+mn-ea"/>
              </a:rPr>
              <a:t>보완요구</a:t>
            </a:r>
          </a:p>
        </p:txBody>
      </p:sp>
      <p:sp>
        <p:nvSpPr>
          <p:cNvPr id="101" name="AutoShape 41"/>
          <p:cNvSpPr>
            <a:spLocks noChangeArrowheads="1"/>
          </p:cNvSpPr>
          <p:nvPr/>
        </p:nvSpPr>
        <p:spPr bwMode="auto">
          <a:xfrm>
            <a:off x="1232756" y="6033120"/>
            <a:ext cx="161739" cy="153233"/>
          </a:xfrm>
          <a:prstGeom prst="roundRect">
            <a:avLst>
              <a:gd name="adj" fmla="val 16667"/>
            </a:avLst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 algn="just" eaLnBrk="0" hangingPunct="0"/>
            <a:r>
              <a:rPr lang="en-US" altLang="ko-KR" sz="900">
                <a:solidFill>
                  <a:prstClr val="black"/>
                </a:solidFill>
                <a:latin typeface="+mn-ea"/>
              </a:rPr>
              <a:t>No</a:t>
            </a:r>
          </a:p>
        </p:txBody>
      </p:sp>
      <p:sp>
        <p:nvSpPr>
          <p:cNvPr id="102" name="AutoShape 42"/>
          <p:cNvSpPr>
            <a:spLocks noChangeArrowheads="1"/>
          </p:cNvSpPr>
          <p:nvPr/>
        </p:nvSpPr>
        <p:spPr bwMode="auto">
          <a:xfrm>
            <a:off x="1207393" y="6815991"/>
            <a:ext cx="205383" cy="153233"/>
          </a:xfrm>
          <a:prstGeom prst="roundRect">
            <a:avLst>
              <a:gd name="adj" fmla="val 16667"/>
            </a:avLst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 algn="just" eaLnBrk="0" hangingPunct="0"/>
            <a:r>
              <a:rPr lang="en-US" altLang="ko-KR" sz="900">
                <a:solidFill>
                  <a:prstClr val="black"/>
                </a:solidFill>
                <a:latin typeface="+mn-ea"/>
              </a:rPr>
              <a:t>Yes</a:t>
            </a:r>
          </a:p>
        </p:txBody>
      </p:sp>
      <p:cxnSp>
        <p:nvCxnSpPr>
          <p:cNvPr id="104" name="AutoShape 44"/>
          <p:cNvCxnSpPr>
            <a:cxnSpLocks noChangeShapeType="1"/>
            <a:stCxn id="96" idx="2"/>
            <a:endCxn id="103" idx="0"/>
          </p:cNvCxnSpPr>
          <p:nvPr/>
        </p:nvCxnSpPr>
        <p:spPr bwMode="auto">
          <a:xfrm flipH="1">
            <a:off x="1159320" y="6772214"/>
            <a:ext cx="1999" cy="328891"/>
          </a:xfrm>
          <a:prstGeom prst="straightConnector1">
            <a:avLst/>
          </a:prstGeom>
          <a:noFill/>
          <a:ln w="12700">
            <a:solidFill>
              <a:srgbClr val="4E6485"/>
            </a:solidFill>
            <a:miter lim="800000"/>
            <a:headEnd type="none" w="med" len="med"/>
            <a:tailEnd type="triangle" w="med" len="med"/>
          </a:ln>
        </p:spPr>
      </p:cxnSp>
      <p:cxnSp>
        <p:nvCxnSpPr>
          <p:cNvPr id="106" name="AutoShape 46"/>
          <p:cNvCxnSpPr>
            <a:cxnSpLocks noChangeShapeType="1"/>
            <a:stCxn id="103" idx="3"/>
            <a:endCxn id="105" idx="5"/>
          </p:cNvCxnSpPr>
          <p:nvPr/>
        </p:nvCxnSpPr>
        <p:spPr bwMode="auto">
          <a:xfrm>
            <a:off x="1589319" y="7287193"/>
            <a:ext cx="688014" cy="0"/>
          </a:xfrm>
          <a:prstGeom prst="straightConnector1">
            <a:avLst/>
          </a:prstGeom>
          <a:noFill/>
          <a:ln w="12700">
            <a:solidFill>
              <a:srgbClr val="4E6485"/>
            </a:solidFill>
            <a:miter lim="800000"/>
            <a:headEnd type="none" w="med" len="med"/>
            <a:tailEnd type="triangle" w="med" len="med"/>
          </a:ln>
        </p:spPr>
      </p:cxnSp>
      <p:cxnSp>
        <p:nvCxnSpPr>
          <p:cNvPr id="108" name="AutoShape 48"/>
          <p:cNvCxnSpPr>
            <a:cxnSpLocks noChangeShapeType="1"/>
            <a:stCxn id="105" idx="1"/>
            <a:endCxn id="107" idx="1"/>
          </p:cNvCxnSpPr>
          <p:nvPr/>
        </p:nvCxnSpPr>
        <p:spPr bwMode="auto">
          <a:xfrm>
            <a:off x="3068412" y="7287193"/>
            <a:ext cx="647939" cy="0"/>
          </a:xfrm>
          <a:prstGeom prst="straightConnector1">
            <a:avLst/>
          </a:prstGeom>
          <a:noFill/>
          <a:ln w="12700">
            <a:solidFill>
              <a:srgbClr val="4E6485"/>
            </a:solidFill>
            <a:miter lim="800000"/>
            <a:headEnd type="none" w="med" len="med"/>
            <a:tailEnd type="triangle" w="med" len="med"/>
          </a:ln>
        </p:spPr>
      </p:cxnSp>
      <p:sp>
        <p:nvSpPr>
          <p:cNvPr id="109" name="AutoShape 49"/>
          <p:cNvSpPr>
            <a:spLocks noChangeArrowheads="1"/>
          </p:cNvSpPr>
          <p:nvPr/>
        </p:nvSpPr>
        <p:spPr bwMode="auto">
          <a:xfrm>
            <a:off x="4203365" y="6033120"/>
            <a:ext cx="161739" cy="153233"/>
          </a:xfrm>
          <a:prstGeom prst="roundRect">
            <a:avLst>
              <a:gd name="adj" fmla="val 16667"/>
            </a:avLst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 algn="just" eaLnBrk="0" hangingPunct="0"/>
            <a:r>
              <a:rPr lang="en-US" altLang="ko-KR" sz="900">
                <a:solidFill>
                  <a:prstClr val="black"/>
                </a:solidFill>
                <a:latin typeface="+mn-ea"/>
              </a:rPr>
              <a:t>No</a:t>
            </a:r>
          </a:p>
        </p:txBody>
      </p:sp>
      <p:grpSp>
        <p:nvGrpSpPr>
          <p:cNvPr id="152" name="그룹 151">
            <a:extLst>
              <a:ext uri="{FF2B5EF4-FFF2-40B4-BE49-F238E27FC236}">
                <a16:creationId xmlns:a16="http://schemas.microsoft.com/office/drawing/2014/main" id="{8A4EB3CA-E35C-457A-94F1-66167D6846D0}"/>
              </a:ext>
            </a:extLst>
          </p:cNvPr>
          <p:cNvGrpSpPr/>
          <p:nvPr/>
        </p:nvGrpSpPr>
        <p:grpSpPr>
          <a:xfrm>
            <a:off x="440668" y="1064568"/>
            <a:ext cx="66431" cy="180000"/>
            <a:chOff x="447632" y="1870808"/>
            <a:chExt cx="66431" cy="247087"/>
          </a:xfrm>
        </p:grpSpPr>
        <p:sp>
          <p:nvSpPr>
            <p:cNvPr id="153" name="직사각형 152">
              <a:extLst>
                <a:ext uri="{FF2B5EF4-FFF2-40B4-BE49-F238E27FC236}">
                  <a16:creationId xmlns:a16="http://schemas.microsoft.com/office/drawing/2014/main" id="{F7213266-BBDF-4BF0-A4D2-A67DE71D831A}"/>
                </a:ext>
              </a:extLst>
            </p:cNvPr>
            <p:cNvSpPr/>
            <p:nvPr/>
          </p:nvSpPr>
          <p:spPr>
            <a:xfrm>
              <a:off x="447632" y="1990162"/>
              <a:ext cx="66431" cy="12773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/>
            </a:bodyPr>
            <a:lstStyle/>
            <a:p>
              <a:pPr algn="ctr"/>
              <a:endParaRPr lang="ko-KR" altLang="en-US">
                <a:ln>
                  <a:solidFill>
                    <a:srgbClr val="02A1B2">
                      <a:alpha val="0"/>
                    </a:srgbClr>
                  </a:solidFill>
                </a:ln>
              </a:endParaRPr>
            </a:p>
          </p:txBody>
        </p:sp>
        <p:sp>
          <p:nvSpPr>
            <p:cNvPr id="154" name="직사각형 153">
              <a:extLst>
                <a:ext uri="{FF2B5EF4-FFF2-40B4-BE49-F238E27FC236}">
                  <a16:creationId xmlns:a16="http://schemas.microsoft.com/office/drawing/2014/main" id="{6DA33146-E836-45FA-BFB6-665AE15F1028}"/>
                </a:ext>
              </a:extLst>
            </p:cNvPr>
            <p:cNvSpPr/>
            <p:nvPr/>
          </p:nvSpPr>
          <p:spPr>
            <a:xfrm>
              <a:off x="447632" y="1870808"/>
              <a:ext cx="66431" cy="127733"/>
            </a:xfrm>
            <a:prstGeom prst="rect">
              <a:avLst/>
            </a:prstGeom>
            <a:solidFill>
              <a:srgbClr val="B71B6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/>
            </a:bodyPr>
            <a:lstStyle/>
            <a:p>
              <a:pPr algn="ctr"/>
              <a:endParaRPr lang="ko-KR" altLang="en-US">
                <a:ln>
                  <a:solidFill>
                    <a:srgbClr val="02A1B2">
                      <a:alpha val="0"/>
                    </a:srgbClr>
                  </a:solidFill>
                </a:ln>
              </a:endParaRPr>
            </a:p>
          </p:txBody>
        </p:sp>
      </p:grpSp>
      <p:sp>
        <p:nvSpPr>
          <p:cNvPr id="155" name="직사각형 154">
            <a:extLst>
              <a:ext uri="{FF2B5EF4-FFF2-40B4-BE49-F238E27FC236}">
                <a16:creationId xmlns:a16="http://schemas.microsoft.com/office/drawing/2014/main" id="{1D814770-E5F8-4E77-BF86-CE93FFD46830}"/>
              </a:ext>
            </a:extLst>
          </p:cNvPr>
          <p:cNvSpPr/>
          <p:nvPr/>
        </p:nvSpPr>
        <p:spPr>
          <a:xfrm>
            <a:off x="5206867" y="1065770"/>
            <a:ext cx="1209800" cy="17763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36000" rIns="72000" bIns="18000" rtlCol="0" anchor="ctr">
            <a:spAutoFit/>
          </a:bodyPr>
          <a:lstStyle/>
          <a:p>
            <a:pPr algn="r"/>
            <a:r>
              <a: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요구사항 번호</a:t>
            </a:r>
            <a:r>
              <a:rPr lang="en-US" altLang="ko-KR" sz="8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: </a:t>
            </a:r>
            <a:r>
              <a:rPr lang="en-US" altLang="ko-KR" sz="800">
                <a:solidFill>
                  <a:srgbClr val="0070C0"/>
                </a:solidFill>
                <a:latin typeface="+mj-ea"/>
                <a:ea typeface="+mj-ea"/>
              </a:rPr>
              <a:t>ABC-001</a:t>
            </a:r>
            <a:endParaRPr lang="ko-KR" altLang="en-US" sz="800" dirty="0">
              <a:solidFill>
                <a:srgbClr val="0070C0"/>
              </a:solidFill>
              <a:latin typeface="+mj-ea"/>
              <a:ea typeface="+mj-ea"/>
            </a:endParaRPr>
          </a:p>
        </p:txBody>
      </p:sp>
      <p:sp>
        <p:nvSpPr>
          <p:cNvPr id="156" name="AutoShape 165">
            <a:extLst>
              <a:ext uri="{FF2B5EF4-FFF2-40B4-BE49-F238E27FC236}">
                <a16:creationId xmlns:a16="http://schemas.microsoft.com/office/drawing/2014/main" id="{3D841E14-7659-4944-A7ED-5B97775243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668" y="1568624"/>
            <a:ext cx="5976000" cy="647237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3175" algn="ctr">
            <a:solidFill>
              <a:schemeClr val="bg1">
                <a:lumMod val="95000"/>
              </a:schemeClr>
            </a:solidFill>
            <a:round/>
            <a:headEnd/>
            <a:tailEnd/>
          </a:ln>
          <a:effectLst/>
        </p:spPr>
        <p:txBody>
          <a:bodyPr wrap="square" lIns="144000" tIns="36000" rIns="72000" bIns="36000" anchor="ctr"/>
          <a:lstStyle/>
          <a:p>
            <a:pPr marL="85725" lvl="0" indent="-85725" defTabSz="914400" fontAlgn="ctr">
              <a:lnSpc>
                <a:spcPct val="110000"/>
              </a:lnSpc>
              <a:spcAft>
                <a:spcPts val="300"/>
              </a:spcAft>
              <a:buFont typeface="Arial" pitchFamily="34" charset="0"/>
              <a:buChar char="•"/>
              <a:defRPr/>
            </a:pPr>
            <a:r>
              <a:rPr kumimoji="1" lang="ko-KR" altLang="en-US" sz="1000" kern="0">
                <a:solidFill>
                  <a:prstClr val="black">
                    <a:lumMod val="75000"/>
                    <a:lumOff val="25000"/>
                  </a:prstClr>
                </a:solidFill>
              </a:rPr>
              <a:t>각 단계별로 작성되는 문서는 프로젝트 팀의 </a:t>
            </a:r>
            <a:r>
              <a:rPr kumimoji="1" lang="ko-KR" altLang="en-US" sz="1000" kern="0">
                <a:solidFill>
                  <a:prstClr val="black">
                    <a:lumMod val="75000"/>
                    <a:lumOff val="25000"/>
                  </a:prstClr>
                </a:solidFill>
                <a:latin typeface="+mj-ea"/>
                <a:ea typeface="+mj-ea"/>
              </a:rPr>
              <a:t>자체 검토를 실시하고</a:t>
            </a:r>
            <a:r>
              <a:rPr kumimoji="1" lang="en-US" altLang="ko-KR" sz="1000" kern="0">
                <a:solidFill>
                  <a:prstClr val="black">
                    <a:lumMod val="75000"/>
                    <a:lumOff val="25000"/>
                  </a:prstClr>
                </a:solidFill>
                <a:latin typeface="+mj-ea"/>
                <a:ea typeface="+mj-ea"/>
              </a:rPr>
              <a:t>, </a:t>
            </a:r>
            <a:r>
              <a:rPr kumimoji="1" lang="ko-KR" altLang="en-US" sz="1000" kern="0">
                <a:solidFill>
                  <a:prstClr val="black">
                    <a:lumMod val="75000"/>
                    <a:lumOff val="25000"/>
                  </a:prstClr>
                </a:solidFill>
                <a:latin typeface="+mj-ea"/>
                <a:ea typeface="+mj-ea"/>
              </a:rPr>
              <a:t>발주기관의 승인</a:t>
            </a:r>
            <a:r>
              <a:rPr kumimoji="1" lang="ko-KR" altLang="en-US" sz="1000" kern="0">
                <a:solidFill>
                  <a:prstClr val="black">
                    <a:lumMod val="75000"/>
                    <a:lumOff val="25000"/>
                  </a:prstClr>
                </a:solidFill>
              </a:rPr>
              <a:t>을 획득</a:t>
            </a:r>
          </a:p>
          <a:p>
            <a:pPr marL="85725" lvl="0" indent="-85725" defTabSz="914400" fontAlgn="ctr">
              <a:lnSpc>
                <a:spcPct val="110000"/>
              </a:lnSpc>
              <a:spcAft>
                <a:spcPts val="300"/>
              </a:spcAft>
              <a:buFont typeface="Arial" pitchFamily="34" charset="0"/>
              <a:buChar char="•"/>
              <a:defRPr/>
            </a:pPr>
            <a:r>
              <a:rPr kumimoji="1" lang="ko-KR" altLang="en-US" sz="1000" kern="0">
                <a:solidFill>
                  <a:prstClr val="black">
                    <a:lumMod val="75000"/>
                    <a:lumOff val="25000"/>
                  </a:prstClr>
                </a:solidFill>
              </a:rPr>
              <a:t>최종 승인된 문서는 관련 부서로 배포되며</a:t>
            </a:r>
            <a:r>
              <a:rPr kumimoji="1" lang="en-US" altLang="ko-KR" sz="1000" kern="0">
                <a:solidFill>
                  <a:prstClr val="black">
                    <a:lumMod val="75000"/>
                    <a:lumOff val="25000"/>
                  </a:prstClr>
                </a:solidFill>
              </a:rPr>
              <a:t>, </a:t>
            </a:r>
            <a:r>
              <a:rPr kumimoji="1" lang="ko-KR" altLang="en-US" sz="1000" kern="0">
                <a:solidFill>
                  <a:prstClr val="black">
                    <a:lumMod val="75000"/>
                    <a:lumOff val="25000"/>
                  </a:prstClr>
                </a:solidFill>
                <a:latin typeface="+mj-ea"/>
                <a:ea typeface="+mj-ea"/>
              </a:rPr>
              <a:t>문서관리 지침에 따라 관리</a:t>
            </a:r>
          </a:p>
        </p:txBody>
      </p:sp>
      <p:grpSp>
        <p:nvGrpSpPr>
          <p:cNvPr id="157" name="그룹 156">
            <a:extLst>
              <a:ext uri="{FF2B5EF4-FFF2-40B4-BE49-F238E27FC236}">
                <a16:creationId xmlns:a16="http://schemas.microsoft.com/office/drawing/2014/main" id="{BFB2950B-D0B8-429A-AF4E-32BBDEE31ABD}"/>
              </a:ext>
            </a:extLst>
          </p:cNvPr>
          <p:cNvGrpSpPr/>
          <p:nvPr/>
        </p:nvGrpSpPr>
        <p:grpSpPr>
          <a:xfrm>
            <a:off x="440668" y="2504728"/>
            <a:ext cx="5976000" cy="184666"/>
            <a:chOff x="4503039" y="5804479"/>
            <a:chExt cx="5976000" cy="184666"/>
          </a:xfrm>
        </p:grpSpPr>
        <p:cxnSp>
          <p:nvCxnSpPr>
            <p:cNvPr id="158" name="직선 연결선 157">
              <a:extLst>
                <a:ext uri="{FF2B5EF4-FFF2-40B4-BE49-F238E27FC236}">
                  <a16:creationId xmlns:a16="http://schemas.microsoft.com/office/drawing/2014/main" id="{0C9E7D40-D141-4911-A802-21B6F1E9DCBE}"/>
                </a:ext>
              </a:extLst>
            </p:cNvPr>
            <p:cNvCxnSpPr>
              <a:cxnSpLocks/>
            </p:cNvCxnSpPr>
            <p:nvPr/>
          </p:nvCxnSpPr>
          <p:spPr>
            <a:xfrm>
              <a:off x="4503039" y="5948495"/>
              <a:ext cx="5976000" cy="0"/>
            </a:xfrm>
            <a:prstGeom prst="line">
              <a:avLst/>
            </a:prstGeom>
            <a:ln w="12700" cap="flat">
              <a:solidFill>
                <a:srgbClr val="BAC0CE"/>
              </a:solidFill>
              <a:miter lim="800000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9" name="TextBox 158">
              <a:extLst>
                <a:ext uri="{FF2B5EF4-FFF2-40B4-BE49-F238E27FC236}">
                  <a16:creationId xmlns:a16="http://schemas.microsoft.com/office/drawing/2014/main" id="{00392C4F-1A93-4FE3-9087-B3AE50FA3B2D}"/>
                </a:ext>
              </a:extLst>
            </p:cNvPr>
            <p:cNvSpPr txBox="1"/>
            <p:nvPr/>
          </p:nvSpPr>
          <p:spPr>
            <a:xfrm flipH="1">
              <a:off x="4503039" y="5804479"/>
              <a:ext cx="1506873" cy="18466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</p:spPr>
          <p:txBody>
            <a:bodyPr wrap="none" lIns="0" tIns="0" rIns="108000" bIns="0" rtlCol="0" anchor="b">
              <a:spAutoFit/>
            </a:bodyPr>
            <a:lstStyle/>
            <a:p>
              <a:pPr lvl="0" defTabSz="478031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ko-KR" altLang="en-US" sz="120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문서</a:t>
              </a:r>
              <a:r>
                <a:rPr lang="en-US" altLang="ko-KR" sz="120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(</a:t>
              </a:r>
              <a:r>
                <a:rPr lang="ko-KR" altLang="en-US" sz="120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산출물</a:t>
              </a:r>
              <a:r>
                <a:rPr lang="en-US" altLang="ko-KR" sz="120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) </a:t>
              </a:r>
              <a:r>
                <a:rPr lang="ko-KR" altLang="en-US" sz="120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승인 절차</a:t>
              </a:r>
            </a:p>
          </p:txBody>
        </p:sp>
      </p:grpSp>
      <p:grpSp>
        <p:nvGrpSpPr>
          <p:cNvPr id="160" name="그룹 159">
            <a:extLst>
              <a:ext uri="{FF2B5EF4-FFF2-40B4-BE49-F238E27FC236}">
                <a16:creationId xmlns:a16="http://schemas.microsoft.com/office/drawing/2014/main" id="{FAED952B-B531-4AFF-8598-2B68F401162B}"/>
              </a:ext>
            </a:extLst>
          </p:cNvPr>
          <p:cNvGrpSpPr/>
          <p:nvPr/>
        </p:nvGrpSpPr>
        <p:grpSpPr>
          <a:xfrm>
            <a:off x="440668" y="7878393"/>
            <a:ext cx="5976000" cy="1503099"/>
            <a:chOff x="440668" y="8382393"/>
            <a:chExt cx="5976000" cy="1503099"/>
          </a:xfrm>
        </p:grpSpPr>
        <p:sp>
          <p:nvSpPr>
            <p:cNvPr id="161" name="사각형: 잘린 대각선 방향 모서리 103">
              <a:extLst>
                <a:ext uri="{FF2B5EF4-FFF2-40B4-BE49-F238E27FC236}">
                  <a16:creationId xmlns:a16="http://schemas.microsoft.com/office/drawing/2014/main" id="{810C78C9-293C-478E-9629-F3176A883205}"/>
                </a:ext>
              </a:extLst>
            </p:cNvPr>
            <p:cNvSpPr/>
            <p:nvPr/>
          </p:nvSpPr>
          <p:spPr>
            <a:xfrm flipH="1">
              <a:off x="440668" y="8445492"/>
              <a:ext cx="5976000" cy="1440000"/>
            </a:xfrm>
            <a:prstGeom prst="roundRect">
              <a:avLst>
                <a:gd name="adj" fmla="val 2680"/>
              </a:avLst>
            </a:prstGeom>
            <a:solidFill>
              <a:srgbClr val="D6DCE5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" tIns="18000" rIns="18000" bIns="18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621991" latinLnBrk="0">
                <a:buSzPct val="80000"/>
              </a:pPr>
              <a:endParaRPr lang="ko-KR" altLang="en-US" sz="1100" b="1" kern="0" dirty="0" err="1">
                <a:ln>
                  <a:solidFill>
                    <a:srgbClr val="BAC4D3">
                      <a:alpha val="0"/>
                    </a:srgbClr>
                  </a:solidFill>
                </a:ln>
                <a:gradFill>
                  <a:gsLst>
                    <a:gs pos="0">
                      <a:srgbClr val="2C2C2C"/>
                    </a:gs>
                    <a:gs pos="51000">
                      <a:srgbClr val="2C2C2C"/>
                    </a:gs>
                  </a:gsLst>
                  <a:lin ang="5400000" scaled="1"/>
                </a:gradFill>
                <a:latin typeface="Pretendard" panose="02000503000000020004" pitchFamily="50" charset="-127"/>
                <a:ea typeface="Pretendard" panose="02000503000000020004" pitchFamily="50" charset="-127"/>
              </a:endParaRPr>
            </a:p>
          </p:txBody>
        </p:sp>
        <p:sp>
          <p:nvSpPr>
            <p:cNvPr id="162" name="사각형: 잘린 대각선 방향 모서리 103">
              <a:extLst>
                <a:ext uri="{FF2B5EF4-FFF2-40B4-BE49-F238E27FC236}">
                  <a16:creationId xmlns:a16="http://schemas.microsoft.com/office/drawing/2014/main" id="{F7B58B1A-60CA-4286-B350-C9778B086A65}"/>
                </a:ext>
              </a:extLst>
            </p:cNvPr>
            <p:cNvSpPr/>
            <p:nvPr/>
          </p:nvSpPr>
          <p:spPr>
            <a:xfrm flipH="1">
              <a:off x="476668" y="8481492"/>
              <a:ext cx="5904000" cy="1368000"/>
            </a:xfrm>
            <a:prstGeom prst="roundRect">
              <a:avLst>
                <a:gd name="adj" fmla="val 2680"/>
              </a:avLst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" tIns="18000" rIns="18000" bIns="18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621991" latinLnBrk="0">
                <a:buSzPct val="80000"/>
              </a:pPr>
              <a:endParaRPr lang="ko-KR" altLang="en-US" sz="1100" b="1" kern="0" dirty="0" err="1">
                <a:ln>
                  <a:solidFill>
                    <a:srgbClr val="BAC4D3">
                      <a:alpha val="0"/>
                    </a:srgbClr>
                  </a:solidFill>
                </a:ln>
                <a:gradFill>
                  <a:gsLst>
                    <a:gs pos="0">
                      <a:srgbClr val="2C2C2C"/>
                    </a:gs>
                    <a:gs pos="51000">
                      <a:srgbClr val="2C2C2C"/>
                    </a:gs>
                  </a:gsLst>
                  <a:lin ang="5400000" scaled="1"/>
                </a:gradFill>
                <a:latin typeface="Pretendard" panose="02000503000000020004" pitchFamily="50" charset="-127"/>
                <a:ea typeface="Pretendard" panose="02000503000000020004" pitchFamily="50" charset="-127"/>
              </a:endParaRPr>
            </a:p>
          </p:txBody>
        </p:sp>
        <p:sp>
          <p:nvSpPr>
            <p:cNvPr id="163" name="사각형: 잘린 대각선 방향 모서리 103">
              <a:extLst>
                <a:ext uri="{FF2B5EF4-FFF2-40B4-BE49-F238E27FC236}">
                  <a16:creationId xmlns:a16="http://schemas.microsoft.com/office/drawing/2014/main" id="{31026E7F-3661-4A4C-BAB6-84727DA0CCEA}"/>
                </a:ext>
              </a:extLst>
            </p:cNvPr>
            <p:cNvSpPr/>
            <p:nvPr/>
          </p:nvSpPr>
          <p:spPr>
            <a:xfrm flipH="1">
              <a:off x="548668" y="8553492"/>
              <a:ext cx="5760000" cy="1224000"/>
            </a:xfrm>
            <a:prstGeom prst="roundRect">
              <a:avLst>
                <a:gd name="adj" fmla="val 3562"/>
              </a:avLst>
            </a:prstGeom>
            <a:solidFill>
              <a:srgbClr val="F2F2F2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" tIns="18000" rIns="18000" bIns="18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621991" latinLnBrk="0">
                <a:buSzPct val="80000"/>
              </a:pPr>
              <a:endParaRPr lang="ko-KR" altLang="en-US" sz="1100" b="1" kern="0" dirty="0" err="1">
                <a:ln>
                  <a:solidFill>
                    <a:srgbClr val="BAC4D3">
                      <a:alpha val="0"/>
                    </a:srgbClr>
                  </a:solidFill>
                </a:ln>
                <a:gradFill>
                  <a:gsLst>
                    <a:gs pos="0">
                      <a:srgbClr val="2C2C2C"/>
                    </a:gs>
                    <a:gs pos="51000">
                      <a:srgbClr val="2C2C2C"/>
                    </a:gs>
                  </a:gsLst>
                  <a:lin ang="5400000" scaled="1"/>
                </a:gradFill>
                <a:latin typeface="Pretendard" panose="02000503000000020004" pitchFamily="50" charset="-127"/>
                <a:ea typeface="Pretendard" panose="02000503000000020004" pitchFamily="50" charset="-127"/>
              </a:endParaRPr>
            </a:p>
          </p:txBody>
        </p: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977D7CDF-C430-4FC7-8279-639500CC9A79}"/>
                </a:ext>
              </a:extLst>
            </p:cNvPr>
            <p:cNvSpPr txBox="1"/>
            <p:nvPr/>
          </p:nvSpPr>
          <p:spPr>
            <a:xfrm>
              <a:off x="1663378" y="8639497"/>
              <a:ext cx="4608000" cy="1067985"/>
            </a:xfrm>
            <a:prstGeom prst="rect">
              <a:avLst/>
            </a:prstGeom>
            <a:noFill/>
            <a:effectLst/>
          </p:spPr>
          <p:txBody>
            <a:bodyPr wrap="square" lIns="0" tIns="0" rIns="0" bIns="0" rtlCol="0" anchor="ctr">
              <a:spAutoFit/>
            </a:bodyPr>
            <a:lstStyle>
              <a:defPPr>
                <a:defRPr lang="ko-KR"/>
              </a:defPPr>
              <a:lvl1pPr>
                <a:defRPr sz="3200" spc="-7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+mj-cs"/>
                </a:defRPr>
              </a:lvl1pPr>
            </a:lstStyle>
            <a:p>
              <a:pPr marL="72000" lvl="2" indent="-72000" defTabSz="914400" fontAlgn="base">
                <a:lnSpc>
                  <a:spcPct val="110000"/>
                </a:lnSpc>
                <a:spcBef>
                  <a:spcPct val="0"/>
                </a:spcBef>
                <a:spcAft>
                  <a:spcPts val="300"/>
                </a:spcAft>
                <a:buClr>
                  <a:prstClr val="black">
                    <a:lumMod val="75000"/>
                    <a:lumOff val="25000"/>
                  </a:prstClr>
                </a:buClr>
                <a:buSzPct val="90000"/>
                <a:buFont typeface="Arial" pitchFamily="34" charset="0"/>
                <a:buChar char="•"/>
              </a:pPr>
              <a:r>
                <a:rPr kumimoji="1" lang="ko-KR" altLang="en-US" sz="900" dirty="0">
                  <a:solidFill>
                    <a:prstClr val="black">
                      <a:lumMod val="75000"/>
                      <a:lumOff val="25000"/>
                    </a:prstClr>
                  </a:solidFill>
                </a:rPr>
                <a:t>각 문서마다 문서 </a:t>
              </a:r>
              <a:r>
                <a:rPr kumimoji="1" lang="ko-KR" altLang="en-US" sz="9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</a:rPr>
                <a:t>검토양식을 작성</a:t>
              </a:r>
              <a:r>
                <a:rPr kumimoji="1" lang="ko-KR" altLang="en-US" sz="900" dirty="0">
                  <a:solidFill>
                    <a:prstClr val="black">
                      <a:lumMod val="75000"/>
                      <a:lumOff val="25000"/>
                    </a:prstClr>
                  </a:solidFill>
                </a:rPr>
                <a:t>하여 검토</a:t>
              </a:r>
            </a:p>
            <a:p>
              <a:pPr marL="72000" lvl="2" indent="-72000" defTabSz="914400" fontAlgn="base">
                <a:lnSpc>
                  <a:spcPct val="110000"/>
                </a:lnSpc>
                <a:spcBef>
                  <a:spcPct val="0"/>
                </a:spcBef>
                <a:spcAft>
                  <a:spcPts val="300"/>
                </a:spcAft>
                <a:buClr>
                  <a:prstClr val="black">
                    <a:lumMod val="75000"/>
                    <a:lumOff val="25000"/>
                  </a:prstClr>
                </a:buClr>
                <a:buSzPct val="90000"/>
                <a:buFont typeface="Arial" pitchFamily="34" charset="0"/>
                <a:buChar char="•"/>
              </a:pPr>
              <a:r>
                <a:rPr kumimoji="1" lang="ko-KR" altLang="en-US" sz="900" dirty="0">
                  <a:solidFill>
                    <a:prstClr val="black">
                      <a:lumMod val="75000"/>
                      <a:lumOff val="25000"/>
                    </a:prstClr>
                  </a:solidFill>
                </a:rPr>
                <a:t>검토자의 견해로서 </a:t>
              </a:r>
              <a:r>
                <a:rPr kumimoji="1" lang="ko-KR" altLang="en-US" sz="9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</a:rPr>
                <a:t>변경 사항이 요청</a:t>
              </a:r>
              <a:r>
                <a:rPr kumimoji="1" lang="ko-KR" altLang="en-US" sz="900" dirty="0">
                  <a:solidFill>
                    <a:prstClr val="black">
                      <a:lumMod val="75000"/>
                      <a:lumOff val="25000"/>
                    </a:prstClr>
                  </a:solidFill>
                </a:rPr>
                <a:t>된 경우 이를 문서에 적용</a:t>
              </a:r>
            </a:p>
            <a:p>
              <a:pPr marL="72000" lvl="2" indent="-72000" defTabSz="914400" fontAlgn="base">
                <a:lnSpc>
                  <a:spcPct val="110000"/>
                </a:lnSpc>
                <a:spcBef>
                  <a:spcPct val="0"/>
                </a:spcBef>
                <a:spcAft>
                  <a:spcPts val="300"/>
                </a:spcAft>
                <a:buClr>
                  <a:prstClr val="black">
                    <a:lumMod val="75000"/>
                    <a:lumOff val="25000"/>
                  </a:prstClr>
                </a:buClr>
                <a:buSzPct val="90000"/>
                <a:buFont typeface="Arial" pitchFamily="34" charset="0"/>
                <a:buChar char="•"/>
              </a:pPr>
              <a:r>
                <a:rPr kumimoji="1" lang="ko-KR" altLang="en-US" sz="900" dirty="0">
                  <a:solidFill>
                    <a:prstClr val="black">
                      <a:lumMod val="75000"/>
                      <a:lumOff val="25000"/>
                    </a:prstClr>
                  </a:solidFill>
                </a:rPr>
                <a:t>수정된 문서의 추가 검토가 필요한 경우 </a:t>
              </a:r>
              <a:r>
                <a:rPr kumimoji="1" lang="ko-KR" altLang="en-US" sz="9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</a:rPr>
                <a:t>재검토 실시</a:t>
              </a:r>
              <a:r>
                <a:rPr kumimoji="1" lang="en-US" altLang="ko-KR" sz="900" dirty="0">
                  <a:solidFill>
                    <a:prstClr val="black">
                      <a:lumMod val="75000"/>
                      <a:lumOff val="25000"/>
                    </a:prstClr>
                  </a:solidFill>
                </a:rPr>
                <a:t>(</a:t>
              </a:r>
              <a:r>
                <a:rPr kumimoji="1" lang="ko-KR" altLang="en-US" sz="900" dirty="0" err="1">
                  <a:solidFill>
                    <a:prstClr val="black">
                      <a:lumMod val="75000"/>
                      <a:lumOff val="25000"/>
                    </a:prstClr>
                  </a:solidFill>
                </a:rPr>
                <a:t>새문서</a:t>
              </a:r>
              <a:r>
                <a:rPr kumimoji="1" lang="ko-KR" altLang="en-US" sz="900" dirty="0">
                  <a:solidFill>
                    <a:prstClr val="black">
                      <a:lumMod val="75000"/>
                      <a:lumOff val="25000"/>
                    </a:prstClr>
                  </a:solidFill>
                </a:rPr>
                <a:t> 검토 양식과 함께 검토자의 견해 첨부</a:t>
              </a:r>
              <a:r>
                <a:rPr kumimoji="1" lang="en-US" altLang="ko-KR" sz="900" dirty="0">
                  <a:solidFill>
                    <a:prstClr val="black">
                      <a:lumMod val="75000"/>
                      <a:lumOff val="25000"/>
                    </a:prstClr>
                  </a:solidFill>
                </a:rPr>
                <a:t>)</a:t>
              </a:r>
            </a:p>
            <a:p>
              <a:pPr marL="72000" lvl="2" indent="-72000" defTabSz="914400" fontAlgn="base">
                <a:lnSpc>
                  <a:spcPct val="110000"/>
                </a:lnSpc>
                <a:spcBef>
                  <a:spcPct val="0"/>
                </a:spcBef>
                <a:spcAft>
                  <a:spcPts val="300"/>
                </a:spcAft>
                <a:buClr>
                  <a:prstClr val="black">
                    <a:lumMod val="75000"/>
                    <a:lumOff val="25000"/>
                  </a:prstClr>
                </a:buClr>
                <a:buSzPct val="90000"/>
                <a:buFont typeface="Arial" pitchFamily="34" charset="0"/>
                <a:buChar char="•"/>
              </a:pPr>
              <a:r>
                <a:rPr kumimoji="1" lang="ko-KR" altLang="en-US" sz="9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</a:rPr>
                <a:t>발주기관의 최종 승인을 득함</a:t>
              </a:r>
            </a:p>
            <a:p>
              <a:pPr marL="72000" lvl="2" indent="-72000" defTabSz="914400" fontAlgn="base">
                <a:lnSpc>
                  <a:spcPct val="110000"/>
                </a:lnSpc>
                <a:spcBef>
                  <a:spcPct val="0"/>
                </a:spcBef>
                <a:spcAft>
                  <a:spcPts val="300"/>
                </a:spcAft>
                <a:buClr>
                  <a:prstClr val="black">
                    <a:lumMod val="75000"/>
                    <a:lumOff val="25000"/>
                  </a:prstClr>
                </a:buClr>
                <a:buSzPct val="90000"/>
                <a:buFont typeface="Arial" pitchFamily="34" charset="0"/>
                <a:buChar char="•"/>
              </a:pPr>
              <a:r>
                <a:rPr kumimoji="1" lang="ko-KR" altLang="en-US" sz="900" dirty="0">
                  <a:solidFill>
                    <a:prstClr val="black">
                      <a:lumMod val="75000"/>
                      <a:lumOff val="25000"/>
                    </a:prstClr>
                  </a:solidFill>
                </a:rPr>
                <a:t>문서관리 담당자는 프로젝트 문서관리 지침에 의하여 최종 승인된 문서를 관리</a:t>
              </a:r>
              <a:r>
                <a:rPr kumimoji="1" lang="en-US" altLang="ko-KR" sz="900" dirty="0">
                  <a:solidFill>
                    <a:prstClr val="black">
                      <a:lumMod val="75000"/>
                      <a:lumOff val="25000"/>
                    </a:prstClr>
                  </a:solidFill>
                </a:rPr>
                <a:t>(</a:t>
              </a:r>
              <a:r>
                <a:rPr kumimoji="1" lang="ko-KR" altLang="en-US" sz="900" dirty="0">
                  <a:solidFill>
                    <a:prstClr val="black">
                      <a:lumMod val="75000"/>
                      <a:lumOff val="25000"/>
                    </a:prstClr>
                  </a:solidFill>
                </a:rPr>
                <a:t>문서 배포 목록 작성 및 필요한 수만큼의 사본 준비</a:t>
              </a:r>
              <a:r>
                <a:rPr kumimoji="1" lang="en-US" altLang="ko-KR" sz="900" dirty="0">
                  <a:solidFill>
                    <a:prstClr val="black">
                      <a:lumMod val="75000"/>
                      <a:lumOff val="25000"/>
                    </a:prstClr>
                  </a:solidFill>
                </a:rPr>
                <a:t>)</a:t>
              </a:r>
            </a:p>
          </p:txBody>
        </p:sp>
        <p:sp>
          <p:nvSpPr>
            <p:cNvPr id="165" name="TextBox 164">
              <a:extLst>
                <a:ext uri="{FF2B5EF4-FFF2-40B4-BE49-F238E27FC236}">
                  <a16:creationId xmlns:a16="http://schemas.microsoft.com/office/drawing/2014/main" id="{F8D9F45A-E2F2-4D23-B2A6-E65371FDC33E}"/>
                </a:ext>
              </a:extLst>
            </p:cNvPr>
            <p:cNvSpPr txBox="1"/>
            <p:nvPr/>
          </p:nvSpPr>
          <p:spPr>
            <a:xfrm rot="10800000" flipV="1">
              <a:off x="555856" y="8382393"/>
              <a:ext cx="208848" cy="171007"/>
            </a:xfrm>
            <a:custGeom>
              <a:avLst/>
              <a:gdLst/>
              <a:ahLst/>
              <a:cxnLst/>
              <a:rect l="l" t="t" r="r" b="b"/>
              <a:pathLst>
                <a:path w="513511" h="432892">
                  <a:moveTo>
                    <a:pt x="280416" y="432892"/>
                  </a:moveTo>
                  <a:lnTo>
                    <a:pt x="474954" y="432892"/>
                  </a:lnTo>
                  <a:cubicBezTo>
                    <a:pt x="487807" y="432892"/>
                    <a:pt x="497446" y="429971"/>
                    <a:pt x="503872" y="424129"/>
                  </a:cubicBezTo>
                  <a:cubicBezTo>
                    <a:pt x="510298" y="418287"/>
                    <a:pt x="513511" y="408356"/>
                    <a:pt x="513511" y="394335"/>
                  </a:cubicBezTo>
                  <a:lnTo>
                    <a:pt x="513511" y="301447"/>
                  </a:lnTo>
                  <a:cubicBezTo>
                    <a:pt x="513511" y="214986"/>
                    <a:pt x="496277" y="146050"/>
                    <a:pt x="461810" y="94641"/>
                  </a:cubicBezTo>
                  <a:cubicBezTo>
                    <a:pt x="427342" y="43231"/>
                    <a:pt x="372719" y="11684"/>
                    <a:pt x="297942" y="0"/>
                  </a:cubicBezTo>
                  <a:lnTo>
                    <a:pt x="297942" y="73609"/>
                  </a:lnTo>
                  <a:cubicBezTo>
                    <a:pt x="329488" y="82956"/>
                    <a:pt x="352856" y="100775"/>
                    <a:pt x="368046" y="127064"/>
                  </a:cubicBezTo>
                  <a:cubicBezTo>
                    <a:pt x="383235" y="153353"/>
                    <a:pt x="389077" y="185776"/>
                    <a:pt x="385572" y="224333"/>
                  </a:cubicBezTo>
                  <a:lnTo>
                    <a:pt x="280416" y="224333"/>
                  </a:lnTo>
                  <a:close/>
                  <a:moveTo>
                    <a:pt x="0" y="432892"/>
                  </a:moveTo>
                  <a:lnTo>
                    <a:pt x="194538" y="432892"/>
                  </a:lnTo>
                  <a:cubicBezTo>
                    <a:pt x="207391" y="432892"/>
                    <a:pt x="217030" y="429971"/>
                    <a:pt x="223456" y="424129"/>
                  </a:cubicBezTo>
                  <a:cubicBezTo>
                    <a:pt x="229882" y="418287"/>
                    <a:pt x="233095" y="408356"/>
                    <a:pt x="233095" y="394335"/>
                  </a:cubicBezTo>
                  <a:lnTo>
                    <a:pt x="233095" y="301447"/>
                  </a:lnTo>
                  <a:cubicBezTo>
                    <a:pt x="233095" y="214986"/>
                    <a:pt x="215862" y="146050"/>
                    <a:pt x="181394" y="94641"/>
                  </a:cubicBezTo>
                  <a:cubicBezTo>
                    <a:pt x="146926" y="43231"/>
                    <a:pt x="92303" y="11684"/>
                    <a:pt x="17526" y="0"/>
                  </a:cubicBezTo>
                  <a:lnTo>
                    <a:pt x="17526" y="73609"/>
                  </a:lnTo>
                  <a:cubicBezTo>
                    <a:pt x="49072" y="82956"/>
                    <a:pt x="72440" y="100775"/>
                    <a:pt x="87630" y="127064"/>
                  </a:cubicBezTo>
                  <a:cubicBezTo>
                    <a:pt x="102819" y="153353"/>
                    <a:pt x="108661" y="185776"/>
                    <a:pt x="105156" y="224333"/>
                  </a:cubicBezTo>
                  <a:lnTo>
                    <a:pt x="0" y="224333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>
                <a:defRPr sz="1600" spc="-7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+mj-cs"/>
                </a:defRPr>
              </a:lvl1pPr>
            </a:lstStyle>
            <a:p>
              <a:pPr algn="r"/>
              <a:endParaRPr lang="ko-KR" altLang="en-US" sz="13800" spc="0" dirty="0">
                <a:ln>
                  <a:solidFill>
                    <a:srgbClr val="BAC4D3">
                      <a:alpha val="0"/>
                    </a:srgbClr>
                  </a:solidFill>
                </a:ln>
                <a:solidFill>
                  <a:srgbClr val="01486B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</a:endParaRPr>
            </a:p>
          </p:txBody>
        </p:sp>
        <p:sp>
          <p:nvSpPr>
            <p:cNvPr id="166" name="사각형: 둥근 모서리 165">
              <a:extLst>
                <a:ext uri="{FF2B5EF4-FFF2-40B4-BE49-F238E27FC236}">
                  <a16:creationId xmlns:a16="http://schemas.microsoft.com/office/drawing/2014/main" id="{F672B398-BFE7-4F9A-8630-BF5244393B3B}"/>
                </a:ext>
              </a:extLst>
            </p:cNvPr>
            <p:cNvSpPr/>
            <p:nvPr/>
          </p:nvSpPr>
          <p:spPr>
            <a:xfrm>
              <a:off x="650778" y="8616832"/>
              <a:ext cx="779287" cy="593320"/>
            </a:xfrm>
            <a:prstGeom prst="roundRect">
              <a:avLst>
                <a:gd name="adj" fmla="val 5430"/>
              </a:avLst>
            </a:prstGeom>
            <a:solidFill>
              <a:srgbClr val="778AA5"/>
            </a:solidFill>
          </p:spPr>
          <p:txBody>
            <a:bodyPr wrap="square" lIns="36000" tIns="36000" rIns="36000" bIns="36000" anchor="ctr">
              <a:noAutofit/>
            </a:bodyPr>
            <a:lstStyle/>
            <a:p>
              <a:pPr lvl="0" algn="ctr">
                <a:lnSpc>
                  <a:spcPct val="120000"/>
                </a:lnSpc>
                <a:spcBef>
                  <a:spcPts val="600"/>
                </a:spcBef>
              </a:pPr>
              <a:r>
                <a:rPr lang="ko-KR" altLang="en-US" sz="1200">
                  <a:solidFill>
                    <a:schemeClr val="bg1">
                      <a:lumMod val="95000"/>
                    </a:schemeClr>
                  </a:solidFill>
                  <a:latin typeface="+mj-ea"/>
                  <a:ea typeface="+mj-ea"/>
                </a:rPr>
                <a:t>문서승인</a:t>
              </a:r>
              <a:br>
                <a:rPr lang="ko-KR" altLang="en-US" sz="1200">
                  <a:solidFill>
                    <a:schemeClr val="bg1">
                      <a:lumMod val="95000"/>
                    </a:schemeClr>
                  </a:solidFill>
                  <a:latin typeface="+mj-ea"/>
                  <a:ea typeface="+mj-ea"/>
                </a:rPr>
              </a:br>
              <a:r>
                <a:rPr lang="ko-KR" altLang="en-US" sz="1200">
                  <a:solidFill>
                    <a:schemeClr val="bg1">
                      <a:lumMod val="95000"/>
                    </a:schemeClr>
                  </a:solidFill>
                  <a:latin typeface="+mj-ea"/>
                  <a:ea typeface="+mj-ea"/>
                </a:rPr>
                <a:t>원칙</a:t>
              </a:r>
            </a:p>
          </p:txBody>
        </p:sp>
        <p:cxnSp>
          <p:nvCxnSpPr>
            <p:cNvPr id="167" name="직선 연결선 166">
              <a:extLst>
                <a:ext uri="{FF2B5EF4-FFF2-40B4-BE49-F238E27FC236}">
                  <a16:creationId xmlns:a16="http://schemas.microsoft.com/office/drawing/2014/main" id="{CFB57DBB-0116-4E0D-9EF0-D84AE4217D79}"/>
                </a:ext>
              </a:extLst>
            </p:cNvPr>
            <p:cNvCxnSpPr/>
            <p:nvPr/>
          </p:nvCxnSpPr>
          <p:spPr>
            <a:xfrm>
              <a:off x="1520788" y="8625472"/>
              <a:ext cx="0" cy="1080000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  <a:prstDash val="soli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68" name="Picture 5" descr="C:\Users\LIGS_B50PS\Desktop\Untitled-1.png">
            <a:extLst>
              <a:ext uri="{FF2B5EF4-FFF2-40B4-BE49-F238E27FC236}">
                <a16:creationId xmlns:a16="http://schemas.microsoft.com/office/drawing/2014/main" id="{B375D54F-9A4E-45A4-8D23-6190680D71C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duotone>
              <a:srgbClr val="ABABAB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16" t="70218" r="59330" b="-3294"/>
          <a:stretch/>
        </p:blipFill>
        <p:spPr bwMode="auto">
          <a:xfrm>
            <a:off x="835439" y="8661251"/>
            <a:ext cx="541168" cy="463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35" name="그룹 234">
            <a:extLst>
              <a:ext uri="{FF2B5EF4-FFF2-40B4-BE49-F238E27FC236}">
                <a16:creationId xmlns:a16="http://schemas.microsoft.com/office/drawing/2014/main" id="{A388E801-9966-4E77-90C4-2FCB68D07EE8}"/>
              </a:ext>
            </a:extLst>
          </p:cNvPr>
          <p:cNvGrpSpPr/>
          <p:nvPr/>
        </p:nvGrpSpPr>
        <p:grpSpPr>
          <a:xfrm>
            <a:off x="440668" y="2900772"/>
            <a:ext cx="1074607" cy="169277"/>
            <a:chOff x="440667" y="2866470"/>
            <a:chExt cx="1074607" cy="169277"/>
          </a:xfrm>
        </p:grpSpPr>
        <p:sp>
          <p:nvSpPr>
            <p:cNvPr id="236" name="Text Box 247">
              <a:extLst>
                <a:ext uri="{FF2B5EF4-FFF2-40B4-BE49-F238E27FC236}">
                  <a16:creationId xmlns:a16="http://schemas.microsoft.com/office/drawing/2014/main" id="{53D990A2-3549-4A77-8FEA-06EBE7E13885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440668" y="2866470"/>
              <a:ext cx="1074606" cy="169277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lIns="126000" tIns="0" rIns="0" bIns="0" anchor="ctr">
              <a:spAutoFit/>
            </a:bodyPr>
            <a:lstStyle>
              <a:defPPr>
                <a:defRPr lang="en-US"/>
              </a:defPPr>
              <a:lvl1pPr marR="0" lvl="0" indent="0" defTabSz="914400" fontAlgn="base" latinLnBrk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 kumimoji="1" sz="1100" b="0" i="0" u="none" strike="noStrike" kern="0" cap="none" spc="0" normalizeH="0" baseline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ea"/>
                  <a:ea typeface="+mj-ea"/>
                </a:defRPr>
              </a:lvl1pPr>
            </a:lstStyle>
            <a:p>
              <a:pPr lvl="0">
                <a:defRPr/>
              </a:pPr>
              <a:r>
                <a:rPr lang="ko-KR" altLang="en-US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성능 테스트 절차</a:t>
              </a:r>
            </a:p>
          </p:txBody>
        </p:sp>
        <p:sp>
          <p:nvSpPr>
            <p:cNvPr id="237" name="사각형: 둥근 모서리 236">
              <a:extLst>
                <a:ext uri="{FF2B5EF4-FFF2-40B4-BE49-F238E27FC236}">
                  <a16:creationId xmlns:a16="http://schemas.microsoft.com/office/drawing/2014/main" id="{63DF83F2-D652-413A-94AE-BDD449AEFBFD}"/>
                </a:ext>
              </a:extLst>
            </p:cNvPr>
            <p:cNvSpPr/>
            <p:nvPr/>
          </p:nvSpPr>
          <p:spPr>
            <a:xfrm>
              <a:off x="440667" y="2874971"/>
              <a:ext cx="54000" cy="129600"/>
            </a:xfrm>
            <a:prstGeom prst="roundRect">
              <a:avLst/>
            </a:prstGeom>
            <a:solidFill>
              <a:srgbClr val="0070C0"/>
            </a:solidFill>
          </p:spPr>
          <p:txBody>
            <a:bodyPr wrap="none" lIns="36000" tIns="18000" rIns="36000" bIns="18000">
              <a:noAutofit/>
            </a:bodyPr>
            <a:lstStyle/>
            <a:p>
              <a:pPr defTabSz="914400" fontAlgn="base">
                <a:spcBef>
                  <a:spcPct val="0"/>
                </a:spcBef>
                <a:spcAft>
                  <a:spcPts val="2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</a:pPr>
              <a:endParaRPr lang="ko-KR" altLang="en-US" sz="1100">
                <a:solidFill>
                  <a:schemeClr val="bg1"/>
                </a:solidFill>
                <a:latin typeface="+mn-ea"/>
              </a:endParaRPr>
            </a:p>
          </p:txBody>
        </p: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64D14FE0-7F2D-4E79-8BEF-11B634D9B9F9}"/>
              </a:ext>
            </a:extLst>
          </p:cNvPr>
          <p:cNvGrpSpPr/>
          <p:nvPr/>
        </p:nvGrpSpPr>
        <p:grpSpPr>
          <a:xfrm>
            <a:off x="440668" y="3173310"/>
            <a:ext cx="5976664" cy="477971"/>
            <a:chOff x="440668" y="3836876"/>
            <a:chExt cx="5976664" cy="477971"/>
          </a:xfrm>
        </p:grpSpPr>
        <p:sp>
          <p:nvSpPr>
            <p:cNvPr id="245" name="직사각형 244">
              <a:extLst>
                <a:ext uri="{FF2B5EF4-FFF2-40B4-BE49-F238E27FC236}">
                  <a16:creationId xmlns:a16="http://schemas.microsoft.com/office/drawing/2014/main" id="{1B068678-9A8A-469C-A9A7-12516BE88F9E}"/>
                </a:ext>
              </a:extLst>
            </p:cNvPr>
            <p:cNvSpPr/>
            <p:nvPr/>
          </p:nvSpPr>
          <p:spPr>
            <a:xfrm>
              <a:off x="4037566" y="4016896"/>
              <a:ext cx="1180800" cy="297951"/>
            </a:xfrm>
            <a:prstGeom prst="rect">
              <a:avLst/>
            </a:prstGeom>
            <a:solidFill>
              <a:srgbClr val="2D7CB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01536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400" b="0" i="0" u="none" strike="noStrike" kern="1200" cap="none" spc="-60" normalizeH="0" baseline="0" noProof="0" dirty="0">
                <a:ln>
                  <a:solidFill>
                    <a:srgbClr val="CE0883">
                      <a:alpha val="0"/>
                    </a:srgbClr>
                  </a:solidFill>
                </a:ln>
                <a:gradFill>
                  <a:gsLst>
                    <a:gs pos="100000">
                      <a:prstClr val="white"/>
                    </a:gs>
                    <a:gs pos="0">
                      <a:prstClr val="white"/>
                    </a:gs>
                  </a:gsLst>
                  <a:lin ang="5400000" scaled="0"/>
                </a:gra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+mn-cs"/>
              </a:endParaRPr>
            </a:p>
          </p:txBody>
        </p:sp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2529D43D-F6EA-4138-A1DC-291A26DBFC99}"/>
                </a:ext>
              </a:extLst>
            </p:cNvPr>
            <p:cNvGrpSpPr/>
            <p:nvPr/>
          </p:nvGrpSpPr>
          <p:grpSpPr>
            <a:xfrm>
              <a:off x="5236532" y="4016896"/>
              <a:ext cx="1180800" cy="297951"/>
              <a:chOff x="5236532" y="4016896"/>
              <a:chExt cx="1180800" cy="297951"/>
            </a:xfrm>
          </p:grpSpPr>
          <p:sp>
            <p:nvSpPr>
              <p:cNvPr id="246" name="직사각형 245">
                <a:extLst>
                  <a:ext uri="{FF2B5EF4-FFF2-40B4-BE49-F238E27FC236}">
                    <a16:creationId xmlns:a16="http://schemas.microsoft.com/office/drawing/2014/main" id="{B8B04343-B423-4C82-9013-E04DAE614DB8}"/>
                  </a:ext>
                </a:extLst>
              </p:cNvPr>
              <p:cNvSpPr/>
              <p:nvPr/>
            </p:nvSpPr>
            <p:spPr>
              <a:xfrm>
                <a:off x="5236532" y="4016896"/>
                <a:ext cx="137723" cy="297951"/>
              </a:xfrm>
              <a:prstGeom prst="rect">
                <a:avLst/>
              </a:prstGeom>
              <a:solidFill>
                <a:srgbClr val="034E9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001536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400" b="0" i="0" u="none" strike="noStrike" kern="1200" cap="none" spc="-60" normalizeH="0" baseline="0" noProof="0" dirty="0">
                  <a:ln>
                    <a:solidFill>
                      <a:srgbClr val="CE0883">
                        <a:alpha val="0"/>
                      </a:srgbClr>
                    </a:solidFill>
                  </a:ln>
                  <a:gradFill>
                    <a:gsLst>
                      <a:gs pos="100000">
                        <a:prstClr val="white"/>
                      </a:gs>
                      <a:gs pos="0">
                        <a:prstClr val="white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+mn-cs"/>
                </a:endParaRPr>
              </a:p>
            </p:txBody>
          </p:sp>
          <p:sp>
            <p:nvSpPr>
              <p:cNvPr id="247" name="사각형: 둥근 모서리 246">
                <a:extLst>
                  <a:ext uri="{FF2B5EF4-FFF2-40B4-BE49-F238E27FC236}">
                    <a16:creationId xmlns:a16="http://schemas.microsoft.com/office/drawing/2014/main" id="{23BBBF91-B878-43B1-A6F1-8FEE5851A9F8}"/>
                  </a:ext>
                </a:extLst>
              </p:cNvPr>
              <p:cNvSpPr/>
              <p:nvPr/>
            </p:nvSpPr>
            <p:spPr>
              <a:xfrm>
                <a:off x="5236532" y="4016896"/>
                <a:ext cx="1180800" cy="297951"/>
              </a:xfrm>
              <a:prstGeom prst="roundRect">
                <a:avLst>
                  <a:gd name="adj" fmla="val 50000"/>
                </a:avLst>
              </a:prstGeom>
              <a:solidFill>
                <a:srgbClr val="034E9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001536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400" b="0" i="0" u="none" strike="noStrike" kern="1200" cap="none" spc="-60" normalizeH="0" baseline="0" noProof="0" dirty="0">
                  <a:ln>
                    <a:solidFill>
                      <a:srgbClr val="CE0883">
                        <a:alpha val="0"/>
                      </a:srgbClr>
                    </a:solidFill>
                  </a:ln>
                  <a:gradFill>
                    <a:gsLst>
                      <a:gs pos="100000">
                        <a:prstClr val="white"/>
                      </a:gs>
                      <a:gs pos="0">
                        <a:prstClr val="white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+mn-cs"/>
                </a:endParaRPr>
              </a:p>
            </p:txBody>
          </p:sp>
        </p:grpSp>
        <p:sp>
          <p:nvSpPr>
            <p:cNvPr id="248" name="직사각형 247">
              <a:extLst>
                <a:ext uri="{FF2B5EF4-FFF2-40B4-BE49-F238E27FC236}">
                  <a16:creationId xmlns:a16="http://schemas.microsoft.com/office/drawing/2014/main" id="{B246FBCA-305A-4DB9-AC17-BAB8973697D3}"/>
                </a:ext>
              </a:extLst>
            </p:cNvPr>
            <p:cNvSpPr/>
            <p:nvPr/>
          </p:nvSpPr>
          <p:spPr>
            <a:xfrm>
              <a:off x="1639634" y="4016896"/>
              <a:ext cx="1180800" cy="297951"/>
            </a:xfrm>
            <a:prstGeom prst="rect">
              <a:avLst/>
            </a:prstGeom>
            <a:solidFill>
              <a:srgbClr val="84B4E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01536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400" b="0" i="0" u="none" strike="noStrike" kern="1200" cap="none" spc="-60" normalizeH="0" baseline="0" noProof="0" dirty="0">
                <a:ln>
                  <a:solidFill>
                    <a:srgbClr val="CE0883">
                      <a:alpha val="0"/>
                    </a:srgbClr>
                  </a:solidFill>
                </a:ln>
                <a:gradFill>
                  <a:gsLst>
                    <a:gs pos="100000">
                      <a:prstClr val="white"/>
                    </a:gs>
                    <a:gs pos="0">
                      <a:prstClr val="white"/>
                    </a:gs>
                  </a:gsLst>
                  <a:lin ang="5400000" scaled="0"/>
                </a:gra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+mn-cs"/>
              </a:endParaRPr>
            </a:p>
          </p:txBody>
        </p: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1AF9533E-59C1-4B36-ABC0-96482D23DB1E}"/>
                </a:ext>
              </a:extLst>
            </p:cNvPr>
            <p:cNvGrpSpPr/>
            <p:nvPr/>
          </p:nvGrpSpPr>
          <p:grpSpPr>
            <a:xfrm>
              <a:off x="440668" y="4016896"/>
              <a:ext cx="1180800" cy="297951"/>
              <a:chOff x="440668" y="4016896"/>
              <a:chExt cx="1180800" cy="297951"/>
            </a:xfrm>
            <a:solidFill>
              <a:srgbClr val="A1AFC3"/>
            </a:solidFill>
          </p:grpSpPr>
          <p:sp>
            <p:nvSpPr>
              <p:cNvPr id="244" name="직사각형 243">
                <a:extLst>
                  <a:ext uri="{FF2B5EF4-FFF2-40B4-BE49-F238E27FC236}">
                    <a16:creationId xmlns:a16="http://schemas.microsoft.com/office/drawing/2014/main" id="{E2C4B037-A7C0-40C0-BBED-71A0D1859F2D}"/>
                  </a:ext>
                </a:extLst>
              </p:cNvPr>
              <p:cNvSpPr/>
              <p:nvPr/>
            </p:nvSpPr>
            <p:spPr>
              <a:xfrm>
                <a:off x="1418954" y="4016896"/>
                <a:ext cx="202514" cy="297951"/>
              </a:xfrm>
              <a:prstGeom prst="rect">
                <a:avLst/>
              </a:prstGeom>
              <a:solidFill>
                <a:srgbClr val="9DC3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001536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400" b="0" i="0" u="none" strike="noStrike" kern="1200" cap="none" spc="-60" normalizeH="0" baseline="0" noProof="0" dirty="0">
                  <a:ln>
                    <a:solidFill>
                      <a:srgbClr val="CE0883">
                        <a:alpha val="0"/>
                      </a:srgbClr>
                    </a:solidFill>
                  </a:ln>
                  <a:gradFill>
                    <a:gsLst>
                      <a:gs pos="100000">
                        <a:prstClr val="white"/>
                      </a:gs>
                      <a:gs pos="0">
                        <a:prstClr val="white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+mn-cs"/>
                </a:endParaRPr>
              </a:p>
            </p:txBody>
          </p:sp>
          <p:sp>
            <p:nvSpPr>
              <p:cNvPr id="249" name="사각형: 둥근 모서리 248">
                <a:extLst>
                  <a:ext uri="{FF2B5EF4-FFF2-40B4-BE49-F238E27FC236}">
                    <a16:creationId xmlns:a16="http://schemas.microsoft.com/office/drawing/2014/main" id="{F9BA78C6-FD8A-4520-B8F0-3279238A699B}"/>
                  </a:ext>
                </a:extLst>
              </p:cNvPr>
              <p:cNvSpPr/>
              <p:nvPr/>
            </p:nvSpPr>
            <p:spPr>
              <a:xfrm>
                <a:off x="440668" y="4016896"/>
                <a:ext cx="1180800" cy="297951"/>
              </a:xfrm>
              <a:prstGeom prst="roundRect">
                <a:avLst>
                  <a:gd name="adj" fmla="val 50000"/>
                </a:avLst>
              </a:prstGeom>
              <a:solidFill>
                <a:srgbClr val="9DC3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001536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400" b="0" i="0" u="none" strike="noStrike" kern="1200" cap="none" spc="-60" normalizeH="0" baseline="0" noProof="0" dirty="0">
                  <a:ln>
                    <a:solidFill>
                      <a:srgbClr val="CE0883">
                        <a:alpha val="0"/>
                      </a:srgbClr>
                    </a:solidFill>
                  </a:ln>
                  <a:gradFill>
                    <a:gsLst>
                      <a:gs pos="100000">
                        <a:prstClr val="white"/>
                      </a:gs>
                      <a:gs pos="0">
                        <a:prstClr val="white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+mn-cs"/>
                </a:endParaRPr>
              </a:p>
            </p:txBody>
          </p:sp>
        </p:grpSp>
        <p:sp>
          <p:nvSpPr>
            <p:cNvPr id="250" name="TextBox 249">
              <a:extLst>
                <a:ext uri="{FF2B5EF4-FFF2-40B4-BE49-F238E27FC236}">
                  <a16:creationId xmlns:a16="http://schemas.microsoft.com/office/drawing/2014/main" id="{98502A85-8108-40C8-B306-3C885B336F4C}"/>
                </a:ext>
              </a:extLst>
            </p:cNvPr>
            <p:cNvSpPr txBox="1"/>
            <p:nvPr/>
          </p:nvSpPr>
          <p:spPr>
            <a:xfrm>
              <a:off x="1937486" y="4085080"/>
              <a:ext cx="585097" cy="161583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>
              <a:defPPr>
                <a:defRPr lang="ko-KR"/>
              </a:defPPr>
              <a:lvl1pPr algn="ctr">
                <a:defRPr sz="2000">
                  <a:gradFill flip="none" rotWithShape="1">
                    <a:gsLst>
                      <a:gs pos="0">
                        <a:prstClr val="white">
                          <a:lumMod val="0"/>
                          <a:lumOff val="100000"/>
                        </a:prstClr>
                      </a:gs>
                      <a:gs pos="100000">
                        <a:prstClr val="white">
                          <a:lumMod val="0"/>
                          <a:lumOff val="100000"/>
                        </a:prstClr>
                      </a:gs>
                    </a:gsLst>
                    <a:lin ang="6000000" scaled="0"/>
                    <a:tileRect/>
                  </a:gradFill>
                  <a:latin typeface="뫼비우스 Bold" panose="02000500000000000000" pitchFamily="2" charset="-127"/>
                  <a:ea typeface="뫼비우스 Bold" panose="02000500000000000000" pitchFamily="2" charset="-127"/>
                </a:defRPr>
              </a:lvl1pPr>
              <a:lvl2pPr>
                <a:defRPr>
                  <a:solidFill>
                    <a:schemeClr val="tx1"/>
                  </a:solidFill>
                </a:defRPr>
              </a:lvl2pPr>
              <a:lvl3pPr>
                <a:defRPr>
                  <a:solidFill>
                    <a:schemeClr val="tx1"/>
                  </a:solidFill>
                </a:defRPr>
              </a:lvl3pPr>
              <a:lvl4pPr>
                <a:defRPr>
                  <a:solidFill>
                    <a:schemeClr val="tx1"/>
                  </a:solidFill>
                </a:defRPr>
              </a:lvl4pPr>
              <a:lvl5pPr>
                <a:defRPr>
                  <a:solidFill>
                    <a:schemeClr val="tx1"/>
                  </a:solidFill>
                </a:defRPr>
              </a:lvl5pPr>
              <a:lvl6pPr>
                <a:defRPr>
                  <a:solidFill>
                    <a:schemeClr val="tx1"/>
                  </a:solidFill>
                </a:defRPr>
              </a:lvl6pPr>
              <a:lvl7pPr>
                <a:defRPr>
                  <a:solidFill>
                    <a:schemeClr val="tx1"/>
                  </a:solidFill>
                </a:defRPr>
              </a:lvl7pPr>
              <a:lvl8pPr>
                <a:defRPr>
                  <a:solidFill>
                    <a:schemeClr val="tx1"/>
                  </a:solidFill>
                </a:defRPr>
              </a:lvl8pPr>
              <a:lvl9pPr>
                <a:defRPr>
                  <a:solidFill>
                    <a:schemeClr val="tx1"/>
                  </a:solidFill>
                </a:defRPr>
              </a:lvl9pPr>
            </a:lstStyle>
            <a:p>
              <a:pPr lvl="0" defTabSz="1001536">
                <a:defRPr/>
              </a:pPr>
              <a:r>
                <a:rPr lang="ko-KR" altLang="en-US" sz="1050" spc="-50" dirty="0">
                  <a:ln>
                    <a:solidFill>
                      <a:srgbClr val="CE0883">
                        <a:alpha val="0"/>
                      </a:srgbClr>
                    </a:solidFill>
                  </a:ln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5400000" scaled="1"/>
                  </a:gradFill>
                  <a:latin typeface="Pretendard SemiBold" panose="02000703000000020004" pitchFamily="50" charset="-127"/>
                  <a:ea typeface="Pretendard SemiBold" panose="02000703000000020004" pitchFamily="50" charset="-127"/>
                </a:rPr>
                <a:t>산출물 검토</a:t>
              </a:r>
            </a:p>
          </p:txBody>
        </p:sp>
        <p:grpSp>
          <p:nvGrpSpPr>
            <p:cNvPr id="257" name="그룹 256">
              <a:extLst>
                <a:ext uri="{FF2B5EF4-FFF2-40B4-BE49-F238E27FC236}">
                  <a16:creationId xmlns:a16="http://schemas.microsoft.com/office/drawing/2014/main" id="{AB78FFCC-4065-4644-9504-40CCB545EE12}"/>
                </a:ext>
              </a:extLst>
            </p:cNvPr>
            <p:cNvGrpSpPr/>
            <p:nvPr/>
          </p:nvGrpSpPr>
          <p:grpSpPr>
            <a:xfrm>
              <a:off x="1560955" y="4096206"/>
              <a:ext cx="139330" cy="139330"/>
              <a:chOff x="2981492" y="4179597"/>
              <a:chExt cx="259134" cy="259134"/>
            </a:xfrm>
          </p:grpSpPr>
          <p:sp>
            <p:nvSpPr>
              <p:cNvPr id="262" name="타원 261">
                <a:extLst>
                  <a:ext uri="{FF2B5EF4-FFF2-40B4-BE49-F238E27FC236}">
                    <a16:creationId xmlns:a16="http://schemas.microsoft.com/office/drawing/2014/main" id="{EC7F6C6E-361C-4AF7-8B84-9EDFA6CF95FA}"/>
                  </a:ext>
                </a:extLst>
              </p:cNvPr>
              <p:cNvSpPr/>
              <p:nvPr/>
            </p:nvSpPr>
            <p:spPr>
              <a:xfrm>
                <a:off x="2981492" y="4179597"/>
                <a:ext cx="259134" cy="259134"/>
              </a:xfrm>
              <a:prstGeom prst="ellipse">
                <a:avLst/>
              </a:prstGeom>
              <a:solidFill>
                <a:schemeClr val="bg1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000" tIns="18000" rIns="18000" bIns="18000" rtlCol="0" anchor="ctr"/>
              <a:lstStyle/>
              <a:p>
                <a:pPr marL="0" marR="0" lvl="0" indent="0" algn="ctr" defTabSz="6219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80000"/>
                  <a:buFontTx/>
                  <a:buNone/>
                  <a:tabLst/>
                  <a:defRPr/>
                </a:pPr>
                <a:endParaRPr kumimoji="0" lang="ko-KR" altLang="en-US" sz="800" b="1" i="0" u="none" strike="noStrike" kern="0" cap="none" spc="0" normalizeH="0" baseline="0" noProof="0" dirty="0" err="1">
                  <a:ln>
                    <a:noFill/>
                  </a:ln>
                  <a:gradFill>
                    <a:gsLst>
                      <a:gs pos="0">
                        <a:srgbClr val="2C2C2C"/>
                      </a:gs>
                      <a:gs pos="51000">
                        <a:srgbClr val="2C2C2C"/>
                      </a:gs>
                    </a:gsLst>
                    <a:lin ang="5400000" scaled="1"/>
                  </a:gra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+mn-cs"/>
                </a:endParaRPr>
              </a:p>
            </p:txBody>
          </p:sp>
          <p:sp>
            <p:nvSpPr>
              <p:cNvPr id="263" name="자유형: 도형 262">
                <a:extLst>
                  <a:ext uri="{FF2B5EF4-FFF2-40B4-BE49-F238E27FC236}">
                    <a16:creationId xmlns:a16="http://schemas.microsoft.com/office/drawing/2014/main" id="{DB1D9F98-FAFE-40FE-BC81-D2648334573B}"/>
                  </a:ext>
                </a:extLst>
              </p:cNvPr>
              <p:cNvSpPr/>
              <p:nvPr/>
            </p:nvSpPr>
            <p:spPr>
              <a:xfrm rot="2700000">
                <a:off x="3056442" y="4269789"/>
                <a:ext cx="78763" cy="78763"/>
              </a:xfrm>
              <a:custGeom>
                <a:avLst/>
                <a:gdLst>
                  <a:gd name="connsiteX0" fmla="*/ 0 w 255270"/>
                  <a:gd name="connsiteY0" fmla="*/ 0 h 125730"/>
                  <a:gd name="connsiteX1" fmla="*/ 255270 w 255270"/>
                  <a:gd name="connsiteY1" fmla="*/ 0 h 125730"/>
                  <a:gd name="connsiteX2" fmla="*/ 255270 w 255270"/>
                  <a:gd name="connsiteY2" fmla="*/ 125730 h 1257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55270" h="125730">
                    <a:moveTo>
                      <a:pt x="0" y="0"/>
                    </a:moveTo>
                    <a:lnTo>
                      <a:pt x="255270" y="0"/>
                    </a:lnTo>
                    <a:lnTo>
                      <a:pt x="255270" y="125730"/>
                    </a:lnTo>
                  </a:path>
                </a:pathLst>
              </a:custGeom>
              <a:noFill/>
              <a:ln w="19050" cap="rnd">
                <a:solidFill>
                  <a:srgbClr val="3C485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001536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+mn-cs"/>
                </a:endParaRPr>
              </a:p>
            </p:txBody>
          </p:sp>
        </p:grpSp>
        <p:sp>
          <p:nvSpPr>
            <p:cNvPr id="269" name="직사각형 268">
              <a:extLst>
                <a:ext uri="{FF2B5EF4-FFF2-40B4-BE49-F238E27FC236}">
                  <a16:creationId xmlns:a16="http://schemas.microsoft.com/office/drawing/2014/main" id="{61664E41-E442-4C25-91FD-62EA7ABAFACB}"/>
                </a:ext>
              </a:extLst>
            </p:cNvPr>
            <p:cNvSpPr/>
            <p:nvPr/>
          </p:nvSpPr>
          <p:spPr>
            <a:xfrm>
              <a:off x="2838600" y="4016896"/>
              <a:ext cx="1180800" cy="297951"/>
            </a:xfrm>
            <a:prstGeom prst="rect">
              <a:avLst/>
            </a:prstGeom>
            <a:solidFill>
              <a:srgbClr val="5A9BD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01536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400" b="0" i="0" u="none" strike="noStrike" kern="1200" cap="none" spc="-60" normalizeH="0" baseline="0" noProof="0" dirty="0">
                <a:ln>
                  <a:solidFill>
                    <a:srgbClr val="CE0883">
                      <a:alpha val="0"/>
                    </a:srgbClr>
                  </a:solidFill>
                </a:ln>
                <a:gradFill>
                  <a:gsLst>
                    <a:gs pos="100000">
                      <a:prstClr val="white"/>
                    </a:gs>
                    <a:gs pos="0">
                      <a:prstClr val="white"/>
                    </a:gs>
                  </a:gsLst>
                  <a:lin ang="5400000" scaled="0"/>
                </a:gra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+mn-cs"/>
              </a:endParaRPr>
            </a:p>
          </p:txBody>
        </p:sp>
        <p:grpSp>
          <p:nvGrpSpPr>
            <p:cNvPr id="255" name="그룹 254">
              <a:extLst>
                <a:ext uri="{FF2B5EF4-FFF2-40B4-BE49-F238E27FC236}">
                  <a16:creationId xmlns:a16="http://schemas.microsoft.com/office/drawing/2014/main" id="{F3B1A9FF-716C-4E04-8E0F-899DA751786B}"/>
                </a:ext>
              </a:extLst>
            </p:cNvPr>
            <p:cNvGrpSpPr/>
            <p:nvPr/>
          </p:nvGrpSpPr>
          <p:grpSpPr>
            <a:xfrm>
              <a:off x="2757692" y="4096206"/>
              <a:ext cx="139330" cy="139330"/>
              <a:chOff x="2981492" y="4179597"/>
              <a:chExt cx="259134" cy="259134"/>
            </a:xfrm>
          </p:grpSpPr>
          <p:sp>
            <p:nvSpPr>
              <p:cNvPr id="264" name="타원 263">
                <a:extLst>
                  <a:ext uri="{FF2B5EF4-FFF2-40B4-BE49-F238E27FC236}">
                    <a16:creationId xmlns:a16="http://schemas.microsoft.com/office/drawing/2014/main" id="{7BF38DD7-AF58-42F9-A839-AA846C7EED66}"/>
                  </a:ext>
                </a:extLst>
              </p:cNvPr>
              <p:cNvSpPr/>
              <p:nvPr/>
            </p:nvSpPr>
            <p:spPr>
              <a:xfrm>
                <a:off x="2981492" y="4179597"/>
                <a:ext cx="259134" cy="259134"/>
              </a:xfrm>
              <a:prstGeom prst="ellipse">
                <a:avLst/>
              </a:prstGeom>
              <a:solidFill>
                <a:schemeClr val="bg1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000" tIns="18000" rIns="18000" bIns="18000" rtlCol="0" anchor="ctr"/>
              <a:lstStyle/>
              <a:p>
                <a:pPr marL="0" marR="0" lvl="0" indent="0" algn="ctr" defTabSz="6219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80000"/>
                  <a:buFontTx/>
                  <a:buNone/>
                  <a:tabLst/>
                  <a:defRPr/>
                </a:pPr>
                <a:endParaRPr kumimoji="0" lang="ko-KR" altLang="en-US" sz="800" b="1" i="0" u="none" strike="noStrike" kern="0" cap="none" spc="0" normalizeH="0" baseline="0" noProof="0" dirty="0" err="1">
                  <a:ln>
                    <a:noFill/>
                  </a:ln>
                  <a:gradFill>
                    <a:gsLst>
                      <a:gs pos="0">
                        <a:srgbClr val="2C2C2C"/>
                      </a:gs>
                      <a:gs pos="51000">
                        <a:srgbClr val="2C2C2C"/>
                      </a:gs>
                    </a:gsLst>
                    <a:lin ang="5400000" scaled="1"/>
                  </a:gra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+mn-cs"/>
                </a:endParaRPr>
              </a:p>
            </p:txBody>
          </p:sp>
          <p:sp>
            <p:nvSpPr>
              <p:cNvPr id="265" name="자유형: 도형 264">
                <a:extLst>
                  <a:ext uri="{FF2B5EF4-FFF2-40B4-BE49-F238E27FC236}">
                    <a16:creationId xmlns:a16="http://schemas.microsoft.com/office/drawing/2014/main" id="{F7CF331D-5B15-426D-A242-925BF9F7B84F}"/>
                  </a:ext>
                </a:extLst>
              </p:cNvPr>
              <p:cNvSpPr/>
              <p:nvPr/>
            </p:nvSpPr>
            <p:spPr>
              <a:xfrm rot="2700000">
                <a:off x="3056442" y="4269789"/>
                <a:ext cx="78763" cy="78763"/>
              </a:xfrm>
              <a:custGeom>
                <a:avLst/>
                <a:gdLst>
                  <a:gd name="connsiteX0" fmla="*/ 0 w 255270"/>
                  <a:gd name="connsiteY0" fmla="*/ 0 h 125730"/>
                  <a:gd name="connsiteX1" fmla="*/ 255270 w 255270"/>
                  <a:gd name="connsiteY1" fmla="*/ 0 h 125730"/>
                  <a:gd name="connsiteX2" fmla="*/ 255270 w 255270"/>
                  <a:gd name="connsiteY2" fmla="*/ 125730 h 1257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55270" h="125730">
                    <a:moveTo>
                      <a:pt x="0" y="0"/>
                    </a:moveTo>
                    <a:lnTo>
                      <a:pt x="255270" y="0"/>
                    </a:lnTo>
                    <a:lnTo>
                      <a:pt x="255270" y="125730"/>
                    </a:lnTo>
                  </a:path>
                </a:pathLst>
              </a:custGeom>
              <a:noFill/>
              <a:ln w="19050" cap="rnd">
                <a:solidFill>
                  <a:srgbClr val="3C485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001536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+mn-cs"/>
                </a:endParaRPr>
              </a:p>
            </p:txBody>
          </p:sp>
        </p:grpSp>
        <p:grpSp>
          <p:nvGrpSpPr>
            <p:cNvPr id="259" name="그룹 258">
              <a:extLst>
                <a:ext uri="{FF2B5EF4-FFF2-40B4-BE49-F238E27FC236}">
                  <a16:creationId xmlns:a16="http://schemas.microsoft.com/office/drawing/2014/main" id="{4DD78391-1232-4AAE-B97B-903FECB937BA}"/>
                </a:ext>
              </a:extLst>
            </p:cNvPr>
            <p:cNvGrpSpPr/>
            <p:nvPr/>
          </p:nvGrpSpPr>
          <p:grpSpPr>
            <a:xfrm>
              <a:off x="3957155" y="4096206"/>
              <a:ext cx="139330" cy="139330"/>
              <a:chOff x="2981492" y="4179597"/>
              <a:chExt cx="259134" cy="259134"/>
            </a:xfrm>
          </p:grpSpPr>
          <p:sp>
            <p:nvSpPr>
              <p:cNvPr id="260" name="타원 259">
                <a:extLst>
                  <a:ext uri="{FF2B5EF4-FFF2-40B4-BE49-F238E27FC236}">
                    <a16:creationId xmlns:a16="http://schemas.microsoft.com/office/drawing/2014/main" id="{8756560D-6BC6-4E13-962C-36C29325E740}"/>
                  </a:ext>
                </a:extLst>
              </p:cNvPr>
              <p:cNvSpPr/>
              <p:nvPr/>
            </p:nvSpPr>
            <p:spPr>
              <a:xfrm>
                <a:off x="2981492" y="4179597"/>
                <a:ext cx="259134" cy="259134"/>
              </a:xfrm>
              <a:prstGeom prst="ellipse">
                <a:avLst/>
              </a:prstGeom>
              <a:solidFill>
                <a:schemeClr val="bg1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000" tIns="18000" rIns="18000" bIns="18000" rtlCol="0" anchor="ctr"/>
              <a:lstStyle/>
              <a:p>
                <a:pPr marL="0" marR="0" lvl="0" indent="0" algn="ctr" defTabSz="6219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80000"/>
                  <a:buFontTx/>
                  <a:buNone/>
                  <a:tabLst/>
                  <a:defRPr/>
                </a:pPr>
                <a:endParaRPr kumimoji="0" lang="ko-KR" altLang="en-US" sz="800" b="1" i="0" u="none" strike="noStrike" kern="0" cap="none" spc="0" normalizeH="0" baseline="0" noProof="0" dirty="0" err="1">
                  <a:ln>
                    <a:noFill/>
                  </a:ln>
                  <a:gradFill>
                    <a:gsLst>
                      <a:gs pos="0">
                        <a:srgbClr val="2C2C2C"/>
                      </a:gs>
                      <a:gs pos="51000">
                        <a:srgbClr val="2C2C2C"/>
                      </a:gs>
                    </a:gsLst>
                    <a:lin ang="5400000" scaled="1"/>
                  </a:gra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+mn-cs"/>
                </a:endParaRPr>
              </a:p>
            </p:txBody>
          </p:sp>
          <p:sp>
            <p:nvSpPr>
              <p:cNvPr id="261" name="자유형: 도형 260">
                <a:extLst>
                  <a:ext uri="{FF2B5EF4-FFF2-40B4-BE49-F238E27FC236}">
                    <a16:creationId xmlns:a16="http://schemas.microsoft.com/office/drawing/2014/main" id="{66EC3C87-DD32-49F9-8C84-600CA09D0E83}"/>
                  </a:ext>
                </a:extLst>
              </p:cNvPr>
              <p:cNvSpPr/>
              <p:nvPr/>
            </p:nvSpPr>
            <p:spPr>
              <a:xfrm rot="2700000">
                <a:off x="3056442" y="4269789"/>
                <a:ext cx="78763" cy="78763"/>
              </a:xfrm>
              <a:custGeom>
                <a:avLst/>
                <a:gdLst>
                  <a:gd name="connsiteX0" fmla="*/ 0 w 255270"/>
                  <a:gd name="connsiteY0" fmla="*/ 0 h 125730"/>
                  <a:gd name="connsiteX1" fmla="*/ 255270 w 255270"/>
                  <a:gd name="connsiteY1" fmla="*/ 0 h 125730"/>
                  <a:gd name="connsiteX2" fmla="*/ 255270 w 255270"/>
                  <a:gd name="connsiteY2" fmla="*/ 125730 h 1257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55270" h="125730">
                    <a:moveTo>
                      <a:pt x="0" y="0"/>
                    </a:moveTo>
                    <a:lnTo>
                      <a:pt x="255270" y="0"/>
                    </a:lnTo>
                    <a:lnTo>
                      <a:pt x="255270" y="125730"/>
                    </a:lnTo>
                  </a:path>
                </a:pathLst>
              </a:custGeom>
              <a:noFill/>
              <a:ln w="19050" cap="rnd">
                <a:solidFill>
                  <a:srgbClr val="3C485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001536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+mn-cs"/>
                </a:endParaRPr>
              </a:p>
            </p:txBody>
          </p:sp>
        </p:grpSp>
        <p:grpSp>
          <p:nvGrpSpPr>
            <p:cNvPr id="266" name="그룹 265">
              <a:extLst>
                <a:ext uri="{FF2B5EF4-FFF2-40B4-BE49-F238E27FC236}">
                  <a16:creationId xmlns:a16="http://schemas.microsoft.com/office/drawing/2014/main" id="{CEB28F7D-5B27-40E1-A600-EE3C8902CF18}"/>
                </a:ext>
              </a:extLst>
            </p:cNvPr>
            <p:cNvGrpSpPr/>
            <p:nvPr/>
          </p:nvGrpSpPr>
          <p:grpSpPr>
            <a:xfrm>
              <a:off x="5158611" y="4096206"/>
              <a:ext cx="139330" cy="139330"/>
              <a:chOff x="2981492" y="4179597"/>
              <a:chExt cx="259134" cy="259134"/>
            </a:xfrm>
          </p:grpSpPr>
          <p:sp>
            <p:nvSpPr>
              <p:cNvPr id="267" name="타원 266">
                <a:extLst>
                  <a:ext uri="{FF2B5EF4-FFF2-40B4-BE49-F238E27FC236}">
                    <a16:creationId xmlns:a16="http://schemas.microsoft.com/office/drawing/2014/main" id="{4AC8DF6D-78EC-4F71-82E0-C7D0ACE42B40}"/>
                  </a:ext>
                </a:extLst>
              </p:cNvPr>
              <p:cNvSpPr/>
              <p:nvPr/>
            </p:nvSpPr>
            <p:spPr>
              <a:xfrm>
                <a:off x="2981492" y="4179597"/>
                <a:ext cx="259134" cy="259134"/>
              </a:xfrm>
              <a:prstGeom prst="ellipse">
                <a:avLst/>
              </a:prstGeom>
              <a:solidFill>
                <a:schemeClr val="bg1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000" tIns="18000" rIns="18000" bIns="18000" rtlCol="0" anchor="ctr"/>
              <a:lstStyle/>
              <a:p>
                <a:pPr marL="0" marR="0" lvl="0" indent="0" algn="ctr" defTabSz="6219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80000"/>
                  <a:buFontTx/>
                  <a:buNone/>
                  <a:tabLst/>
                  <a:defRPr/>
                </a:pPr>
                <a:endParaRPr kumimoji="0" lang="ko-KR" altLang="en-US" sz="800" b="1" i="0" u="none" strike="noStrike" kern="0" cap="none" spc="0" normalizeH="0" baseline="0" noProof="0" dirty="0" err="1">
                  <a:ln>
                    <a:noFill/>
                  </a:ln>
                  <a:gradFill>
                    <a:gsLst>
                      <a:gs pos="0">
                        <a:srgbClr val="2C2C2C"/>
                      </a:gs>
                      <a:gs pos="51000">
                        <a:srgbClr val="2C2C2C"/>
                      </a:gs>
                    </a:gsLst>
                    <a:lin ang="5400000" scaled="1"/>
                  </a:gra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+mn-cs"/>
                </a:endParaRPr>
              </a:p>
            </p:txBody>
          </p:sp>
          <p:sp>
            <p:nvSpPr>
              <p:cNvPr id="268" name="자유형: 도형 267">
                <a:extLst>
                  <a:ext uri="{FF2B5EF4-FFF2-40B4-BE49-F238E27FC236}">
                    <a16:creationId xmlns:a16="http://schemas.microsoft.com/office/drawing/2014/main" id="{D711F13A-F50A-47E9-9C8E-FD3245920726}"/>
                  </a:ext>
                </a:extLst>
              </p:cNvPr>
              <p:cNvSpPr/>
              <p:nvPr/>
            </p:nvSpPr>
            <p:spPr>
              <a:xfrm rot="2700000">
                <a:off x="3056442" y="4269789"/>
                <a:ext cx="78763" cy="78763"/>
              </a:xfrm>
              <a:custGeom>
                <a:avLst/>
                <a:gdLst>
                  <a:gd name="connsiteX0" fmla="*/ 0 w 255270"/>
                  <a:gd name="connsiteY0" fmla="*/ 0 h 125730"/>
                  <a:gd name="connsiteX1" fmla="*/ 255270 w 255270"/>
                  <a:gd name="connsiteY1" fmla="*/ 0 h 125730"/>
                  <a:gd name="connsiteX2" fmla="*/ 255270 w 255270"/>
                  <a:gd name="connsiteY2" fmla="*/ 125730 h 1257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55270" h="125730">
                    <a:moveTo>
                      <a:pt x="0" y="0"/>
                    </a:moveTo>
                    <a:lnTo>
                      <a:pt x="255270" y="0"/>
                    </a:lnTo>
                    <a:lnTo>
                      <a:pt x="255270" y="125730"/>
                    </a:lnTo>
                  </a:path>
                </a:pathLst>
              </a:custGeom>
              <a:noFill/>
              <a:ln w="19050" cap="rnd">
                <a:solidFill>
                  <a:srgbClr val="3C485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001536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+mn-cs"/>
                </a:endParaRPr>
              </a:p>
            </p:txBody>
          </p:sp>
        </p:grpSp>
        <p:sp>
          <p:nvSpPr>
            <p:cNvPr id="270" name="TextBox 269">
              <a:extLst>
                <a:ext uri="{FF2B5EF4-FFF2-40B4-BE49-F238E27FC236}">
                  <a16:creationId xmlns:a16="http://schemas.microsoft.com/office/drawing/2014/main" id="{2BB32447-CCC1-4AE2-B006-991032CC5E49}"/>
                </a:ext>
              </a:extLst>
            </p:cNvPr>
            <p:cNvSpPr txBox="1"/>
            <p:nvPr/>
          </p:nvSpPr>
          <p:spPr>
            <a:xfrm>
              <a:off x="3191756" y="4085080"/>
              <a:ext cx="474489" cy="161583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>
              <a:defPPr>
                <a:defRPr lang="ko-KR"/>
              </a:defPPr>
              <a:lvl1pPr algn="ctr">
                <a:defRPr sz="2000">
                  <a:gradFill flip="none" rotWithShape="1">
                    <a:gsLst>
                      <a:gs pos="0">
                        <a:prstClr val="white">
                          <a:lumMod val="0"/>
                          <a:lumOff val="100000"/>
                        </a:prstClr>
                      </a:gs>
                      <a:gs pos="100000">
                        <a:prstClr val="white">
                          <a:lumMod val="0"/>
                          <a:lumOff val="100000"/>
                        </a:prstClr>
                      </a:gs>
                    </a:gsLst>
                    <a:lin ang="6000000" scaled="0"/>
                    <a:tileRect/>
                  </a:gradFill>
                  <a:latin typeface="뫼비우스 Bold" panose="02000500000000000000" pitchFamily="2" charset="-127"/>
                  <a:ea typeface="뫼비우스 Bold" panose="02000500000000000000" pitchFamily="2" charset="-127"/>
                </a:defRPr>
              </a:lvl1pPr>
              <a:lvl2pPr>
                <a:defRPr>
                  <a:solidFill>
                    <a:schemeClr val="tx1"/>
                  </a:solidFill>
                </a:defRPr>
              </a:lvl2pPr>
              <a:lvl3pPr>
                <a:defRPr>
                  <a:solidFill>
                    <a:schemeClr val="tx1"/>
                  </a:solidFill>
                </a:defRPr>
              </a:lvl3pPr>
              <a:lvl4pPr>
                <a:defRPr>
                  <a:solidFill>
                    <a:schemeClr val="tx1"/>
                  </a:solidFill>
                </a:defRPr>
              </a:lvl4pPr>
              <a:lvl5pPr>
                <a:defRPr>
                  <a:solidFill>
                    <a:schemeClr val="tx1"/>
                  </a:solidFill>
                </a:defRPr>
              </a:lvl5pPr>
              <a:lvl6pPr>
                <a:defRPr>
                  <a:solidFill>
                    <a:schemeClr val="tx1"/>
                  </a:solidFill>
                </a:defRPr>
              </a:lvl6pPr>
              <a:lvl7pPr>
                <a:defRPr>
                  <a:solidFill>
                    <a:schemeClr val="tx1"/>
                  </a:solidFill>
                </a:defRPr>
              </a:lvl7pPr>
              <a:lvl8pPr>
                <a:defRPr>
                  <a:solidFill>
                    <a:schemeClr val="tx1"/>
                  </a:solidFill>
                </a:defRPr>
              </a:lvl8pPr>
              <a:lvl9pPr>
                <a:defRPr>
                  <a:solidFill>
                    <a:schemeClr val="tx1"/>
                  </a:solidFill>
                </a:defRPr>
              </a:lvl9pPr>
            </a:lstStyle>
            <a:p>
              <a:pPr lvl="0" defTabSz="1001536">
                <a:defRPr/>
              </a:pPr>
              <a:r>
                <a:rPr lang="ko-KR" altLang="en-US" sz="1050" spc="-50" dirty="0">
                  <a:ln>
                    <a:solidFill>
                      <a:srgbClr val="CE0883">
                        <a:alpha val="0"/>
                      </a:srgbClr>
                    </a:solidFill>
                  </a:ln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5400000" scaled="1"/>
                  </a:gradFill>
                  <a:latin typeface="Pretendard SemiBold" panose="02000703000000020004" pitchFamily="50" charset="-127"/>
                  <a:ea typeface="Pretendard SemiBold" panose="02000703000000020004" pitchFamily="50" charset="-127"/>
                </a:rPr>
                <a:t>승인 요청</a:t>
              </a:r>
            </a:p>
          </p:txBody>
        </p:sp>
        <p:sp>
          <p:nvSpPr>
            <p:cNvPr id="271" name="TextBox 270">
              <a:extLst>
                <a:ext uri="{FF2B5EF4-FFF2-40B4-BE49-F238E27FC236}">
                  <a16:creationId xmlns:a16="http://schemas.microsoft.com/office/drawing/2014/main" id="{00A1A1B4-4EFF-4E5B-A4F5-376E1D6B0EA6}"/>
                </a:ext>
              </a:extLst>
            </p:cNvPr>
            <p:cNvSpPr txBox="1"/>
            <p:nvPr/>
          </p:nvSpPr>
          <p:spPr>
            <a:xfrm>
              <a:off x="4390722" y="4085080"/>
              <a:ext cx="474489" cy="161583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>
              <a:defPPr>
                <a:defRPr lang="ko-KR"/>
              </a:defPPr>
              <a:lvl1pPr algn="ctr">
                <a:defRPr sz="2000">
                  <a:gradFill flip="none" rotWithShape="1">
                    <a:gsLst>
                      <a:gs pos="0">
                        <a:prstClr val="white">
                          <a:lumMod val="0"/>
                          <a:lumOff val="100000"/>
                        </a:prstClr>
                      </a:gs>
                      <a:gs pos="100000">
                        <a:prstClr val="white">
                          <a:lumMod val="0"/>
                          <a:lumOff val="100000"/>
                        </a:prstClr>
                      </a:gs>
                    </a:gsLst>
                    <a:lin ang="6000000" scaled="0"/>
                    <a:tileRect/>
                  </a:gradFill>
                  <a:latin typeface="뫼비우스 Bold" panose="02000500000000000000" pitchFamily="2" charset="-127"/>
                  <a:ea typeface="뫼비우스 Bold" panose="02000500000000000000" pitchFamily="2" charset="-127"/>
                </a:defRPr>
              </a:lvl1pPr>
              <a:lvl2pPr>
                <a:defRPr>
                  <a:solidFill>
                    <a:schemeClr val="tx1"/>
                  </a:solidFill>
                </a:defRPr>
              </a:lvl2pPr>
              <a:lvl3pPr>
                <a:defRPr>
                  <a:solidFill>
                    <a:schemeClr val="tx1"/>
                  </a:solidFill>
                </a:defRPr>
              </a:lvl3pPr>
              <a:lvl4pPr>
                <a:defRPr>
                  <a:solidFill>
                    <a:schemeClr val="tx1"/>
                  </a:solidFill>
                </a:defRPr>
              </a:lvl4pPr>
              <a:lvl5pPr>
                <a:defRPr>
                  <a:solidFill>
                    <a:schemeClr val="tx1"/>
                  </a:solidFill>
                </a:defRPr>
              </a:lvl5pPr>
              <a:lvl6pPr>
                <a:defRPr>
                  <a:solidFill>
                    <a:schemeClr val="tx1"/>
                  </a:solidFill>
                </a:defRPr>
              </a:lvl6pPr>
              <a:lvl7pPr>
                <a:defRPr>
                  <a:solidFill>
                    <a:schemeClr val="tx1"/>
                  </a:solidFill>
                </a:defRPr>
              </a:lvl7pPr>
              <a:lvl8pPr>
                <a:defRPr>
                  <a:solidFill>
                    <a:schemeClr val="tx1"/>
                  </a:solidFill>
                </a:defRPr>
              </a:lvl8pPr>
              <a:lvl9pPr>
                <a:defRPr>
                  <a:solidFill>
                    <a:schemeClr val="tx1"/>
                  </a:solidFill>
                </a:defRPr>
              </a:lvl9pPr>
            </a:lstStyle>
            <a:p>
              <a:pPr lvl="0" defTabSz="1001536">
                <a:defRPr/>
              </a:pPr>
              <a:r>
                <a:rPr lang="ko-KR" altLang="en-US" sz="1050" spc="-50" dirty="0">
                  <a:ln>
                    <a:solidFill>
                      <a:srgbClr val="CE0883">
                        <a:alpha val="0"/>
                      </a:srgbClr>
                    </a:solidFill>
                  </a:ln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5400000" scaled="1"/>
                  </a:gradFill>
                  <a:latin typeface="Pretendard SemiBold" panose="02000703000000020004" pitchFamily="50" charset="-127"/>
                  <a:ea typeface="Pretendard SemiBold" panose="02000703000000020004" pitchFamily="50" charset="-127"/>
                </a:rPr>
                <a:t>최종 승인</a:t>
              </a:r>
            </a:p>
          </p:txBody>
        </p:sp>
        <p:sp>
          <p:nvSpPr>
            <p:cNvPr id="272" name="TextBox 271">
              <a:extLst>
                <a:ext uri="{FF2B5EF4-FFF2-40B4-BE49-F238E27FC236}">
                  <a16:creationId xmlns:a16="http://schemas.microsoft.com/office/drawing/2014/main" id="{D84CAA18-55A1-45E9-B19E-368F5E528CDB}"/>
                </a:ext>
              </a:extLst>
            </p:cNvPr>
            <p:cNvSpPr txBox="1"/>
            <p:nvPr/>
          </p:nvSpPr>
          <p:spPr>
            <a:xfrm>
              <a:off x="5518354" y="4085080"/>
              <a:ext cx="617157" cy="161583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>
              <a:defPPr>
                <a:defRPr lang="ko-KR"/>
              </a:defPPr>
              <a:lvl1pPr algn="ctr">
                <a:defRPr sz="2000">
                  <a:gradFill flip="none" rotWithShape="1">
                    <a:gsLst>
                      <a:gs pos="0">
                        <a:prstClr val="white">
                          <a:lumMod val="0"/>
                          <a:lumOff val="100000"/>
                        </a:prstClr>
                      </a:gs>
                      <a:gs pos="100000">
                        <a:prstClr val="white">
                          <a:lumMod val="0"/>
                          <a:lumOff val="100000"/>
                        </a:prstClr>
                      </a:gs>
                    </a:gsLst>
                    <a:lin ang="6000000" scaled="0"/>
                    <a:tileRect/>
                  </a:gradFill>
                  <a:latin typeface="뫼비우스 Bold" panose="02000500000000000000" pitchFamily="2" charset="-127"/>
                  <a:ea typeface="뫼비우스 Bold" panose="02000500000000000000" pitchFamily="2" charset="-127"/>
                </a:defRPr>
              </a:lvl1pPr>
              <a:lvl2pPr>
                <a:defRPr>
                  <a:solidFill>
                    <a:schemeClr val="tx1"/>
                  </a:solidFill>
                </a:defRPr>
              </a:lvl2pPr>
              <a:lvl3pPr>
                <a:defRPr>
                  <a:solidFill>
                    <a:schemeClr val="tx1"/>
                  </a:solidFill>
                </a:defRPr>
              </a:lvl3pPr>
              <a:lvl4pPr>
                <a:defRPr>
                  <a:solidFill>
                    <a:schemeClr val="tx1"/>
                  </a:solidFill>
                </a:defRPr>
              </a:lvl4pPr>
              <a:lvl5pPr>
                <a:defRPr>
                  <a:solidFill>
                    <a:schemeClr val="tx1"/>
                  </a:solidFill>
                </a:defRPr>
              </a:lvl5pPr>
              <a:lvl6pPr>
                <a:defRPr>
                  <a:solidFill>
                    <a:schemeClr val="tx1"/>
                  </a:solidFill>
                </a:defRPr>
              </a:lvl6pPr>
              <a:lvl7pPr>
                <a:defRPr>
                  <a:solidFill>
                    <a:schemeClr val="tx1"/>
                  </a:solidFill>
                </a:defRPr>
              </a:lvl7pPr>
              <a:lvl8pPr>
                <a:defRPr>
                  <a:solidFill>
                    <a:schemeClr val="tx1"/>
                  </a:solidFill>
                </a:defRPr>
              </a:lvl8pPr>
              <a:lvl9pPr>
                <a:defRPr>
                  <a:solidFill>
                    <a:schemeClr val="tx1"/>
                  </a:solidFill>
                </a:defRPr>
              </a:lvl9pPr>
            </a:lstStyle>
            <a:p>
              <a:pPr lvl="0" defTabSz="1001536">
                <a:defRPr/>
              </a:pPr>
              <a:r>
                <a:rPr lang="ko-KR" altLang="en-US" sz="1050" spc="-50" dirty="0">
                  <a:ln>
                    <a:solidFill>
                      <a:srgbClr val="CE0883">
                        <a:alpha val="0"/>
                      </a:srgbClr>
                    </a:solidFill>
                  </a:ln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5400000" scaled="1"/>
                  </a:gradFill>
                  <a:latin typeface="Pretendard SemiBold" panose="02000703000000020004" pitchFamily="50" charset="-127"/>
                  <a:ea typeface="Pretendard SemiBold" panose="02000703000000020004" pitchFamily="50" charset="-127"/>
                </a:rPr>
                <a:t>배포 및 관리</a:t>
              </a:r>
            </a:p>
          </p:txBody>
        </p:sp>
        <p:sp>
          <p:nvSpPr>
            <p:cNvPr id="273" name="TextBox 272">
              <a:extLst>
                <a:ext uri="{FF2B5EF4-FFF2-40B4-BE49-F238E27FC236}">
                  <a16:creationId xmlns:a16="http://schemas.microsoft.com/office/drawing/2014/main" id="{0F050B14-7109-487C-97BA-48693504488E}"/>
                </a:ext>
              </a:extLst>
            </p:cNvPr>
            <p:cNvSpPr txBox="1"/>
            <p:nvPr/>
          </p:nvSpPr>
          <p:spPr>
            <a:xfrm>
              <a:off x="738520" y="4085080"/>
              <a:ext cx="585097" cy="161583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>
              <a:defPPr>
                <a:defRPr lang="ko-KR"/>
              </a:defPPr>
              <a:lvl1pPr algn="ctr">
                <a:defRPr sz="2000">
                  <a:gradFill flip="none" rotWithShape="1">
                    <a:gsLst>
                      <a:gs pos="0">
                        <a:prstClr val="white">
                          <a:lumMod val="0"/>
                          <a:lumOff val="100000"/>
                        </a:prstClr>
                      </a:gs>
                      <a:gs pos="100000">
                        <a:prstClr val="white">
                          <a:lumMod val="0"/>
                          <a:lumOff val="100000"/>
                        </a:prstClr>
                      </a:gs>
                    </a:gsLst>
                    <a:lin ang="6000000" scaled="0"/>
                    <a:tileRect/>
                  </a:gradFill>
                  <a:latin typeface="뫼비우스 Bold" panose="02000500000000000000" pitchFamily="2" charset="-127"/>
                  <a:ea typeface="뫼비우스 Bold" panose="02000500000000000000" pitchFamily="2" charset="-127"/>
                </a:defRPr>
              </a:lvl1pPr>
              <a:lvl2pPr>
                <a:defRPr>
                  <a:solidFill>
                    <a:schemeClr val="tx1"/>
                  </a:solidFill>
                </a:defRPr>
              </a:lvl2pPr>
              <a:lvl3pPr>
                <a:defRPr>
                  <a:solidFill>
                    <a:schemeClr val="tx1"/>
                  </a:solidFill>
                </a:defRPr>
              </a:lvl3pPr>
              <a:lvl4pPr>
                <a:defRPr>
                  <a:solidFill>
                    <a:schemeClr val="tx1"/>
                  </a:solidFill>
                </a:defRPr>
              </a:lvl4pPr>
              <a:lvl5pPr>
                <a:defRPr>
                  <a:solidFill>
                    <a:schemeClr val="tx1"/>
                  </a:solidFill>
                </a:defRPr>
              </a:lvl5pPr>
              <a:lvl6pPr>
                <a:defRPr>
                  <a:solidFill>
                    <a:schemeClr val="tx1"/>
                  </a:solidFill>
                </a:defRPr>
              </a:lvl6pPr>
              <a:lvl7pPr>
                <a:defRPr>
                  <a:solidFill>
                    <a:schemeClr val="tx1"/>
                  </a:solidFill>
                </a:defRPr>
              </a:lvl7pPr>
              <a:lvl8pPr>
                <a:defRPr>
                  <a:solidFill>
                    <a:schemeClr val="tx1"/>
                  </a:solidFill>
                </a:defRPr>
              </a:lvl8pPr>
              <a:lvl9pPr>
                <a:defRPr>
                  <a:solidFill>
                    <a:schemeClr val="tx1"/>
                  </a:solidFill>
                </a:defRPr>
              </a:lvl9pPr>
            </a:lstStyle>
            <a:p>
              <a:pPr lvl="0" defTabSz="1001536">
                <a:defRPr/>
              </a:pPr>
              <a:r>
                <a:rPr lang="ko-KR" altLang="en-US" sz="1050" spc="-50" dirty="0">
                  <a:ln>
                    <a:solidFill>
                      <a:srgbClr val="CE0883">
                        <a:alpha val="0"/>
                      </a:srgbClr>
                    </a:solidFill>
                  </a:ln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5400000" scaled="1"/>
                  </a:gradFill>
                  <a:latin typeface="Pretendard SemiBold" panose="02000703000000020004" pitchFamily="50" charset="-127"/>
                  <a:ea typeface="Pretendard SemiBold" panose="02000703000000020004" pitchFamily="50" charset="-127"/>
                </a:rPr>
                <a:t>산출물 작성</a:t>
              </a:r>
            </a:p>
          </p:txBody>
        </p:sp>
        <p:sp>
          <p:nvSpPr>
            <p:cNvPr id="274" name="TextBox 273">
              <a:extLst>
                <a:ext uri="{FF2B5EF4-FFF2-40B4-BE49-F238E27FC236}">
                  <a16:creationId xmlns:a16="http://schemas.microsoft.com/office/drawing/2014/main" id="{AD4B53A0-BEE0-4C3C-8959-AE2352F84138}"/>
                </a:ext>
              </a:extLst>
            </p:cNvPr>
            <p:cNvSpPr txBox="1"/>
            <p:nvPr/>
          </p:nvSpPr>
          <p:spPr>
            <a:xfrm>
              <a:off x="833899" y="3836876"/>
              <a:ext cx="394339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>
              <a:defPPr>
                <a:defRPr lang="ko-KR"/>
              </a:defPPr>
              <a:lvl1pPr algn="ctr">
                <a:defRPr sz="2000">
                  <a:gradFill flip="none" rotWithShape="1">
                    <a:gsLst>
                      <a:gs pos="0">
                        <a:prstClr val="white">
                          <a:lumMod val="0"/>
                          <a:lumOff val="100000"/>
                        </a:prstClr>
                      </a:gs>
                      <a:gs pos="100000">
                        <a:prstClr val="white">
                          <a:lumMod val="0"/>
                          <a:lumOff val="100000"/>
                        </a:prstClr>
                      </a:gs>
                    </a:gsLst>
                    <a:lin ang="6000000" scaled="0"/>
                    <a:tileRect/>
                  </a:gradFill>
                  <a:latin typeface="뫼비우스 Bold" panose="02000500000000000000" pitchFamily="2" charset="-127"/>
                  <a:ea typeface="뫼비우스 Bold" panose="02000500000000000000" pitchFamily="2" charset="-127"/>
                </a:defRPr>
              </a:lvl1pPr>
              <a:lvl2pPr>
                <a:defRPr>
                  <a:solidFill>
                    <a:schemeClr val="tx1"/>
                  </a:solidFill>
                </a:defRPr>
              </a:lvl2pPr>
              <a:lvl3pPr>
                <a:defRPr>
                  <a:solidFill>
                    <a:schemeClr val="tx1"/>
                  </a:solidFill>
                </a:defRPr>
              </a:lvl3pPr>
              <a:lvl4pPr>
                <a:defRPr>
                  <a:solidFill>
                    <a:schemeClr val="tx1"/>
                  </a:solidFill>
                </a:defRPr>
              </a:lvl4pPr>
              <a:lvl5pPr>
                <a:defRPr>
                  <a:solidFill>
                    <a:schemeClr val="tx1"/>
                  </a:solidFill>
                </a:defRPr>
              </a:lvl5pPr>
              <a:lvl6pPr>
                <a:defRPr>
                  <a:solidFill>
                    <a:schemeClr val="tx1"/>
                  </a:solidFill>
                </a:defRPr>
              </a:lvl6pPr>
              <a:lvl7pPr>
                <a:defRPr>
                  <a:solidFill>
                    <a:schemeClr val="tx1"/>
                  </a:solidFill>
                </a:defRPr>
              </a:lvl7pPr>
              <a:lvl8pPr>
                <a:defRPr>
                  <a:solidFill>
                    <a:schemeClr val="tx1"/>
                  </a:solidFill>
                </a:defRPr>
              </a:lvl8pPr>
              <a:lvl9pPr>
                <a:defRPr>
                  <a:solidFill>
                    <a:schemeClr val="tx1"/>
                  </a:solidFill>
                </a:defRPr>
              </a:lvl9pPr>
            </a:lstStyle>
            <a:p>
              <a:pPr lvl="0" defTabSz="1001536">
                <a:defRPr/>
              </a:pPr>
              <a:r>
                <a:rPr lang="en-US" altLang="ko-KR" sz="900" spc="-50" dirty="0">
                  <a:ln>
                    <a:solidFill>
                      <a:srgbClr val="CE0883">
                        <a:alpha val="0"/>
                      </a:srgbClr>
                    </a:solidFill>
                  </a:ln>
                  <a:solidFill>
                    <a:srgbClr val="5D708D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</a:rPr>
                <a:t>STEP 01</a:t>
              </a:r>
              <a:endParaRPr lang="ko-KR" altLang="en-US" sz="900" spc="-50" dirty="0">
                <a:ln>
                  <a:solidFill>
                    <a:srgbClr val="CE0883">
                      <a:alpha val="0"/>
                    </a:srgbClr>
                  </a:solidFill>
                </a:ln>
                <a:solidFill>
                  <a:srgbClr val="5D708D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</a:endParaRPr>
            </a:p>
          </p:txBody>
        </p:sp>
        <p:sp>
          <p:nvSpPr>
            <p:cNvPr id="275" name="TextBox 274">
              <a:extLst>
                <a:ext uri="{FF2B5EF4-FFF2-40B4-BE49-F238E27FC236}">
                  <a16:creationId xmlns:a16="http://schemas.microsoft.com/office/drawing/2014/main" id="{CE175737-4376-4515-85C1-928F8A910DBE}"/>
                </a:ext>
              </a:extLst>
            </p:cNvPr>
            <p:cNvSpPr txBox="1"/>
            <p:nvPr/>
          </p:nvSpPr>
          <p:spPr>
            <a:xfrm>
              <a:off x="2026453" y="3836876"/>
              <a:ext cx="407164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>
              <a:defPPr>
                <a:defRPr lang="ko-KR"/>
              </a:defPPr>
              <a:lvl1pPr algn="ctr">
                <a:defRPr sz="2000">
                  <a:gradFill flip="none" rotWithShape="1">
                    <a:gsLst>
                      <a:gs pos="0">
                        <a:prstClr val="white">
                          <a:lumMod val="0"/>
                          <a:lumOff val="100000"/>
                        </a:prstClr>
                      </a:gs>
                      <a:gs pos="100000">
                        <a:prstClr val="white">
                          <a:lumMod val="0"/>
                          <a:lumOff val="100000"/>
                        </a:prstClr>
                      </a:gs>
                    </a:gsLst>
                    <a:lin ang="6000000" scaled="0"/>
                    <a:tileRect/>
                  </a:gradFill>
                  <a:latin typeface="뫼비우스 Bold" panose="02000500000000000000" pitchFamily="2" charset="-127"/>
                  <a:ea typeface="뫼비우스 Bold" panose="02000500000000000000" pitchFamily="2" charset="-127"/>
                </a:defRPr>
              </a:lvl1pPr>
              <a:lvl2pPr>
                <a:defRPr>
                  <a:solidFill>
                    <a:schemeClr val="tx1"/>
                  </a:solidFill>
                </a:defRPr>
              </a:lvl2pPr>
              <a:lvl3pPr>
                <a:defRPr>
                  <a:solidFill>
                    <a:schemeClr val="tx1"/>
                  </a:solidFill>
                </a:defRPr>
              </a:lvl3pPr>
              <a:lvl4pPr>
                <a:defRPr>
                  <a:solidFill>
                    <a:schemeClr val="tx1"/>
                  </a:solidFill>
                </a:defRPr>
              </a:lvl4pPr>
              <a:lvl5pPr>
                <a:defRPr>
                  <a:solidFill>
                    <a:schemeClr val="tx1"/>
                  </a:solidFill>
                </a:defRPr>
              </a:lvl5pPr>
              <a:lvl6pPr>
                <a:defRPr>
                  <a:solidFill>
                    <a:schemeClr val="tx1"/>
                  </a:solidFill>
                </a:defRPr>
              </a:lvl6pPr>
              <a:lvl7pPr>
                <a:defRPr>
                  <a:solidFill>
                    <a:schemeClr val="tx1"/>
                  </a:solidFill>
                </a:defRPr>
              </a:lvl7pPr>
              <a:lvl8pPr>
                <a:defRPr>
                  <a:solidFill>
                    <a:schemeClr val="tx1"/>
                  </a:solidFill>
                </a:defRPr>
              </a:lvl8pPr>
              <a:lvl9pPr>
                <a:defRPr>
                  <a:solidFill>
                    <a:schemeClr val="tx1"/>
                  </a:solidFill>
                </a:defRPr>
              </a:lvl9pPr>
            </a:lstStyle>
            <a:p>
              <a:pPr lvl="0" defTabSz="1001536">
                <a:defRPr/>
              </a:pPr>
              <a:r>
                <a:rPr lang="en-US" altLang="ko-KR" sz="900" spc="-50" dirty="0">
                  <a:ln>
                    <a:solidFill>
                      <a:srgbClr val="CE0883">
                        <a:alpha val="0"/>
                      </a:srgbClr>
                    </a:solidFill>
                  </a:ln>
                  <a:solidFill>
                    <a:srgbClr val="5D708D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</a:rPr>
                <a:t>STEP 02</a:t>
              </a:r>
              <a:endParaRPr lang="ko-KR" altLang="en-US" sz="900" spc="-50" dirty="0">
                <a:ln>
                  <a:solidFill>
                    <a:srgbClr val="CE0883">
                      <a:alpha val="0"/>
                    </a:srgbClr>
                  </a:solidFill>
                </a:ln>
                <a:solidFill>
                  <a:srgbClr val="5D708D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</a:endParaRPr>
            </a:p>
          </p:txBody>
        </p:sp>
        <p:sp>
          <p:nvSpPr>
            <p:cNvPr id="276" name="TextBox 275">
              <a:extLst>
                <a:ext uri="{FF2B5EF4-FFF2-40B4-BE49-F238E27FC236}">
                  <a16:creationId xmlns:a16="http://schemas.microsoft.com/office/drawing/2014/main" id="{ADD6F7D6-9E1F-4E45-AEEE-85A05DE1D569}"/>
                </a:ext>
              </a:extLst>
            </p:cNvPr>
            <p:cNvSpPr txBox="1"/>
            <p:nvPr/>
          </p:nvSpPr>
          <p:spPr>
            <a:xfrm>
              <a:off x="3223816" y="3836876"/>
              <a:ext cx="410369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>
              <a:defPPr>
                <a:defRPr lang="ko-KR"/>
              </a:defPPr>
              <a:lvl1pPr algn="ctr">
                <a:defRPr sz="2000">
                  <a:gradFill flip="none" rotWithShape="1">
                    <a:gsLst>
                      <a:gs pos="0">
                        <a:prstClr val="white">
                          <a:lumMod val="0"/>
                          <a:lumOff val="100000"/>
                        </a:prstClr>
                      </a:gs>
                      <a:gs pos="100000">
                        <a:prstClr val="white">
                          <a:lumMod val="0"/>
                          <a:lumOff val="100000"/>
                        </a:prstClr>
                      </a:gs>
                    </a:gsLst>
                    <a:lin ang="6000000" scaled="0"/>
                    <a:tileRect/>
                  </a:gradFill>
                  <a:latin typeface="뫼비우스 Bold" panose="02000500000000000000" pitchFamily="2" charset="-127"/>
                  <a:ea typeface="뫼비우스 Bold" panose="02000500000000000000" pitchFamily="2" charset="-127"/>
                </a:defRPr>
              </a:lvl1pPr>
              <a:lvl2pPr>
                <a:defRPr>
                  <a:solidFill>
                    <a:schemeClr val="tx1"/>
                  </a:solidFill>
                </a:defRPr>
              </a:lvl2pPr>
              <a:lvl3pPr>
                <a:defRPr>
                  <a:solidFill>
                    <a:schemeClr val="tx1"/>
                  </a:solidFill>
                </a:defRPr>
              </a:lvl3pPr>
              <a:lvl4pPr>
                <a:defRPr>
                  <a:solidFill>
                    <a:schemeClr val="tx1"/>
                  </a:solidFill>
                </a:defRPr>
              </a:lvl4pPr>
              <a:lvl5pPr>
                <a:defRPr>
                  <a:solidFill>
                    <a:schemeClr val="tx1"/>
                  </a:solidFill>
                </a:defRPr>
              </a:lvl5pPr>
              <a:lvl6pPr>
                <a:defRPr>
                  <a:solidFill>
                    <a:schemeClr val="tx1"/>
                  </a:solidFill>
                </a:defRPr>
              </a:lvl6pPr>
              <a:lvl7pPr>
                <a:defRPr>
                  <a:solidFill>
                    <a:schemeClr val="tx1"/>
                  </a:solidFill>
                </a:defRPr>
              </a:lvl7pPr>
              <a:lvl8pPr>
                <a:defRPr>
                  <a:solidFill>
                    <a:schemeClr val="tx1"/>
                  </a:solidFill>
                </a:defRPr>
              </a:lvl8pPr>
              <a:lvl9pPr>
                <a:defRPr>
                  <a:solidFill>
                    <a:schemeClr val="tx1"/>
                  </a:solidFill>
                </a:defRPr>
              </a:lvl9pPr>
            </a:lstStyle>
            <a:p>
              <a:pPr lvl="0" defTabSz="1001536">
                <a:defRPr/>
              </a:pPr>
              <a:r>
                <a:rPr lang="en-US" altLang="ko-KR" sz="900" spc="-50" dirty="0">
                  <a:ln>
                    <a:solidFill>
                      <a:srgbClr val="CE0883">
                        <a:alpha val="0"/>
                      </a:srgbClr>
                    </a:solidFill>
                  </a:ln>
                  <a:solidFill>
                    <a:srgbClr val="5D708D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</a:rPr>
                <a:t>STEP 03</a:t>
              </a:r>
              <a:endParaRPr lang="ko-KR" altLang="en-US" sz="900" spc="-50" dirty="0">
                <a:ln>
                  <a:solidFill>
                    <a:srgbClr val="CE0883">
                      <a:alpha val="0"/>
                    </a:srgbClr>
                  </a:solidFill>
                </a:ln>
                <a:solidFill>
                  <a:srgbClr val="5D708D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</a:endParaRPr>
            </a:p>
          </p:txBody>
        </p:sp>
        <p:sp>
          <p:nvSpPr>
            <p:cNvPr id="277" name="TextBox 276">
              <a:extLst>
                <a:ext uri="{FF2B5EF4-FFF2-40B4-BE49-F238E27FC236}">
                  <a16:creationId xmlns:a16="http://schemas.microsoft.com/office/drawing/2014/main" id="{488AEBD1-AD6D-4DF8-9887-308381533C50}"/>
                </a:ext>
              </a:extLst>
            </p:cNvPr>
            <p:cNvSpPr txBox="1"/>
            <p:nvPr/>
          </p:nvSpPr>
          <p:spPr>
            <a:xfrm>
              <a:off x="4421981" y="3836876"/>
              <a:ext cx="411972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>
              <a:defPPr>
                <a:defRPr lang="ko-KR"/>
              </a:defPPr>
              <a:lvl1pPr algn="ctr">
                <a:defRPr sz="2000">
                  <a:gradFill flip="none" rotWithShape="1">
                    <a:gsLst>
                      <a:gs pos="0">
                        <a:prstClr val="white">
                          <a:lumMod val="0"/>
                          <a:lumOff val="100000"/>
                        </a:prstClr>
                      </a:gs>
                      <a:gs pos="100000">
                        <a:prstClr val="white">
                          <a:lumMod val="0"/>
                          <a:lumOff val="100000"/>
                        </a:prstClr>
                      </a:gs>
                    </a:gsLst>
                    <a:lin ang="6000000" scaled="0"/>
                    <a:tileRect/>
                  </a:gradFill>
                  <a:latin typeface="뫼비우스 Bold" panose="02000500000000000000" pitchFamily="2" charset="-127"/>
                  <a:ea typeface="뫼비우스 Bold" panose="02000500000000000000" pitchFamily="2" charset="-127"/>
                </a:defRPr>
              </a:lvl1pPr>
              <a:lvl2pPr>
                <a:defRPr>
                  <a:solidFill>
                    <a:schemeClr val="tx1"/>
                  </a:solidFill>
                </a:defRPr>
              </a:lvl2pPr>
              <a:lvl3pPr>
                <a:defRPr>
                  <a:solidFill>
                    <a:schemeClr val="tx1"/>
                  </a:solidFill>
                </a:defRPr>
              </a:lvl3pPr>
              <a:lvl4pPr>
                <a:defRPr>
                  <a:solidFill>
                    <a:schemeClr val="tx1"/>
                  </a:solidFill>
                </a:defRPr>
              </a:lvl4pPr>
              <a:lvl5pPr>
                <a:defRPr>
                  <a:solidFill>
                    <a:schemeClr val="tx1"/>
                  </a:solidFill>
                </a:defRPr>
              </a:lvl5pPr>
              <a:lvl6pPr>
                <a:defRPr>
                  <a:solidFill>
                    <a:schemeClr val="tx1"/>
                  </a:solidFill>
                </a:defRPr>
              </a:lvl6pPr>
              <a:lvl7pPr>
                <a:defRPr>
                  <a:solidFill>
                    <a:schemeClr val="tx1"/>
                  </a:solidFill>
                </a:defRPr>
              </a:lvl7pPr>
              <a:lvl8pPr>
                <a:defRPr>
                  <a:solidFill>
                    <a:schemeClr val="tx1"/>
                  </a:solidFill>
                </a:defRPr>
              </a:lvl8pPr>
              <a:lvl9pPr>
                <a:defRPr>
                  <a:solidFill>
                    <a:schemeClr val="tx1"/>
                  </a:solidFill>
                </a:defRPr>
              </a:lvl9pPr>
            </a:lstStyle>
            <a:p>
              <a:pPr lvl="0" defTabSz="1001536">
                <a:defRPr/>
              </a:pPr>
              <a:r>
                <a:rPr lang="en-US" altLang="ko-KR" sz="900" spc="-50" dirty="0">
                  <a:ln>
                    <a:solidFill>
                      <a:srgbClr val="CE0883">
                        <a:alpha val="0"/>
                      </a:srgbClr>
                    </a:solidFill>
                  </a:ln>
                  <a:solidFill>
                    <a:srgbClr val="5D708D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</a:rPr>
                <a:t>STEP 04</a:t>
              </a:r>
              <a:endParaRPr lang="ko-KR" altLang="en-US" sz="900" spc="-50" dirty="0">
                <a:ln>
                  <a:solidFill>
                    <a:srgbClr val="CE0883">
                      <a:alpha val="0"/>
                    </a:srgbClr>
                  </a:solidFill>
                </a:ln>
                <a:solidFill>
                  <a:srgbClr val="5D708D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</a:endParaRPr>
            </a:p>
          </p:txBody>
        </p:sp>
        <p:sp>
          <p:nvSpPr>
            <p:cNvPr id="278" name="TextBox 277">
              <a:extLst>
                <a:ext uri="{FF2B5EF4-FFF2-40B4-BE49-F238E27FC236}">
                  <a16:creationId xmlns:a16="http://schemas.microsoft.com/office/drawing/2014/main" id="{0F9F3731-4A7D-4E9F-973F-F56D2E13CFA3}"/>
                </a:ext>
              </a:extLst>
            </p:cNvPr>
            <p:cNvSpPr txBox="1"/>
            <p:nvPr/>
          </p:nvSpPr>
          <p:spPr>
            <a:xfrm>
              <a:off x="5622550" y="3836876"/>
              <a:ext cx="408766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>
              <a:defPPr>
                <a:defRPr lang="ko-KR"/>
              </a:defPPr>
              <a:lvl1pPr algn="ctr">
                <a:defRPr sz="2000">
                  <a:gradFill flip="none" rotWithShape="1">
                    <a:gsLst>
                      <a:gs pos="0">
                        <a:prstClr val="white">
                          <a:lumMod val="0"/>
                          <a:lumOff val="100000"/>
                        </a:prstClr>
                      </a:gs>
                      <a:gs pos="100000">
                        <a:prstClr val="white">
                          <a:lumMod val="0"/>
                          <a:lumOff val="100000"/>
                        </a:prstClr>
                      </a:gs>
                    </a:gsLst>
                    <a:lin ang="6000000" scaled="0"/>
                    <a:tileRect/>
                  </a:gradFill>
                  <a:latin typeface="뫼비우스 Bold" panose="02000500000000000000" pitchFamily="2" charset="-127"/>
                  <a:ea typeface="뫼비우스 Bold" panose="02000500000000000000" pitchFamily="2" charset="-127"/>
                </a:defRPr>
              </a:lvl1pPr>
              <a:lvl2pPr>
                <a:defRPr>
                  <a:solidFill>
                    <a:schemeClr val="tx1"/>
                  </a:solidFill>
                </a:defRPr>
              </a:lvl2pPr>
              <a:lvl3pPr>
                <a:defRPr>
                  <a:solidFill>
                    <a:schemeClr val="tx1"/>
                  </a:solidFill>
                </a:defRPr>
              </a:lvl3pPr>
              <a:lvl4pPr>
                <a:defRPr>
                  <a:solidFill>
                    <a:schemeClr val="tx1"/>
                  </a:solidFill>
                </a:defRPr>
              </a:lvl4pPr>
              <a:lvl5pPr>
                <a:defRPr>
                  <a:solidFill>
                    <a:schemeClr val="tx1"/>
                  </a:solidFill>
                </a:defRPr>
              </a:lvl5pPr>
              <a:lvl6pPr>
                <a:defRPr>
                  <a:solidFill>
                    <a:schemeClr val="tx1"/>
                  </a:solidFill>
                </a:defRPr>
              </a:lvl6pPr>
              <a:lvl7pPr>
                <a:defRPr>
                  <a:solidFill>
                    <a:schemeClr val="tx1"/>
                  </a:solidFill>
                </a:defRPr>
              </a:lvl7pPr>
              <a:lvl8pPr>
                <a:defRPr>
                  <a:solidFill>
                    <a:schemeClr val="tx1"/>
                  </a:solidFill>
                </a:defRPr>
              </a:lvl8pPr>
              <a:lvl9pPr>
                <a:defRPr>
                  <a:solidFill>
                    <a:schemeClr val="tx1"/>
                  </a:solidFill>
                </a:defRPr>
              </a:lvl9pPr>
            </a:lstStyle>
            <a:p>
              <a:pPr lvl="0" defTabSz="1001536">
                <a:defRPr/>
              </a:pPr>
              <a:r>
                <a:rPr lang="en-US" altLang="ko-KR" sz="900" spc="-50" dirty="0">
                  <a:ln>
                    <a:solidFill>
                      <a:srgbClr val="CE0883">
                        <a:alpha val="0"/>
                      </a:srgbClr>
                    </a:solidFill>
                  </a:ln>
                  <a:solidFill>
                    <a:srgbClr val="5D708D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</a:rPr>
                <a:t>STEP 05</a:t>
              </a:r>
              <a:endParaRPr lang="ko-KR" altLang="en-US" sz="900" spc="-50" dirty="0">
                <a:ln>
                  <a:solidFill>
                    <a:srgbClr val="CE0883">
                      <a:alpha val="0"/>
                    </a:srgbClr>
                  </a:solidFill>
                </a:ln>
                <a:solidFill>
                  <a:srgbClr val="5D708D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</a:endParaRP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8A047D25-BF8B-46E4-AB71-4997A288509B}"/>
              </a:ext>
            </a:extLst>
          </p:cNvPr>
          <p:cNvGrpSpPr/>
          <p:nvPr/>
        </p:nvGrpSpPr>
        <p:grpSpPr>
          <a:xfrm>
            <a:off x="897736" y="3759293"/>
            <a:ext cx="5062529" cy="221599"/>
            <a:chOff x="907973" y="3728864"/>
            <a:chExt cx="5062529" cy="221599"/>
          </a:xfrm>
        </p:grpSpPr>
        <p:sp>
          <p:nvSpPr>
            <p:cNvPr id="280" name="직사각형 279">
              <a:extLst>
                <a:ext uri="{FF2B5EF4-FFF2-40B4-BE49-F238E27FC236}">
                  <a16:creationId xmlns:a16="http://schemas.microsoft.com/office/drawing/2014/main" id="{42EBCC94-5A8B-4A31-8B32-696066670E62}"/>
                </a:ext>
              </a:extLst>
            </p:cNvPr>
            <p:cNvSpPr/>
            <p:nvPr/>
          </p:nvSpPr>
          <p:spPr>
            <a:xfrm>
              <a:off x="1088740" y="3728864"/>
              <a:ext cx="4881762" cy="221599"/>
            </a:xfrm>
            <a:prstGeom prst="rect">
              <a:avLst/>
            </a:prstGeom>
          </p:spPr>
          <p:txBody>
            <a:bodyPr wrap="none" lIns="72000" tIns="0" rIns="72000" bIns="0">
              <a:spAutoFit/>
            </a:bodyPr>
            <a:lstStyle/>
            <a:p>
              <a:pPr algn="ctr">
                <a:lnSpc>
                  <a:spcPct val="120000"/>
                </a:lnSpc>
                <a:spcBef>
                  <a:spcPct val="40000"/>
                </a:spcBef>
              </a:pPr>
              <a:r>
                <a:rPr lang="ko-KR" altLang="en-US" sz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프로젝트 사업 관리팀 에서 </a:t>
              </a:r>
              <a:r>
                <a:rPr lang="en-US" altLang="ko-KR" sz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1</a:t>
              </a:r>
              <a:r>
                <a:rPr lang="ko-KR" altLang="en-US" sz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차 검토 후 “발주기관에서 문서에 대한 최종승인”</a:t>
              </a:r>
            </a:p>
          </p:txBody>
        </p:sp>
        <p:grpSp>
          <p:nvGrpSpPr>
            <p:cNvPr id="287" name="Gruppieren 241">
              <a:extLst>
                <a:ext uri="{FF2B5EF4-FFF2-40B4-BE49-F238E27FC236}">
                  <a16:creationId xmlns:a16="http://schemas.microsoft.com/office/drawing/2014/main" id="{32F9CDF2-38D6-4676-9068-E3F765E46D28}"/>
                </a:ext>
              </a:extLst>
            </p:cNvPr>
            <p:cNvGrpSpPr/>
            <p:nvPr/>
          </p:nvGrpSpPr>
          <p:grpSpPr bwMode="gray">
            <a:xfrm>
              <a:off x="907973" y="3734784"/>
              <a:ext cx="228930" cy="213644"/>
              <a:chOff x="98696" y="3961668"/>
              <a:chExt cx="510841" cy="495227"/>
            </a:xfrm>
            <a:solidFill>
              <a:srgbClr val="000000"/>
            </a:solidFill>
          </p:grpSpPr>
          <p:sp>
            <p:nvSpPr>
              <p:cNvPr id="288" name="Freeform 1091">
                <a:extLst>
                  <a:ext uri="{FF2B5EF4-FFF2-40B4-BE49-F238E27FC236}">
                    <a16:creationId xmlns:a16="http://schemas.microsoft.com/office/drawing/2014/main" id="{23F14905-C625-4021-A4FB-376CB581B824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98696" y="3961668"/>
                <a:ext cx="497458" cy="495227"/>
              </a:xfrm>
              <a:custGeom>
                <a:avLst/>
                <a:gdLst>
                  <a:gd name="T0" fmla="*/ 290 w 313"/>
                  <a:gd name="T1" fmla="*/ 104 h 311"/>
                  <a:gd name="T2" fmla="*/ 227 w 313"/>
                  <a:gd name="T3" fmla="*/ 278 h 311"/>
                  <a:gd name="T4" fmla="*/ 48 w 313"/>
                  <a:gd name="T5" fmla="*/ 243 h 311"/>
                  <a:gd name="T6" fmla="*/ 59 w 313"/>
                  <a:gd name="T7" fmla="*/ 54 h 311"/>
                  <a:gd name="T8" fmla="*/ 245 w 313"/>
                  <a:gd name="T9" fmla="*/ 43 h 311"/>
                  <a:gd name="T10" fmla="*/ 242 w 313"/>
                  <a:gd name="T11" fmla="*/ 46 h 311"/>
                  <a:gd name="T12" fmla="*/ 224 w 313"/>
                  <a:gd name="T13" fmla="*/ 61 h 311"/>
                  <a:gd name="T14" fmla="*/ 217 w 313"/>
                  <a:gd name="T15" fmla="*/ 61 h 311"/>
                  <a:gd name="T16" fmla="*/ 144 w 313"/>
                  <a:gd name="T17" fmla="*/ 45 h 311"/>
                  <a:gd name="T18" fmla="*/ 53 w 313"/>
                  <a:gd name="T19" fmla="*/ 119 h 311"/>
                  <a:gd name="T20" fmla="*/ 81 w 313"/>
                  <a:gd name="T21" fmla="*/ 234 h 311"/>
                  <a:gd name="T22" fmla="*/ 190 w 313"/>
                  <a:gd name="T23" fmla="*/ 260 h 311"/>
                  <a:gd name="T24" fmla="*/ 265 w 313"/>
                  <a:gd name="T25" fmla="*/ 182 h 311"/>
                  <a:gd name="T26" fmla="*/ 267 w 313"/>
                  <a:gd name="T27" fmla="*/ 137 h 311"/>
                  <a:gd name="T28" fmla="*/ 269 w 313"/>
                  <a:gd name="T29" fmla="*/ 131 h 311"/>
                  <a:gd name="T30" fmla="*/ 290 w 313"/>
                  <a:gd name="T31" fmla="*/ 104 h 3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13" h="311">
                    <a:moveTo>
                      <a:pt x="290" y="104"/>
                    </a:moveTo>
                    <a:cubicBezTo>
                      <a:pt x="313" y="163"/>
                      <a:pt x="294" y="240"/>
                      <a:pt x="227" y="278"/>
                    </a:cubicBezTo>
                    <a:cubicBezTo>
                      <a:pt x="167" y="311"/>
                      <a:pt x="92" y="298"/>
                      <a:pt x="48" y="243"/>
                    </a:cubicBezTo>
                    <a:cubicBezTo>
                      <a:pt x="0" y="184"/>
                      <a:pt x="8" y="103"/>
                      <a:pt x="59" y="54"/>
                    </a:cubicBezTo>
                    <a:cubicBezTo>
                      <a:pt x="113" y="0"/>
                      <a:pt x="194" y="2"/>
                      <a:pt x="245" y="43"/>
                    </a:cubicBezTo>
                    <a:cubicBezTo>
                      <a:pt x="244" y="44"/>
                      <a:pt x="243" y="45"/>
                      <a:pt x="242" y="46"/>
                    </a:cubicBezTo>
                    <a:cubicBezTo>
                      <a:pt x="236" y="51"/>
                      <a:pt x="230" y="56"/>
                      <a:pt x="224" y="61"/>
                    </a:cubicBezTo>
                    <a:cubicBezTo>
                      <a:pt x="221" y="63"/>
                      <a:pt x="220" y="63"/>
                      <a:pt x="217" y="61"/>
                    </a:cubicBezTo>
                    <a:cubicBezTo>
                      <a:pt x="195" y="47"/>
                      <a:pt x="170" y="41"/>
                      <a:pt x="144" y="45"/>
                    </a:cubicBezTo>
                    <a:cubicBezTo>
                      <a:pt x="99" y="51"/>
                      <a:pt x="68" y="76"/>
                      <a:pt x="53" y="119"/>
                    </a:cubicBezTo>
                    <a:cubicBezTo>
                      <a:pt x="38" y="162"/>
                      <a:pt x="48" y="202"/>
                      <a:pt x="81" y="234"/>
                    </a:cubicBezTo>
                    <a:cubicBezTo>
                      <a:pt x="112" y="264"/>
                      <a:pt x="149" y="272"/>
                      <a:pt x="190" y="260"/>
                    </a:cubicBezTo>
                    <a:cubicBezTo>
                      <a:pt x="229" y="249"/>
                      <a:pt x="254" y="221"/>
                      <a:pt x="265" y="182"/>
                    </a:cubicBezTo>
                    <a:cubicBezTo>
                      <a:pt x="269" y="167"/>
                      <a:pt x="269" y="152"/>
                      <a:pt x="267" y="137"/>
                    </a:cubicBezTo>
                    <a:cubicBezTo>
                      <a:pt x="267" y="135"/>
                      <a:pt x="268" y="132"/>
                      <a:pt x="269" y="131"/>
                    </a:cubicBezTo>
                    <a:cubicBezTo>
                      <a:pt x="275" y="122"/>
                      <a:pt x="282" y="113"/>
                      <a:pt x="290" y="104"/>
                    </a:cubicBezTo>
                    <a:close/>
                  </a:path>
                </a:pathLst>
              </a:cu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dirty="0">
                  <a:solidFill>
                    <a:prstClr val="black"/>
                  </a:solidFill>
                  <a:latin typeface="나눔명조" panose="02020603020101020101" pitchFamily="18" charset="-127"/>
                  <a:ea typeface="나눔명조" panose="02020603020101020101" pitchFamily="18" charset="-127"/>
                </a:endParaRPr>
              </a:p>
            </p:txBody>
          </p:sp>
          <p:sp>
            <p:nvSpPr>
              <p:cNvPr id="289" name="Freeform 1092">
                <a:extLst>
                  <a:ext uri="{FF2B5EF4-FFF2-40B4-BE49-F238E27FC236}">
                    <a16:creationId xmlns:a16="http://schemas.microsoft.com/office/drawing/2014/main" id="{6EB7C994-72F3-48E4-A7A6-68F406726FDE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221386" y="3999591"/>
                <a:ext cx="388151" cy="336843"/>
              </a:xfrm>
              <a:custGeom>
                <a:avLst/>
                <a:gdLst>
                  <a:gd name="T0" fmla="*/ 0 w 245"/>
                  <a:gd name="T1" fmla="*/ 106 h 211"/>
                  <a:gd name="T2" fmla="*/ 20 w 245"/>
                  <a:gd name="T3" fmla="*/ 88 h 211"/>
                  <a:gd name="T4" fmla="*/ 24 w 245"/>
                  <a:gd name="T5" fmla="*/ 88 h 211"/>
                  <a:gd name="T6" fmla="*/ 83 w 245"/>
                  <a:gd name="T7" fmla="*/ 123 h 211"/>
                  <a:gd name="T8" fmla="*/ 89 w 245"/>
                  <a:gd name="T9" fmla="*/ 128 h 211"/>
                  <a:gd name="T10" fmla="*/ 239 w 245"/>
                  <a:gd name="T11" fmla="*/ 0 h 211"/>
                  <a:gd name="T12" fmla="*/ 244 w 245"/>
                  <a:gd name="T13" fmla="*/ 13 h 211"/>
                  <a:gd name="T14" fmla="*/ 243 w 245"/>
                  <a:gd name="T15" fmla="*/ 17 h 211"/>
                  <a:gd name="T16" fmla="*/ 200 w 245"/>
                  <a:gd name="T17" fmla="*/ 60 h 211"/>
                  <a:gd name="T18" fmla="*/ 133 w 245"/>
                  <a:gd name="T19" fmla="*/ 153 h 211"/>
                  <a:gd name="T20" fmla="*/ 99 w 245"/>
                  <a:gd name="T21" fmla="*/ 211 h 211"/>
                  <a:gd name="T22" fmla="*/ 0 w 245"/>
                  <a:gd name="T23" fmla="*/ 106 h 2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45" h="211">
                    <a:moveTo>
                      <a:pt x="0" y="106"/>
                    </a:moveTo>
                    <a:cubicBezTo>
                      <a:pt x="7" y="100"/>
                      <a:pt x="13" y="94"/>
                      <a:pt x="20" y="88"/>
                    </a:cubicBezTo>
                    <a:cubicBezTo>
                      <a:pt x="21" y="88"/>
                      <a:pt x="23" y="88"/>
                      <a:pt x="24" y="88"/>
                    </a:cubicBezTo>
                    <a:cubicBezTo>
                      <a:pt x="45" y="98"/>
                      <a:pt x="65" y="110"/>
                      <a:pt x="83" y="123"/>
                    </a:cubicBezTo>
                    <a:cubicBezTo>
                      <a:pt x="85" y="125"/>
                      <a:pt x="87" y="126"/>
                      <a:pt x="89" y="128"/>
                    </a:cubicBezTo>
                    <a:cubicBezTo>
                      <a:pt x="132" y="77"/>
                      <a:pt x="181" y="33"/>
                      <a:pt x="239" y="0"/>
                    </a:cubicBezTo>
                    <a:cubicBezTo>
                      <a:pt x="240" y="4"/>
                      <a:pt x="243" y="9"/>
                      <a:pt x="244" y="13"/>
                    </a:cubicBezTo>
                    <a:cubicBezTo>
                      <a:pt x="245" y="14"/>
                      <a:pt x="244" y="16"/>
                      <a:pt x="243" y="17"/>
                    </a:cubicBezTo>
                    <a:cubicBezTo>
                      <a:pt x="228" y="32"/>
                      <a:pt x="214" y="45"/>
                      <a:pt x="200" y="60"/>
                    </a:cubicBezTo>
                    <a:cubicBezTo>
                      <a:pt x="174" y="89"/>
                      <a:pt x="153" y="120"/>
                      <a:pt x="133" y="153"/>
                    </a:cubicBezTo>
                    <a:cubicBezTo>
                      <a:pt x="122" y="172"/>
                      <a:pt x="110" y="191"/>
                      <a:pt x="99" y="211"/>
                    </a:cubicBezTo>
                    <a:cubicBezTo>
                      <a:pt x="68" y="174"/>
                      <a:pt x="36" y="139"/>
                      <a:pt x="0" y="106"/>
                    </a:cubicBezTo>
                    <a:close/>
                  </a:path>
                </a:pathLst>
              </a:custGeom>
              <a:solidFill>
                <a:srgbClr val="C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dirty="0">
                  <a:solidFill>
                    <a:prstClr val="black"/>
                  </a:solidFill>
                  <a:latin typeface="나눔명조" panose="02020603020101020101" pitchFamily="18" charset="-127"/>
                  <a:ea typeface="나눔명조" panose="02020603020101020101" pitchFamily="18" charset="-127"/>
                </a:endParaRPr>
              </a:p>
            </p:txBody>
          </p:sp>
        </p:grpSp>
      </p:grpSp>
      <p:sp>
        <p:nvSpPr>
          <p:cNvPr id="84" name="AutoShape 26"/>
          <p:cNvSpPr>
            <a:spLocks noChangeArrowheads="1"/>
          </p:cNvSpPr>
          <p:nvPr/>
        </p:nvSpPr>
        <p:spPr bwMode="auto">
          <a:xfrm>
            <a:off x="2277333" y="6306995"/>
            <a:ext cx="791079" cy="372175"/>
          </a:xfrm>
          <a:prstGeom prst="bevel">
            <a:avLst>
              <a:gd name="adj" fmla="val 0"/>
            </a:avLst>
          </a:prstGeom>
          <a:solidFill>
            <a:srgbClr val="FFF2CC"/>
          </a:solidFill>
          <a:ln w="6350" cap="flat" cmpd="sng" algn="ctr">
            <a:solidFill>
              <a:srgbClr val="D7CBA9"/>
            </a:solidFill>
            <a:prstDash val="solid"/>
          </a:ln>
          <a:effectLst/>
        </p:spPr>
        <p:txBody>
          <a:bodyPr rtlCol="0" anchor="ctr"/>
          <a:lstStyle/>
          <a:p>
            <a:pPr algn="ctr" defTabSz="914400" fontAlgn="base">
              <a:spcAft>
                <a:spcPts val="200"/>
              </a:spcAft>
            </a:pPr>
            <a:r>
              <a:rPr kumimoji="1" lang="ko-KR" altLang="en-US" sz="900" ker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승인</a:t>
            </a:r>
          </a:p>
        </p:txBody>
      </p:sp>
      <p:sp>
        <p:nvSpPr>
          <p:cNvPr id="85" name="AutoShape 27"/>
          <p:cNvSpPr>
            <a:spLocks noChangeArrowheads="1"/>
          </p:cNvSpPr>
          <p:nvPr/>
        </p:nvSpPr>
        <p:spPr bwMode="auto">
          <a:xfrm>
            <a:off x="3719347" y="6213952"/>
            <a:ext cx="862995" cy="558262"/>
          </a:xfrm>
          <a:prstGeom prst="diamond">
            <a:avLst/>
          </a:prstGeom>
          <a:solidFill>
            <a:srgbClr val="FFCECF"/>
          </a:solidFill>
          <a:ln w="6350" cap="flat" cmpd="sng" algn="ctr">
            <a:solidFill>
              <a:srgbClr val="ECA099"/>
            </a:solidFill>
            <a:prstDash val="solid"/>
          </a:ln>
          <a:effectLst/>
        </p:spPr>
        <p:txBody>
          <a:bodyPr wrap="none" lIns="36000" tIns="0" rIns="0" bIns="36000" rtlCol="0" anchor="ctr"/>
          <a:lstStyle/>
          <a:p>
            <a:pPr algn="ctr" defTabSz="914400" fontAlgn="base">
              <a:lnSpc>
                <a:spcPct val="120000"/>
              </a:lnSpc>
              <a:spcAft>
                <a:spcPct val="0"/>
              </a:spcAft>
            </a:pPr>
            <a:r>
              <a:rPr kumimoji="1" lang="ko-KR" altLang="en-US" sz="900" ker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검토</a:t>
            </a:r>
            <a:r>
              <a:rPr kumimoji="1" lang="en-US" altLang="ko-KR" sz="900" ker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/</a:t>
            </a:r>
            <a:r>
              <a:rPr kumimoji="1" lang="ko-KR" altLang="en-US" sz="900" ker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승인</a:t>
            </a:r>
          </a:p>
        </p:txBody>
      </p:sp>
      <p:sp>
        <p:nvSpPr>
          <p:cNvPr id="86" name="AutoShape 28"/>
          <p:cNvSpPr>
            <a:spLocks noChangeArrowheads="1"/>
          </p:cNvSpPr>
          <p:nvPr/>
        </p:nvSpPr>
        <p:spPr bwMode="auto">
          <a:xfrm>
            <a:off x="5233321" y="6306995"/>
            <a:ext cx="859999" cy="372175"/>
          </a:xfrm>
          <a:prstGeom prst="roundRect">
            <a:avLst>
              <a:gd name="adj" fmla="val 0"/>
            </a:avLst>
          </a:prstGeom>
          <a:solidFill>
            <a:srgbClr val="DEEBF7"/>
          </a:solidFill>
          <a:ln w="6350" cap="flat" cmpd="sng" algn="ctr">
            <a:solidFill>
              <a:srgbClr val="B5D2ED"/>
            </a:solidFill>
            <a:prstDash val="solid"/>
          </a:ln>
          <a:effectLst/>
        </p:spPr>
        <p:txBody>
          <a:bodyPr wrap="none" lIns="0" tIns="0" rIns="0" bIns="0" rtlCol="0" anchor="ctr"/>
          <a:lstStyle/>
          <a:p>
            <a:pPr algn="ctr" defTabSz="914400" fontAlgn="base">
              <a:lnSpc>
                <a:spcPct val="120000"/>
              </a:lnSpc>
              <a:spcAft>
                <a:spcPct val="0"/>
              </a:spcAft>
            </a:pPr>
            <a:r>
              <a:rPr kumimoji="1" lang="ko-KR" altLang="en-US" sz="900" ker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산출물 보완</a:t>
            </a:r>
          </a:p>
        </p:txBody>
      </p:sp>
      <p:sp>
        <p:nvSpPr>
          <p:cNvPr id="92" name="AutoShape 33"/>
          <p:cNvSpPr>
            <a:spLocks noChangeArrowheads="1"/>
          </p:cNvSpPr>
          <p:nvPr/>
        </p:nvSpPr>
        <p:spPr bwMode="auto">
          <a:xfrm>
            <a:off x="5233321" y="4916996"/>
            <a:ext cx="859999" cy="372175"/>
          </a:xfrm>
          <a:prstGeom prst="roundRect">
            <a:avLst>
              <a:gd name="adj" fmla="val 0"/>
            </a:avLst>
          </a:prstGeom>
          <a:solidFill>
            <a:srgbClr val="DEEBF7"/>
          </a:solidFill>
          <a:ln w="6350" cap="flat" cmpd="sng" algn="ctr">
            <a:solidFill>
              <a:srgbClr val="B5D2ED"/>
            </a:solidFill>
            <a:prstDash val="solid"/>
          </a:ln>
          <a:effectLst/>
        </p:spPr>
        <p:txBody>
          <a:bodyPr wrap="none" lIns="0" tIns="0" rIns="0" bIns="0" rtlCol="0" anchor="ctr"/>
          <a:lstStyle/>
          <a:p>
            <a:pPr algn="ctr" defTabSz="914400" fontAlgn="base">
              <a:lnSpc>
                <a:spcPct val="120000"/>
              </a:lnSpc>
              <a:spcAft>
                <a:spcPct val="0"/>
              </a:spcAft>
            </a:pPr>
            <a:r>
              <a:rPr kumimoji="1" lang="ko-KR" altLang="en-US" sz="900" ker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산출물 작성</a:t>
            </a:r>
          </a:p>
        </p:txBody>
      </p:sp>
      <p:sp>
        <p:nvSpPr>
          <p:cNvPr id="96" name="AutoShape 36"/>
          <p:cNvSpPr>
            <a:spLocks noChangeArrowheads="1"/>
          </p:cNvSpPr>
          <p:nvPr/>
        </p:nvSpPr>
        <p:spPr bwMode="auto">
          <a:xfrm>
            <a:off x="729319" y="6213952"/>
            <a:ext cx="864000" cy="558262"/>
          </a:xfrm>
          <a:prstGeom prst="diamond">
            <a:avLst/>
          </a:prstGeom>
          <a:solidFill>
            <a:srgbClr val="FFCECF"/>
          </a:solidFill>
          <a:ln w="6350" cap="flat" cmpd="sng" algn="ctr">
            <a:solidFill>
              <a:srgbClr val="ECA099"/>
            </a:solidFill>
            <a:prstDash val="solid"/>
          </a:ln>
          <a:effectLst/>
        </p:spPr>
        <p:txBody>
          <a:bodyPr wrap="none" lIns="36000" tIns="0" rIns="0" bIns="36000" rtlCol="0" anchor="ctr"/>
          <a:lstStyle/>
          <a:p>
            <a:pPr algn="ctr" defTabSz="914400" fontAlgn="base">
              <a:lnSpc>
                <a:spcPct val="120000"/>
              </a:lnSpc>
              <a:spcAft>
                <a:spcPct val="0"/>
              </a:spcAft>
            </a:pPr>
            <a:r>
              <a:rPr kumimoji="1" lang="ko-KR" altLang="en-US" sz="900" ker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검토결과</a:t>
            </a:r>
          </a:p>
        </p:txBody>
      </p:sp>
      <p:sp>
        <p:nvSpPr>
          <p:cNvPr id="103" name="AutoShape 43"/>
          <p:cNvSpPr>
            <a:spLocks noChangeArrowheads="1"/>
          </p:cNvSpPr>
          <p:nvPr/>
        </p:nvSpPr>
        <p:spPr bwMode="auto">
          <a:xfrm>
            <a:off x="729320" y="7101105"/>
            <a:ext cx="859999" cy="372175"/>
          </a:xfrm>
          <a:prstGeom prst="roundRect">
            <a:avLst>
              <a:gd name="adj" fmla="val 0"/>
            </a:avLst>
          </a:prstGeom>
          <a:solidFill>
            <a:srgbClr val="DEEBF7"/>
          </a:solidFill>
          <a:ln w="6350" cap="flat" cmpd="sng" algn="ctr">
            <a:solidFill>
              <a:srgbClr val="B5D2ED"/>
            </a:solidFill>
            <a:prstDash val="solid"/>
          </a:ln>
          <a:effectLst/>
        </p:spPr>
        <p:txBody>
          <a:bodyPr wrap="none" lIns="0" tIns="0" rIns="0" bIns="0" rtlCol="0" anchor="ctr"/>
          <a:lstStyle/>
          <a:p>
            <a:pPr algn="ctr" defTabSz="914400" fontAlgn="base">
              <a:lnSpc>
                <a:spcPct val="120000"/>
              </a:lnSpc>
              <a:spcAft>
                <a:spcPct val="0"/>
              </a:spcAft>
            </a:pPr>
            <a:r>
              <a:rPr kumimoji="1" lang="ko-KR" altLang="en-US" sz="900" ker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최종승인</a:t>
            </a:r>
          </a:p>
        </p:txBody>
      </p:sp>
      <p:sp>
        <p:nvSpPr>
          <p:cNvPr id="105" name="AutoShape 45"/>
          <p:cNvSpPr>
            <a:spLocks noChangeArrowheads="1"/>
          </p:cNvSpPr>
          <p:nvPr/>
        </p:nvSpPr>
        <p:spPr bwMode="auto">
          <a:xfrm>
            <a:off x="2277333" y="7101105"/>
            <a:ext cx="791079" cy="372175"/>
          </a:xfrm>
          <a:prstGeom prst="bevel">
            <a:avLst>
              <a:gd name="adj" fmla="val 0"/>
            </a:avLst>
          </a:prstGeom>
          <a:solidFill>
            <a:srgbClr val="FFF2CC"/>
          </a:solidFill>
          <a:ln w="6350" cap="flat" cmpd="sng" algn="ctr">
            <a:solidFill>
              <a:srgbClr val="D7CBA9"/>
            </a:solidFill>
            <a:prstDash val="solid"/>
          </a:ln>
          <a:effectLst/>
        </p:spPr>
        <p:txBody>
          <a:bodyPr rtlCol="0" anchor="ctr"/>
          <a:lstStyle/>
          <a:p>
            <a:pPr algn="ctr" defTabSz="914400" fontAlgn="base">
              <a:spcAft>
                <a:spcPts val="200"/>
              </a:spcAft>
            </a:pPr>
            <a:r>
              <a:rPr kumimoji="1" lang="ko-KR" altLang="en-US" sz="900" ker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확인</a:t>
            </a:r>
          </a:p>
        </p:txBody>
      </p:sp>
      <p:sp>
        <p:nvSpPr>
          <p:cNvPr id="107" name="AutoShape 47"/>
          <p:cNvSpPr>
            <a:spLocks noChangeArrowheads="1"/>
          </p:cNvSpPr>
          <p:nvPr/>
        </p:nvSpPr>
        <p:spPr bwMode="auto">
          <a:xfrm>
            <a:off x="3716351" y="7101105"/>
            <a:ext cx="865992" cy="372175"/>
          </a:xfrm>
          <a:prstGeom prst="roundRect">
            <a:avLst>
              <a:gd name="adj" fmla="val 0"/>
            </a:avLst>
          </a:prstGeom>
          <a:solidFill>
            <a:srgbClr val="DEEBF7"/>
          </a:solidFill>
          <a:ln w="6350" cap="flat" cmpd="sng" algn="ctr">
            <a:solidFill>
              <a:srgbClr val="B5D2ED"/>
            </a:solidFill>
            <a:prstDash val="solid"/>
          </a:ln>
          <a:effectLst/>
        </p:spPr>
        <p:txBody>
          <a:bodyPr wrap="none" lIns="0" tIns="0" rIns="0" bIns="0" rtlCol="0" anchor="ctr"/>
          <a:lstStyle/>
          <a:p>
            <a:pPr algn="ctr" defTabSz="914400" fontAlgn="base">
              <a:lnSpc>
                <a:spcPct val="120000"/>
              </a:lnSpc>
              <a:spcAft>
                <a:spcPct val="0"/>
              </a:spcAft>
            </a:pPr>
            <a:r>
              <a:rPr kumimoji="1" lang="ko-KR" altLang="en-US" sz="900" ker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문서 배포</a:t>
            </a:r>
          </a:p>
          <a:p>
            <a:pPr algn="ctr" defTabSz="914400" fontAlgn="base">
              <a:lnSpc>
                <a:spcPct val="120000"/>
              </a:lnSpc>
              <a:spcAft>
                <a:spcPct val="0"/>
              </a:spcAft>
            </a:pPr>
            <a:r>
              <a:rPr kumimoji="1" lang="ko-KR" altLang="en-US" sz="900" ker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및 관리</a:t>
            </a:r>
          </a:p>
        </p:txBody>
      </p:sp>
      <p:sp>
        <p:nvSpPr>
          <p:cNvPr id="110" name="AutoShape 50"/>
          <p:cNvSpPr>
            <a:spLocks noChangeArrowheads="1"/>
          </p:cNvSpPr>
          <p:nvPr/>
        </p:nvSpPr>
        <p:spPr bwMode="auto">
          <a:xfrm>
            <a:off x="2276872" y="5412485"/>
            <a:ext cx="792000" cy="372175"/>
          </a:xfrm>
          <a:prstGeom prst="bevel">
            <a:avLst>
              <a:gd name="adj" fmla="val 0"/>
            </a:avLst>
          </a:prstGeom>
          <a:solidFill>
            <a:srgbClr val="FFF2CC"/>
          </a:solidFill>
          <a:ln w="6350" cap="flat" cmpd="sng" algn="ctr">
            <a:solidFill>
              <a:srgbClr val="D7CBA9"/>
            </a:solidFill>
            <a:prstDash val="solid"/>
          </a:ln>
          <a:effectLst/>
        </p:spPr>
        <p:txBody>
          <a:bodyPr rtlCol="0" anchor="ctr"/>
          <a:lstStyle/>
          <a:p>
            <a:pPr algn="ctr" defTabSz="914400" fontAlgn="base">
              <a:spcAft>
                <a:spcPts val="200"/>
              </a:spcAft>
            </a:pPr>
            <a:r>
              <a:rPr kumimoji="1" lang="ko-KR" altLang="en-US" sz="900" ker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재작성 통보</a:t>
            </a:r>
          </a:p>
        </p:txBody>
      </p:sp>
      <p:pic>
        <p:nvPicPr>
          <p:cNvPr id="292" name="그림 291">
            <a:extLst>
              <a:ext uri="{FF2B5EF4-FFF2-40B4-BE49-F238E27FC236}">
                <a16:creationId xmlns:a16="http://schemas.microsoft.com/office/drawing/2014/main" id="{6998B2D2-6C5E-48D9-9700-93C9373B7F76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0000"/>
          </a:blip>
          <a:stretch>
            <a:fillRect/>
          </a:stretch>
        </p:blipFill>
        <p:spPr>
          <a:xfrm>
            <a:off x="5433060" y="6840956"/>
            <a:ext cx="632324" cy="63232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487AC5D-4345-8AF6-3258-3C5058520A73}"/>
              </a:ext>
            </a:extLst>
          </p:cNvPr>
          <p:cNvSpPr txBox="1"/>
          <p:nvPr/>
        </p:nvSpPr>
        <p:spPr>
          <a:xfrm>
            <a:off x="1667082" y="503378"/>
            <a:ext cx="129625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defTabSz="987095"/>
            <a:r>
              <a:rPr lang="en-US" altLang="ko-KR" sz="800" spc="-54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Ⅳ  </a:t>
            </a:r>
            <a:r>
              <a:rPr lang="ko-KR" altLang="en-US" sz="800" spc="-54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프로젝트 관리  </a:t>
            </a:r>
            <a:r>
              <a:rPr lang="en-US" altLang="ko-KR" sz="800" spc="-54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&gt;  3. </a:t>
            </a:r>
            <a:r>
              <a:rPr lang="ko-KR" altLang="en-US" sz="800" spc="-54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관리방법론</a:t>
            </a:r>
          </a:p>
        </p:txBody>
      </p:sp>
    </p:spTree>
    <p:extLst>
      <p:ext uri="{BB962C8B-B14F-4D97-AF65-F5344CB8AC3E}">
        <p14:creationId xmlns:p14="http://schemas.microsoft.com/office/powerpoint/2010/main" val="45433414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제목 89"/>
          <p:cNvSpPr>
            <a:spLocks noGrp="1"/>
          </p:cNvSpPr>
          <p:nvPr>
            <p:ph type="title"/>
          </p:nvPr>
        </p:nvSpPr>
        <p:spPr>
          <a:xfrm>
            <a:off x="512676" y="1064568"/>
            <a:ext cx="1410693" cy="199285"/>
          </a:xfrm>
          <a:prstGeom prst="rect">
            <a:avLst/>
          </a:prstGeom>
          <a:noFill/>
        </p:spPr>
        <p:txBody>
          <a:bodyPr wrap="none" lIns="108000" tIns="0" rIns="0" bIns="0" anchor="ctr">
            <a:spAutoFit/>
          </a:bodyPr>
          <a:lstStyle/>
          <a:p>
            <a:r>
              <a:rPr lang="en-US" altLang="ko-KR" dirty="0"/>
              <a:t>4</a:t>
            </a:r>
            <a:r>
              <a:rPr lang="en-US" altLang="ko-KR" sz="1400" dirty="0">
                <a:latin typeface="+mj-lt"/>
                <a:cs typeface="+mj-cs"/>
              </a:rPr>
              <a:t>.1 </a:t>
            </a:r>
            <a:r>
              <a:rPr lang="ko-KR" altLang="en-US" sz="1400" dirty="0">
                <a:latin typeface="+mj-lt"/>
                <a:cs typeface="+mj-cs"/>
              </a:rPr>
              <a:t>일정관리 방안</a:t>
            </a:r>
          </a:p>
        </p:txBody>
      </p:sp>
      <p:grpSp>
        <p:nvGrpSpPr>
          <p:cNvPr id="7" name="그룹 6"/>
          <p:cNvGrpSpPr/>
          <p:nvPr/>
        </p:nvGrpSpPr>
        <p:grpSpPr>
          <a:xfrm>
            <a:off x="442006" y="7898550"/>
            <a:ext cx="5975326" cy="1482942"/>
            <a:chOff x="442006" y="7844690"/>
            <a:chExt cx="5975326" cy="1482942"/>
          </a:xfrm>
        </p:grpSpPr>
        <p:sp>
          <p:nvSpPr>
            <p:cNvPr id="29" name="직사각형 28"/>
            <p:cNvSpPr/>
            <p:nvPr/>
          </p:nvSpPr>
          <p:spPr>
            <a:xfrm>
              <a:off x="442006" y="8139632"/>
              <a:ext cx="1944000" cy="1188000"/>
            </a:xfrm>
            <a:prstGeom prst="rect">
              <a:avLst/>
            </a:prstGeom>
            <a:solidFill>
              <a:srgbClr val="EAF2F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108000" rIns="36000" bIns="72000" rtlCol="0" anchor="t"/>
            <a:lstStyle/>
            <a:p>
              <a:pPr marL="90000" lvl="2" indent="-90000" defTabSz="914400" fontAlgn="base">
                <a:lnSpc>
                  <a:spcPct val="110000"/>
                </a:lnSpc>
                <a:spcBef>
                  <a:spcPct val="0"/>
                </a:spcBef>
                <a:spcAft>
                  <a:spcPts val="4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  <a:buFont typeface="Arial" pitchFamily="34" charset="0"/>
                <a:buChar char="•"/>
                <a:tabLst>
                  <a:tab pos="542925" algn="l"/>
                </a:tabLst>
                <a:defRPr/>
              </a:pPr>
              <a:r>
                <a:rPr kumimoji="1"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활동목록 정리</a:t>
              </a:r>
            </a:p>
            <a:p>
              <a:pPr marL="90000" lvl="2" indent="-90000" defTabSz="914400" fontAlgn="base">
                <a:lnSpc>
                  <a:spcPct val="110000"/>
                </a:lnSpc>
                <a:spcBef>
                  <a:spcPct val="0"/>
                </a:spcBef>
                <a:spcAft>
                  <a:spcPts val="4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  <a:buFont typeface="Arial" pitchFamily="34" charset="0"/>
                <a:buChar char="•"/>
                <a:tabLst>
                  <a:tab pos="542925" algn="l"/>
                </a:tabLst>
                <a:defRPr/>
              </a:pPr>
              <a:r>
                <a:rPr kumimoji="1"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활동순서 및 상호관계 정의</a:t>
              </a:r>
            </a:p>
            <a:p>
              <a:pPr marL="90000" lvl="2" indent="-90000" defTabSz="914400" fontAlgn="base">
                <a:lnSpc>
                  <a:spcPct val="110000"/>
                </a:lnSpc>
                <a:spcBef>
                  <a:spcPct val="0"/>
                </a:spcBef>
                <a:spcAft>
                  <a:spcPts val="4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  <a:buFont typeface="Arial" pitchFamily="34" charset="0"/>
                <a:buChar char="•"/>
                <a:tabLst>
                  <a:tab pos="542925" algn="l"/>
                </a:tabLst>
                <a:defRPr/>
              </a:pPr>
              <a:r>
                <a:rPr kumimoji="1"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활동기간 산정</a:t>
              </a:r>
            </a:p>
            <a:p>
              <a:pPr marL="90000" lvl="2" indent="-90000" defTabSz="914400" fontAlgn="base">
                <a:lnSpc>
                  <a:spcPct val="110000"/>
                </a:lnSpc>
                <a:spcBef>
                  <a:spcPct val="0"/>
                </a:spcBef>
                <a:spcAft>
                  <a:spcPts val="4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  <a:buFont typeface="Arial" pitchFamily="34" charset="0"/>
                <a:buChar char="•"/>
                <a:tabLst>
                  <a:tab pos="542925" algn="l"/>
                </a:tabLst>
                <a:defRPr/>
              </a:pPr>
              <a:r>
                <a:rPr kumimoji="1"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일정계획 개발</a:t>
              </a:r>
            </a:p>
            <a:p>
              <a:pPr marL="90000" lvl="2" indent="-90000" defTabSz="914400" fontAlgn="base">
                <a:lnSpc>
                  <a:spcPct val="110000"/>
                </a:lnSpc>
                <a:spcBef>
                  <a:spcPct val="0"/>
                </a:spcBef>
                <a:spcAft>
                  <a:spcPts val="4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  <a:buFont typeface="Arial" pitchFamily="34" charset="0"/>
                <a:buChar char="•"/>
                <a:tabLst>
                  <a:tab pos="542925" algn="l"/>
                </a:tabLst>
                <a:defRPr/>
              </a:pPr>
              <a:r>
                <a:rPr kumimoji="1"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발주기관의 작성 내용 검토 및 승인</a:t>
              </a:r>
            </a:p>
          </p:txBody>
        </p:sp>
        <p:sp>
          <p:nvSpPr>
            <p:cNvPr id="30" name="직사각형 29"/>
            <p:cNvSpPr/>
            <p:nvPr/>
          </p:nvSpPr>
          <p:spPr>
            <a:xfrm>
              <a:off x="2457108" y="8139632"/>
              <a:ext cx="1944000" cy="1188000"/>
            </a:xfrm>
            <a:prstGeom prst="rect">
              <a:avLst/>
            </a:prstGeom>
            <a:solidFill>
              <a:srgbClr val="EAF2F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108000" rIns="36000" bIns="72000" rtlCol="0" anchor="t"/>
            <a:lstStyle/>
            <a:p>
              <a:pPr marL="90000" lvl="2" indent="-90000" defTabSz="914400" fontAlgn="base">
                <a:lnSpc>
                  <a:spcPct val="110000"/>
                </a:lnSpc>
                <a:spcBef>
                  <a:spcPct val="0"/>
                </a:spcBef>
                <a:spcAft>
                  <a:spcPts val="4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  <a:buFont typeface="Arial" pitchFamily="34" charset="0"/>
                <a:buChar char="•"/>
                <a:tabLst>
                  <a:tab pos="542925" algn="l"/>
                </a:tabLst>
                <a:defRPr/>
              </a:pPr>
              <a:r>
                <a:rPr kumimoji="1"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일정대비 작업진도 측정</a:t>
              </a:r>
            </a:p>
            <a:p>
              <a:pPr marL="90000" lvl="2" indent="-90000" defTabSz="914400" fontAlgn="base">
                <a:lnSpc>
                  <a:spcPct val="110000"/>
                </a:lnSpc>
                <a:spcBef>
                  <a:spcPct val="0"/>
                </a:spcBef>
                <a:spcAft>
                  <a:spcPts val="4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  <a:buFont typeface="Arial" pitchFamily="34" charset="0"/>
                <a:buChar char="•"/>
                <a:tabLst>
                  <a:tab pos="542925" algn="l"/>
                </a:tabLst>
                <a:defRPr/>
              </a:pPr>
              <a:r>
                <a:rPr kumimoji="1"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일정차이 발생 시 원인 분석 및 진도 경향 측정</a:t>
              </a:r>
            </a:p>
            <a:p>
              <a:pPr marL="90000" lvl="2" indent="-90000" defTabSz="914400" fontAlgn="base">
                <a:lnSpc>
                  <a:spcPct val="110000"/>
                </a:lnSpc>
                <a:spcBef>
                  <a:spcPct val="0"/>
                </a:spcBef>
                <a:spcAft>
                  <a:spcPts val="4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  <a:buFont typeface="Arial" pitchFamily="34" charset="0"/>
                <a:buChar char="•"/>
                <a:tabLst>
                  <a:tab pos="542925" algn="l"/>
                </a:tabLst>
                <a:defRPr/>
              </a:pPr>
              <a:r>
                <a:rPr kumimoji="1"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측정결과 및 일정 차이 분석 결과 보고</a:t>
              </a:r>
            </a:p>
            <a:p>
              <a:pPr marL="90000" lvl="2" indent="-90000" defTabSz="914400" fontAlgn="base">
                <a:lnSpc>
                  <a:spcPct val="110000"/>
                </a:lnSpc>
                <a:spcBef>
                  <a:spcPct val="0"/>
                </a:spcBef>
                <a:spcAft>
                  <a:spcPts val="4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  <a:buFont typeface="Arial" pitchFamily="34" charset="0"/>
                <a:buChar char="•"/>
                <a:tabLst>
                  <a:tab pos="542925" algn="l"/>
                </a:tabLst>
                <a:defRPr/>
              </a:pPr>
              <a:r>
                <a:rPr kumimoji="1"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문제 해결 방안 수립 </a:t>
              </a:r>
            </a:p>
          </p:txBody>
        </p:sp>
        <p:sp>
          <p:nvSpPr>
            <p:cNvPr id="31" name="직사각형 30"/>
            <p:cNvSpPr/>
            <p:nvPr/>
          </p:nvSpPr>
          <p:spPr>
            <a:xfrm>
              <a:off x="4473332" y="8139482"/>
              <a:ext cx="1944000" cy="1188000"/>
            </a:xfrm>
            <a:prstGeom prst="rect">
              <a:avLst/>
            </a:prstGeom>
            <a:solidFill>
              <a:srgbClr val="EAF2F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108000" rIns="36000" bIns="72000" rtlCol="0" anchor="t"/>
            <a:lstStyle/>
            <a:p>
              <a:pPr marL="90000" lvl="2" indent="-90000" defTabSz="914400" fontAlgn="base">
                <a:lnSpc>
                  <a:spcPct val="110000"/>
                </a:lnSpc>
                <a:spcBef>
                  <a:spcPct val="0"/>
                </a:spcBef>
                <a:spcAft>
                  <a:spcPts val="4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  <a:buFont typeface="Arial" pitchFamily="34" charset="0"/>
                <a:buChar char="•"/>
                <a:tabLst>
                  <a:tab pos="542925" algn="l"/>
                </a:tabLst>
                <a:defRPr/>
              </a:pPr>
              <a:r>
                <a:rPr kumimoji="1"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일정변경 후의 작업에 미치는 영향에 대한 분석</a:t>
              </a:r>
            </a:p>
            <a:p>
              <a:pPr marL="90000" lvl="2" indent="-90000" defTabSz="914400" fontAlgn="base">
                <a:lnSpc>
                  <a:spcPct val="110000"/>
                </a:lnSpc>
                <a:spcBef>
                  <a:spcPct val="0"/>
                </a:spcBef>
                <a:spcAft>
                  <a:spcPts val="4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  <a:buFont typeface="Arial" pitchFamily="34" charset="0"/>
                <a:buChar char="•"/>
                <a:tabLst>
                  <a:tab pos="542925" algn="l"/>
                </a:tabLst>
                <a:defRPr/>
              </a:pPr>
              <a:r>
                <a:rPr kumimoji="1"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변경된 일정계획 작성</a:t>
              </a:r>
            </a:p>
            <a:p>
              <a:pPr marL="90000" lvl="2" indent="-90000" defTabSz="914400" fontAlgn="base">
                <a:lnSpc>
                  <a:spcPct val="110000"/>
                </a:lnSpc>
                <a:spcBef>
                  <a:spcPct val="0"/>
                </a:spcBef>
                <a:spcAft>
                  <a:spcPts val="4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  <a:buFont typeface="Arial" pitchFamily="34" charset="0"/>
                <a:buChar char="•"/>
                <a:tabLst>
                  <a:tab pos="542925" algn="l"/>
                </a:tabLst>
                <a:defRPr/>
              </a:pPr>
              <a:r>
                <a:rPr kumimoji="1"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발주기관 사업 추진 조직의 변경사항 검토 및 승인 </a:t>
              </a:r>
            </a:p>
          </p:txBody>
        </p:sp>
        <p:sp>
          <p:nvSpPr>
            <p:cNvPr id="32" name="모서리가 둥근 직사각형 31"/>
            <p:cNvSpPr/>
            <p:nvPr/>
          </p:nvSpPr>
          <p:spPr>
            <a:xfrm>
              <a:off x="442006" y="7844690"/>
              <a:ext cx="1944000" cy="304529"/>
            </a:xfrm>
            <a:prstGeom prst="roundRect">
              <a:avLst>
                <a:gd name="adj" fmla="val 0"/>
              </a:avLst>
            </a:prstGeom>
            <a:solidFill>
              <a:srgbClr val="84B4E0"/>
            </a:solidFill>
            <a:ln w="6350">
              <a:noFill/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36000" rIns="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001536">
                <a:spcBef>
                  <a:spcPct val="40000"/>
                </a:spcBef>
                <a:defRPr/>
              </a:pPr>
              <a:r>
                <a:rPr lang="ko-KR" altLang="en-US" sz="1050" spc="-50" dirty="0">
                  <a:ln>
                    <a:solidFill>
                      <a:srgbClr val="CE0883">
                        <a:alpha val="0"/>
                      </a:srgbClr>
                    </a:solidFill>
                  </a:ln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5400000" scaled="1"/>
                  </a:gradFill>
                  <a:latin typeface="Pretendard SemiBold" panose="02000703000000020004" pitchFamily="50" charset="-127"/>
                  <a:ea typeface="Pretendard SemiBold" panose="02000703000000020004" pitchFamily="50" charset="-127"/>
                </a:rPr>
                <a:t>일정계획 수립</a:t>
              </a:r>
            </a:p>
          </p:txBody>
        </p:sp>
        <p:sp>
          <p:nvSpPr>
            <p:cNvPr id="33" name="모서리가 둥근 직사각형 32"/>
            <p:cNvSpPr/>
            <p:nvPr/>
          </p:nvSpPr>
          <p:spPr>
            <a:xfrm>
              <a:off x="2457108" y="7844690"/>
              <a:ext cx="1944000" cy="304529"/>
            </a:xfrm>
            <a:prstGeom prst="roundRect">
              <a:avLst>
                <a:gd name="adj" fmla="val 0"/>
              </a:avLst>
            </a:prstGeom>
            <a:solidFill>
              <a:srgbClr val="5A9BD5"/>
            </a:solidFill>
            <a:ln w="6350">
              <a:noFill/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36000" rIns="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001536">
                <a:spcBef>
                  <a:spcPct val="40000"/>
                </a:spcBef>
                <a:defRPr/>
              </a:pPr>
              <a:r>
                <a:rPr lang="ko-KR" altLang="en-US" sz="1050" spc="-50" dirty="0">
                  <a:ln>
                    <a:solidFill>
                      <a:srgbClr val="CE0883">
                        <a:alpha val="0"/>
                      </a:srgbClr>
                    </a:solidFill>
                  </a:ln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5400000" scaled="1"/>
                  </a:gradFill>
                  <a:latin typeface="Pretendard SemiBold" panose="02000703000000020004" pitchFamily="50" charset="-127"/>
                  <a:ea typeface="Pretendard SemiBold" panose="02000703000000020004" pitchFamily="50" charset="-127"/>
                </a:rPr>
                <a:t>작업진도 측정</a:t>
              </a:r>
            </a:p>
          </p:txBody>
        </p:sp>
        <p:sp>
          <p:nvSpPr>
            <p:cNvPr id="34" name="모서리가 둥근 직사각형 33"/>
            <p:cNvSpPr/>
            <p:nvPr/>
          </p:nvSpPr>
          <p:spPr>
            <a:xfrm>
              <a:off x="4473332" y="7844690"/>
              <a:ext cx="1944000" cy="304529"/>
            </a:xfrm>
            <a:prstGeom prst="roundRect">
              <a:avLst>
                <a:gd name="adj" fmla="val 0"/>
              </a:avLst>
            </a:prstGeom>
            <a:solidFill>
              <a:srgbClr val="2D7CBD"/>
            </a:solidFill>
            <a:ln w="6350">
              <a:noFill/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36000" rIns="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001536">
                <a:spcBef>
                  <a:spcPct val="40000"/>
                </a:spcBef>
                <a:defRPr/>
              </a:pPr>
              <a:r>
                <a:rPr lang="ko-KR" altLang="en-US" sz="1050" spc="-50" dirty="0">
                  <a:ln>
                    <a:solidFill>
                      <a:srgbClr val="CE0883">
                        <a:alpha val="0"/>
                      </a:srgbClr>
                    </a:solidFill>
                  </a:ln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5400000" scaled="1"/>
                  </a:gradFill>
                  <a:latin typeface="Pretendard SemiBold" panose="02000703000000020004" pitchFamily="50" charset="-127"/>
                  <a:ea typeface="Pretendard SemiBold" panose="02000703000000020004" pitchFamily="50" charset="-127"/>
                </a:rPr>
                <a:t>일정 통제</a:t>
              </a:r>
            </a:p>
          </p:txBody>
        </p:sp>
        <p:sp>
          <p:nvSpPr>
            <p:cNvPr id="35" name="Text Box 109"/>
            <p:cNvSpPr txBox="1">
              <a:spLocks noChangeArrowheads="1"/>
            </p:cNvSpPr>
            <p:nvPr/>
          </p:nvSpPr>
          <p:spPr bwMode="auto">
            <a:xfrm>
              <a:off x="520694" y="7873194"/>
              <a:ext cx="173124" cy="221599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pPr latinLnBrk="0">
                <a:lnSpc>
                  <a:spcPct val="120000"/>
                </a:lnSpc>
                <a:spcBef>
                  <a:spcPct val="40000"/>
                </a:spcBef>
                <a:buClr>
                  <a:prstClr val="black"/>
                </a:buClr>
              </a:pPr>
              <a:r>
                <a:rPr kumimoji="0" lang="en-US" altLang="ko-KR" sz="1200" b="1" dirty="0">
                  <a:solidFill>
                    <a:schemeClr val="bg1">
                      <a:alpha val="70000"/>
                    </a:schemeClr>
                  </a:solidFill>
                  <a:latin typeface="+mn-ea"/>
                </a:rPr>
                <a:t>01</a:t>
              </a:r>
              <a:endParaRPr kumimoji="0" lang="ko-KR" altLang="en-US" sz="1200" b="1" dirty="0">
                <a:solidFill>
                  <a:schemeClr val="bg1">
                    <a:alpha val="70000"/>
                  </a:schemeClr>
                </a:solidFill>
                <a:latin typeface="+mn-ea"/>
              </a:endParaRPr>
            </a:p>
          </p:txBody>
        </p:sp>
        <p:sp>
          <p:nvSpPr>
            <p:cNvPr id="36" name="Text Box 109"/>
            <p:cNvSpPr txBox="1">
              <a:spLocks noChangeArrowheads="1"/>
            </p:cNvSpPr>
            <p:nvPr/>
          </p:nvSpPr>
          <p:spPr bwMode="auto">
            <a:xfrm>
              <a:off x="2535796" y="7873194"/>
              <a:ext cx="173124" cy="221599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pPr latinLnBrk="0">
                <a:lnSpc>
                  <a:spcPct val="120000"/>
                </a:lnSpc>
                <a:spcBef>
                  <a:spcPct val="40000"/>
                </a:spcBef>
                <a:buClr>
                  <a:prstClr val="black"/>
                </a:buClr>
              </a:pPr>
              <a:r>
                <a:rPr kumimoji="0" lang="en-US" altLang="ko-KR" sz="1200" b="1">
                  <a:solidFill>
                    <a:schemeClr val="bg1">
                      <a:alpha val="70000"/>
                    </a:schemeClr>
                  </a:solidFill>
                  <a:latin typeface="+mn-ea"/>
                </a:rPr>
                <a:t>02</a:t>
              </a:r>
              <a:endParaRPr kumimoji="0" lang="ko-KR" altLang="en-US" sz="1200" b="1">
                <a:solidFill>
                  <a:schemeClr val="bg1">
                    <a:alpha val="70000"/>
                  </a:schemeClr>
                </a:solidFill>
                <a:latin typeface="+mn-ea"/>
              </a:endParaRPr>
            </a:p>
          </p:txBody>
        </p:sp>
        <p:sp>
          <p:nvSpPr>
            <p:cNvPr id="37" name="Text Box 109"/>
            <p:cNvSpPr txBox="1">
              <a:spLocks noChangeArrowheads="1"/>
            </p:cNvSpPr>
            <p:nvPr/>
          </p:nvSpPr>
          <p:spPr bwMode="auto">
            <a:xfrm>
              <a:off x="4552020" y="7873194"/>
              <a:ext cx="173124" cy="221599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pPr latinLnBrk="0">
                <a:lnSpc>
                  <a:spcPct val="120000"/>
                </a:lnSpc>
                <a:spcBef>
                  <a:spcPct val="40000"/>
                </a:spcBef>
                <a:buClr>
                  <a:prstClr val="black"/>
                </a:buClr>
              </a:pPr>
              <a:r>
                <a:rPr kumimoji="0" lang="en-US" altLang="ko-KR" sz="1200" b="1">
                  <a:solidFill>
                    <a:schemeClr val="bg1">
                      <a:alpha val="70000"/>
                    </a:schemeClr>
                  </a:solidFill>
                  <a:latin typeface="+mn-ea"/>
                </a:rPr>
                <a:t>03</a:t>
              </a:r>
              <a:endParaRPr kumimoji="0" lang="ko-KR" altLang="en-US" sz="1200" b="1">
                <a:solidFill>
                  <a:schemeClr val="bg1">
                    <a:alpha val="70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F26110F0-5DAE-4B21-9C95-5FB71BC1FA61}"/>
              </a:ext>
            </a:extLst>
          </p:cNvPr>
          <p:cNvGrpSpPr/>
          <p:nvPr/>
        </p:nvGrpSpPr>
        <p:grpSpPr>
          <a:xfrm>
            <a:off x="440668" y="3980892"/>
            <a:ext cx="5976556" cy="1892016"/>
            <a:chOff x="440668" y="3980892"/>
            <a:chExt cx="5976556" cy="1892016"/>
          </a:xfrm>
        </p:grpSpPr>
        <p:sp>
          <p:nvSpPr>
            <p:cNvPr id="129" name="직사각형 128"/>
            <p:cNvSpPr/>
            <p:nvPr/>
          </p:nvSpPr>
          <p:spPr>
            <a:xfrm>
              <a:off x="440668" y="3980892"/>
              <a:ext cx="1908000" cy="36837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288000" tIns="18000" rIns="0" bIns="0" rtlCol="0" anchor="ctr"/>
            <a:lstStyle/>
            <a:p>
              <a:pPr marR="0" indent="0" defTabSz="914400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200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일정의 적정성 확보</a:t>
              </a:r>
            </a:p>
          </p:txBody>
        </p:sp>
        <p:sp>
          <p:nvSpPr>
            <p:cNvPr id="132" name="직사각형 131"/>
            <p:cNvSpPr/>
            <p:nvPr/>
          </p:nvSpPr>
          <p:spPr>
            <a:xfrm>
              <a:off x="2474946" y="3980892"/>
              <a:ext cx="1908000" cy="36837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288000" tIns="18000" rIns="0" bIns="0" rtlCol="0" anchor="ctr"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ko-KR" altLang="en-US" sz="1200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최적의 경험 인력 투입</a:t>
              </a:r>
            </a:p>
          </p:txBody>
        </p:sp>
        <p:sp>
          <p:nvSpPr>
            <p:cNvPr id="133" name="직사각형 132"/>
            <p:cNvSpPr/>
            <p:nvPr/>
          </p:nvSpPr>
          <p:spPr>
            <a:xfrm>
              <a:off x="2474946" y="4396908"/>
              <a:ext cx="1908000" cy="1476000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25400" cap="flat" cmpd="sng" algn="ctr">
              <a:noFill/>
              <a:prstDash val="solid"/>
            </a:ln>
            <a:effectLst/>
          </p:spPr>
          <p:txBody>
            <a:bodyPr lIns="72000" tIns="144000" rIns="72000" bIns="36000" rtlCol="0" anchor="t"/>
            <a:lstStyle/>
            <a:p>
              <a:pPr marL="90000" lvl="2" indent="-90000" defTabSz="914400" fontAlgn="base">
                <a:lnSpc>
                  <a:spcPct val="120000"/>
                </a:lnSpc>
                <a:spcBef>
                  <a:spcPct val="0"/>
                </a:spcBef>
                <a:spcAft>
                  <a:spcPts val="4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  <a:buFont typeface="Arial" pitchFamily="34" charset="0"/>
                <a:buChar char="•"/>
                <a:tabLst>
                  <a:tab pos="542925" algn="l"/>
                </a:tabLst>
                <a:defRPr/>
              </a:pPr>
              <a:r>
                <a:rPr kumimoji="1"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유사 사업 수행경험을 토대로 업무에 대한 이해</a:t>
              </a:r>
              <a:r>
                <a:rPr kumimoji="1"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/</a:t>
              </a:r>
              <a:r>
                <a:rPr kumimoji="1"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분석</a:t>
              </a:r>
              <a:r>
                <a:rPr kumimoji="1"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/</a:t>
              </a:r>
              <a:r>
                <a:rPr kumimoji="1"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설계 등 소요시간 단축</a:t>
              </a:r>
            </a:p>
            <a:p>
              <a:pPr marL="90000" lvl="2" indent="-90000" defTabSz="914400" fontAlgn="base">
                <a:lnSpc>
                  <a:spcPct val="120000"/>
                </a:lnSpc>
                <a:spcBef>
                  <a:spcPct val="0"/>
                </a:spcBef>
                <a:spcAft>
                  <a:spcPts val="4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  <a:buFont typeface="Arial" pitchFamily="34" charset="0"/>
                <a:buChar char="•"/>
                <a:tabLst>
                  <a:tab pos="542925" algn="l"/>
                </a:tabLst>
                <a:defRPr/>
              </a:pPr>
              <a:r>
                <a:rPr kumimoji="1"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유사 사업에서 자주 발생할 수 있는 문제점</a:t>
              </a:r>
              <a:r>
                <a:rPr kumimoji="1"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, </a:t>
              </a:r>
              <a:r>
                <a:rPr kumimoji="1"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위험요소를 감안하여 수립</a:t>
              </a:r>
            </a:p>
          </p:txBody>
        </p:sp>
        <p:sp>
          <p:nvSpPr>
            <p:cNvPr id="135" name="직사각형 134"/>
            <p:cNvSpPr/>
            <p:nvPr/>
          </p:nvSpPr>
          <p:spPr>
            <a:xfrm>
              <a:off x="4509224" y="3980892"/>
              <a:ext cx="1908000" cy="36837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288000" tIns="18000" rIns="0" bIns="0" rtlCol="0" anchor="ctr"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ko-KR" altLang="en-US" sz="1200" kern="0" spc="-3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부족한 일정의 사전 대응</a:t>
              </a:r>
            </a:p>
          </p:txBody>
        </p:sp>
        <p:sp>
          <p:nvSpPr>
            <p:cNvPr id="136" name="직사각형 135"/>
            <p:cNvSpPr/>
            <p:nvPr/>
          </p:nvSpPr>
          <p:spPr>
            <a:xfrm>
              <a:off x="4509224" y="4396908"/>
              <a:ext cx="1908000" cy="1476000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25400" cap="flat" cmpd="sng" algn="ctr">
              <a:noFill/>
              <a:prstDash val="solid"/>
            </a:ln>
            <a:effectLst/>
          </p:spPr>
          <p:txBody>
            <a:bodyPr lIns="72000" tIns="144000" rIns="72000" bIns="36000" rtlCol="0" anchor="t"/>
            <a:lstStyle/>
            <a:p>
              <a:pPr marL="90000" lvl="2" indent="-90000" defTabSz="914400" fontAlgn="base">
                <a:lnSpc>
                  <a:spcPct val="120000"/>
                </a:lnSpc>
                <a:spcBef>
                  <a:spcPct val="0"/>
                </a:spcBef>
                <a:spcAft>
                  <a:spcPts val="4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  <a:buFont typeface="Arial" pitchFamily="34" charset="0"/>
                <a:buChar char="•"/>
                <a:tabLst>
                  <a:tab pos="542925" algn="l"/>
                </a:tabLst>
                <a:defRPr/>
              </a:pPr>
              <a:r>
                <a:rPr kumimoji="1"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업무 별 난이도를 고려한 여유 일정 확보</a:t>
              </a:r>
            </a:p>
            <a:p>
              <a:pPr marL="90000" lvl="2" indent="-90000" defTabSz="914400" fontAlgn="base">
                <a:lnSpc>
                  <a:spcPct val="120000"/>
                </a:lnSpc>
                <a:spcBef>
                  <a:spcPct val="0"/>
                </a:spcBef>
                <a:spcAft>
                  <a:spcPts val="4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  <a:buFont typeface="Arial" pitchFamily="34" charset="0"/>
                <a:buChar char="•"/>
                <a:tabLst>
                  <a:tab pos="542925" algn="l"/>
                </a:tabLst>
                <a:defRPr/>
              </a:pPr>
              <a:r>
                <a:rPr kumimoji="1"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관련 기관 및 관련 부서와의 협의 일정 확보</a:t>
              </a:r>
              <a:endParaRPr kumimoji="1"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endParaRPr>
            </a:p>
            <a:p>
              <a:pPr marL="90000" lvl="2" indent="-90000" defTabSz="914400" fontAlgn="base">
                <a:lnSpc>
                  <a:spcPct val="120000"/>
                </a:lnSpc>
                <a:spcBef>
                  <a:spcPct val="0"/>
                </a:spcBef>
                <a:spcAft>
                  <a:spcPts val="4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  <a:buFont typeface="Arial" pitchFamily="34" charset="0"/>
                <a:buChar char="•"/>
                <a:tabLst>
                  <a:tab pos="542925" algn="l"/>
                </a:tabLst>
                <a:defRPr/>
              </a:pPr>
              <a:r>
                <a:rPr kumimoji="1"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외부 지원이 필요한 경우 신속한 본사 지원 요청</a:t>
              </a:r>
            </a:p>
          </p:txBody>
        </p:sp>
        <p:sp>
          <p:nvSpPr>
            <p:cNvPr id="130" name="직사각형 129"/>
            <p:cNvSpPr/>
            <p:nvPr/>
          </p:nvSpPr>
          <p:spPr>
            <a:xfrm>
              <a:off x="440668" y="4396908"/>
              <a:ext cx="1908000" cy="1476000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25400" cap="flat" cmpd="sng" algn="ctr">
              <a:noFill/>
              <a:prstDash val="solid"/>
            </a:ln>
            <a:effectLst/>
          </p:spPr>
          <p:txBody>
            <a:bodyPr lIns="72000" tIns="144000" rIns="72000" bIns="36000" rtlCol="0" anchor="t"/>
            <a:lstStyle/>
            <a:p>
              <a:pPr marL="90000" lvl="2" indent="-90000" defTabSz="914400" fontAlgn="base">
                <a:lnSpc>
                  <a:spcPct val="120000"/>
                </a:lnSpc>
                <a:spcBef>
                  <a:spcPct val="0"/>
                </a:spcBef>
                <a:spcAft>
                  <a:spcPts val="4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  <a:buFont typeface="Arial" pitchFamily="34" charset="0"/>
                <a:buChar char="•"/>
                <a:tabLst>
                  <a:tab pos="542925" algn="l"/>
                </a:tabLst>
                <a:defRPr/>
              </a:pPr>
              <a:r>
                <a:rPr kumimoji="1"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제안요청서에 일정 요구사항에 근거한 일정계획 수립</a:t>
              </a:r>
            </a:p>
            <a:p>
              <a:pPr marL="90000" lvl="2" indent="-90000" defTabSz="914400" fontAlgn="base">
                <a:lnSpc>
                  <a:spcPct val="120000"/>
                </a:lnSpc>
                <a:spcBef>
                  <a:spcPct val="0"/>
                </a:spcBef>
                <a:spcAft>
                  <a:spcPts val="4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  <a:buFont typeface="Arial" pitchFamily="34" charset="0"/>
                <a:buChar char="•"/>
                <a:tabLst>
                  <a:tab pos="542925" algn="l"/>
                </a:tabLst>
                <a:defRPr/>
              </a:pPr>
              <a:r>
                <a:rPr kumimoji="1"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신속한 일정계획 확정을 위한 </a:t>
              </a:r>
              <a:r>
                <a:rPr kumimoji="1"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WBS </a:t>
              </a:r>
              <a:r>
                <a:rPr kumimoji="1"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작성</a:t>
              </a:r>
            </a:p>
            <a:p>
              <a:pPr marL="90000" lvl="2" indent="-90000" defTabSz="914400" fontAlgn="base">
                <a:lnSpc>
                  <a:spcPct val="120000"/>
                </a:lnSpc>
                <a:spcBef>
                  <a:spcPct val="0"/>
                </a:spcBef>
                <a:spcAft>
                  <a:spcPts val="4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  <a:buFont typeface="Arial" pitchFamily="34" charset="0"/>
                <a:buChar char="•"/>
                <a:tabLst>
                  <a:tab pos="542925" algn="l"/>
                </a:tabLst>
                <a:defRPr/>
              </a:pPr>
              <a:r>
                <a:rPr kumimoji="1"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본 사업의 업무 특성을 고려한 일정계획 수립</a:t>
              </a:r>
            </a:p>
          </p:txBody>
        </p:sp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26412BAB-551C-4425-BBE4-40AA8C88D152}"/>
                </a:ext>
              </a:extLst>
            </p:cNvPr>
            <p:cNvGrpSpPr/>
            <p:nvPr/>
          </p:nvGrpSpPr>
          <p:grpSpPr>
            <a:xfrm>
              <a:off x="440668" y="4360760"/>
              <a:ext cx="1908000" cy="72000"/>
              <a:chOff x="440668" y="4494759"/>
              <a:chExt cx="1908000" cy="72000"/>
            </a:xfrm>
          </p:grpSpPr>
          <p:cxnSp>
            <p:nvCxnSpPr>
              <p:cNvPr id="141" name="직선 연결선 140"/>
              <p:cNvCxnSpPr/>
              <p:nvPr/>
            </p:nvCxnSpPr>
            <p:spPr>
              <a:xfrm>
                <a:off x="440668" y="4530759"/>
                <a:ext cx="1908000" cy="0"/>
              </a:xfrm>
              <a:prstGeom prst="line">
                <a:avLst/>
              </a:prstGeom>
              <a:noFill/>
              <a:ln w="12700" cap="flat" cmpd="sng" algn="ctr">
                <a:solidFill>
                  <a:schemeClr val="bg1">
                    <a:lumMod val="75000"/>
                  </a:schemeClr>
                </a:solidFill>
                <a:prstDash val="solid"/>
              </a:ln>
              <a:effectLst/>
            </p:spPr>
          </p:cxnSp>
          <p:sp>
            <p:nvSpPr>
              <p:cNvPr id="5" name="모서리가 둥근 직사각형 4"/>
              <p:cNvSpPr/>
              <p:nvPr/>
            </p:nvSpPr>
            <p:spPr>
              <a:xfrm>
                <a:off x="1214668" y="4494759"/>
                <a:ext cx="324000" cy="72000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12700" cap="flat" cmpd="sng" algn="ctr">
                <a:solidFill>
                  <a:schemeClr val="bg1">
                    <a:lumMod val="75000"/>
                  </a:schemeClr>
                </a:solidFill>
                <a:prstDash val="solid"/>
              </a:ln>
              <a:effectLst/>
            </p:spPr>
            <p:txBody>
              <a:bodyPr wrap="none" tIns="108000" rtlCol="0" anchor="t"/>
              <a:lstStyle/>
              <a:p>
                <a:endParaRPr lang="ko-KR" altLang="en-US" sz="1050"/>
              </a:p>
            </p:txBody>
          </p:sp>
        </p:grpSp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D2A18227-8FD4-4F3D-A733-21F96FE80097}"/>
                </a:ext>
              </a:extLst>
            </p:cNvPr>
            <p:cNvGrpSpPr/>
            <p:nvPr/>
          </p:nvGrpSpPr>
          <p:grpSpPr>
            <a:xfrm>
              <a:off x="2474946" y="4360760"/>
              <a:ext cx="1908000" cy="72000"/>
              <a:chOff x="2493104" y="4494759"/>
              <a:chExt cx="1908000" cy="72000"/>
            </a:xfrm>
          </p:grpSpPr>
          <p:cxnSp>
            <p:nvCxnSpPr>
              <p:cNvPr id="142" name="직선 연결선 141"/>
              <p:cNvCxnSpPr/>
              <p:nvPr/>
            </p:nvCxnSpPr>
            <p:spPr>
              <a:xfrm>
                <a:off x="2493104" y="4530759"/>
                <a:ext cx="1908000" cy="0"/>
              </a:xfrm>
              <a:prstGeom prst="line">
                <a:avLst/>
              </a:prstGeom>
              <a:noFill/>
              <a:ln w="12700" cap="flat" cmpd="sng" algn="ctr">
                <a:solidFill>
                  <a:schemeClr val="bg1">
                    <a:lumMod val="75000"/>
                  </a:schemeClr>
                </a:solidFill>
                <a:prstDash val="solid"/>
              </a:ln>
              <a:effectLst/>
            </p:spPr>
          </p:cxnSp>
          <p:sp>
            <p:nvSpPr>
              <p:cNvPr id="159" name="모서리가 둥근 직사각형 158"/>
              <p:cNvSpPr/>
              <p:nvPr/>
            </p:nvSpPr>
            <p:spPr>
              <a:xfrm>
                <a:off x="3267104" y="4494759"/>
                <a:ext cx="324000" cy="72000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12700" cap="flat" cmpd="sng" algn="ctr">
                <a:solidFill>
                  <a:schemeClr val="bg1">
                    <a:lumMod val="75000"/>
                  </a:schemeClr>
                </a:solidFill>
                <a:prstDash val="solid"/>
              </a:ln>
              <a:effectLst/>
            </p:spPr>
            <p:txBody>
              <a:bodyPr wrap="none" tIns="108000" rtlCol="0" anchor="t"/>
              <a:lstStyle/>
              <a:p>
                <a:endParaRPr lang="ko-KR" altLang="en-US" sz="1050"/>
              </a:p>
            </p:txBody>
          </p:sp>
        </p:grpSp>
        <p:grpSp>
          <p:nvGrpSpPr>
            <p:cNvPr id="3" name="그룹 2">
              <a:extLst>
                <a:ext uri="{FF2B5EF4-FFF2-40B4-BE49-F238E27FC236}">
                  <a16:creationId xmlns:a16="http://schemas.microsoft.com/office/drawing/2014/main" id="{787C9BA4-9F8F-4BA9-8A7A-8740E47A916A}"/>
                </a:ext>
              </a:extLst>
            </p:cNvPr>
            <p:cNvGrpSpPr/>
            <p:nvPr/>
          </p:nvGrpSpPr>
          <p:grpSpPr>
            <a:xfrm>
              <a:off x="4509224" y="4360760"/>
              <a:ext cx="1908000" cy="72000"/>
              <a:chOff x="4509224" y="4494759"/>
              <a:chExt cx="1908000" cy="72000"/>
            </a:xfrm>
          </p:grpSpPr>
          <p:cxnSp>
            <p:nvCxnSpPr>
              <p:cNvPr id="143" name="직선 연결선 142"/>
              <p:cNvCxnSpPr/>
              <p:nvPr/>
            </p:nvCxnSpPr>
            <p:spPr>
              <a:xfrm>
                <a:off x="4509224" y="4530759"/>
                <a:ext cx="1908000" cy="0"/>
              </a:xfrm>
              <a:prstGeom prst="line">
                <a:avLst/>
              </a:prstGeom>
              <a:noFill/>
              <a:ln w="12700" cap="flat" cmpd="sng" algn="ctr">
                <a:solidFill>
                  <a:schemeClr val="bg1">
                    <a:lumMod val="75000"/>
                  </a:schemeClr>
                </a:solidFill>
                <a:prstDash val="solid"/>
              </a:ln>
              <a:effectLst/>
            </p:spPr>
          </p:cxnSp>
          <p:sp>
            <p:nvSpPr>
              <p:cNvPr id="160" name="모서리가 둥근 직사각형 159"/>
              <p:cNvSpPr/>
              <p:nvPr/>
            </p:nvSpPr>
            <p:spPr>
              <a:xfrm>
                <a:off x="5283224" y="4494759"/>
                <a:ext cx="324000" cy="72000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12700" cap="flat" cmpd="sng" algn="ctr">
                <a:solidFill>
                  <a:schemeClr val="bg1">
                    <a:lumMod val="75000"/>
                  </a:schemeClr>
                </a:solidFill>
                <a:prstDash val="solid"/>
              </a:ln>
              <a:effectLst/>
            </p:spPr>
            <p:txBody>
              <a:bodyPr wrap="none" tIns="108000" rtlCol="0" anchor="t"/>
              <a:lstStyle/>
              <a:p>
                <a:endParaRPr lang="ko-KR" altLang="en-US" sz="1050"/>
              </a:p>
            </p:txBody>
          </p:sp>
        </p:grpSp>
        <p:sp>
          <p:nvSpPr>
            <p:cNvPr id="99" name="任意形状 517"/>
            <p:cNvSpPr/>
            <p:nvPr/>
          </p:nvSpPr>
          <p:spPr>
            <a:xfrm>
              <a:off x="2474946" y="4053413"/>
              <a:ext cx="187425" cy="20715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9" h="21600" extrusionOk="0">
                  <a:moveTo>
                    <a:pt x="11368" y="13631"/>
                  </a:moveTo>
                  <a:lnTo>
                    <a:pt x="11368" y="15780"/>
                  </a:lnTo>
                  <a:cubicBezTo>
                    <a:pt x="7817" y="14644"/>
                    <a:pt x="3920" y="16328"/>
                    <a:pt x="2664" y="19542"/>
                  </a:cubicBezTo>
                  <a:cubicBezTo>
                    <a:pt x="2406" y="20203"/>
                    <a:pt x="2274" y="20899"/>
                    <a:pt x="2274" y="21600"/>
                  </a:cubicBezTo>
                  <a:lnTo>
                    <a:pt x="0" y="21599"/>
                  </a:lnTo>
                  <a:cubicBezTo>
                    <a:pt x="-1" y="17054"/>
                    <a:pt x="4070" y="13369"/>
                    <a:pt x="9092" y="13368"/>
                  </a:cubicBezTo>
                  <a:cubicBezTo>
                    <a:pt x="9860" y="13368"/>
                    <a:pt x="10625" y="13456"/>
                    <a:pt x="11368" y="13630"/>
                  </a:cubicBezTo>
                  <a:close/>
                  <a:moveTo>
                    <a:pt x="9094" y="12343"/>
                  </a:moveTo>
                  <a:cubicBezTo>
                    <a:pt x="5326" y="12343"/>
                    <a:pt x="2274" y="9581"/>
                    <a:pt x="2274" y="6171"/>
                  </a:cubicBezTo>
                  <a:cubicBezTo>
                    <a:pt x="2274" y="2762"/>
                    <a:pt x="5326" y="0"/>
                    <a:pt x="9094" y="0"/>
                  </a:cubicBezTo>
                  <a:cubicBezTo>
                    <a:pt x="12863" y="0"/>
                    <a:pt x="15915" y="2762"/>
                    <a:pt x="15915" y="6171"/>
                  </a:cubicBezTo>
                  <a:cubicBezTo>
                    <a:pt x="15915" y="9581"/>
                    <a:pt x="12863" y="12343"/>
                    <a:pt x="9094" y="12343"/>
                  </a:cubicBezTo>
                  <a:close/>
                  <a:moveTo>
                    <a:pt x="9094" y="10286"/>
                  </a:moveTo>
                  <a:cubicBezTo>
                    <a:pt x="11607" y="10286"/>
                    <a:pt x="13642" y="8445"/>
                    <a:pt x="13642" y="6171"/>
                  </a:cubicBezTo>
                  <a:cubicBezTo>
                    <a:pt x="13642" y="3898"/>
                    <a:pt x="11607" y="2057"/>
                    <a:pt x="9094" y="2057"/>
                  </a:cubicBezTo>
                  <a:cubicBezTo>
                    <a:pt x="6582" y="2057"/>
                    <a:pt x="4547" y="3898"/>
                    <a:pt x="4547" y="6171"/>
                  </a:cubicBezTo>
                  <a:cubicBezTo>
                    <a:pt x="4547" y="8445"/>
                    <a:pt x="6582" y="10286"/>
                    <a:pt x="9094" y="10286"/>
                  </a:cubicBezTo>
                  <a:close/>
                  <a:moveTo>
                    <a:pt x="15915" y="16457"/>
                  </a:moveTo>
                  <a:lnTo>
                    <a:pt x="15915" y="13371"/>
                  </a:lnTo>
                  <a:lnTo>
                    <a:pt x="18189" y="13371"/>
                  </a:lnTo>
                  <a:lnTo>
                    <a:pt x="18189" y="16457"/>
                  </a:lnTo>
                  <a:lnTo>
                    <a:pt x="21599" y="16457"/>
                  </a:lnTo>
                  <a:lnTo>
                    <a:pt x="21599" y="18514"/>
                  </a:lnTo>
                  <a:lnTo>
                    <a:pt x="18189" y="18514"/>
                  </a:lnTo>
                  <a:lnTo>
                    <a:pt x="18189" y="21600"/>
                  </a:lnTo>
                  <a:lnTo>
                    <a:pt x="15915" y="21600"/>
                  </a:lnTo>
                  <a:lnTo>
                    <a:pt x="15915" y="18514"/>
                  </a:lnTo>
                  <a:lnTo>
                    <a:pt x="12505" y="18514"/>
                  </a:lnTo>
                  <a:lnTo>
                    <a:pt x="12505" y="16457"/>
                  </a:lnTo>
                  <a:lnTo>
                    <a:pt x="15915" y="16457"/>
                  </a:ln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101" name="任意形状 531"/>
            <p:cNvSpPr/>
            <p:nvPr/>
          </p:nvSpPr>
          <p:spPr>
            <a:xfrm>
              <a:off x="440668" y="4068370"/>
              <a:ext cx="196932" cy="17723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" y="2400"/>
                  </a:moveTo>
                  <a:lnTo>
                    <a:pt x="2160" y="19200"/>
                  </a:lnTo>
                  <a:lnTo>
                    <a:pt x="19440" y="19200"/>
                  </a:lnTo>
                  <a:lnTo>
                    <a:pt x="19440" y="2400"/>
                  </a:lnTo>
                  <a:lnTo>
                    <a:pt x="2160" y="2400"/>
                  </a:lnTo>
                  <a:close/>
                  <a:moveTo>
                    <a:pt x="1080" y="0"/>
                  </a:moveTo>
                  <a:lnTo>
                    <a:pt x="20520" y="0"/>
                  </a:lnTo>
                  <a:cubicBezTo>
                    <a:pt x="21117" y="0"/>
                    <a:pt x="21600" y="537"/>
                    <a:pt x="21600" y="1200"/>
                  </a:cubicBezTo>
                  <a:lnTo>
                    <a:pt x="21600" y="20400"/>
                  </a:lnTo>
                  <a:cubicBezTo>
                    <a:pt x="21600" y="21063"/>
                    <a:pt x="21117" y="21600"/>
                    <a:pt x="20520" y="21600"/>
                  </a:cubicBezTo>
                  <a:lnTo>
                    <a:pt x="1080" y="21600"/>
                  </a:lnTo>
                  <a:cubicBezTo>
                    <a:pt x="483" y="21600"/>
                    <a:pt x="0" y="21063"/>
                    <a:pt x="0" y="20400"/>
                  </a:cubicBezTo>
                  <a:lnTo>
                    <a:pt x="0" y="1200"/>
                  </a:lnTo>
                  <a:cubicBezTo>
                    <a:pt x="0" y="537"/>
                    <a:pt x="483" y="0"/>
                    <a:pt x="1080" y="0"/>
                  </a:cubicBezTo>
                  <a:close/>
                  <a:moveTo>
                    <a:pt x="4320" y="4800"/>
                  </a:moveTo>
                  <a:lnTo>
                    <a:pt x="6480" y="4800"/>
                  </a:lnTo>
                  <a:lnTo>
                    <a:pt x="6480" y="7200"/>
                  </a:lnTo>
                  <a:lnTo>
                    <a:pt x="4320" y="7200"/>
                  </a:lnTo>
                  <a:lnTo>
                    <a:pt x="4320" y="4800"/>
                  </a:lnTo>
                  <a:close/>
                  <a:moveTo>
                    <a:pt x="4320" y="9600"/>
                  </a:moveTo>
                  <a:lnTo>
                    <a:pt x="6480" y="9600"/>
                  </a:lnTo>
                  <a:lnTo>
                    <a:pt x="6480" y="12000"/>
                  </a:lnTo>
                  <a:lnTo>
                    <a:pt x="4320" y="12000"/>
                  </a:lnTo>
                  <a:lnTo>
                    <a:pt x="4320" y="9600"/>
                  </a:lnTo>
                  <a:close/>
                  <a:moveTo>
                    <a:pt x="4320" y="14400"/>
                  </a:moveTo>
                  <a:lnTo>
                    <a:pt x="17280" y="14400"/>
                  </a:lnTo>
                  <a:lnTo>
                    <a:pt x="17280" y="16800"/>
                  </a:lnTo>
                  <a:lnTo>
                    <a:pt x="4320" y="16800"/>
                  </a:lnTo>
                  <a:lnTo>
                    <a:pt x="4320" y="14400"/>
                  </a:lnTo>
                  <a:close/>
                  <a:moveTo>
                    <a:pt x="9720" y="9600"/>
                  </a:moveTo>
                  <a:lnTo>
                    <a:pt x="11880" y="9600"/>
                  </a:lnTo>
                  <a:lnTo>
                    <a:pt x="11880" y="12000"/>
                  </a:lnTo>
                  <a:lnTo>
                    <a:pt x="9720" y="12000"/>
                  </a:lnTo>
                  <a:lnTo>
                    <a:pt x="9720" y="9600"/>
                  </a:lnTo>
                  <a:close/>
                  <a:moveTo>
                    <a:pt x="9720" y="4800"/>
                  </a:moveTo>
                  <a:lnTo>
                    <a:pt x="11880" y="4800"/>
                  </a:lnTo>
                  <a:lnTo>
                    <a:pt x="11880" y="7200"/>
                  </a:lnTo>
                  <a:lnTo>
                    <a:pt x="9720" y="7200"/>
                  </a:lnTo>
                  <a:lnTo>
                    <a:pt x="9720" y="4800"/>
                  </a:lnTo>
                  <a:close/>
                  <a:moveTo>
                    <a:pt x="15120" y="4800"/>
                  </a:moveTo>
                  <a:lnTo>
                    <a:pt x="17280" y="4800"/>
                  </a:lnTo>
                  <a:lnTo>
                    <a:pt x="17280" y="7200"/>
                  </a:lnTo>
                  <a:lnTo>
                    <a:pt x="15120" y="7200"/>
                  </a:lnTo>
                  <a:lnTo>
                    <a:pt x="15120" y="4800"/>
                  </a:lnTo>
                  <a:close/>
                  <a:moveTo>
                    <a:pt x="15120" y="9600"/>
                  </a:moveTo>
                  <a:lnTo>
                    <a:pt x="17280" y="9600"/>
                  </a:lnTo>
                  <a:lnTo>
                    <a:pt x="17280" y="12000"/>
                  </a:lnTo>
                  <a:lnTo>
                    <a:pt x="15120" y="12000"/>
                  </a:lnTo>
                  <a:lnTo>
                    <a:pt x="15120" y="9600"/>
                  </a:ln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103" name="任意形状 1002"/>
            <p:cNvSpPr/>
            <p:nvPr/>
          </p:nvSpPr>
          <p:spPr>
            <a:xfrm>
              <a:off x="4509224" y="4048099"/>
              <a:ext cx="211975" cy="2177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9042" y="43"/>
                  </a:moveTo>
                  <a:cubicBezTo>
                    <a:pt x="9373" y="14"/>
                    <a:pt x="9708" y="0"/>
                    <a:pt x="10046" y="0"/>
                  </a:cubicBezTo>
                  <a:cubicBezTo>
                    <a:pt x="16427" y="0"/>
                    <a:pt x="21600" y="5173"/>
                    <a:pt x="21600" y="11554"/>
                  </a:cubicBezTo>
                  <a:cubicBezTo>
                    <a:pt x="21600" y="11892"/>
                    <a:pt x="21586" y="12227"/>
                    <a:pt x="21557" y="12558"/>
                  </a:cubicBezTo>
                  <a:lnTo>
                    <a:pt x="20044" y="12558"/>
                  </a:lnTo>
                  <a:cubicBezTo>
                    <a:pt x="19539" y="17635"/>
                    <a:pt x="15256" y="21600"/>
                    <a:pt x="10046" y="21600"/>
                  </a:cubicBezTo>
                  <a:cubicBezTo>
                    <a:pt x="4498" y="21600"/>
                    <a:pt x="0" y="17102"/>
                    <a:pt x="0" y="11554"/>
                  </a:cubicBezTo>
                  <a:cubicBezTo>
                    <a:pt x="0" y="6344"/>
                    <a:pt x="3965" y="2061"/>
                    <a:pt x="9042" y="1557"/>
                  </a:cubicBezTo>
                  <a:lnTo>
                    <a:pt x="9042" y="42"/>
                  </a:lnTo>
                  <a:close/>
                  <a:moveTo>
                    <a:pt x="9042" y="12558"/>
                  </a:moveTo>
                  <a:lnTo>
                    <a:pt x="9042" y="3579"/>
                  </a:lnTo>
                  <a:cubicBezTo>
                    <a:pt x="4638" y="4139"/>
                    <a:pt x="1522" y="8163"/>
                    <a:pt x="2082" y="12567"/>
                  </a:cubicBezTo>
                  <a:cubicBezTo>
                    <a:pt x="2593" y="16578"/>
                    <a:pt x="6003" y="19586"/>
                    <a:pt x="10046" y="19591"/>
                  </a:cubicBezTo>
                  <a:cubicBezTo>
                    <a:pt x="14097" y="19591"/>
                    <a:pt x="17515" y="16577"/>
                    <a:pt x="18021" y="12558"/>
                  </a:cubicBezTo>
                  <a:lnTo>
                    <a:pt x="9042" y="12558"/>
                  </a:lnTo>
                  <a:close/>
                  <a:moveTo>
                    <a:pt x="19538" y="10549"/>
                  </a:moveTo>
                  <a:cubicBezTo>
                    <a:pt x="19064" y="6073"/>
                    <a:pt x="15527" y="2536"/>
                    <a:pt x="11051" y="2062"/>
                  </a:cubicBezTo>
                  <a:lnTo>
                    <a:pt x="11051" y="10549"/>
                  </a:lnTo>
                  <a:lnTo>
                    <a:pt x="19538" y="10549"/>
                  </a:ln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</p:grpSp>
      <p:grpSp>
        <p:nvGrpSpPr>
          <p:cNvPr id="163" name="그룹 162">
            <a:extLst>
              <a:ext uri="{FF2B5EF4-FFF2-40B4-BE49-F238E27FC236}">
                <a16:creationId xmlns:a16="http://schemas.microsoft.com/office/drawing/2014/main" id="{941D6E99-F653-40C4-B115-14248F245374}"/>
              </a:ext>
            </a:extLst>
          </p:cNvPr>
          <p:cNvGrpSpPr/>
          <p:nvPr/>
        </p:nvGrpSpPr>
        <p:grpSpPr>
          <a:xfrm>
            <a:off x="440668" y="1064568"/>
            <a:ext cx="66431" cy="180000"/>
            <a:chOff x="447632" y="1870808"/>
            <a:chExt cx="66431" cy="247087"/>
          </a:xfrm>
        </p:grpSpPr>
        <p:sp>
          <p:nvSpPr>
            <p:cNvPr id="164" name="직사각형 163">
              <a:extLst>
                <a:ext uri="{FF2B5EF4-FFF2-40B4-BE49-F238E27FC236}">
                  <a16:creationId xmlns:a16="http://schemas.microsoft.com/office/drawing/2014/main" id="{EE31848C-AC6E-4447-A05A-96D903C646D5}"/>
                </a:ext>
              </a:extLst>
            </p:cNvPr>
            <p:cNvSpPr/>
            <p:nvPr/>
          </p:nvSpPr>
          <p:spPr>
            <a:xfrm>
              <a:off x="447632" y="1990162"/>
              <a:ext cx="66431" cy="12773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/>
            </a:bodyPr>
            <a:lstStyle/>
            <a:p>
              <a:pPr algn="ctr"/>
              <a:endParaRPr lang="ko-KR" altLang="en-US">
                <a:ln>
                  <a:solidFill>
                    <a:srgbClr val="02A1B2">
                      <a:alpha val="0"/>
                    </a:srgbClr>
                  </a:solidFill>
                </a:ln>
              </a:endParaRPr>
            </a:p>
          </p:txBody>
        </p:sp>
        <p:sp>
          <p:nvSpPr>
            <p:cNvPr id="165" name="직사각형 164">
              <a:extLst>
                <a:ext uri="{FF2B5EF4-FFF2-40B4-BE49-F238E27FC236}">
                  <a16:creationId xmlns:a16="http://schemas.microsoft.com/office/drawing/2014/main" id="{2A69CDDB-7973-479B-8500-FE850963965B}"/>
                </a:ext>
              </a:extLst>
            </p:cNvPr>
            <p:cNvSpPr/>
            <p:nvPr/>
          </p:nvSpPr>
          <p:spPr>
            <a:xfrm>
              <a:off x="447632" y="1870808"/>
              <a:ext cx="66431" cy="127733"/>
            </a:xfrm>
            <a:prstGeom prst="rect">
              <a:avLst/>
            </a:prstGeom>
            <a:solidFill>
              <a:srgbClr val="B71B6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/>
            </a:bodyPr>
            <a:lstStyle/>
            <a:p>
              <a:pPr algn="ctr"/>
              <a:endParaRPr lang="ko-KR" altLang="en-US">
                <a:ln>
                  <a:solidFill>
                    <a:srgbClr val="02A1B2">
                      <a:alpha val="0"/>
                    </a:srgbClr>
                  </a:solidFill>
                </a:ln>
              </a:endParaRPr>
            </a:p>
          </p:txBody>
        </p:sp>
      </p:grpSp>
      <p:sp>
        <p:nvSpPr>
          <p:cNvPr id="166" name="직사각형 165">
            <a:extLst>
              <a:ext uri="{FF2B5EF4-FFF2-40B4-BE49-F238E27FC236}">
                <a16:creationId xmlns:a16="http://schemas.microsoft.com/office/drawing/2014/main" id="{E4C01AD1-2897-454C-AD9F-446ACA271FB7}"/>
              </a:ext>
            </a:extLst>
          </p:cNvPr>
          <p:cNvSpPr/>
          <p:nvPr/>
        </p:nvSpPr>
        <p:spPr>
          <a:xfrm>
            <a:off x="5206867" y="1065770"/>
            <a:ext cx="1209800" cy="17763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36000" rIns="72000" bIns="18000" rtlCol="0" anchor="ctr">
            <a:spAutoFit/>
          </a:bodyPr>
          <a:lstStyle/>
          <a:p>
            <a:pPr algn="r"/>
            <a:r>
              <a: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요구사항 번호</a:t>
            </a:r>
            <a:r>
              <a:rPr lang="en-US" altLang="ko-KR" sz="8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: </a:t>
            </a:r>
            <a:r>
              <a:rPr lang="en-US" altLang="ko-KR" sz="800">
                <a:solidFill>
                  <a:srgbClr val="0070C0"/>
                </a:solidFill>
                <a:latin typeface="+mj-ea"/>
                <a:ea typeface="+mj-ea"/>
              </a:rPr>
              <a:t>ABC-001</a:t>
            </a:r>
            <a:endParaRPr lang="ko-KR" altLang="en-US" sz="800" dirty="0">
              <a:solidFill>
                <a:srgbClr val="0070C0"/>
              </a:solidFill>
              <a:latin typeface="+mj-ea"/>
              <a:ea typeface="+mj-ea"/>
            </a:endParaRPr>
          </a:p>
        </p:txBody>
      </p:sp>
      <p:sp>
        <p:nvSpPr>
          <p:cNvPr id="167" name="AutoShape 165">
            <a:extLst>
              <a:ext uri="{FF2B5EF4-FFF2-40B4-BE49-F238E27FC236}">
                <a16:creationId xmlns:a16="http://schemas.microsoft.com/office/drawing/2014/main" id="{01911AE9-936B-420E-B654-E66555BA58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668" y="1568624"/>
            <a:ext cx="5976000" cy="647237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3175" algn="ctr">
            <a:solidFill>
              <a:schemeClr val="bg1">
                <a:lumMod val="95000"/>
              </a:schemeClr>
            </a:solidFill>
            <a:round/>
            <a:headEnd/>
            <a:tailEnd/>
          </a:ln>
          <a:effectLst/>
        </p:spPr>
        <p:txBody>
          <a:bodyPr wrap="square" lIns="144000" tIns="36000" rIns="72000" bIns="36000" anchor="ctr"/>
          <a:lstStyle/>
          <a:p>
            <a:pPr marL="85725" lvl="0" indent="-85725" defTabSz="914400" fontAlgn="ctr">
              <a:lnSpc>
                <a:spcPct val="110000"/>
              </a:lnSpc>
              <a:spcAft>
                <a:spcPts val="300"/>
              </a:spcAft>
              <a:buFont typeface="Arial" pitchFamily="34" charset="0"/>
              <a:buChar char="•"/>
              <a:defRPr/>
            </a:pPr>
            <a:r>
              <a:rPr kumimoji="1" lang="ko-KR" altLang="en-US" sz="1000" kern="0" dirty="0">
                <a:solidFill>
                  <a:prstClr val="black">
                    <a:lumMod val="75000"/>
                    <a:lumOff val="25000"/>
                  </a:prstClr>
                </a:solidFill>
              </a:rPr>
              <a:t>효율적인 일정관리로 납기 준수라는 </a:t>
            </a:r>
            <a:r>
              <a:rPr kumimoji="1" lang="ko-KR" altLang="en-US" sz="10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+mj-ea"/>
                <a:ea typeface="+mj-ea"/>
              </a:rPr>
              <a:t>최종목표 수립하여 프로젝트를 수행</a:t>
            </a:r>
          </a:p>
          <a:p>
            <a:pPr marL="85725" lvl="0" indent="-85725" defTabSz="914400" fontAlgn="ctr">
              <a:lnSpc>
                <a:spcPct val="110000"/>
              </a:lnSpc>
              <a:spcAft>
                <a:spcPts val="300"/>
              </a:spcAft>
              <a:buFont typeface="Arial" pitchFamily="34" charset="0"/>
              <a:buChar char="•"/>
              <a:defRPr/>
            </a:pPr>
            <a:r>
              <a:rPr kumimoji="1" lang="ko-KR" altLang="en-US" sz="1000" kern="0" dirty="0">
                <a:solidFill>
                  <a:prstClr val="black">
                    <a:lumMod val="75000"/>
                    <a:lumOff val="25000"/>
                  </a:prstClr>
                </a:solidFill>
              </a:rPr>
              <a:t>프로젝트의 모든 일정을 최종 </a:t>
            </a:r>
            <a:r>
              <a:rPr kumimoji="1" lang="en-US" altLang="ko-KR" sz="10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+mj-ea"/>
                <a:ea typeface="+mj-ea"/>
              </a:rPr>
              <a:t>PM</a:t>
            </a:r>
            <a:r>
              <a:rPr kumimoji="1" lang="ko-KR" altLang="en-US" sz="10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+mj-ea"/>
                <a:ea typeface="+mj-ea"/>
              </a:rPr>
              <a:t>이 검토 및 분석하여 종합적으로 조정</a:t>
            </a:r>
          </a:p>
        </p:txBody>
      </p:sp>
      <p:grpSp>
        <p:nvGrpSpPr>
          <p:cNvPr id="168" name="그룹 167">
            <a:extLst>
              <a:ext uri="{FF2B5EF4-FFF2-40B4-BE49-F238E27FC236}">
                <a16:creationId xmlns:a16="http://schemas.microsoft.com/office/drawing/2014/main" id="{9C3713E7-20DF-48C9-94B4-E6AFDE27580F}"/>
              </a:ext>
            </a:extLst>
          </p:cNvPr>
          <p:cNvGrpSpPr/>
          <p:nvPr/>
        </p:nvGrpSpPr>
        <p:grpSpPr>
          <a:xfrm>
            <a:off x="440668" y="2504728"/>
            <a:ext cx="5976000" cy="184666"/>
            <a:chOff x="4503039" y="5804479"/>
            <a:chExt cx="5976000" cy="184666"/>
          </a:xfrm>
        </p:grpSpPr>
        <p:cxnSp>
          <p:nvCxnSpPr>
            <p:cNvPr id="169" name="직선 연결선 168">
              <a:extLst>
                <a:ext uri="{FF2B5EF4-FFF2-40B4-BE49-F238E27FC236}">
                  <a16:creationId xmlns:a16="http://schemas.microsoft.com/office/drawing/2014/main" id="{30D1FB23-2B3A-42EB-A244-4C85D24C7D17}"/>
                </a:ext>
              </a:extLst>
            </p:cNvPr>
            <p:cNvCxnSpPr>
              <a:cxnSpLocks/>
            </p:cNvCxnSpPr>
            <p:nvPr/>
          </p:nvCxnSpPr>
          <p:spPr>
            <a:xfrm>
              <a:off x="4503039" y="5948495"/>
              <a:ext cx="5976000" cy="0"/>
            </a:xfrm>
            <a:prstGeom prst="line">
              <a:avLst/>
            </a:prstGeom>
            <a:ln w="12700" cap="flat">
              <a:solidFill>
                <a:srgbClr val="BAC0CE"/>
              </a:solidFill>
              <a:miter lim="800000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0" name="TextBox 169">
              <a:extLst>
                <a:ext uri="{FF2B5EF4-FFF2-40B4-BE49-F238E27FC236}">
                  <a16:creationId xmlns:a16="http://schemas.microsoft.com/office/drawing/2014/main" id="{6795B482-7885-4720-B9AF-FC3CA2AAEE3D}"/>
                </a:ext>
              </a:extLst>
            </p:cNvPr>
            <p:cNvSpPr txBox="1"/>
            <p:nvPr/>
          </p:nvSpPr>
          <p:spPr>
            <a:xfrm flipH="1">
              <a:off x="4503039" y="5804479"/>
              <a:ext cx="1506873" cy="18466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</p:spPr>
          <p:txBody>
            <a:bodyPr wrap="none" lIns="0" tIns="0" rIns="108000" bIns="0" rtlCol="0" anchor="b">
              <a:spAutoFit/>
            </a:bodyPr>
            <a:lstStyle/>
            <a:p>
              <a:pPr lvl="0" defTabSz="478031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ko-KR" altLang="en-US" sz="120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일정계획 수립 및 관리</a:t>
              </a:r>
            </a:p>
          </p:txBody>
        </p:sp>
      </p:grpSp>
      <p:grpSp>
        <p:nvGrpSpPr>
          <p:cNvPr id="226" name="그룹 225">
            <a:extLst>
              <a:ext uri="{FF2B5EF4-FFF2-40B4-BE49-F238E27FC236}">
                <a16:creationId xmlns:a16="http://schemas.microsoft.com/office/drawing/2014/main" id="{D642E7A1-0997-47A3-A042-8FFD73C187CF}"/>
              </a:ext>
            </a:extLst>
          </p:cNvPr>
          <p:cNvGrpSpPr/>
          <p:nvPr/>
        </p:nvGrpSpPr>
        <p:grpSpPr>
          <a:xfrm>
            <a:off x="440668" y="7662079"/>
            <a:ext cx="1156359" cy="169277"/>
            <a:chOff x="440667" y="2866470"/>
            <a:chExt cx="1156359" cy="169277"/>
          </a:xfrm>
        </p:grpSpPr>
        <p:sp>
          <p:nvSpPr>
            <p:cNvPr id="227" name="Text Box 247">
              <a:extLst>
                <a:ext uri="{FF2B5EF4-FFF2-40B4-BE49-F238E27FC236}">
                  <a16:creationId xmlns:a16="http://schemas.microsoft.com/office/drawing/2014/main" id="{66EDDEBB-DD75-42A8-9D55-6B7E45104EC8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440668" y="2866470"/>
              <a:ext cx="1156358" cy="169277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lIns="126000" tIns="0" rIns="0" bIns="0" anchor="ctr">
              <a:spAutoFit/>
            </a:bodyPr>
            <a:lstStyle>
              <a:defPPr>
                <a:defRPr lang="en-US"/>
              </a:defPPr>
              <a:lvl1pPr marR="0" lvl="0" indent="0" defTabSz="914400" fontAlgn="base" latinLnBrk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 kumimoji="1" sz="1100" b="0" i="0" u="none" strike="noStrike" kern="0" cap="none" spc="0" normalizeH="0" baseline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ea"/>
                  <a:ea typeface="+mj-ea"/>
                </a:defRPr>
              </a:lvl1pPr>
            </a:lstStyle>
            <a:p>
              <a:pPr lvl="0">
                <a:defRPr/>
              </a:pPr>
              <a:r>
                <a:rPr lang="ko-KR" altLang="en-US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일정관리 주요업무</a:t>
              </a:r>
            </a:p>
          </p:txBody>
        </p:sp>
        <p:sp>
          <p:nvSpPr>
            <p:cNvPr id="228" name="사각형: 둥근 모서리 227">
              <a:extLst>
                <a:ext uri="{FF2B5EF4-FFF2-40B4-BE49-F238E27FC236}">
                  <a16:creationId xmlns:a16="http://schemas.microsoft.com/office/drawing/2014/main" id="{66640BEB-446D-43C4-ACB1-DC762AD6B85B}"/>
                </a:ext>
              </a:extLst>
            </p:cNvPr>
            <p:cNvSpPr/>
            <p:nvPr/>
          </p:nvSpPr>
          <p:spPr>
            <a:xfrm>
              <a:off x="440667" y="2874971"/>
              <a:ext cx="54000" cy="129600"/>
            </a:xfrm>
            <a:prstGeom prst="roundRect">
              <a:avLst/>
            </a:prstGeom>
            <a:solidFill>
              <a:srgbClr val="0070C0"/>
            </a:solidFill>
          </p:spPr>
          <p:txBody>
            <a:bodyPr wrap="none" lIns="36000" tIns="18000" rIns="36000" bIns="18000">
              <a:noAutofit/>
            </a:bodyPr>
            <a:lstStyle/>
            <a:p>
              <a:pPr defTabSz="914400" fontAlgn="base">
                <a:spcBef>
                  <a:spcPct val="0"/>
                </a:spcBef>
                <a:spcAft>
                  <a:spcPts val="2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</a:pPr>
              <a:endParaRPr lang="ko-KR" altLang="en-US" sz="1100">
                <a:solidFill>
                  <a:schemeClr val="bg1"/>
                </a:solidFill>
                <a:latin typeface="+mn-ea"/>
              </a:endParaRPr>
            </a:p>
          </p:txBody>
        </p:sp>
      </p:grpSp>
      <p:grpSp>
        <p:nvGrpSpPr>
          <p:cNvPr id="229" name="그룹 228">
            <a:extLst>
              <a:ext uri="{FF2B5EF4-FFF2-40B4-BE49-F238E27FC236}">
                <a16:creationId xmlns:a16="http://schemas.microsoft.com/office/drawing/2014/main" id="{85718F7D-2AC1-463B-BCF3-00B0AE98077E}"/>
              </a:ext>
            </a:extLst>
          </p:cNvPr>
          <p:cNvGrpSpPr/>
          <p:nvPr/>
        </p:nvGrpSpPr>
        <p:grpSpPr>
          <a:xfrm>
            <a:off x="440668" y="6080367"/>
            <a:ext cx="1198037" cy="169277"/>
            <a:chOff x="440667" y="2866470"/>
            <a:chExt cx="1198037" cy="169277"/>
          </a:xfrm>
        </p:grpSpPr>
        <p:sp>
          <p:nvSpPr>
            <p:cNvPr id="230" name="Text Box 247">
              <a:extLst>
                <a:ext uri="{FF2B5EF4-FFF2-40B4-BE49-F238E27FC236}">
                  <a16:creationId xmlns:a16="http://schemas.microsoft.com/office/drawing/2014/main" id="{B334D2DA-A949-4C9D-8D01-2BB41B241E63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440668" y="2866470"/>
              <a:ext cx="1198036" cy="169277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lIns="126000" tIns="0" rIns="0" bIns="0" anchor="ctr">
              <a:spAutoFit/>
            </a:bodyPr>
            <a:lstStyle>
              <a:defPPr>
                <a:defRPr lang="en-US"/>
              </a:defPPr>
              <a:lvl1pPr marR="0" lvl="0" indent="0" defTabSz="914400" fontAlgn="base" latinLnBrk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 kumimoji="1" sz="1100" b="0" i="0" u="none" strike="noStrike" kern="0" cap="none" spc="0" normalizeH="0" baseline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ea"/>
                  <a:ea typeface="+mj-ea"/>
                </a:defRPr>
              </a:lvl1pPr>
            </a:lstStyle>
            <a:p>
              <a:pPr lvl="0">
                <a:defRPr/>
              </a:pPr>
              <a:r>
                <a:rPr lang="ko-KR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일정계획 고려사항</a:t>
              </a:r>
            </a:p>
          </p:txBody>
        </p:sp>
        <p:sp>
          <p:nvSpPr>
            <p:cNvPr id="231" name="사각형: 둥근 모서리 230">
              <a:extLst>
                <a:ext uri="{FF2B5EF4-FFF2-40B4-BE49-F238E27FC236}">
                  <a16:creationId xmlns:a16="http://schemas.microsoft.com/office/drawing/2014/main" id="{DECD49F5-A23A-4398-B715-301FB8B5CE5E}"/>
                </a:ext>
              </a:extLst>
            </p:cNvPr>
            <p:cNvSpPr/>
            <p:nvPr/>
          </p:nvSpPr>
          <p:spPr>
            <a:xfrm>
              <a:off x="440667" y="2874971"/>
              <a:ext cx="54000" cy="129600"/>
            </a:xfrm>
            <a:prstGeom prst="roundRect">
              <a:avLst/>
            </a:prstGeom>
            <a:solidFill>
              <a:srgbClr val="0070C0"/>
            </a:solidFill>
          </p:spPr>
          <p:txBody>
            <a:bodyPr wrap="none" lIns="36000" tIns="18000" rIns="36000" bIns="18000">
              <a:noAutofit/>
            </a:bodyPr>
            <a:lstStyle/>
            <a:p>
              <a:pPr defTabSz="914400" fontAlgn="base">
                <a:spcBef>
                  <a:spcPct val="0"/>
                </a:spcBef>
                <a:spcAft>
                  <a:spcPts val="2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</a:pPr>
              <a:endParaRPr lang="ko-KR" altLang="en-US" sz="1100">
                <a:solidFill>
                  <a:schemeClr val="bg1"/>
                </a:solidFill>
                <a:latin typeface="+mn-ea"/>
              </a:endParaRPr>
            </a:p>
          </p:txBody>
        </p:sp>
      </p:grpSp>
      <p:grpSp>
        <p:nvGrpSpPr>
          <p:cNvPr id="171" name="그룹 170">
            <a:extLst>
              <a:ext uri="{FF2B5EF4-FFF2-40B4-BE49-F238E27FC236}">
                <a16:creationId xmlns:a16="http://schemas.microsoft.com/office/drawing/2014/main" id="{C2D596B4-C9D4-497B-A625-59D081901180}"/>
              </a:ext>
            </a:extLst>
          </p:cNvPr>
          <p:cNvGrpSpPr/>
          <p:nvPr/>
        </p:nvGrpSpPr>
        <p:grpSpPr>
          <a:xfrm>
            <a:off x="1376792" y="2936776"/>
            <a:ext cx="4104416" cy="792088"/>
            <a:chOff x="1376792" y="2098607"/>
            <a:chExt cx="4104416" cy="792088"/>
          </a:xfrm>
        </p:grpSpPr>
        <p:sp>
          <p:nvSpPr>
            <p:cNvPr id="172" name="Rectangle 423">
              <a:extLst>
                <a:ext uri="{FF2B5EF4-FFF2-40B4-BE49-F238E27FC236}">
                  <a16:creationId xmlns:a16="http://schemas.microsoft.com/office/drawing/2014/main" id="{DDDCFD32-FB27-41F7-8355-C79123C2182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224342" y="2098607"/>
              <a:ext cx="2409314" cy="6309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>
              <a:lvl1pPr algn="ctr">
                <a:buSzPct val="80000"/>
                <a:defRPr kumimoji="1" sz="1000">
                  <a:solidFill>
                    <a:schemeClr val="bg1"/>
                  </a:solidFill>
                  <a:latin typeface="산돌고딕 L" pitchFamily="18" charset="-127"/>
                  <a:ea typeface="산돌고딕 L" pitchFamily="18" charset="-127"/>
                </a:defRPr>
              </a:lvl1pPr>
              <a:lvl2pPr marL="742950" indent="-285750" algn="ctr">
                <a:buSzPct val="80000"/>
                <a:defRPr kumimoji="1" sz="1000">
                  <a:solidFill>
                    <a:schemeClr val="bg1"/>
                  </a:solidFill>
                  <a:latin typeface="산돌고딕 L" pitchFamily="18" charset="-127"/>
                  <a:ea typeface="산돌고딕 L" pitchFamily="18" charset="-127"/>
                </a:defRPr>
              </a:lvl2pPr>
              <a:lvl3pPr marL="1143000" indent="-228600" algn="ctr">
                <a:buSzPct val="80000"/>
                <a:defRPr kumimoji="1" sz="1000">
                  <a:solidFill>
                    <a:schemeClr val="bg1"/>
                  </a:solidFill>
                  <a:latin typeface="산돌고딕 L" pitchFamily="18" charset="-127"/>
                  <a:ea typeface="산돌고딕 L" pitchFamily="18" charset="-127"/>
                </a:defRPr>
              </a:lvl3pPr>
              <a:lvl4pPr marL="1600200" indent="-228600" algn="ctr">
                <a:buSzPct val="80000"/>
                <a:defRPr kumimoji="1" sz="1000">
                  <a:solidFill>
                    <a:schemeClr val="bg1"/>
                  </a:solidFill>
                  <a:latin typeface="산돌고딕 L" pitchFamily="18" charset="-127"/>
                  <a:ea typeface="산돌고딕 L" pitchFamily="18" charset="-127"/>
                </a:defRPr>
              </a:lvl4pPr>
              <a:lvl5pPr marL="2057400" indent="-228600" algn="ctr">
                <a:buSzPct val="80000"/>
                <a:defRPr kumimoji="1" sz="1000">
                  <a:solidFill>
                    <a:schemeClr val="bg1"/>
                  </a:solidFill>
                  <a:latin typeface="산돌고딕 L" pitchFamily="18" charset="-127"/>
                  <a:ea typeface="산돌고딕 L" pitchFamily="18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SzPct val="80000"/>
                <a:defRPr kumimoji="1" sz="1000">
                  <a:solidFill>
                    <a:schemeClr val="bg1"/>
                  </a:solidFill>
                  <a:latin typeface="산돌고딕 L" pitchFamily="18" charset="-127"/>
                  <a:ea typeface="산돌고딕 L" pitchFamily="18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SzPct val="80000"/>
                <a:defRPr kumimoji="1" sz="1000">
                  <a:solidFill>
                    <a:schemeClr val="bg1"/>
                  </a:solidFill>
                  <a:latin typeface="산돌고딕 L" pitchFamily="18" charset="-127"/>
                  <a:ea typeface="산돌고딕 L" pitchFamily="18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SzPct val="80000"/>
                <a:defRPr kumimoji="1" sz="1000">
                  <a:solidFill>
                    <a:schemeClr val="bg1"/>
                  </a:solidFill>
                  <a:latin typeface="산돌고딕 L" pitchFamily="18" charset="-127"/>
                  <a:ea typeface="산돌고딕 L" pitchFamily="18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SzPct val="80000"/>
                <a:defRPr kumimoji="1" sz="1000">
                  <a:solidFill>
                    <a:schemeClr val="bg1"/>
                  </a:solidFill>
                  <a:latin typeface="산돌고딕 L" pitchFamily="18" charset="-127"/>
                  <a:ea typeface="산돌고딕 L" pitchFamily="18" charset="-127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ts val="600"/>
                </a:spcAft>
                <a:buSzTx/>
                <a:defRPr/>
              </a:pPr>
              <a:r>
                <a:rPr lang="ko-KR" altLang="en-US" sz="160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효율적인 일정계획 수립을 통한</a:t>
              </a:r>
            </a:p>
            <a:p>
              <a:pPr fontAlgn="base">
                <a:spcBef>
                  <a:spcPct val="0"/>
                </a:spcBef>
                <a:spcAft>
                  <a:spcPts val="600"/>
                </a:spcAft>
                <a:buSzTx/>
                <a:defRPr/>
              </a:pPr>
              <a:r>
                <a:rPr lang="ko-KR" altLang="en-US" sz="200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rgbClr val="FB6225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</a:rPr>
                <a:t>차질 없는 납기 준수</a:t>
              </a:r>
            </a:p>
          </p:txBody>
        </p:sp>
        <p:sp>
          <p:nvSpPr>
            <p:cNvPr id="173" name="Freeform 34">
              <a:extLst>
                <a:ext uri="{FF2B5EF4-FFF2-40B4-BE49-F238E27FC236}">
                  <a16:creationId xmlns:a16="http://schemas.microsoft.com/office/drawing/2014/main" id="{CA4CD589-72F5-4DDA-B24D-2A16CFF98D4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376792" y="2099434"/>
              <a:ext cx="180000" cy="144000"/>
            </a:xfrm>
            <a:custGeom>
              <a:avLst/>
              <a:gdLst>
                <a:gd name="T0" fmla="*/ 43 w 141"/>
                <a:gd name="T1" fmla="*/ 0 h 124"/>
                <a:gd name="T2" fmla="*/ 11 w 141"/>
                <a:gd name="T3" fmla="*/ 26 h 124"/>
                <a:gd name="T4" fmla="*/ 0 w 141"/>
                <a:gd name="T5" fmla="*/ 81 h 124"/>
                <a:gd name="T6" fmla="*/ 0 w 141"/>
                <a:gd name="T7" fmla="*/ 124 h 124"/>
                <a:gd name="T8" fmla="*/ 59 w 141"/>
                <a:gd name="T9" fmla="*/ 124 h 124"/>
                <a:gd name="T10" fmla="*/ 59 w 141"/>
                <a:gd name="T11" fmla="*/ 66 h 124"/>
                <a:gd name="T12" fmla="*/ 28 w 141"/>
                <a:gd name="T13" fmla="*/ 66 h 124"/>
                <a:gd name="T14" fmla="*/ 36 w 141"/>
                <a:gd name="T15" fmla="*/ 35 h 124"/>
                <a:gd name="T16" fmla="*/ 59 w 141"/>
                <a:gd name="T17" fmla="*/ 20 h 124"/>
                <a:gd name="T18" fmla="*/ 43 w 141"/>
                <a:gd name="T19" fmla="*/ 0 h 124"/>
                <a:gd name="T20" fmla="*/ 125 w 141"/>
                <a:gd name="T21" fmla="*/ 0 h 124"/>
                <a:gd name="T22" fmla="*/ 94 w 141"/>
                <a:gd name="T23" fmla="*/ 26 h 124"/>
                <a:gd name="T24" fmla="*/ 83 w 141"/>
                <a:gd name="T25" fmla="*/ 81 h 124"/>
                <a:gd name="T26" fmla="*/ 83 w 141"/>
                <a:gd name="T27" fmla="*/ 124 h 124"/>
                <a:gd name="T28" fmla="*/ 141 w 141"/>
                <a:gd name="T29" fmla="*/ 124 h 124"/>
                <a:gd name="T30" fmla="*/ 141 w 141"/>
                <a:gd name="T31" fmla="*/ 66 h 124"/>
                <a:gd name="T32" fmla="*/ 111 w 141"/>
                <a:gd name="T33" fmla="*/ 66 h 124"/>
                <a:gd name="T34" fmla="*/ 119 w 141"/>
                <a:gd name="T35" fmla="*/ 36 h 124"/>
                <a:gd name="T36" fmla="*/ 141 w 141"/>
                <a:gd name="T37" fmla="*/ 20 h 124"/>
                <a:gd name="T38" fmla="*/ 125 w 141"/>
                <a:gd name="T39" fmla="*/ 0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1" h="124">
                  <a:moveTo>
                    <a:pt x="43" y="0"/>
                  </a:moveTo>
                  <a:cubicBezTo>
                    <a:pt x="33" y="3"/>
                    <a:pt x="20" y="12"/>
                    <a:pt x="11" y="26"/>
                  </a:cubicBezTo>
                  <a:cubicBezTo>
                    <a:pt x="2" y="40"/>
                    <a:pt x="0" y="58"/>
                    <a:pt x="0" y="81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9" y="124"/>
                    <a:pt x="59" y="124"/>
                    <a:pt x="59" y="124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28" y="66"/>
                    <a:pt x="28" y="66"/>
                    <a:pt x="28" y="66"/>
                  </a:cubicBezTo>
                  <a:cubicBezTo>
                    <a:pt x="28" y="58"/>
                    <a:pt x="28" y="44"/>
                    <a:pt x="36" y="35"/>
                  </a:cubicBezTo>
                  <a:cubicBezTo>
                    <a:pt x="43" y="28"/>
                    <a:pt x="52" y="22"/>
                    <a:pt x="59" y="20"/>
                  </a:cubicBezTo>
                  <a:cubicBezTo>
                    <a:pt x="43" y="0"/>
                    <a:pt x="43" y="0"/>
                    <a:pt x="43" y="0"/>
                  </a:cubicBezTo>
                  <a:moveTo>
                    <a:pt x="125" y="0"/>
                  </a:moveTo>
                  <a:cubicBezTo>
                    <a:pt x="116" y="3"/>
                    <a:pt x="103" y="12"/>
                    <a:pt x="94" y="26"/>
                  </a:cubicBezTo>
                  <a:cubicBezTo>
                    <a:pt x="84" y="40"/>
                    <a:pt x="83" y="58"/>
                    <a:pt x="83" y="81"/>
                  </a:cubicBezTo>
                  <a:cubicBezTo>
                    <a:pt x="83" y="124"/>
                    <a:pt x="83" y="124"/>
                    <a:pt x="83" y="124"/>
                  </a:cubicBezTo>
                  <a:cubicBezTo>
                    <a:pt x="141" y="124"/>
                    <a:pt x="141" y="124"/>
                    <a:pt x="141" y="124"/>
                  </a:cubicBezTo>
                  <a:cubicBezTo>
                    <a:pt x="141" y="66"/>
                    <a:pt x="141" y="66"/>
                    <a:pt x="141" y="66"/>
                  </a:cubicBezTo>
                  <a:cubicBezTo>
                    <a:pt x="111" y="66"/>
                    <a:pt x="111" y="66"/>
                    <a:pt x="111" y="66"/>
                  </a:cubicBezTo>
                  <a:cubicBezTo>
                    <a:pt x="111" y="58"/>
                    <a:pt x="111" y="45"/>
                    <a:pt x="119" y="36"/>
                  </a:cubicBezTo>
                  <a:cubicBezTo>
                    <a:pt x="126" y="28"/>
                    <a:pt x="134" y="22"/>
                    <a:pt x="141" y="20"/>
                  </a:cubicBezTo>
                  <a:cubicBezTo>
                    <a:pt x="125" y="0"/>
                    <a:pt x="125" y="0"/>
                    <a:pt x="125" y="0"/>
                  </a:cubicBezTo>
                </a:path>
              </a:pathLst>
            </a:cu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txBody>
            <a:bodyPr/>
            <a:lstStyle/>
            <a:p>
              <a:pPr>
                <a:defRPr/>
              </a:pPr>
              <a:endParaRPr lang="ko-KR" altLang="en-US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1F497D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</a:endParaRPr>
            </a:p>
          </p:txBody>
        </p:sp>
        <p:sp>
          <p:nvSpPr>
            <p:cNvPr id="174" name="Freeform 34">
              <a:extLst>
                <a:ext uri="{FF2B5EF4-FFF2-40B4-BE49-F238E27FC236}">
                  <a16:creationId xmlns:a16="http://schemas.microsoft.com/office/drawing/2014/main" id="{CD1DEC01-D562-40B5-B885-EF99A56DA2B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 rot="10800000">
              <a:off x="5301208" y="2099434"/>
              <a:ext cx="180000" cy="144000"/>
            </a:xfrm>
            <a:custGeom>
              <a:avLst/>
              <a:gdLst>
                <a:gd name="T0" fmla="*/ 43 w 141"/>
                <a:gd name="T1" fmla="*/ 0 h 124"/>
                <a:gd name="T2" fmla="*/ 11 w 141"/>
                <a:gd name="T3" fmla="*/ 26 h 124"/>
                <a:gd name="T4" fmla="*/ 0 w 141"/>
                <a:gd name="T5" fmla="*/ 81 h 124"/>
                <a:gd name="T6" fmla="*/ 0 w 141"/>
                <a:gd name="T7" fmla="*/ 124 h 124"/>
                <a:gd name="T8" fmla="*/ 59 w 141"/>
                <a:gd name="T9" fmla="*/ 124 h 124"/>
                <a:gd name="T10" fmla="*/ 59 w 141"/>
                <a:gd name="T11" fmla="*/ 66 h 124"/>
                <a:gd name="T12" fmla="*/ 28 w 141"/>
                <a:gd name="T13" fmla="*/ 66 h 124"/>
                <a:gd name="T14" fmla="*/ 36 w 141"/>
                <a:gd name="T15" fmla="*/ 35 h 124"/>
                <a:gd name="T16" fmla="*/ 59 w 141"/>
                <a:gd name="T17" fmla="*/ 20 h 124"/>
                <a:gd name="T18" fmla="*/ 43 w 141"/>
                <a:gd name="T19" fmla="*/ 0 h 124"/>
                <a:gd name="T20" fmla="*/ 125 w 141"/>
                <a:gd name="T21" fmla="*/ 0 h 124"/>
                <a:gd name="T22" fmla="*/ 94 w 141"/>
                <a:gd name="T23" fmla="*/ 26 h 124"/>
                <a:gd name="T24" fmla="*/ 83 w 141"/>
                <a:gd name="T25" fmla="*/ 81 h 124"/>
                <a:gd name="T26" fmla="*/ 83 w 141"/>
                <a:gd name="T27" fmla="*/ 124 h 124"/>
                <a:gd name="T28" fmla="*/ 141 w 141"/>
                <a:gd name="T29" fmla="*/ 124 h 124"/>
                <a:gd name="T30" fmla="*/ 141 w 141"/>
                <a:gd name="T31" fmla="*/ 66 h 124"/>
                <a:gd name="T32" fmla="*/ 111 w 141"/>
                <a:gd name="T33" fmla="*/ 66 h 124"/>
                <a:gd name="T34" fmla="*/ 119 w 141"/>
                <a:gd name="T35" fmla="*/ 36 h 124"/>
                <a:gd name="T36" fmla="*/ 141 w 141"/>
                <a:gd name="T37" fmla="*/ 20 h 124"/>
                <a:gd name="T38" fmla="*/ 125 w 141"/>
                <a:gd name="T39" fmla="*/ 0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1" h="124">
                  <a:moveTo>
                    <a:pt x="43" y="0"/>
                  </a:moveTo>
                  <a:cubicBezTo>
                    <a:pt x="33" y="3"/>
                    <a:pt x="20" y="12"/>
                    <a:pt x="11" y="26"/>
                  </a:cubicBezTo>
                  <a:cubicBezTo>
                    <a:pt x="2" y="40"/>
                    <a:pt x="0" y="58"/>
                    <a:pt x="0" y="81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9" y="124"/>
                    <a:pt x="59" y="124"/>
                    <a:pt x="59" y="124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28" y="66"/>
                    <a:pt x="28" y="66"/>
                    <a:pt x="28" y="66"/>
                  </a:cubicBezTo>
                  <a:cubicBezTo>
                    <a:pt x="28" y="58"/>
                    <a:pt x="28" y="44"/>
                    <a:pt x="36" y="35"/>
                  </a:cubicBezTo>
                  <a:cubicBezTo>
                    <a:pt x="43" y="28"/>
                    <a:pt x="52" y="22"/>
                    <a:pt x="59" y="20"/>
                  </a:cubicBezTo>
                  <a:cubicBezTo>
                    <a:pt x="43" y="0"/>
                    <a:pt x="43" y="0"/>
                    <a:pt x="43" y="0"/>
                  </a:cubicBezTo>
                  <a:moveTo>
                    <a:pt x="125" y="0"/>
                  </a:moveTo>
                  <a:cubicBezTo>
                    <a:pt x="116" y="3"/>
                    <a:pt x="103" y="12"/>
                    <a:pt x="94" y="26"/>
                  </a:cubicBezTo>
                  <a:cubicBezTo>
                    <a:pt x="84" y="40"/>
                    <a:pt x="83" y="58"/>
                    <a:pt x="83" y="81"/>
                  </a:cubicBezTo>
                  <a:cubicBezTo>
                    <a:pt x="83" y="124"/>
                    <a:pt x="83" y="124"/>
                    <a:pt x="83" y="124"/>
                  </a:cubicBezTo>
                  <a:cubicBezTo>
                    <a:pt x="141" y="124"/>
                    <a:pt x="141" y="124"/>
                    <a:pt x="141" y="124"/>
                  </a:cubicBezTo>
                  <a:cubicBezTo>
                    <a:pt x="141" y="66"/>
                    <a:pt x="141" y="66"/>
                    <a:pt x="141" y="66"/>
                  </a:cubicBezTo>
                  <a:cubicBezTo>
                    <a:pt x="111" y="66"/>
                    <a:pt x="111" y="66"/>
                    <a:pt x="111" y="66"/>
                  </a:cubicBezTo>
                  <a:cubicBezTo>
                    <a:pt x="111" y="58"/>
                    <a:pt x="111" y="45"/>
                    <a:pt x="119" y="36"/>
                  </a:cubicBezTo>
                  <a:cubicBezTo>
                    <a:pt x="126" y="28"/>
                    <a:pt x="134" y="22"/>
                    <a:pt x="141" y="20"/>
                  </a:cubicBezTo>
                  <a:cubicBezTo>
                    <a:pt x="125" y="0"/>
                    <a:pt x="125" y="0"/>
                    <a:pt x="125" y="0"/>
                  </a:cubicBezTo>
                </a:path>
              </a:pathLst>
            </a:cu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txBody>
            <a:bodyPr/>
            <a:lstStyle/>
            <a:p>
              <a:pPr>
                <a:defRPr/>
              </a:pPr>
              <a:endParaRPr lang="ko-KR" altLang="en-US" sz="120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1F497D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</a:endParaRPr>
            </a:p>
          </p:txBody>
        </p:sp>
        <p:sp>
          <p:nvSpPr>
            <p:cNvPr id="175" name="사각형: 둥근 모서리 174">
              <a:extLst>
                <a:ext uri="{FF2B5EF4-FFF2-40B4-BE49-F238E27FC236}">
                  <a16:creationId xmlns:a16="http://schemas.microsoft.com/office/drawing/2014/main" id="{9D97AA08-C31F-4470-811B-35C95C575CA9}"/>
                </a:ext>
              </a:extLst>
            </p:cNvPr>
            <p:cNvSpPr/>
            <p:nvPr userDrawn="1"/>
          </p:nvSpPr>
          <p:spPr>
            <a:xfrm>
              <a:off x="2199576" y="2836695"/>
              <a:ext cx="2458848" cy="54000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3175">
              <a:noFill/>
            </a:ln>
            <a:effectLst>
              <a:outerShdw blurRad="101600" dist="38100" dir="5400000" algn="t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Pretendard" panose="02000503000000020004" pitchFamily="50" charset="-127"/>
                <a:ea typeface="Pretendard" panose="02000503000000020004" pitchFamily="50" charset="-127"/>
              </a:endParaRPr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3472F8F3-CF42-4390-A623-9E0A7E1C2EEF}"/>
              </a:ext>
            </a:extLst>
          </p:cNvPr>
          <p:cNvGrpSpPr/>
          <p:nvPr/>
        </p:nvGrpSpPr>
        <p:grpSpPr>
          <a:xfrm>
            <a:off x="440792" y="6310909"/>
            <a:ext cx="5976208" cy="1126367"/>
            <a:chOff x="440792" y="6382917"/>
            <a:chExt cx="5976208" cy="1126367"/>
          </a:xfrm>
        </p:grpSpPr>
        <p:sp>
          <p:nvSpPr>
            <p:cNvPr id="106" name="직사각형 105"/>
            <p:cNvSpPr/>
            <p:nvPr/>
          </p:nvSpPr>
          <p:spPr>
            <a:xfrm>
              <a:off x="441336" y="6681272"/>
              <a:ext cx="2988000" cy="82800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44000" rIns="72000" bIns="72000" rtlCol="0" anchor="t"/>
            <a:lstStyle/>
            <a:p>
              <a:pPr marL="90000" lvl="2" indent="-90000" defTabSz="914400" fontAlgn="base">
                <a:lnSpc>
                  <a:spcPct val="110000"/>
                </a:lnSpc>
                <a:spcBef>
                  <a:spcPct val="0"/>
                </a:spcBef>
                <a:spcAft>
                  <a:spcPts val="3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  <a:buFont typeface="Arial" pitchFamily="34" charset="0"/>
                <a:buChar char="•"/>
                <a:tabLst>
                  <a:tab pos="542925" algn="l"/>
                </a:tabLst>
                <a:defRPr/>
              </a:pPr>
              <a:r>
                <a:rPr kumimoji="1"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타 시스템과의 연계 일정 및 제반 협의사항 고려</a:t>
              </a:r>
              <a:endParaRPr kumimoji="1"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endParaRPr>
            </a:p>
            <a:p>
              <a:pPr marL="90000" lvl="2" indent="-90000" defTabSz="914400" fontAlgn="base">
                <a:lnSpc>
                  <a:spcPct val="110000"/>
                </a:lnSpc>
                <a:spcBef>
                  <a:spcPct val="0"/>
                </a:spcBef>
                <a:spcAft>
                  <a:spcPts val="3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  <a:buFont typeface="Arial" pitchFamily="34" charset="0"/>
                <a:buChar char="•"/>
                <a:tabLst>
                  <a:tab pos="542925" algn="l"/>
                </a:tabLst>
                <a:defRPr/>
              </a:pPr>
              <a:r>
                <a:rPr kumimoji="1"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각 부서 및 연계 협의가 원활히 추진될 수 있도록 일정 협의</a:t>
              </a:r>
              <a:r>
                <a:rPr kumimoji="1"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(</a:t>
              </a:r>
              <a:r>
                <a:rPr kumimoji="1"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감리 수행 시 감리 수행 기간 고려</a:t>
              </a:r>
              <a:r>
                <a:rPr kumimoji="1"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)</a:t>
              </a:r>
              <a:endParaRPr kumimoji="1"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endParaRPr>
            </a:p>
          </p:txBody>
        </p:sp>
        <p:sp>
          <p:nvSpPr>
            <p:cNvPr id="107" name="직사각형 106"/>
            <p:cNvSpPr/>
            <p:nvPr/>
          </p:nvSpPr>
          <p:spPr>
            <a:xfrm>
              <a:off x="3429000" y="6681272"/>
              <a:ext cx="2988000" cy="828000"/>
            </a:xfrm>
            <a:prstGeom prst="rect">
              <a:avLst/>
            </a:prstGeom>
            <a:solidFill>
              <a:srgbClr val="EFF1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44000" rIns="72000" bIns="72000" rtlCol="0" anchor="t"/>
            <a:lstStyle/>
            <a:p>
              <a:pPr marL="90000" lvl="2" indent="-90000" defTabSz="914400" fontAlgn="base">
                <a:lnSpc>
                  <a:spcPct val="110000"/>
                </a:lnSpc>
                <a:spcBef>
                  <a:spcPct val="0"/>
                </a:spcBef>
                <a:spcAft>
                  <a:spcPts val="3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  <a:buFont typeface="Arial" pitchFamily="34" charset="0"/>
                <a:buChar char="•"/>
                <a:tabLst>
                  <a:tab pos="542925" algn="l"/>
                </a:tabLst>
                <a:defRPr/>
              </a:pPr>
              <a:r>
                <a:rPr kumimoji="1"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각 업무별 특성에 따른 선후관계 고려</a:t>
              </a:r>
            </a:p>
            <a:p>
              <a:pPr marL="90000" lvl="2" indent="-90000" defTabSz="914400" fontAlgn="base">
                <a:lnSpc>
                  <a:spcPct val="110000"/>
                </a:lnSpc>
                <a:spcBef>
                  <a:spcPct val="0"/>
                </a:spcBef>
                <a:spcAft>
                  <a:spcPts val="3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  <a:buFont typeface="Arial" pitchFamily="34" charset="0"/>
                <a:buChar char="•"/>
                <a:tabLst>
                  <a:tab pos="542925" algn="l"/>
                </a:tabLst>
                <a:defRPr/>
              </a:pPr>
              <a:r>
                <a:rPr kumimoji="1"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다수가 병행하여 추진되는 과업</a:t>
              </a:r>
              <a:r>
                <a:rPr kumimoji="1"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, </a:t>
              </a:r>
              <a:r>
                <a:rPr kumimoji="1"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통합 및 분리</a:t>
              </a:r>
              <a:r>
                <a:rPr kumimoji="1"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, </a:t>
              </a:r>
              <a:r>
                <a:rPr kumimoji="1"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솔루션 적용</a:t>
              </a:r>
              <a:r>
                <a:rPr kumimoji="1"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, </a:t>
              </a:r>
              <a:r>
                <a:rPr kumimoji="1"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데이터</a:t>
              </a:r>
              <a:r>
                <a:rPr kumimoji="1"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/</a:t>
              </a:r>
              <a:r>
                <a:rPr kumimoji="1"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프로그램 이관  일정을 고려</a:t>
              </a:r>
            </a:p>
          </p:txBody>
        </p:sp>
        <p:sp>
          <p:nvSpPr>
            <p:cNvPr id="109" name="직사각형 156"/>
            <p:cNvSpPr>
              <a:spLocks noChangeArrowheads="1"/>
            </p:cNvSpPr>
            <p:nvPr/>
          </p:nvSpPr>
          <p:spPr bwMode="auto">
            <a:xfrm>
              <a:off x="1391918" y="6481352"/>
              <a:ext cx="1040349" cy="169277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latinLnBrk="0">
                <a:spcBef>
                  <a:spcPts val="600"/>
                </a:spcBef>
                <a:defRPr/>
              </a:pPr>
              <a:r>
                <a:rPr kumimoji="1" lang="ko-KR" altLang="en-US" sz="1100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연계 항목</a:t>
              </a:r>
              <a:r>
                <a:rPr lang="ko-KR" alt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 고려사항</a:t>
              </a:r>
            </a:p>
          </p:txBody>
        </p:sp>
        <p:sp>
          <p:nvSpPr>
            <p:cNvPr id="110" name="직사각형 156"/>
            <p:cNvSpPr>
              <a:spLocks noChangeArrowheads="1"/>
            </p:cNvSpPr>
            <p:nvPr/>
          </p:nvSpPr>
          <p:spPr bwMode="auto">
            <a:xfrm>
              <a:off x="4379582" y="6481352"/>
              <a:ext cx="1040349" cy="169277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latinLnBrk="0">
                <a:spcBef>
                  <a:spcPts val="600"/>
                </a:spcBef>
                <a:defRPr/>
              </a:pPr>
              <a:r>
                <a:rPr kumimoji="1" lang="ko-KR" altLang="en-US" sz="1100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업무 수행</a:t>
              </a:r>
              <a:r>
                <a:rPr lang="ko-KR" alt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 고려사항</a:t>
              </a:r>
            </a:p>
          </p:txBody>
        </p:sp>
        <p:sp>
          <p:nvSpPr>
            <p:cNvPr id="104" name="직사각형 103"/>
            <p:cNvSpPr/>
            <p:nvPr/>
          </p:nvSpPr>
          <p:spPr>
            <a:xfrm>
              <a:off x="441336" y="6382917"/>
              <a:ext cx="2988000" cy="36000"/>
            </a:xfrm>
            <a:prstGeom prst="rect">
              <a:avLst/>
            </a:prstGeom>
            <a:solidFill>
              <a:srgbClr val="0070C0"/>
            </a:solidFill>
            <a:ln w="6350" cap="flat" cmpd="sng" algn="ctr">
              <a:noFill/>
              <a:prstDash val="solid"/>
            </a:ln>
            <a:effectLst/>
          </p:spPr>
          <p:txBody>
            <a:bodyPr lIns="36000" tIns="36000" rIns="36000" bIns="36000" rtlCol="0" anchor="ctr"/>
            <a:lstStyle/>
            <a:p>
              <a:pPr marL="104775" indent="-104775" algn="ctr" defTabSz="914400" fontAlgn="base">
                <a:lnSpc>
                  <a:spcPts val="1600"/>
                </a:lnSpc>
                <a:spcBef>
                  <a:spcPct val="0"/>
                </a:spcBef>
                <a:spcAft>
                  <a:spcPts val="300"/>
                </a:spcAft>
                <a:buClr>
                  <a:prstClr val="black">
                    <a:lumMod val="75000"/>
                    <a:lumOff val="25000"/>
                  </a:prstClr>
                </a:buClr>
                <a:buSzPct val="90000"/>
                <a:buFont typeface="Arial" pitchFamily="34" charset="0"/>
                <a:buChar char="•"/>
              </a:pPr>
              <a:endParaRPr kumimoji="1" lang="ko-KR" altLang="en-US" sz="1000">
                <a:solidFill>
                  <a:prstClr val="black">
                    <a:lumMod val="75000"/>
                    <a:lumOff val="25000"/>
                  </a:prstClr>
                </a:solidFill>
              </a:endParaRPr>
            </a:p>
          </p:txBody>
        </p:sp>
        <p:sp>
          <p:nvSpPr>
            <p:cNvPr id="105" name="직사각형 104"/>
            <p:cNvSpPr/>
            <p:nvPr/>
          </p:nvSpPr>
          <p:spPr>
            <a:xfrm>
              <a:off x="3429000" y="6382917"/>
              <a:ext cx="2988000" cy="360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 w="6350" cap="flat" cmpd="sng" algn="ctr">
              <a:noFill/>
              <a:prstDash val="solid"/>
            </a:ln>
            <a:effectLst/>
          </p:spPr>
          <p:txBody>
            <a:bodyPr lIns="36000" tIns="36000" rIns="36000" bIns="36000" rtlCol="0" anchor="ctr"/>
            <a:lstStyle/>
            <a:p>
              <a:pPr marL="104775" indent="-104775" algn="ctr" defTabSz="914400" fontAlgn="base">
                <a:lnSpc>
                  <a:spcPts val="1600"/>
                </a:lnSpc>
                <a:spcBef>
                  <a:spcPct val="0"/>
                </a:spcBef>
                <a:spcAft>
                  <a:spcPts val="300"/>
                </a:spcAft>
                <a:buClr>
                  <a:prstClr val="black">
                    <a:lumMod val="75000"/>
                    <a:lumOff val="25000"/>
                  </a:prstClr>
                </a:buClr>
                <a:buSzPct val="90000"/>
                <a:buFont typeface="Arial" pitchFamily="34" charset="0"/>
                <a:buChar char="•"/>
              </a:pPr>
              <a:endParaRPr kumimoji="1" lang="ko-KR" altLang="en-US" sz="1000">
                <a:solidFill>
                  <a:prstClr val="black">
                    <a:lumMod val="75000"/>
                    <a:lumOff val="25000"/>
                  </a:prstClr>
                </a:solidFill>
              </a:endParaRPr>
            </a:p>
          </p:txBody>
        </p:sp>
        <p:cxnSp>
          <p:nvCxnSpPr>
            <p:cNvPr id="244" name="직선 화살표 연결선 243">
              <a:extLst>
                <a:ext uri="{FF2B5EF4-FFF2-40B4-BE49-F238E27FC236}">
                  <a16:creationId xmlns:a16="http://schemas.microsoft.com/office/drawing/2014/main" id="{FDA715F9-DA78-445B-8096-365BA964EF11}"/>
                </a:ext>
              </a:extLst>
            </p:cNvPr>
            <p:cNvCxnSpPr/>
            <p:nvPr/>
          </p:nvCxnSpPr>
          <p:spPr>
            <a:xfrm>
              <a:off x="440792" y="7509284"/>
              <a:ext cx="5976000" cy="0"/>
            </a:xfrm>
            <a:prstGeom prst="straightConnector1">
              <a:avLst/>
            </a:prstGeom>
            <a:ln>
              <a:solidFill>
                <a:srgbClr val="E1E1E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직선 연결선 107"/>
            <p:cNvCxnSpPr/>
            <p:nvPr/>
          </p:nvCxnSpPr>
          <p:spPr>
            <a:xfrm>
              <a:off x="3429000" y="6393160"/>
              <a:ext cx="0" cy="1116000"/>
            </a:xfrm>
            <a:prstGeom prst="line">
              <a:avLst/>
            </a:prstGeom>
            <a:noFill/>
            <a:ln w="6350" cap="flat" cmpd="sng" algn="ctr">
              <a:solidFill>
                <a:schemeClr val="bg1">
                  <a:lumMod val="85000"/>
                </a:schemeClr>
              </a:solidFill>
              <a:prstDash val="solid"/>
            </a:ln>
            <a:effectLst/>
          </p:spPr>
        </p:cxn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80E5562E-8FB1-1F30-76DC-721E9CAD82A7}"/>
              </a:ext>
            </a:extLst>
          </p:cNvPr>
          <p:cNvSpPr txBox="1"/>
          <p:nvPr/>
        </p:nvSpPr>
        <p:spPr>
          <a:xfrm>
            <a:off x="1667082" y="503378"/>
            <a:ext cx="1213409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defTabSz="987095"/>
            <a:r>
              <a:rPr lang="en-US" altLang="ko-KR" sz="800" spc="-54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Ⅳ  </a:t>
            </a:r>
            <a:r>
              <a:rPr lang="ko-KR" altLang="en-US" sz="800" spc="-54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프로젝트 관리  </a:t>
            </a:r>
            <a:r>
              <a:rPr lang="en-US" altLang="ko-KR" sz="800" spc="-54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&gt;  4. </a:t>
            </a:r>
            <a:r>
              <a:rPr lang="ko-KR" altLang="en-US" sz="800" spc="-54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일정계획</a:t>
            </a:r>
          </a:p>
        </p:txBody>
      </p:sp>
    </p:spTree>
    <p:extLst>
      <p:ext uri="{BB962C8B-B14F-4D97-AF65-F5344CB8AC3E}">
        <p14:creationId xmlns:p14="http://schemas.microsoft.com/office/powerpoint/2010/main" val="59357999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제목 89"/>
          <p:cNvSpPr>
            <a:spLocks noGrp="1"/>
          </p:cNvSpPr>
          <p:nvPr>
            <p:ph type="title"/>
          </p:nvPr>
        </p:nvSpPr>
        <p:spPr>
          <a:xfrm>
            <a:off x="512676" y="1064568"/>
            <a:ext cx="1202303" cy="199285"/>
          </a:xfrm>
          <a:prstGeom prst="rect">
            <a:avLst/>
          </a:prstGeom>
          <a:noFill/>
        </p:spPr>
        <p:txBody>
          <a:bodyPr wrap="none" lIns="108000" tIns="0" rIns="0" bIns="0" anchor="ctr">
            <a:spAutoFit/>
          </a:bodyPr>
          <a:lstStyle/>
          <a:p>
            <a:r>
              <a:rPr lang="en-US" altLang="ko-KR" sz="1400" dirty="0">
                <a:latin typeface="+mj-lt"/>
                <a:cs typeface="+mj-cs"/>
              </a:rPr>
              <a:t>4.2 </a:t>
            </a:r>
            <a:r>
              <a:rPr lang="ko-KR" altLang="en-US" sz="1400" dirty="0">
                <a:latin typeface="+mj-lt"/>
                <a:cs typeface="+mj-cs"/>
              </a:rPr>
              <a:t>추진일정표</a:t>
            </a:r>
          </a:p>
        </p:txBody>
      </p:sp>
      <p:graphicFrame>
        <p:nvGraphicFramePr>
          <p:cNvPr id="119" name="표 118">
            <a:extLst>
              <a:ext uri="{FF2B5EF4-FFF2-40B4-BE49-F238E27FC236}">
                <a16:creationId xmlns:a16="http://schemas.microsoft.com/office/drawing/2014/main" id="{EDAF6EF1-C5B1-4D51-8147-B8711BC09F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1329043"/>
              </p:ext>
            </p:extLst>
          </p:nvPr>
        </p:nvGraphicFramePr>
        <p:xfrm>
          <a:off x="440668" y="3418977"/>
          <a:ext cx="5976000" cy="57824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6000">
                  <a:extLst>
                    <a:ext uri="{9D8B030D-6E8A-4147-A177-3AD203B41FA5}">
                      <a16:colId xmlns:a16="http://schemas.microsoft.com/office/drawing/2014/main" val="20535321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1717154408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3797337677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1538175586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4083634584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36116494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78149818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697673009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3331663215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669423803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3507470591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4244320076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1661676033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86026717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262269747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653118803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966380169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1981723456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3749141234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930354654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862679548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713460841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624533848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724310358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515685595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3227632354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1417021606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1981519640"/>
                    </a:ext>
                  </a:extLst>
                </a:gridCol>
              </a:tblGrid>
              <a:tr h="220676"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95000"/>
                                  <a:lumOff val="5000"/>
                                </a:schemeClr>
                              </a:gs>
                            </a:gsLst>
                            <a:lin ang="16200000" scaled="1"/>
                          </a:gradFill>
                          <a:latin typeface="+mj-ea"/>
                          <a:ea typeface="+mj-ea"/>
                        </a:rPr>
                        <a:t>M</a:t>
                      </a:r>
                      <a:endParaRPr lang="ko-KR" altLang="en-US" sz="900" b="0" dirty="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j-ea"/>
                        <a:ea typeface="+mj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95000"/>
                                  <a:lumOff val="5000"/>
                                </a:schemeClr>
                              </a:gs>
                            </a:gsLst>
                            <a:lin ang="16200000" scaled="1"/>
                          </a:gradFill>
                          <a:latin typeface="+mj-ea"/>
                          <a:ea typeface="+mj-ea"/>
                        </a:rPr>
                        <a:t>M+1</a:t>
                      </a:r>
                      <a:endParaRPr lang="ko-KR" altLang="en-US" sz="900" b="0" dirty="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j-ea"/>
                        <a:ea typeface="+mj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95000"/>
                                  <a:lumOff val="5000"/>
                                </a:schemeClr>
                              </a:gs>
                            </a:gsLst>
                            <a:lin ang="16200000" scaled="1"/>
                          </a:gradFill>
                          <a:latin typeface="+mj-ea"/>
                          <a:ea typeface="+mj-ea"/>
                        </a:rPr>
                        <a:t>M+2</a:t>
                      </a:r>
                      <a:endParaRPr lang="ko-KR" altLang="en-US" sz="900" b="0" dirty="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j-ea"/>
                        <a:ea typeface="+mj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95000"/>
                                  <a:lumOff val="5000"/>
                                </a:schemeClr>
                              </a:gs>
                            </a:gsLst>
                            <a:lin ang="16200000" scaled="1"/>
                          </a:gradFill>
                          <a:latin typeface="+mj-ea"/>
                          <a:ea typeface="+mj-ea"/>
                        </a:rPr>
                        <a:t>M+3</a:t>
                      </a:r>
                      <a:endParaRPr lang="ko-KR" altLang="en-US" sz="900" b="0" dirty="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j-ea"/>
                        <a:ea typeface="+mj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95000"/>
                                  <a:lumOff val="5000"/>
                                </a:schemeClr>
                              </a:gs>
                            </a:gsLst>
                            <a:lin ang="16200000" scaled="1"/>
                          </a:gradFill>
                          <a:latin typeface="+mj-ea"/>
                          <a:ea typeface="+mj-ea"/>
                        </a:rPr>
                        <a:t>M+4</a:t>
                      </a:r>
                      <a:endParaRPr lang="ko-KR" altLang="en-US" sz="900" b="0" dirty="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j-ea"/>
                        <a:ea typeface="+mj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95000"/>
                                  <a:lumOff val="5000"/>
                                </a:schemeClr>
                              </a:gs>
                            </a:gsLst>
                            <a:lin ang="16200000" scaled="1"/>
                          </a:gradFill>
                          <a:latin typeface="+mj-ea"/>
                          <a:ea typeface="+mj-ea"/>
                        </a:rPr>
                        <a:t>M+5</a:t>
                      </a:r>
                      <a:endParaRPr lang="ko-KR" altLang="en-US" sz="900" b="0" dirty="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j-ea"/>
                        <a:ea typeface="+mj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 gridSpan="3"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900" b="0" kern="1200" dirty="0"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95000"/>
                                  <a:lumOff val="5000"/>
                                </a:schemeClr>
                              </a:gs>
                            </a:gsLst>
                            <a:lin ang="16200000" scaled="1"/>
                          </a:gradFill>
                          <a:latin typeface="+mj-ea"/>
                          <a:ea typeface="+mj-ea"/>
                          <a:cs typeface="+mn-cs"/>
                        </a:rPr>
                        <a:t>M+6 ~</a:t>
                      </a:r>
                      <a:endParaRPr lang="ko-KR" altLang="en-US" sz="900" b="0" kern="1200" dirty="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6686686"/>
                  </a:ext>
                </a:extLst>
              </a:tr>
              <a:tr h="269819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95000"/>
                                  <a:lumOff val="5000"/>
                                </a:scheme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</a:rPr>
                        <a:t>1</a:t>
                      </a:r>
                      <a:endParaRPr lang="ko-KR" altLang="en-US" sz="1100" b="0" dirty="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F3F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95000"/>
                                  <a:lumOff val="5000"/>
                                </a:scheme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</a:rPr>
                        <a:t>2</a:t>
                      </a:r>
                      <a:endParaRPr lang="ko-KR" altLang="en-US" sz="900" b="0" dirty="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F3F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95000"/>
                                  <a:lumOff val="5000"/>
                                </a:scheme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</a:rPr>
                        <a:t>3</a:t>
                      </a:r>
                      <a:endParaRPr lang="ko-KR" altLang="en-US" sz="900" b="0" dirty="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F3F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95000"/>
                                  <a:lumOff val="5000"/>
                                </a:scheme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</a:rPr>
                        <a:t>4</a:t>
                      </a:r>
                      <a:endParaRPr lang="ko-KR" altLang="en-US" sz="900" b="0" dirty="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F3F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95000"/>
                                  <a:lumOff val="5000"/>
                                </a:scheme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</a:rPr>
                        <a:t>1</a:t>
                      </a:r>
                      <a:endParaRPr lang="ko-KR" altLang="en-US" sz="900" b="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F3F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95000"/>
                                  <a:lumOff val="5000"/>
                                </a:scheme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</a:rPr>
                        <a:t>2</a:t>
                      </a:r>
                      <a:endParaRPr lang="ko-KR" altLang="en-US" sz="900" b="0" dirty="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F3F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95000"/>
                                  <a:lumOff val="5000"/>
                                </a:scheme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</a:rPr>
                        <a:t>3</a:t>
                      </a:r>
                      <a:endParaRPr lang="ko-KR" altLang="en-US" sz="900" b="0" dirty="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F3F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95000"/>
                                  <a:lumOff val="5000"/>
                                </a:scheme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</a:rPr>
                        <a:t>4</a:t>
                      </a:r>
                      <a:endParaRPr lang="ko-KR" altLang="en-US" sz="900" b="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F3F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95000"/>
                                  <a:lumOff val="5000"/>
                                </a:scheme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</a:rPr>
                        <a:t>1</a:t>
                      </a:r>
                      <a:endParaRPr lang="ko-KR" altLang="en-US" sz="900" b="0" dirty="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F3F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95000"/>
                                  <a:lumOff val="5000"/>
                                </a:scheme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</a:rPr>
                        <a:t>2</a:t>
                      </a:r>
                      <a:endParaRPr lang="ko-KR" altLang="en-US" sz="900" b="0" dirty="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F3F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95000"/>
                                  <a:lumOff val="5000"/>
                                </a:scheme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</a:rPr>
                        <a:t>3</a:t>
                      </a:r>
                      <a:endParaRPr lang="ko-KR" altLang="en-US" sz="900" b="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F3F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95000"/>
                                  <a:lumOff val="5000"/>
                                </a:scheme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</a:rPr>
                        <a:t>4</a:t>
                      </a:r>
                      <a:endParaRPr lang="ko-KR" altLang="en-US" sz="900" b="0" dirty="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F3F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95000"/>
                                  <a:lumOff val="5000"/>
                                </a:scheme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</a:rPr>
                        <a:t>1</a:t>
                      </a:r>
                      <a:endParaRPr lang="ko-KR" altLang="en-US" sz="900" b="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F3F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95000"/>
                                  <a:lumOff val="5000"/>
                                </a:scheme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</a:rPr>
                        <a:t>2</a:t>
                      </a:r>
                      <a:endParaRPr lang="ko-KR" altLang="en-US" sz="900" b="0" dirty="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F3F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95000"/>
                                  <a:lumOff val="5000"/>
                                </a:scheme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</a:rPr>
                        <a:t>3</a:t>
                      </a:r>
                      <a:endParaRPr lang="ko-KR" altLang="en-US" sz="900" b="0" dirty="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F3F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95000"/>
                                  <a:lumOff val="5000"/>
                                </a:scheme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</a:rPr>
                        <a:t>4</a:t>
                      </a:r>
                      <a:endParaRPr lang="ko-KR" altLang="en-US" sz="900" b="0" dirty="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F3F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95000"/>
                                  <a:lumOff val="5000"/>
                                </a:scheme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</a:rPr>
                        <a:t>1</a:t>
                      </a:r>
                      <a:endParaRPr lang="ko-KR" altLang="en-US" sz="900" b="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F3F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95000"/>
                                  <a:lumOff val="5000"/>
                                </a:scheme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</a:rPr>
                        <a:t>2</a:t>
                      </a:r>
                      <a:endParaRPr lang="ko-KR" altLang="en-US" sz="900" b="0" dirty="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F3F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95000"/>
                                  <a:lumOff val="5000"/>
                                </a:scheme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</a:rPr>
                        <a:t>3</a:t>
                      </a:r>
                      <a:endParaRPr lang="ko-KR" altLang="en-US" sz="900" b="0" dirty="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F3F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95000"/>
                                  <a:lumOff val="5000"/>
                                </a:scheme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</a:rPr>
                        <a:t>4</a:t>
                      </a:r>
                      <a:endParaRPr lang="ko-KR" altLang="en-US" sz="900" b="0" dirty="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F3F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95000"/>
                                  <a:lumOff val="5000"/>
                                </a:scheme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</a:rPr>
                        <a:t>1</a:t>
                      </a:r>
                      <a:endParaRPr lang="ko-KR" altLang="en-US" sz="900" b="0" dirty="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F3F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95000"/>
                                  <a:lumOff val="5000"/>
                                </a:scheme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</a:rPr>
                        <a:t>2</a:t>
                      </a:r>
                      <a:endParaRPr lang="ko-KR" altLang="en-US" sz="900" b="0" dirty="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F3F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95000"/>
                                  <a:lumOff val="5000"/>
                                </a:scheme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</a:rPr>
                        <a:t>3</a:t>
                      </a:r>
                      <a:endParaRPr lang="ko-KR" altLang="en-US" sz="900" b="0" dirty="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F3F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95000"/>
                                  <a:lumOff val="5000"/>
                                </a:scheme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</a:rPr>
                        <a:t>4</a:t>
                      </a:r>
                      <a:endParaRPr lang="ko-KR" altLang="en-US" sz="900" b="0" dirty="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F3FA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4591405"/>
                  </a:ext>
                </a:extLst>
              </a:tr>
              <a:tr h="684000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spcAft>
                          <a:spcPts val="300"/>
                        </a:spcAft>
                      </a:pPr>
                      <a:r>
                        <a:rPr lang="ko-KR" altLang="en-US" sz="900" b="0" kern="1200" dirty="0"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95000"/>
                                  <a:lumOff val="5000"/>
                                </a:schemeClr>
                              </a:gs>
                            </a:gsLst>
                            <a:lin ang="16200000" scaled="1"/>
                          </a:gradFill>
                          <a:latin typeface="+mj-ea"/>
                          <a:ea typeface="+mj-ea"/>
                          <a:cs typeface="+mn-cs"/>
                        </a:rPr>
                        <a:t>프로젝트 관리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6155724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spcAft>
                          <a:spcPts val="300"/>
                        </a:spcAft>
                      </a:pPr>
                      <a:r>
                        <a:rPr lang="ko-KR" altLang="en-US" sz="900" b="0" kern="1200" dirty="0"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95000"/>
                                  <a:lumOff val="5000"/>
                                </a:schemeClr>
                              </a:gs>
                            </a:gsLst>
                            <a:lin ang="16200000" scaled="1"/>
                          </a:gradFill>
                          <a:latin typeface="+mj-ea"/>
                          <a:ea typeface="+mj-ea"/>
                          <a:cs typeface="+mn-cs"/>
                        </a:rPr>
                        <a:t>현행시스템 분석</a:t>
                      </a:r>
                      <a:endParaRPr lang="en-US" altLang="ko-KR" sz="900" b="0" kern="1200" dirty="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j-ea"/>
                        <a:ea typeface="+mj-ea"/>
                        <a:cs typeface="+mn-cs"/>
                      </a:endParaRPr>
                    </a:p>
                    <a:p>
                      <a:pPr marL="0" algn="ctr" defTabSz="914400" rtl="0" eaLnBrk="1" latinLnBrk="1" hangingPunct="1">
                        <a:spcAft>
                          <a:spcPts val="300"/>
                        </a:spcAft>
                      </a:pPr>
                      <a:r>
                        <a:rPr lang="ko-KR" altLang="en-US" sz="900" b="0" kern="1200" dirty="0"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95000"/>
                                  <a:lumOff val="5000"/>
                                </a:schemeClr>
                              </a:gs>
                            </a:gsLst>
                            <a:lin ang="16200000" scaled="1"/>
                          </a:gradFill>
                          <a:latin typeface="+mj-ea"/>
                          <a:ea typeface="+mj-ea"/>
                          <a:cs typeface="+mn-cs"/>
                        </a:rPr>
                        <a:t>요구사항 분석</a:t>
                      </a:r>
                      <a:r>
                        <a:rPr lang="en-US" altLang="ko-KR" sz="900" b="0" kern="1200" dirty="0"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95000"/>
                                  <a:lumOff val="5000"/>
                                </a:schemeClr>
                              </a:gs>
                            </a:gsLst>
                            <a:lin ang="16200000" scaled="1"/>
                          </a:gradFill>
                          <a:latin typeface="+mj-ea"/>
                          <a:ea typeface="+mj-ea"/>
                          <a:cs typeface="+mn-cs"/>
                        </a:rPr>
                        <a:t>/</a:t>
                      </a:r>
                      <a:r>
                        <a:rPr lang="ko-KR" altLang="en-US" sz="900" b="0" kern="1200" dirty="0"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95000"/>
                                  <a:lumOff val="5000"/>
                                </a:schemeClr>
                              </a:gs>
                            </a:gsLst>
                            <a:lin ang="16200000" scaled="1"/>
                          </a:gradFill>
                          <a:latin typeface="+mj-ea"/>
                          <a:ea typeface="+mj-ea"/>
                          <a:cs typeface="+mn-cs"/>
                        </a:rPr>
                        <a:t>정의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5194768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spcAft>
                          <a:spcPts val="300"/>
                        </a:spcAft>
                      </a:pPr>
                      <a:r>
                        <a:rPr lang="ko-KR" altLang="en-US" sz="900" b="0" kern="1200" dirty="0"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95000"/>
                                  <a:lumOff val="5000"/>
                                </a:schemeClr>
                              </a:gs>
                            </a:gsLst>
                            <a:lin ang="16200000" scaled="1"/>
                          </a:gradFill>
                          <a:latin typeface="+mj-ea"/>
                          <a:ea typeface="+mj-ea"/>
                          <a:cs typeface="+mn-cs"/>
                        </a:rPr>
                        <a:t>메뉴</a:t>
                      </a:r>
                      <a:r>
                        <a:rPr lang="en-US" altLang="ko-KR" sz="900" b="0" kern="1200" dirty="0"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95000"/>
                                  <a:lumOff val="5000"/>
                                </a:schemeClr>
                              </a:gs>
                            </a:gsLst>
                            <a:lin ang="16200000" scaled="1"/>
                          </a:gradFill>
                          <a:latin typeface="+mj-ea"/>
                          <a:ea typeface="+mj-ea"/>
                          <a:cs typeface="+mn-cs"/>
                        </a:rPr>
                        <a:t>(IA)/UI</a:t>
                      </a:r>
                      <a:r>
                        <a:rPr lang="en-US" altLang="ko-KR" sz="900" b="0" kern="1200" baseline="0" dirty="0"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95000"/>
                                  <a:lumOff val="5000"/>
                                </a:schemeClr>
                              </a:gs>
                            </a:gsLst>
                            <a:lin ang="16200000" scaled="1"/>
                          </a:gradFill>
                          <a:latin typeface="+mj-ea"/>
                          <a:ea typeface="+mj-ea"/>
                          <a:cs typeface="+mn-cs"/>
                        </a:rPr>
                        <a:t> </a:t>
                      </a:r>
                      <a:r>
                        <a:rPr lang="ko-KR" altLang="en-US" sz="900" b="0" kern="1200" dirty="0"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95000"/>
                                  <a:lumOff val="5000"/>
                                </a:schemeClr>
                              </a:gs>
                            </a:gsLst>
                            <a:lin ang="16200000" scaled="1"/>
                          </a:gradFill>
                          <a:latin typeface="+mj-ea"/>
                          <a:ea typeface="+mj-ea"/>
                          <a:cs typeface="+mn-cs"/>
                        </a:rPr>
                        <a:t>설계</a:t>
                      </a:r>
                      <a:endParaRPr lang="en-US" altLang="ko-KR" sz="900" b="0" kern="1200" dirty="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j-ea"/>
                        <a:ea typeface="+mj-ea"/>
                        <a:cs typeface="+mn-cs"/>
                      </a:endParaRPr>
                    </a:p>
                    <a:p>
                      <a:pPr marL="0" algn="ctr" defTabSz="914400" rtl="0" eaLnBrk="1" latinLnBrk="1" hangingPunct="1">
                        <a:spcAft>
                          <a:spcPts val="300"/>
                        </a:spcAft>
                      </a:pPr>
                      <a:r>
                        <a:rPr lang="ko-KR" altLang="en-US" sz="900" b="0" kern="1200" dirty="0"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95000"/>
                                  <a:lumOff val="5000"/>
                                </a:schemeClr>
                              </a:gs>
                            </a:gsLst>
                            <a:lin ang="16200000" scaled="1"/>
                          </a:gradFill>
                          <a:latin typeface="+mj-ea"/>
                          <a:ea typeface="+mj-ea"/>
                          <a:cs typeface="+mn-cs"/>
                        </a:rPr>
                        <a:t>프로그램 설계</a:t>
                      </a:r>
                      <a:endParaRPr lang="en-US" altLang="ko-KR" sz="900" b="0" kern="1200" dirty="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95000"/>
                                  <a:lumOff val="5000"/>
                                </a:scheme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</a:rPr>
                        <a:t>        </a:t>
                      </a:r>
                      <a:endParaRPr lang="ko-KR" altLang="en-US" sz="110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95000"/>
                                  <a:lumOff val="5000"/>
                                </a:scheme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</a:rPr>
                        <a:t>   </a:t>
                      </a:r>
                      <a:endParaRPr lang="ko-KR" altLang="en-US" sz="110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2217571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spcAft>
                          <a:spcPts val="300"/>
                        </a:spcAft>
                      </a:pPr>
                      <a:r>
                        <a:rPr lang="ko-KR" altLang="en-US" sz="900" b="0" kern="1200" dirty="0"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95000"/>
                                  <a:lumOff val="5000"/>
                                </a:schemeClr>
                              </a:gs>
                            </a:gsLst>
                            <a:lin ang="16200000" scaled="1"/>
                          </a:gradFill>
                          <a:latin typeface="+mj-ea"/>
                          <a:ea typeface="+mj-ea"/>
                          <a:cs typeface="+mn-cs"/>
                        </a:rPr>
                        <a:t>기능</a:t>
                      </a:r>
                      <a:r>
                        <a:rPr lang="en-US" altLang="ko-KR" sz="900" b="0" kern="1200" dirty="0"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95000"/>
                                  <a:lumOff val="5000"/>
                                </a:schemeClr>
                              </a:gs>
                            </a:gsLst>
                            <a:lin ang="16200000" scaled="1"/>
                          </a:gradFill>
                          <a:latin typeface="+mj-ea"/>
                          <a:ea typeface="+mj-ea"/>
                          <a:cs typeface="+mn-cs"/>
                        </a:rPr>
                        <a:t> </a:t>
                      </a:r>
                      <a:r>
                        <a:rPr lang="ko-KR" altLang="en-US" sz="900" b="0" kern="1200" dirty="0"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95000"/>
                                  <a:lumOff val="5000"/>
                                </a:schemeClr>
                              </a:gs>
                            </a:gsLst>
                            <a:lin ang="16200000" scaled="1"/>
                          </a:gradFill>
                          <a:latin typeface="+mj-ea"/>
                          <a:ea typeface="+mj-ea"/>
                          <a:cs typeface="+mn-cs"/>
                        </a:rPr>
                        <a:t>구축</a:t>
                      </a:r>
                      <a:br>
                        <a:rPr lang="en-US" altLang="ko-KR" sz="900" b="0" kern="1200" dirty="0"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95000"/>
                                  <a:lumOff val="5000"/>
                                </a:schemeClr>
                              </a:gs>
                            </a:gsLst>
                            <a:lin ang="16200000" scaled="1"/>
                          </a:gradFill>
                          <a:latin typeface="+mj-ea"/>
                          <a:ea typeface="+mj-ea"/>
                          <a:cs typeface="+mn-cs"/>
                        </a:rPr>
                      </a:br>
                      <a:r>
                        <a:rPr lang="en-US" altLang="ko-KR" sz="900" b="0" kern="1200" dirty="0"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95000"/>
                                  <a:lumOff val="5000"/>
                                </a:schemeClr>
                              </a:gs>
                            </a:gsLst>
                            <a:lin ang="16200000" scaled="1"/>
                          </a:gradFill>
                          <a:latin typeface="+mj-ea"/>
                          <a:ea typeface="+mj-ea"/>
                          <a:cs typeface="+mn-cs"/>
                        </a:rPr>
                        <a:t>(</a:t>
                      </a:r>
                      <a:r>
                        <a:rPr lang="ko-KR" altLang="en-US" sz="900" b="0" kern="1200" dirty="0"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95000"/>
                                  <a:lumOff val="5000"/>
                                </a:schemeClr>
                              </a:gs>
                            </a:gsLst>
                            <a:lin ang="16200000" scaled="1"/>
                          </a:gradFill>
                          <a:latin typeface="+mj-ea"/>
                          <a:ea typeface="+mj-ea"/>
                          <a:cs typeface="+mn-cs"/>
                        </a:rPr>
                        <a:t>업무</a:t>
                      </a:r>
                      <a:r>
                        <a:rPr lang="en-US" altLang="ko-KR" sz="900" b="0" kern="1200" dirty="0"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95000"/>
                                  <a:lumOff val="5000"/>
                                </a:schemeClr>
                              </a:gs>
                            </a:gsLst>
                            <a:lin ang="16200000" scaled="1"/>
                          </a:gradFill>
                          <a:latin typeface="+mj-ea"/>
                          <a:ea typeface="+mj-ea"/>
                          <a:cs typeface="+mn-cs"/>
                        </a:rPr>
                        <a:t>/</a:t>
                      </a:r>
                      <a:r>
                        <a:rPr lang="ko-KR" altLang="en-US" sz="900" b="0" kern="1200" dirty="0"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95000"/>
                                  <a:lumOff val="5000"/>
                                </a:schemeClr>
                              </a:gs>
                            </a:gsLst>
                            <a:lin ang="16200000" scaled="1"/>
                          </a:gradFill>
                          <a:latin typeface="+mj-ea"/>
                          <a:ea typeface="+mj-ea"/>
                          <a:cs typeface="+mn-cs"/>
                        </a:rPr>
                        <a:t>연계</a:t>
                      </a:r>
                      <a:r>
                        <a:rPr lang="en-US" altLang="ko-KR" sz="900" b="0" kern="1200" dirty="0"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95000"/>
                                  <a:lumOff val="5000"/>
                                </a:schemeClr>
                              </a:gs>
                            </a:gsLst>
                            <a:lin ang="16200000" scaled="1"/>
                          </a:gradFill>
                          <a:latin typeface="+mj-ea"/>
                          <a:ea typeface="+mj-ea"/>
                          <a:cs typeface="+mn-cs"/>
                        </a:rPr>
                        <a:t>)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4613853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kern="1200" dirty="0"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95000"/>
                                  <a:lumOff val="5000"/>
                                </a:schemeClr>
                              </a:gs>
                            </a:gsLst>
                            <a:lin ang="16200000" scaled="1"/>
                          </a:gradFill>
                          <a:latin typeface="+mj-ea"/>
                          <a:ea typeface="+mj-ea"/>
                          <a:cs typeface="+mn-cs"/>
                        </a:rPr>
                        <a:t>데이터</a:t>
                      </a:r>
                      <a:br>
                        <a:rPr lang="en-US" altLang="ko-KR" sz="900" b="0" kern="1200" dirty="0"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95000"/>
                                  <a:lumOff val="5000"/>
                                </a:schemeClr>
                              </a:gs>
                            </a:gsLst>
                            <a:lin ang="16200000" scaled="1"/>
                          </a:gradFill>
                          <a:latin typeface="+mj-ea"/>
                          <a:ea typeface="+mj-ea"/>
                          <a:cs typeface="+mn-cs"/>
                        </a:rPr>
                      </a:br>
                      <a:r>
                        <a:rPr lang="ko-KR" altLang="en-US" sz="900" b="0" kern="1200" dirty="0"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95000"/>
                                  <a:lumOff val="5000"/>
                                </a:schemeClr>
                              </a:gs>
                            </a:gsLst>
                            <a:lin ang="16200000" scaled="1"/>
                          </a:gradFill>
                          <a:latin typeface="+mj-ea"/>
                          <a:ea typeface="+mj-ea"/>
                          <a:cs typeface="+mn-cs"/>
                        </a:rPr>
                        <a:t>분석</a:t>
                      </a:r>
                      <a:r>
                        <a:rPr lang="en-US" altLang="ko-KR" sz="900" b="0" kern="1200" dirty="0"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95000"/>
                                  <a:lumOff val="5000"/>
                                </a:schemeClr>
                              </a:gs>
                            </a:gsLst>
                            <a:lin ang="16200000" scaled="1"/>
                          </a:gradFill>
                          <a:latin typeface="+mj-ea"/>
                          <a:ea typeface="+mj-ea"/>
                          <a:cs typeface="+mn-cs"/>
                        </a:rPr>
                        <a:t>/</a:t>
                      </a:r>
                      <a:r>
                        <a:rPr lang="ko-KR" altLang="en-US" sz="900" b="0" kern="1200" dirty="0"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95000"/>
                                  <a:lumOff val="5000"/>
                                </a:schemeClr>
                              </a:gs>
                            </a:gsLst>
                            <a:lin ang="16200000" scaled="1"/>
                          </a:gradFill>
                          <a:latin typeface="+mj-ea"/>
                          <a:ea typeface="+mj-ea"/>
                          <a:cs typeface="+mn-cs"/>
                        </a:rPr>
                        <a:t>설계</a:t>
                      </a:r>
                      <a:r>
                        <a:rPr lang="en-US" altLang="ko-KR" sz="900" b="0" kern="1200" dirty="0"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95000"/>
                                  <a:lumOff val="5000"/>
                                </a:schemeClr>
                              </a:gs>
                            </a:gsLst>
                            <a:lin ang="16200000" scaled="1"/>
                          </a:gradFill>
                          <a:latin typeface="+mj-ea"/>
                          <a:ea typeface="+mj-ea"/>
                          <a:cs typeface="+mn-cs"/>
                        </a:rPr>
                        <a:t>/</a:t>
                      </a:r>
                      <a:r>
                        <a:rPr lang="ko-KR" altLang="en-US" sz="900" b="0" kern="1200" dirty="0"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95000"/>
                                  <a:lumOff val="5000"/>
                                </a:schemeClr>
                              </a:gs>
                            </a:gsLst>
                            <a:lin ang="16200000" scaled="1"/>
                          </a:gradFill>
                          <a:latin typeface="+mj-ea"/>
                          <a:ea typeface="+mj-ea"/>
                          <a:cs typeface="+mn-cs"/>
                        </a:rPr>
                        <a:t>관리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4745937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spcAft>
                          <a:spcPts val="300"/>
                        </a:spcAft>
                      </a:pPr>
                      <a:r>
                        <a:rPr lang="ko-KR" altLang="en-US" sz="900" b="0" kern="1200" dirty="0"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95000"/>
                                  <a:lumOff val="5000"/>
                                </a:schemeClr>
                              </a:gs>
                            </a:gsLst>
                            <a:lin ang="16200000" scaled="1"/>
                          </a:gradFill>
                          <a:latin typeface="+mj-ea"/>
                          <a:ea typeface="+mj-ea"/>
                          <a:cs typeface="+mn-cs"/>
                        </a:rPr>
                        <a:t>단위</a:t>
                      </a:r>
                      <a:r>
                        <a:rPr lang="en-US" altLang="ko-KR" sz="900" b="0" kern="1200" dirty="0"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95000"/>
                                  <a:lumOff val="5000"/>
                                </a:schemeClr>
                              </a:gs>
                            </a:gsLst>
                            <a:lin ang="16200000" scaled="1"/>
                          </a:gradFill>
                          <a:latin typeface="+mj-ea"/>
                          <a:ea typeface="+mj-ea"/>
                          <a:cs typeface="+mn-cs"/>
                        </a:rPr>
                        <a:t>/</a:t>
                      </a:r>
                      <a:r>
                        <a:rPr lang="ko-KR" altLang="en-US" sz="900" b="0" kern="1200" dirty="0"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95000"/>
                                  <a:lumOff val="5000"/>
                                </a:schemeClr>
                              </a:gs>
                            </a:gsLst>
                            <a:lin ang="16200000" scaled="1"/>
                          </a:gradFill>
                          <a:latin typeface="+mj-ea"/>
                          <a:ea typeface="+mj-ea"/>
                          <a:cs typeface="+mn-cs"/>
                        </a:rPr>
                        <a:t>통합 시험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816541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spcAft>
                          <a:spcPts val="300"/>
                        </a:spcAft>
                      </a:pPr>
                      <a:r>
                        <a:rPr lang="ko-KR" altLang="en-US" sz="900" b="0" kern="1200" dirty="0"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95000"/>
                                  <a:lumOff val="5000"/>
                                </a:schemeClr>
                              </a:gs>
                            </a:gsLst>
                            <a:lin ang="16200000" scaled="1"/>
                          </a:gradFill>
                          <a:latin typeface="+mj-ea"/>
                          <a:ea typeface="+mj-ea"/>
                          <a:cs typeface="+mn-cs"/>
                        </a:rPr>
                        <a:t>사용자</a:t>
                      </a:r>
                      <a:r>
                        <a:rPr lang="en-US" altLang="ko-KR" sz="900" b="0" kern="1200" dirty="0"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95000"/>
                                  <a:lumOff val="5000"/>
                                </a:schemeClr>
                              </a:gs>
                            </a:gsLst>
                            <a:lin ang="16200000" scaled="1"/>
                          </a:gradFill>
                          <a:latin typeface="+mj-ea"/>
                          <a:ea typeface="+mj-ea"/>
                          <a:cs typeface="+mn-cs"/>
                        </a:rPr>
                        <a:t>/</a:t>
                      </a:r>
                      <a:r>
                        <a:rPr lang="ko-KR" altLang="en-US" sz="900" b="0" kern="1200" dirty="0"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95000"/>
                                  <a:lumOff val="5000"/>
                                </a:schemeClr>
                              </a:gs>
                            </a:gsLst>
                            <a:lin ang="16200000" scaled="1"/>
                          </a:gradFill>
                          <a:latin typeface="+mj-ea"/>
                          <a:ea typeface="+mj-ea"/>
                          <a:cs typeface="+mn-cs"/>
                        </a:rPr>
                        <a:t>관리자 교육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5732909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spcAft>
                          <a:spcPts val="300"/>
                        </a:spcAft>
                      </a:pPr>
                      <a:r>
                        <a:rPr lang="ko-KR" altLang="en-US" sz="900" b="0" kern="1200" dirty="0"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95000"/>
                                  <a:lumOff val="5000"/>
                                </a:schemeClr>
                              </a:gs>
                            </a:gsLst>
                            <a:lin ang="16200000" scaled="1"/>
                          </a:gradFill>
                          <a:latin typeface="+mj-ea"/>
                          <a:ea typeface="+mj-ea"/>
                          <a:cs typeface="+mn-cs"/>
                        </a:rPr>
                        <a:t>시범 운영 및</a:t>
                      </a:r>
                      <a:br>
                        <a:rPr lang="en-US" altLang="ko-KR" sz="900" b="0" kern="1200" dirty="0"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95000"/>
                                  <a:lumOff val="5000"/>
                                </a:schemeClr>
                              </a:gs>
                            </a:gsLst>
                            <a:lin ang="16200000" scaled="1"/>
                          </a:gradFill>
                          <a:latin typeface="+mj-ea"/>
                          <a:ea typeface="+mj-ea"/>
                          <a:cs typeface="+mn-cs"/>
                        </a:rPr>
                      </a:br>
                      <a:r>
                        <a:rPr lang="ko-KR" altLang="en-US" sz="900" b="0" kern="1200" dirty="0"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95000"/>
                                  <a:lumOff val="5000"/>
                                </a:schemeClr>
                              </a:gs>
                            </a:gsLst>
                            <a:lin ang="16200000" scaled="1"/>
                          </a:gradFill>
                          <a:latin typeface="+mj-ea"/>
                          <a:ea typeface="+mj-ea"/>
                          <a:cs typeface="+mn-cs"/>
                        </a:rPr>
                        <a:t>피드백 보완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4283400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spcAft>
                          <a:spcPts val="300"/>
                        </a:spcAft>
                      </a:pPr>
                      <a:r>
                        <a:rPr lang="ko-KR" altLang="en-US" sz="900" b="0" kern="1200" dirty="0"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95000"/>
                                  <a:lumOff val="5000"/>
                                </a:schemeClr>
                              </a:gs>
                            </a:gsLst>
                            <a:lin ang="16200000" scaled="1"/>
                          </a:gradFill>
                          <a:latin typeface="+mj-ea"/>
                          <a:ea typeface="+mj-ea"/>
                          <a:cs typeface="+mn-cs"/>
                        </a:rPr>
                        <a:t>기타사항</a:t>
                      </a:r>
                      <a:br>
                        <a:rPr lang="en-US" altLang="ko-KR" sz="900" b="0" kern="1200" dirty="0"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95000"/>
                                  <a:lumOff val="5000"/>
                                </a:schemeClr>
                              </a:gs>
                            </a:gsLst>
                            <a:lin ang="16200000" scaled="1"/>
                          </a:gradFill>
                          <a:latin typeface="+mj-ea"/>
                          <a:ea typeface="+mj-ea"/>
                          <a:cs typeface="+mn-cs"/>
                        </a:rPr>
                      </a:br>
                      <a:r>
                        <a:rPr lang="en-US" altLang="ko-KR" sz="900" b="0" kern="1200" dirty="0"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95000"/>
                                  <a:lumOff val="5000"/>
                                </a:schemeClr>
                              </a:gs>
                            </a:gsLst>
                            <a:lin ang="16200000" scaled="1"/>
                          </a:gradFill>
                          <a:latin typeface="+mj-ea"/>
                          <a:ea typeface="+mj-ea"/>
                          <a:cs typeface="+mn-cs"/>
                        </a:rPr>
                        <a:t>(</a:t>
                      </a:r>
                      <a:r>
                        <a:rPr lang="ko-KR" altLang="en-US" sz="900" b="0" kern="1200" dirty="0"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95000"/>
                                  <a:lumOff val="5000"/>
                                </a:schemeClr>
                              </a:gs>
                            </a:gsLst>
                            <a:lin ang="16200000" scaled="1"/>
                          </a:gradFill>
                          <a:latin typeface="+mj-ea"/>
                          <a:ea typeface="+mj-ea"/>
                          <a:cs typeface="+mn-cs"/>
                        </a:rPr>
                        <a:t>회의</a:t>
                      </a:r>
                      <a:r>
                        <a:rPr lang="en-US" altLang="ko-KR" sz="900" b="0" kern="1200" dirty="0"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95000"/>
                                  <a:lumOff val="5000"/>
                                </a:schemeClr>
                              </a:gs>
                            </a:gsLst>
                            <a:lin ang="16200000" scaled="1"/>
                          </a:gradFill>
                          <a:latin typeface="+mj-ea"/>
                          <a:ea typeface="+mj-ea"/>
                          <a:cs typeface="+mn-cs"/>
                        </a:rPr>
                        <a:t>,</a:t>
                      </a:r>
                      <a:r>
                        <a:rPr lang="ko-KR" altLang="en-US" sz="900" b="0" kern="1200" dirty="0"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95000"/>
                                  <a:lumOff val="5000"/>
                                </a:schemeClr>
                              </a:gs>
                            </a:gsLst>
                            <a:lin ang="16200000" scaled="1"/>
                          </a:gradFill>
                          <a:latin typeface="+mj-ea"/>
                          <a:ea typeface="+mj-ea"/>
                          <a:cs typeface="+mn-cs"/>
                        </a:rPr>
                        <a:t>환경</a:t>
                      </a:r>
                      <a:r>
                        <a:rPr lang="en-US" altLang="ko-KR" sz="900" b="0" kern="1200" dirty="0"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95000"/>
                                  <a:lumOff val="5000"/>
                                </a:schemeClr>
                              </a:gs>
                            </a:gsLst>
                            <a:lin ang="16200000" scaled="1"/>
                          </a:gradFill>
                          <a:latin typeface="+mj-ea"/>
                          <a:ea typeface="+mj-ea"/>
                          <a:cs typeface="+mn-cs"/>
                        </a:rPr>
                        <a:t>,</a:t>
                      </a:r>
                      <a:r>
                        <a:rPr lang="ko-KR" altLang="en-US" sz="900" b="0" kern="1200" dirty="0"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95000"/>
                                  <a:lumOff val="5000"/>
                                </a:schemeClr>
                              </a:gs>
                            </a:gsLst>
                            <a:lin ang="16200000" scaled="1"/>
                          </a:gradFill>
                          <a:latin typeface="+mj-ea"/>
                          <a:ea typeface="+mj-ea"/>
                          <a:cs typeface="+mn-cs"/>
                        </a:rPr>
                        <a:t>지원</a:t>
                      </a:r>
                      <a:r>
                        <a:rPr lang="en-US" altLang="ko-KR" sz="900" b="0" kern="1200" dirty="0"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95000"/>
                                  <a:lumOff val="5000"/>
                                </a:schemeClr>
                              </a:gs>
                            </a:gsLst>
                            <a:lin ang="16200000" scaled="1"/>
                          </a:gradFill>
                          <a:latin typeface="+mj-ea"/>
                          <a:ea typeface="+mj-ea"/>
                          <a:cs typeface="+mn-cs"/>
                        </a:rPr>
                        <a:t>)</a:t>
                      </a:r>
                      <a:endParaRPr lang="ko-KR" altLang="en-US" sz="900" b="0" kern="1200" dirty="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0350187"/>
                  </a:ext>
                </a:extLst>
              </a:tr>
            </a:tbl>
          </a:graphicData>
        </a:graphic>
      </p:graphicFrame>
      <p:sp>
        <p:nvSpPr>
          <p:cNvPr id="121" name="Text Box 332">
            <a:extLst>
              <a:ext uri="{FF2B5EF4-FFF2-40B4-BE49-F238E27FC236}">
                <a16:creationId xmlns:a16="http://schemas.microsoft.com/office/drawing/2014/main" id="{D48D6955-9FF2-42F9-892A-B5844C55F5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133" y="3725263"/>
            <a:ext cx="352587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rgbClr val="708688"/>
            </a:prstShdw>
          </a:effectLst>
        </p:spPr>
        <p:txBody>
          <a:bodyPr wrap="square" lIns="0" tIns="0" rIns="0" bIns="0">
            <a:spAutoFit/>
          </a:bodyPr>
          <a:lstStyle/>
          <a:p>
            <a:pPr algn="ctr" defTabSz="887413"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95000"/>
                        <a:lumOff val="5000"/>
                      </a:schemeClr>
                    </a:gs>
                  </a:gsLst>
                  <a:lin ang="16200000" scaled="1"/>
                </a:gradFill>
                <a:latin typeface="+mj-ea"/>
                <a:ea typeface="+mj-ea"/>
              </a:rPr>
              <a:t>구분</a:t>
            </a:r>
            <a:endParaRPr kumimoji="1" lang="en-US" altLang="ko-KR" sz="900" dirty="0">
              <a:gradFill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tx1">
                      <a:lumMod val="95000"/>
                      <a:lumOff val="5000"/>
                    </a:schemeClr>
                  </a:gs>
                </a:gsLst>
                <a:lin ang="16200000" scaled="1"/>
              </a:gradFill>
              <a:latin typeface="+mj-ea"/>
              <a:ea typeface="+mj-ea"/>
            </a:endParaRPr>
          </a:p>
        </p:txBody>
      </p:sp>
      <p:sp>
        <p:nvSpPr>
          <p:cNvPr id="238" name="직사각형 237">
            <a:extLst>
              <a:ext uri="{FF2B5EF4-FFF2-40B4-BE49-F238E27FC236}">
                <a16:creationId xmlns:a16="http://schemas.microsoft.com/office/drawing/2014/main" id="{AFB4DB5F-C140-4234-99A4-1E5539EB86F7}"/>
              </a:ext>
            </a:extLst>
          </p:cNvPr>
          <p:cNvSpPr/>
          <p:nvPr/>
        </p:nvSpPr>
        <p:spPr>
          <a:xfrm>
            <a:off x="440161" y="9242993"/>
            <a:ext cx="5506316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 type="none" w="med" len="lg"/>
                <a:tailEnd type="none" w="med" len="lg"/>
              </a14:hiddenLine>
            </a:ext>
          </a:extLst>
        </p:spPr>
        <p:txBody>
          <a:bodyPr wrap="none" lIns="0" tIns="0" rIns="0" bIns="0" anchor="ctr">
            <a:spAutoFit/>
          </a:bodyPr>
          <a:lstStyle/>
          <a:p>
            <a:pPr defTabSz="914400">
              <a:spcAft>
                <a:spcPts val="300"/>
              </a:spcAft>
            </a:pPr>
            <a:r>
              <a:rPr lang="en-US" altLang="ko-KR" sz="900" kern="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95000"/>
                        <a:lumOff val="5000"/>
                      </a:schemeClr>
                    </a:gs>
                  </a:gsLst>
                  <a:lin ang="16200000" scaled="1"/>
                </a:gra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※ </a:t>
            </a:r>
            <a:r>
              <a:rPr lang="ko-KR" altLang="en-US" sz="900" kern="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95000"/>
                        <a:lumOff val="5000"/>
                      </a:schemeClr>
                    </a:gs>
                  </a:gsLst>
                  <a:lin ang="16200000" scaled="1"/>
                </a:gra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시스템 개발 및 통합테스트는 계약일로부터 </a:t>
            </a:r>
            <a:r>
              <a:rPr lang="en-US" altLang="ko-KR" sz="900" kern="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95000"/>
                        <a:lumOff val="5000"/>
                      </a:schemeClr>
                    </a:gs>
                  </a:gsLst>
                  <a:lin ang="16200000" scaled="1"/>
                </a:gra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6</a:t>
            </a:r>
            <a:r>
              <a:rPr lang="ko-KR" altLang="en-US" sz="900" kern="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95000"/>
                        <a:lumOff val="5000"/>
                      </a:schemeClr>
                    </a:gs>
                  </a:gsLst>
                  <a:lin ang="16200000" scaled="1"/>
                </a:gra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개월까지 진행 및 시스템을 오픈해야 하며</a:t>
            </a:r>
            <a:r>
              <a:rPr lang="en-US" altLang="ko-KR" sz="900" kern="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95000"/>
                        <a:lumOff val="5000"/>
                      </a:schemeClr>
                    </a:gs>
                  </a:gsLst>
                  <a:lin ang="16200000" scaled="1"/>
                </a:gra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, </a:t>
            </a:r>
            <a:r>
              <a:rPr lang="ko-KR" altLang="en-US" sz="900" kern="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95000"/>
                        <a:lumOff val="5000"/>
                      </a:schemeClr>
                    </a:gs>
                  </a:gsLst>
                  <a:lin ang="16200000" scaled="1"/>
                </a:gradFill>
                <a:latin typeface="+mn-ea"/>
              </a:rPr>
              <a:t>안정화 지원은 오픈일로부터 수행</a:t>
            </a:r>
            <a:endParaRPr lang="en-US" altLang="ko-KR" sz="900" kern="0" dirty="0">
              <a:gradFill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tx1">
                      <a:lumMod val="95000"/>
                      <a:lumOff val="5000"/>
                    </a:schemeClr>
                  </a:gs>
                </a:gsLst>
                <a:lin ang="16200000" scaled="1"/>
              </a:gradFill>
              <a:latin typeface="+mn-ea"/>
            </a:endParaRPr>
          </a:p>
        </p:txBody>
      </p:sp>
      <p:sp>
        <p:nvSpPr>
          <p:cNvPr id="354" name="Text Box 4"/>
          <p:cNvSpPr txBox="1">
            <a:spLocks noChangeArrowheads="1"/>
          </p:cNvSpPr>
          <p:nvPr/>
        </p:nvSpPr>
        <p:spPr bwMode="auto">
          <a:xfrm>
            <a:off x="4153892" y="3251702"/>
            <a:ext cx="2263440" cy="138499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defPPr>
              <a:defRPr lang="en-US"/>
            </a:defPPr>
            <a:lvl1pPr marL="177800" indent="-177800" defTabSz="981700" fontAlgn="ctr">
              <a:lnSpc>
                <a:spcPts val="1600"/>
              </a:lnSpc>
              <a:spcAft>
                <a:spcPts val="300"/>
              </a:spcAft>
              <a:buClr>
                <a:prstClr val="white">
                  <a:lumMod val="50000"/>
                </a:prstClr>
              </a:buClr>
              <a:buSzPct val="100000"/>
              <a:buBlip>
                <a:blip r:embed="rId3"/>
              </a:buBlip>
              <a:tabLst>
                <a:tab pos="355600" algn="l"/>
              </a:tabLst>
              <a:defRPr sz="12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69B5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defRPr>
            </a:lvl1pPr>
          </a:lstStyle>
          <a:p>
            <a:pPr marL="108000" lvl="1" indent="-108000" algn="r" defTabSz="903091" fontAlgn="ctr">
              <a:spcAft>
                <a:spcPts val="400"/>
              </a:spcAft>
              <a:buClr>
                <a:prstClr val="black">
                  <a:lumMod val="75000"/>
                  <a:lumOff val="25000"/>
                </a:prstClr>
              </a:buClr>
              <a:buSzPct val="80000"/>
              <a:buBlip>
                <a:blip r:embed="rId4"/>
              </a:buBlip>
              <a:tabLst>
                <a:tab pos="4518513" algn="l"/>
              </a:tabLst>
              <a:defRPr/>
            </a:pPr>
            <a:r>
              <a:rPr lang="ko-KR" altLang="en-US" sz="90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본 일정은 주관기관과 협의 하에 조정될 수 있음</a:t>
            </a:r>
            <a:endParaRPr lang="en-US" altLang="ko-KR" sz="900" dirty="0">
              <a:ln>
                <a:solidFill>
                  <a:prstClr val="black">
                    <a:alpha val="0"/>
                  </a:prst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Pretendard ExtraLight" panose="02000303000000020004" pitchFamily="50" charset="-127"/>
              <a:ea typeface="Pretendard ExtraLight" panose="02000303000000020004" pitchFamily="50" charset="-127"/>
              <a:cs typeface="Pretendard ExtraLight" panose="02000303000000020004" pitchFamily="50" charset="-127"/>
            </a:endParaRPr>
          </a:p>
        </p:txBody>
      </p:sp>
      <p:sp>
        <p:nvSpPr>
          <p:cNvPr id="120" name="Text Box 332">
            <a:extLst>
              <a:ext uri="{FF2B5EF4-FFF2-40B4-BE49-F238E27FC236}">
                <a16:creationId xmlns:a16="http://schemas.microsoft.com/office/drawing/2014/main" id="{C6BCA752-7499-4E07-B495-1326E1D8FC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0748" y="3496502"/>
            <a:ext cx="290557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rgbClr val="708688"/>
            </a:prstShdw>
          </a:effectLst>
        </p:spPr>
        <p:txBody>
          <a:bodyPr wrap="square" lIns="0" tIns="0" rIns="0" bIns="0">
            <a:spAutoFit/>
          </a:bodyPr>
          <a:lstStyle/>
          <a:p>
            <a:pPr algn="ctr" defTabSz="887413"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95000"/>
                        <a:lumOff val="5000"/>
                      </a:schemeClr>
                    </a:gs>
                  </a:gsLst>
                  <a:lin ang="16200000" scaled="1"/>
                </a:gradFill>
                <a:latin typeface="+mj-ea"/>
                <a:ea typeface="+mj-ea"/>
              </a:rPr>
              <a:t>기간</a:t>
            </a:r>
            <a:endParaRPr kumimoji="1" lang="en-US" altLang="ko-KR" sz="900" dirty="0">
              <a:gradFill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tx1">
                      <a:lumMod val="95000"/>
                      <a:lumOff val="5000"/>
                    </a:schemeClr>
                  </a:gs>
                </a:gsLst>
                <a:lin ang="16200000" scaled="1"/>
              </a:gradFill>
              <a:latin typeface="+mj-ea"/>
              <a:ea typeface="+mj-ea"/>
            </a:endParaRPr>
          </a:p>
        </p:txBody>
      </p:sp>
      <p:sp>
        <p:nvSpPr>
          <p:cNvPr id="175" name="사다리꼴 174">
            <a:extLst>
              <a:ext uri="{FF2B5EF4-FFF2-40B4-BE49-F238E27FC236}">
                <a16:creationId xmlns:a16="http://schemas.microsoft.com/office/drawing/2014/main" id="{73B9FD50-8296-42AE-A8E2-5EBB42217513}"/>
              </a:ext>
            </a:extLst>
          </p:cNvPr>
          <p:cNvSpPr/>
          <p:nvPr/>
        </p:nvSpPr>
        <p:spPr>
          <a:xfrm>
            <a:off x="2090308" y="5431880"/>
            <a:ext cx="364761" cy="216000"/>
          </a:xfrm>
          <a:prstGeom prst="trapezoid">
            <a:avLst>
              <a:gd name="adj" fmla="val 31369"/>
            </a:avLst>
          </a:prstGeom>
          <a:solidFill>
            <a:srgbClr val="E8E8E8"/>
          </a:solidFill>
          <a:ln w="6350" cap="flat" cmpd="sng" algn="ctr">
            <a:noFill/>
            <a:prstDash val="solid"/>
          </a:ln>
          <a:effectLst/>
        </p:spPr>
        <p:txBody>
          <a:bodyPr wrap="none" lIns="0" tIns="0" rIns="0" bIns="0" rtlCol="0" anchor="ctr"/>
          <a:lstStyle/>
          <a:p>
            <a:pPr algn="ctr" defTabSz="914400" fontAlgn="base" latinLnBrk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700" kern="0" spc="-5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95000"/>
                        <a:lumOff val="5000"/>
                      </a:schemeClr>
                    </a:gs>
                  </a:gsLst>
                  <a:lin ang="16200000" scaled="1"/>
                </a:gradFill>
                <a:latin typeface="+mn-ea"/>
              </a:rPr>
              <a:t>IA/UI</a:t>
            </a:r>
          </a:p>
          <a:p>
            <a:pPr algn="ctr" defTabSz="914400" fontAlgn="base" latinLnBrk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700" kern="0" spc="-5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95000"/>
                        <a:lumOff val="5000"/>
                      </a:schemeClr>
                    </a:gs>
                  </a:gsLst>
                  <a:lin ang="16200000" scaled="1"/>
                </a:gradFill>
                <a:latin typeface="+mn-ea"/>
              </a:rPr>
              <a:t>설계</a:t>
            </a:r>
          </a:p>
        </p:txBody>
      </p:sp>
      <p:sp>
        <p:nvSpPr>
          <p:cNvPr id="176" name="사다리꼴 175">
            <a:extLst>
              <a:ext uri="{FF2B5EF4-FFF2-40B4-BE49-F238E27FC236}">
                <a16:creationId xmlns:a16="http://schemas.microsoft.com/office/drawing/2014/main" id="{DA5E782A-2E41-4253-BADE-1A9984F7C519}"/>
              </a:ext>
            </a:extLst>
          </p:cNvPr>
          <p:cNvSpPr/>
          <p:nvPr/>
        </p:nvSpPr>
        <p:spPr>
          <a:xfrm>
            <a:off x="2466975" y="5431880"/>
            <a:ext cx="533400" cy="216000"/>
          </a:xfrm>
          <a:prstGeom prst="trapezoid">
            <a:avLst>
              <a:gd name="adj" fmla="val 31369"/>
            </a:avLst>
          </a:prstGeom>
          <a:solidFill>
            <a:srgbClr val="E8E8E8"/>
          </a:solidFill>
          <a:ln w="6350" cap="flat" cmpd="sng" algn="ctr">
            <a:noFill/>
            <a:prstDash val="solid"/>
          </a:ln>
          <a:effectLst/>
        </p:spPr>
        <p:txBody>
          <a:bodyPr wrap="none" lIns="0" tIns="0" rIns="0" bIns="0" rtlCol="0" anchor="ctr"/>
          <a:lstStyle/>
          <a:p>
            <a:pPr algn="ctr" defTabSz="914400" fontAlgn="base" latinLnBrk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700" kern="0" spc="-5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95000"/>
                        <a:lumOff val="5000"/>
                      </a:schemeClr>
                    </a:gs>
                  </a:gsLst>
                  <a:lin ang="16200000" scaled="1"/>
                </a:gradFill>
                <a:latin typeface="+mn-ea"/>
              </a:rPr>
              <a:t>기능 설계</a:t>
            </a:r>
          </a:p>
        </p:txBody>
      </p:sp>
      <p:sp>
        <p:nvSpPr>
          <p:cNvPr id="178" name="사다리꼴 177">
            <a:extLst>
              <a:ext uri="{FF2B5EF4-FFF2-40B4-BE49-F238E27FC236}">
                <a16:creationId xmlns:a16="http://schemas.microsoft.com/office/drawing/2014/main" id="{3A180ADC-C2AE-41DA-BA9E-215AB6D131F0}"/>
              </a:ext>
            </a:extLst>
          </p:cNvPr>
          <p:cNvSpPr/>
          <p:nvPr/>
        </p:nvSpPr>
        <p:spPr>
          <a:xfrm>
            <a:off x="1556793" y="8722640"/>
            <a:ext cx="362495" cy="216000"/>
          </a:xfrm>
          <a:prstGeom prst="trapezoid">
            <a:avLst>
              <a:gd name="adj" fmla="val 31369"/>
            </a:avLst>
          </a:prstGeom>
          <a:solidFill>
            <a:srgbClr val="E8E8E8"/>
          </a:solidFill>
          <a:ln w="6350" cap="flat" cmpd="sng" algn="ctr">
            <a:noFill/>
            <a:prstDash val="solid"/>
          </a:ln>
          <a:effectLst/>
        </p:spPr>
        <p:txBody>
          <a:bodyPr wrap="none" lIns="0" tIns="0" rIns="0" bIns="0" rtlCol="0" anchor="ctr"/>
          <a:lstStyle/>
          <a:p>
            <a:pPr algn="ctr" defTabSz="914400" fontAlgn="base" latinLnBrk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700" kern="0" spc="-5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95000"/>
                        <a:lumOff val="5000"/>
                      </a:schemeClr>
                    </a:gs>
                  </a:gsLst>
                  <a:lin ang="16200000" scaled="1"/>
                </a:gradFill>
                <a:latin typeface="+mn-ea"/>
              </a:rPr>
              <a:t>환경</a:t>
            </a:r>
            <a:endParaRPr kumimoji="1" lang="en-US" altLang="ko-KR" sz="700" kern="0" spc="-50" dirty="0">
              <a:gradFill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tx1">
                      <a:lumMod val="95000"/>
                      <a:lumOff val="5000"/>
                    </a:schemeClr>
                  </a:gs>
                </a:gsLst>
                <a:lin ang="16200000" scaled="1"/>
              </a:gradFill>
              <a:latin typeface="+mn-ea"/>
            </a:endParaRPr>
          </a:p>
          <a:p>
            <a:pPr algn="ctr" defTabSz="914400" fontAlgn="base" latinLnBrk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700" kern="0" spc="-5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95000"/>
                        <a:lumOff val="5000"/>
                      </a:schemeClr>
                    </a:gs>
                  </a:gsLst>
                  <a:lin ang="16200000" scaled="1"/>
                </a:gradFill>
                <a:latin typeface="+mn-ea"/>
              </a:rPr>
              <a:t>구성</a:t>
            </a:r>
          </a:p>
        </p:txBody>
      </p:sp>
      <p:sp>
        <p:nvSpPr>
          <p:cNvPr id="179" name="사다리꼴 178">
            <a:extLst>
              <a:ext uri="{FF2B5EF4-FFF2-40B4-BE49-F238E27FC236}">
                <a16:creationId xmlns:a16="http://schemas.microsoft.com/office/drawing/2014/main" id="{2BEBB957-BFAF-4CE3-BC30-BC12E9A394D8}"/>
              </a:ext>
            </a:extLst>
          </p:cNvPr>
          <p:cNvSpPr/>
          <p:nvPr/>
        </p:nvSpPr>
        <p:spPr>
          <a:xfrm>
            <a:off x="5518199" y="8722640"/>
            <a:ext cx="536525" cy="216000"/>
          </a:xfrm>
          <a:prstGeom prst="trapezoid">
            <a:avLst>
              <a:gd name="adj" fmla="val 31369"/>
            </a:avLst>
          </a:prstGeom>
          <a:solidFill>
            <a:srgbClr val="E8E8E8"/>
          </a:solidFill>
          <a:ln w="6350" cap="flat" cmpd="sng" algn="ctr">
            <a:noFill/>
            <a:prstDash val="solid"/>
          </a:ln>
          <a:effectLst/>
        </p:spPr>
        <p:txBody>
          <a:bodyPr wrap="none" lIns="0" tIns="0" rIns="0" bIns="0" rtlCol="0" anchor="ctr"/>
          <a:lstStyle/>
          <a:p>
            <a:pPr algn="ctr" defTabSz="914400" fontAlgn="base" latinLnBrk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700" kern="0" spc="-5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95000"/>
                        <a:lumOff val="5000"/>
                      </a:schemeClr>
                    </a:gs>
                  </a:gsLst>
                  <a:lin ang="16200000" scaled="1"/>
                </a:gradFill>
                <a:latin typeface="+mn-ea"/>
              </a:rPr>
              <a:t>기술이전</a:t>
            </a:r>
          </a:p>
        </p:txBody>
      </p:sp>
      <p:sp>
        <p:nvSpPr>
          <p:cNvPr id="180" name="사다리꼴 179">
            <a:extLst>
              <a:ext uri="{FF2B5EF4-FFF2-40B4-BE49-F238E27FC236}">
                <a16:creationId xmlns:a16="http://schemas.microsoft.com/office/drawing/2014/main" id="{FB947E39-FF9C-4375-9CCB-8D1C612E9AF1}"/>
              </a:ext>
            </a:extLst>
          </p:cNvPr>
          <p:cNvSpPr/>
          <p:nvPr/>
        </p:nvSpPr>
        <p:spPr>
          <a:xfrm>
            <a:off x="1916906" y="8722640"/>
            <a:ext cx="3605213" cy="216000"/>
          </a:xfrm>
          <a:prstGeom prst="trapezoid">
            <a:avLst>
              <a:gd name="adj" fmla="val 31369"/>
            </a:avLst>
          </a:prstGeom>
          <a:solidFill>
            <a:srgbClr val="E8E8E8"/>
          </a:solidFill>
          <a:ln w="6350" cap="flat" cmpd="sng" algn="ctr">
            <a:noFill/>
            <a:prstDash val="solid"/>
          </a:ln>
          <a:effectLst/>
        </p:spPr>
        <p:txBody>
          <a:bodyPr wrap="none" lIns="0" tIns="0" rIns="0" bIns="0" rtlCol="0" anchor="ctr"/>
          <a:lstStyle/>
          <a:p>
            <a:pPr algn="ctr" defTabSz="914400" fontAlgn="base" latinLnBrk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700" kern="0" spc="-5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95000"/>
                        <a:lumOff val="5000"/>
                      </a:schemeClr>
                    </a:gs>
                  </a:gsLst>
                  <a:lin ang="16200000" scaled="1"/>
                </a:gradFill>
                <a:latin typeface="+mn-ea"/>
              </a:rPr>
              <a:t>업무 수시 회의 진행</a:t>
            </a:r>
          </a:p>
        </p:txBody>
      </p:sp>
      <p:sp>
        <p:nvSpPr>
          <p:cNvPr id="181" name="AutoShape 329">
            <a:extLst>
              <a:ext uri="{FF2B5EF4-FFF2-40B4-BE49-F238E27FC236}">
                <a16:creationId xmlns:a16="http://schemas.microsoft.com/office/drawing/2014/main" id="{596693C9-6140-42A1-90E4-AF68D1A7AE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1824" y="8997401"/>
            <a:ext cx="1802608" cy="168067"/>
          </a:xfrm>
          <a:prstGeom prst="rightArrow">
            <a:avLst>
              <a:gd name="adj1" fmla="val 63870"/>
              <a:gd name="adj2" fmla="val 87014"/>
            </a:avLst>
          </a:prstGeom>
          <a:gradFill rotWithShape="1"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rgbClr val="1D3D7D"/>
              </a:gs>
            </a:gsLst>
            <a:lin ang="0" scaled="1"/>
          </a:gradFill>
          <a:ln w="3175" algn="ctr">
            <a:noFill/>
            <a:miter lim="800000"/>
            <a:headEnd/>
            <a:tailEnd/>
          </a:ln>
        </p:spPr>
        <p:txBody>
          <a:bodyPr wrap="none" lIns="36000" tIns="0" rIns="0" bIns="0" anchor="ctr"/>
          <a:lstStyle/>
          <a:p>
            <a:pPr marL="247650" indent="-247650" defTabSz="847725" fontAlgn="base">
              <a:spcBef>
                <a:spcPct val="0"/>
              </a:spcBef>
              <a:spcAft>
                <a:spcPct val="0"/>
              </a:spcAft>
              <a:tabLst>
                <a:tab pos="158750" algn="l"/>
                <a:tab pos="317500" algn="l"/>
                <a:tab pos="441325" algn="l"/>
              </a:tabLst>
            </a:pPr>
            <a:r>
              <a:rPr kumimoji="1" lang="ko-KR" altLang="en-US" sz="800">
                <a:latin typeface="+mn-ea"/>
              </a:rPr>
              <a:t>구현단계</a:t>
            </a:r>
          </a:p>
        </p:txBody>
      </p:sp>
      <p:sp>
        <p:nvSpPr>
          <p:cNvPr id="182" name="AutoShape 329">
            <a:extLst>
              <a:ext uri="{FF2B5EF4-FFF2-40B4-BE49-F238E27FC236}">
                <a16:creationId xmlns:a16="http://schemas.microsoft.com/office/drawing/2014/main" id="{2E3FC86E-0281-4CA2-A60C-D20C77C92E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6475" y="8997401"/>
            <a:ext cx="895223" cy="168067"/>
          </a:xfrm>
          <a:prstGeom prst="rightArrow">
            <a:avLst>
              <a:gd name="adj1" fmla="val 63870"/>
              <a:gd name="adj2" fmla="val 87013"/>
            </a:avLst>
          </a:prstGeom>
          <a:gradFill rotWithShape="1"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rgbClr val="2D7CBD"/>
              </a:gs>
            </a:gsLst>
            <a:lin ang="0" scaled="1"/>
          </a:gradFill>
          <a:ln w="3175" algn="ctr">
            <a:noFill/>
            <a:miter lim="800000"/>
            <a:headEnd/>
            <a:tailEnd/>
          </a:ln>
        </p:spPr>
        <p:txBody>
          <a:bodyPr wrap="none" lIns="36000" tIns="0" rIns="0" bIns="0" anchor="ctr"/>
          <a:lstStyle/>
          <a:p>
            <a:pPr marL="247650" indent="-247650" defTabSz="847725" fontAlgn="base">
              <a:spcBef>
                <a:spcPct val="0"/>
              </a:spcBef>
              <a:spcAft>
                <a:spcPct val="0"/>
              </a:spcAft>
              <a:tabLst>
                <a:tab pos="158750" algn="l"/>
                <a:tab pos="317500" algn="l"/>
                <a:tab pos="441325" algn="l"/>
              </a:tabLst>
            </a:pPr>
            <a:r>
              <a:rPr kumimoji="1" lang="ko-KR" altLang="en-US" sz="800">
                <a:latin typeface="+mn-ea"/>
              </a:rPr>
              <a:t>설계단계</a:t>
            </a:r>
          </a:p>
        </p:txBody>
      </p:sp>
      <p:sp>
        <p:nvSpPr>
          <p:cNvPr id="183" name="AutoShape 329">
            <a:extLst>
              <a:ext uri="{FF2B5EF4-FFF2-40B4-BE49-F238E27FC236}">
                <a16:creationId xmlns:a16="http://schemas.microsoft.com/office/drawing/2014/main" id="{002E2BF1-6642-4459-A74E-851790F51C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6792" y="8997401"/>
            <a:ext cx="719683" cy="168067"/>
          </a:xfrm>
          <a:prstGeom prst="rightArrow">
            <a:avLst>
              <a:gd name="adj1" fmla="val 63870"/>
              <a:gd name="adj2" fmla="val 73247"/>
            </a:avLst>
          </a:prstGeom>
          <a:gradFill rotWithShape="1"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rgbClr val="2D7CBD"/>
              </a:gs>
            </a:gsLst>
            <a:lin ang="0" scaled="1"/>
          </a:gradFill>
          <a:ln w="3175" algn="ctr">
            <a:noFill/>
            <a:miter lim="800000"/>
            <a:headEnd/>
            <a:tailEnd/>
          </a:ln>
        </p:spPr>
        <p:txBody>
          <a:bodyPr wrap="none" lIns="36000" tIns="0" rIns="0" bIns="0" anchor="ctr"/>
          <a:lstStyle/>
          <a:p>
            <a:pPr marL="247650" indent="-247650" defTabSz="847725" fontAlgn="base">
              <a:spcBef>
                <a:spcPct val="0"/>
              </a:spcBef>
              <a:spcAft>
                <a:spcPct val="0"/>
              </a:spcAft>
              <a:tabLst>
                <a:tab pos="158750" algn="l"/>
                <a:tab pos="317500" algn="l"/>
                <a:tab pos="441325" algn="l"/>
              </a:tabLst>
            </a:pPr>
            <a:r>
              <a:rPr kumimoji="1" lang="ko-KR" altLang="en-US" sz="800" dirty="0">
                <a:latin typeface="+mn-ea"/>
              </a:rPr>
              <a:t>분석단계</a:t>
            </a:r>
          </a:p>
        </p:txBody>
      </p:sp>
      <p:sp>
        <p:nvSpPr>
          <p:cNvPr id="184" name="AutoShape 329">
            <a:extLst>
              <a:ext uri="{FF2B5EF4-FFF2-40B4-BE49-F238E27FC236}">
                <a16:creationId xmlns:a16="http://schemas.microsoft.com/office/drawing/2014/main" id="{EDB55324-2AD7-4D5D-9717-1916A4383E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95949" y="8997401"/>
            <a:ext cx="720718" cy="168067"/>
          </a:xfrm>
          <a:prstGeom prst="rightArrow">
            <a:avLst>
              <a:gd name="adj1" fmla="val 63870"/>
              <a:gd name="adj2" fmla="val 90456"/>
            </a:avLst>
          </a:prstGeom>
          <a:gradFill rotWithShape="1"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rgbClr val="ECA099"/>
              </a:gs>
            </a:gsLst>
            <a:lin ang="0" scaled="1"/>
          </a:gradFill>
          <a:ln w="3175" algn="ctr">
            <a:noFill/>
            <a:miter lim="800000"/>
            <a:headEnd/>
            <a:tailEnd/>
          </a:ln>
        </p:spPr>
        <p:txBody>
          <a:bodyPr wrap="none" lIns="36000" tIns="0" rIns="0" bIns="0" anchor="ctr"/>
          <a:lstStyle/>
          <a:p>
            <a:pPr marL="247650" indent="-247650" defTabSz="847725" fontAlgn="base">
              <a:spcBef>
                <a:spcPct val="0"/>
              </a:spcBef>
              <a:spcAft>
                <a:spcPct val="0"/>
              </a:spcAft>
              <a:tabLst>
                <a:tab pos="158750" algn="l"/>
                <a:tab pos="317500" algn="l"/>
                <a:tab pos="441325" algn="l"/>
              </a:tabLst>
            </a:pPr>
            <a:r>
              <a:rPr kumimoji="1" lang="ko-KR" altLang="en-US" sz="800" dirty="0">
                <a:latin typeface="+mn-ea"/>
              </a:rPr>
              <a:t>운영</a:t>
            </a:r>
            <a:r>
              <a:rPr kumimoji="1" lang="en-US" altLang="ko-KR" sz="800" dirty="0">
                <a:latin typeface="+mn-ea"/>
              </a:rPr>
              <a:t>(</a:t>
            </a:r>
            <a:r>
              <a:rPr kumimoji="1" lang="ko-KR" altLang="en-US" sz="800" dirty="0">
                <a:latin typeface="+mn-ea"/>
              </a:rPr>
              <a:t>안정화</a:t>
            </a:r>
            <a:r>
              <a:rPr kumimoji="1" lang="en-US" altLang="ko-KR" sz="800" dirty="0">
                <a:latin typeface="+mn-ea"/>
              </a:rPr>
              <a:t>)</a:t>
            </a:r>
            <a:endParaRPr kumimoji="1" lang="ko-KR" altLang="en-US" sz="800" dirty="0">
              <a:latin typeface="+mn-ea"/>
            </a:endParaRPr>
          </a:p>
        </p:txBody>
      </p:sp>
      <p:sp>
        <p:nvSpPr>
          <p:cNvPr id="185" name="AutoShape 329">
            <a:extLst>
              <a:ext uri="{FF2B5EF4-FFF2-40B4-BE49-F238E27FC236}">
                <a16:creationId xmlns:a16="http://schemas.microsoft.com/office/drawing/2014/main" id="{367EA579-9E1D-4517-83B7-9AAA914003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74430" y="8997401"/>
            <a:ext cx="721519" cy="168067"/>
          </a:xfrm>
          <a:prstGeom prst="rightArrow">
            <a:avLst>
              <a:gd name="adj1" fmla="val 63870"/>
              <a:gd name="adj2" fmla="val 93897"/>
            </a:avLst>
          </a:prstGeom>
          <a:gradFill rotWithShape="1"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rgbClr val="0099CC"/>
              </a:gs>
            </a:gsLst>
            <a:lin ang="0" scaled="1"/>
          </a:gradFill>
          <a:ln w="3175" algn="ctr">
            <a:noFill/>
            <a:miter lim="800000"/>
            <a:headEnd/>
            <a:tailEnd/>
          </a:ln>
        </p:spPr>
        <p:txBody>
          <a:bodyPr wrap="none" lIns="36000" tIns="0" rIns="0" bIns="0" anchor="ctr"/>
          <a:lstStyle/>
          <a:p>
            <a:pPr marL="247650" indent="-247650" defTabSz="847725" fontAlgn="base">
              <a:spcBef>
                <a:spcPct val="0"/>
              </a:spcBef>
              <a:spcAft>
                <a:spcPct val="0"/>
              </a:spcAft>
              <a:tabLst>
                <a:tab pos="158750" algn="l"/>
                <a:tab pos="317500" algn="l"/>
                <a:tab pos="441325" algn="l"/>
              </a:tabLst>
            </a:pPr>
            <a:r>
              <a:rPr kumimoji="1" lang="ko-KR" altLang="en-US" sz="800" dirty="0">
                <a:latin typeface="+mn-ea"/>
              </a:rPr>
              <a:t>시험단계</a:t>
            </a:r>
          </a:p>
        </p:txBody>
      </p:sp>
      <p:sp>
        <p:nvSpPr>
          <p:cNvPr id="186" name="사다리꼴 185">
            <a:extLst>
              <a:ext uri="{FF2B5EF4-FFF2-40B4-BE49-F238E27FC236}">
                <a16:creationId xmlns:a16="http://schemas.microsoft.com/office/drawing/2014/main" id="{2D709180-AC43-4FED-812F-878FE03F47AC}"/>
              </a:ext>
            </a:extLst>
          </p:cNvPr>
          <p:cNvSpPr/>
          <p:nvPr/>
        </p:nvSpPr>
        <p:spPr>
          <a:xfrm>
            <a:off x="1574254" y="4855816"/>
            <a:ext cx="293631" cy="216000"/>
          </a:xfrm>
          <a:prstGeom prst="trapezoid">
            <a:avLst>
              <a:gd name="adj" fmla="val 31369"/>
            </a:avLst>
          </a:prstGeom>
          <a:solidFill>
            <a:srgbClr val="E8E8E8"/>
          </a:solidFill>
          <a:ln w="6350" cap="flat" cmpd="sng" algn="ctr">
            <a:noFill/>
            <a:prstDash val="solid"/>
          </a:ln>
          <a:effectLst/>
        </p:spPr>
        <p:txBody>
          <a:bodyPr wrap="none" lIns="0" tIns="0" rIns="0" bIns="0" rtlCol="0" anchor="ctr"/>
          <a:lstStyle/>
          <a:p>
            <a:pPr algn="ctr" defTabSz="914400" fontAlgn="base" latinLnBrk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700" kern="0" spc="-5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95000"/>
                        <a:lumOff val="5000"/>
                      </a:schemeClr>
                    </a:gs>
                  </a:gsLst>
                  <a:lin ang="16200000" scaled="1"/>
                </a:gradFill>
                <a:latin typeface="+mn-ea"/>
              </a:rPr>
              <a:t>환경</a:t>
            </a:r>
            <a:endParaRPr kumimoji="1" lang="en-US" altLang="ko-KR" sz="700" kern="0" spc="-50" dirty="0">
              <a:gradFill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tx1">
                      <a:lumMod val="95000"/>
                      <a:lumOff val="5000"/>
                    </a:schemeClr>
                  </a:gs>
                </a:gsLst>
                <a:lin ang="16200000" scaled="1"/>
              </a:gradFill>
              <a:latin typeface="+mn-ea"/>
            </a:endParaRPr>
          </a:p>
          <a:p>
            <a:pPr algn="ctr" defTabSz="914400" fontAlgn="base" latinLnBrk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700" kern="0" spc="-5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95000"/>
                        <a:lumOff val="5000"/>
                      </a:schemeClr>
                    </a:gs>
                  </a:gsLst>
                  <a:lin ang="16200000" scaled="1"/>
                </a:gradFill>
                <a:latin typeface="+mn-ea"/>
              </a:rPr>
              <a:t>분석</a:t>
            </a:r>
          </a:p>
        </p:txBody>
      </p:sp>
      <p:sp>
        <p:nvSpPr>
          <p:cNvPr id="187" name="사다리꼴 186">
            <a:extLst>
              <a:ext uri="{FF2B5EF4-FFF2-40B4-BE49-F238E27FC236}">
                <a16:creationId xmlns:a16="http://schemas.microsoft.com/office/drawing/2014/main" id="{3A71BF5B-8A4F-407B-BF5E-9BCA1622FB1E}"/>
              </a:ext>
            </a:extLst>
          </p:cNvPr>
          <p:cNvSpPr/>
          <p:nvPr/>
        </p:nvSpPr>
        <p:spPr>
          <a:xfrm>
            <a:off x="1867885" y="4855816"/>
            <a:ext cx="444721" cy="216000"/>
          </a:xfrm>
          <a:prstGeom prst="trapezoid">
            <a:avLst>
              <a:gd name="adj" fmla="val 31369"/>
            </a:avLst>
          </a:prstGeom>
          <a:solidFill>
            <a:srgbClr val="E8E8E8"/>
          </a:solidFill>
          <a:ln w="6350" cap="flat" cmpd="sng" algn="ctr">
            <a:noFill/>
            <a:prstDash val="solid"/>
          </a:ln>
          <a:effectLst/>
        </p:spPr>
        <p:txBody>
          <a:bodyPr wrap="none" lIns="0" tIns="0" rIns="0" bIns="0" rtlCol="0" anchor="ctr"/>
          <a:lstStyle/>
          <a:p>
            <a:pPr algn="ctr" defTabSz="914400" fontAlgn="base" latinLnBrk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700" kern="0" spc="-5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95000"/>
                        <a:lumOff val="5000"/>
                      </a:schemeClr>
                    </a:gs>
                  </a:gsLst>
                  <a:lin ang="16200000" scaled="1"/>
                </a:gradFill>
                <a:latin typeface="+mn-ea"/>
              </a:rPr>
              <a:t>현시스템</a:t>
            </a:r>
            <a:endParaRPr kumimoji="1" lang="en-US" altLang="ko-KR" sz="700" kern="0" spc="-50" dirty="0">
              <a:gradFill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tx1">
                      <a:lumMod val="95000"/>
                      <a:lumOff val="5000"/>
                    </a:schemeClr>
                  </a:gs>
                </a:gsLst>
                <a:lin ang="16200000" scaled="1"/>
              </a:gradFill>
              <a:latin typeface="+mn-ea"/>
            </a:endParaRPr>
          </a:p>
          <a:p>
            <a:pPr algn="ctr" defTabSz="914400" fontAlgn="base" latinLnBrk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700" kern="0" spc="-5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95000"/>
                        <a:lumOff val="5000"/>
                      </a:schemeClr>
                    </a:gs>
                  </a:gsLst>
                  <a:lin ang="16200000" scaled="1"/>
                </a:gradFill>
                <a:latin typeface="+mn-ea"/>
              </a:rPr>
              <a:t>분석</a:t>
            </a:r>
          </a:p>
        </p:txBody>
      </p:sp>
      <p:sp>
        <p:nvSpPr>
          <p:cNvPr id="188" name="사다리꼴 187">
            <a:extLst>
              <a:ext uri="{FF2B5EF4-FFF2-40B4-BE49-F238E27FC236}">
                <a16:creationId xmlns:a16="http://schemas.microsoft.com/office/drawing/2014/main" id="{0AF8236B-8975-4DB1-B146-ED5A768108FA}"/>
              </a:ext>
            </a:extLst>
          </p:cNvPr>
          <p:cNvSpPr/>
          <p:nvPr/>
        </p:nvSpPr>
        <p:spPr>
          <a:xfrm>
            <a:off x="5150644" y="7736136"/>
            <a:ext cx="547686" cy="216000"/>
          </a:xfrm>
          <a:prstGeom prst="trapezoid">
            <a:avLst>
              <a:gd name="adj" fmla="val 31369"/>
            </a:avLst>
          </a:prstGeom>
          <a:solidFill>
            <a:srgbClr val="E8E8E8"/>
          </a:solidFill>
          <a:ln w="6350" cap="flat" cmpd="sng" algn="ctr">
            <a:noFill/>
            <a:prstDash val="solid"/>
          </a:ln>
          <a:effectLst/>
        </p:spPr>
        <p:txBody>
          <a:bodyPr wrap="none" lIns="0" tIns="0" rIns="0" bIns="0" rtlCol="0" anchor="ctr"/>
          <a:lstStyle/>
          <a:p>
            <a:pPr algn="ctr" defTabSz="914400" fontAlgn="base" latinLnBrk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700" kern="0" spc="-5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95000"/>
                        <a:lumOff val="5000"/>
                      </a:schemeClr>
                    </a:gs>
                  </a:gsLst>
                  <a:lin ang="16200000" scaled="1"/>
                </a:gradFill>
                <a:latin typeface="+mn-ea"/>
              </a:rPr>
              <a:t>사용자</a:t>
            </a:r>
            <a:r>
              <a:rPr kumimoji="1" lang="en-US" altLang="ko-KR" sz="700" kern="0" spc="-5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95000"/>
                        <a:lumOff val="5000"/>
                      </a:schemeClr>
                    </a:gs>
                  </a:gsLst>
                  <a:lin ang="16200000" scaled="1"/>
                </a:gradFill>
                <a:latin typeface="+mn-ea"/>
              </a:rPr>
              <a:t>/</a:t>
            </a:r>
            <a:r>
              <a:rPr kumimoji="1" lang="ko-KR" altLang="en-US" sz="700" kern="0" spc="-5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95000"/>
                        <a:lumOff val="5000"/>
                      </a:schemeClr>
                    </a:gs>
                  </a:gsLst>
                  <a:lin ang="16200000" scaled="1"/>
                </a:gradFill>
                <a:latin typeface="+mn-ea"/>
              </a:rPr>
              <a:t>관리자</a:t>
            </a:r>
            <a:endParaRPr kumimoji="1" lang="en-US" altLang="ko-KR" sz="700" kern="0" spc="-50" dirty="0">
              <a:gradFill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tx1">
                      <a:lumMod val="95000"/>
                      <a:lumOff val="5000"/>
                    </a:schemeClr>
                  </a:gs>
                </a:gsLst>
                <a:lin ang="16200000" scaled="1"/>
              </a:gradFill>
              <a:latin typeface="+mn-ea"/>
            </a:endParaRPr>
          </a:p>
          <a:p>
            <a:pPr algn="ctr" defTabSz="914400" fontAlgn="base" latinLnBrk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700" kern="0" spc="-5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95000"/>
                        <a:lumOff val="5000"/>
                      </a:schemeClr>
                    </a:gs>
                  </a:gsLst>
                  <a:lin ang="16200000" scaled="1"/>
                </a:gradFill>
                <a:latin typeface="+mn-ea"/>
              </a:rPr>
              <a:t>교육</a:t>
            </a:r>
          </a:p>
        </p:txBody>
      </p:sp>
      <p:sp>
        <p:nvSpPr>
          <p:cNvPr id="189" name="사다리꼴 188">
            <a:extLst>
              <a:ext uri="{FF2B5EF4-FFF2-40B4-BE49-F238E27FC236}">
                <a16:creationId xmlns:a16="http://schemas.microsoft.com/office/drawing/2014/main" id="{0628487D-6960-4C8E-A253-49DC900089F3}"/>
              </a:ext>
            </a:extLst>
          </p:cNvPr>
          <p:cNvSpPr/>
          <p:nvPr/>
        </p:nvSpPr>
        <p:spPr>
          <a:xfrm>
            <a:off x="5424488" y="6584008"/>
            <a:ext cx="276226" cy="216000"/>
          </a:xfrm>
          <a:prstGeom prst="trapezoid">
            <a:avLst>
              <a:gd name="adj" fmla="val 31369"/>
            </a:avLst>
          </a:prstGeom>
          <a:solidFill>
            <a:srgbClr val="E8E8E8"/>
          </a:solidFill>
          <a:ln w="6350" cap="flat" cmpd="sng" algn="ctr">
            <a:noFill/>
            <a:prstDash val="solid"/>
          </a:ln>
          <a:effectLst/>
        </p:spPr>
        <p:txBody>
          <a:bodyPr wrap="none" lIns="0" tIns="0" rIns="0" bIns="0" rtlCol="0" anchor="ctr"/>
          <a:lstStyle/>
          <a:p>
            <a:pPr algn="ctr" defTabSz="914400" fontAlgn="base" latinLnBrk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700" kern="0" spc="-5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95000"/>
                        <a:lumOff val="5000"/>
                      </a:schemeClr>
                    </a:gs>
                  </a:gsLst>
                  <a:lin ang="16200000" scaled="1"/>
                </a:gradFill>
                <a:latin typeface="+mn-ea"/>
              </a:rPr>
              <a:t>시스템</a:t>
            </a:r>
            <a:br>
              <a:rPr kumimoji="1" lang="en-US" altLang="ko-KR" sz="700" kern="0" spc="-5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95000"/>
                        <a:lumOff val="5000"/>
                      </a:schemeClr>
                    </a:gs>
                  </a:gsLst>
                  <a:lin ang="16200000" scaled="1"/>
                </a:gradFill>
                <a:latin typeface="+mn-ea"/>
              </a:rPr>
            </a:br>
            <a:r>
              <a:rPr kumimoji="1" lang="ko-KR" altLang="en-US" sz="700" kern="0" spc="-5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95000"/>
                        <a:lumOff val="5000"/>
                      </a:schemeClr>
                    </a:gs>
                  </a:gsLst>
                  <a:lin ang="16200000" scaled="1"/>
                </a:gradFill>
                <a:latin typeface="+mn-ea"/>
              </a:rPr>
              <a:t>이전</a:t>
            </a:r>
          </a:p>
        </p:txBody>
      </p:sp>
      <p:sp>
        <p:nvSpPr>
          <p:cNvPr id="190" name="사다리꼴 189">
            <a:extLst>
              <a:ext uri="{FF2B5EF4-FFF2-40B4-BE49-F238E27FC236}">
                <a16:creationId xmlns:a16="http://schemas.microsoft.com/office/drawing/2014/main" id="{496D584D-50CC-4B78-87E7-135BCA9BF5D9}"/>
              </a:ext>
            </a:extLst>
          </p:cNvPr>
          <p:cNvSpPr/>
          <p:nvPr/>
        </p:nvSpPr>
        <p:spPr>
          <a:xfrm>
            <a:off x="1917701" y="6584008"/>
            <a:ext cx="361950" cy="216000"/>
          </a:xfrm>
          <a:prstGeom prst="trapezoid">
            <a:avLst>
              <a:gd name="adj" fmla="val 31369"/>
            </a:avLst>
          </a:prstGeom>
          <a:solidFill>
            <a:srgbClr val="E8E8E8"/>
          </a:solidFill>
          <a:ln w="6350" cap="flat" cmpd="sng" algn="ctr">
            <a:noFill/>
            <a:prstDash val="solid"/>
          </a:ln>
          <a:effectLst/>
        </p:spPr>
        <p:txBody>
          <a:bodyPr wrap="none" lIns="0" tIns="0" rIns="0" bIns="0" rtlCol="0" anchor="ctr"/>
          <a:lstStyle/>
          <a:p>
            <a:pPr algn="ctr" defTabSz="914400" fontAlgn="base" latinLnBrk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700" kern="0" spc="-5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95000"/>
                        <a:lumOff val="5000"/>
                      </a:schemeClr>
                    </a:gs>
                  </a:gsLst>
                  <a:lin ang="16200000" scaled="1"/>
                </a:gradFill>
                <a:latin typeface="+mn-ea"/>
              </a:rPr>
              <a:t>데이터</a:t>
            </a:r>
            <a:endParaRPr kumimoji="1" lang="en-US" altLang="ko-KR" sz="700" kern="0" spc="-50" dirty="0">
              <a:gradFill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tx1">
                      <a:lumMod val="95000"/>
                      <a:lumOff val="5000"/>
                    </a:schemeClr>
                  </a:gs>
                </a:gsLst>
                <a:lin ang="16200000" scaled="1"/>
              </a:gradFill>
              <a:latin typeface="+mn-ea"/>
            </a:endParaRPr>
          </a:p>
          <a:p>
            <a:pPr algn="ctr" defTabSz="914400" fontAlgn="base" latinLnBrk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700" kern="0" spc="-5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95000"/>
                        <a:lumOff val="5000"/>
                      </a:schemeClr>
                    </a:gs>
                  </a:gsLst>
                  <a:lin ang="16200000" scaled="1"/>
                </a:gradFill>
                <a:latin typeface="+mn-ea"/>
              </a:rPr>
              <a:t>분석</a:t>
            </a:r>
          </a:p>
        </p:txBody>
      </p:sp>
      <p:sp>
        <p:nvSpPr>
          <p:cNvPr id="191" name="사다리꼴 190">
            <a:extLst>
              <a:ext uri="{FF2B5EF4-FFF2-40B4-BE49-F238E27FC236}">
                <a16:creationId xmlns:a16="http://schemas.microsoft.com/office/drawing/2014/main" id="{3318BDF5-39BF-4F36-82FA-54BBE9AE8EE4}"/>
              </a:ext>
            </a:extLst>
          </p:cNvPr>
          <p:cNvSpPr/>
          <p:nvPr/>
        </p:nvSpPr>
        <p:spPr>
          <a:xfrm>
            <a:off x="2276475" y="6584008"/>
            <a:ext cx="355600" cy="216000"/>
          </a:xfrm>
          <a:prstGeom prst="trapezoid">
            <a:avLst>
              <a:gd name="adj" fmla="val 31369"/>
            </a:avLst>
          </a:prstGeom>
          <a:solidFill>
            <a:srgbClr val="E8E8E8"/>
          </a:solidFill>
          <a:ln w="6350" cap="flat" cmpd="sng" algn="ctr">
            <a:noFill/>
            <a:prstDash val="solid"/>
          </a:ln>
          <a:effectLst/>
        </p:spPr>
        <p:txBody>
          <a:bodyPr wrap="none" lIns="0" tIns="0" rIns="0" bIns="0" rtlCol="0" anchor="ctr"/>
          <a:lstStyle/>
          <a:p>
            <a:pPr algn="ctr" defTabSz="914400" fontAlgn="base" latinLnBrk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700" kern="0" spc="-5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95000"/>
                        <a:lumOff val="5000"/>
                      </a:schemeClr>
                    </a:gs>
                  </a:gsLst>
                  <a:lin ang="16200000" scaled="1"/>
                </a:gradFill>
                <a:latin typeface="+mn-ea"/>
              </a:rPr>
              <a:t>데이터</a:t>
            </a:r>
            <a:endParaRPr kumimoji="1" lang="en-US" altLang="ko-KR" sz="700" kern="0" spc="-50" dirty="0">
              <a:gradFill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tx1">
                      <a:lumMod val="95000"/>
                      <a:lumOff val="5000"/>
                    </a:schemeClr>
                  </a:gs>
                </a:gsLst>
                <a:lin ang="16200000" scaled="1"/>
              </a:gradFill>
              <a:latin typeface="+mn-ea"/>
            </a:endParaRPr>
          </a:p>
          <a:p>
            <a:pPr algn="ctr" defTabSz="914400" fontAlgn="base" latinLnBrk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700" kern="0" spc="-5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95000"/>
                        <a:lumOff val="5000"/>
                      </a:schemeClr>
                    </a:gs>
                  </a:gsLst>
                  <a:lin ang="16200000" scaled="1"/>
                </a:gradFill>
                <a:latin typeface="+mn-ea"/>
              </a:rPr>
              <a:t>설계</a:t>
            </a:r>
          </a:p>
        </p:txBody>
      </p:sp>
      <p:sp>
        <p:nvSpPr>
          <p:cNvPr id="192" name="사다리꼴 191">
            <a:extLst>
              <a:ext uri="{FF2B5EF4-FFF2-40B4-BE49-F238E27FC236}">
                <a16:creationId xmlns:a16="http://schemas.microsoft.com/office/drawing/2014/main" id="{AF1BFEFA-B846-45E9-9C54-0148C06C8D07}"/>
              </a:ext>
            </a:extLst>
          </p:cNvPr>
          <p:cNvSpPr/>
          <p:nvPr/>
        </p:nvSpPr>
        <p:spPr>
          <a:xfrm>
            <a:off x="5695950" y="8290592"/>
            <a:ext cx="728663" cy="216000"/>
          </a:xfrm>
          <a:prstGeom prst="trapezoid">
            <a:avLst>
              <a:gd name="adj" fmla="val 31369"/>
            </a:avLst>
          </a:prstGeom>
          <a:solidFill>
            <a:srgbClr val="E8E8E8"/>
          </a:solidFill>
          <a:ln w="6350" cap="flat" cmpd="sng" algn="ctr">
            <a:noFill/>
            <a:prstDash val="solid"/>
          </a:ln>
          <a:effectLst/>
        </p:spPr>
        <p:txBody>
          <a:bodyPr wrap="none" lIns="0" tIns="0" rIns="0" bIns="0" rtlCol="0" anchor="ctr"/>
          <a:lstStyle/>
          <a:p>
            <a:pPr algn="ctr" defTabSz="914400" fontAlgn="base" latinLnBrk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700" kern="0" spc="-5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95000"/>
                        <a:lumOff val="5000"/>
                      </a:schemeClr>
                    </a:gs>
                  </a:gsLst>
                  <a:lin ang="16200000" scaled="1"/>
                </a:gradFill>
                <a:latin typeface="+mn-ea"/>
              </a:rPr>
              <a:t>운영 및</a:t>
            </a:r>
            <a:endParaRPr kumimoji="1" lang="en-US" altLang="ko-KR" sz="700" kern="0" spc="-50" dirty="0">
              <a:gradFill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tx1">
                      <a:lumMod val="95000"/>
                      <a:lumOff val="5000"/>
                    </a:schemeClr>
                  </a:gs>
                </a:gsLst>
                <a:lin ang="16200000" scaled="1"/>
              </a:gradFill>
              <a:latin typeface="+mn-ea"/>
            </a:endParaRPr>
          </a:p>
          <a:p>
            <a:pPr algn="ctr" defTabSz="914400" fontAlgn="base" latinLnBrk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700" kern="0" spc="-5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95000"/>
                        <a:lumOff val="5000"/>
                      </a:schemeClr>
                    </a:gs>
                  </a:gsLst>
                  <a:lin ang="16200000" scaled="1"/>
                </a:gradFill>
                <a:latin typeface="+mn-ea"/>
              </a:rPr>
              <a:t>피드백 보완</a:t>
            </a:r>
          </a:p>
        </p:txBody>
      </p:sp>
      <p:sp>
        <p:nvSpPr>
          <p:cNvPr id="193" name="사다리꼴 192">
            <a:extLst>
              <a:ext uri="{FF2B5EF4-FFF2-40B4-BE49-F238E27FC236}">
                <a16:creationId xmlns:a16="http://schemas.microsoft.com/office/drawing/2014/main" id="{EF1331DF-72BA-4EA1-9502-3A90FA94B689}"/>
              </a:ext>
            </a:extLst>
          </p:cNvPr>
          <p:cNvSpPr/>
          <p:nvPr/>
        </p:nvSpPr>
        <p:spPr>
          <a:xfrm>
            <a:off x="3171826" y="6007944"/>
            <a:ext cx="1809750" cy="216000"/>
          </a:xfrm>
          <a:prstGeom prst="trapezoid">
            <a:avLst>
              <a:gd name="adj" fmla="val 31369"/>
            </a:avLst>
          </a:prstGeom>
          <a:solidFill>
            <a:srgbClr val="E8E8E8"/>
          </a:solidFill>
          <a:ln w="6350" cap="flat" cmpd="sng" algn="ctr">
            <a:noFill/>
            <a:prstDash val="solid"/>
          </a:ln>
          <a:effectLst/>
        </p:spPr>
        <p:txBody>
          <a:bodyPr wrap="none" lIns="0" tIns="0" rIns="0" bIns="0" rtlCol="0" anchor="ctr"/>
          <a:lstStyle/>
          <a:p>
            <a:pPr algn="ctr" defTabSz="914400" fontAlgn="base" latinLnBrk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700" kern="0" spc="-5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95000"/>
                        <a:lumOff val="5000"/>
                      </a:schemeClr>
                    </a:gs>
                  </a:gsLst>
                  <a:lin ang="16200000" scaled="1"/>
                </a:gradFill>
                <a:latin typeface="+mn-ea"/>
              </a:rPr>
              <a:t>통합 </a:t>
            </a:r>
            <a:r>
              <a:rPr kumimoji="1" lang="en-US" altLang="ko-KR" sz="700" kern="0" spc="-5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95000"/>
                        <a:lumOff val="5000"/>
                      </a:schemeClr>
                    </a:gs>
                  </a:gsLst>
                  <a:lin ang="16200000" scaled="1"/>
                </a:gradFill>
                <a:latin typeface="+mn-ea"/>
              </a:rPr>
              <a:t>CMS </a:t>
            </a:r>
            <a:r>
              <a:rPr kumimoji="1" lang="ko-KR" altLang="en-US" sz="700" kern="0" spc="-5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95000"/>
                        <a:lumOff val="5000"/>
                      </a:schemeClr>
                    </a:gs>
                  </a:gsLst>
                  <a:lin ang="16200000" scaled="1"/>
                </a:gradFill>
                <a:latin typeface="+mn-ea"/>
              </a:rPr>
              <a:t>구현 </a:t>
            </a:r>
            <a:r>
              <a:rPr kumimoji="1" lang="en-US" altLang="ko-KR" sz="700" kern="0" spc="-5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95000"/>
                        <a:lumOff val="5000"/>
                      </a:schemeClr>
                    </a:gs>
                  </a:gsLst>
                  <a:lin ang="16200000" scaled="1"/>
                </a:gradFill>
                <a:latin typeface="+mn-ea"/>
              </a:rPr>
              <a:t>/ </a:t>
            </a:r>
            <a:r>
              <a:rPr kumimoji="1" lang="ko-KR" altLang="en-US" sz="700" kern="0" spc="-5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95000"/>
                        <a:lumOff val="5000"/>
                      </a:schemeClr>
                    </a:gs>
                  </a:gsLst>
                  <a:lin ang="16200000" scaled="1"/>
                </a:gradFill>
                <a:latin typeface="+mn-ea"/>
              </a:rPr>
              <a:t>관리자시스템 구현</a:t>
            </a:r>
          </a:p>
        </p:txBody>
      </p:sp>
      <p:sp>
        <p:nvSpPr>
          <p:cNvPr id="201" name="사다리꼴 200">
            <a:extLst>
              <a:ext uri="{FF2B5EF4-FFF2-40B4-BE49-F238E27FC236}">
                <a16:creationId xmlns:a16="http://schemas.microsoft.com/office/drawing/2014/main" id="{71B4F6EE-F0F3-43D4-97AD-81115B061EA9}"/>
              </a:ext>
            </a:extLst>
          </p:cNvPr>
          <p:cNvSpPr/>
          <p:nvPr/>
        </p:nvSpPr>
        <p:spPr>
          <a:xfrm>
            <a:off x="4974431" y="7174468"/>
            <a:ext cx="450050" cy="216000"/>
          </a:xfrm>
          <a:prstGeom prst="trapezoid">
            <a:avLst>
              <a:gd name="adj" fmla="val 31369"/>
            </a:avLst>
          </a:prstGeom>
          <a:solidFill>
            <a:srgbClr val="E8E8E8"/>
          </a:solidFill>
          <a:ln w="6350" cap="flat" cmpd="sng" algn="ctr">
            <a:noFill/>
            <a:prstDash val="solid"/>
          </a:ln>
          <a:effectLst/>
        </p:spPr>
        <p:txBody>
          <a:bodyPr wrap="none" lIns="0" tIns="0" rIns="0" bIns="0" rtlCol="0" anchor="ctr"/>
          <a:lstStyle/>
          <a:p>
            <a:pPr algn="ctr" defTabSz="914400" fontAlgn="base" latinLnBrk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700" kern="0" spc="-5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95000"/>
                        <a:lumOff val="5000"/>
                      </a:schemeClr>
                    </a:gs>
                  </a:gsLst>
                  <a:lin ang="16200000" scaled="1"/>
                </a:gradFill>
                <a:latin typeface="+mn-ea"/>
              </a:rPr>
              <a:t>통합 시험</a:t>
            </a:r>
          </a:p>
        </p:txBody>
      </p:sp>
      <p:sp>
        <p:nvSpPr>
          <p:cNvPr id="202" name="사다리꼴 201">
            <a:extLst>
              <a:ext uri="{FF2B5EF4-FFF2-40B4-BE49-F238E27FC236}">
                <a16:creationId xmlns:a16="http://schemas.microsoft.com/office/drawing/2014/main" id="{1B725984-501D-4D12-A99E-58580A803707}"/>
              </a:ext>
            </a:extLst>
          </p:cNvPr>
          <p:cNvSpPr/>
          <p:nvPr/>
        </p:nvSpPr>
        <p:spPr>
          <a:xfrm>
            <a:off x="3174207" y="7174468"/>
            <a:ext cx="1804988" cy="216000"/>
          </a:xfrm>
          <a:prstGeom prst="trapezoid">
            <a:avLst>
              <a:gd name="adj" fmla="val 31369"/>
            </a:avLst>
          </a:prstGeom>
          <a:solidFill>
            <a:srgbClr val="E8E8E8"/>
          </a:solidFill>
          <a:ln w="6350" cap="flat" cmpd="sng" algn="ctr">
            <a:noFill/>
            <a:prstDash val="solid"/>
          </a:ln>
          <a:effectLst/>
        </p:spPr>
        <p:txBody>
          <a:bodyPr wrap="none" lIns="0" tIns="0" rIns="0" bIns="0" rtlCol="0" anchor="ctr"/>
          <a:lstStyle/>
          <a:p>
            <a:pPr algn="ctr" defTabSz="914400" fontAlgn="base" latinLnBrk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700" kern="0" spc="-5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95000"/>
                        <a:lumOff val="5000"/>
                      </a:schemeClr>
                    </a:gs>
                  </a:gsLst>
                  <a:lin ang="16200000" scaled="1"/>
                </a:gradFill>
                <a:latin typeface="+mn-ea"/>
              </a:rPr>
              <a:t>개발자별 모듈 단위시험 병행 진행</a:t>
            </a:r>
          </a:p>
        </p:txBody>
      </p:sp>
      <p:sp>
        <p:nvSpPr>
          <p:cNvPr id="209" name="타원 208">
            <a:extLst>
              <a:ext uri="{FF2B5EF4-FFF2-40B4-BE49-F238E27FC236}">
                <a16:creationId xmlns:a16="http://schemas.microsoft.com/office/drawing/2014/main" id="{5218E3C9-630F-4010-BBC2-A7E94FD99944}"/>
              </a:ext>
            </a:extLst>
          </p:cNvPr>
          <p:cNvSpPr>
            <a:spLocks/>
          </p:cNvSpPr>
          <p:nvPr/>
        </p:nvSpPr>
        <p:spPr>
          <a:xfrm>
            <a:off x="5133272" y="7926936"/>
            <a:ext cx="50400" cy="50400"/>
          </a:xfrm>
          <a:prstGeom prst="ellipse">
            <a:avLst/>
          </a:prstGeom>
          <a:solidFill>
            <a:srgbClr val="0070C0"/>
          </a:solidFill>
          <a:ln w="6350" cap="flat" cmpd="sng" algn="ctr">
            <a:noFill/>
            <a:prstDash val="solid"/>
          </a:ln>
          <a:effectLst/>
        </p:spPr>
        <p:txBody>
          <a:bodyPr lIns="108000" rtlCol="0" anchor="ctr"/>
          <a:lstStyle/>
          <a:p>
            <a:pPr marL="0" marR="0" lvl="0" indent="0" algn="ctr" defTabSz="91440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200" b="0" i="0" u="none" strike="noStrike" kern="0" cap="none" spc="0" normalizeH="0" baseline="0" noProof="0">
              <a:ln>
                <a:noFill/>
              </a:ln>
              <a:gradFill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tx1">
                      <a:lumMod val="95000"/>
                      <a:lumOff val="5000"/>
                    </a:schemeClr>
                  </a:gs>
                </a:gsLst>
                <a:lin ang="16200000" scaled="1"/>
              </a:gra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225" name="사다리꼴 224">
            <a:extLst>
              <a:ext uri="{FF2B5EF4-FFF2-40B4-BE49-F238E27FC236}">
                <a16:creationId xmlns:a16="http://schemas.microsoft.com/office/drawing/2014/main" id="{B63B76AE-B6A8-4DEE-90F2-91D46E948F60}"/>
              </a:ext>
            </a:extLst>
          </p:cNvPr>
          <p:cNvSpPr/>
          <p:nvPr/>
        </p:nvSpPr>
        <p:spPr>
          <a:xfrm>
            <a:off x="2455069" y="6007944"/>
            <a:ext cx="716755" cy="216000"/>
          </a:xfrm>
          <a:prstGeom prst="trapezoid">
            <a:avLst>
              <a:gd name="adj" fmla="val 31369"/>
            </a:avLst>
          </a:prstGeom>
          <a:solidFill>
            <a:srgbClr val="E8E8E8"/>
          </a:solidFill>
          <a:ln w="6350" cap="flat" cmpd="sng" algn="ctr">
            <a:noFill/>
            <a:prstDash val="solid"/>
          </a:ln>
          <a:effectLst/>
        </p:spPr>
        <p:txBody>
          <a:bodyPr wrap="none" lIns="0" tIns="0" rIns="0" bIns="0" rtlCol="0" anchor="ctr"/>
          <a:lstStyle/>
          <a:p>
            <a:pPr algn="ctr" defTabSz="914400" fontAlgn="base" latinLnBrk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700" kern="0" spc="-5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95000"/>
                        <a:lumOff val="5000"/>
                      </a:schemeClr>
                    </a:gs>
                  </a:gsLst>
                  <a:lin ang="16200000" scaled="1"/>
                </a:gradFill>
                <a:latin typeface="+mn-ea"/>
              </a:rPr>
              <a:t>UI</a:t>
            </a:r>
            <a:r>
              <a:rPr kumimoji="1" lang="ko-KR" altLang="en-US" sz="700" kern="0" spc="-5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95000"/>
                        <a:lumOff val="5000"/>
                      </a:schemeClr>
                    </a:gs>
                  </a:gsLst>
                  <a:lin ang="16200000" scaled="1"/>
                </a:gradFill>
                <a:latin typeface="+mn-ea"/>
              </a:rPr>
              <a:t>프로토타입</a:t>
            </a:r>
            <a:endParaRPr kumimoji="1" lang="en-US" altLang="ko-KR" sz="700" kern="0" spc="-50" dirty="0">
              <a:gradFill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tx1">
                      <a:lumMod val="95000"/>
                      <a:lumOff val="5000"/>
                    </a:schemeClr>
                  </a:gs>
                </a:gsLst>
                <a:lin ang="16200000" scaled="1"/>
              </a:gradFill>
              <a:latin typeface="+mn-ea"/>
            </a:endParaRPr>
          </a:p>
          <a:p>
            <a:pPr algn="ctr" defTabSz="914400" fontAlgn="base" latinLnBrk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700" kern="0" spc="-5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95000"/>
                        <a:lumOff val="5000"/>
                      </a:schemeClr>
                    </a:gs>
                  </a:gsLst>
                  <a:lin ang="16200000" scaled="1"/>
                </a:gradFill>
                <a:latin typeface="+mn-ea"/>
              </a:rPr>
              <a:t>작성</a:t>
            </a:r>
          </a:p>
        </p:txBody>
      </p:sp>
      <p:sp>
        <p:nvSpPr>
          <p:cNvPr id="239" name="타원 238">
            <a:extLst>
              <a:ext uri="{FF2B5EF4-FFF2-40B4-BE49-F238E27FC236}">
                <a16:creationId xmlns:a16="http://schemas.microsoft.com/office/drawing/2014/main" id="{5B349901-217C-4EE5-89CE-23AE94C76E3D}"/>
              </a:ext>
            </a:extLst>
          </p:cNvPr>
          <p:cNvSpPr>
            <a:spLocks/>
          </p:cNvSpPr>
          <p:nvPr/>
        </p:nvSpPr>
        <p:spPr>
          <a:xfrm>
            <a:off x="5670750" y="7926936"/>
            <a:ext cx="50400" cy="50400"/>
          </a:xfrm>
          <a:prstGeom prst="ellipse">
            <a:avLst/>
          </a:prstGeom>
          <a:solidFill>
            <a:srgbClr val="0070C0"/>
          </a:solidFill>
          <a:ln w="6350" cap="flat" cmpd="sng" algn="ctr">
            <a:noFill/>
            <a:prstDash val="solid"/>
          </a:ln>
          <a:effectLst/>
        </p:spPr>
        <p:txBody>
          <a:bodyPr lIns="108000" rtlCol="0" anchor="ctr"/>
          <a:lstStyle/>
          <a:p>
            <a:pPr marL="0" marR="0" lvl="0" indent="0" algn="ctr" defTabSz="91440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200" b="0" i="0" u="none" strike="noStrike" kern="0" cap="none" spc="0" normalizeH="0" baseline="0" noProof="0">
              <a:ln>
                <a:noFill/>
              </a:ln>
              <a:gradFill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tx1">
                      <a:lumMod val="95000"/>
                      <a:lumOff val="5000"/>
                    </a:schemeClr>
                  </a:gs>
                </a:gsLst>
                <a:lin ang="16200000" scaled="1"/>
              </a:gradFill>
              <a:effectLst/>
              <a:uLnTx/>
              <a:uFillTx/>
              <a:latin typeface="+mn-ea"/>
              <a:cs typeface="+mn-cs"/>
            </a:endParaRPr>
          </a:p>
        </p:txBody>
      </p:sp>
      <p:grpSp>
        <p:nvGrpSpPr>
          <p:cNvPr id="277" name="그룹 276">
            <a:extLst>
              <a:ext uri="{FF2B5EF4-FFF2-40B4-BE49-F238E27FC236}">
                <a16:creationId xmlns:a16="http://schemas.microsoft.com/office/drawing/2014/main" id="{40AF04E1-A7DA-4F27-A807-FADB72B6FEB0}"/>
              </a:ext>
            </a:extLst>
          </p:cNvPr>
          <p:cNvGrpSpPr/>
          <p:nvPr/>
        </p:nvGrpSpPr>
        <p:grpSpPr>
          <a:xfrm>
            <a:off x="440668" y="1064568"/>
            <a:ext cx="66431" cy="180000"/>
            <a:chOff x="447632" y="1870808"/>
            <a:chExt cx="66431" cy="247087"/>
          </a:xfrm>
        </p:grpSpPr>
        <p:sp>
          <p:nvSpPr>
            <p:cNvPr id="278" name="직사각형 277">
              <a:extLst>
                <a:ext uri="{FF2B5EF4-FFF2-40B4-BE49-F238E27FC236}">
                  <a16:creationId xmlns:a16="http://schemas.microsoft.com/office/drawing/2014/main" id="{EC13E459-364F-4BAF-B3E1-14D7E5D13770}"/>
                </a:ext>
              </a:extLst>
            </p:cNvPr>
            <p:cNvSpPr/>
            <p:nvPr/>
          </p:nvSpPr>
          <p:spPr>
            <a:xfrm>
              <a:off x="447632" y="1990162"/>
              <a:ext cx="66431" cy="12773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/>
            </a:bodyPr>
            <a:lstStyle/>
            <a:p>
              <a:pPr algn="ctr"/>
              <a:endParaRPr lang="ko-KR" altLang="en-US">
                <a:ln>
                  <a:solidFill>
                    <a:srgbClr val="02A1B2">
                      <a:alpha val="0"/>
                    </a:srgbClr>
                  </a:solidFill>
                </a:ln>
              </a:endParaRPr>
            </a:p>
          </p:txBody>
        </p:sp>
        <p:sp>
          <p:nvSpPr>
            <p:cNvPr id="279" name="직사각형 278">
              <a:extLst>
                <a:ext uri="{FF2B5EF4-FFF2-40B4-BE49-F238E27FC236}">
                  <a16:creationId xmlns:a16="http://schemas.microsoft.com/office/drawing/2014/main" id="{DBDD0BAA-75D5-4A3E-AA1F-EF250159EDD5}"/>
                </a:ext>
              </a:extLst>
            </p:cNvPr>
            <p:cNvSpPr/>
            <p:nvPr/>
          </p:nvSpPr>
          <p:spPr>
            <a:xfrm>
              <a:off x="447632" y="1870808"/>
              <a:ext cx="66431" cy="127733"/>
            </a:xfrm>
            <a:prstGeom prst="rect">
              <a:avLst/>
            </a:prstGeom>
            <a:solidFill>
              <a:srgbClr val="B71B6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/>
            </a:bodyPr>
            <a:lstStyle/>
            <a:p>
              <a:pPr algn="ctr"/>
              <a:endParaRPr lang="ko-KR" altLang="en-US">
                <a:ln>
                  <a:solidFill>
                    <a:srgbClr val="02A1B2">
                      <a:alpha val="0"/>
                    </a:srgbClr>
                  </a:solidFill>
                </a:ln>
              </a:endParaRPr>
            </a:p>
          </p:txBody>
        </p:sp>
      </p:grpSp>
      <p:sp>
        <p:nvSpPr>
          <p:cNvPr id="280" name="직사각형 279">
            <a:extLst>
              <a:ext uri="{FF2B5EF4-FFF2-40B4-BE49-F238E27FC236}">
                <a16:creationId xmlns:a16="http://schemas.microsoft.com/office/drawing/2014/main" id="{1A591A95-622C-40FD-AF1D-C95EF801EBE7}"/>
              </a:ext>
            </a:extLst>
          </p:cNvPr>
          <p:cNvSpPr/>
          <p:nvPr/>
        </p:nvSpPr>
        <p:spPr>
          <a:xfrm>
            <a:off x="5206867" y="1065770"/>
            <a:ext cx="1209800" cy="17763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36000" rIns="72000" bIns="18000" rtlCol="0" anchor="ctr">
            <a:spAutoFit/>
          </a:bodyPr>
          <a:lstStyle/>
          <a:p>
            <a:pPr algn="r"/>
            <a:r>
              <a: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요구사항 번호</a:t>
            </a:r>
            <a:r>
              <a:rPr lang="en-US" altLang="ko-KR" sz="8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: </a:t>
            </a:r>
            <a:r>
              <a:rPr lang="en-US" altLang="ko-KR" sz="800">
                <a:solidFill>
                  <a:srgbClr val="0070C0"/>
                </a:solidFill>
                <a:latin typeface="+mj-ea"/>
                <a:ea typeface="+mj-ea"/>
              </a:rPr>
              <a:t>ABC-001</a:t>
            </a:r>
            <a:endParaRPr lang="ko-KR" altLang="en-US" sz="800" dirty="0">
              <a:solidFill>
                <a:srgbClr val="0070C0"/>
              </a:solidFill>
              <a:latin typeface="+mj-ea"/>
              <a:ea typeface="+mj-ea"/>
            </a:endParaRPr>
          </a:p>
        </p:txBody>
      </p:sp>
      <p:sp>
        <p:nvSpPr>
          <p:cNvPr id="281" name="AutoShape 165">
            <a:extLst>
              <a:ext uri="{FF2B5EF4-FFF2-40B4-BE49-F238E27FC236}">
                <a16:creationId xmlns:a16="http://schemas.microsoft.com/office/drawing/2014/main" id="{441B707D-DA0C-4C70-A05B-F934321086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668" y="1568624"/>
            <a:ext cx="5976000" cy="647237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3175" algn="ctr">
            <a:solidFill>
              <a:schemeClr val="bg1">
                <a:lumMod val="95000"/>
              </a:schemeClr>
            </a:solidFill>
            <a:round/>
            <a:headEnd/>
            <a:tailEnd/>
          </a:ln>
          <a:effectLst/>
        </p:spPr>
        <p:txBody>
          <a:bodyPr wrap="square" lIns="144000" tIns="36000" rIns="72000" bIns="36000" anchor="ctr"/>
          <a:lstStyle/>
          <a:p>
            <a:pPr marL="85725" indent="-85725" defTabSz="914400" fontAlgn="ctr">
              <a:lnSpc>
                <a:spcPct val="110000"/>
              </a:lnSpc>
              <a:spcAft>
                <a:spcPts val="300"/>
              </a:spcAft>
              <a:buFont typeface="Arial" pitchFamily="34" charset="0"/>
              <a:buChar char="•"/>
              <a:defRPr/>
            </a:pPr>
            <a:r>
              <a:rPr kumimoji="1" lang="ko-KR" altLang="en-US" sz="1000" kern="0" dirty="0">
                <a:solidFill>
                  <a:prstClr val="black">
                    <a:lumMod val="75000"/>
                    <a:lumOff val="25000"/>
                  </a:prstClr>
                </a:solidFill>
              </a:rPr>
              <a:t>프로젝트의 모든 일정을 최종 </a:t>
            </a:r>
            <a:r>
              <a:rPr kumimoji="1" lang="en-US" altLang="ko-KR" sz="10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+mj-ea"/>
                <a:ea typeface="+mj-ea"/>
              </a:rPr>
              <a:t>PM</a:t>
            </a:r>
            <a:r>
              <a:rPr kumimoji="1" lang="ko-KR" altLang="en-US" sz="10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+mj-ea"/>
                <a:ea typeface="+mj-ea"/>
              </a:rPr>
              <a:t>이 검토 및 분석하여 종합적으로 조정</a:t>
            </a:r>
            <a:endParaRPr kumimoji="1" lang="en-US" altLang="ko-KR" sz="1000" kern="0" dirty="0">
              <a:solidFill>
                <a:prstClr val="black">
                  <a:lumMod val="75000"/>
                  <a:lumOff val="25000"/>
                </a:prstClr>
              </a:solidFill>
              <a:latin typeface="+mj-ea"/>
              <a:ea typeface="+mj-ea"/>
            </a:endParaRPr>
          </a:p>
          <a:p>
            <a:pPr marL="85725" indent="-85725" defTabSz="914400" fontAlgn="ctr">
              <a:lnSpc>
                <a:spcPct val="110000"/>
              </a:lnSpc>
              <a:spcAft>
                <a:spcPts val="300"/>
              </a:spcAft>
              <a:buFont typeface="Arial" pitchFamily="34" charset="0"/>
              <a:buChar char="•"/>
              <a:defRPr/>
            </a:pPr>
            <a:r>
              <a:rPr kumimoji="1" lang="ko-KR" altLang="en-US" sz="1000" kern="0" dirty="0">
                <a:solidFill>
                  <a:prstClr val="black">
                    <a:lumMod val="75000"/>
                    <a:lumOff val="25000"/>
                  </a:prstClr>
                </a:solidFill>
              </a:rPr>
              <a:t>타 시스템과의 연계</a:t>
            </a:r>
            <a:r>
              <a:rPr kumimoji="1" lang="en-US" altLang="ko-KR" sz="1000" kern="0" dirty="0">
                <a:solidFill>
                  <a:prstClr val="black">
                    <a:lumMod val="75000"/>
                    <a:lumOff val="25000"/>
                  </a:prstClr>
                </a:solidFill>
              </a:rPr>
              <a:t>, </a:t>
            </a:r>
            <a:r>
              <a:rPr kumimoji="1" lang="ko-KR" altLang="en-US" sz="1000" kern="0" dirty="0">
                <a:solidFill>
                  <a:prstClr val="black">
                    <a:lumMod val="75000"/>
                    <a:lumOff val="25000"/>
                  </a:prstClr>
                </a:solidFill>
              </a:rPr>
              <a:t>담당부서와의 협의 등 </a:t>
            </a:r>
            <a:r>
              <a:rPr kumimoji="1" lang="ko-KR" altLang="en-US" sz="10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+mj-ea"/>
                <a:ea typeface="+mj-ea"/>
              </a:rPr>
              <a:t>자주 발생할 수 있는 지연 요소에 대한 사전 대응</a:t>
            </a:r>
          </a:p>
        </p:txBody>
      </p:sp>
      <p:grpSp>
        <p:nvGrpSpPr>
          <p:cNvPr id="282" name="그룹 281">
            <a:extLst>
              <a:ext uri="{FF2B5EF4-FFF2-40B4-BE49-F238E27FC236}">
                <a16:creationId xmlns:a16="http://schemas.microsoft.com/office/drawing/2014/main" id="{322872F9-B02A-4133-8C4F-DFC0DCE4CBFD}"/>
              </a:ext>
            </a:extLst>
          </p:cNvPr>
          <p:cNvGrpSpPr/>
          <p:nvPr/>
        </p:nvGrpSpPr>
        <p:grpSpPr>
          <a:xfrm>
            <a:off x="440668" y="2504728"/>
            <a:ext cx="5976000" cy="184666"/>
            <a:chOff x="4503039" y="5804479"/>
            <a:chExt cx="5976000" cy="184666"/>
          </a:xfrm>
        </p:grpSpPr>
        <p:cxnSp>
          <p:nvCxnSpPr>
            <p:cNvPr id="283" name="직선 연결선 282">
              <a:extLst>
                <a:ext uri="{FF2B5EF4-FFF2-40B4-BE49-F238E27FC236}">
                  <a16:creationId xmlns:a16="http://schemas.microsoft.com/office/drawing/2014/main" id="{CC015A76-3694-45B5-8749-2DA1F5D5C731}"/>
                </a:ext>
              </a:extLst>
            </p:cNvPr>
            <p:cNvCxnSpPr>
              <a:cxnSpLocks/>
            </p:cNvCxnSpPr>
            <p:nvPr/>
          </p:nvCxnSpPr>
          <p:spPr>
            <a:xfrm>
              <a:off x="4503039" y="5948495"/>
              <a:ext cx="5976000" cy="0"/>
            </a:xfrm>
            <a:prstGeom prst="line">
              <a:avLst/>
            </a:prstGeom>
            <a:ln w="12700" cap="flat">
              <a:solidFill>
                <a:srgbClr val="BAC0CE"/>
              </a:solidFill>
              <a:miter lim="800000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4" name="TextBox 283">
              <a:extLst>
                <a:ext uri="{FF2B5EF4-FFF2-40B4-BE49-F238E27FC236}">
                  <a16:creationId xmlns:a16="http://schemas.microsoft.com/office/drawing/2014/main" id="{9C93B1D2-E9A0-4C8A-99F5-0D860CCB41ED}"/>
                </a:ext>
              </a:extLst>
            </p:cNvPr>
            <p:cNvSpPr txBox="1"/>
            <p:nvPr/>
          </p:nvSpPr>
          <p:spPr>
            <a:xfrm flipH="1">
              <a:off x="4503039" y="5804479"/>
              <a:ext cx="827200" cy="18466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</p:spPr>
          <p:txBody>
            <a:bodyPr wrap="none" lIns="0" tIns="0" rIns="108000" bIns="0" rtlCol="0" anchor="b">
              <a:spAutoFit/>
            </a:bodyPr>
            <a:lstStyle/>
            <a:p>
              <a:pPr lvl="0" defTabSz="478031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ko-KR" altLang="en-US" sz="120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추진일정표 </a:t>
              </a:r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3B02F02D-B093-4C0E-AEC5-D759522224B0}"/>
              </a:ext>
            </a:extLst>
          </p:cNvPr>
          <p:cNvGrpSpPr/>
          <p:nvPr/>
        </p:nvGrpSpPr>
        <p:grpSpPr>
          <a:xfrm>
            <a:off x="1772816" y="3978053"/>
            <a:ext cx="540060" cy="160514"/>
            <a:chOff x="1772816" y="4032542"/>
            <a:chExt cx="540060" cy="160514"/>
          </a:xfrm>
        </p:grpSpPr>
        <p:sp>
          <p:nvSpPr>
            <p:cNvPr id="126" name="Text Box 2836">
              <a:extLst>
                <a:ext uri="{FF2B5EF4-FFF2-40B4-BE49-F238E27FC236}">
                  <a16:creationId xmlns:a16="http://schemas.microsoft.com/office/drawing/2014/main" id="{1FFD5B6F-4E8B-4FD3-A56E-01EF4473DB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53803" y="4065600"/>
              <a:ext cx="359073" cy="123111"/>
            </a:xfrm>
            <a:prstGeom prst="rect">
              <a:avLst/>
            </a:prstGeom>
            <a:noFill/>
            <a:ln w="12700">
              <a:noFill/>
              <a:prstDash val="sysDot"/>
              <a:miter lim="800000"/>
              <a:headEnd/>
              <a:tailEnd/>
            </a:ln>
          </p:spPr>
          <p:txBody>
            <a:bodyPr wrap="none" lIns="0" tIns="0" rIns="0" bIns="0" anchor="ctr">
              <a:spAutoFit/>
            </a:bodyPr>
            <a:lstStyle>
              <a:defPPr>
                <a:defRPr lang="ko-KR"/>
              </a:defPPr>
              <a:lvl1pPr algn="l" defTabSz="784225" eaLnBrk="0" latinLnBrk="0" hangingPunct="0">
                <a:defRPr sz="800" b="0">
                  <a:latin typeface="+mn-ea"/>
                  <a:ea typeface="+mn-ea"/>
                </a:defRPr>
              </a:lvl1pPr>
            </a:lstStyle>
            <a:p>
              <a:pPr marL="0" marR="0" lvl="0" indent="0" algn="l" defTabSz="784225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800" i="0" u="none" strike="noStrike" kern="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chemeClr val="tx1">
                          <a:lumMod val="75000"/>
                          <a:lumOff val="25000"/>
                        </a:schemeClr>
                      </a:gs>
                      <a:gs pos="100000">
                        <a:schemeClr val="tx1">
                          <a:lumMod val="95000"/>
                          <a:lumOff val="5000"/>
                        </a:schemeClr>
                      </a:gs>
                    </a:gsLst>
                    <a:lin ang="16200000" scaled="1"/>
                  </a:gradFill>
                  <a:effectLst/>
                  <a:uLnTx/>
                  <a:uFillTx/>
                </a:rPr>
                <a:t>착수보고</a:t>
              </a:r>
            </a:p>
          </p:txBody>
        </p:sp>
        <p:grpSp>
          <p:nvGrpSpPr>
            <p:cNvPr id="286" name="Gruppieren 241">
              <a:extLst>
                <a:ext uri="{FF2B5EF4-FFF2-40B4-BE49-F238E27FC236}">
                  <a16:creationId xmlns:a16="http://schemas.microsoft.com/office/drawing/2014/main" id="{198921BA-36F5-4D6D-8BBE-CBC64D58BF2F}"/>
                </a:ext>
              </a:extLst>
            </p:cNvPr>
            <p:cNvGrpSpPr/>
            <p:nvPr/>
          </p:nvGrpSpPr>
          <p:grpSpPr bwMode="gray">
            <a:xfrm>
              <a:off x="1772816" y="4032542"/>
              <a:ext cx="171998" cy="160514"/>
              <a:chOff x="98696" y="3961668"/>
              <a:chExt cx="510841" cy="495227"/>
            </a:xfrm>
            <a:solidFill>
              <a:srgbClr val="000000"/>
            </a:solidFill>
          </p:grpSpPr>
          <p:sp>
            <p:nvSpPr>
              <p:cNvPr id="287" name="Freeform 1091">
                <a:extLst>
                  <a:ext uri="{FF2B5EF4-FFF2-40B4-BE49-F238E27FC236}">
                    <a16:creationId xmlns:a16="http://schemas.microsoft.com/office/drawing/2014/main" id="{6D4D07BC-19E2-477C-93B3-85C6B007C158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98696" y="3961668"/>
                <a:ext cx="497458" cy="495227"/>
              </a:xfrm>
              <a:custGeom>
                <a:avLst/>
                <a:gdLst>
                  <a:gd name="T0" fmla="*/ 290 w 313"/>
                  <a:gd name="T1" fmla="*/ 104 h 311"/>
                  <a:gd name="T2" fmla="*/ 227 w 313"/>
                  <a:gd name="T3" fmla="*/ 278 h 311"/>
                  <a:gd name="T4" fmla="*/ 48 w 313"/>
                  <a:gd name="T5" fmla="*/ 243 h 311"/>
                  <a:gd name="T6" fmla="*/ 59 w 313"/>
                  <a:gd name="T7" fmla="*/ 54 h 311"/>
                  <a:gd name="T8" fmla="*/ 245 w 313"/>
                  <a:gd name="T9" fmla="*/ 43 h 311"/>
                  <a:gd name="T10" fmla="*/ 242 w 313"/>
                  <a:gd name="T11" fmla="*/ 46 h 311"/>
                  <a:gd name="T12" fmla="*/ 224 w 313"/>
                  <a:gd name="T13" fmla="*/ 61 h 311"/>
                  <a:gd name="T14" fmla="*/ 217 w 313"/>
                  <a:gd name="T15" fmla="*/ 61 h 311"/>
                  <a:gd name="T16" fmla="*/ 144 w 313"/>
                  <a:gd name="T17" fmla="*/ 45 h 311"/>
                  <a:gd name="T18" fmla="*/ 53 w 313"/>
                  <a:gd name="T19" fmla="*/ 119 h 311"/>
                  <a:gd name="T20" fmla="*/ 81 w 313"/>
                  <a:gd name="T21" fmla="*/ 234 h 311"/>
                  <a:gd name="T22" fmla="*/ 190 w 313"/>
                  <a:gd name="T23" fmla="*/ 260 h 311"/>
                  <a:gd name="T24" fmla="*/ 265 w 313"/>
                  <a:gd name="T25" fmla="*/ 182 h 311"/>
                  <a:gd name="T26" fmla="*/ 267 w 313"/>
                  <a:gd name="T27" fmla="*/ 137 h 311"/>
                  <a:gd name="T28" fmla="*/ 269 w 313"/>
                  <a:gd name="T29" fmla="*/ 131 h 311"/>
                  <a:gd name="T30" fmla="*/ 290 w 313"/>
                  <a:gd name="T31" fmla="*/ 104 h 3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13" h="311">
                    <a:moveTo>
                      <a:pt x="290" y="104"/>
                    </a:moveTo>
                    <a:cubicBezTo>
                      <a:pt x="313" y="163"/>
                      <a:pt x="294" y="240"/>
                      <a:pt x="227" y="278"/>
                    </a:cubicBezTo>
                    <a:cubicBezTo>
                      <a:pt x="167" y="311"/>
                      <a:pt x="92" y="298"/>
                      <a:pt x="48" y="243"/>
                    </a:cubicBezTo>
                    <a:cubicBezTo>
                      <a:pt x="0" y="184"/>
                      <a:pt x="8" y="103"/>
                      <a:pt x="59" y="54"/>
                    </a:cubicBezTo>
                    <a:cubicBezTo>
                      <a:pt x="113" y="0"/>
                      <a:pt x="194" y="2"/>
                      <a:pt x="245" y="43"/>
                    </a:cubicBezTo>
                    <a:cubicBezTo>
                      <a:pt x="244" y="44"/>
                      <a:pt x="243" y="45"/>
                      <a:pt x="242" y="46"/>
                    </a:cubicBezTo>
                    <a:cubicBezTo>
                      <a:pt x="236" y="51"/>
                      <a:pt x="230" y="56"/>
                      <a:pt x="224" y="61"/>
                    </a:cubicBezTo>
                    <a:cubicBezTo>
                      <a:pt x="221" y="63"/>
                      <a:pt x="220" y="63"/>
                      <a:pt x="217" y="61"/>
                    </a:cubicBezTo>
                    <a:cubicBezTo>
                      <a:pt x="195" y="47"/>
                      <a:pt x="170" y="41"/>
                      <a:pt x="144" y="45"/>
                    </a:cubicBezTo>
                    <a:cubicBezTo>
                      <a:pt x="99" y="51"/>
                      <a:pt x="68" y="76"/>
                      <a:pt x="53" y="119"/>
                    </a:cubicBezTo>
                    <a:cubicBezTo>
                      <a:pt x="38" y="162"/>
                      <a:pt x="48" y="202"/>
                      <a:pt x="81" y="234"/>
                    </a:cubicBezTo>
                    <a:cubicBezTo>
                      <a:pt x="112" y="264"/>
                      <a:pt x="149" y="272"/>
                      <a:pt x="190" y="260"/>
                    </a:cubicBezTo>
                    <a:cubicBezTo>
                      <a:pt x="229" y="249"/>
                      <a:pt x="254" y="221"/>
                      <a:pt x="265" y="182"/>
                    </a:cubicBezTo>
                    <a:cubicBezTo>
                      <a:pt x="269" y="167"/>
                      <a:pt x="269" y="152"/>
                      <a:pt x="267" y="137"/>
                    </a:cubicBezTo>
                    <a:cubicBezTo>
                      <a:pt x="267" y="135"/>
                      <a:pt x="268" y="132"/>
                      <a:pt x="269" y="131"/>
                    </a:cubicBezTo>
                    <a:cubicBezTo>
                      <a:pt x="275" y="122"/>
                      <a:pt x="282" y="113"/>
                      <a:pt x="290" y="104"/>
                    </a:cubicBezTo>
                    <a:close/>
                  </a:path>
                </a:pathLst>
              </a:cu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dirty="0">
                  <a:solidFill>
                    <a:prstClr val="black"/>
                  </a:solidFill>
                  <a:latin typeface="나눔명조" panose="02020603020101020101" pitchFamily="18" charset="-127"/>
                  <a:ea typeface="나눔명조" panose="02020603020101020101" pitchFamily="18" charset="-127"/>
                </a:endParaRPr>
              </a:p>
            </p:txBody>
          </p:sp>
          <p:sp>
            <p:nvSpPr>
              <p:cNvPr id="288" name="Freeform 1092">
                <a:extLst>
                  <a:ext uri="{FF2B5EF4-FFF2-40B4-BE49-F238E27FC236}">
                    <a16:creationId xmlns:a16="http://schemas.microsoft.com/office/drawing/2014/main" id="{C1E62244-2DD0-4DDC-8D7D-9DB901D6F4F3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221386" y="3999591"/>
                <a:ext cx="388151" cy="336843"/>
              </a:xfrm>
              <a:custGeom>
                <a:avLst/>
                <a:gdLst>
                  <a:gd name="T0" fmla="*/ 0 w 245"/>
                  <a:gd name="T1" fmla="*/ 106 h 211"/>
                  <a:gd name="T2" fmla="*/ 20 w 245"/>
                  <a:gd name="T3" fmla="*/ 88 h 211"/>
                  <a:gd name="T4" fmla="*/ 24 w 245"/>
                  <a:gd name="T5" fmla="*/ 88 h 211"/>
                  <a:gd name="T6" fmla="*/ 83 w 245"/>
                  <a:gd name="T7" fmla="*/ 123 h 211"/>
                  <a:gd name="T8" fmla="*/ 89 w 245"/>
                  <a:gd name="T9" fmla="*/ 128 h 211"/>
                  <a:gd name="T10" fmla="*/ 239 w 245"/>
                  <a:gd name="T11" fmla="*/ 0 h 211"/>
                  <a:gd name="T12" fmla="*/ 244 w 245"/>
                  <a:gd name="T13" fmla="*/ 13 h 211"/>
                  <a:gd name="T14" fmla="*/ 243 w 245"/>
                  <a:gd name="T15" fmla="*/ 17 h 211"/>
                  <a:gd name="T16" fmla="*/ 200 w 245"/>
                  <a:gd name="T17" fmla="*/ 60 h 211"/>
                  <a:gd name="T18" fmla="*/ 133 w 245"/>
                  <a:gd name="T19" fmla="*/ 153 h 211"/>
                  <a:gd name="T20" fmla="*/ 99 w 245"/>
                  <a:gd name="T21" fmla="*/ 211 h 211"/>
                  <a:gd name="T22" fmla="*/ 0 w 245"/>
                  <a:gd name="T23" fmla="*/ 106 h 2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45" h="211">
                    <a:moveTo>
                      <a:pt x="0" y="106"/>
                    </a:moveTo>
                    <a:cubicBezTo>
                      <a:pt x="7" y="100"/>
                      <a:pt x="13" y="94"/>
                      <a:pt x="20" y="88"/>
                    </a:cubicBezTo>
                    <a:cubicBezTo>
                      <a:pt x="21" y="88"/>
                      <a:pt x="23" y="88"/>
                      <a:pt x="24" y="88"/>
                    </a:cubicBezTo>
                    <a:cubicBezTo>
                      <a:pt x="45" y="98"/>
                      <a:pt x="65" y="110"/>
                      <a:pt x="83" y="123"/>
                    </a:cubicBezTo>
                    <a:cubicBezTo>
                      <a:pt x="85" y="125"/>
                      <a:pt x="87" y="126"/>
                      <a:pt x="89" y="128"/>
                    </a:cubicBezTo>
                    <a:cubicBezTo>
                      <a:pt x="132" y="77"/>
                      <a:pt x="181" y="33"/>
                      <a:pt x="239" y="0"/>
                    </a:cubicBezTo>
                    <a:cubicBezTo>
                      <a:pt x="240" y="4"/>
                      <a:pt x="243" y="9"/>
                      <a:pt x="244" y="13"/>
                    </a:cubicBezTo>
                    <a:cubicBezTo>
                      <a:pt x="245" y="14"/>
                      <a:pt x="244" y="16"/>
                      <a:pt x="243" y="17"/>
                    </a:cubicBezTo>
                    <a:cubicBezTo>
                      <a:pt x="228" y="32"/>
                      <a:pt x="214" y="45"/>
                      <a:pt x="200" y="60"/>
                    </a:cubicBezTo>
                    <a:cubicBezTo>
                      <a:pt x="174" y="89"/>
                      <a:pt x="153" y="120"/>
                      <a:pt x="133" y="153"/>
                    </a:cubicBezTo>
                    <a:cubicBezTo>
                      <a:pt x="122" y="172"/>
                      <a:pt x="110" y="191"/>
                      <a:pt x="99" y="211"/>
                    </a:cubicBezTo>
                    <a:cubicBezTo>
                      <a:pt x="68" y="174"/>
                      <a:pt x="36" y="139"/>
                      <a:pt x="0" y="106"/>
                    </a:cubicBezTo>
                    <a:close/>
                  </a:path>
                </a:pathLst>
              </a:custGeom>
              <a:solidFill>
                <a:srgbClr val="C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dirty="0">
                  <a:solidFill>
                    <a:prstClr val="black"/>
                  </a:solidFill>
                  <a:latin typeface="나눔명조" panose="02020603020101020101" pitchFamily="18" charset="-127"/>
                  <a:ea typeface="나눔명조" panose="02020603020101020101" pitchFamily="18" charset="-127"/>
                </a:endParaRPr>
              </a:p>
            </p:txBody>
          </p:sp>
        </p:grpSp>
      </p:grpSp>
      <p:grpSp>
        <p:nvGrpSpPr>
          <p:cNvPr id="289" name="그룹 288">
            <a:extLst>
              <a:ext uri="{FF2B5EF4-FFF2-40B4-BE49-F238E27FC236}">
                <a16:creationId xmlns:a16="http://schemas.microsoft.com/office/drawing/2014/main" id="{F1653B85-C1DD-405C-A72E-2DC4E62368A2}"/>
              </a:ext>
            </a:extLst>
          </p:cNvPr>
          <p:cNvGrpSpPr/>
          <p:nvPr/>
        </p:nvGrpSpPr>
        <p:grpSpPr>
          <a:xfrm>
            <a:off x="3532249" y="3978053"/>
            <a:ext cx="540060" cy="160514"/>
            <a:chOff x="1772816" y="4032542"/>
            <a:chExt cx="540060" cy="160514"/>
          </a:xfrm>
        </p:grpSpPr>
        <p:sp>
          <p:nvSpPr>
            <p:cNvPr id="290" name="Text Box 2836">
              <a:extLst>
                <a:ext uri="{FF2B5EF4-FFF2-40B4-BE49-F238E27FC236}">
                  <a16:creationId xmlns:a16="http://schemas.microsoft.com/office/drawing/2014/main" id="{70E2FDA4-217B-4D60-A12D-5C5E9D370F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53803" y="4065600"/>
              <a:ext cx="359073" cy="123111"/>
            </a:xfrm>
            <a:prstGeom prst="rect">
              <a:avLst/>
            </a:prstGeom>
            <a:noFill/>
            <a:ln w="12700">
              <a:noFill/>
              <a:prstDash val="sysDot"/>
              <a:miter lim="800000"/>
              <a:headEnd/>
              <a:tailEnd/>
            </a:ln>
          </p:spPr>
          <p:txBody>
            <a:bodyPr wrap="none" lIns="0" tIns="0" rIns="0" bIns="0" anchor="ctr">
              <a:spAutoFit/>
            </a:bodyPr>
            <a:lstStyle>
              <a:defPPr>
                <a:defRPr lang="ko-KR"/>
              </a:defPPr>
              <a:lvl1pPr algn="l" defTabSz="784225" eaLnBrk="0" latinLnBrk="0" hangingPunct="0">
                <a:defRPr sz="800" b="0">
                  <a:latin typeface="+mn-ea"/>
                  <a:ea typeface="+mn-ea"/>
                </a:defRPr>
              </a:lvl1pPr>
            </a:lstStyle>
            <a:p>
              <a:pPr marL="0" marR="0" lvl="0" indent="0" algn="l" defTabSz="784225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800" i="0" u="none" strike="noStrike" kern="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chemeClr val="tx1">
                          <a:lumMod val="75000"/>
                          <a:lumOff val="25000"/>
                        </a:schemeClr>
                      </a:gs>
                      <a:gs pos="100000">
                        <a:schemeClr val="tx1">
                          <a:lumMod val="95000"/>
                          <a:lumOff val="5000"/>
                        </a:schemeClr>
                      </a:gs>
                    </a:gsLst>
                    <a:lin ang="16200000" scaled="1"/>
                  </a:gradFill>
                  <a:effectLst/>
                  <a:uLnTx/>
                  <a:uFillTx/>
                </a:rPr>
                <a:t>중간보고</a:t>
              </a:r>
            </a:p>
          </p:txBody>
        </p:sp>
        <p:grpSp>
          <p:nvGrpSpPr>
            <p:cNvPr id="291" name="Gruppieren 241">
              <a:extLst>
                <a:ext uri="{FF2B5EF4-FFF2-40B4-BE49-F238E27FC236}">
                  <a16:creationId xmlns:a16="http://schemas.microsoft.com/office/drawing/2014/main" id="{5D99D177-C9CC-4EF5-A494-353533267BE9}"/>
                </a:ext>
              </a:extLst>
            </p:cNvPr>
            <p:cNvGrpSpPr/>
            <p:nvPr/>
          </p:nvGrpSpPr>
          <p:grpSpPr bwMode="gray">
            <a:xfrm>
              <a:off x="1772816" y="4032542"/>
              <a:ext cx="171998" cy="160514"/>
              <a:chOff x="98696" y="3961668"/>
              <a:chExt cx="510841" cy="495227"/>
            </a:xfrm>
            <a:solidFill>
              <a:srgbClr val="000000"/>
            </a:solidFill>
          </p:grpSpPr>
          <p:sp>
            <p:nvSpPr>
              <p:cNvPr id="292" name="Freeform 1091">
                <a:extLst>
                  <a:ext uri="{FF2B5EF4-FFF2-40B4-BE49-F238E27FC236}">
                    <a16:creationId xmlns:a16="http://schemas.microsoft.com/office/drawing/2014/main" id="{9E004680-14F8-4C78-A52C-8B5ECAFCD424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98696" y="3961668"/>
                <a:ext cx="497458" cy="495227"/>
              </a:xfrm>
              <a:custGeom>
                <a:avLst/>
                <a:gdLst>
                  <a:gd name="T0" fmla="*/ 290 w 313"/>
                  <a:gd name="T1" fmla="*/ 104 h 311"/>
                  <a:gd name="T2" fmla="*/ 227 w 313"/>
                  <a:gd name="T3" fmla="*/ 278 h 311"/>
                  <a:gd name="T4" fmla="*/ 48 w 313"/>
                  <a:gd name="T5" fmla="*/ 243 h 311"/>
                  <a:gd name="T6" fmla="*/ 59 w 313"/>
                  <a:gd name="T7" fmla="*/ 54 h 311"/>
                  <a:gd name="T8" fmla="*/ 245 w 313"/>
                  <a:gd name="T9" fmla="*/ 43 h 311"/>
                  <a:gd name="T10" fmla="*/ 242 w 313"/>
                  <a:gd name="T11" fmla="*/ 46 h 311"/>
                  <a:gd name="T12" fmla="*/ 224 w 313"/>
                  <a:gd name="T13" fmla="*/ 61 h 311"/>
                  <a:gd name="T14" fmla="*/ 217 w 313"/>
                  <a:gd name="T15" fmla="*/ 61 h 311"/>
                  <a:gd name="T16" fmla="*/ 144 w 313"/>
                  <a:gd name="T17" fmla="*/ 45 h 311"/>
                  <a:gd name="T18" fmla="*/ 53 w 313"/>
                  <a:gd name="T19" fmla="*/ 119 h 311"/>
                  <a:gd name="T20" fmla="*/ 81 w 313"/>
                  <a:gd name="T21" fmla="*/ 234 h 311"/>
                  <a:gd name="T22" fmla="*/ 190 w 313"/>
                  <a:gd name="T23" fmla="*/ 260 h 311"/>
                  <a:gd name="T24" fmla="*/ 265 w 313"/>
                  <a:gd name="T25" fmla="*/ 182 h 311"/>
                  <a:gd name="T26" fmla="*/ 267 w 313"/>
                  <a:gd name="T27" fmla="*/ 137 h 311"/>
                  <a:gd name="T28" fmla="*/ 269 w 313"/>
                  <a:gd name="T29" fmla="*/ 131 h 311"/>
                  <a:gd name="T30" fmla="*/ 290 w 313"/>
                  <a:gd name="T31" fmla="*/ 104 h 3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13" h="311">
                    <a:moveTo>
                      <a:pt x="290" y="104"/>
                    </a:moveTo>
                    <a:cubicBezTo>
                      <a:pt x="313" y="163"/>
                      <a:pt x="294" y="240"/>
                      <a:pt x="227" y="278"/>
                    </a:cubicBezTo>
                    <a:cubicBezTo>
                      <a:pt x="167" y="311"/>
                      <a:pt x="92" y="298"/>
                      <a:pt x="48" y="243"/>
                    </a:cubicBezTo>
                    <a:cubicBezTo>
                      <a:pt x="0" y="184"/>
                      <a:pt x="8" y="103"/>
                      <a:pt x="59" y="54"/>
                    </a:cubicBezTo>
                    <a:cubicBezTo>
                      <a:pt x="113" y="0"/>
                      <a:pt x="194" y="2"/>
                      <a:pt x="245" y="43"/>
                    </a:cubicBezTo>
                    <a:cubicBezTo>
                      <a:pt x="244" y="44"/>
                      <a:pt x="243" y="45"/>
                      <a:pt x="242" y="46"/>
                    </a:cubicBezTo>
                    <a:cubicBezTo>
                      <a:pt x="236" y="51"/>
                      <a:pt x="230" y="56"/>
                      <a:pt x="224" y="61"/>
                    </a:cubicBezTo>
                    <a:cubicBezTo>
                      <a:pt x="221" y="63"/>
                      <a:pt x="220" y="63"/>
                      <a:pt x="217" y="61"/>
                    </a:cubicBezTo>
                    <a:cubicBezTo>
                      <a:pt x="195" y="47"/>
                      <a:pt x="170" y="41"/>
                      <a:pt x="144" y="45"/>
                    </a:cubicBezTo>
                    <a:cubicBezTo>
                      <a:pt x="99" y="51"/>
                      <a:pt x="68" y="76"/>
                      <a:pt x="53" y="119"/>
                    </a:cubicBezTo>
                    <a:cubicBezTo>
                      <a:pt x="38" y="162"/>
                      <a:pt x="48" y="202"/>
                      <a:pt x="81" y="234"/>
                    </a:cubicBezTo>
                    <a:cubicBezTo>
                      <a:pt x="112" y="264"/>
                      <a:pt x="149" y="272"/>
                      <a:pt x="190" y="260"/>
                    </a:cubicBezTo>
                    <a:cubicBezTo>
                      <a:pt x="229" y="249"/>
                      <a:pt x="254" y="221"/>
                      <a:pt x="265" y="182"/>
                    </a:cubicBezTo>
                    <a:cubicBezTo>
                      <a:pt x="269" y="167"/>
                      <a:pt x="269" y="152"/>
                      <a:pt x="267" y="137"/>
                    </a:cubicBezTo>
                    <a:cubicBezTo>
                      <a:pt x="267" y="135"/>
                      <a:pt x="268" y="132"/>
                      <a:pt x="269" y="131"/>
                    </a:cubicBezTo>
                    <a:cubicBezTo>
                      <a:pt x="275" y="122"/>
                      <a:pt x="282" y="113"/>
                      <a:pt x="290" y="104"/>
                    </a:cubicBezTo>
                    <a:close/>
                  </a:path>
                </a:pathLst>
              </a:cu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dirty="0">
                  <a:solidFill>
                    <a:prstClr val="black"/>
                  </a:solidFill>
                  <a:latin typeface="나눔명조" panose="02020603020101020101" pitchFamily="18" charset="-127"/>
                  <a:ea typeface="나눔명조" panose="02020603020101020101" pitchFamily="18" charset="-127"/>
                </a:endParaRPr>
              </a:p>
            </p:txBody>
          </p:sp>
          <p:sp>
            <p:nvSpPr>
              <p:cNvPr id="293" name="Freeform 1092">
                <a:extLst>
                  <a:ext uri="{FF2B5EF4-FFF2-40B4-BE49-F238E27FC236}">
                    <a16:creationId xmlns:a16="http://schemas.microsoft.com/office/drawing/2014/main" id="{72A45514-DAD5-44F8-872C-EED4C80348C8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221386" y="3999591"/>
                <a:ext cx="388151" cy="336843"/>
              </a:xfrm>
              <a:custGeom>
                <a:avLst/>
                <a:gdLst>
                  <a:gd name="T0" fmla="*/ 0 w 245"/>
                  <a:gd name="T1" fmla="*/ 106 h 211"/>
                  <a:gd name="T2" fmla="*/ 20 w 245"/>
                  <a:gd name="T3" fmla="*/ 88 h 211"/>
                  <a:gd name="T4" fmla="*/ 24 w 245"/>
                  <a:gd name="T5" fmla="*/ 88 h 211"/>
                  <a:gd name="T6" fmla="*/ 83 w 245"/>
                  <a:gd name="T7" fmla="*/ 123 h 211"/>
                  <a:gd name="T8" fmla="*/ 89 w 245"/>
                  <a:gd name="T9" fmla="*/ 128 h 211"/>
                  <a:gd name="T10" fmla="*/ 239 w 245"/>
                  <a:gd name="T11" fmla="*/ 0 h 211"/>
                  <a:gd name="T12" fmla="*/ 244 w 245"/>
                  <a:gd name="T13" fmla="*/ 13 h 211"/>
                  <a:gd name="T14" fmla="*/ 243 w 245"/>
                  <a:gd name="T15" fmla="*/ 17 h 211"/>
                  <a:gd name="T16" fmla="*/ 200 w 245"/>
                  <a:gd name="T17" fmla="*/ 60 h 211"/>
                  <a:gd name="T18" fmla="*/ 133 w 245"/>
                  <a:gd name="T19" fmla="*/ 153 h 211"/>
                  <a:gd name="T20" fmla="*/ 99 w 245"/>
                  <a:gd name="T21" fmla="*/ 211 h 211"/>
                  <a:gd name="T22" fmla="*/ 0 w 245"/>
                  <a:gd name="T23" fmla="*/ 106 h 2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45" h="211">
                    <a:moveTo>
                      <a:pt x="0" y="106"/>
                    </a:moveTo>
                    <a:cubicBezTo>
                      <a:pt x="7" y="100"/>
                      <a:pt x="13" y="94"/>
                      <a:pt x="20" y="88"/>
                    </a:cubicBezTo>
                    <a:cubicBezTo>
                      <a:pt x="21" y="88"/>
                      <a:pt x="23" y="88"/>
                      <a:pt x="24" y="88"/>
                    </a:cubicBezTo>
                    <a:cubicBezTo>
                      <a:pt x="45" y="98"/>
                      <a:pt x="65" y="110"/>
                      <a:pt x="83" y="123"/>
                    </a:cubicBezTo>
                    <a:cubicBezTo>
                      <a:pt x="85" y="125"/>
                      <a:pt x="87" y="126"/>
                      <a:pt x="89" y="128"/>
                    </a:cubicBezTo>
                    <a:cubicBezTo>
                      <a:pt x="132" y="77"/>
                      <a:pt x="181" y="33"/>
                      <a:pt x="239" y="0"/>
                    </a:cubicBezTo>
                    <a:cubicBezTo>
                      <a:pt x="240" y="4"/>
                      <a:pt x="243" y="9"/>
                      <a:pt x="244" y="13"/>
                    </a:cubicBezTo>
                    <a:cubicBezTo>
                      <a:pt x="245" y="14"/>
                      <a:pt x="244" y="16"/>
                      <a:pt x="243" y="17"/>
                    </a:cubicBezTo>
                    <a:cubicBezTo>
                      <a:pt x="228" y="32"/>
                      <a:pt x="214" y="45"/>
                      <a:pt x="200" y="60"/>
                    </a:cubicBezTo>
                    <a:cubicBezTo>
                      <a:pt x="174" y="89"/>
                      <a:pt x="153" y="120"/>
                      <a:pt x="133" y="153"/>
                    </a:cubicBezTo>
                    <a:cubicBezTo>
                      <a:pt x="122" y="172"/>
                      <a:pt x="110" y="191"/>
                      <a:pt x="99" y="211"/>
                    </a:cubicBezTo>
                    <a:cubicBezTo>
                      <a:pt x="68" y="174"/>
                      <a:pt x="36" y="139"/>
                      <a:pt x="0" y="106"/>
                    </a:cubicBezTo>
                    <a:close/>
                  </a:path>
                </a:pathLst>
              </a:custGeom>
              <a:solidFill>
                <a:srgbClr val="C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dirty="0">
                  <a:solidFill>
                    <a:prstClr val="black"/>
                  </a:solidFill>
                  <a:latin typeface="나눔명조" panose="02020603020101020101" pitchFamily="18" charset="-127"/>
                  <a:ea typeface="나눔명조" panose="02020603020101020101" pitchFamily="18" charset="-127"/>
                </a:endParaRPr>
              </a:p>
            </p:txBody>
          </p:sp>
        </p:grpSp>
      </p:grpSp>
      <p:grpSp>
        <p:nvGrpSpPr>
          <p:cNvPr id="294" name="그룹 293">
            <a:extLst>
              <a:ext uri="{FF2B5EF4-FFF2-40B4-BE49-F238E27FC236}">
                <a16:creationId xmlns:a16="http://schemas.microsoft.com/office/drawing/2014/main" id="{3BE8A869-6284-4995-9C5A-951E88EEF5FE}"/>
              </a:ext>
            </a:extLst>
          </p:cNvPr>
          <p:cNvGrpSpPr/>
          <p:nvPr/>
        </p:nvGrpSpPr>
        <p:grpSpPr>
          <a:xfrm>
            <a:off x="5337212" y="3978053"/>
            <a:ext cx="540060" cy="160514"/>
            <a:chOff x="1772816" y="4032542"/>
            <a:chExt cx="540060" cy="160514"/>
          </a:xfrm>
        </p:grpSpPr>
        <p:sp>
          <p:nvSpPr>
            <p:cNvPr id="295" name="Text Box 2836">
              <a:extLst>
                <a:ext uri="{FF2B5EF4-FFF2-40B4-BE49-F238E27FC236}">
                  <a16:creationId xmlns:a16="http://schemas.microsoft.com/office/drawing/2014/main" id="{3885451B-96D0-4B33-A11B-9D2222D5B4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53803" y="4065600"/>
              <a:ext cx="359073" cy="123111"/>
            </a:xfrm>
            <a:prstGeom prst="rect">
              <a:avLst/>
            </a:prstGeom>
            <a:noFill/>
            <a:ln w="12700">
              <a:noFill/>
              <a:prstDash val="sysDot"/>
              <a:miter lim="800000"/>
              <a:headEnd/>
              <a:tailEnd/>
            </a:ln>
          </p:spPr>
          <p:txBody>
            <a:bodyPr wrap="none" lIns="0" tIns="0" rIns="0" bIns="0" anchor="ctr">
              <a:spAutoFit/>
            </a:bodyPr>
            <a:lstStyle>
              <a:defPPr>
                <a:defRPr lang="ko-KR"/>
              </a:defPPr>
              <a:lvl1pPr algn="l" defTabSz="784225" eaLnBrk="0" latinLnBrk="0" hangingPunct="0">
                <a:defRPr sz="800" b="0">
                  <a:latin typeface="+mn-ea"/>
                  <a:ea typeface="+mn-ea"/>
                </a:defRPr>
              </a:lvl1pPr>
            </a:lstStyle>
            <a:p>
              <a:pPr marL="0" marR="0" lvl="0" indent="0" algn="l" defTabSz="784225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800" i="0" u="none" strike="noStrike" kern="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chemeClr val="tx1">
                          <a:lumMod val="75000"/>
                          <a:lumOff val="25000"/>
                        </a:schemeClr>
                      </a:gs>
                      <a:gs pos="100000">
                        <a:schemeClr val="tx1">
                          <a:lumMod val="95000"/>
                          <a:lumOff val="5000"/>
                        </a:schemeClr>
                      </a:gs>
                    </a:gsLst>
                    <a:lin ang="16200000" scaled="1"/>
                  </a:gradFill>
                  <a:effectLst/>
                  <a:uLnTx/>
                  <a:uFillTx/>
                </a:rPr>
                <a:t>완료보고</a:t>
              </a:r>
            </a:p>
          </p:txBody>
        </p:sp>
        <p:grpSp>
          <p:nvGrpSpPr>
            <p:cNvPr id="296" name="Gruppieren 241">
              <a:extLst>
                <a:ext uri="{FF2B5EF4-FFF2-40B4-BE49-F238E27FC236}">
                  <a16:creationId xmlns:a16="http://schemas.microsoft.com/office/drawing/2014/main" id="{5982BDDD-AA30-4F63-B622-A446AFB44D12}"/>
                </a:ext>
              </a:extLst>
            </p:cNvPr>
            <p:cNvGrpSpPr/>
            <p:nvPr/>
          </p:nvGrpSpPr>
          <p:grpSpPr bwMode="gray">
            <a:xfrm>
              <a:off x="1772816" y="4032542"/>
              <a:ext cx="171998" cy="160514"/>
              <a:chOff x="98696" y="3961668"/>
              <a:chExt cx="510841" cy="495227"/>
            </a:xfrm>
            <a:solidFill>
              <a:srgbClr val="000000"/>
            </a:solidFill>
          </p:grpSpPr>
          <p:sp>
            <p:nvSpPr>
              <p:cNvPr id="297" name="Freeform 1091">
                <a:extLst>
                  <a:ext uri="{FF2B5EF4-FFF2-40B4-BE49-F238E27FC236}">
                    <a16:creationId xmlns:a16="http://schemas.microsoft.com/office/drawing/2014/main" id="{9996E49E-DC9C-4A40-9315-3D2E02948FC8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98696" y="3961668"/>
                <a:ext cx="497458" cy="495227"/>
              </a:xfrm>
              <a:custGeom>
                <a:avLst/>
                <a:gdLst>
                  <a:gd name="T0" fmla="*/ 290 w 313"/>
                  <a:gd name="T1" fmla="*/ 104 h 311"/>
                  <a:gd name="T2" fmla="*/ 227 w 313"/>
                  <a:gd name="T3" fmla="*/ 278 h 311"/>
                  <a:gd name="T4" fmla="*/ 48 w 313"/>
                  <a:gd name="T5" fmla="*/ 243 h 311"/>
                  <a:gd name="T6" fmla="*/ 59 w 313"/>
                  <a:gd name="T7" fmla="*/ 54 h 311"/>
                  <a:gd name="T8" fmla="*/ 245 w 313"/>
                  <a:gd name="T9" fmla="*/ 43 h 311"/>
                  <a:gd name="T10" fmla="*/ 242 w 313"/>
                  <a:gd name="T11" fmla="*/ 46 h 311"/>
                  <a:gd name="T12" fmla="*/ 224 w 313"/>
                  <a:gd name="T13" fmla="*/ 61 h 311"/>
                  <a:gd name="T14" fmla="*/ 217 w 313"/>
                  <a:gd name="T15" fmla="*/ 61 h 311"/>
                  <a:gd name="T16" fmla="*/ 144 w 313"/>
                  <a:gd name="T17" fmla="*/ 45 h 311"/>
                  <a:gd name="T18" fmla="*/ 53 w 313"/>
                  <a:gd name="T19" fmla="*/ 119 h 311"/>
                  <a:gd name="T20" fmla="*/ 81 w 313"/>
                  <a:gd name="T21" fmla="*/ 234 h 311"/>
                  <a:gd name="T22" fmla="*/ 190 w 313"/>
                  <a:gd name="T23" fmla="*/ 260 h 311"/>
                  <a:gd name="T24" fmla="*/ 265 w 313"/>
                  <a:gd name="T25" fmla="*/ 182 h 311"/>
                  <a:gd name="T26" fmla="*/ 267 w 313"/>
                  <a:gd name="T27" fmla="*/ 137 h 311"/>
                  <a:gd name="T28" fmla="*/ 269 w 313"/>
                  <a:gd name="T29" fmla="*/ 131 h 311"/>
                  <a:gd name="T30" fmla="*/ 290 w 313"/>
                  <a:gd name="T31" fmla="*/ 104 h 3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13" h="311">
                    <a:moveTo>
                      <a:pt x="290" y="104"/>
                    </a:moveTo>
                    <a:cubicBezTo>
                      <a:pt x="313" y="163"/>
                      <a:pt x="294" y="240"/>
                      <a:pt x="227" y="278"/>
                    </a:cubicBezTo>
                    <a:cubicBezTo>
                      <a:pt x="167" y="311"/>
                      <a:pt x="92" y="298"/>
                      <a:pt x="48" y="243"/>
                    </a:cubicBezTo>
                    <a:cubicBezTo>
                      <a:pt x="0" y="184"/>
                      <a:pt x="8" y="103"/>
                      <a:pt x="59" y="54"/>
                    </a:cubicBezTo>
                    <a:cubicBezTo>
                      <a:pt x="113" y="0"/>
                      <a:pt x="194" y="2"/>
                      <a:pt x="245" y="43"/>
                    </a:cubicBezTo>
                    <a:cubicBezTo>
                      <a:pt x="244" y="44"/>
                      <a:pt x="243" y="45"/>
                      <a:pt x="242" y="46"/>
                    </a:cubicBezTo>
                    <a:cubicBezTo>
                      <a:pt x="236" y="51"/>
                      <a:pt x="230" y="56"/>
                      <a:pt x="224" y="61"/>
                    </a:cubicBezTo>
                    <a:cubicBezTo>
                      <a:pt x="221" y="63"/>
                      <a:pt x="220" y="63"/>
                      <a:pt x="217" y="61"/>
                    </a:cubicBezTo>
                    <a:cubicBezTo>
                      <a:pt x="195" y="47"/>
                      <a:pt x="170" y="41"/>
                      <a:pt x="144" y="45"/>
                    </a:cubicBezTo>
                    <a:cubicBezTo>
                      <a:pt x="99" y="51"/>
                      <a:pt x="68" y="76"/>
                      <a:pt x="53" y="119"/>
                    </a:cubicBezTo>
                    <a:cubicBezTo>
                      <a:pt x="38" y="162"/>
                      <a:pt x="48" y="202"/>
                      <a:pt x="81" y="234"/>
                    </a:cubicBezTo>
                    <a:cubicBezTo>
                      <a:pt x="112" y="264"/>
                      <a:pt x="149" y="272"/>
                      <a:pt x="190" y="260"/>
                    </a:cubicBezTo>
                    <a:cubicBezTo>
                      <a:pt x="229" y="249"/>
                      <a:pt x="254" y="221"/>
                      <a:pt x="265" y="182"/>
                    </a:cubicBezTo>
                    <a:cubicBezTo>
                      <a:pt x="269" y="167"/>
                      <a:pt x="269" y="152"/>
                      <a:pt x="267" y="137"/>
                    </a:cubicBezTo>
                    <a:cubicBezTo>
                      <a:pt x="267" y="135"/>
                      <a:pt x="268" y="132"/>
                      <a:pt x="269" y="131"/>
                    </a:cubicBezTo>
                    <a:cubicBezTo>
                      <a:pt x="275" y="122"/>
                      <a:pt x="282" y="113"/>
                      <a:pt x="290" y="104"/>
                    </a:cubicBezTo>
                    <a:close/>
                  </a:path>
                </a:pathLst>
              </a:cu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dirty="0">
                  <a:solidFill>
                    <a:prstClr val="black"/>
                  </a:solidFill>
                  <a:latin typeface="나눔명조" panose="02020603020101020101" pitchFamily="18" charset="-127"/>
                  <a:ea typeface="나눔명조" panose="02020603020101020101" pitchFamily="18" charset="-127"/>
                </a:endParaRPr>
              </a:p>
            </p:txBody>
          </p:sp>
          <p:sp>
            <p:nvSpPr>
              <p:cNvPr id="298" name="Freeform 1092">
                <a:extLst>
                  <a:ext uri="{FF2B5EF4-FFF2-40B4-BE49-F238E27FC236}">
                    <a16:creationId xmlns:a16="http://schemas.microsoft.com/office/drawing/2014/main" id="{A3EA5963-28C2-42A2-AB0A-DCE60B8AC351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221386" y="3999591"/>
                <a:ext cx="388151" cy="336843"/>
              </a:xfrm>
              <a:custGeom>
                <a:avLst/>
                <a:gdLst>
                  <a:gd name="T0" fmla="*/ 0 w 245"/>
                  <a:gd name="T1" fmla="*/ 106 h 211"/>
                  <a:gd name="T2" fmla="*/ 20 w 245"/>
                  <a:gd name="T3" fmla="*/ 88 h 211"/>
                  <a:gd name="T4" fmla="*/ 24 w 245"/>
                  <a:gd name="T5" fmla="*/ 88 h 211"/>
                  <a:gd name="T6" fmla="*/ 83 w 245"/>
                  <a:gd name="T7" fmla="*/ 123 h 211"/>
                  <a:gd name="T8" fmla="*/ 89 w 245"/>
                  <a:gd name="T9" fmla="*/ 128 h 211"/>
                  <a:gd name="T10" fmla="*/ 239 w 245"/>
                  <a:gd name="T11" fmla="*/ 0 h 211"/>
                  <a:gd name="T12" fmla="*/ 244 w 245"/>
                  <a:gd name="T13" fmla="*/ 13 h 211"/>
                  <a:gd name="T14" fmla="*/ 243 w 245"/>
                  <a:gd name="T15" fmla="*/ 17 h 211"/>
                  <a:gd name="T16" fmla="*/ 200 w 245"/>
                  <a:gd name="T17" fmla="*/ 60 h 211"/>
                  <a:gd name="T18" fmla="*/ 133 w 245"/>
                  <a:gd name="T19" fmla="*/ 153 h 211"/>
                  <a:gd name="T20" fmla="*/ 99 w 245"/>
                  <a:gd name="T21" fmla="*/ 211 h 211"/>
                  <a:gd name="T22" fmla="*/ 0 w 245"/>
                  <a:gd name="T23" fmla="*/ 106 h 2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45" h="211">
                    <a:moveTo>
                      <a:pt x="0" y="106"/>
                    </a:moveTo>
                    <a:cubicBezTo>
                      <a:pt x="7" y="100"/>
                      <a:pt x="13" y="94"/>
                      <a:pt x="20" y="88"/>
                    </a:cubicBezTo>
                    <a:cubicBezTo>
                      <a:pt x="21" y="88"/>
                      <a:pt x="23" y="88"/>
                      <a:pt x="24" y="88"/>
                    </a:cubicBezTo>
                    <a:cubicBezTo>
                      <a:pt x="45" y="98"/>
                      <a:pt x="65" y="110"/>
                      <a:pt x="83" y="123"/>
                    </a:cubicBezTo>
                    <a:cubicBezTo>
                      <a:pt x="85" y="125"/>
                      <a:pt x="87" y="126"/>
                      <a:pt x="89" y="128"/>
                    </a:cubicBezTo>
                    <a:cubicBezTo>
                      <a:pt x="132" y="77"/>
                      <a:pt x="181" y="33"/>
                      <a:pt x="239" y="0"/>
                    </a:cubicBezTo>
                    <a:cubicBezTo>
                      <a:pt x="240" y="4"/>
                      <a:pt x="243" y="9"/>
                      <a:pt x="244" y="13"/>
                    </a:cubicBezTo>
                    <a:cubicBezTo>
                      <a:pt x="245" y="14"/>
                      <a:pt x="244" y="16"/>
                      <a:pt x="243" y="17"/>
                    </a:cubicBezTo>
                    <a:cubicBezTo>
                      <a:pt x="228" y="32"/>
                      <a:pt x="214" y="45"/>
                      <a:pt x="200" y="60"/>
                    </a:cubicBezTo>
                    <a:cubicBezTo>
                      <a:pt x="174" y="89"/>
                      <a:pt x="153" y="120"/>
                      <a:pt x="133" y="153"/>
                    </a:cubicBezTo>
                    <a:cubicBezTo>
                      <a:pt x="122" y="172"/>
                      <a:pt x="110" y="191"/>
                      <a:pt x="99" y="211"/>
                    </a:cubicBezTo>
                    <a:cubicBezTo>
                      <a:pt x="68" y="174"/>
                      <a:pt x="36" y="139"/>
                      <a:pt x="0" y="106"/>
                    </a:cubicBezTo>
                    <a:close/>
                  </a:path>
                </a:pathLst>
              </a:custGeom>
              <a:solidFill>
                <a:srgbClr val="C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dirty="0">
                  <a:solidFill>
                    <a:prstClr val="black"/>
                  </a:solidFill>
                  <a:latin typeface="나눔명조" panose="02020603020101020101" pitchFamily="18" charset="-127"/>
                  <a:ea typeface="나눔명조" panose="02020603020101020101" pitchFamily="18" charset="-127"/>
                </a:endParaRPr>
              </a:p>
            </p:txBody>
          </p:sp>
        </p:grp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FCD1ED71-DC1F-45B8-9668-AF5B87F2A57F}"/>
              </a:ext>
            </a:extLst>
          </p:cNvPr>
          <p:cNvGrpSpPr/>
          <p:nvPr/>
        </p:nvGrpSpPr>
        <p:grpSpPr>
          <a:xfrm>
            <a:off x="2331656" y="4214982"/>
            <a:ext cx="473798" cy="123111"/>
            <a:chOff x="2067341" y="4296424"/>
            <a:chExt cx="473798" cy="123111"/>
          </a:xfrm>
        </p:grpSpPr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AD4196BB-033B-48C7-BB03-43297249E75F}"/>
                </a:ext>
              </a:extLst>
            </p:cNvPr>
            <p:cNvSpPr txBox="1"/>
            <p:nvPr/>
          </p:nvSpPr>
          <p:spPr>
            <a:xfrm>
              <a:off x="2182066" y="4296424"/>
              <a:ext cx="359073" cy="123111"/>
            </a:xfrm>
            <a:prstGeom prst="rect">
              <a:avLst/>
            </a:prstGeom>
            <a:noFill/>
            <a:ln w="12700">
              <a:noFill/>
              <a:prstDash val="sysDot"/>
              <a:miter lim="800000"/>
              <a:headEnd/>
              <a:tailEnd/>
            </a:ln>
          </p:spPr>
          <p:txBody>
            <a:bodyPr wrap="none" lIns="0" tIns="0" rIns="0" bIns="0" anchor="ctr">
              <a:spAutoFit/>
            </a:bodyPr>
            <a:lstStyle>
              <a:defPPr>
                <a:defRPr lang="ko-KR"/>
              </a:defPPr>
              <a:lvl1pPr algn="l" defTabSz="784225" eaLnBrk="0" latinLnBrk="0" hangingPunct="0">
                <a:defRPr sz="900" b="0">
                  <a:latin typeface="+mn-ea"/>
                  <a:ea typeface="+mn-ea"/>
                </a:defRPr>
              </a:lvl1pPr>
            </a:lstStyle>
            <a:p>
              <a:pPr marL="0" marR="0" lvl="0" indent="0" algn="l" defTabSz="784225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800" i="0" u="none" strike="noStrike" kern="0" cap="none" spc="0" normalizeH="0" baseline="0" noProof="0">
                  <a:ln>
                    <a:noFill/>
                  </a:ln>
                  <a:gradFill>
                    <a:gsLst>
                      <a:gs pos="0">
                        <a:schemeClr val="tx1">
                          <a:lumMod val="75000"/>
                          <a:lumOff val="25000"/>
                        </a:schemeClr>
                      </a:gs>
                      <a:gs pos="100000">
                        <a:schemeClr val="tx1">
                          <a:lumMod val="95000"/>
                          <a:lumOff val="5000"/>
                        </a:schemeClr>
                      </a:gs>
                    </a:gsLst>
                    <a:lin ang="16200000" scaled="1"/>
                  </a:gradFill>
                  <a:effectLst/>
                  <a:uLnTx/>
                  <a:uFillTx/>
                </a:rPr>
                <a:t>월간보고</a:t>
              </a:r>
            </a:p>
          </p:txBody>
        </p:sp>
        <p:sp>
          <p:nvSpPr>
            <p:cNvPr id="299" name="타원 298">
              <a:extLst>
                <a:ext uri="{FF2B5EF4-FFF2-40B4-BE49-F238E27FC236}">
                  <a16:creationId xmlns:a16="http://schemas.microsoft.com/office/drawing/2014/main" id="{C0256D4E-1E67-416B-8341-7BE18F65FB12}"/>
                </a:ext>
              </a:extLst>
            </p:cNvPr>
            <p:cNvSpPr/>
            <p:nvPr/>
          </p:nvSpPr>
          <p:spPr>
            <a:xfrm>
              <a:off x="2067341" y="4307256"/>
              <a:ext cx="82399" cy="82399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rgbClr val="91A9C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G마켓 산스 Medium" panose="02000000000000000000" pitchFamily="50" charset="-127"/>
                <a:ea typeface="G마켓 산스 Medium" panose="02000000000000000000" pitchFamily="50" charset="-127"/>
              </a:endParaRPr>
            </a:p>
          </p:txBody>
        </p:sp>
      </p:grpSp>
      <p:grpSp>
        <p:nvGrpSpPr>
          <p:cNvPr id="301" name="그룹 300">
            <a:extLst>
              <a:ext uri="{FF2B5EF4-FFF2-40B4-BE49-F238E27FC236}">
                <a16:creationId xmlns:a16="http://schemas.microsoft.com/office/drawing/2014/main" id="{18617DE9-901C-4E87-9427-6DEF090015FE}"/>
              </a:ext>
            </a:extLst>
          </p:cNvPr>
          <p:cNvGrpSpPr/>
          <p:nvPr/>
        </p:nvGrpSpPr>
        <p:grpSpPr>
          <a:xfrm>
            <a:off x="3047340" y="4214982"/>
            <a:ext cx="473798" cy="123111"/>
            <a:chOff x="2067341" y="4296424"/>
            <a:chExt cx="473798" cy="123111"/>
          </a:xfrm>
        </p:grpSpPr>
        <p:sp>
          <p:nvSpPr>
            <p:cNvPr id="302" name="TextBox 301">
              <a:extLst>
                <a:ext uri="{FF2B5EF4-FFF2-40B4-BE49-F238E27FC236}">
                  <a16:creationId xmlns:a16="http://schemas.microsoft.com/office/drawing/2014/main" id="{308EB7C3-F35A-43B0-8DB3-FDDE91B63D3A}"/>
                </a:ext>
              </a:extLst>
            </p:cNvPr>
            <p:cNvSpPr txBox="1"/>
            <p:nvPr/>
          </p:nvSpPr>
          <p:spPr>
            <a:xfrm>
              <a:off x="2182066" y="4296424"/>
              <a:ext cx="359073" cy="123111"/>
            </a:xfrm>
            <a:prstGeom prst="rect">
              <a:avLst/>
            </a:prstGeom>
            <a:noFill/>
            <a:ln w="12700">
              <a:noFill/>
              <a:prstDash val="sysDot"/>
              <a:miter lim="800000"/>
              <a:headEnd/>
              <a:tailEnd/>
            </a:ln>
          </p:spPr>
          <p:txBody>
            <a:bodyPr wrap="none" lIns="0" tIns="0" rIns="0" bIns="0" anchor="ctr">
              <a:spAutoFit/>
            </a:bodyPr>
            <a:lstStyle>
              <a:defPPr>
                <a:defRPr lang="ko-KR"/>
              </a:defPPr>
              <a:lvl1pPr algn="l" defTabSz="784225" eaLnBrk="0" latinLnBrk="0" hangingPunct="0">
                <a:defRPr sz="900" b="0">
                  <a:latin typeface="+mn-ea"/>
                  <a:ea typeface="+mn-ea"/>
                </a:defRPr>
              </a:lvl1pPr>
            </a:lstStyle>
            <a:p>
              <a:pPr marL="0" marR="0" lvl="0" indent="0" algn="l" defTabSz="784225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800" i="0" u="none" strike="noStrike" kern="0" cap="none" spc="0" normalizeH="0" baseline="0" noProof="0">
                  <a:ln>
                    <a:noFill/>
                  </a:ln>
                  <a:gradFill>
                    <a:gsLst>
                      <a:gs pos="0">
                        <a:schemeClr val="tx1">
                          <a:lumMod val="75000"/>
                          <a:lumOff val="25000"/>
                        </a:schemeClr>
                      </a:gs>
                      <a:gs pos="100000">
                        <a:schemeClr val="tx1">
                          <a:lumMod val="95000"/>
                          <a:lumOff val="5000"/>
                        </a:schemeClr>
                      </a:gs>
                    </a:gsLst>
                    <a:lin ang="16200000" scaled="1"/>
                  </a:gradFill>
                  <a:effectLst/>
                  <a:uLnTx/>
                  <a:uFillTx/>
                </a:rPr>
                <a:t>월간보고</a:t>
              </a:r>
            </a:p>
          </p:txBody>
        </p:sp>
        <p:sp>
          <p:nvSpPr>
            <p:cNvPr id="303" name="타원 302">
              <a:extLst>
                <a:ext uri="{FF2B5EF4-FFF2-40B4-BE49-F238E27FC236}">
                  <a16:creationId xmlns:a16="http://schemas.microsoft.com/office/drawing/2014/main" id="{23A15460-A253-496A-BE9D-8586BE06F006}"/>
                </a:ext>
              </a:extLst>
            </p:cNvPr>
            <p:cNvSpPr/>
            <p:nvPr/>
          </p:nvSpPr>
          <p:spPr>
            <a:xfrm>
              <a:off x="2067341" y="4307256"/>
              <a:ext cx="82399" cy="82399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rgbClr val="91A9C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G마켓 산스 Medium" panose="02000000000000000000" pitchFamily="50" charset="-127"/>
                <a:ea typeface="G마켓 산스 Medium" panose="02000000000000000000" pitchFamily="50" charset="-127"/>
              </a:endParaRPr>
            </a:p>
          </p:txBody>
        </p:sp>
      </p:grpSp>
      <p:grpSp>
        <p:nvGrpSpPr>
          <p:cNvPr id="304" name="그룹 303">
            <a:extLst>
              <a:ext uri="{FF2B5EF4-FFF2-40B4-BE49-F238E27FC236}">
                <a16:creationId xmlns:a16="http://schemas.microsoft.com/office/drawing/2014/main" id="{1777F231-FBBB-4111-9CD6-BA6638DB8021}"/>
              </a:ext>
            </a:extLst>
          </p:cNvPr>
          <p:cNvGrpSpPr/>
          <p:nvPr/>
        </p:nvGrpSpPr>
        <p:grpSpPr>
          <a:xfrm>
            <a:off x="3766199" y="4214982"/>
            <a:ext cx="473798" cy="123111"/>
            <a:chOff x="2067341" y="4296424"/>
            <a:chExt cx="473798" cy="123111"/>
          </a:xfrm>
        </p:grpSpPr>
        <p:sp>
          <p:nvSpPr>
            <p:cNvPr id="305" name="TextBox 304">
              <a:extLst>
                <a:ext uri="{FF2B5EF4-FFF2-40B4-BE49-F238E27FC236}">
                  <a16:creationId xmlns:a16="http://schemas.microsoft.com/office/drawing/2014/main" id="{E63006BB-B514-41D1-9682-EBA371BB751E}"/>
                </a:ext>
              </a:extLst>
            </p:cNvPr>
            <p:cNvSpPr txBox="1"/>
            <p:nvPr/>
          </p:nvSpPr>
          <p:spPr>
            <a:xfrm>
              <a:off x="2182066" y="4296424"/>
              <a:ext cx="359073" cy="123111"/>
            </a:xfrm>
            <a:prstGeom prst="rect">
              <a:avLst/>
            </a:prstGeom>
            <a:noFill/>
            <a:ln w="12700">
              <a:noFill/>
              <a:prstDash val="sysDot"/>
              <a:miter lim="800000"/>
              <a:headEnd/>
              <a:tailEnd/>
            </a:ln>
          </p:spPr>
          <p:txBody>
            <a:bodyPr wrap="none" lIns="0" tIns="0" rIns="0" bIns="0" anchor="ctr">
              <a:spAutoFit/>
            </a:bodyPr>
            <a:lstStyle>
              <a:defPPr>
                <a:defRPr lang="ko-KR"/>
              </a:defPPr>
              <a:lvl1pPr algn="l" defTabSz="784225" eaLnBrk="0" latinLnBrk="0" hangingPunct="0">
                <a:defRPr sz="900" b="0">
                  <a:latin typeface="+mn-ea"/>
                  <a:ea typeface="+mn-ea"/>
                </a:defRPr>
              </a:lvl1pPr>
            </a:lstStyle>
            <a:p>
              <a:pPr marL="0" marR="0" lvl="0" indent="0" algn="l" defTabSz="784225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800" i="0" u="none" strike="noStrike" kern="0" cap="none" spc="0" normalizeH="0" baseline="0" noProof="0">
                  <a:ln>
                    <a:noFill/>
                  </a:ln>
                  <a:gradFill>
                    <a:gsLst>
                      <a:gs pos="0">
                        <a:schemeClr val="tx1">
                          <a:lumMod val="75000"/>
                          <a:lumOff val="25000"/>
                        </a:schemeClr>
                      </a:gs>
                      <a:gs pos="100000">
                        <a:schemeClr val="tx1">
                          <a:lumMod val="95000"/>
                          <a:lumOff val="5000"/>
                        </a:schemeClr>
                      </a:gs>
                    </a:gsLst>
                    <a:lin ang="16200000" scaled="1"/>
                  </a:gradFill>
                  <a:effectLst/>
                  <a:uLnTx/>
                  <a:uFillTx/>
                </a:rPr>
                <a:t>월간보고</a:t>
              </a:r>
            </a:p>
          </p:txBody>
        </p:sp>
        <p:sp>
          <p:nvSpPr>
            <p:cNvPr id="306" name="타원 305">
              <a:extLst>
                <a:ext uri="{FF2B5EF4-FFF2-40B4-BE49-F238E27FC236}">
                  <a16:creationId xmlns:a16="http://schemas.microsoft.com/office/drawing/2014/main" id="{F9297E82-A7DB-4C6F-8327-5B4962676890}"/>
                </a:ext>
              </a:extLst>
            </p:cNvPr>
            <p:cNvSpPr/>
            <p:nvPr/>
          </p:nvSpPr>
          <p:spPr>
            <a:xfrm>
              <a:off x="2067341" y="4307256"/>
              <a:ext cx="82399" cy="82399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rgbClr val="91A9C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G마켓 산스 Medium" panose="02000000000000000000" pitchFamily="50" charset="-127"/>
                <a:ea typeface="G마켓 산스 Medium" panose="02000000000000000000" pitchFamily="50" charset="-127"/>
              </a:endParaRPr>
            </a:p>
          </p:txBody>
        </p:sp>
      </p:grpSp>
      <p:grpSp>
        <p:nvGrpSpPr>
          <p:cNvPr id="307" name="그룹 306">
            <a:extLst>
              <a:ext uri="{FF2B5EF4-FFF2-40B4-BE49-F238E27FC236}">
                <a16:creationId xmlns:a16="http://schemas.microsoft.com/office/drawing/2014/main" id="{59B0507B-AC2D-44BE-B81C-1A5B46108112}"/>
              </a:ext>
            </a:extLst>
          </p:cNvPr>
          <p:cNvGrpSpPr/>
          <p:nvPr/>
        </p:nvGrpSpPr>
        <p:grpSpPr>
          <a:xfrm>
            <a:off x="4485058" y="4214982"/>
            <a:ext cx="473798" cy="123111"/>
            <a:chOff x="2067341" y="4296424"/>
            <a:chExt cx="473798" cy="123111"/>
          </a:xfrm>
        </p:grpSpPr>
        <p:sp>
          <p:nvSpPr>
            <p:cNvPr id="308" name="TextBox 307">
              <a:extLst>
                <a:ext uri="{FF2B5EF4-FFF2-40B4-BE49-F238E27FC236}">
                  <a16:creationId xmlns:a16="http://schemas.microsoft.com/office/drawing/2014/main" id="{AC36B173-CF2D-41DF-B109-104B6A795C7F}"/>
                </a:ext>
              </a:extLst>
            </p:cNvPr>
            <p:cNvSpPr txBox="1"/>
            <p:nvPr/>
          </p:nvSpPr>
          <p:spPr>
            <a:xfrm>
              <a:off x="2182066" y="4296424"/>
              <a:ext cx="359073" cy="123111"/>
            </a:xfrm>
            <a:prstGeom prst="rect">
              <a:avLst/>
            </a:prstGeom>
            <a:noFill/>
            <a:ln w="12700">
              <a:noFill/>
              <a:prstDash val="sysDot"/>
              <a:miter lim="800000"/>
              <a:headEnd/>
              <a:tailEnd/>
            </a:ln>
          </p:spPr>
          <p:txBody>
            <a:bodyPr wrap="none" lIns="0" tIns="0" rIns="0" bIns="0" anchor="ctr">
              <a:spAutoFit/>
            </a:bodyPr>
            <a:lstStyle>
              <a:defPPr>
                <a:defRPr lang="ko-KR"/>
              </a:defPPr>
              <a:lvl1pPr algn="l" defTabSz="784225" eaLnBrk="0" latinLnBrk="0" hangingPunct="0">
                <a:defRPr sz="900" b="0">
                  <a:latin typeface="+mn-ea"/>
                  <a:ea typeface="+mn-ea"/>
                </a:defRPr>
              </a:lvl1pPr>
            </a:lstStyle>
            <a:p>
              <a:pPr marL="0" marR="0" lvl="0" indent="0" algn="l" defTabSz="784225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800" i="0" u="none" strike="noStrike" kern="0" cap="none" spc="0" normalizeH="0" baseline="0" noProof="0">
                  <a:ln>
                    <a:noFill/>
                  </a:ln>
                  <a:gradFill>
                    <a:gsLst>
                      <a:gs pos="0">
                        <a:schemeClr val="tx1">
                          <a:lumMod val="75000"/>
                          <a:lumOff val="25000"/>
                        </a:schemeClr>
                      </a:gs>
                      <a:gs pos="100000">
                        <a:schemeClr val="tx1">
                          <a:lumMod val="95000"/>
                          <a:lumOff val="5000"/>
                        </a:schemeClr>
                      </a:gs>
                    </a:gsLst>
                    <a:lin ang="16200000" scaled="1"/>
                  </a:gradFill>
                  <a:effectLst/>
                  <a:uLnTx/>
                  <a:uFillTx/>
                </a:rPr>
                <a:t>월간보고</a:t>
              </a:r>
            </a:p>
          </p:txBody>
        </p:sp>
        <p:sp>
          <p:nvSpPr>
            <p:cNvPr id="309" name="타원 308">
              <a:extLst>
                <a:ext uri="{FF2B5EF4-FFF2-40B4-BE49-F238E27FC236}">
                  <a16:creationId xmlns:a16="http://schemas.microsoft.com/office/drawing/2014/main" id="{EE76DAA7-09B5-4DDF-AF0A-ADBE246AE7DF}"/>
                </a:ext>
              </a:extLst>
            </p:cNvPr>
            <p:cNvSpPr/>
            <p:nvPr/>
          </p:nvSpPr>
          <p:spPr>
            <a:xfrm>
              <a:off x="2067341" y="4307256"/>
              <a:ext cx="82399" cy="82399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rgbClr val="91A9C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G마켓 산스 Medium" panose="02000000000000000000" pitchFamily="50" charset="-127"/>
                <a:ea typeface="G마켓 산스 Medium" panose="02000000000000000000" pitchFamily="50" charset="-127"/>
              </a:endParaRPr>
            </a:p>
          </p:txBody>
        </p:sp>
      </p:grpSp>
      <p:grpSp>
        <p:nvGrpSpPr>
          <p:cNvPr id="310" name="그룹 309">
            <a:extLst>
              <a:ext uri="{FF2B5EF4-FFF2-40B4-BE49-F238E27FC236}">
                <a16:creationId xmlns:a16="http://schemas.microsoft.com/office/drawing/2014/main" id="{BEB01D21-C15E-43BA-B07D-D49909939517}"/>
              </a:ext>
            </a:extLst>
          </p:cNvPr>
          <p:cNvGrpSpPr/>
          <p:nvPr/>
        </p:nvGrpSpPr>
        <p:grpSpPr>
          <a:xfrm>
            <a:off x="5203917" y="4214982"/>
            <a:ext cx="473798" cy="123111"/>
            <a:chOff x="2067341" y="4296424"/>
            <a:chExt cx="473798" cy="123111"/>
          </a:xfrm>
        </p:grpSpPr>
        <p:sp>
          <p:nvSpPr>
            <p:cNvPr id="311" name="TextBox 310">
              <a:extLst>
                <a:ext uri="{FF2B5EF4-FFF2-40B4-BE49-F238E27FC236}">
                  <a16:creationId xmlns:a16="http://schemas.microsoft.com/office/drawing/2014/main" id="{BC492B63-0CAF-498A-8B7D-3E17DE7CDE26}"/>
                </a:ext>
              </a:extLst>
            </p:cNvPr>
            <p:cNvSpPr txBox="1"/>
            <p:nvPr/>
          </p:nvSpPr>
          <p:spPr>
            <a:xfrm>
              <a:off x="2182066" y="4296424"/>
              <a:ext cx="359073" cy="123111"/>
            </a:xfrm>
            <a:prstGeom prst="rect">
              <a:avLst/>
            </a:prstGeom>
            <a:noFill/>
            <a:ln w="12700">
              <a:noFill/>
              <a:prstDash val="sysDot"/>
              <a:miter lim="800000"/>
              <a:headEnd/>
              <a:tailEnd/>
            </a:ln>
          </p:spPr>
          <p:txBody>
            <a:bodyPr wrap="none" lIns="0" tIns="0" rIns="0" bIns="0" anchor="ctr">
              <a:spAutoFit/>
            </a:bodyPr>
            <a:lstStyle>
              <a:defPPr>
                <a:defRPr lang="ko-KR"/>
              </a:defPPr>
              <a:lvl1pPr algn="l" defTabSz="784225" eaLnBrk="0" latinLnBrk="0" hangingPunct="0">
                <a:defRPr sz="900" b="0">
                  <a:latin typeface="+mn-ea"/>
                  <a:ea typeface="+mn-ea"/>
                </a:defRPr>
              </a:lvl1pPr>
            </a:lstStyle>
            <a:p>
              <a:pPr marL="0" marR="0" lvl="0" indent="0" algn="l" defTabSz="784225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800" i="0" u="none" strike="noStrike" kern="0" cap="none" spc="0" normalizeH="0" baseline="0" noProof="0">
                  <a:ln>
                    <a:noFill/>
                  </a:ln>
                  <a:gradFill>
                    <a:gsLst>
                      <a:gs pos="0">
                        <a:schemeClr val="tx1">
                          <a:lumMod val="75000"/>
                          <a:lumOff val="25000"/>
                        </a:schemeClr>
                      </a:gs>
                      <a:gs pos="100000">
                        <a:schemeClr val="tx1">
                          <a:lumMod val="95000"/>
                          <a:lumOff val="5000"/>
                        </a:schemeClr>
                      </a:gs>
                    </a:gsLst>
                    <a:lin ang="16200000" scaled="1"/>
                  </a:gradFill>
                  <a:effectLst/>
                  <a:uLnTx/>
                  <a:uFillTx/>
                </a:rPr>
                <a:t>월간보고</a:t>
              </a:r>
            </a:p>
          </p:txBody>
        </p:sp>
        <p:sp>
          <p:nvSpPr>
            <p:cNvPr id="312" name="타원 311">
              <a:extLst>
                <a:ext uri="{FF2B5EF4-FFF2-40B4-BE49-F238E27FC236}">
                  <a16:creationId xmlns:a16="http://schemas.microsoft.com/office/drawing/2014/main" id="{35F8CCEB-B723-4F1E-A5DE-BAA7CD832F7A}"/>
                </a:ext>
              </a:extLst>
            </p:cNvPr>
            <p:cNvSpPr/>
            <p:nvPr/>
          </p:nvSpPr>
          <p:spPr>
            <a:xfrm>
              <a:off x="2067341" y="4307256"/>
              <a:ext cx="82399" cy="82399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rgbClr val="91A9C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G마켓 산스 Medium" panose="02000000000000000000" pitchFamily="50" charset="-127"/>
                <a:ea typeface="G마켓 산스 Medium" panose="02000000000000000000" pitchFamily="50" charset="-127"/>
              </a:endParaRPr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F6AE3210-14A1-4180-A15C-B94A182D9CD4}"/>
              </a:ext>
            </a:extLst>
          </p:cNvPr>
          <p:cNvGrpSpPr/>
          <p:nvPr/>
        </p:nvGrpSpPr>
        <p:grpSpPr>
          <a:xfrm>
            <a:off x="5714206" y="4185695"/>
            <a:ext cx="630592" cy="150222"/>
            <a:chOff x="5786740" y="4259790"/>
            <a:chExt cx="630592" cy="150222"/>
          </a:xfrm>
        </p:grpSpPr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25B94759-3387-4DC1-B2A7-14A7E3AFA459}"/>
                </a:ext>
              </a:extLst>
            </p:cNvPr>
            <p:cNvSpPr txBox="1"/>
            <p:nvPr/>
          </p:nvSpPr>
          <p:spPr>
            <a:xfrm>
              <a:off x="5938034" y="4286901"/>
              <a:ext cx="479298" cy="123111"/>
            </a:xfrm>
            <a:prstGeom prst="rect">
              <a:avLst/>
            </a:prstGeom>
            <a:noFill/>
            <a:ln w="12700">
              <a:noFill/>
              <a:prstDash val="sysDot"/>
              <a:miter lim="800000"/>
              <a:headEnd/>
              <a:tailEnd/>
            </a:ln>
          </p:spPr>
          <p:txBody>
            <a:bodyPr wrap="none" lIns="0" tIns="0" rIns="0" bIns="0" anchor="ctr">
              <a:spAutoFit/>
            </a:bodyPr>
            <a:lstStyle>
              <a:defPPr>
                <a:defRPr lang="ko-KR"/>
              </a:defPPr>
              <a:lvl1pPr algn="l" defTabSz="784225" eaLnBrk="0" latinLnBrk="0" hangingPunct="0">
                <a:defRPr sz="900" b="0">
                  <a:latin typeface="+mn-ea"/>
                  <a:ea typeface="+mn-ea"/>
                </a:defRPr>
              </a:lvl1pPr>
            </a:lstStyle>
            <a:p>
              <a:pPr marL="0" marR="0" lvl="0" indent="0" algn="l" defTabSz="784225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800" i="0" u="none" strike="noStrike" kern="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chemeClr val="tx1">
                          <a:lumMod val="75000"/>
                          <a:lumOff val="25000"/>
                        </a:schemeClr>
                      </a:gs>
                      <a:gs pos="100000">
                        <a:schemeClr val="tx1">
                          <a:lumMod val="95000"/>
                          <a:lumOff val="5000"/>
                        </a:schemeClr>
                      </a:gs>
                    </a:gsLst>
                    <a:lin ang="16200000" scaled="1"/>
                  </a:gradFill>
                  <a:effectLst/>
                  <a:uLnTx/>
                  <a:uFillTx/>
                </a:rPr>
                <a:t>시스템 오픈</a:t>
              </a:r>
            </a:p>
          </p:txBody>
        </p:sp>
        <p:sp>
          <p:nvSpPr>
            <p:cNvPr id="313" name="AutoShape 26">
              <a:extLst>
                <a:ext uri="{FF2B5EF4-FFF2-40B4-BE49-F238E27FC236}">
                  <a16:creationId xmlns:a16="http://schemas.microsoft.com/office/drawing/2014/main" id="{2CBD03A7-CA44-43DF-A9E9-929500518A83}"/>
                </a:ext>
              </a:extLst>
            </p:cNvPr>
            <p:cNvSpPr>
              <a:spLocks/>
            </p:cNvSpPr>
            <p:nvPr/>
          </p:nvSpPr>
          <p:spPr bwMode="auto">
            <a:xfrm>
              <a:off x="5786740" y="4259790"/>
              <a:ext cx="147095" cy="138597"/>
            </a:xfrm>
            <a:custGeom>
              <a:avLst/>
              <a:gdLst>
                <a:gd name="T0" fmla="*/ 2147483646 w 21600"/>
                <a:gd name="T1" fmla="*/ 2147483646 h 21600"/>
                <a:gd name="T2" fmla="*/ 2147483646 w 21600"/>
                <a:gd name="T3" fmla="*/ 2147483646 h 21600"/>
                <a:gd name="T4" fmla="*/ 2147483646 w 21600"/>
                <a:gd name="T5" fmla="*/ 2147483646 h 21600"/>
                <a:gd name="T6" fmla="*/ 2147483646 w 21600"/>
                <a:gd name="T7" fmla="*/ 2147483646 h 2160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600" h="21600">
                  <a:moveTo>
                    <a:pt x="10901" y="17459"/>
                  </a:moveTo>
                  <a:lnTo>
                    <a:pt x="17497" y="21600"/>
                  </a:lnTo>
                  <a:lnTo>
                    <a:pt x="15848" y="13532"/>
                  </a:lnTo>
                  <a:lnTo>
                    <a:pt x="21600" y="8281"/>
                  </a:lnTo>
                  <a:lnTo>
                    <a:pt x="13797" y="7428"/>
                  </a:lnTo>
                  <a:lnTo>
                    <a:pt x="10901" y="0"/>
                  </a:lnTo>
                  <a:lnTo>
                    <a:pt x="7844" y="7428"/>
                  </a:lnTo>
                  <a:lnTo>
                    <a:pt x="0" y="8281"/>
                  </a:lnTo>
                  <a:lnTo>
                    <a:pt x="5993" y="13532"/>
                  </a:lnTo>
                  <a:lnTo>
                    <a:pt x="4143" y="21600"/>
                  </a:lnTo>
                  <a:lnTo>
                    <a:pt x="10901" y="17459"/>
                  </a:lnTo>
                </a:path>
              </a:pathLst>
            </a:custGeom>
            <a:solidFill>
              <a:srgbClr val="F2006D"/>
            </a:solidFill>
            <a:ln>
              <a:noFill/>
            </a:ln>
          </p:spPr>
          <p:txBody>
            <a:bodyPr lIns="45720" rIns="45720" anchor="ctr"/>
            <a:lstStyle/>
            <a:p>
              <a:pPr marL="0" marR="0" lvl="0" indent="0" defTabSz="8255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2000" b="0" i="0" u="none" strike="noStrike" kern="0" cap="none" spc="0" normalizeH="0" baseline="0" noProof="0" dirty="0">
                <a:ln>
                  <a:noFill/>
                </a:ln>
                <a:solidFill>
                  <a:srgbClr val="74808C"/>
                </a:solidFill>
                <a:effectLst/>
                <a:uLnTx/>
                <a:uFillTx/>
                <a:cs typeface="Poppins"/>
                <a:sym typeface="Poppins"/>
              </a:endParaRPr>
            </a:p>
          </p:txBody>
        </p: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CCD859AC-CCCB-4142-913C-3189138F0770}"/>
              </a:ext>
            </a:extLst>
          </p:cNvPr>
          <p:cNvGrpSpPr/>
          <p:nvPr/>
        </p:nvGrpSpPr>
        <p:grpSpPr>
          <a:xfrm>
            <a:off x="3568253" y="4410101"/>
            <a:ext cx="441283" cy="111036"/>
            <a:chOff x="3365814" y="4720085"/>
            <a:chExt cx="441283" cy="111036"/>
          </a:xfrm>
        </p:grpSpPr>
        <p:sp>
          <p:nvSpPr>
            <p:cNvPr id="151" name="Text Box 2836">
              <a:extLst>
                <a:ext uri="{FF2B5EF4-FFF2-40B4-BE49-F238E27FC236}">
                  <a16:creationId xmlns:a16="http://schemas.microsoft.com/office/drawing/2014/main" id="{489094DF-287C-4369-9C23-9D7A6B5C14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92908" y="4723399"/>
              <a:ext cx="314189" cy="107722"/>
            </a:xfrm>
            <a:prstGeom prst="rect">
              <a:avLst/>
            </a:prstGeom>
            <a:noFill/>
            <a:ln w="12700">
              <a:noFill/>
              <a:prstDash val="sysDot"/>
              <a:miter lim="800000"/>
              <a:headEnd/>
              <a:tailEnd/>
            </a:ln>
          </p:spPr>
          <p:txBody>
            <a:bodyPr wrap="none" lIns="0" tIns="0" rIns="0" bIns="0" anchor="ctr">
              <a:spAutoFit/>
            </a:bodyPr>
            <a:lstStyle>
              <a:defPPr>
                <a:defRPr lang="ko-KR"/>
              </a:defPPr>
              <a:lvl1pPr algn="l" defTabSz="784225" eaLnBrk="0" latinLnBrk="0" hangingPunct="0">
                <a:defRPr sz="800" b="0">
                  <a:latin typeface="+mn-ea"/>
                  <a:ea typeface="+mn-ea"/>
                </a:defRPr>
              </a:lvl1pPr>
            </a:lstStyle>
            <a:p>
              <a:pPr marL="0" marR="0" lvl="0" indent="0" algn="l" defTabSz="784225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700" kern="0">
                  <a:gradFill>
                    <a:gsLst>
                      <a:gs pos="0">
                        <a:schemeClr val="tx1">
                          <a:lumMod val="75000"/>
                          <a:lumOff val="25000"/>
                        </a:schemeClr>
                      </a:gs>
                      <a:gs pos="100000">
                        <a:schemeClr val="tx1">
                          <a:lumMod val="95000"/>
                          <a:lumOff val="5000"/>
                        </a:schemeClr>
                      </a:gs>
                    </a:gsLst>
                    <a:lin ang="16200000" scaled="1"/>
                  </a:gradFill>
                </a:rPr>
                <a:t>설계</a:t>
              </a:r>
              <a:r>
                <a:rPr kumimoji="1" lang="ko-KR" altLang="en-US" sz="700" kern="0" noProof="0">
                  <a:gradFill>
                    <a:gsLst>
                      <a:gs pos="0">
                        <a:schemeClr val="tx1">
                          <a:lumMod val="75000"/>
                          <a:lumOff val="25000"/>
                        </a:schemeClr>
                      </a:gs>
                      <a:gs pos="100000">
                        <a:schemeClr val="tx1">
                          <a:lumMod val="95000"/>
                          <a:lumOff val="5000"/>
                        </a:schemeClr>
                      </a:gs>
                    </a:gsLst>
                    <a:lin ang="16200000" scaled="1"/>
                  </a:gradFill>
                </a:rPr>
                <a:t>감리</a:t>
              </a:r>
              <a:endParaRPr kumimoji="1" lang="ko-KR" altLang="en-US" sz="700" i="0" u="none" strike="noStrike" kern="0" cap="none" spc="0" normalizeH="0" baseline="0" noProof="0">
                <a:ln>
                  <a:noFill/>
                </a:ln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95000"/>
                        <a:lumOff val="5000"/>
                      </a:schemeClr>
                    </a:gs>
                  </a:gsLst>
                  <a:lin ang="16200000" scaled="1"/>
                </a:gradFill>
                <a:effectLst/>
                <a:uLnTx/>
                <a:uFillTx/>
              </a:endParaRPr>
            </a:p>
          </p:txBody>
        </p:sp>
        <p:sp>
          <p:nvSpPr>
            <p:cNvPr id="314" name="任意形状 2026">
              <a:extLst>
                <a:ext uri="{FF2B5EF4-FFF2-40B4-BE49-F238E27FC236}">
                  <a16:creationId xmlns:a16="http://schemas.microsoft.com/office/drawing/2014/main" id="{E3363983-F16D-42BB-9573-D132A2A7D9EC}"/>
                </a:ext>
              </a:extLst>
            </p:cNvPr>
            <p:cNvSpPr/>
            <p:nvPr/>
          </p:nvSpPr>
          <p:spPr>
            <a:xfrm>
              <a:off x="3365814" y="4720085"/>
              <a:ext cx="108000" cy="1080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200" y="0"/>
                  </a:moveTo>
                  <a:lnTo>
                    <a:pt x="20400" y="0"/>
                  </a:lnTo>
                  <a:cubicBezTo>
                    <a:pt x="21063" y="0"/>
                    <a:pt x="21600" y="537"/>
                    <a:pt x="21600" y="1200"/>
                  </a:cubicBezTo>
                  <a:lnTo>
                    <a:pt x="21600" y="20400"/>
                  </a:lnTo>
                  <a:cubicBezTo>
                    <a:pt x="21600" y="21063"/>
                    <a:pt x="21063" y="21600"/>
                    <a:pt x="20400" y="21600"/>
                  </a:cubicBezTo>
                  <a:lnTo>
                    <a:pt x="1200" y="21600"/>
                  </a:lnTo>
                  <a:cubicBezTo>
                    <a:pt x="537" y="21600"/>
                    <a:pt x="0" y="21063"/>
                    <a:pt x="0" y="20400"/>
                  </a:cubicBezTo>
                  <a:lnTo>
                    <a:pt x="0" y="1200"/>
                  </a:lnTo>
                  <a:cubicBezTo>
                    <a:pt x="0" y="537"/>
                    <a:pt x="537" y="0"/>
                    <a:pt x="1200" y="0"/>
                  </a:cubicBezTo>
                  <a:close/>
                  <a:moveTo>
                    <a:pt x="9604" y="15600"/>
                  </a:moveTo>
                  <a:lnTo>
                    <a:pt x="18088" y="7115"/>
                  </a:lnTo>
                  <a:lnTo>
                    <a:pt x="16391" y="5418"/>
                  </a:lnTo>
                  <a:lnTo>
                    <a:pt x="9604" y="12206"/>
                  </a:lnTo>
                  <a:lnTo>
                    <a:pt x="6209" y="8812"/>
                  </a:lnTo>
                  <a:lnTo>
                    <a:pt x="4512" y="10508"/>
                  </a:lnTo>
                  <a:lnTo>
                    <a:pt x="9604" y="1560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/>
            </a:p>
          </p:txBody>
        </p:sp>
      </p:grpSp>
      <p:grpSp>
        <p:nvGrpSpPr>
          <p:cNvPr id="315" name="그룹 314">
            <a:extLst>
              <a:ext uri="{FF2B5EF4-FFF2-40B4-BE49-F238E27FC236}">
                <a16:creationId xmlns:a16="http://schemas.microsoft.com/office/drawing/2014/main" id="{C37DB55B-054D-4C1C-AE14-60CD020FC88B}"/>
              </a:ext>
            </a:extLst>
          </p:cNvPr>
          <p:cNvGrpSpPr/>
          <p:nvPr/>
        </p:nvGrpSpPr>
        <p:grpSpPr>
          <a:xfrm>
            <a:off x="5373216" y="4410101"/>
            <a:ext cx="441283" cy="111036"/>
            <a:chOff x="3365814" y="4720085"/>
            <a:chExt cx="441283" cy="111036"/>
          </a:xfrm>
        </p:grpSpPr>
        <p:sp>
          <p:nvSpPr>
            <p:cNvPr id="316" name="Text Box 2836">
              <a:extLst>
                <a:ext uri="{FF2B5EF4-FFF2-40B4-BE49-F238E27FC236}">
                  <a16:creationId xmlns:a16="http://schemas.microsoft.com/office/drawing/2014/main" id="{15ADA3C4-64C0-47E7-A4FE-E3B324048B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92908" y="4723399"/>
              <a:ext cx="314189" cy="107722"/>
            </a:xfrm>
            <a:prstGeom prst="rect">
              <a:avLst/>
            </a:prstGeom>
            <a:noFill/>
            <a:ln w="12700">
              <a:noFill/>
              <a:prstDash val="sysDot"/>
              <a:miter lim="800000"/>
              <a:headEnd/>
              <a:tailEnd/>
            </a:ln>
          </p:spPr>
          <p:txBody>
            <a:bodyPr wrap="none" lIns="0" tIns="0" rIns="0" bIns="0" anchor="ctr">
              <a:spAutoFit/>
            </a:bodyPr>
            <a:lstStyle>
              <a:defPPr>
                <a:defRPr lang="ko-KR"/>
              </a:defPPr>
              <a:lvl1pPr algn="l" defTabSz="784225" eaLnBrk="0" latinLnBrk="0" hangingPunct="0">
                <a:defRPr sz="800" b="0">
                  <a:latin typeface="+mn-ea"/>
                  <a:ea typeface="+mn-ea"/>
                </a:defRPr>
              </a:lvl1pPr>
            </a:lstStyle>
            <a:p>
              <a:pPr marL="0" marR="0" lvl="0" indent="0" algn="l" defTabSz="784225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700" kern="0" noProof="0">
                  <a:gradFill>
                    <a:gsLst>
                      <a:gs pos="0">
                        <a:schemeClr val="tx1">
                          <a:lumMod val="75000"/>
                          <a:lumOff val="25000"/>
                        </a:schemeClr>
                      </a:gs>
                      <a:gs pos="100000">
                        <a:schemeClr val="tx1">
                          <a:lumMod val="95000"/>
                          <a:lumOff val="5000"/>
                        </a:schemeClr>
                      </a:gs>
                    </a:gsLst>
                    <a:lin ang="16200000" scaled="1"/>
                  </a:gradFill>
                </a:rPr>
                <a:t>종료감리</a:t>
              </a:r>
              <a:endParaRPr kumimoji="1" lang="ko-KR" altLang="en-US" sz="700" i="0" u="none" strike="noStrike" kern="0" cap="none" spc="0" normalizeH="0" baseline="0" noProof="0" dirty="0">
                <a:ln>
                  <a:noFill/>
                </a:ln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95000"/>
                        <a:lumOff val="5000"/>
                      </a:schemeClr>
                    </a:gs>
                  </a:gsLst>
                  <a:lin ang="16200000" scaled="1"/>
                </a:gradFill>
                <a:effectLst/>
                <a:uLnTx/>
                <a:uFillTx/>
              </a:endParaRPr>
            </a:p>
          </p:txBody>
        </p:sp>
        <p:sp>
          <p:nvSpPr>
            <p:cNvPr id="317" name="任意形状 2026">
              <a:extLst>
                <a:ext uri="{FF2B5EF4-FFF2-40B4-BE49-F238E27FC236}">
                  <a16:creationId xmlns:a16="http://schemas.microsoft.com/office/drawing/2014/main" id="{BF862754-3DEF-42F1-9BB7-389011999418}"/>
                </a:ext>
              </a:extLst>
            </p:cNvPr>
            <p:cNvSpPr/>
            <p:nvPr/>
          </p:nvSpPr>
          <p:spPr>
            <a:xfrm>
              <a:off x="3365814" y="4720085"/>
              <a:ext cx="108000" cy="1080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200" y="0"/>
                  </a:moveTo>
                  <a:lnTo>
                    <a:pt x="20400" y="0"/>
                  </a:lnTo>
                  <a:cubicBezTo>
                    <a:pt x="21063" y="0"/>
                    <a:pt x="21600" y="537"/>
                    <a:pt x="21600" y="1200"/>
                  </a:cubicBezTo>
                  <a:lnTo>
                    <a:pt x="21600" y="20400"/>
                  </a:lnTo>
                  <a:cubicBezTo>
                    <a:pt x="21600" y="21063"/>
                    <a:pt x="21063" y="21600"/>
                    <a:pt x="20400" y="21600"/>
                  </a:cubicBezTo>
                  <a:lnTo>
                    <a:pt x="1200" y="21600"/>
                  </a:lnTo>
                  <a:cubicBezTo>
                    <a:pt x="537" y="21600"/>
                    <a:pt x="0" y="21063"/>
                    <a:pt x="0" y="20400"/>
                  </a:cubicBezTo>
                  <a:lnTo>
                    <a:pt x="0" y="1200"/>
                  </a:lnTo>
                  <a:cubicBezTo>
                    <a:pt x="0" y="537"/>
                    <a:pt x="537" y="0"/>
                    <a:pt x="1200" y="0"/>
                  </a:cubicBezTo>
                  <a:close/>
                  <a:moveTo>
                    <a:pt x="9604" y="15600"/>
                  </a:moveTo>
                  <a:lnTo>
                    <a:pt x="18088" y="7115"/>
                  </a:lnTo>
                  <a:lnTo>
                    <a:pt x="16391" y="5418"/>
                  </a:lnTo>
                  <a:lnTo>
                    <a:pt x="9604" y="12206"/>
                  </a:lnTo>
                  <a:lnTo>
                    <a:pt x="6209" y="8812"/>
                  </a:lnTo>
                  <a:lnTo>
                    <a:pt x="4512" y="10508"/>
                  </a:lnTo>
                  <a:lnTo>
                    <a:pt x="9604" y="1560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/>
            </a:p>
          </p:txBody>
        </p:sp>
      </p:grpSp>
      <p:sp>
        <p:nvSpPr>
          <p:cNvPr id="327" name="사각형: 둥근 모서리 326">
            <a:extLst>
              <a:ext uri="{FF2B5EF4-FFF2-40B4-BE49-F238E27FC236}">
                <a16:creationId xmlns:a16="http://schemas.microsoft.com/office/drawing/2014/main" id="{B00933DC-EE62-46C7-A7F5-25312CE665A9}"/>
              </a:ext>
            </a:extLst>
          </p:cNvPr>
          <p:cNvSpPr/>
          <p:nvPr/>
        </p:nvSpPr>
        <p:spPr>
          <a:xfrm>
            <a:off x="1700808" y="2900772"/>
            <a:ext cx="4716524" cy="252000"/>
          </a:xfrm>
          <a:prstGeom prst="roundRect">
            <a:avLst>
              <a:gd name="adj" fmla="val 50000"/>
            </a:avLst>
          </a:prstGeom>
          <a:solidFill>
            <a:srgbClr val="4BA6DD"/>
          </a:solidFill>
          <a:ln>
            <a:solidFill>
              <a:srgbClr val="5B9BD5"/>
            </a:solidFill>
          </a:ln>
          <a:effectLst/>
        </p:spPr>
        <p:txBody>
          <a:bodyPr wrap="square" lIns="288000" tIns="54000" rIns="72000" bIns="36000" rtlCol="0" anchor="ctr">
            <a:no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ko-KR" altLang="en-US" sz="10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" panose="02000503000000020004" pitchFamily="50" charset="-127"/>
              </a:rPr>
              <a:t>효율적인 일정관리로 ”납기 준수” 라는 최종목표 수립하여 프로젝트를 수행</a:t>
            </a:r>
          </a:p>
        </p:txBody>
      </p:sp>
      <p:sp>
        <p:nvSpPr>
          <p:cNvPr id="328" name="양쪽 모서리가 둥근 사각형 148">
            <a:extLst>
              <a:ext uri="{FF2B5EF4-FFF2-40B4-BE49-F238E27FC236}">
                <a16:creationId xmlns:a16="http://schemas.microsoft.com/office/drawing/2014/main" id="{EC60A66F-2952-4B7E-B4B9-4B177A6D7CF6}"/>
              </a:ext>
            </a:extLst>
          </p:cNvPr>
          <p:cNvSpPr/>
          <p:nvPr/>
        </p:nvSpPr>
        <p:spPr>
          <a:xfrm rot="16200000" flipH="1">
            <a:off x="1030369" y="2325067"/>
            <a:ext cx="252000" cy="140341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B57A2"/>
          </a:solidFill>
          <a:ln w="9525">
            <a:solidFill>
              <a:srgbClr val="2F55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lIns="36000" tIns="36000" rIns="36000" bIns="36000" rtlCol="0" anchor="ctr"/>
          <a:lstStyle/>
          <a:p>
            <a:pPr algn="ctr" defTabSz="914400" fontAlgn="base" latinLnBrk="1">
              <a:spcBef>
                <a:spcPts val="600"/>
              </a:spcBef>
              <a:spcAft>
                <a:spcPct val="0"/>
              </a:spcAft>
            </a:pPr>
            <a:r>
              <a:rPr kumimoji="1" lang="ko-KR" altLang="en-US" sz="1100" kern="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</a:rPr>
              <a:t>일정 </a:t>
            </a:r>
            <a:r>
              <a:rPr kumimoji="1" lang="en-US" altLang="ko-KR" sz="1100" kern="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</a:rPr>
              <a:t>POINT! </a:t>
            </a:r>
            <a:endParaRPr kumimoji="1" lang="ko-KR" altLang="en-US" sz="1100" kern="0" dirty="0">
              <a:solidFill>
                <a:schemeClr val="bg1"/>
              </a:solidFill>
              <a:latin typeface="Pretendard SemiBold" panose="02000703000000020004" pitchFamily="50" charset="-127"/>
              <a:ea typeface="Pretendard SemiBold" panose="02000703000000020004" pitchFamily="50" charset="-127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ED6F0FD7-E932-40F1-A85E-53211857D464}"/>
              </a:ext>
            </a:extLst>
          </p:cNvPr>
          <p:cNvGrpSpPr/>
          <p:nvPr/>
        </p:nvGrpSpPr>
        <p:grpSpPr>
          <a:xfrm>
            <a:off x="2458613" y="5123495"/>
            <a:ext cx="826371" cy="117247"/>
            <a:chOff x="2382060" y="5237857"/>
            <a:chExt cx="826371" cy="117247"/>
          </a:xfrm>
        </p:grpSpPr>
        <p:sp>
          <p:nvSpPr>
            <p:cNvPr id="172" name="Text Box 2836">
              <a:extLst>
                <a:ext uri="{FF2B5EF4-FFF2-40B4-BE49-F238E27FC236}">
                  <a16:creationId xmlns:a16="http://schemas.microsoft.com/office/drawing/2014/main" id="{BF45DC75-A78D-4D09-827F-FAEE764D22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03110" y="5247382"/>
              <a:ext cx="705321" cy="107722"/>
            </a:xfrm>
            <a:prstGeom prst="rect">
              <a:avLst/>
            </a:prstGeom>
            <a:noFill/>
            <a:ln w="12700">
              <a:noFill/>
              <a:prstDash val="sysDot"/>
              <a:miter lim="800000"/>
              <a:headEnd/>
              <a:tailEnd/>
            </a:ln>
          </p:spPr>
          <p:txBody>
            <a:bodyPr wrap="none" lIns="0" tIns="0" rIns="0" bIns="0" anchor="ctr">
              <a:spAutoFit/>
            </a:bodyPr>
            <a:lstStyle>
              <a:defPPr>
                <a:defRPr lang="ko-KR"/>
              </a:defPPr>
              <a:lvl1pPr algn="l" defTabSz="784225" eaLnBrk="0" latinLnBrk="0" hangingPunct="0">
                <a:defRPr sz="800" b="0">
                  <a:latin typeface="+mn-ea"/>
                  <a:ea typeface="+mn-ea"/>
                </a:defRPr>
              </a:lvl1pPr>
            </a:lstStyle>
            <a:p>
              <a:pPr marL="0" marR="0" lvl="0" indent="0" algn="l" defTabSz="784225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700" i="0" u="none" strike="noStrike" kern="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chemeClr val="tx1">
                          <a:lumMod val="75000"/>
                          <a:lumOff val="25000"/>
                        </a:schemeClr>
                      </a:gs>
                      <a:gs pos="100000">
                        <a:schemeClr val="tx1">
                          <a:lumMod val="95000"/>
                          <a:lumOff val="5000"/>
                        </a:schemeClr>
                      </a:gs>
                    </a:gsLst>
                    <a:lin ang="16200000" scaled="1"/>
                  </a:gradFill>
                  <a:effectLst/>
                  <a:uLnTx/>
                  <a:uFillTx/>
                </a:rPr>
                <a:t>디자인시안</a:t>
              </a:r>
              <a:r>
                <a:rPr kumimoji="1" lang="en-US" altLang="ko-KR" sz="700" i="0" u="none" strike="noStrike" kern="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chemeClr val="tx1">
                          <a:lumMod val="75000"/>
                          <a:lumOff val="25000"/>
                        </a:schemeClr>
                      </a:gs>
                      <a:gs pos="100000">
                        <a:schemeClr val="tx1">
                          <a:lumMod val="95000"/>
                          <a:lumOff val="5000"/>
                        </a:schemeClr>
                      </a:gs>
                    </a:gsLst>
                    <a:lin ang="16200000" scaled="1"/>
                  </a:gradFill>
                  <a:effectLst/>
                  <a:uLnTx/>
                  <a:uFillTx/>
                </a:rPr>
                <a:t>/UI </a:t>
              </a:r>
              <a:r>
                <a:rPr kumimoji="1" lang="ko-KR" altLang="en-US" sz="700" i="0" u="none" strike="noStrike" kern="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chemeClr val="tx1">
                          <a:lumMod val="75000"/>
                          <a:lumOff val="25000"/>
                        </a:schemeClr>
                      </a:gs>
                      <a:gs pos="100000">
                        <a:schemeClr val="tx1">
                          <a:lumMod val="95000"/>
                          <a:lumOff val="5000"/>
                        </a:schemeClr>
                      </a:gs>
                    </a:gsLst>
                    <a:lin ang="16200000" scaled="1"/>
                  </a:gradFill>
                  <a:effectLst/>
                  <a:uLnTx/>
                  <a:uFillTx/>
                </a:rPr>
                <a:t>결정</a:t>
              </a:r>
            </a:p>
          </p:txBody>
        </p:sp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730B8E66-E012-4107-ADEE-34FBE75E1A54}"/>
                </a:ext>
              </a:extLst>
            </p:cNvPr>
            <p:cNvGrpSpPr/>
            <p:nvPr/>
          </p:nvGrpSpPr>
          <p:grpSpPr>
            <a:xfrm>
              <a:off x="2382060" y="5237857"/>
              <a:ext cx="104486" cy="104486"/>
              <a:chOff x="6121537" y="6872120"/>
              <a:chExt cx="152979" cy="152979"/>
            </a:xfrm>
          </p:grpSpPr>
          <p:sp>
            <p:nvSpPr>
              <p:cNvPr id="333" name="타원 332">
                <a:extLst>
                  <a:ext uri="{FF2B5EF4-FFF2-40B4-BE49-F238E27FC236}">
                    <a16:creationId xmlns:a16="http://schemas.microsoft.com/office/drawing/2014/main" id="{799DE16B-5CF5-496E-A2A8-BD36EE4F3014}"/>
                  </a:ext>
                </a:extLst>
              </p:cNvPr>
              <p:cNvSpPr/>
              <p:nvPr/>
            </p:nvSpPr>
            <p:spPr>
              <a:xfrm>
                <a:off x="6121537" y="6872120"/>
                <a:ext cx="152979" cy="152979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000" tIns="18000" rIns="18000" bIns="18000" rtlCol="0" anchor="ctr"/>
              <a:lstStyle/>
              <a:p>
                <a:pPr algn="ctr" defTabSz="621991" latinLnBrk="0">
                  <a:buSzPct val="80000"/>
                </a:pPr>
                <a:endParaRPr lang="ko-KR" altLang="en-US" sz="1100" b="1" kern="0" dirty="0" err="1">
                  <a:gradFill>
                    <a:gsLst>
                      <a:gs pos="0">
                        <a:srgbClr val="2C2C2C"/>
                      </a:gs>
                      <a:gs pos="51000">
                        <a:srgbClr val="2C2C2C"/>
                      </a:gs>
                    </a:gsLst>
                    <a:lin ang="5400000" scaled="1"/>
                  </a:gradFill>
                  <a:latin typeface="+mn-ea"/>
                </a:endParaRPr>
              </a:p>
            </p:txBody>
          </p:sp>
          <p:sp>
            <p:nvSpPr>
              <p:cNvPr id="334" name="자유형 58">
                <a:extLst>
                  <a:ext uri="{FF2B5EF4-FFF2-40B4-BE49-F238E27FC236}">
                    <a16:creationId xmlns:a16="http://schemas.microsoft.com/office/drawing/2014/main" id="{437AE96B-D4EF-48D1-8481-A49451E5F8D7}"/>
                  </a:ext>
                </a:extLst>
              </p:cNvPr>
              <p:cNvSpPr/>
              <p:nvPr/>
            </p:nvSpPr>
            <p:spPr>
              <a:xfrm flipV="1">
                <a:off x="6166883" y="6932461"/>
                <a:ext cx="62288" cy="41526"/>
              </a:xfrm>
              <a:custGeom>
                <a:avLst/>
                <a:gdLst>
                  <a:gd name="connsiteX0" fmla="*/ 0 w 392430"/>
                  <a:gd name="connsiteY0" fmla="*/ 331470 h 331470"/>
                  <a:gd name="connsiteX1" fmla="*/ 201930 w 392430"/>
                  <a:gd name="connsiteY1" fmla="*/ 0 h 331470"/>
                  <a:gd name="connsiteX2" fmla="*/ 392430 w 392430"/>
                  <a:gd name="connsiteY2" fmla="*/ 327660 h 3314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92430" h="331470">
                    <a:moveTo>
                      <a:pt x="0" y="331470"/>
                    </a:moveTo>
                    <a:lnTo>
                      <a:pt x="201930" y="0"/>
                    </a:lnTo>
                    <a:lnTo>
                      <a:pt x="392430" y="327660"/>
                    </a:lnTo>
                  </a:path>
                </a:pathLst>
              </a:custGeom>
              <a:noFill/>
              <a:ln w="12700" cap="rnd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335" name="그룹 334">
            <a:extLst>
              <a:ext uri="{FF2B5EF4-FFF2-40B4-BE49-F238E27FC236}">
                <a16:creationId xmlns:a16="http://schemas.microsoft.com/office/drawing/2014/main" id="{EFE42509-168C-41A3-9CE2-29BF5A8A8B82}"/>
              </a:ext>
            </a:extLst>
          </p:cNvPr>
          <p:cNvGrpSpPr/>
          <p:nvPr/>
        </p:nvGrpSpPr>
        <p:grpSpPr>
          <a:xfrm>
            <a:off x="4977172" y="5771857"/>
            <a:ext cx="435239" cy="117247"/>
            <a:chOff x="2382060" y="5237857"/>
            <a:chExt cx="435239" cy="117247"/>
          </a:xfrm>
        </p:grpSpPr>
        <p:sp>
          <p:nvSpPr>
            <p:cNvPr id="336" name="Text Box 2836">
              <a:extLst>
                <a:ext uri="{FF2B5EF4-FFF2-40B4-BE49-F238E27FC236}">
                  <a16:creationId xmlns:a16="http://schemas.microsoft.com/office/drawing/2014/main" id="{CE999EA9-A2EB-42A0-8982-D2C9E0BC53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03110" y="5247382"/>
              <a:ext cx="314189" cy="107722"/>
            </a:xfrm>
            <a:prstGeom prst="rect">
              <a:avLst/>
            </a:prstGeom>
            <a:noFill/>
            <a:ln w="12700">
              <a:noFill/>
              <a:prstDash val="sysDot"/>
              <a:miter lim="800000"/>
              <a:headEnd/>
              <a:tailEnd/>
            </a:ln>
          </p:spPr>
          <p:txBody>
            <a:bodyPr wrap="none" lIns="0" tIns="0" rIns="0" bIns="0" anchor="ctr">
              <a:spAutoFit/>
            </a:bodyPr>
            <a:lstStyle>
              <a:defPPr>
                <a:defRPr lang="ko-KR"/>
              </a:defPPr>
              <a:lvl1pPr algn="l" defTabSz="784225" eaLnBrk="0" latinLnBrk="0" hangingPunct="0">
                <a:defRPr sz="800" b="0">
                  <a:latin typeface="+mn-ea"/>
                  <a:ea typeface="+mn-ea"/>
                </a:defRPr>
              </a:lvl1pPr>
            </a:lstStyle>
            <a:p>
              <a:pPr marL="0" marR="0" lvl="0" indent="0" algn="l" defTabSz="784225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700" i="0" u="none" strike="noStrike" kern="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chemeClr val="tx1">
                          <a:lumMod val="75000"/>
                          <a:lumOff val="25000"/>
                        </a:schemeClr>
                      </a:gs>
                      <a:gs pos="100000">
                        <a:schemeClr val="tx1">
                          <a:lumMod val="95000"/>
                          <a:lumOff val="5000"/>
                        </a:schemeClr>
                      </a:gs>
                    </a:gsLst>
                    <a:lin ang="16200000" scaled="1"/>
                  </a:gradFill>
                  <a:effectLst/>
                  <a:uLnTx/>
                  <a:uFillTx/>
                </a:rPr>
                <a:t>통합시험</a:t>
              </a:r>
            </a:p>
          </p:txBody>
        </p:sp>
        <p:grpSp>
          <p:nvGrpSpPr>
            <p:cNvPr id="337" name="그룹 336">
              <a:extLst>
                <a:ext uri="{FF2B5EF4-FFF2-40B4-BE49-F238E27FC236}">
                  <a16:creationId xmlns:a16="http://schemas.microsoft.com/office/drawing/2014/main" id="{130111CB-FC35-4B1E-9276-9A2D369D1CCC}"/>
                </a:ext>
              </a:extLst>
            </p:cNvPr>
            <p:cNvGrpSpPr/>
            <p:nvPr/>
          </p:nvGrpSpPr>
          <p:grpSpPr>
            <a:xfrm>
              <a:off x="2382060" y="5237857"/>
              <a:ext cx="104486" cy="104486"/>
              <a:chOff x="6121537" y="6872120"/>
              <a:chExt cx="152979" cy="152979"/>
            </a:xfrm>
          </p:grpSpPr>
          <p:sp>
            <p:nvSpPr>
              <p:cNvPr id="338" name="타원 337">
                <a:extLst>
                  <a:ext uri="{FF2B5EF4-FFF2-40B4-BE49-F238E27FC236}">
                    <a16:creationId xmlns:a16="http://schemas.microsoft.com/office/drawing/2014/main" id="{B2E35330-EED1-4D70-A9AC-B20ACA733DA5}"/>
                  </a:ext>
                </a:extLst>
              </p:cNvPr>
              <p:cNvSpPr/>
              <p:nvPr/>
            </p:nvSpPr>
            <p:spPr>
              <a:xfrm>
                <a:off x="6121537" y="6872120"/>
                <a:ext cx="152979" cy="152979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000" tIns="18000" rIns="18000" bIns="18000" rtlCol="0" anchor="ctr"/>
              <a:lstStyle/>
              <a:p>
                <a:pPr algn="ctr" defTabSz="621991" latinLnBrk="0">
                  <a:buSzPct val="80000"/>
                </a:pPr>
                <a:endParaRPr lang="ko-KR" altLang="en-US" sz="1100" b="1" kern="0" dirty="0" err="1">
                  <a:gradFill>
                    <a:gsLst>
                      <a:gs pos="0">
                        <a:srgbClr val="2C2C2C"/>
                      </a:gs>
                      <a:gs pos="51000">
                        <a:srgbClr val="2C2C2C"/>
                      </a:gs>
                    </a:gsLst>
                    <a:lin ang="5400000" scaled="1"/>
                  </a:gradFill>
                  <a:latin typeface="+mn-ea"/>
                </a:endParaRPr>
              </a:p>
            </p:txBody>
          </p:sp>
          <p:sp>
            <p:nvSpPr>
              <p:cNvPr id="339" name="자유형 58">
                <a:extLst>
                  <a:ext uri="{FF2B5EF4-FFF2-40B4-BE49-F238E27FC236}">
                    <a16:creationId xmlns:a16="http://schemas.microsoft.com/office/drawing/2014/main" id="{859DE7A3-27E0-4679-8698-841046958EFA}"/>
                  </a:ext>
                </a:extLst>
              </p:cNvPr>
              <p:cNvSpPr/>
              <p:nvPr/>
            </p:nvSpPr>
            <p:spPr>
              <a:xfrm flipV="1">
                <a:off x="6166883" y="6932461"/>
                <a:ext cx="62288" cy="41526"/>
              </a:xfrm>
              <a:custGeom>
                <a:avLst/>
                <a:gdLst>
                  <a:gd name="connsiteX0" fmla="*/ 0 w 392430"/>
                  <a:gd name="connsiteY0" fmla="*/ 331470 h 331470"/>
                  <a:gd name="connsiteX1" fmla="*/ 201930 w 392430"/>
                  <a:gd name="connsiteY1" fmla="*/ 0 h 331470"/>
                  <a:gd name="connsiteX2" fmla="*/ 392430 w 392430"/>
                  <a:gd name="connsiteY2" fmla="*/ 327660 h 3314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92430" h="331470">
                    <a:moveTo>
                      <a:pt x="0" y="331470"/>
                    </a:moveTo>
                    <a:lnTo>
                      <a:pt x="201930" y="0"/>
                    </a:lnTo>
                    <a:lnTo>
                      <a:pt x="392430" y="327660"/>
                    </a:lnTo>
                  </a:path>
                </a:pathLst>
              </a:custGeom>
              <a:noFill/>
              <a:ln w="12700" cap="rnd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sp>
        <p:nvSpPr>
          <p:cNvPr id="174" name="사다리꼴 173">
            <a:extLst>
              <a:ext uri="{FF2B5EF4-FFF2-40B4-BE49-F238E27FC236}">
                <a16:creationId xmlns:a16="http://schemas.microsoft.com/office/drawing/2014/main" id="{DE4580DA-BD3C-4008-B2A5-61CDEC2B9617}"/>
              </a:ext>
            </a:extLst>
          </p:cNvPr>
          <p:cNvSpPr/>
          <p:nvPr/>
        </p:nvSpPr>
        <p:spPr>
          <a:xfrm>
            <a:off x="2101851" y="5287880"/>
            <a:ext cx="895350" cy="360000"/>
          </a:xfrm>
          <a:prstGeom prst="trapezoid">
            <a:avLst>
              <a:gd name="adj" fmla="val 18119"/>
            </a:avLst>
          </a:prstGeom>
          <a:noFill/>
          <a:ln w="6350" cap="flat" cmpd="sng" algn="ctr">
            <a:solidFill>
              <a:srgbClr val="FF0000"/>
            </a:solidFill>
            <a:prstDash val="sysDash"/>
          </a:ln>
          <a:effectLst/>
        </p:spPr>
        <p:txBody>
          <a:bodyPr lIns="0" tIns="18000" rIns="0" bIns="0" rtlCol="0" anchor="t"/>
          <a:lstStyle/>
          <a:p>
            <a:pPr algn="ctr" defTabSz="914400" fontAlgn="base" latinLnBrk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700" kern="0" spc="-5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95000"/>
                        <a:lumOff val="5000"/>
                      </a:schemeClr>
                    </a:gs>
                  </a:gsLst>
                  <a:lin ang="16200000" scaled="1"/>
                </a:gradFill>
                <a:latin typeface="+mn-ea"/>
              </a:rPr>
              <a:t>프로토타입 설계</a:t>
            </a:r>
            <a:endParaRPr kumimoji="1" lang="en-US" altLang="ko-KR" sz="700" kern="0" spc="-50" dirty="0">
              <a:gradFill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tx1">
                      <a:lumMod val="95000"/>
                      <a:lumOff val="5000"/>
                    </a:schemeClr>
                  </a:gs>
                </a:gsLst>
                <a:lin ang="16200000" scaled="1"/>
              </a:gradFill>
              <a:latin typeface="+mn-ea"/>
            </a:endParaRPr>
          </a:p>
        </p:txBody>
      </p:sp>
      <p:sp>
        <p:nvSpPr>
          <p:cNvPr id="177" name="사다리꼴 176">
            <a:extLst>
              <a:ext uri="{FF2B5EF4-FFF2-40B4-BE49-F238E27FC236}">
                <a16:creationId xmlns:a16="http://schemas.microsoft.com/office/drawing/2014/main" id="{AD32E7D3-9C49-422C-9299-50F9AC703FAB}"/>
              </a:ext>
            </a:extLst>
          </p:cNvPr>
          <p:cNvSpPr/>
          <p:nvPr/>
        </p:nvSpPr>
        <p:spPr>
          <a:xfrm>
            <a:off x="1562614" y="4711816"/>
            <a:ext cx="713862" cy="360000"/>
          </a:xfrm>
          <a:prstGeom prst="trapezoid">
            <a:avLst>
              <a:gd name="adj" fmla="val 18119"/>
            </a:avLst>
          </a:prstGeom>
          <a:noFill/>
          <a:ln w="6350" cap="flat" cmpd="sng" algn="ctr">
            <a:solidFill>
              <a:srgbClr val="FF0000"/>
            </a:solidFill>
            <a:prstDash val="sysDash"/>
          </a:ln>
          <a:effectLst/>
        </p:spPr>
        <p:txBody>
          <a:bodyPr lIns="0" tIns="18000" rIns="0" bIns="0" rtlCol="0" anchor="t"/>
          <a:lstStyle/>
          <a:p>
            <a:pPr algn="ctr" defTabSz="914400" fontAlgn="base" latinLnBrk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700" kern="0" spc="-5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95000"/>
                        <a:lumOff val="5000"/>
                      </a:schemeClr>
                    </a:gs>
                  </a:gsLst>
                  <a:lin ang="16200000" scaled="1"/>
                </a:gradFill>
                <a:latin typeface="+mn-ea"/>
              </a:rPr>
              <a:t>요구사항 분석</a:t>
            </a:r>
            <a:r>
              <a:rPr kumimoji="1" lang="en-US" altLang="ko-KR" sz="700" kern="0" spc="-5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95000"/>
                        <a:lumOff val="5000"/>
                      </a:schemeClr>
                    </a:gs>
                  </a:gsLst>
                  <a:lin ang="16200000" scaled="1"/>
                </a:gradFill>
                <a:latin typeface="+mn-ea"/>
              </a:rPr>
              <a:t>/</a:t>
            </a:r>
            <a:r>
              <a:rPr kumimoji="1" lang="ko-KR" altLang="en-US" sz="700" kern="0" spc="-5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95000"/>
                        <a:lumOff val="5000"/>
                      </a:schemeClr>
                    </a:gs>
                  </a:gsLst>
                  <a:lin ang="16200000" scaled="1"/>
                </a:gradFill>
                <a:latin typeface="+mn-ea"/>
              </a:rPr>
              <a:t>정의</a:t>
            </a:r>
            <a:endParaRPr kumimoji="1" lang="en-US" altLang="ko-KR" sz="700" kern="0" spc="-50" dirty="0">
              <a:gradFill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tx1">
                      <a:lumMod val="95000"/>
                      <a:lumOff val="5000"/>
                    </a:schemeClr>
                  </a:gs>
                </a:gsLst>
                <a:lin ang="16200000" scaled="1"/>
              </a:gradFill>
              <a:latin typeface="+mn-ea"/>
            </a:endParaRPr>
          </a:p>
        </p:txBody>
      </p:sp>
      <p:sp>
        <p:nvSpPr>
          <p:cNvPr id="194" name="사다리꼴 193">
            <a:extLst>
              <a:ext uri="{FF2B5EF4-FFF2-40B4-BE49-F238E27FC236}">
                <a16:creationId xmlns:a16="http://schemas.microsoft.com/office/drawing/2014/main" id="{DA0FA90D-C726-4E52-A488-67891177F118}"/>
              </a:ext>
            </a:extLst>
          </p:cNvPr>
          <p:cNvSpPr/>
          <p:nvPr/>
        </p:nvSpPr>
        <p:spPr>
          <a:xfrm>
            <a:off x="3171825" y="5862376"/>
            <a:ext cx="1807369" cy="361568"/>
          </a:xfrm>
          <a:prstGeom prst="trapezoid">
            <a:avLst>
              <a:gd name="adj" fmla="val 18119"/>
            </a:avLst>
          </a:prstGeom>
          <a:noFill/>
          <a:ln w="6350" cap="flat" cmpd="sng" algn="ctr">
            <a:solidFill>
              <a:srgbClr val="FF0000"/>
            </a:solidFill>
            <a:prstDash val="sysDash"/>
          </a:ln>
          <a:effectLst/>
        </p:spPr>
        <p:txBody>
          <a:bodyPr lIns="0" tIns="18000" rIns="0" bIns="0" rtlCol="0" anchor="t"/>
          <a:lstStyle/>
          <a:p>
            <a:pPr algn="ctr" defTabSz="914400" fontAlgn="base" latinLnBrk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700" kern="0" spc="-5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95000"/>
                        <a:lumOff val="5000"/>
                      </a:schemeClr>
                    </a:gs>
                  </a:gsLst>
                  <a:lin ang="16200000" scaled="1"/>
                </a:gradFill>
                <a:latin typeface="+mn-ea"/>
              </a:rPr>
              <a:t>기능 및 화면에 대한 단위시험 병행</a:t>
            </a:r>
            <a:endParaRPr kumimoji="1" lang="en-US" altLang="ko-KR" sz="700" kern="0" spc="-50" dirty="0">
              <a:gradFill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tx1">
                      <a:lumMod val="95000"/>
                      <a:lumOff val="5000"/>
                    </a:schemeClr>
                  </a:gs>
                </a:gsLst>
                <a:lin ang="16200000" scaled="1"/>
              </a:gradFill>
              <a:latin typeface="+mn-ea"/>
            </a:endParaRPr>
          </a:p>
        </p:txBody>
      </p:sp>
      <p:sp>
        <p:nvSpPr>
          <p:cNvPr id="230" name="사다리꼴 229">
            <a:extLst>
              <a:ext uri="{FF2B5EF4-FFF2-40B4-BE49-F238E27FC236}">
                <a16:creationId xmlns:a16="http://schemas.microsoft.com/office/drawing/2014/main" id="{1DDEEBA2-AEAE-4326-A1A0-1D7E4400D935}"/>
              </a:ext>
            </a:extLst>
          </p:cNvPr>
          <p:cNvSpPr/>
          <p:nvPr/>
        </p:nvSpPr>
        <p:spPr>
          <a:xfrm>
            <a:off x="2621809" y="6438440"/>
            <a:ext cx="562716" cy="361568"/>
          </a:xfrm>
          <a:prstGeom prst="trapezoid">
            <a:avLst>
              <a:gd name="adj" fmla="val 18119"/>
            </a:avLst>
          </a:prstGeom>
          <a:noFill/>
          <a:ln w="6350" cap="flat" cmpd="sng" algn="ctr">
            <a:solidFill>
              <a:srgbClr val="FF0000"/>
            </a:solidFill>
            <a:prstDash val="sysDash"/>
          </a:ln>
          <a:effectLst/>
        </p:spPr>
        <p:txBody>
          <a:bodyPr lIns="0" tIns="0" rIns="0" bIns="0" rtlCol="0" anchor="t"/>
          <a:lstStyle/>
          <a:p>
            <a:pPr algn="ctr" defTabSz="914400" fontAlgn="base" latinLnBrk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700" kern="0" spc="-5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95000"/>
                        <a:lumOff val="5000"/>
                      </a:schemeClr>
                    </a:gs>
                  </a:gsLst>
                  <a:lin ang="16200000" scaled="1"/>
                </a:gradFill>
                <a:latin typeface="+mn-ea"/>
              </a:rPr>
              <a:t>테스트 데이터 생성</a:t>
            </a:r>
            <a:endParaRPr kumimoji="1" lang="en-US" altLang="ko-KR" sz="700" kern="0" spc="-50" dirty="0">
              <a:gradFill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tx1">
                      <a:lumMod val="95000"/>
                      <a:lumOff val="5000"/>
                    </a:schemeClr>
                  </a:gs>
                </a:gsLst>
                <a:lin ang="16200000" scaled="1"/>
              </a:gradFill>
              <a:latin typeface="+mn-ea"/>
            </a:endParaRPr>
          </a:p>
        </p:txBody>
      </p:sp>
      <p:cxnSp>
        <p:nvCxnSpPr>
          <p:cNvPr id="206" name="직선 연결선 205">
            <a:extLst>
              <a:ext uri="{FF2B5EF4-FFF2-40B4-BE49-F238E27FC236}">
                <a16:creationId xmlns:a16="http://schemas.microsoft.com/office/drawing/2014/main" id="{58692413-94FE-4609-9ABC-C2B02CC7BE79}"/>
              </a:ext>
            </a:extLst>
          </p:cNvPr>
          <p:cNvCxnSpPr/>
          <p:nvPr/>
        </p:nvCxnSpPr>
        <p:spPr>
          <a:xfrm>
            <a:off x="1556792" y="5071816"/>
            <a:ext cx="4860000" cy="0"/>
          </a:xfrm>
          <a:prstGeom prst="line">
            <a:avLst/>
          </a:prstGeom>
          <a:noFill/>
          <a:ln w="19050" cap="flat" cmpd="sng" algn="ctr">
            <a:solidFill>
              <a:srgbClr val="0070C0"/>
            </a:solidFill>
            <a:prstDash val="solid"/>
            <a:headEnd type="oval" w="sm" len="sm"/>
            <a:tailEnd type="oval" w="sm" len="sm"/>
          </a:ln>
          <a:effectLst/>
        </p:spPr>
      </p:cxnSp>
      <p:cxnSp>
        <p:nvCxnSpPr>
          <p:cNvPr id="207" name="직선 연결선 206">
            <a:extLst>
              <a:ext uri="{FF2B5EF4-FFF2-40B4-BE49-F238E27FC236}">
                <a16:creationId xmlns:a16="http://schemas.microsoft.com/office/drawing/2014/main" id="{759C76D8-8F8A-4257-9C6F-085BA5FA7ADE}"/>
              </a:ext>
            </a:extLst>
          </p:cNvPr>
          <p:cNvCxnSpPr/>
          <p:nvPr/>
        </p:nvCxnSpPr>
        <p:spPr>
          <a:xfrm>
            <a:off x="1556793" y="5647880"/>
            <a:ext cx="4860000" cy="0"/>
          </a:xfrm>
          <a:prstGeom prst="line">
            <a:avLst/>
          </a:prstGeom>
          <a:noFill/>
          <a:ln w="19050" cap="flat" cmpd="sng" algn="ctr">
            <a:solidFill>
              <a:srgbClr val="0070C0"/>
            </a:solidFill>
            <a:prstDash val="solid"/>
            <a:headEnd type="oval" w="sm" len="sm"/>
            <a:tailEnd type="oval" w="sm" len="sm"/>
          </a:ln>
          <a:effectLst/>
        </p:spPr>
      </p:cxnSp>
      <p:cxnSp>
        <p:nvCxnSpPr>
          <p:cNvPr id="226" name="직선 연결선 225">
            <a:extLst>
              <a:ext uri="{FF2B5EF4-FFF2-40B4-BE49-F238E27FC236}">
                <a16:creationId xmlns:a16="http://schemas.microsoft.com/office/drawing/2014/main" id="{AB20407F-375D-4091-B8B5-6D8277DEE436}"/>
              </a:ext>
            </a:extLst>
          </p:cNvPr>
          <p:cNvCxnSpPr/>
          <p:nvPr/>
        </p:nvCxnSpPr>
        <p:spPr>
          <a:xfrm>
            <a:off x="1556793" y="6223944"/>
            <a:ext cx="4860000" cy="0"/>
          </a:xfrm>
          <a:prstGeom prst="line">
            <a:avLst/>
          </a:prstGeom>
          <a:noFill/>
          <a:ln w="19050" cap="flat" cmpd="sng" algn="ctr">
            <a:solidFill>
              <a:srgbClr val="0070C0"/>
            </a:solidFill>
            <a:prstDash val="solid"/>
            <a:headEnd type="oval" w="sm" len="sm"/>
            <a:tailEnd type="oval" w="sm" len="sm"/>
          </a:ln>
          <a:effectLst/>
        </p:spPr>
      </p:cxnSp>
      <p:cxnSp>
        <p:nvCxnSpPr>
          <p:cNvPr id="231" name="직선 연결선 230">
            <a:extLst>
              <a:ext uri="{FF2B5EF4-FFF2-40B4-BE49-F238E27FC236}">
                <a16:creationId xmlns:a16="http://schemas.microsoft.com/office/drawing/2014/main" id="{C59C0C6A-B8B6-45B1-967D-9E7276CF423A}"/>
              </a:ext>
            </a:extLst>
          </p:cNvPr>
          <p:cNvCxnSpPr/>
          <p:nvPr/>
        </p:nvCxnSpPr>
        <p:spPr>
          <a:xfrm>
            <a:off x="1556793" y="6800008"/>
            <a:ext cx="4860000" cy="0"/>
          </a:xfrm>
          <a:prstGeom prst="line">
            <a:avLst/>
          </a:prstGeom>
          <a:noFill/>
          <a:ln w="19050" cap="flat" cmpd="sng" algn="ctr">
            <a:solidFill>
              <a:srgbClr val="0070C0"/>
            </a:solidFill>
            <a:prstDash val="solid"/>
            <a:headEnd type="oval" w="sm" len="sm"/>
            <a:tailEnd type="oval" w="sm" len="sm"/>
          </a:ln>
          <a:effectLst/>
        </p:spPr>
      </p:cxnSp>
      <p:cxnSp>
        <p:nvCxnSpPr>
          <p:cNvPr id="213" name="직선 연결선 212">
            <a:extLst>
              <a:ext uri="{FF2B5EF4-FFF2-40B4-BE49-F238E27FC236}">
                <a16:creationId xmlns:a16="http://schemas.microsoft.com/office/drawing/2014/main" id="{7AAB9878-0C03-44CB-B50D-FAAA542DCDF1}"/>
              </a:ext>
            </a:extLst>
          </p:cNvPr>
          <p:cNvCxnSpPr/>
          <p:nvPr/>
        </p:nvCxnSpPr>
        <p:spPr>
          <a:xfrm>
            <a:off x="1556793" y="7390468"/>
            <a:ext cx="4860000" cy="0"/>
          </a:xfrm>
          <a:prstGeom prst="line">
            <a:avLst/>
          </a:prstGeom>
          <a:noFill/>
          <a:ln w="19050" cap="flat" cmpd="sng" algn="ctr">
            <a:solidFill>
              <a:srgbClr val="0070C0"/>
            </a:solidFill>
            <a:prstDash val="solid"/>
            <a:headEnd type="oval" w="sm" len="sm"/>
            <a:tailEnd type="oval" w="sm" len="sm"/>
          </a:ln>
          <a:effectLst/>
        </p:spPr>
      </p:cxnSp>
      <p:cxnSp>
        <p:nvCxnSpPr>
          <p:cNvPr id="208" name="직선 연결선 207">
            <a:extLst>
              <a:ext uri="{FF2B5EF4-FFF2-40B4-BE49-F238E27FC236}">
                <a16:creationId xmlns:a16="http://schemas.microsoft.com/office/drawing/2014/main" id="{EFFA9386-FAA5-498F-8A4A-B726AB4EC1CA}"/>
              </a:ext>
            </a:extLst>
          </p:cNvPr>
          <p:cNvCxnSpPr/>
          <p:nvPr/>
        </p:nvCxnSpPr>
        <p:spPr>
          <a:xfrm>
            <a:off x="1556793" y="7952136"/>
            <a:ext cx="4860000" cy="0"/>
          </a:xfrm>
          <a:prstGeom prst="line">
            <a:avLst/>
          </a:prstGeom>
          <a:noFill/>
          <a:ln w="19050" cap="flat" cmpd="sng" algn="ctr">
            <a:solidFill>
              <a:srgbClr val="0070C0"/>
            </a:solidFill>
            <a:prstDash val="solid"/>
            <a:headEnd type="oval" w="sm" len="sm"/>
            <a:tailEnd type="oval" w="sm" len="sm"/>
          </a:ln>
          <a:effectLst/>
        </p:spPr>
      </p:cxnSp>
      <p:cxnSp>
        <p:nvCxnSpPr>
          <p:cNvPr id="210" name="직선 연결선 209">
            <a:extLst>
              <a:ext uri="{FF2B5EF4-FFF2-40B4-BE49-F238E27FC236}">
                <a16:creationId xmlns:a16="http://schemas.microsoft.com/office/drawing/2014/main" id="{1D6A8366-520D-4803-BF33-9E5E8428B8BA}"/>
              </a:ext>
            </a:extLst>
          </p:cNvPr>
          <p:cNvCxnSpPr/>
          <p:nvPr/>
        </p:nvCxnSpPr>
        <p:spPr>
          <a:xfrm>
            <a:off x="1556793" y="8506592"/>
            <a:ext cx="4860000" cy="0"/>
          </a:xfrm>
          <a:prstGeom prst="line">
            <a:avLst/>
          </a:prstGeom>
          <a:noFill/>
          <a:ln w="19050" cap="flat" cmpd="sng" algn="ctr">
            <a:solidFill>
              <a:srgbClr val="0070C0"/>
            </a:solidFill>
            <a:prstDash val="solid"/>
            <a:headEnd type="oval" w="sm" len="sm"/>
            <a:tailEnd type="oval" w="sm" len="sm"/>
          </a:ln>
          <a:effectLst/>
        </p:spPr>
      </p:cxnSp>
      <p:cxnSp>
        <p:nvCxnSpPr>
          <p:cNvPr id="203" name="직선 연결선 202">
            <a:extLst>
              <a:ext uri="{FF2B5EF4-FFF2-40B4-BE49-F238E27FC236}">
                <a16:creationId xmlns:a16="http://schemas.microsoft.com/office/drawing/2014/main" id="{45C6E4BF-B16B-4CCA-850B-D3E1B995EA13}"/>
              </a:ext>
            </a:extLst>
          </p:cNvPr>
          <p:cNvCxnSpPr/>
          <p:nvPr/>
        </p:nvCxnSpPr>
        <p:spPr>
          <a:xfrm>
            <a:off x="1556793" y="8938640"/>
            <a:ext cx="4860000" cy="0"/>
          </a:xfrm>
          <a:prstGeom prst="line">
            <a:avLst/>
          </a:prstGeom>
          <a:noFill/>
          <a:ln w="19050" cap="flat" cmpd="sng" algn="ctr">
            <a:solidFill>
              <a:srgbClr val="0070C0"/>
            </a:solidFill>
            <a:prstDash val="solid"/>
            <a:headEnd type="oval" w="sm" len="sm"/>
            <a:tailEnd type="oval" w="sm" len="sm"/>
          </a:ln>
          <a:effectLst/>
        </p:spPr>
      </p:cxnSp>
      <p:sp>
        <p:nvSpPr>
          <p:cNvPr id="211" name="타원 210">
            <a:extLst>
              <a:ext uri="{FF2B5EF4-FFF2-40B4-BE49-F238E27FC236}">
                <a16:creationId xmlns:a16="http://schemas.microsoft.com/office/drawing/2014/main" id="{57A78707-76C4-4302-8DBC-17AFC1C3DA3D}"/>
              </a:ext>
            </a:extLst>
          </p:cNvPr>
          <p:cNvSpPr>
            <a:spLocks/>
          </p:cNvSpPr>
          <p:nvPr/>
        </p:nvSpPr>
        <p:spPr>
          <a:xfrm>
            <a:off x="5675444" y="8481392"/>
            <a:ext cx="50400" cy="50400"/>
          </a:xfrm>
          <a:prstGeom prst="ellipse">
            <a:avLst/>
          </a:prstGeom>
          <a:solidFill>
            <a:srgbClr val="0070C0"/>
          </a:solidFill>
          <a:ln w="6350" cap="flat" cmpd="sng" algn="ctr">
            <a:noFill/>
            <a:prstDash val="solid"/>
          </a:ln>
          <a:effectLst/>
        </p:spPr>
        <p:txBody>
          <a:bodyPr lIns="108000" rtlCol="0" anchor="ctr"/>
          <a:lstStyle/>
          <a:p>
            <a:pPr marL="0" marR="0" lvl="0" indent="0" algn="ctr" defTabSz="91440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200" b="0" i="0" u="none" strike="noStrike" kern="0" cap="none" spc="0" normalizeH="0" baseline="0" noProof="0">
              <a:ln>
                <a:noFill/>
              </a:ln>
              <a:gradFill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tx1">
                      <a:lumMod val="95000"/>
                      <a:lumOff val="5000"/>
                    </a:schemeClr>
                  </a:gs>
                </a:gsLst>
                <a:lin ang="16200000" scaled="1"/>
              </a:gra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204" name="타원 203">
            <a:extLst>
              <a:ext uri="{FF2B5EF4-FFF2-40B4-BE49-F238E27FC236}">
                <a16:creationId xmlns:a16="http://schemas.microsoft.com/office/drawing/2014/main" id="{C974C53E-0582-4221-8445-DA7A643518E8}"/>
              </a:ext>
            </a:extLst>
          </p:cNvPr>
          <p:cNvSpPr>
            <a:spLocks/>
          </p:cNvSpPr>
          <p:nvPr/>
        </p:nvSpPr>
        <p:spPr>
          <a:xfrm>
            <a:off x="5496919" y="8913440"/>
            <a:ext cx="50400" cy="50400"/>
          </a:xfrm>
          <a:prstGeom prst="ellipse">
            <a:avLst/>
          </a:prstGeom>
          <a:solidFill>
            <a:srgbClr val="0070C0"/>
          </a:solidFill>
          <a:ln w="6350" cap="flat" cmpd="sng" algn="ctr">
            <a:noFill/>
            <a:prstDash val="solid"/>
          </a:ln>
          <a:effectLst/>
        </p:spPr>
        <p:txBody>
          <a:bodyPr lIns="108000" rtlCol="0" anchor="ctr"/>
          <a:lstStyle/>
          <a:p>
            <a:pPr marL="0" marR="0" lvl="0" indent="0" algn="ctr" defTabSz="91440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200" b="0" i="0" u="none" strike="noStrike" kern="0" cap="none" spc="0" normalizeH="0" baseline="0" noProof="0">
              <a:ln>
                <a:noFill/>
              </a:ln>
              <a:gradFill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tx1">
                      <a:lumMod val="95000"/>
                      <a:lumOff val="5000"/>
                    </a:schemeClr>
                  </a:gs>
                </a:gsLst>
                <a:lin ang="16200000" scaled="1"/>
              </a:gra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205" name="타원 204">
            <a:extLst>
              <a:ext uri="{FF2B5EF4-FFF2-40B4-BE49-F238E27FC236}">
                <a16:creationId xmlns:a16="http://schemas.microsoft.com/office/drawing/2014/main" id="{C808BFCC-EDC3-412D-899C-78F208951765}"/>
              </a:ext>
            </a:extLst>
          </p:cNvPr>
          <p:cNvSpPr>
            <a:spLocks/>
          </p:cNvSpPr>
          <p:nvPr/>
        </p:nvSpPr>
        <p:spPr>
          <a:xfrm>
            <a:off x="1892733" y="8913440"/>
            <a:ext cx="50400" cy="50400"/>
          </a:xfrm>
          <a:prstGeom prst="ellipse">
            <a:avLst/>
          </a:prstGeom>
          <a:solidFill>
            <a:srgbClr val="0070C0"/>
          </a:solidFill>
          <a:ln w="6350" cap="flat" cmpd="sng" algn="ctr">
            <a:noFill/>
            <a:prstDash val="solid"/>
          </a:ln>
          <a:effectLst/>
        </p:spPr>
        <p:txBody>
          <a:bodyPr lIns="108000" rtlCol="0" anchor="ctr"/>
          <a:lstStyle/>
          <a:p>
            <a:pPr marL="0" marR="0" lvl="0" indent="0" algn="ctr" defTabSz="91440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200" b="0" i="0" u="none" strike="noStrike" kern="0" cap="none" spc="0" normalizeH="0" baseline="0" noProof="0">
              <a:ln>
                <a:noFill/>
              </a:ln>
              <a:gradFill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tx1">
                      <a:lumMod val="95000"/>
                      <a:lumOff val="5000"/>
                    </a:schemeClr>
                  </a:gs>
                </a:gsLst>
                <a:lin ang="16200000" scaled="1"/>
              </a:gra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214" name="타원 213">
            <a:extLst>
              <a:ext uri="{FF2B5EF4-FFF2-40B4-BE49-F238E27FC236}">
                <a16:creationId xmlns:a16="http://schemas.microsoft.com/office/drawing/2014/main" id="{45917F31-60DA-46B4-BA5B-AF6782A9513F}"/>
              </a:ext>
            </a:extLst>
          </p:cNvPr>
          <p:cNvSpPr>
            <a:spLocks/>
          </p:cNvSpPr>
          <p:nvPr/>
        </p:nvSpPr>
        <p:spPr>
          <a:xfrm>
            <a:off x="5398480" y="7365268"/>
            <a:ext cx="50400" cy="50400"/>
          </a:xfrm>
          <a:prstGeom prst="ellipse">
            <a:avLst/>
          </a:prstGeom>
          <a:solidFill>
            <a:srgbClr val="0070C0"/>
          </a:solidFill>
          <a:ln w="6350" cap="flat" cmpd="sng" algn="ctr">
            <a:noFill/>
            <a:prstDash val="solid"/>
          </a:ln>
          <a:effectLst/>
        </p:spPr>
        <p:txBody>
          <a:bodyPr lIns="108000" rtlCol="0" anchor="ctr"/>
          <a:lstStyle/>
          <a:p>
            <a:pPr marL="0" marR="0" lvl="0" indent="0" algn="ctr" defTabSz="91440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200" b="0" i="0" u="none" strike="noStrike" kern="0" cap="none" spc="0" normalizeH="0" baseline="0" noProof="0">
              <a:ln>
                <a:noFill/>
              </a:ln>
              <a:gradFill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tx1">
                      <a:lumMod val="95000"/>
                      <a:lumOff val="5000"/>
                    </a:schemeClr>
                  </a:gs>
                </a:gsLst>
                <a:lin ang="16200000" scaled="1"/>
              </a:gra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215" name="타원 214">
            <a:extLst>
              <a:ext uri="{FF2B5EF4-FFF2-40B4-BE49-F238E27FC236}">
                <a16:creationId xmlns:a16="http://schemas.microsoft.com/office/drawing/2014/main" id="{5E780C1D-C25A-403C-BFC2-AC9632A989D2}"/>
              </a:ext>
            </a:extLst>
          </p:cNvPr>
          <p:cNvSpPr>
            <a:spLocks/>
          </p:cNvSpPr>
          <p:nvPr/>
        </p:nvSpPr>
        <p:spPr>
          <a:xfrm>
            <a:off x="3150671" y="7365268"/>
            <a:ext cx="50400" cy="50400"/>
          </a:xfrm>
          <a:prstGeom prst="ellipse">
            <a:avLst/>
          </a:prstGeom>
          <a:solidFill>
            <a:srgbClr val="0070C0"/>
          </a:solidFill>
          <a:ln w="6350" cap="flat" cmpd="sng" algn="ctr">
            <a:noFill/>
            <a:prstDash val="solid"/>
          </a:ln>
          <a:effectLst/>
        </p:spPr>
        <p:txBody>
          <a:bodyPr lIns="108000" rtlCol="0" anchor="ctr"/>
          <a:lstStyle/>
          <a:p>
            <a:pPr marL="0" marR="0" lvl="0" indent="0" algn="ctr" defTabSz="91440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200" b="0" i="0" u="none" strike="noStrike" kern="0" cap="none" spc="0" normalizeH="0" baseline="0" noProof="0">
              <a:ln>
                <a:noFill/>
              </a:ln>
              <a:gradFill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tx1">
                      <a:lumMod val="95000"/>
                      <a:lumOff val="5000"/>
                    </a:schemeClr>
                  </a:gs>
                </a:gsLst>
                <a:lin ang="16200000" scaled="1"/>
              </a:gra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216" name="타원 215">
            <a:extLst>
              <a:ext uri="{FF2B5EF4-FFF2-40B4-BE49-F238E27FC236}">
                <a16:creationId xmlns:a16="http://schemas.microsoft.com/office/drawing/2014/main" id="{45C4A32E-A920-4378-829C-4DBD9B458C66}"/>
              </a:ext>
            </a:extLst>
          </p:cNvPr>
          <p:cNvSpPr>
            <a:spLocks/>
          </p:cNvSpPr>
          <p:nvPr/>
        </p:nvSpPr>
        <p:spPr>
          <a:xfrm>
            <a:off x="4953994" y="7365268"/>
            <a:ext cx="50400" cy="50400"/>
          </a:xfrm>
          <a:prstGeom prst="ellipse">
            <a:avLst/>
          </a:prstGeom>
          <a:solidFill>
            <a:srgbClr val="0070C0"/>
          </a:solidFill>
          <a:ln w="6350" cap="flat" cmpd="sng" algn="ctr">
            <a:noFill/>
            <a:prstDash val="solid"/>
          </a:ln>
          <a:effectLst/>
        </p:spPr>
        <p:txBody>
          <a:bodyPr lIns="108000" rtlCol="0" anchor="ctr"/>
          <a:lstStyle/>
          <a:p>
            <a:pPr marL="0" marR="0" lvl="0" indent="0" algn="ctr" defTabSz="91440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200" b="0" i="0" u="none" strike="noStrike" kern="0" cap="none" spc="0" normalizeH="0" baseline="0" noProof="0">
              <a:ln>
                <a:noFill/>
              </a:ln>
              <a:gradFill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tx1">
                      <a:lumMod val="95000"/>
                      <a:lumOff val="5000"/>
                    </a:schemeClr>
                  </a:gs>
                </a:gsLst>
                <a:lin ang="16200000" scaled="1"/>
              </a:gra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232" name="타원 231">
            <a:extLst>
              <a:ext uri="{FF2B5EF4-FFF2-40B4-BE49-F238E27FC236}">
                <a16:creationId xmlns:a16="http://schemas.microsoft.com/office/drawing/2014/main" id="{14467E41-CA5A-499D-A65B-4129C65A8DA1}"/>
              </a:ext>
            </a:extLst>
          </p:cNvPr>
          <p:cNvSpPr>
            <a:spLocks/>
          </p:cNvSpPr>
          <p:nvPr/>
        </p:nvSpPr>
        <p:spPr>
          <a:xfrm>
            <a:off x="5398480" y="6774808"/>
            <a:ext cx="50400" cy="50400"/>
          </a:xfrm>
          <a:prstGeom prst="ellipse">
            <a:avLst/>
          </a:prstGeom>
          <a:solidFill>
            <a:srgbClr val="0070C0"/>
          </a:solidFill>
          <a:ln w="6350" cap="flat" cmpd="sng" algn="ctr">
            <a:noFill/>
            <a:prstDash val="solid"/>
          </a:ln>
          <a:effectLst/>
        </p:spPr>
        <p:txBody>
          <a:bodyPr lIns="108000" rtlCol="0" anchor="ctr"/>
          <a:lstStyle/>
          <a:p>
            <a:pPr marL="0" marR="0" lvl="0" indent="0" algn="ctr" defTabSz="91440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200" b="0" i="0" u="none" strike="noStrike" kern="0" cap="none" spc="0" normalizeH="0" baseline="0" noProof="0">
              <a:ln>
                <a:noFill/>
              </a:ln>
              <a:gradFill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tx1">
                      <a:lumMod val="95000"/>
                      <a:lumOff val="5000"/>
                    </a:schemeClr>
                  </a:gs>
                </a:gsLst>
                <a:lin ang="16200000" scaled="1"/>
              </a:gra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233" name="타원 232">
            <a:extLst>
              <a:ext uri="{FF2B5EF4-FFF2-40B4-BE49-F238E27FC236}">
                <a16:creationId xmlns:a16="http://schemas.microsoft.com/office/drawing/2014/main" id="{56C1C508-4A77-4B3A-A96B-B5E4984BFE28}"/>
              </a:ext>
            </a:extLst>
          </p:cNvPr>
          <p:cNvSpPr>
            <a:spLocks/>
          </p:cNvSpPr>
          <p:nvPr/>
        </p:nvSpPr>
        <p:spPr>
          <a:xfrm>
            <a:off x="5670912" y="6774808"/>
            <a:ext cx="50400" cy="50400"/>
          </a:xfrm>
          <a:prstGeom prst="ellipse">
            <a:avLst/>
          </a:prstGeom>
          <a:solidFill>
            <a:srgbClr val="0070C0"/>
          </a:solidFill>
          <a:ln w="6350" cap="flat" cmpd="sng" algn="ctr">
            <a:noFill/>
            <a:prstDash val="solid"/>
          </a:ln>
          <a:effectLst/>
        </p:spPr>
        <p:txBody>
          <a:bodyPr lIns="108000" rtlCol="0" anchor="ctr"/>
          <a:lstStyle/>
          <a:p>
            <a:pPr marL="0" marR="0" lvl="0" indent="0" algn="ctr" defTabSz="91440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200" b="0" i="0" u="none" strike="noStrike" kern="0" cap="none" spc="0" normalizeH="0" baseline="0" noProof="0">
              <a:ln>
                <a:noFill/>
              </a:ln>
              <a:gradFill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tx1">
                      <a:lumMod val="95000"/>
                      <a:lumOff val="5000"/>
                    </a:schemeClr>
                  </a:gs>
                </a:gsLst>
                <a:lin ang="16200000" scaled="1"/>
              </a:gra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234" name="타원 233">
            <a:extLst>
              <a:ext uri="{FF2B5EF4-FFF2-40B4-BE49-F238E27FC236}">
                <a16:creationId xmlns:a16="http://schemas.microsoft.com/office/drawing/2014/main" id="{7790FFAD-9D5F-4910-B715-573B798182A0}"/>
              </a:ext>
            </a:extLst>
          </p:cNvPr>
          <p:cNvSpPr>
            <a:spLocks/>
          </p:cNvSpPr>
          <p:nvPr/>
        </p:nvSpPr>
        <p:spPr>
          <a:xfrm>
            <a:off x="3150493" y="6774808"/>
            <a:ext cx="50400" cy="50400"/>
          </a:xfrm>
          <a:prstGeom prst="ellipse">
            <a:avLst/>
          </a:prstGeom>
          <a:solidFill>
            <a:srgbClr val="0070C0"/>
          </a:solidFill>
          <a:ln w="6350" cap="flat" cmpd="sng" algn="ctr">
            <a:noFill/>
            <a:prstDash val="solid"/>
          </a:ln>
          <a:effectLst/>
        </p:spPr>
        <p:txBody>
          <a:bodyPr lIns="108000" rtlCol="0" anchor="ctr"/>
          <a:lstStyle/>
          <a:p>
            <a:pPr marL="0" marR="0" lvl="0" indent="0" algn="ctr" defTabSz="91440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200" b="0" i="0" u="none" strike="noStrike" kern="0" cap="none" spc="0" normalizeH="0" baseline="0" noProof="0">
              <a:ln>
                <a:noFill/>
              </a:ln>
              <a:gradFill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tx1">
                      <a:lumMod val="95000"/>
                      <a:lumOff val="5000"/>
                    </a:schemeClr>
                  </a:gs>
                </a:gsLst>
                <a:lin ang="16200000" scaled="1"/>
              </a:gra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235" name="타원 234">
            <a:extLst>
              <a:ext uri="{FF2B5EF4-FFF2-40B4-BE49-F238E27FC236}">
                <a16:creationId xmlns:a16="http://schemas.microsoft.com/office/drawing/2014/main" id="{B79C74DE-BE15-46AE-84EA-52DAB0254A7E}"/>
              </a:ext>
            </a:extLst>
          </p:cNvPr>
          <p:cNvSpPr>
            <a:spLocks/>
          </p:cNvSpPr>
          <p:nvPr/>
        </p:nvSpPr>
        <p:spPr>
          <a:xfrm>
            <a:off x="2611912" y="6774808"/>
            <a:ext cx="50400" cy="50400"/>
          </a:xfrm>
          <a:prstGeom prst="ellipse">
            <a:avLst/>
          </a:prstGeom>
          <a:solidFill>
            <a:srgbClr val="0070C0"/>
          </a:solidFill>
          <a:ln w="6350" cap="flat" cmpd="sng" algn="ctr">
            <a:noFill/>
            <a:prstDash val="solid"/>
          </a:ln>
          <a:effectLst/>
        </p:spPr>
        <p:txBody>
          <a:bodyPr lIns="108000" rtlCol="0" anchor="ctr"/>
          <a:lstStyle/>
          <a:p>
            <a:pPr marL="0" marR="0" lvl="0" indent="0" algn="ctr" defTabSz="91440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200" b="0" i="0" u="none" strike="noStrike" kern="0" cap="none" spc="0" normalizeH="0" baseline="0" noProof="0">
              <a:ln>
                <a:noFill/>
              </a:ln>
              <a:gradFill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tx1">
                      <a:lumMod val="95000"/>
                      <a:lumOff val="5000"/>
                    </a:schemeClr>
                  </a:gs>
                </a:gsLst>
                <a:lin ang="16200000" scaled="1"/>
              </a:gra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236" name="타원 235">
            <a:extLst>
              <a:ext uri="{FF2B5EF4-FFF2-40B4-BE49-F238E27FC236}">
                <a16:creationId xmlns:a16="http://schemas.microsoft.com/office/drawing/2014/main" id="{B1D768BA-CD08-4797-9277-0601FF22136B}"/>
              </a:ext>
            </a:extLst>
          </p:cNvPr>
          <p:cNvSpPr>
            <a:spLocks/>
          </p:cNvSpPr>
          <p:nvPr/>
        </p:nvSpPr>
        <p:spPr>
          <a:xfrm>
            <a:off x="2255450" y="6774808"/>
            <a:ext cx="50400" cy="50400"/>
          </a:xfrm>
          <a:prstGeom prst="ellipse">
            <a:avLst/>
          </a:prstGeom>
          <a:solidFill>
            <a:srgbClr val="0070C0"/>
          </a:solidFill>
          <a:ln w="6350" cap="flat" cmpd="sng" algn="ctr">
            <a:noFill/>
            <a:prstDash val="solid"/>
          </a:ln>
          <a:effectLst/>
        </p:spPr>
        <p:txBody>
          <a:bodyPr lIns="108000" rtlCol="0" anchor="ctr"/>
          <a:lstStyle/>
          <a:p>
            <a:pPr marL="0" marR="0" lvl="0" indent="0" algn="ctr" defTabSz="91440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200" b="0" i="0" u="none" strike="noStrike" kern="0" cap="none" spc="0" normalizeH="0" baseline="0" noProof="0">
              <a:ln>
                <a:noFill/>
              </a:ln>
              <a:gradFill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tx1">
                      <a:lumMod val="95000"/>
                      <a:lumOff val="5000"/>
                    </a:schemeClr>
                  </a:gs>
                </a:gsLst>
                <a:lin ang="16200000" scaled="1"/>
              </a:gra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237" name="타원 236">
            <a:extLst>
              <a:ext uri="{FF2B5EF4-FFF2-40B4-BE49-F238E27FC236}">
                <a16:creationId xmlns:a16="http://schemas.microsoft.com/office/drawing/2014/main" id="{4F989C58-FE0A-482B-BE3C-9F5292BD3834}"/>
              </a:ext>
            </a:extLst>
          </p:cNvPr>
          <p:cNvSpPr>
            <a:spLocks/>
          </p:cNvSpPr>
          <p:nvPr/>
        </p:nvSpPr>
        <p:spPr>
          <a:xfrm>
            <a:off x="1891432" y="6774808"/>
            <a:ext cx="50400" cy="50400"/>
          </a:xfrm>
          <a:prstGeom prst="ellipse">
            <a:avLst/>
          </a:prstGeom>
          <a:solidFill>
            <a:srgbClr val="0070C0"/>
          </a:solidFill>
          <a:ln w="6350" cap="flat" cmpd="sng" algn="ctr">
            <a:noFill/>
            <a:prstDash val="solid"/>
          </a:ln>
          <a:effectLst/>
        </p:spPr>
        <p:txBody>
          <a:bodyPr lIns="108000" rtlCol="0" anchor="ctr"/>
          <a:lstStyle/>
          <a:p>
            <a:pPr marL="0" marR="0" lvl="0" indent="0" algn="ctr" defTabSz="91440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200" b="0" i="0" u="none" strike="noStrike" kern="0" cap="none" spc="0" normalizeH="0" baseline="0" noProof="0">
              <a:ln>
                <a:noFill/>
              </a:ln>
              <a:gradFill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tx1">
                      <a:lumMod val="95000"/>
                      <a:lumOff val="5000"/>
                    </a:schemeClr>
                  </a:gs>
                </a:gsLst>
                <a:lin ang="16200000" scaled="1"/>
              </a:gra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227" name="타원 226">
            <a:extLst>
              <a:ext uri="{FF2B5EF4-FFF2-40B4-BE49-F238E27FC236}">
                <a16:creationId xmlns:a16="http://schemas.microsoft.com/office/drawing/2014/main" id="{52AA9BB0-D25D-4337-84BB-9AAB39F28EDC}"/>
              </a:ext>
            </a:extLst>
          </p:cNvPr>
          <p:cNvSpPr>
            <a:spLocks/>
          </p:cNvSpPr>
          <p:nvPr/>
        </p:nvSpPr>
        <p:spPr>
          <a:xfrm>
            <a:off x="3150671" y="6198744"/>
            <a:ext cx="50400" cy="50400"/>
          </a:xfrm>
          <a:prstGeom prst="ellipse">
            <a:avLst/>
          </a:prstGeom>
          <a:solidFill>
            <a:srgbClr val="0070C0"/>
          </a:solidFill>
          <a:ln w="6350" cap="flat" cmpd="sng" algn="ctr">
            <a:noFill/>
            <a:prstDash val="solid"/>
          </a:ln>
          <a:effectLst/>
        </p:spPr>
        <p:txBody>
          <a:bodyPr lIns="108000" rtlCol="0" anchor="ctr"/>
          <a:lstStyle/>
          <a:p>
            <a:pPr marL="0" marR="0" lvl="0" indent="0" algn="ctr" defTabSz="91440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200" b="0" i="0" u="none" strike="noStrike" kern="0" cap="none" spc="0" normalizeH="0" baseline="0" noProof="0">
              <a:ln>
                <a:noFill/>
              </a:ln>
              <a:gradFill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tx1">
                      <a:lumMod val="95000"/>
                      <a:lumOff val="5000"/>
                    </a:schemeClr>
                  </a:gs>
                </a:gsLst>
                <a:lin ang="16200000" scaled="1"/>
              </a:gra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228" name="타원 227">
            <a:extLst>
              <a:ext uri="{FF2B5EF4-FFF2-40B4-BE49-F238E27FC236}">
                <a16:creationId xmlns:a16="http://schemas.microsoft.com/office/drawing/2014/main" id="{248089E5-B43D-45F9-B713-C547435F4EE7}"/>
              </a:ext>
            </a:extLst>
          </p:cNvPr>
          <p:cNvSpPr>
            <a:spLocks/>
          </p:cNvSpPr>
          <p:nvPr/>
        </p:nvSpPr>
        <p:spPr>
          <a:xfrm>
            <a:off x="2430113" y="6198744"/>
            <a:ext cx="50400" cy="50400"/>
          </a:xfrm>
          <a:prstGeom prst="ellipse">
            <a:avLst/>
          </a:prstGeom>
          <a:solidFill>
            <a:srgbClr val="0070C0"/>
          </a:solidFill>
          <a:ln w="6350" cap="flat" cmpd="sng" algn="ctr">
            <a:noFill/>
            <a:prstDash val="solid"/>
          </a:ln>
          <a:effectLst/>
        </p:spPr>
        <p:txBody>
          <a:bodyPr lIns="108000" rtlCol="0" anchor="ctr"/>
          <a:lstStyle/>
          <a:p>
            <a:pPr marL="0" marR="0" lvl="0" indent="0" algn="ctr" defTabSz="91440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200" b="0" i="0" u="none" strike="noStrike" kern="0" cap="none" spc="0" normalizeH="0" baseline="0" noProof="0">
              <a:ln>
                <a:noFill/>
              </a:ln>
              <a:gradFill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tx1">
                      <a:lumMod val="95000"/>
                      <a:lumOff val="5000"/>
                    </a:schemeClr>
                  </a:gs>
                </a:gsLst>
                <a:lin ang="16200000" scaled="1"/>
              </a:gra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229" name="타원 228">
            <a:extLst>
              <a:ext uri="{FF2B5EF4-FFF2-40B4-BE49-F238E27FC236}">
                <a16:creationId xmlns:a16="http://schemas.microsoft.com/office/drawing/2014/main" id="{2EADEB18-483D-4817-B928-7ABF2225EF02}"/>
              </a:ext>
            </a:extLst>
          </p:cNvPr>
          <p:cNvSpPr>
            <a:spLocks/>
          </p:cNvSpPr>
          <p:nvPr/>
        </p:nvSpPr>
        <p:spPr>
          <a:xfrm>
            <a:off x="4962883" y="6198744"/>
            <a:ext cx="50400" cy="50400"/>
          </a:xfrm>
          <a:prstGeom prst="ellipse">
            <a:avLst/>
          </a:prstGeom>
          <a:solidFill>
            <a:srgbClr val="0070C0"/>
          </a:solidFill>
          <a:ln w="6350" cap="flat" cmpd="sng" algn="ctr">
            <a:noFill/>
            <a:prstDash val="solid"/>
          </a:ln>
          <a:effectLst/>
        </p:spPr>
        <p:txBody>
          <a:bodyPr lIns="108000" rtlCol="0" anchor="ctr"/>
          <a:lstStyle/>
          <a:p>
            <a:pPr marL="0" marR="0" lvl="0" indent="0" algn="ctr" defTabSz="91440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200" b="0" i="0" u="none" strike="noStrike" kern="0" cap="none" spc="0" normalizeH="0" baseline="0" noProof="0">
              <a:ln>
                <a:noFill/>
              </a:ln>
              <a:gradFill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tx1">
                      <a:lumMod val="95000"/>
                      <a:lumOff val="5000"/>
                    </a:schemeClr>
                  </a:gs>
                </a:gsLst>
                <a:lin ang="16200000" scaled="1"/>
              </a:gra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220" name="타원 219">
            <a:extLst>
              <a:ext uri="{FF2B5EF4-FFF2-40B4-BE49-F238E27FC236}">
                <a16:creationId xmlns:a16="http://schemas.microsoft.com/office/drawing/2014/main" id="{361F9DB1-4EF6-4F83-B8F1-753B8CFD69C5}"/>
              </a:ext>
            </a:extLst>
          </p:cNvPr>
          <p:cNvSpPr>
            <a:spLocks/>
          </p:cNvSpPr>
          <p:nvPr/>
        </p:nvSpPr>
        <p:spPr>
          <a:xfrm>
            <a:off x="2431892" y="5622680"/>
            <a:ext cx="50400" cy="50400"/>
          </a:xfrm>
          <a:prstGeom prst="ellipse">
            <a:avLst/>
          </a:prstGeom>
          <a:solidFill>
            <a:srgbClr val="0070C0"/>
          </a:solidFill>
          <a:ln w="6350" cap="flat" cmpd="sng" algn="ctr">
            <a:noFill/>
            <a:prstDash val="solid"/>
          </a:ln>
          <a:effectLst/>
        </p:spPr>
        <p:txBody>
          <a:bodyPr lIns="108000" rtlCol="0" anchor="ctr"/>
          <a:lstStyle/>
          <a:p>
            <a:pPr marL="0" marR="0" lvl="0" indent="0" algn="ctr" defTabSz="91440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200" b="0" i="0" u="none" strike="noStrike" kern="0" cap="none" spc="0" normalizeH="0" baseline="0" noProof="0">
              <a:ln>
                <a:noFill/>
              </a:ln>
              <a:gradFill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tx1">
                      <a:lumMod val="95000"/>
                      <a:lumOff val="5000"/>
                    </a:schemeClr>
                  </a:gs>
                </a:gsLst>
                <a:lin ang="16200000" scaled="1"/>
              </a:gra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223" name="타원 222">
            <a:extLst>
              <a:ext uri="{FF2B5EF4-FFF2-40B4-BE49-F238E27FC236}">
                <a16:creationId xmlns:a16="http://schemas.microsoft.com/office/drawing/2014/main" id="{8D7F0F31-B2EE-49C1-B3E9-1AFD55E45952}"/>
              </a:ext>
            </a:extLst>
          </p:cNvPr>
          <p:cNvSpPr>
            <a:spLocks/>
          </p:cNvSpPr>
          <p:nvPr/>
        </p:nvSpPr>
        <p:spPr>
          <a:xfrm>
            <a:off x="2070373" y="5622680"/>
            <a:ext cx="50400" cy="50400"/>
          </a:xfrm>
          <a:prstGeom prst="ellipse">
            <a:avLst/>
          </a:prstGeom>
          <a:solidFill>
            <a:srgbClr val="0070C0"/>
          </a:solidFill>
          <a:ln w="6350" cap="flat" cmpd="sng" algn="ctr">
            <a:noFill/>
            <a:prstDash val="solid"/>
          </a:ln>
          <a:effectLst/>
        </p:spPr>
        <p:txBody>
          <a:bodyPr lIns="108000" rtlCol="0" anchor="ctr"/>
          <a:lstStyle/>
          <a:p>
            <a:pPr marL="0" marR="0" lvl="0" indent="0" algn="ctr" defTabSz="91440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200" b="0" i="0" u="none" strike="noStrike" kern="0" cap="none" spc="0" normalizeH="0" baseline="0" noProof="0">
              <a:ln>
                <a:noFill/>
              </a:ln>
              <a:gradFill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tx1">
                      <a:lumMod val="95000"/>
                      <a:lumOff val="5000"/>
                    </a:schemeClr>
                  </a:gs>
                </a:gsLst>
                <a:lin ang="16200000" scaled="1"/>
              </a:gra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224" name="타원 223">
            <a:extLst>
              <a:ext uri="{FF2B5EF4-FFF2-40B4-BE49-F238E27FC236}">
                <a16:creationId xmlns:a16="http://schemas.microsoft.com/office/drawing/2014/main" id="{3FC1E35A-0C47-4092-BF93-812C6FDE9866}"/>
              </a:ext>
            </a:extLst>
          </p:cNvPr>
          <p:cNvSpPr>
            <a:spLocks/>
          </p:cNvSpPr>
          <p:nvPr/>
        </p:nvSpPr>
        <p:spPr>
          <a:xfrm>
            <a:off x="2973031" y="5622680"/>
            <a:ext cx="50400" cy="50400"/>
          </a:xfrm>
          <a:prstGeom prst="ellipse">
            <a:avLst/>
          </a:prstGeom>
          <a:solidFill>
            <a:srgbClr val="0070C0"/>
          </a:solidFill>
          <a:ln w="6350" cap="flat" cmpd="sng" algn="ctr">
            <a:noFill/>
            <a:prstDash val="solid"/>
          </a:ln>
          <a:effectLst/>
        </p:spPr>
        <p:txBody>
          <a:bodyPr lIns="108000" rtlCol="0" anchor="ctr"/>
          <a:lstStyle/>
          <a:p>
            <a:pPr marL="0" marR="0" lvl="0" indent="0" algn="ctr" defTabSz="91440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200" b="0" i="0" u="none" strike="noStrike" kern="0" cap="none" spc="0" normalizeH="0" baseline="0" noProof="0">
              <a:ln>
                <a:noFill/>
              </a:ln>
              <a:gradFill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tx1">
                      <a:lumMod val="95000"/>
                      <a:lumOff val="5000"/>
                    </a:schemeClr>
                  </a:gs>
                </a:gsLst>
                <a:lin ang="16200000" scaled="1"/>
              </a:gra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221" name="타원 220">
            <a:extLst>
              <a:ext uri="{FF2B5EF4-FFF2-40B4-BE49-F238E27FC236}">
                <a16:creationId xmlns:a16="http://schemas.microsoft.com/office/drawing/2014/main" id="{6F0F489C-A703-4964-A419-032D1511CEE4}"/>
              </a:ext>
            </a:extLst>
          </p:cNvPr>
          <p:cNvSpPr>
            <a:spLocks/>
          </p:cNvSpPr>
          <p:nvPr/>
        </p:nvSpPr>
        <p:spPr>
          <a:xfrm>
            <a:off x="1830428" y="5046616"/>
            <a:ext cx="50400" cy="50400"/>
          </a:xfrm>
          <a:prstGeom prst="ellipse">
            <a:avLst/>
          </a:prstGeom>
          <a:solidFill>
            <a:srgbClr val="0070C0"/>
          </a:solidFill>
          <a:ln w="6350" cap="flat" cmpd="sng" algn="ctr">
            <a:noFill/>
            <a:prstDash val="solid"/>
          </a:ln>
          <a:effectLst/>
        </p:spPr>
        <p:txBody>
          <a:bodyPr lIns="108000" rtlCol="0" anchor="ctr"/>
          <a:lstStyle/>
          <a:p>
            <a:pPr marL="0" marR="0" lvl="0" indent="0" algn="ctr" defTabSz="91440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200" b="0" i="0" u="none" strike="noStrike" kern="0" cap="none" spc="0" normalizeH="0" baseline="0" noProof="0">
              <a:ln>
                <a:noFill/>
              </a:ln>
              <a:gradFill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tx1">
                      <a:lumMod val="95000"/>
                      <a:lumOff val="5000"/>
                    </a:schemeClr>
                  </a:gs>
                </a:gsLst>
                <a:lin ang="16200000" scaled="1"/>
              </a:gra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222" name="타원 221">
            <a:extLst>
              <a:ext uri="{FF2B5EF4-FFF2-40B4-BE49-F238E27FC236}">
                <a16:creationId xmlns:a16="http://schemas.microsoft.com/office/drawing/2014/main" id="{F3E121B7-E1DF-4F01-806B-E44EBB65A98C}"/>
              </a:ext>
            </a:extLst>
          </p:cNvPr>
          <p:cNvSpPr>
            <a:spLocks/>
          </p:cNvSpPr>
          <p:nvPr/>
        </p:nvSpPr>
        <p:spPr>
          <a:xfrm>
            <a:off x="2252270" y="5046616"/>
            <a:ext cx="50400" cy="50400"/>
          </a:xfrm>
          <a:prstGeom prst="ellipse">
            <a:avLst/>
          </a:prstGeom>
          <a:solidFill>
            <a:srgbClr val="0070C0"/>
          </a:solidFill>
          <a:ln w="6350" cap="flat" cmpd="sng" algn="ctr">
            <a:noFill/>
            <a:prstDash val="solid"/>
          </a:ln>
          <a:effectLst/>
        </p:spPr>
        <p:txBody>
          <a:bodyPr lIns="108000" rtlCol="0" anchor="ctr"/>
          <a:lstStyle/>
          <a:p>
            <a:pPr marL="0" marR="0" lvl="0" indent="0" algn="ctr" defTabSz="91440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200" b="0" i="0" u="none" strike="noStrike" kern="0" cap="none" spc="0" normalizeH="0" baseline="0" noProof="0">
              <a:ln>
                <a:noFill/>
              </a:ln>
              <a:gradFill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tx1">
                      <a:lumMod val="95000"/>
                      <a:lumOff val="5000"/>
                    </a:schemeClr>
                  </a:gs>
                </a:gsLst>
                <a:lin ang="16200000" scaled="1"/>
              </a:gra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340" name="타원 339">
            <a:extLst>
              <a:ext uri="{FF2B5EF4-FFF2-40B4-BE49-F238E27FC236}">
                <a16:creationId xmlns:a16="http://schemas.microsoft.com/office/drawing/2014/main" id="{AA9426C7-45DC-4DDB-85F9-C12E2EED8EAD}"/>
              </a:ext>
            </a:extLst>
          </p:cNvPr>
          <p:cNvSpPr>
            <a:spLocks/>
          </p:cNvSpPr>
          <p:nvPr/>
        </p:nvSpPr>
        <p:spPr>
          <a:xfrm>
            <a:off x="6034813" y="8909985"/>
            <a:ext cx="50400" cy="50400"/>
          </a:xfrm>
          <a:prstGeom prst="ellipse">
            <a:avLst/>
          </a:prstGeom>
          <a:solidFill>
            <a:srgbClr val="0070C0"/>
          </a:solidFill>
          <a:ln w="6350" cap="flat" cmpd="sng" algn="ctr">
            <a:noFill/>
            <a:prstDash val="solid"/>
          </a:ln>
          <a:effectLst/>
        </p:spPr>
        <p:txBody>
          <a:bodyPr lIns="108000" rtlCol="0" anchor="ctr"/>
          <a:lstStyle/>
          <a:p>
            <a:pPr marL="0" marR="0" lvl="0" indent="0" algn="ctr" defTabSz="91440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200" b="0" i="0" u="none" strike="noStrike" kern="0" cap="none" spc="0" normalizeH="0" baseline="0" noProof="0">
              <a:ln>
                <a:noFill/>
              </a:ln>
              <a:gradFill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tx1">
                      <a:lumMod val="95000"/>
                      <a:lumOff val="5000"/>
                    </a:schemeClr>
                  </a:gs>
                </a:gsLst>
                <a:lin ang="16200000" scaled="1"/>
              </a:gra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7EC7752-E2F6-DB7D-A13C-30191595D398}"/>
              </a:ext>
            </a:extLst>
          </p:cNvPr>
          <p:cNvSpPr txBox="1"/>
          <p:nvPr/>
        </p:nvSpPr>
        <p:spPr>
          <a:xfrm>
            <a:off x="1667082" y="503378"/>
            <a:ext cx="1213409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defTabSz="987095"/>
            <a:r>
              <a:rPr lang="en-US" altLang="ko-KR" sz="800" spc="-54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Ⅳ  </a:t>
            </a:r>
            <a:r>
              <a:rPr lang="ko-KR" altLang="en-US" sz="800" spc="-54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프로젝트 관리  </a:t>
            </a:r>
            <a:r>
              <a:rPr lang="en-US" altLang="ko-KR" sz="800" spc="-54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&gt;  4. </a:t>
            </a:r>
            <a:r>
              <a:rPr lang="ko-KR" altLang="en-US" sz="800" spc="-54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일정계획</a:t>
            </a:r>
          </a:p>
        </p:txBody>
      </p:sp>
    </p:spTree>
    <p:extLst>
      <p:ext uri="{BB962C8B-B14F-4D97-AF65-F5344CB8AC3E}">
        <p14:creationId xmlns:p14="http://schemas.microsoft.com/office/powerpoint/2010/main" val="38091441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제목 89"/>
          <p:cNvSpPr>
            <a:spLocks noGrp="1"/>
          </p:cNvSpPr>
          <p:nvPr>
            <p:ph type="title"/>
          </p:nvPr>
        </p:nvSpPr>
        <p:spPr>
          <a:xfrm>
            <a:off x="512676" y="1064568"/>
            <a:ext cx="1410693" cy="199285"/>
          </a:xfrm>
          <a:prstGeom prst="rect">
            <a:avLst/>
          </a:prstGeom>
          <a:noFill/>
        </p:spPr>
        <p:txBody>
          <a:bodyPr wrap="none" lIns="108000" tIns="0" rIns="0" bIns="0" anchor="ctr">
            <a:spAutoFit/>
          </a:bodyPr>
          <a:lstStyle/>
          <a:p>
            <a:r>
              <a:rPr lang="en-US" altLang="ko-KR" sz="1400" dirty="0">
                <a:latin typeface="+mj-lt"/>
                <a:cs typeface="+mj-cs"/>
              </a:rPr>
              <a:t>1.1 </a:t>
            </a:r>
            <a:r>
              <a:rPr lang="ko-KR" altLang="en-US" sz="1400" dirty="0">
                <a:latin typeface="+mj-lt"/>
                <a:cs typeface="+mj-cs"/>
              </a:rPr>
              <a:t>보안관리 방안</a:t>
            </a:r>
          </a:p>
        </p:txBody>
      </p:sp>
      <p:grpSp>
        <p:nvGrpSpPr>
          <p:cNvPr id="203" name="그룹 202">
            <a:extLst>
              <a:ext uri="{FF2B5EF4-FFF2-40B4-BE49-F238E27FC236}">
                <a16:creationId xmlns:a16="http://schemas.microsoft.com/office/drawing/2014/main" id="{04EF4670-381A-4037-B791-0E4A5E84DFB8}"/>
              </a:ext>
            </a:extLst>
          </p:cNvPr>
          <p:cNvGrpSpPr/>
          <p:nvPr/>
        </p:nvGrpSpPr>
        <p:grpSpPr>
          <a:xfrm>
            <a:off x="440668" y="1064568"/>
            <a:ext cx="66431" cy="180000"/>
            <a:chOff x="447632" y="1870808"/>
            <a:chExt cx="66431" cy="247087"/>
          </a:xfrm>
        </p:grpSpPr>
        <p:sp>
          <p:nvSpPr>
            <p:cNvPr id="204" name="직사각형 203">
              <a:extLst>
                <a:ext uri="{FF2B5EF4-FFF2-40B4-BE49-F238E27FC236}">
                  <a16:creationId xmlns:a16="http://schemas.microsoft.com/office/drawing/2014/main" id="{46B429C1-2429-4316-BE77-6FF01C189E6C}"/>
                </a:ext>
              </a:extLst>
            </p:cNvPr>
            <p:cNvSpPr/>
            <p:nvPr/>
          </p:nvSpPr>
          <p:spPr>
            <a:xfrm>
              <a:off x="447632" y="1990162"/>
              <a:ext cx="66431" cy="12773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/>
            </a:bodyPr>
            <a:lstStyle/>
            <a:p>
              <a:pPr algn="ctr"/>
              <a:endParaRPr lang="ko-KR" altLang="en-US">
                <a:ln>
                  <a:solidFill>
                    <a:srgbClr val="02A1B2">
                      <a:alpha val="0"/>
                    </a:srgbClr>
                  </a:solidFill>
                </a:ln>
              </a:endParaRPr>
            </a:p>
          </p:txBody>
        </p:sp>
        <p:sp>
          <p:nvSpPr>
            <p:cNvPr id="205" name="직사각형 204">
              <a:extLst>
                <a:ext uri="{FF2B5EF4-FFF2-40B4-BE49-F238E27FC236}">
                  <a16:creationId xmlns:a16="http://schemas.microsoft.com/office/drawing/2014/main" id="{9EDDB3CA-00BF-4056-A451-DF7B8E09CBB2}"/>
                </a:ext>
              </a:extLst>
            </p:cNvPr>
            <p:cNvSpPr/>
            <p:nvPr/>
          </p:nvSpPr>
          <p:spPr>
            <a:xfrm>
              <a:off x="447632" y="1870808"/>
              <a:ext cx="66431" cy="127733"/>
            </a:xfrm>
            <a:prstGeom prst="rect">
              <a:avLst/>
            </a:prstGeom>
            <a:solidFill>
              <a:srgbClr val="B71B6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/>
            </a:bodyPr>
            <a:lstStyle/>
            <a:p>
              <a:pPr algn="ctr"/>
              <a:endParaRPr lang="ko-KR" altLang="en-US">
                <a:ln>
                  <a:solidFill>
                    <a:srgbClr val="02A1B2">
                      <a:alpha val="0"/>
                    </a:srgbClr>
                  </a:solidFill>
                </a:ln>
              </a:endParaRPr>
            </a:p>
          </p:txBody>
        </p:sp>
      </p:grpSp>
      <p:sp>
        <p:nvSpPr>
          <p:cNvPr id="206" name="직사각형 205">
            <a:extLst>
              <a:ext uri="{FF2B5EF4-FFF2-40B4-BE49-F238E27FC236}">
                <a16:creationId xmlns:a16="http://schemas.microsoft.com/office/drawing/2014/main" id="{1104C21C-94A3-4FAB-A338-A4E1A662A3D1}"/>
              </a:ext>
            </a:extLst>
          </p:cNvPr>
          <p:cNvSpPr/>
          <p:nvPr/>
        </p:nvSpPr>
        <p:spPr>
          <a:xfrm>
            <a:off x="5206867" y="1065770"/>
            <a:ext cx="1209800" cy="17763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36000" rIns="72000" bIns="18000" rtlCol="0" anchor="ctr">
            <a:spAutoFit/>
          </a:bodyPr>
          <a:lstStyle/>
          <a:p>
            <a:pPr algn="r"/>
            <a:r>
              <a: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요구사항 번호</a:t>
            </a:r>
            <a:r>
              <a:rPr lang="en-US" altLang="ko-KR" sz="8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: </a:t>
            </a:r>
            <a:r>
              <a:rPr lang="en-US" altLang="ko-KR" sz="800">
                <a:solidFill>
                  <a:srgbClr val="0070C0"/>
                </a:solidFill>
                <a:latin typeface="+mj-ea"/>
                <a:ea typeface="+mj-ea"/>
              </a:rPr>
              <a:t>ABC-001</a:t>
            </a:r>
            <a:endParaRPr lang="ko-KR" altLang="en-US" sz="800" dirty="0">
              <a:solidFill>
                <a:srgbClr val="0070C0"/>
              </a:solidFill>
              <a:latin typeface="+mj-ea"/>
              <a:ea typeface="+mj-ea"/>
            </a:endParaRPr>
          </a:p>
        </p:txBody>
      </p:sp>
      <p:sp>
        <p:nvSpPr>
          <p:cNvPr id="207" name="AutoShape 165">
            <a:extLst>
              <a:ext uri="{FF2B5EF4-FFF2-40B4-BE49-F238E27FC236}">
                <a16:creationId xmlns:a16="http://schemas.microsoft.com/office/drawing/2014/main" id="{3C8EFBB1-29B3-41AF-B697-C245F5CD00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668" y="1568624"/>
            <a:ext cx="5976000" cy="647237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3175" algn="ctr">
            <a:solidFill>
              <a:schemeClr val="bg1">
                <a:lumMod val="95000"/>
              </a:schemeClr>
            </a:solidFill>
            <a:round/>
            <a:headEnd/>
            <a:tailEnd/>
          </a:ln>
          <a:effectLst/>
        </p:spPr>
        <p:txBody>
          <a:bodyPr wrap="square" lIns="144000" tIns="36000" rIns="72000" bIns="36000" anchor="ctr"/>
          <a:lstStyle/>
          <a:p>
            <a:pPr marL="85725" indent="-85725" defTabSz="914400" fontAlgn="ctr">
              <a:lnSpc>
                <a:spcPct val="110000"/>
              </a:lnSpc>
              <a:spcAft>
                <a:spcPts val="300"/>
              </a:spcAft>
              <a:buFont typeface="Arial" pitchFamily="34" charset="0"/>
              <a:buChar char="•"/>
              <a:defRPr/>
            </a:pPr>
            <a:r>
              <a:rPr kumimoji="1" lang="ko-KR" altLang="en-US" sz="1000" kern="0">
                <a:solidFill>
                  <a:prstClr val="black">
                    <a:lumMod val="75000"/>
                    <a:lumOff val="25000"/>
                  </a:prstClr>
                </a:solidFill>
                <a:latin typeface="+mj-ea"/>
                <a:ea typeface="+mj-ea"/>
              </a:rPr>
              <a:t>발주기관의 보안 규정을 반드시 준수</a:t>
            </a:r>
            <a:r>
              <a:rPr kumimoji="1" lang="ko-KR" altLang="en-US" sz="1000" kern="0">
                <a:solidFill>
                  <a:prstClr val="black">
                    <a:lumMod val="75000"/>
                    <a:lumOff val="25000"/>
                  </a:prstClr>
                </a:solidFill>
              </a:rPr>
              <a:t>하고 모든 참여인원은 보안서약서를 제출하고 보안활동을 수행</a:t>
            </a:r>
          </a:p>
          <a:p>
            <a:pPr marL="85725" indent="-85725" defTabSz="914400" fontAlgn="ctr">
              <a:lnSpc>
                <a:spcPct val="110000"/>
              </a:lnSpc>
              <a:spcAft>
                <a:spcPts val="300"/>
              </a:spcAft>
              <a:buFont typeface="Arial" pitchFamily="34" charset="0"/>
              <a:buChar char="•"/>
              <a:defRPr/>
            </a:pPr>
            <a:r>
              <a:rPr kumimoji="1" lang="ko-KR" altLang="en-US" sz="1000" kern="0">
                <a:solidFill>
                  <a:prstClr val="black">
                    <a:lumMod val="75000"/>
                    <a:lumOff val="25000"/>
                  </a:prstClr>
                </a:solidFill>
              </a:rPr>
              <a:t>보안관리체계는 데이터의 무결성</a:t>
            </a:r>
            <a:r>
              <a:rPr kumimoji="1" lang="en-US" altLang="ko-KR" sz="1000" kern="0">
                <a:solidFill>
                  <a:prstClr val="black">
                    <a:lumMod val="75000"/>
                    <a:lumOff val="25000"/>
                  </a:prstClr>
                </a:solidFill>
              </a:rPr>
              <a:t>, </a:t>
            </a:r>
            <a:r>
              <a:rPr kumimoji="1" lang="ko-KR" altLang="en-US" sz="1000" kern="0">
                <a:solidFill>
                  <a:prstClr val="black">
                    <a:lumMod val="75000"/>
                    <a:lumOff val="25000"/>
                  </a:prstClr>
                </a:solidFill>
              </a:rPr>
              <a:t>기밀성</a:t>
            </a:r>
            <a:r>
              <a:rPr kumimoji="1" lang="en-US" altLang="ko-KR" sz="1000" kern="0">
                <a:solidFill>
                  <a:prstClr val="black">
                    <a:lumMod val="75000"/>
                    <a:lumOff val="25000"/>
                  </a:prstClr>
                </a:solidFill>
              </a:rPr>
              <a:t>, </a:t>
            </a:r>
            <a:r>
              <a:rPr kumimoji="1" lang="ko-KR" altLang="en-US" sz="1000" kern="0">
                <a:solidFill>
                  <a:prstClr val="black">
                    <a:lumMod val="75000"/>
                    <a:lumOff val="25000"/>
                  </a:prstClr>
                </a:solidFill>
              </a:rPr>
              <a:t>인증성 및 가용성</a:t>
            </a:r>
            <a:r>
              <a:rPr kumimoji="1" lang="en-US" altLang="ko-KR" sz="1000" kern="0">
                <a:solidFill>
                  <a:prstClr val="black">
                    <a:lumMod val="75000"/>
                    <a:lumOff val="25000"/>
                  </a:prstClr>
                </a:solidFill>
              </a:rPr>
              <a:t>, </a:t>
            </a:r>
            <a:r>
              <a:rPr kumimoji="1" lang="ko-KR" altLang="en-US" sz="1000" kern="0">
                <a:solidFill>
                  <a:prstClr val="black">
                    <a:lumMod val="75000"/>
                    <a:lumOff val="25000"/>
                  </a:prstClr>
                </a:solidFill>
              </a:rPr>
              <a:t>시스템 자원의 보호</a:t>
            </a:r>
            <a:r>
              <a:rPr kumimoji="1" lang="en-US" altLang="ko-KR" sz="1000" kern="0">
                <a:solidFill>
                  <a:prstClr val="black">
                    <a:lumMod val="75000"/>
                    <a:lumOff val="25000"/>
                  </a:prstClr>
                </a:solidFill>
              </a:rPr>
              <a:t>, </a:t>
            </a:r>
            <a:r>
              <a:rPr kumimoji="1" lang="ko-KR" altLang="en-US" sz="1000" kern="0">
                <a:solidFill>
                  <a:prstClr val="black">
                    <a:lumMod val="75000"/>
                    <a:lumOff val="25000"/>
                  </a:prstClr>
                </a:solidFill>
              </a:rPr>
              <a:t>인원 보안 등 정</a:t>
            </a:r>
            <a:r>
              <a:rPr kumimoji="1" lang="ko-KR" altLang="en-US" sz="1000" kern="0">
                <a:solidFill>
                  <a:prstClr val="black">
                    <a:lumMod val="75000"/>
                    <a:lumOff val="25000"/>
                  </a:prstClr>
                </a:solidFill>
                <a:latin typeface="+mj-ea"/>
                <a:ea typeface="+mj-ea"/>
              </a:rPr>
              <a:t>보 시스템에 대한 안전을 보장하기 위함</a:t>
            </a:r>
          </a:p>
        </p:txBody>
      </p:sp>
      <p:grpSp>
        <p:nvGrpSpPr>
          <p:cNvPr id="208" name="그룹 207">
            <a:extLst>
              <a:ext uri="{FF2B5EF4-FFF2-40B4-BE49-F238E27FC236}">
                <a16:creationId xmlns:a16="http://schemas.microsoft.com/office/drawing/2014/main" id="{6EC37298-8B3A-45C5-8A3B-58594B9CCA10}"/>
              </a:ext>
            </a:extLst>
          </p:cNvPr>
          <p:cNvGrpSpPr/>
          <p:nvPr/>
        </p:nvGrpSpPr>
        <p:grpSpPr>
          <a:xfrm>
            <a:off x="440668" y="2504728"/>
            <a:ext cx="5976000" cy="184666"/>
            <a:chOff x="4503039" y="5804479"/>
            <a:chExt cx="5976000" cy="184666"/>
          </a:xfrm>
        </p:grpSpPr>
        <p:cxnSp>
          <p:nvCxnSpPr>
            <p:cNvPr id="209" name="직선 연결선 208">
              <a:extLst>
                <a:ext uri="{FF2B5EF4-FFF2-40B4-BE49-F238E27FC236}">
                  <a16:creationId xmlns:a16="http://schemas.microsoft.com/office/drawing/2014/main" id="{B0C620F0-4746-46D6-8119-05899D45196D}"/>
                </a:ext>
              </a:extLst>
            </p:cNvPr>
            <p:cNvCxnSpPr>
              <a:cxnSpLocks/>
            </p:cNvCxnSpPr>
            <p:nvPr/>
          </p:nvCxnSpPr>
          <p:spPr>
            <a:xfrm>
              <a:off x="4503039" y="5948495"/>
              <a:ext cx="5976000" cy="0"/>
            </a:xfrm>
            <a:prstGeom prst="line">
              <a:avLst/>
            </a:prstGeom>
            <a:ln w="12700" cap="flat">
              <a:solidFill>
                <a:srgbClr val="BAC0CE"/>
              </a:solidFill>
              <a:miter lim="800000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0" name="TextBox 209">
              <a:extLst>
                <a:ext uri="{FF2B5EF4-FFF2-40B4-BE49-F238E27FC236}">
                  <a16:creationId xmlns:a16="http://schemas.microsoft.com/office/drawing/2014/main" id="{7BF2FFEF-88DC-4D62-98B0-04967FA408CA}"/>
                </a:ext>
              </a:extLst>
            </p:cNvPr>
            <p:cNvSpPr txBox="1"/>
            <p:nvPr/>
          </p:nvSpPr>
          <p:spPr>
            <a:xfrm flipH="1">
              <a:off x="4503039" y="5804479"/>
              <a:ext cx="961852" cy="18466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</p:spPr>
          <p:txBody>
            <a:bodyPr wrap="none" lIns="0" tIns="0" rIns="108000" bIns="0" rtlCol="0" anchor="b">
              <a:spAutoFit/>
            </a:bodyPr>
            <a:lstStyle/>
            <a:p>
              <a:pPr lvl="0" defTabSz="478031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ko-KR" altLang="en-US" sz="120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보안관리 방안</a:t>
              </a:r>
            </a:p>
          </p:txBody>
        </p:sp>
      </p:grpSp>
      <p:grpSp>
        <p:nvGrpSpPr>
          <p:cNvPr id="269" name="그룹 268">
            <a:extLst>
              <a:ext uri="{FF2B5EF4-FFF2-40B4-BE49-F238E27FC236}">
                <a16:creationId xmlns:a16="http://schemas.microsoft.com/office/drawing/2014/main" id="{88672396-36B3-429C-B27A-2EAB2BA8EC0B}"/>
              </a:ext>
            </a:extLst>
          </p:cNvPr>
          <p:cNvGrpSpPr/>
          <p:nvPr/>
        </p:nvGrpSpPr>
        <p:grpSpPr>
          <a:xfrm>
            <a:off x="440668" y="7772024"/>
            <a:ext cx="909497" cy="169277"/>
            <a:chOff x="440667" y="2866470"/>
            <a:chExt cx="909497" cy="169277"/>
          </a:xfrm>
        </p:grpSpPr>
        <p:sp>
          <p:nvSpPr>
            <p:cNvPr id="270" name="Text Box 247">
              <a:extLst>
                <a:ext uri="{FF2B5EF4-FFF2-40B4-BE49-F238E27FC236}">
                  <a16:creationId xmlns:a16="http://schemas.microsoft.com/office/drawing/2014/main" id="{11330F1C-A24C-4917-A1A6-83AF01BE6790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440668" y="2866470"/>
              <a:ext cx="909496" cy="169277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lIns="126000" tIns="0" rIns="0" bIns="0" anchor="ctr">
              <a:spAutoFit/>
            </a:bodyPr>
            <a:lstStyle>
              <a:defPPr>
                <a:defRPr lang="en-US"/>
              </a:defPPr>
              <a:lvl1pPr marR="0" lvl="0" indent="0" defTabSz="914400" fontAlgn="base" latinLnBrk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 kumimoji="1" sz="1100" b="0" i="0" u="none" strike="noStrike" kern="0" cap="none" spc="0" normalizeH="0" baseline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ea"/>
                  <a:ea typeface="+mj-ea"/>
                </a:defRPr>
              </a:lvl1pPr>
            </a:lstStyle>
            <a:p>
              <a:pPr lvl="0">
                <a:defRPr/>
              </a:pPr>
              <a:r>
                <a:rPr lang="ko-KR" altLang="en-US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보안관리 절차</a:t>
              </a:r>
            </a:p>
          </p:txBody>
        </p:sp>
        <p:sp>
          <p:nvSpPr>
            <p:cNvPr id="271" name="사각형: 둥근 모서리 270">
              <a:extLst>
                <a:ext uri="{FF2B5EF4-FFF2-40B4-BE49-F238E27FC236}">
                  <a16:creationId xmlns:a16="http://schemas.microsoft.com/office/drawing/2014/main" id="{7EFCA1A0-E3FE-4DBE-A682-33636015C8C8}"/>
                </a:ext>
              </a:extLst>
            </p:cNvPr>
            <p:cNvSpPr/>
            <p:nvPr/>
          </p:nvSpPr>
          <p:spPr>
            <a:xfrm>
              <a:off x="440667" y="2874971"/>
              <a:ext cx="54000" cy="129600"/>
            </a:xfrm>
            <a:prstGeom prst="roundRect">
              <a:avLst/>
            </a:prstGeom>
            <a:solidFill>
              <a:srgbClr val="0070C0"/>
            </a:solidFill>
          </p:spPr>
          <p:txBody>
            <a:bodyPr wrap="none" lIns="36000" tIns="18000" rIns="36000" bIns="18000">
              <a:noAutofit/>
            </a:bodyPr>
            <a:lstStyle/>
            <a:p>
              <a:pPr defTabSz="914400" fontAlgn="base">
                <a:spcBef>
                  <a:spcPct val="0"/>
                </a:spcBef>
                <a:spcAft>
                  <a:spcPts val="2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</a:pPr>
              <a:endParaRPr lang="ko-KR" altLang="en-US" sz="1100">
                <a:solidFill>
                  <a:schemeClr val="bg1"/>
                </a:solidFill>
                <a:latin typeface="+mn-ea"/>
              </a:endParaRPr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9ED31D32-88A8-4406-A12E-F6475115F718}"/>
              </a:ext>
            </a:extLst>
          </p:cNvPr>
          <p:cNvGrpSpPr/>
          <p:nvPr/>
        </p:nvGrpSpPr>
        <p:grpSpPr>
          <a:xfrm>
            <a:off x="440668" y="8013468"/>
            <a:ext cx="5976000" cy="1368024"/>
            <a:chOff x="440668" y="8013468"/>
            <a:chExt cx="5976000" cy="1368024"/>
          </a:xfrm>
        </p:grpSpPr>
        <p:sp>
          <p:nvSpPr>
            <p:cNvPr id="107" name="직사각형 106"/>
            <p:cNvSpPr/>
            <p:nvPr/>
          </p:nvSpPr>
          <p:spPr>
            <a:xfrm>
              <a:off x="440668" y="8301492"/>
              <a:ext cx="1358047" cy="1080000"/>
            </a:xfrm>
            <a:prstGeom prst="rect">
              <a:avLst/>
            </a:prstGeom>
            <a:solidFill>
              <a:srgbClr val="F5F9F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36000" bIns="72000" rtlCol="0" anchor="t"/>
            <a:lstStyle/>
            <a:p>
              <a:pPr marL="90000" lvl="2" indent="-90000" defTabSz="914400" fontAlgn="base">
                <a:lnSpc>
                  <a:spcPct val="110000"/>
                </a:lnSpc>
                <a:spcBef>
                  <a:spcPct val="0"/>
                </a:spcBef>
                <a:spcAft>
                  <a:spcPts val="4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  <a:buFont typeface="Arial" pitchFamily="34" charset="0"/>
                <a:buChar char="•"/>
                <a:tabLst>
                  <a:tab pos="542925" algn="l"/>
                </a:tabLst>
              </a:pPr>
              <a:r>
                <a:rPr kumimoji="1"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주관기관의 보안 기준을 프로젝트 전 인원에 공지</a:t>
              </a:r>
              <a:endParaRPr kumimoji="1"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endParaRPr>
            </a:p>
            <a:p>
              <a:pPr marL="90000" lvl="2" indent="-90000" defTabSz="914400" fontAlgn="base">
                <a:lnSpc>
                  <a:spcPct val="110000"/>
                </a:lnSpc>
                <a:spcBef>
                  <a:spcPct val="0"/>
                </a:spcBef>
                <a:spcAft>
                  <a:spcPts val="4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  <a:buFont typeface="Arial" pitchFamily="34" charset="0"/>
                <a:buChar char="•"/>
                <a:tabLst>
                  <a:tab pos="542925" algn="l"/>
                </a:tabLst>
              </a:pPr>
              <a:r>
                <a:rPr kumimoji="1"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보안교육을 통하여 프로젝트 전 인원이 동참</a:t>
              </a:r>
              <a:endParaRPr kumimoji="1"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endParaRPr>
            </a:p>
          </p:txBody>
        </p:sp>
        <p:sp>
          <p:nvSpPr>
            <p:cNvPr id="108" name="직사각형 107"/>
            <p:cNvSpPr/>
            <p:nvPr/>
          </p:nvSpPr>
          <p:spPr>
            <a:xfrm>
              <a:off x="1866815" y="8301492"/>
              <a:ext cx="1358047" cy="1080000"/>
            </a:xfrm>
            <a:prstGeom prst="rect">
              <a:avLst/>
            </a:prstGeom>
            <a:solidFill>
              <a:srgbClr val="F5F9F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36000" bIns="72000" rtlCol="0" anchor="t"/>
            <a:lstStyle/>
            <a:p>
              <a:pPr marL="90000" lvl="2" indent="-90000" defTabSz="914400" fontAlgn="base">
                <a:lnSpc>
                  <a:spcPct val="110000"/>
                </a:lnSpc>
                <a:spcBef>
                  <a:spcPct val="0"/>
                </a:spcBef>
                <a:spcAft>
                  <a:spcPts val="4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  <a:buFont typeface="Arial" pitchFamily="34" charset="0"/>
                <a:buChar char="•"/>
                <a:tabLst>
                  <a:tab pos="542925" algn="l"/>
                </a:tabLst>
              </a:pPr>
              <a:r>
                <a:rPr kumimoji="1" lang="ko-KR" altLang="en-US" sz="900" spc="-3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프로젝트에 참여하는 모든 인원이 보안서약서 제출</a:t>
              </a:r>
              <a:endParaRPr kumimoji="1" lang="en-US" altLang="ko-KR" sz="900" spc="-3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endParaRPr>
            </a:p>
            <a:p>
              <a:pPr marL="216000" lvl="1" indent="-108000" defTabSz="914400" fontAlgn="ctr">
                <a:spcBef>
                  <a:spcPct val="0"/>
                </a:spcBef>
                <a:spcAft>
                  <a:spcPts val="300"/>
                </a:spcAft>
                <a:buClr>
                  <a:prstClr val="black">
                    <a:lumMod val="75000"/>
                    <a:lumOff val="25000"/>
                  </a:prstClr>
                </a:buClr>
                <a:buSzPct val="90000"/>
                <a:buFont typeface="KoPubWorld돋움체 Medium" panose="00000600000000000000" pitchFamily="2" charset="-127"/>
                <a:buChar char="­"/>
                <a:defRPr/>
              </a:pPr>
              <a:r>
                <a:rPr kumimoji="1" lang="ko-KR" altLang="en-US" sz="900" dirty="0" err="1"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문서명</a:t>
              </a:r>
              <a:r>
                <a:rPr kumimoji="1" lang="en-US" altLang="ko-KR" sz="9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: </a:t>
              </a:r>
              <a:r>
                <a:rPr kumimoji="1" lang="ko-KR" altLang="en-US" sz="9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보안서약서</a:t>
              </a:r>
              <a:endParaRPr kumimoji="1" lang="en-US" altLang="ko-KR" sz="900" dirty="0">
                <a:solidFill>
                  <a:prstClr val="black">
                    <a:lumMod val="75000"/>
                    <a:lumOff val="25000"/>
                  </a:prst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endParaRPr>
            </a:p>
            <a:p>
              <a:pPr marL="90000" lvl="2" indent="-90000" defTabSz="914400" fontAlgn="base">
                <a:lnSpc>
                  <a:spcPct val="110000"/>
                </a:lnSpc>
                <a:spcBef>
                  <a:spcPct val="0"/>
                </a:spcBef>
                <a:spcAft>
                  <a:spcPts val="4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  <a:buFont typeface="Arial" pitchFamily="34" charset="0"/>
                <a:buChar char="•"/>
                <a:tabLst>
                  <a:tab pos="542925" algn="l"/>
                </a:tabLst>
              </a:pPr>
              <a:r>
                <a:rPr kumimoji="1"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사업 시작 전</a:t>
              </a:r>
              <a:r>
                <a:rPr kumimoji="1" lang="en-US" altLang="ko-KR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, </a:t>
              </a:r>
              <a:r>
                <a:rPr kumimoji="1"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사업 종료 후 보안서약서 제출</a:t>
              </a:r>
              <a:endParaRPr kumimoji="1"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endParaRPr>
            </a:p>
          </p:txBody>
        </p:sp>
        <p:sp>
          <p:nvSpPr>
            <p:cNvPr id="109" name="직사각형 108"/>
            <p:cNvSpPr/>
            <p:nvPr/>
          </p:nvSpPr>
          <p:spPr>
            <a:xfrm>
              <a:off x="3292962" y="8301341"/>
              <a:ext cx="1358047" cy="1080000"/>
            </a:xfrm>
            <a:prstGeom prst="rect">
              <a:avLst/>
            </a:prstGeom>
            <a:solidFill>
              <a:srgbClr val="F5F9F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36000" bIns="72000" rtlCol="0" anchor="t"/>
            <a:lstStyle/>
            <a:p>
              <a:pPr marL="90000" lvl="2" indent="-90000" defTabSz="914400" fontAlgn="base">
                <a:lnSpc>
                  <a:spcPct val="110000"/>
                </a:lnSpc>
                <a:spcBef>
                  <a:spcPct val="0"/>
                </a:spcBef>
                <a:spcAft>
                  <a:spcPts val="4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  <a:buFont typeface="Arial" pitchFamily="34" charset="0"/>
                <a:buChar char="•"/>
                <a:tabLst>
                  <a:tab pos="542925" algn="l"/>
                </a:tabLst>
              </a:pPr>
              <a:r>
                <a:rPr kumimoji="1" lang="ko-KR" altLang="en-US" sz="900" spc="-2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프로젝트 수행에 관여하는 모든 인원과 조직에 대하여 보안활동 수행</a:t>
              </a:r>
            </a:p>
            <a:p>
              <a:pPr marL="90000" lvl="2" indent="-90000" defTabSz="914400" fontAlgn="base">
                <a:lnSpc>
                  <a:spcPct val="110000"/>
                </a:lnSpc>
                <a:spcBef>
                  <a:spcPct val="0"/>
                </a:spcBef>
                <a:spcAft>
                  <a:spcPts val="4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  <a:buFont typeface="Arial" pitchFamily="34" charset="0"/>
                <a:buChar char="•"/>
                <a:tabLst>
                  <a:tab pos="542925" algn="l"/>
                </a:tabLst>
              </a:pPr>
              <a:r>
                <a:rPr kumimoji="1"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프로젝트 개발 단계 별 보안활동 계획 및 수행</a:t>
              </a:r>
              <a:endParaRPr kumimoji="1"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endParaRPr>
            </a:p>
          </p:txBody>
        </p:sp>
        <p:sp>
          <p:nvSpPr>
            <p:cNvPr id="110" name="직사각형 109"/>
            <p:cNvSpPr/>
            <p:nvPr/>
          </p:nvSpPr>
          <p:spPr>
            <a:xfrm>
              <a:off x="4719110" y="8301492"/>
              <a:ext cx="1697558" cy="1080000"/>
            </a:xfrm>
            <a:prstGeom prst="rect">
              <a:avLst/>
            </a:prstGeom>
            <a:solidFill>
              <a:srgbClr val="F5F9F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36000" bIns="72000" rtlCol="0" anchor="t"/>
            <a:lstStyle/>
            <a:p>
              <a:pPr marL="90000" lvl="2" indent="-90000" defTabSz="914400" fontAlgn="base">
                <a:lnSpc>
                  <a:spcPct val="110000"/>
                </a:lnSpc>
                <a:spcBef>
                  <a:spcPct val="0"/>
                </a:spcBef>
                <a:spcAft>
                  <a:spcPts val="4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  <a:buFont typeface="Arial" pitchFamily="34" charset="0"/>
                <a:buChar char="•"/>
                <a:tabLst>
                  <a:tab pos="542925" algn="l"/>
                </a:tabLst>
              </a:pPr>
              <a:r>
                <a:rPr kumimoji="1" lang="ko-KR" altLang="en-US" sz="900" spc="-3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취급하는 개인정보는 법령에 근거</a:t>
              </a:r>
              <a:endParaRPr kumimoji="1" lang="en-US" altLang="ko-KR" sz="900" spc="-3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endParaRPr>
            </a:p>
            <a:p>
              <a:pPr marL="90000" lvl="2" indent="-90000" defTabSz="914400" fontAlgn="base">
                <a:lnSpc>
                  <a:spcPct val="110000"/>
                </a:lnSpc>
                <a:spcBef>
                  <a:spcPct val="0"/>
                </a:spcBef>
                <a:spcAft>
                  <a:spcPts val="4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  <a:buFont typeface="Arial" pitchFamily="34" charset="0"/>
                <a:buChar char="•"/>
                <a:tabLst>
                  <a:tab pos="542925" algn="l"/>
                </a:tabLst>
              </a:pPr>
              <a:r>
                <a:rPr kumimoji="1"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개인정보는 </a:t>
              </a:r>
              <a:r>
                <a:rPr kumimoji="1" lang="en-US" altLang="ko-KR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DMZ</a:t>
              </a:r>
              <a:r>
                <a:rPr kumimoji="1"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에 위치 금지</a:t>
              </a:r>
            </a:p>
            <a:p>
              <a:pPr marL="90000" lvl="2" indent="-90000" defTabSz="914400" fontAlgn="base">
                <a:lnSpc>
                  <a:spcPct val="110000"/>
                </a:lnSpc>
                <a:spcBef>
                  <a:spcPct val="0"/>
                </a:spcBef>
                <a:spcAft>
                  <a:spcPts val="4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  <a:buFont typeface="Arial" pitchFamily="34" charset="0"/>
                <a:buChar char="•"/>
                <a:tabLst>
                  <a:tab pos="542925" algn="l"/>
                </a:tabLst>
              </a:pPr>
              <a:r>
                <a:rPr kumimoji="1"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외부</a:t>
              </a:r>
              <a:r>
                <a:rPr kumimoji="1" lang="en-US" altLang="ko-KR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/</a:t>
              </a:r>
              <a:r>
                <a:rPr kumimoji="1"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개인 </a:t>
              </a:r>
              <a:r>
                <a:rPr kumimoji="1" lang="en-US" altLang="ko-KR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PC</a:t>
              </a:r>
              <a:r>
                <a:rPr kumimoji="1"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에 자료 저장 금지</a:t>
              </a:r>
            </a:p>
            <a:p>
              <a:pPr marL="90000" lvl="2" indent="-90000" defTabSz="914400" fontAlgn="base">
                <a:lnSpc>
                  <a:spcPct val="110000"/>
                </a:lnSpc>
                <a:spcBef>
                  <a:spcPct val="0"/>
                </a:spcBef>
                <a:spcAft>
                  <a:spcPts val="4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  <a:buFont typeface="Arial" pitchFamily="34" charset="0"/>
                <a:buChar char="•"/>
                <a:tabLst>
                  <a:tab pos="542925" algn="l"/>
                </a:tabLst>
              </a:pPr>
              <a:r>
                <a:rPr kumimoji="1"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부당한 방법에 의한 이용 시 규제조치에 대한 정보 공유</a:t>
              </a:r>
              <a:endParaRPr kumimoji="1"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endParaRPr>
            </a:p>
          </p:txBody>
        </p:sp>
        <p:sp>
          <p:nvSpPr>
            <p:cNvPr id="112" name="모서리가 둥근 직사각형 111"/>
            <p:cNvSpPr/>
            <p:nvPr/>
          </p:nvSpPr>
          <p:spPr>
            <a:xfrm>
              <a:off x="440668" y="8013468"/>
              <a:ext cx="1358047" cy="306263"/>
            </a:xfrm>
            <a:prstGeom prst="roundRect">
              <a:avLst>
                <a:gd name="adj" fmla="val 0"/>
              </a:avLst>
            </a:prstGeom>
            <a:solidFill>
              <a:srgbClr val="9DC3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 bIns="36000" rtlCol="0" anchor="ctr"/>
            <a:lstStyle/>
            <a:p>
              <a:pPr algn="ctr" defTabSz="1001536">
                <a:spcBef>
                  <a:spcPct val="40000"/>
                </a:spcBef>
              </a:pPr>
              <a:r>
                <a:rPr lang="ko-KR" altLang="en-US" sz="1050" spc="-50" dirty="0">
                  <a:ln>
                    <a:solidFill>
                      <a:srgbClr val="CE0883">
                        <a:alpha val="0"/>
                      </a:srgbClr>
                    </a:solidFill>
                  </a:ln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5400000" scaled="1"/>
                  </a:gradFill>
                  <a:latin typeface="Pretendard SemiBold" panose="02000703000000020004" pitchFamily="50" charset="-127"/>
                  <a:ea typeface="Pretendard SemiBold" panose="02000703000000020004" pitchFamily="50" charset="-127"/>
                </a:rPr>
                <a:t>보안기준 공지</a:t>
              </a:r>
            </a:p>
          </p:txBody>
        </p:sp>
        <p:sp>
          <p:nvSpPr>
            <p:cNvPr id="113" name="모서리가 둥근 직사각형 112"/>
            <p:cNvSpPr/>
            <p:nvPr/>
          </p:nvSpPr>
          <p:spPr>
            <a:xfrm>
              <a:off x="1866815" y="8013468"/>
              <a:ext cx="1351543" cy="306263"/>
            </a:xfrm>
            <a:prstGeom prst="roundRect">
              <a:avLst>
                <a:gd name="adj" fmla="val 0"/>
              </a:avLst>
            </a:prstGeom>
            <a:solidFill>
              <a:srgbClr val="84B4E0"/>
            </a:solidFill>
            <a:ln w="6350">
              <a:noFill/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36000" rIns="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001536">
                <a:spcBef>
                  <a:spcPct val="40000"/>
                </a:spcBef>
              </a:pPr>
              <a:r>
                <a:rPr lang="ko-KR" altLang="en-US" sz="1050" spc="-50" dirty="0">
                  <a:ln>
                    <a:solidFill>
                      <a:srgbClr val="CE0883">
                        <a:alpha val="0"/>
                      </a:srgbClr>
                    </a:solidFill>
                  </a:ln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5400000" scaled="1"/>
                  </a:gradFill>
                  <a:latin typeface="Pretendard SemiBold" panose="02000703000000020004" pitchFamily="50" charset="-127"/>
                  <a:ea typeface="Pretendard SemiBold" panose="02000703000000020004" pitchFamily="50" charset="-127"/>
                </a:rPr>
                <a:t>보안서약서</a:t>
              </a:r>
            </a:p>
          </p:txBody>
        </p:sp>
        <p:sp>
          <p:nvSpPr>
            <p:cNvPr id="114" name="모서리가 둥근 직사각형 113"/>
            <p:cNvSpPr/>
            <p:nvPr/>
          </p:nvSpPr>
          <p:spPr>
            <a:xfrm>
              <a:off x="3292962" y="8013468"/>
              <a:ext cx="1358047" cy="306263"/>
            </a:xfrm>
            <a:prstGeom prst="roundRect">
              <a:avLst>
                <a:gd name="adj" fmla="val 0"/>
              </a:avLst>
            </a:prstGeom>
            <a:solidFill>
              <a:srgbClr val="5A9BD5"/>
            </a:solidFill>
            <a:ln w="6350">
              <a:noFill/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36000" rIns="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001536">
                <a:spcBef>
                  <a:spcPct val="40000"/>
                </a:spcBef>
              </a:pPr>
              <a:r>
                <a:rPr lang="ko-KR" altLang="en-US" sz="1050" spc="-50" dirty="0">
                  <a:ln>
                    <a:solidFill>
                      <a:srgbClr val="CE0883">
                        <a:alpha val="0"/>
                      </a:srgbClr>
                    </a:solidFill>
                  </a:ln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5400000" scaled="1"/>
                  </a:gradFill>
                  <a:latin typeface="Pretendard SemiBold" panose="02000703000000020004" pitchFamily="50" charset="-127"/>
                  <a:ea typeface="Pretendard SemiBold" panose="02000703000000020004" pitchFamily="50" charset="-127"/>
                </a:rPr>
                <a:t>보안활동</a:t>
              </a:r>
            </a:p>
          </p:txBody>
        </p:sp>
        <p:sp>
          <p:nvSpPr>
            <p:cNvPr id="115" name="모서리가 둥근 직사각형 114"/>
            <p:cNvSpPr/>
            <p:nvPr/>
          </p:nvSpPr>
          <p:spPr>
            <a:xfrm>
              <a:off x="4719110" y="8013468"/>
              <a:ext cx="1697558" cy="306263"/>
            </a:xfrm>
            <a:prstGeom prst="roundRect">
              <a:avLst>
                <a:gd name="adj" fmla="val 0"/>
              </a:avLst>
            </a:prstGeom>
            <a:solidFill>
              <a:srgbClr val="2D7CBD"/>
            </a:solidFill>
            <a:ln w="6350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0" tIns="36000" rIns="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4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5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rPr>
                <a:t>개인정보보호</a:t>
              </a:r>
            </a:p>
          </p:txBody>
        </p:sp>
        <p:sp>
          <p:nvSpPr>
            <p:cNvPr id="116" name="Text Box 109"/>
            <p:cNvSpPr txBox="1">
              <a:spLocks noChangeArrowheads="1"/>
            </p:cNvSpPr>
            <p:nvPr/>
          </p:nvSpPr>
          <p:spPr bwMode="auto">
            <a:xfrm>
              <a:off x="519572" y="8055727"/>
              <a:ext cx="173124" cy="221599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>
              <a:defPPr>
                <a:defRPr lang="en-US"/>
              </a:defPPr>
              <a:lvl1pPr>
                <a:lnSpc>
                  <a:spcPct val="120000"/>
                </a:lnSpc>
                <a:spcBef>
                  <a:spcPct val="40000"/>
                </a:spcBef>
                <a:buClr>
                  <a:prstClr val="black"/>
                </a:buClr>
                <a:defRPr kumimoji="0" sz="1400" b="1">
                  <a:solidFill>
                    <a:schemeClr val="bg1">
                      <a:alpha val="70000"/>
                    </a:schemeClr>
                  </a:solidFill>
                  <a:latin typeface="+mn-ea"/>
                </a:defRPr>
              </a:lvl1pPr>
            </a:lstStyle>
            <a:p>
              <a:r>
                <a:rPr lang="en-US" altLang="ko-KR" sz="1200" dirty="0"/>
                <a:t>01</a:t>
              </a:r>
              <a:endParaRPr lang="ko-KR" altLang="en-US" sz="1200" dirty="0"/>
            </a:p>
          </p:txBody>
        </p:sp>
        <p:sp>
          <p:nvSpPr>
            <p:cNvPr id="117" name="Text Box 109"/>
            <p:cNvSpPr txBox="1">
              <a:spLocks noChangeArrowheads="1"/>
            </p:cNvSpPr>
            <p:nvPr/>
          </p:nvSpPr>
          <p:spPr bwMode="auto">
            <a:xfrm>
              <a:off x="1959732" y="8055727"/>
              <a:ext cx="173124" cy="221599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>
              <a:defPPr>
                <a:defRPr lang="en-US"/>
              </a:defPPr>
              <a:lvl1pPr>
                <a:lnSpc>
                  <a:spcPct val="120000"/>
                </a:lnSpc>
                <a:spcBef>
                  <a:spcPct val="40000"/>
                </a:spcBef>
                <a:buClr>
                  <a:prstClr val="black"/>
                </a:buClr>
                <a:defRPr kumimoji="0" sz="1400" b="1">
                  <a:solidFill>
                    <a:schemeClr val="bg1">
                      <a:alpha val="70000"/>
                    </a:schemeClr>
                  </a:solidFill>
                  <a:latin typeface="+mn-ea"/>
                </a:defRPr>
              </a:lvl1pPr>
            </a:lstStyle>
            <a:p>
              <a:r>
                <a:rPr lang="en-US" altLang="ko-KR" sz="1200" dirty="0"/>
                <a:t>02</a:t>
              </a:r>
              <a:endParaRPr lang="ko-KR" altLang="en-US" sz="1200" dirty="0"/>
            </a:p>
          </p:txBody>
        </p:sp>
        <p:sp>
          <p:nvSpPr>
            <p:cNvPr id="118" name="Text Box 109"/>
            <p:cNvSpPr txBox="1">
              <a:spLocks noChangeArrowheads="1"/>
            </p:cNvSpPr>
            <p:nvPr/>
          </p:nvSpPr>
          <p:spPr bwMode="auto">
            <a:xfrm>
              <a:off x="3377934" y="8055727"/>
              <a:ext cx="173124" cy="221599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>
              <a:defPPr>
                <a:defRPr lang="en-US"/>
              </a:defPPr>
              <a:lvl1pPr>
                <a:lnSpc>
                  <a:spcPct val="120000"/>
                </a:lnSpc>
                <a:spcBef>
                  <a:spcPct val="40000"/>
                </a:spcBef>
                <a:buClr>
                  <a:prstClr val="black"/>
                </a:buClr>
                <a:defRPr kumimoji="0" sz="1400" b="1">
                  <a:solidFill>
                    <a:schemeClr val="bg1">
                      <a:alpha val="70000"/>
                    </a:schemeClr>
                  </a:solidFill>
                  <a:latin typeface="+mn-ea"/>
                </a:defRPr>
              </a:lvl1pPr>
            </a:lstStyle>
            <a:p>
              <a:r>
                <a:rPr lang="en-US" altLang="ko-KR" sz="1200" dirty="0"/>
                <a:t>03</a:t>
              </a:r>
              <a:endParaRPr lang="ko-KR" altLang="en-US" sz="1200" dirty="0"/>
            </a:p>
          </p:txBody>
        </p:sp>
        <p:sp>
          <p:nvSpPr>
            <p:cNvPr id="119" name="Text Box 109"/>
            <p:cNvSpPr txBox="1">
              <a:spLocks noChangeArrowheads="1"/>
            </p:cNvSpPr>
            <p:nvPr/>
          </p:nvSpPr>
          <p:spPr bwMode="auto">
            <a:xfrm>
              <a:off x="4804048" y="8055727"/>
              <a:ext cx="173124" cy="221599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>
              <a:defPPr>
                <a:defRPr lang="en-US"/>
              </a:defPPr>
              <a:lvl1pPr>
                <a:lnSpc>
                  <a:spcPct val="120000"/>
                </a:lnSpc>
                <a:spcBef>
                  <a:spcPct val="40000"/>
                </a:spcBef>
                <a:buClr>
                  <a:prstClr val="black"/>
                </a:buClr>
                <a:defRPr kumimoji="0" sz="1400" b="1">
                  <a:solidFill>
                    <a:schemeClr val="bg1">
                      <a:alpha val="70000"/>
                    </a:schemeClr>
                  </a:solidFill>
                  <a:latin typeface="+mn-ea"/>
                </a:defRPr>
              </a:lvl1pPr>
            </a:lstStyle>
            <a:p>
              <a:r>
                <a:rPr lang="en-US" altLang="ko-KR" sz="1200" dirty="0"/>
                <a:t>04</a:t>
              </a:r>
              <a:endParaRPr lang="ko-KR" altLang="en-US" sz="1200" dirty="0"/>
            </a:p>
          </p:txBody>
        </p:sp>
        <p:grpSp>
          <p:nvGrpSpPr>
            <p:cNvPr id="217" name="그룹 216">
              <a:extLst>
                <a:ext uri="{FF2B5EF4-FFF2-40B4-BE49-F238E27FC236}">
                  <a16:creationId xmlns:a16="http://schemas.microsoft.com/office/drawing/2014/main" id="{C55B0076-7106-42A5-8EC8-F160D96A5781}"/>
                </a:ext>
              </a:extLst>
            </p:cNvPr>
            <p:cNvGrpSpPr/>
            <p:nvPr/>
          </p:nvGrpSpPr>
          <p:grpSpPr>
            <a:xfrm>
              <a:off x="1764078" y="8096934"/>
              <a:ext cx="139330" cy="139330"/>
              <a:chOff x="2981492" y="4179597"/>
              <a:chExt cx="259134" cy="259134"/>
            </a:xfrm>
          </p:grpSpPr>
          <p:sp>
            <p:nvSpPr>
              <p:cNvPr id="237" name="타원 236">
                <a:extLst>
                  <a:ext uri="{FF2B5EF4-FFF2-40B4-BE49-F238E27FC236}">
                    <a16:creationId xmlns:a16="http://schemas.microsoft.com/office/drawing/2014/main" id="{B2CA531F-16CC-490C-A44B-2A3CB1E007BA}"/>
                  </a:ext>
                </a:extLst>
              </p:cNvPr>
              <p:cNvSpPr/>
              <p:nvPr/>
            </p:nvSpPr>
            <p:spPr>
              <a:xfrm>
                <a:off x="2981492" y="4179597"/>
                <a:ext cx="259134" cy="259134"/>
              </a:xfrm>
              <a:prstGeom prst="ellipse">
                <a:avLst/>
              </a:prstGeom>
              <a:solidFill>
                <a:schemeClr val="bg1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000" tIns="18000" rIns="18000" bIns="18000" rtlCol="0" anchor="ctr"/>
              <a:lstStyle/>
              <a:p>
                <a:pPr marL="0" marR="0" lvl="0" indent="0" algn="ctr" defTabSz="6219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80000"/>
                  <a:buFontTx/>
                  <a:buNone/>
                  <a:tabLst/>
                  <a:defRPr/>
                </a:pPr>
                <a:endParaRPr kumimoji="0" lang="ko-KR" altLang="en-US" sz="800" b="1" i="0" u="none" strike="noStrike" kern="0" cap="none" spc="0" normalizeH="0" baseline="0" noProof="0" dirty="0" err="1">
                  <a:ln>
                    <a:noFill/>
                  </a:ln>
                  <a:gradFill>
                    <a:gsLst>
                      <a:gs pos="0">
                        <a:srgbClr val="2C2C2C"/>
                      </a:gs>
                      <a:gs pos="51000">
                        <a:srgbClr val="2C2C2C"/>
                      </a:gs>
                    </a:gsLst>
                    <a:lin ang="5400000" scaled="1"/>
                  </a:gra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+mn-cs"/>
                </a:endParaRPr>
              </a:p>
            </p:txBody>
          </p:sp>
          <p:sp>
            <p:nvSpPr>
              <p:cNvPr id="238" name="자유형: 도형 237">
                <a:extLst>
                  <a:ext uri="{FF2B5EF4-FFF2-40B4-BE49-F238E27FC236}">
                    <a16:creationId xmlns:a16="http://schemas.microsoft.com/office/drawing/2014/main" id="{43A834B9-4FEC-4F32-AAEC-41AC9E95EDFB}"/>
                  </a:ext>
                </a:extLst>
              </p:cNvPr>
              <p:cNvSpPr/>
              <p:nvPr/>
            </p:nvSpPr>
            <p:spPr>
              <a:xfrm rot="2700000">
                <a:off x="3056442" y="4269789"/>
                <a:ext cx="78763" cy="78763"/>
              </a:xfrm>
              <a:custGeom>
                <a:avLst/>
                <a:gdLst>
                  <a:gd name="connsiteX0" fmla="*/ 0 w 255270"/>
                  <a:gd name="connsiteY0" fmla="*/ 0 h 125730"/>
                  <a:gd name="connsiteX1" fmla="*/ 255270 w 255270"/>
                  <a:gd name="connsiteY1" fmla="*/ 0 h 125730"/>
                  <a:gd name="connsiteX2" fmla="*/ 255270 w 255270"/>
                  <a:gd name="connsiteY2" fmla="*/ 125730 h 1257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55270" h="125730">
                    <a:moveTo>
                      <a:pt x="0" y="0"/>
                    </a:moveTo>
                    <a:lnTo>
                      <a:pt x="255270" y="0"/>
                    </a:lnTo>
                    <a:lnTo>
                      <a:pt x="255270" y="125730"/>
                    </a:lnTo>
                  </a:path>
                </a:pathLst>
              </a:custGeom>
              <a:noFill/>
              <a:ln w="19050" cap="rnd">
                <a:solidFill>
                  <a:srgbClr val="3C485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001536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+mn-cs"/>
                </a:endParaRPr>
              </a:p>
            </p:txBody>
          </p:sp>
        </p:grpSp>
        <p:grpSp>
          <p:nvGrpSpPr>
            <p:cNvPr id="219" name="그룹 218">
              <a:extLst>
                <a:ext uri="{FF2B5EF4-FFF2-40B4-BE49-F238E27FC236}">
                  <a16:creationId xmlns:a16="http://schemas.microsoft.com/office/drawing/2014/main" id="{DAD7B3DD-76CA-4839-B401-3D967E873E5A}"/>
                </a:ext>
              </a:extLst>
            </p:cNvPr>
            <p:cNvGrpSpPr/>
            <p:nvPr/>
          </p:nvGrpSpPr>
          <p:grpSpPr>
            <a:xfrm>
              <a:off x="3181658" y="8096934"/>
              <a:ext cx="139330" cy="139330"/>
              <a:chOff x="2981492" y="4179597"/>
              <a:chExt cx="259134" cy="259134"/>
            </a:xfrm>
          </p:grpSpPr>
          <p:sp>
            <p:nvSpPr>
              <p:cNvPr id="235" name="타원 234">
                <a:extLst>
                  <a:ext uri="{FF2B5EF4-FFF2-40B4-BE49-F238E27FC236}">
                    <a16:creationId xmlns:a16="http://schemas.microsoft.com/office/drawing/2014/main" id="{0E6C7686-B572-4198-960D-624077E49CB1}"/>
                  </a:ext>
                </a:extLst>
              </p:cNvPr>
              <p:cNvSpPr/>
              <p:nvPr/>
            </p:nvSpPr>
            <p:spPr>
              <a:xfrm>
                <a:off x="2981492" y="4179597"/>
                <a:ext cx="259134" cy="259134"/>
              </a:xfrm>
              <a:prstGeom prst="ellipse">
                <a:avLst/>
              </a:prstGeom>
              <a:solidFill>
                <a:schemeClr val="bg1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000" tIns="18000" rIns="18000" bIns="18000" rtlCol="0" anchor="ctr"/>
              <a:lstStyle/>
              <a:p>
                <a:pPr marL="0" marR="0" lvl="0" indent="0" algn="ctr" defTabSz="6219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80000"/>
                  <a:buFontTx/>
                  <a:buNone/>
                  <a:tabLst/>
                  <a:defRPr/>
                </a:pPr>
                <a:endParaRPr kumimoji="0" lang="ko-KR" altLang="en-US" sz="800" b="1" i="0" u="none" strike="noStrike" kern="0" cap="none" spc="0" normalizeH="0" baseline="0" noProof="0" dirty="0" err="1">
                  <a:ln>
                    <a:noFill/>
                  </a:ln>
                  <a:gradFill>
                    <a:gsLst>
                      <a:gs pos="0">
                        <a:srgbClr val="2C2C2C"/>
                      </a:gs>
                      <a:gs pos="51000">
                        <a:srgbClr val="2C2C2C"/>
                      </a:gs>
                    </a:gsLst>
                    <a:lin ang="5400000" scaled="1"/>
                  </a:gra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+mn-cs"/>
                </a:endParaRPr>
              </a:p>
            </p:txBody>
          </p:sp>
          <p:sp>
            <p:nvSpPr>
              <p:cNvPr id="236" name="자유형: 도형 235">
                <a:extLst>
                  <a:ext uri="{FF2B5EF4-FFF2-40B4-BE49-F238E27FC236}">
                    <a16:creationId xmlns:a16="http://schemas.microsoft.com/office/drawing/2014/main" id="{30DDC37E-0B0E-4452-84B9-852C3A37E2FE}"/>
                  </a:ext>
                </a:extLst>
              </p:cNvPr>
              <p:cNvSpPr/>
              <p:nvPr/>
            </p:nvSpPr>
            <p:spPr>
              <a:xfrm rot="2700000">
                <a:off x="3056442" y="4269789"/>
                <a:ext cx="78763" cy="78763"/>
              </a:xfrm>
              <a:custGeom>
                <a:avLst/>
                <a:gdLst>
                  <a:gd name="connsiteX0" fmla="*/ 0 w 255270"/>
                  <a:gd name="connsiteY0" fmla="*/ 0 h 125730"/>
                  <a:gd name="connsiteX1" fmla="*/ 255270 w 255270"/>
                  <a:gd name="connsiteY1" fmla="*/ 0 h 125730"/>
                  <a:gd name="connsiteX2" fmla="*/ 255270 w 255270"/>
                  <a:gd name="connsiteY2" fmla="*/ 125730 h 1257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55270" h="125730">
                    <a:moveTo>
                      <a:pt x="0" y="0"/>
                    </a:moveTo>
                    <a:lnTo>
                      <a:pt x="255270" y="0"/>
                    </a:lnTo>
                    <a:lnTo>
                      <a:pt x="255270" y="125730"/>
                    </a:lnTo>
                  </a:path>
                </a:pathLst>
              </a:custGeom>
              <a:noFill/>
              <a:ln w="19050" cap="rnd">
                <a:solidFill>
                  <a:srgbClr val="3C485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001536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+mn-cs"/>
                </a:endParaRPr>
              </a:p>
            </p:txBody>
          </p:sp>
        </p:grpSp>
        <p:grpSp>
          <p:nvGrpSpPr>
            <p:cNvPr id="220" name="그룹 219">
              <a:extLst>
                <a:ext uri="{FF2B5EF4-FFF2-40B4-BE49-F238E27FC236}">
                  <a16:creationId xmlns:a16="http://schemas.microsoft.com/office/drawing/2014/main" id="{50625E51-59D2-43BC-AC74-65F94D164F33}"/>
                </a:ext>
              </a:extLst>
            </p:cNvPr>
            <p:cNvGrpSpPr/>
            <p:nvPr/>
          </p:nvGrpSpPr>
          <p:grpSpPr>
            <a:xfrm>
              <a:off x="4613654" y="8096934"/>
              <a:ext cx="139330" cy="139330"/>
              <a:chOff x="2981492" y="4179597"/>
              <a:chExt cx="259134" cy="259134"/>
            </a:xfrm>
          </p:grpSpPr>
          <p:sp>
            <p:nvSpPr>
              <p:cNvPr id="233" name="타원 232">
                <a:extLst>
                  <a:ext uri="{FF2B5EF4-FFF2-40B4-BE49-F238E27FC236}">
                    <a16:creationId xmlns:a16="http://schemas.microsoft.com/office/drawing/2014/main" id="{701012DB-0281-48F2-B9A0-30C678FE03A4}"/>
                  </a:ext>
                </a:extLst>
              </p:cNvPr>
              <p:cNvSpPr/>
              <p:nvPr/>
            </p:nvSpPr>
            <p:spPr>
              <a:xfrm>
                <a:off x="2981492" y="4179597"/>
                <a:ext cx="259134" cy="259134"/>
              </a:xfrm>
              <a:prstGeom prst="ellipse">
                <a:avLst/>
              </a:prstGeom>
              <a:solidFill>
                <a:schemeClr val="bg1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000" tIns="18000" rIns="18000" bIns="18000" rtlCol="0" anchor="ctr"/>
              <a:lstStyle/>
              <a:p>
                <a:pPr marL="0" marR="0" lvl="0" indent="0" algn="ctr" defTabSz="6219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80000"/>
                  <a:buFontTx/>
                  <a:buNone/>
                  <a:tabLst/>
                  <a:defRPr/>
                </a:pPr>
                <a:endParaRPr kumimoji="0" lang="ko-KR" altLang="en-US" sz="800" b="1" i="0" u="none" strike="noStrike" kern="0" cap="none" spc="0" normalizeH="0" baseline="0" noProof="0" dirty="0" err="1">
                  <a:ln>
                    <a:noFill/>
                  </a:ln>
                  <a:gradFill>
                    <a:gsLst>
                      <a:gs pos="0">
                        <a:srgbClr val="2C2C2C"/>
                      </a:gs>
                      <a:gs pos="51000">
                        <a:srgbClr val="2C2C2C"/>
                      </a:gs>
                    </a:gsLst>
                    <a:lin ang="5400000" scaled="1"/>
                  </a:gra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+mn-cs"/>
                </a:endParaRPr>
              </a:p>
            </p:txBody>
          </p:sp>
          <p:sp>
            <p:nvSpPr>
              <p:cNvPr id="234" name="자유형: 도형 233">
                <a:extLst>
                  <a:ext uri="{FF2B5EF4-FFF2-40B4-BE49-F238E27FC236}">
                    <a16:creationId xmlns:a16="http://schemas.microsoft.com/office/drawing/2014/main" id="{E5E51285-78B8-437C-BFD9-4E8381FDF4DF}"/>
                  </a:ext>
                </a:extLst>
              </p:cNvPr>
              <p:cNvSpPr/>
              <p:nvPr/>
            </p:nvSpPr>
            <p:spPr>
              <a:xfrm rot="2700000">
                <a:off x="3056442" y="4269789"/>
                <a:ext cx="78763" cy="78763"/>
              </a:xfrm>
              <a:custGeom>
                <a:avLst/>
                <a:gdLst>
                  <a:gd name="connsiteX0" fmla="*/ 0 w 255270"/>
                  <a:gd name="connsiteY0" fmla="*/ 0 h 125730"/>
                  <a:gd name="connsiteX1" fmla="*/ 255270 w 255270"/>
                  <a:gd name="connsiteY1" fmla="*/ 0 h 125730"/>
                  <a:gd name="connsiteX2" fmla="*/ 255270 w 255270"/>
                  <a:gd name="connsiteY2" fmla="*/ 125730 h 1257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55270" h="125730">
                    <a:moveTo>
                      <a:pt x="0" y="0"/>
                    </a:moveTo>
                    <a:lnTo>
                      <a:pt x="255270" y="0"/>
                    </a:lnTo>
                    <a:lnTo>
                      <a:pt x="255270" y="125730"/>
                    </a:lnTo>
                  </a:path>
                </a:pathLst>
              </a:custGeom>
              <a:noFill/>
              <a:ln w="19050" cap="rnd">
                <a:solidFill>
                  <a:srgbClr val="3C485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001536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+mn-cs"/>
                </a:endParaRPr>
              </a:p>
            </p:txBody>
          </p:sp>
        </p:grpSp>
      </p:grpSp>
      <p:sp>
        <p:nvSpPr>
          <p:cNvPr id="283" name="Subtitle Text">
            <a:extLst>
              <a:ext uri="{FF2B5EF4-FFF2-40B4-BE49-F238E27FC236}">
                <a16:creationId xmlns:a16="http://schemas.microsoft.com/office/drawing/2014/main" id="{C08D4644-8B84-41D5-8D1E-57474D8FDAB9}"/>
              </a:ext>
            </a:extLst>
          </p:cNvPr>
          <p:cNvSpPr/>
          <p:nvPr/>
        </p:nvSpPr>
        <p:spPr>
          <a:xfrm>
            <a:off x="2091133" y="2900772"/>
            <a:ext cx="2675732" cy="25359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extrusionOk="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numCol="1" anchor="t">
            <a:spAutoFit/>
          </a:bodyPr>
          <a:lstStyle>
            <a:lvl1pPr algn="l" defTabSz="457200">
              <a:lnSpc>
                <a:spcPct val="120000"/>
              </a:lnSpc>
              <a:defRPr sz="1400" cap="all" spc="1120">
                <a:solidFill>
                  <a:srgbClr val="24242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 algn="ctr" defTabSz="914400" fontAlgn="base">
              <a:lnSpc>
                <a:spcPct val="130000"/>
              </a:lnSpc>
              <a:defRPr/>
            </a:pPr>
            <a:r>
              <a:rPr kumimoji="1" lang="ko-KR" altLang="en-US" kern="0" spc="-3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Pretendard" panose="02000503000000020004" pitchFamily="50" charset="-127"/>
              </a:rPr>
              <a:t>기술적</a:t>
            </a:r>
            <a:r>
              <a:rPr kumimoji="1" lang="en-US" altLang="ko-KR" kern="0" spc="-3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Pretendard" panose="02000503000000020004" pitchFamily="50" charset="-127"/>
              </a:rPr>
              <a:t>, </a:t>
            </a:r>
            <a:r>
              <a:rPr kumimoji="1" lang="ko-KR" altLang="en-US" kern="0" spc="-3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Pretendard" panose="02000503000000020004" pitchFamily="50" charset="-127"/>
              </a:rPr>
              <a:t>물리적</a:t>
            </a:r>
            <a:r>
              <a:rPr kumimoji="1" lang="en-US" altLang="ko-KR" kern="0" spc="-3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Pretendard" panose="02000503000000020004" pitchFamily="50" charset="-127"/>
              </a:rPr>
              <a:t>, </a:t>
            </a:r>
            <a:r>
              <a:rPr kumimoji="1" lang="ko-KR" altLang="en-US" kern="0" spc="-3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Pretendard" panose="02000503000000020004" pitchFamily="50" charset="-127"/>
              </a:rPr>
              <a:t>관리적 보안관리를 통한</a:t>
            </a:r>
            <a:endParaRPr kumimoji="1" lang="ko-KR" altLang="en-US" sz="1800" spc="-50" dirty="0">
              <a:ln>
                <a:solidFill>
                  <a:srgbClr val="4F81BD">
                    <a:alpha val="0"/>
                  </a:srgbClr>
                </a:solidFill>
              </a:ln>
              <a:solidFill>
                <a:srgbClr val="FB6225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84" name="Freeform 34">
            <a:extLst>
              <a:ext uri="{FF2B5EF4-FFF2-40B4-BE49-F238E27FC236}">
                <a16:creationId xmlns:a16="http://schemas.microsoft.com/office/drawing/2014/main" id="{9BD2A777-F533-4CF0-B2F2-5B53226AE0D5}"/>
              </a:ext>
            </a:extLst>
          </p:cNvPr>
          <p:cNvSpPr>
            <a:spLocks noEditPoints="1"/>
          </p:cNvSpPr>
          <p:nvPr/>
        </p:nvSpPr>
        <p:spPr bwMode="auto">
          <a:xfrm>
            <a:off x="1448800" y="2914361"/>
            <a:ext cx="180000" cy="144000"/>
          </a:xfrm>
          <a:custGeom>
            <a:avLst/>
            <a:gdLst>
              <a:gd name="T0" fmla="*/ 43 w 141"/>
              <a:gd name="T1" fmla="*/ 0 h 124"/>
              <a:gd name="T2" fmla="*/ 11 w 141"/>
              <a:gd name="T3" fmla="*/ 26 h 124"/>
              <a:gd name="T4" fmla="*/ 0 w 141"/>
              <a:gd name="T5" fmla="*/ 81 h 124"/>
              <a:gd name="T6" fmla="*/ 0 w 141"/>
              <a:gd name="T7" fmla="*/ 124 h 124"/>
              <a:gd name="T8" fmla="*/ 59 w 141"/>
              <a:gd name="T9" fmla="*/ 124 h 124"/>
              <a:gd name="T10" fmla="*/ 59 w 141"/>
              <a:gd name="T11" fmla="*/ 66 h 124"/>
              <a:gd name="T12" fmla="*/ 28 w 141"/>
              <a:gd name="T13" fmla="*/ 66 h 124"/>
              <a:gd name="T14" fmla="*/ 36 w 141"/>
              <a:gd name="T15" fmla="*/ 35 h 124"/>
              <a:gd name="T16" fmla="*/ 59 w 141"/>
              <a:gd name="T17" fmla="*/ 20 h 124"/>
              <a:gd name="T18" fmla="*/ 43 w 141"/>
              <a:gd name="T19" fmla="*/ 0 h 124"/>
              <a:gd name="T20" fmla="*/ 125 w 141"/>
              <a:gd name="T21" fmla="*/ 0 h 124"/>
              <a:gd name="T22" fmla="*/ 94 w 141"/>
              <a:gd name="T23" fmla="*/ 26 h 124"/>
              <a:gd name="T24" fmla="*/ 83 w 141"/>
              <a:gd name="T25" fmla="*/ 81 h 124"/>
              <a:gd name="T26" fmla="*/ 83 w 141"/>
              <a:gd name="T27" fmla="*/ 124 h 124"/>
              <a:gd name="T28" fmla="*/ 141 w 141"/>
              <a:gd name="T29" fmla="*/ 124 h 124"/>
              <a:gd name="T30" fmla="*/ 141 w 141"/>
              <a:gd name="T31" fmla="*/ 66 h 124"/>
              <a:gd name="T32" fmla="*/ 111 w 141"/>
              <a:gd name="T33" fmla="*/ 66 h 124"/>
              <a:gd name="T34" fmla="*/ 119 w 141"/>
              <a:gd name="T35" fmla="*/ 36 h 124"/>
              <a:gd name="T36" fmla="*/ 141 w 141"/>
              <a:gd name="T37" fmla="*/ 20 h 124"/>
              <a:gd name="T38" fmla="*/ 125 w 141"/>
              <a:gd name="T39" fmla="*/ 0 h 1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141" h="124">
                <a:moveTo>
                  <a:pt x="43" y="0"/>
                </a:moveTo>
                <a:cubicBezTo>
                  <a:pt x="33" y="3"/>
                  <a:pt x="20" y="12"/>
                  <a:pt x="11" y="26"/>
                </a:cubicBezTo>
                <a:cubicBezTo>
                  <a:pt x="2" y="40"/>
                  <a:pt x="0" y="58"/>
                  <a:pt x="0" y="81"/>
                </a:cubicBezTo>
                <a:cubicBezTo>
                  <a:pt x="0" y="124"/>
                  <a:pt x="0" y="124"/>
                  <a:pt x="0" y="124"/>
                </a:cubicBezTo>
                <a:cubicBezTo>
                  <a:pt x="59" y="124"/>
                  <a:pt x="59" y="124"/>
                  <a:pt x="59" y="124"/>
                </a:cubicBezTo>
                <a:cubicBezTo>
                  <a:pt x="59" y="66"/>
                  <a:pt x="59" y="66"/>
                  <a:pt x="59" y="66"/>
                </a:cubicBezTo>
                <a:cubicBezTo>
                  <a:pt x="28" y="66"/>
                  <a:pt x="28" y="66"/>
                  <a:pt x="28" y="66"/>
                </a:cubicBezTo>
                <a:cubicBezTo>
                  <a:pt x="28" y="58"/>
                  <a:pt x="28" y="44"/>
                  <a:pt x="36" y="35"/>
                </a:cubicBezTo>
                <a:cubicBezTo>
                  <a:pt x="43" y="28"/>
                  <a:pt x="52" y="22"/>
                  <a:pt x="59" y="20"/>
                </a:cubicBezTo>
                <a:cubicBezTo>
                  <a:pt x="43" y="0"/>
                  <a:pt x="43" y="0"/>
                  <a:pt x="43" y="0"/>
                </a:cubicBezTo>
                <a:moveTo>
                  <a:pt x="125" y="0"/>
                </a:moveTo>
                <a:cubicBezTo>
                  <a:pt x="116" y="3"/>
                  <a:pt x="103" y="12"/>
                  <a:pt x="94" y="26"/>
                </a:cubicBezTo>
                <a:cubicBezTo>
                  <a:pt x="84" y="40"/>
                  <a:pt x="83" y="58"/>
                  <a:pt x="83" y="81"/>
                </a:cubicBezTo>
                <a:cubicBezTo>
                  <a:pt x="83" y="124"/>
                  <a:pt x="83" y="124"/>
                  <a:pt x="83" y="124"/>
                </a:cubicBezTo>
                <a:cubicBezTo>
                  <a:pt x="141" y="124"/>
                  <a:pt x="141" y="124"/>
                  <a:pt x="141" y="124"/>
                </a:cubicBezTo>
                <a:cubicBezTo>
                  <a:pt x="141" y="66"/>
                  <a:pt x="141" y="66"/>
                  <a:pt x="141" y="66"/>
                </a:cubicBezTo>
                <a:cubicBezTo>
                  <a:pt x="111" y="66"/>
                  <a:pt x="111" y="66"/>
                  <a:pt x="111" y="66"/>
                </a:cubicBezTo>
                <a:cubicBezTo>
                  <a:pt x="111" y="58"/>
                  <a:pt x="111" y="45"/>
                  <a:pt x="119" y="36"/>
                </a:cubicBezTo>
                <a:cubicBezTo>
                  <a:pt x="126" y="28"/>
                  <a:pt x="134" y="22"/>
                  <a:pt x="141" y="20"/>
                </a:cubicBezTo>
                <a:cubicBezTo>
                  <a:pt x="125" y="0"/>
                  <a:pt x="125" y="0"/>
                  <a:pt x="125" y="0"/>
                </a:cubicBezTo>
              </a:path>
            </a:pathLst>
          </a:cu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txBody>
          <a:bodyPr/>
          <a:lstStyle/>
          <a:p>
            <a:pPr>
              <a:defRPr/>
            </a:pPr>
            <a:endParaRPr lang="ko-KR" altLang="en-US" dirty="0">
              <a:ln>
                <a:solidFill>
                  <a:srgbClr val="4F81BD">
                    <a:alpha val="0"/>
                  </a:srgbClr>
                </a:solidFill>
              </a:ln>
              <a:solidFill>
                <a:srgbClr val="1F497D"/>
              </a:solidFill>
              <a:latin typeface="Pretendard SemiBold" panose="02000703000000020004" pitchFamily="50" charset="-127"/>
              <a:ea typeface="Pretendard SemiBold" panose="02000703000000020004" pitchFamily="50" charset="-127"/>
            </a:endParaRPr>
          </a:p>
        </p:txBody>
      </p:sp>
      <p:sp>
        <p:nvSpPr>
          <p:cNvPr id="285" name="Freeform 34">
            <a:extLst>
              <a:ext uri="{FF2B5EF4-FFF2-40B4-BE49-F238E27FC236}">
                <a16:creationId xmlns:a16="http://schemas.microsoft.com/office/drawing/2014/main" id="{0BE9EA63-D0E1-489A-A5E1-44CEF805E3A8}"/>
              </a:ext>
            </a:extLst>
          </p:cNvPr>
          <p:cNvSpPr>
            <a:spLocks noEditPoints="1"/>
          </p:cNvSpPr>
          <p:nvPr/>
        </p:nvSpPr>
        <p:spPr bwMode="auto">
          <a:xfrm rot="10800000">
            <a:off x="5229200" y="2914361"/>
            <a:ext cx="180000" cy="144000"/>
          </a:xfrm>
          <a:custGeom>
            <a:avLst/>
            <a:gdLst>
              <a:gd name="T0" fmla="*/ 43 w 141"/>
              <a:gd name="T1" fmla="*/ 0 h 124"/>
              <a:gd name="T2" fmla="*/ 11 w 141"/>
              <a:gd name="T3" fmla="*/ 26 h 124"/>
              <a:gd name="T4" fmla="*/ 0 w 141"/>
              <a:gd name="T5" fmla="*/ 81 h 124"/>
              <a:gd name="T6" fmla="*/ 0 w 141"/>
              <a:gd name="T7" fmla="*/ 124 h 124"/>
              <a:gd name="T8" fmla="*/ 59 w 141"/>
              <a:gd name="T9" fmla="*/ 124 h 124"/>
              <a:gd name="T10" fmla="*/ 59 w 141"/>
              <a:gd name="T11" fmla="*/ 66 h 124"/>
              <a:gd name="T12" fmla="*/ 28 w 141"/>
              <a:gd name="T13" fmla="*/ 66 h 124"/>
              <a:gd name="T14" fmla="*/ 36 w 141"/>
              <a:gd name="T15" fmla="*/ 35 h 124"/>
              <a:gd name="T16" fmla="*/ 59 w 141"/>
              <a:gd name="T17" fmla="*/ 20 h 124"/>
              <a:gd name="T18" fmla="*/ 43 w 141"/>
              <a:gd name="T19" fmla="*/ 0 h 124"/>
              <a:gd name="T20" fmla="*/ 125 w 141"/>
              <a:gd name="T21" fmla="*/ 0 h 124"/>
              <a:gd name="T22" fmla="*/ 94 w 141"/>
              <a:gd name="T23" fmla="*/ 26 h 124"/>
              <a:gd name="T24" fmla="*/ 83 w 141"/>
              <a:gd name="T25" fmla="*/ 81 h 124"/>
              <a:gd name="T26" fmla="*/ 83 w 141"/>
              <a:gd name="T27" fmla="*/ 124 h 124"/>
              <a:gd name="T28" fmla="*/ 141 w 141"/>
              <a:gd name="T29" fmla="*/ 124 h 124"/>
              <a:gd name="T30" fmla="*/ 141 w 141"/>
              <a:gd name="T31" fmla="*/ 66 h 124"/>
              <a:gd name="T32" fmla="*/ 111 w 141"/>
              <a:gd name="T33" fmla="*/ 66 h 124"/>
              <a:gd name="T34" fmla="*/ 119 w 141"/>
              <a:gd name="T35" fmla="*/ 36 h 124"/>
              <a:gd name="T36" fmla="*/ 141 w 141"/>
              <a:gd name="T37" fmla="*/ 20 h 124"/>
              <a:gd name="T38" fmla="*/ 125 w 141"/>
              <a:gd name="T39" fmla="*/ 0 h 1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141" h="124">
                <a:moveTo>
                  <a:pt x="43" y="0"/>
                </a:moveTo>
                <a:cubicBezTo>
                  <a:pt x="33" y="3"/>
                  <a:pt x="20" y="12"/>
                  <a:pt x="11" y="26"/>
                </a:cubicBezTo>
                <a:cubicBezTo>
                  <a:pt x="2" y="40"/>
                  <a:pt x="0" y="58"/>
                  <a:pt x="0" y="81"/>
                </a:cubicBezTo>
                <a:cubicBezTo>
                  <a:pt x="0" y="124"/>
                  <a:pt x="0" y="124"/>
                  <a:pt x="0" y="124"/>
                </a:cubicBezTo>
                <a:cubicBezTo>
                  <a:pt x="59" y="124"/>
                  <a:pt x="59" y="124"/>
                  <a:pt x="59" y="124"/>
                </a:cubicBezTo>
                <a:cubicBezTo>
                  <a:pt x="59" y="66"/>
                  <a:pt x="59" y="66"/>
                  <a:pt x="59" y="66"/>
                </a:cubicBezTo>
                <a:cubicBezTo>
                  <a:pt x="28" y="66"/>
                  <a:pt x="28" y="66"/>
                  <a:pt x="28" y="66"/>
                </a:cubicBezTo>
                <a:cubicBezTo>
                  <a:pt x="28" y="58"/>
                  <a:pt x="28" y="44"/>
                  <a:pt x="36" y="35"/>
                </a:cubicBezTo>
                <a:cubicBezTo>
                  <a:pt x="43" y="28"/>
                  <a:pt x="52" y="22"/>
                  <a:pt x="59" y="20"/>
                </a:cubicBezTo>
                <a:cubicBezTo>
                  <a:pt x="43" y="0"/>
                  <a:pt x="43" y="0"/>
                  <a:pt x="43" y="0"/>
                </a:cubicBezTo>
                <a:moveTo>
                  <a:pt x="125" y="0"/>
                </a:moveTo>
                <a:cubicBezTo>
                  <a:pt x="116" y="3"/>
                  <a:pt x="103" y="12"/>
                  <a:pt x="94" y="26"/>
                </a:cubicBezTo>
                <a:cubicBezTo>
                  <a:pt x="84" y="40"/>
                  <a:pt x="83" y="58"/>
                  <a:pt x="83" y="81"/>
                </a:cubicBezTo>
                <a:cubicBezTo>
                  <a:pt x="83" y="124"/>
                  <a:pt x="83" y="124"/>
                  <a:pt x="83" y="124"/>
                </a:cubicBezTo>
                <a:cubicBezTo>
                  <a:pt x="141" y="124"/>
                  <a:pt x="141" y="124"/>
                  <a:pt x="141" y="124"/>
                </a:cubicBezTo>
                <a:cubicBezTo>
                  <a:pt x="141" y="66"/>
                  <a:pt x="141" y="66"/>
                  <a:pt x="141" y="66"/>
                </a:cubicBezTo>
                <a:cubicBezTo>
                  <a:pt x="111" y="66"/>
                  <a:pt x="111" y="66"/>
                  <a:pt x="111" y="66"/>
                </a:cubicBezTo>
                <a:cubicBezTo>
                  <a:pt x="111" y="58"/>
                  <a:pt x="111" y="45"/>
                  <a:pt x="119" y="36"/>
                </a:cubicBezTo>
                <a:cubicBezTo>
                  <a:pt x="126" y="28"/>
                  <a:pt x="134" y="22"/>
                  <a:pt x="141" y="20"/>
                </a:cubicBezTo>
                <a:cubicBezTo>
                  <a:pt x="125" y="0"/>
                  <a:pt x="125" y="0"/>
                  <a:pt x="125" y="0"/>
                </a:cubicBezTo>
              </a:path>
            </a:pathLst>
          </a:cu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txBody>
          <a:bodyPr/>
          <a:lstStyle/>
          <a:p>
            <a:pPr>
              <a:defRPr/>
            </a:pPr>
            <a:endParaRPr lang="ko-KR" altLang="en-US" sz="1200" dirty="0">
              <a:ln>
                <a:solidFill>
                  <a:srgbClr val="4F81BD">
                    <a:alpha val="0"/>
                  </a:srgbClr>
                </a:solidFill>
              </a:ln>
              <a:solidFill>
                <a:srgbClr val="1F497D"/>
              </a:solidFill>
              <a:latin typeface="Pretendard SemiBold" panose="02000703000000020004" pitchFamily="50" charset="-127"/>
              <a:ea typeface="Pretendard SemiBold" panose="02000703000000020004" pitchFamily="50" charset="-127"/>
            </a:endParaRPr>
          </a:p>
        </p:txBody>
      </p:sp>
      <p:grpSp>
        <p:nvGrpSpPr>
          <p:cNvPr id="286" name="그룹 285">
            <a:extLst>
              <a:ext uri="{FF2B5EF4-FFF2-40B4-BE49-F238E27FC236}">
                <a16:creationId xmlns:a16="http://schemas.microsoft.com/office/drawing/2014/main" id="{07943E6B-BBD2-481D-81CC-1D1536950E64}"/>
              </a:ext>
            </a:extLst>
          </p:cNvPr>
          <p:cNvGrpSpPr/>
          <p:nvPr/>
        </p:nvGrpSpPr>
        <p:grpSpPr>
          <a:xfrm>
            <a:off x="1465364" y="3260848"/>
            <a:ext cx="3927273" cy="324000"/>
            <a:chOff x="4823139" y="2614292"/>
            <a:chExt cx="5310728" cy="492714"/>
          </a:xfrm>
        </p:grpSpPr>
        <p:sp>
          <p:nvSpPr>
            <p:cNvPr id="287" name="사각형: 둥근 모서리 286">
              <a:extLst>
                <a:ext uri="{FF2B5EF4-FFF2-40B4-BE49-F238E27FC236}">
                  <a16:creationId xmlns:a16="http://schemas.microsoft.com/office/drawing/2014/main" id="{6C5B92F7-8142-41C4-A1F1-FB522FE1C01E}"/>
                </a:ext>
              </a:extLst>
            </p:cNvPr>
            <p:cNvSpPr/>
            <p:nvPr/>
          </p:nvSpPr>
          <p:spPr>
            <a:xfrm>
              <a:off x="4823139" y="2623967"/>
              <a:ext cx="5310728" cy="483039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5">
                    <a:alpha val="50000"/>
                  </a:schemeClr>
                </a:gs>
                <a:gs pos="100000">
                  <a:srgbClr val="56AFDF">
                    <a:alpha val="5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endParaRPr>
            </a:p>
          </p:txBody>
        </p:sp>
        <p:sp>
          <p:nvSpPr>
            <p:cNvPr id="288" name="사각형: 둥근 모서리 287">
              <a:extLst>
                <a:ext uri="{FF2B5EF4-FFF2-40B4-BE49-F238E27FC236}">
                  <a16:creationId xmlns:a16="http://schemas.microsoft.com/office/drawing/2014/main" id="{828ABDFA-BA48-4500-B4FE-6EF8E26185B8}"/>
                </a:ext>
              </a:extLst>
            </p:cNvPr>
            <p:cNvSpPr/>
            <p:nvPr/>
          </p:nvSpPr>
          <p:spPr>
            <a:xfrm>
              <a:off x="4988445" y="2614292"/>
              <a:ext cx="5000801" cy="483039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5">
                    <a:alpha val="50000"/>
                  </a:schemeClr>
                </a:gs>
                <a:gs pos="100000">
                  <a:srgbClr val="56AFDF">
                    <a:alpha val="5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endParaRPr>
            </a:p>
          </p:txBody>
        </p:sp>
        <p:sp>
          <p:nvSpPr>
            <p:cNvPr id="289" name="사각형: 둥근 모서리 288">
              <a:extLst>
                <a:ext uri="{FF2B5EF4-FFF2-40B4-BE49-F238E27FC236}">
                  <a16:creationId xmlns:a16="http://schemas.microsoft.com/office/drawing/2014/main" id="{DC8B8C85-6770-4286-8927-0382A4EEFAF3}"/>
                </a:ext>
              </a:extLst>
            </p:cNvPr>
            <p:cNvSpPr/>
            <p:nvPr/>
          </p:nvSpPr>
          <p:spPr>
            <a:xfrm>
              <a:off x="5156080" y="2617536"/>
              <a:ext cx="4650232" cy="483039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5"/>
                </a:gs>
                <a:gs pos="100000">
                  <a:srgbClr val="56AFDF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54000" bIns="36000" rtlCol="0" anchor="ctr"/>
            <a:lstStyle/>
            <a:p>
              <a:pPr indent="-180948" algn="ctr" defTabSz="914400" fontAlgn="base">
                <a:spcAft>
                  <a:spcPts val="240"/>
                </a:spcAft>
              </a:pPr>
              <a:r>
                <a:rPr kumimoji="1" lang="ko-KR" altLang="en-US" sz="1400" kern="0" dirty="0">
                  <a:solidFill>
                    <a:sysClr val="window" lastClr="FFFFFF"/>
                  </a:solidFill>
                  <a:latin typeface="+mj-ea"/>
                </a:rPr>
                <a:t>정보 시스템에 대한 안전 보장</a:t>
              </a: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D7F5FDC5-30C2-4E95-8BF1-FAE099E11FC2}"/>
              </a:ext>
            </a:extLst>
          </p:cNvPr>
          <p:cNvGrpSpPr/>
          <p:nvPr/>
        </p:nvGrpSpPr>
        <p:grpSpPr>
          <a:xfrm>
            <a:off x="427677" y="3761608"/>
            <a:ext cx="5989655" cy="2847132"/>
            <a:chOff x="427677" y="3761608"/>
            <a:chExt cx="5989655" cy="2847132"/>
          </a:xfrm>
        </p:grpSpPr>
        <p:grpSp>
          <p:nvGrpSpPr>
            <p:cNvPr id="290" name="그룹 289">
              <a:extLst>
                <a:ext uri="{FF2B5EF4-FFF2-40B4-BE49-F238E27FC236}">
                  <a16:creationId xmlns:a16="http://schemas.microsoft.com/office/drawing/2014/main" id="{499F8015-5FC2-4194-9F32-C574CCFA9190}"/>
                </a:ext>
              </a:extLst>
            </p:cNvPr>
            <p:cNvGrpSpPr/>
            <p:nvPr/>
          </p:nvGrpSpPr>
          <p:grpSpPr>
            <a:xfrm>
              <a:off x="2142949" y="3800873"/>
              <a:ext cx="2572103" cy="2532851"/>
              <a:chOff x="1973037" y="5420226"/>
              <a:chExt cx="2727318" cy="2685697"/>
            </a:xfrm>
          </p:grpSpPr>
          <p:sp>
            <p:nvSpPr>
              <p:cNvPr id="291" name="Freeform 140">
                <a:extLst>
                  <a:ext uri="{FF2B5EF4-FFF2-40B4-BE49-F238E27FC236}">
                    <a16:creationId xmlns:a16="http://schemas.microsoft.com/office/drawing/2014/main" id="{5E96A3F6-9744-4745-AF8C-29381706E4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84150" y="6933337"/>
                <a:ext cx="1062035" cy="1150094"/>
              </a:xfrm>
              <a:custGeom>
                <a:avLst/>
                <a:gdLst>
                  <a:gd name="T0" fmla="*/ 2147483647 w 820"/>
                  <a:gd name="T1" fmla="*/ 0 h 879"/>
                  <a:gd name="T2" fmla="*/ 0 w 820"/>
                  <a:gd name="T3" fmla="*/ 2147483647 h 879"/>
                  <a:gd name="T4" fmla="*/ 2147483647 w 820"/>
                  <a:gd name="T5" fmla="*/ 2147483647 h 879"/>
                  <a:gd name="T6" fmla="*/ 2147483647 w 820"/>
                  <a:gd name="T7" fmla="*/ 2147483647 h 879"/>
                  <a:gd name="T8" fmla="*/ 2147483647 w 820"/>
                  <a:gd name="T9" fmla="*/ 0 h 87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20"/>
                  <a:gd name="T16" fmla="*/ 0 h 879"/>
                  <a:gd name="T17" fmla="*/ 820 w 820"/>
                  <a:gd name="T18" fmla="*/ 879 h 87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20" h="879">
                    <a:moveTo>
                      <a:pt x="574" y="0"/>
                    </a:moveTo>
                    <a:lnTo>
                      <a:pt x="0" y="179"/>
                    </a:lnTo>
                    <a:lnTo>
                      <a:pt x="557" y="879"/>
                    </a:lnTo>
                    <a:lnTo>
                      <a:pt x="820" y="307"/>
                    </a:lnTo>
                    <a:lnTo>
                      <a:pt x="574" y="0"/>
                    </a:lnTo>
                    <a:close/>
                  </a:path>
                </a:pathLst>
              </a:custGeom>
              <a:solidFill>
                <a:srgbClr val="DEEBF7"/>
              </a:solidFill>
              <a:ln w="6350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just" defTabSz="914400" fontAlgn="base">
                  <a:lnSpc>
                    <a:spcPct val="120000"/>
                  </a:lnSpc>
                  <a:spcBef>
                    <a:spcPct val="40000"/>
                  </a:spcBef>
                  <a:spcAft>
                    <a:spcPct val="0"/>
                  </a:spcAft>
                </a:pPr>
                <a:endParaRPr kumimoji="1" lang="ko-KR" altLang="en-US" sz="1100" kern="0" dirty="0">
                  <a:solidFill>
                    <a:prstClr val="black"/>
                  </a:solidFill>
                  <a:latin typeface="Pretendard" panose="02000503000000020004" pitchFamily="50" charset="-127"/>
                  <a:ea typeface="Pretendard" panose="02000503000000020004" pitchFamily="50" charset="-127"/>
                </a:endParaRPr>
              </a:p>
            </p:txBody>
          </p:sp>
          <p:sp>
            <p:nvSpPr>
              <p:cNvPr id="292" name="Freeform 141">
                <a:extLst>
                  <a:ext uri="{FF2B5EF4-FFF2-40B4-BE49-F238E27FC236}">
                    <a16:creationId xmlns:a16="http://schemas.microsoft.com/office/drawing/2014/main" id="{E9275854-B1BB-4BC1-846E-82948DEF58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57334" y="5420226"/>
                <a:ext cx="1065210" cy="963766"/>
              </a:xfrm>
              <a:custGeom>
                <a:avLst/>
                <a:gdLst>
                  <a:gd name="T0" fmla="*/ 2147483647 w 822"/>
                  <a:gd name="T1" fmla="*/ 2147483647 h 735"/>
                  <a:gd name="T2" fmla="*/ 2147483647 w 822"/>
                  <a:gd name="T3" fmla="*/ 2147483647 h 735"/>
                  <a:gd name="T4" fmla="*/ 0 w 822"/>
                  <a:gd name="T5" fmla="*/ 0 h 735"/>
                  <a:gd name="T6" fmla="*/ 0 w 822"/>
                  <a:gd name="T7" fmla="*/ 2147483647 h 735"/>
                  <a:gd name="T8" fmla="*/ 2147483647 w 822"/>
                  <a:gd name="T9" fmla="*/ 2147483647 h 73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22"/>
                  <a:gd name="T16" fmla="*/ 0 h 735"/>
                  <a:gd name="T17" fmla="*/ 822 w 822"/>
                  <a:gd name="T18" fmla="*/ 735 h 73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22" h="735">
                    <a:moveTo>
                      <a:pt x="335" y="735"/>
                    </a:moveTo>
                    <a:lnTo>
                      <a:pt x="822" y="396"/>
                    </a:lnTo>
                    <a:lnTo>
                      <a:pt x="0" y="0"/>
                    </a:lnTo>
                    <a:lnTo>
                      <a:pt x="0" y="573"/>
                    </a:lnTo>
                    <a:lnTo>
                      <a:pt x="335" y="735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 w="6350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just" defTabSz="914400" fontAlgn="base">
                  <a:lnSpc>
                    <a:spcPct val="120000"/>
                  </a:lnSpc>
                  <a:spcBef>
                    <a:spcPct val="40000"/>
                  </a:spcBef>
                  <a:spcAft>
                    <a:spcPct val="0"/>
                  </a:spcAft>
                </a:pPr>
                <a:endParaRPr kumimoji="1" lang="ko-KR" altLang="en-US" sz="1100" kern="0" dirty="0">
                  <a:solidFill>
                    <a:prstClr val="black"/>
                  </a:solidFill>
                  <a:latin typeface="Pretendard" panose="02000503000000020004" pitchFamily="50" charset="-127"/>
                  <a:ea typeface="Pretendard" panose="02000503000000020004" pitchFamily="50" charset="-127"/>
                </a:endParaRPr>
              </a:p>
            </p:txBody>
          </p:sp>
          <p:sp>
            <p:nvSpPr>
              <p:cNvPr id="293" name="Freeform 142">
                <a:extLst>
                  <a:ext uri="{FF2B5EF4-FFF2-40B4-BE49-F238E27FC236}">
                    <a16:creationId xmlns:a16="http://schemas.microsoft.com/office/drawing/2014/main" id="{A28B6ACE-8247-4092-BB96-58AB500548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57200" y="5425046"/>
                <a:ext cx="1047748" cy="952521"/>
              </a:xfrm>
              <a:custGeom>
                <a:avLst/>
                <a:gdLst>
                  <a:gd name="T0" fmla="*/ 2147483647 w 809"/>
                  <a:gd name="T1" fmla="*/ 2147483647 h 727"/>
                  <a:gd name="T2" fmla="*/ 2147483647 w 809"/>
                  <a:gd name="T3" fmla="*/ 0 h 727"/>
                  <a:gd name="T4" fmla="*/ 0 w 809"/>
                  <a:gd name="T5" fmla="*/ 2147483647 h 727"/>
                  <a:gd name="T6" fmla="*/ 2147483647 w 809"/>
                  <a:gd name="T7" fmla="*/ 2147483647 h 727"/>
                  <a:gd name="T8" fmla="*/ 2147483647 w 809"/>
                  <a:gd name="T9" fmla="*/ 2147483647 h 7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09"/>
                  <a:gd name="T16" fmla="*/ 0 h 727"/>
                  <a:gd name="T17" fmla="*/ 809 w 809"/>
                  <a:gd name="T18" fmla="*/ 727 h 7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09" h="727">
                    <a:moveTo>
                      <a:pt x="809" y="572"/>
                    </a:moveTo>
                    <a:lnTo>
                      <a:pt x="809" y="0"/>
                    </a:lnTo>
                    <a:lnTo>
                      <a:pt x="0" y="389"/>
                    </a:lnTo>
                    <a:lnTo>
                      <a:pt x="487" y="727"/>
                    </a:lnTo>
                    <a:lnTo>
                      <a:pt x="809" y="572"/>
                    </a:lnTo>
                    <a:close/>
                  </a:path>
                </a:pathLst>
              </a:custGeom>
              <a:solidFill>
                <a:srgbClr val="E0ECEA"/>
              </a:solidFill>
              <a:ln w="6350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marL="0" marR="0" lvl="0" indent="0" algn="just" defTabSz="914400" eaLnBrk="1" fontAlgn="base" latinLnBrk="0" hangingPunct="1">
                  <a:lnSpc>
                    <a:spcPct val="120000"/>
                  </a:lnSpc>
                  <a:spcBef>
                    <a:spcPct val="4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</a:endParaRPr>
              </a:p>
            </p:txBody>
          </p:sp>
          <p:sp>
            <p:nvSpPr>
              <p:cNvPr id="294" name="Freeform 143">
                <a:extLst>
                  <a:ext uri="{FF2B5EF4-FFF2-40B4-BE49-F238E27FC236}">
                    <a16:creationId xmlns:a16="http://schemas.microsoft.com/office/drawing/2014/main" id="{97806522-529E-45D0-A9D4-FF184BD4BF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73037" y="5977605"/>
                <a:ext cx="869948" cy="1137244"/>
              </a:xfrm>
              <a:custGeom>
                <a:avLst/>
                <a:gdLst>
                  <a:gd name="T0" fmla="*/ 2147483647 w 672"/>
                  <a:gd name="T1" fmla="*/ 2147483647 h 868"/>
                  <a:gd name="T2" fmla="*/ 2147483647 w 672"/>
                  <a:gd name="T3" fmla="*/ 0 h 868"/>
                  <a:gd name="T4" fmla="*/ 0 w 672"/>
                  <a:gd name="T5" fmla="*/ 2147483647 h 868"/>
                  <a:gd name="T6" fmla="*/ 2147483647 w 672"/>
                  <a:gd name="T7" fmla="*/ 2147483647 h 868"/>
                  <a:gd name="T8" fmla="*/ 2147483647 w 672"/>
                  <a:gd name="T9" fmla="*/ 2147483647 h 8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72"/>
                  <a:gd name="T16" fmla="*/ 0 h 868"/>
                  <a:gd name="T17" fmla="*/ 672 w 672"/>
                  <a:gd name="T18" fmla="*/ 868 h 8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72" h="868">
                    <a:moveTo>
                      <a:pt x="672" y="330"/>
                    </a:moveTo>
                    <a:lnTo>
                      <a:pt x="197" y="0"/>
                    </a:lnTo>
                    <a:lnTo>
                      <a:pt x="0" y="868"/>
                    </a:lnTo>
                    <a:lnTo>
                      <a:pt x="591" y="684"/>
                    </a:lnTo>
                    <a:lnTo>
                      <a:pt x="672" y="330"/>
                    </a:lnTo>
                    <a:close/>
                  </a:path>
                </a:pathLst>
              </a:custGeom>
              <a:solidFill>
                <a:srgbClr val="E0ECEA"/>
              </a:solidFill>
              <a:ln w="6350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just" defTabSz="914400" fontAlgn="base">
                  <a:lnSpc>
                    <a:spcPct val="120000"/>
                  </a:lnSpc>
                  <a:spcBef>
                    <a:spcPct val="40000"/>
                  </a:spcBef>
                  <a:spcAft>
                    <a:spcPct val="0"/>
                  </a:spcAft>
                </a:pPr>
                <a:endParaRPr kumimoji="1" lang="ko-KR" altLang="en-US" sz="1100" kern="0" dirty="0">
                  <a:solidFill>
                    <a:prstClr val="black"/>
                  </a:solidFill>
                  <a:latin typeface="Pretendard" panose="02000503000000020004" pitchFamily="50" charset="-127"/>
                  <a:ea typeface="Pretendard" panose="02000503000000020004" pitchFamily="50" charset="-127"/>
                </a:endParaRPr>
              </a:p>
            </p:txBody>
          </p:sp>
          <p:sp>
            <p:nvSpPr>
              <p:cNvPr id="295" name="Freeform 144">
                <a:extLst>
                  <a:ext uri="{FF2B5EF4-FFF2-40B4-BE49-F238E27FC236}">
                    <a16:creationId xmlns:a16="http://schemas.microsoft.com/office/drawing/2014/main" id="{AB6F6510-A3E8-4A42-9774-280E17D1C8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28821" y="5992292"/>
                <a:ext cx="871534" cy="1138849"/>
              </a:xfrm>
              <a:custGeom>
                <a:avLst/>
                <a:gdLst>
                  <a:gd name="T0" fmla="*/ 2147483647 w 672"/>
                  <a:gd name="T1" fmla="*/ 2147483647 h 869"/>
                  <a:gd name="T2" fmla="*/ 2147483647 w 672"/>
                  <a:gd name="T3" fmla="*/ 2147483647 h 869"/>
                  <a:gd name="T4" fmla="*/ 2147483647 w 672"/>
                  <a:gd name="T5" fmla="*/ 0 h 869"/>
                  <a:gd name="T6" fmla="*/ 0 w 672"/>
                  <a:gd name="T7" fmla="*/ 2147483647 h 869"/>
                  <a:gd name="T8" fmla="*/ 2147483647 w 672"/>
                  <a:gd name="T9" fmla="*/ 2147483647 h 86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72"/>
                  <a:gd name="T16" fmla="*/ 0 h 869"/>
                  <a:gd name="T17" fmla="*/ 672 w 672"/>
                  <a:gd name="T18" fmla="*/ 869 h 86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72" h="869">
                    <a:moveTo>
                      <a:pt x="81" y="685"/>
                    </a:moveTo>
                    <a:lnTo>
                      <a:pt x="672" y="869"/>
                    </a:lnTo>
                    <a:lnTo>
                      <a:pt x="475" y="0"/>
                    </a:lnTo>
                    <a:lnTo>
                      <a:pt x="0" y="330"/>
                    </a:lnTo>
                    <a:lnTo>
                      <a:pt x="81" y="685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 w="6350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just" defTabSz="914400" fontAlgn="base">
                  <a:lnSpc>
                    <a:spcPct val="120000"/>
                  </a:lnSpc>
                  <a:spcBef>
                    <a:spcPct val="40000"/>
                  </a:spcBef>
                  <a:spcAft>
                    <a:spcPct val="0"/>
                  </a:spcAft>
                </a:pPr>
                <a:endParaRPr kumimoji="1" lang="ko-KR" altLang="en-US" sz="1100" kern="0" dirty="0">
                  <a:solidFill>
                    <a:prstClr val="black"/>
                  </a:solidFill>
                  <a:latin typeface="Pretendard" panose="02000503000000020004" pitchFamily="50" charset="-127"/>
                  <a:ea typeface="Pretendard" panose="02000503000000020004" pitchFamily="50" charset="-127"/>
                </a:endParaRPr>
              </a:p>
            </p:txBody>
          </p:sp>
          <p:sp>
            <p:nvSpPr>
              <p:cNvPr id="296" name="Freeform 145">
                <a:extLst>
                  <a:ext uri="{FF2B5EF4-FFF2-40B4-BE49-F238E27FC236}">
                    <a16:creationId xmlns:a16="http://schemas.microsoft.com/office/drawing/2014/main" id="{8671FB1A-6304-4076-A9E8-EAD97EF308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54086" y="7357397"/>
                <a:ext cx="1150935" cy="748526"/>
              </a:xfrm>
              <a:custGeom>
                <a:avLst/>
                <a:gdLst>
                  <a:gd name="T0" fmla="*/ 2147483647 w 888"/>
                  <a:gd name="T1" fmla="*/ 0 h 572"/>
                  <a:gd name="T2" fmla="*/ 0 w 888"/>
                  <a:gd name="T3" fmla="*/ 2147483647 h 572"/>
                  <a:gd name="T4" fmla="*/ 2147483647 w 888"/>
                  <a:gd name="T5" fmla="*/ 2147483647 h 572"/>
                  <a:gd name="T6" fmla="*/ 2147483647 w 888"/>
                  <a:gd name="T7" fmla="*/ 0 h 572"/>
                  <a:gd name="T8" fmla="*/ 2147483647 w 888"/>
                  <a:gd name="T9" fmla="*/ 0 h 57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88"/>
                  <a:gd name="T16" fmla="*/ 0 h 572"/>
                  <a:gd name="T17" fmla="*/ 888 w 888"/>
                  <a:gd name="T18" fmla="*/ 572 h 57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88" h="572">
                    <a:moveTo>
                      <a:pt x="261" y="0"/>
                    </a:moveTo>
                    <a:lnTo>
                      <a:pt x="0" y="572"/>
                    </a:lnTo>
                    <a:lnTo>
                      <a:pt x="888" y="572"/>
                    </a:lnTo>
                    <a:lnTo>
                      <a:pt x="627" y="0"/>
                    </a:lnTo>
                    <a:lnTo>
                      <a:pt x="261" y="0"/>
                    </a:lnTo>
                    <a:close/>
                  </a:path>
                </a:pathLst>
              </a:custGeom>
              <a:solidFill>
                <a:srgbClr val="DEEBF7"/>
              </a:solidFill>
              <a:ln w="6350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just" defTabSz="914400" fontAlgn="base">
                  <a:lnSpc>
                    <a:spcPct val="120000"/>
                  </a:lnSpc>
                  <a:spcBef>
                    <a:spcPct val="40000"/>
                  </a:spcBef>
                  <a:spcAft>
                    <a:spcPct val="0"/>
                  </a:spcAft>
                </a:pPr>
                <a:endParaRPr kumimoji="1" lang="ko-KR" altLang="en-US" sz="1100" kern="0" dirty="0">
                  <a:solidFill>
                    <a:prstClr val="black"/>
                  </a:solidFill>
                  <a:latin typeface="Pretendard" panose="02000503000000020004" pitchFamily="50" charset="-127"/>
                  <a:ea typeface="Pretendard" panose="02000503000000020004" pitchFamily="50" charset="-127"/>
                </a:endParaRPr>
              </a:p>
            </p:txBody>
          </p:sp>
          <p:sp>
            <p:nvSpPr>
              <p:cNvPr id="297" name="Freeform 146">
                <a:extLst>
                  <a:ext uri="{FF2B5EF4-FFF2-40B4-BE49-F238E27FC236}">
                    <a16:creationId xmlns:a16="http://schemas.microsoft.com/office/drawing/2014/main" id="{4A4CF6AF-F7D6-4D34-B25E-648CE53FDC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16096" y="6941370"/>
                <a:ext cx="1063622" cy="1151700"/>
              </a:xfrm>
              <a:custGeom>
                <a:avLst/>
                <a:gdLst>
                  <a:gd name="T0" fmla="*/ 2147483647 w 820"/>
                  <a:gd name="T1" fmla="*/ 0 h 879"/>
                  <a:gd name="T2" fmla="*/ 0 w 820"/>
                  <a:gd name="T3" fmla="*/ 2147483647 h 879"/>
                  <a:gd name="T4" fmla="*/ 2147483647 w 820"/>
                  <a:gd name="T5" fmla="*/ 2147483647 h 879"/>
                  <a:gd name="T6" fmla="*/ 2147483647 w 820"/>
                  <a:gd name="T7" fmla="*/ 2147483647 h 879"/>
                  <a:gd name="T8" fmla="*/ 2147483647 w 820"/>
                  <a:gd name="T9" fmla="*/ 0 h 87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20"/>
                  <a:gd name="T16" fmla="*/ 0 h 879"/>
                  <a:gd name="T17" fmla="*/ 820 w 820"/>
                  <a:gd name="T18" fmla="*/ 879 h 87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20" h="879">
                    <a:moveTo>
                      <a:pt x="246" y="0"/>
                    </a:moveTo>
                    <a:lnTo>
                      <a:pt x="0" y="307"/>
                    </a:lnTo>
                    <a:lnTo>
                      <a:pt x="261" y="879"/>
                    </a:lnTo>
                    <a:lnTo>
                      <a:pt x="820" y="179"/>
                    </a:lnTo>
                    <a:lnTo>
                      <a:pt x="246" y="0"/>
                    </a:lnTo>
                    <a:close/>
                  </a:path>
                </a:pathLst>
              </a:custGeom>
              <a:solidFill>
                <a:srgbClr val="DEEBF7"/>
              </a:solidFill>
              <a:ln w="6350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just" defTabSz="914400" fontAlgn="base">
                  <a:lnSpc>
                    <a:spcPct val="120000"/>
                  </a:lnSpc>
                  <a:spcBef>
                    <a:spcPct val="40000"/>
                  </a:spcBef>
                  <a:spcAft>
                    <a:spcPct val="0"/>
                  </a:spcAft>
                </a:pPr>
                <a:endParaRPr kumimoji="1" lang="ko-KR" altLang="en-US" sz="1100" kern="0" dirty="0">
                  <a:solidFill>
                    <a:prstClr val="black"/>
                  </a:solidFill>
                  <a:latin typeface="Pretendard" panose="02000503000000020004" pitchFamily="50" charset="-127"/>
                  <a:ea typeface="Pretendard" panose="02000503000000020004" pitchFamily="50" charset="-127"/>
                </a:endParaRPr>
              </a:p>
            </p:txBody>
          </p:sp>
          <p:sp>
            <p:nvSpPr>
              <p:cNvPr id="298" name="Rectangle 150">
                <a:extLst>
                  <a:ext uri="{FF2B5EF4-FFF2-40B4-BE49-F238E27FC236}">
                    <a16:creationId xmlns:a16="http://schemas.microsoft.com/office/drawing/2014/main" id="{AD256612-73BD-4512-A4B0-40C2E24DBB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96807" y="5966087"/>
                <a:ext cx="654400" cy="1794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algn="ctr" defTabSz="914400" fontAlgn="base">
                  <a:spcAft>
                    <a:spcPct val="0"/>
                  </a:spcAft>
                </a:pPr>
                <a:r>
                  <a:rPr kumimoji="1" lang="ko-KR" altLang="en-US" sz="1100" kern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  <a:ea typeface="+mj-ea"/>
                  </a:rPr>
                  <a:t>소프트웨어</a:t>
                </a:r>
              </a:p>
            </p:txBody>
          </p:sp>
          <p:sp>
            <p:nvSpPr>
              <p:cNvPr id="299" name="Rectangle 154">
                <a:extLst>
                  <a:ext uri="{FF2B5EF4-FFF2-40B4-BE49-F238E27FC236}">
                    <a16:creationId xmlns:a16="http://schemas.microsoft.com/office/drawing/2014/main" id="{32BEC9EE-8F39-4D2C-8A73-8EBEFEA493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28010" y="6575585"/>
                <a:ext cx="567713" cy="1794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algn="ctr" defTabSz="914400" fontAlgn="base">
                  <a:spcAft>
                    <a:spcPct val="0"/>
                  </a:spcAft>
                </a:pPr>
                <a:r>
                  <a:rPr kumimoji="1" lang="ko-KR" altLang="en-US" sz="1100" ker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  <a:ea typeface="+mj-ea"/>
                  </a:rPr>
                  <a:t>네트 워크</a:t>
                </a:r>
              </a:p>
            </p:txBody>
          </p:sp>
          <p:sp>
            <p:nvSpPr>
              <p:cNvPr id="300" name="Rectangle 155">
                <a:extLst>
                  <a:ext uri="{FF2B5EF4-FFF2-40B4-BE49-F238E27FC236}">
                    <a16:creationId xmlns:a16="http://schemas.microsoft.com/office/drawing/2014/main" id="{7B090D94-7B16-482E-8C04-0177FE330D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21306" y="7302273"/>
                <a:ext cx="742786" cy="1794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algn="ctr" defTabSz="914400" fontAlgn="base">
                  <a:spcAft>
                    <a:spcPct val="0"/>
                  </a:spcAft>
                </a:pPr>
                <a:r>
                  <a:rPr kumimoji="1" lang="ko-KR" altLang="en-US" sz="1100" kern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  <a:ea typeface="+mj-ea"/>
                  </a:rPr>
                  <a:t>정책 및 절차</a:t>
                </a:r>
              </a:p>
            </p:txBody>
          </p:sp>
          <p:sp>
            <p:nvSpPr>
              <p:cNvPr id="301" name="Rectangle 156">
                <a:extLst>
                  <a:ext uri="{FF2B5EF4-FFF2-40B4-BE49-F238E27FC236}">
                    <a16:creationId xmlns:a16="http://schemas.microsoft.com/office/drawing/2014/main" id="{A66E1665-2EEE-4224-A759-9BE4220D65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24798" y="7599578"/>
                <a:ext cx="436833" cy="35898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algn="ctr" defTabSz="914400" fontAlgn="base">
                  <a:spcAft>
                    <a:spcPct val="0"/>
                  </a:spcAft>
                </a:pPr>
                <a:r>
                  <a:rPr kumimoji="1" lang="ko-KR" altLang="en-US" sz="1100" kern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  <a:ea typeface="+mj-ea"/>
                  </a:rPr>
                  <a:t>인원 및</a:t>
                </a:r>
                <a:br>
                  <a:rPr kumimoji="1" lang="en-US" altLang="ko-KR" sz="1100" kern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  <a:ea typeface="+mj-ea"/>
                  </a:rPr>
                </a:br>
                <a:r>
                  <a:rPr kumimoji="1" lang="ko-KR" altLang="en-US" sz="1100" kern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  <a:ea typeface="+mj-ea"/>
                  </a:rPr>
                  <a:t>조직</a:t>
                </a:r>
              </a:p>
            </p:txBody>
          </p:sp>
          <p:sp>
            <p:nvSpPr>
              <p:cNvPr id="302" name="Rectangle 157">
                <a:extLst>
                  <a:ext uri="{FF2B5EF4-FFF2-40B4-BE49-F238E27FC236}">
                    <a16:creationId xmlns:a16="http://schemas.microsoft.com/office/drawing/2014/main" id="{CD3F7B0B-5515-4F14-A883-B553FB62A9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67019" y="7290882"/>
                <a:ext cx="261760" cy="1794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algn="ctr" defTabSz="914400" fontAlgn="base">
                  <a:spcAft>
                    <a:spcPct val="0"/>
                  </a:spcAft>
                </a:pPr>
                <a:r>
                  <a:rPr kumimoji="1" lang="ko-KR" altLang="en-US" sz="1100" kern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  <a:ea typeface="+mj-ea"/>
                  </a:rPr>
                  <a:t>문서</a:t>
                </a:r>
              </a:p>
            </p:txBody>
          </p:sp>
          <p:sp>
            <p:nvSpPr>
              <p:cNvPr id="303" name="Rectangle 158">
                <a:extLst>
                  <a:ext uri="{FF2B5EF4-FFF2-40B4-BE49-F238E27FC236}">
                    <a16:creationId xmlns:a16="http://schemas.microsoft.com/office/drawing/2014/main" id="{9E7B2A1F-5B72-4311-BC7D-74AA3B0EA9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09103" y="6575585"/>
                <a:ext cx="261760" cy="1794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algn="ctr" defTabSz="914400" fontAlgn="base">
                  <a:spcAft>
                    <a:spcPct val="0"/>
                  </a:spcAft>
                </a:pPr>
                <a:r>
                  <a:rPr kumimoji="1" lang="ko-KR" altLang="en-US" sz="1100" kern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  <a:ea typeface="+mj-ea"/>
                  </a:rPr>
                  <a:t>설비</a:t>
                </a:r>
              </a:p>
            </p:txBody>
          </p:sp>
          <p:sp>
            <p:nvSpPr>
              <p:cNvPr id="304" name="Rectangle 159">
                <a:extLst>
                  <a:ext uri="{FF2B5EF4-FFF2-40B4-BE49-F238E27FC236}">
                    <a16:creationId xmlns:a16="http://schemas.microsoft.com/office/drawing/2014/main" id="{4FFD5922-4285-4FC4-A204-ABB221FC20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2516" y="5966090"/>
                <a:ext cx="567713" cy="1794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algn="ctr" defTabSz="914400" fontAlgn="base">
                  <a:spcAft>
                    <a:spcPct val="0"/>
                  </a:spcAft>
                </a:pPr>
                <a:r>
                  <a:rPr kumimoji="1" lang="ko-KR" altLang="en-US" sz="1100" kern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  <a:ea typeface="+mj-ea"/>
                  </a:rPr>
                  <a:t>파일 서버</a:t>
                </a:r>
              </a:p>
            </p:txBody>
          </p:sp>
        </p:grpSp>
        <p:sp>
          <p:nvSpPr>
            <p:cNvPr id="95" name="Rectangle 165"/>
            <p:cNvSpPr>
              <a:spLocks noChangeArrowheads="1"/>
            </p:cNvSpPr>
            <p:nvPr/>
          </p:nvSpPr>
          <p:spPr bwMode="auto">
            <a:xfrm>
              <a:off x="440668" y="3845412"/>
              <a:ext cx="1440000" cy="4955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prstShdw prst="shdw18" dist="17961" dir="13500000">
                <a:sysClr val="window" lastClr="FFFFFF">
                  <a:gamma/>
                  <a:shade val="60000"/>
                  <a:invGamma/>
                </a:sysClr>
              </a:prstShdw>
            </a:effectLst>
          </p:spPr>
          <p:txBody>
            <a:bodyPr wrap="square" lIns="0" tIns="0" rIns="0" bIns="0">
              <a:spAutoFit/>
            </a:bodyPr>
            <a:lstStyle/>
            <a:p>
              <a:pPr marL="72000" marR="0" lvl="2" indent="-72000" defTabSz="914400" fontAlgn="base">
                <a:lnSpc>
                  <a:spcPct val="110000"/>
                </a:lnSpc>
                <a:spcBef>
                  <a:spcPct val="0"/>
                </a:spcBef>
                <a:spcAft>
                  <a:spcPts val="300"/>
                </a:spcAft>
                <a:buClr>
                  <a:prstClr val="black">
                    <a:lumMod val="75000"/>
                    <a:lumOff val="25000"/>
                  </a:prstClr>
                </a:buClr>
                <a:buSzPct val="90000"/>
                <a:buFont typeface="Arial" pitchFamily="34" charset="0"/>
                <a:buChar char="•"/>
                <a:tabLst/>
                <a:defRPr/>
              </a:pPr>
              <a:r>
                <a:rPr kumimoji="1" lang="ko-KR" altLang="en-US" sz="900" dirty="0">
                  <a:solidFill>
                    <a:prstClr val="black">
                      <a:lumMod val="75000"/>
                      <a:lumOff val="25000"/>
                    </a:prstClr>
                  </a:solidFill>
                </a:rPr>
                <a:t>시스템 </a:t>
              </a:r>
              <a:r>
                <a:rPr kumimoji="1" lang="en-US" altLang="ko-KR" sz="900" dirty="0">
                  <a:solidFill>
                    <a:prstClr val="black">
                      <a:lumMod val="75000"/>
                      <a:lumOff val="25000"/>
                    </a:prstClr>
                  </a:solidFill>
                </a:rPr>
                <a:t>S/W, </a:t>
              </a:r>
              <a:r>
                <a:rPr kumimoji="1" lang="ko-KR" altLang="en-US" sz="900" dirty="0">
                  <a:solidFill>
                    <a:prstClr val="black">
                      <a:lumMod val="75000"/>
                      <a:lumOff val="25000"/>
                    </a:prstClr>
                  </a:solidFill>
                </a:rPr>
                <a:t>통신</a:t>
              </a:r>
              <a:r>
                <a:rPr kumimoji="1" lang="en-US" altLang="ko-KR" sz="900" dirty="0">
                  <a:solidFill>
                    <a:prstClr val="black">
                      <a:lumMod val="75000"/>
                      <a:lumOff val="25000"/>
                    </a:prstClr>
                  </a:solidFill>
                </a:rPr>
                <a:t>S/W, </a:t>
              </a:r>
              <a:r>
                <a:rPr kumimoji="1" lang="ko-KR" altLang="en-US" sz="900" dirty="0">
                  <a:solidFill>
                    <a:prstClr val="black">
                      <a:lumMod val="75000"/>
                      <a:lumOff val="25000"/>
                    </a:prstClr>
                  </a:solidFill>
                </a:rPr>
                <a:t>애플리케이션의 접근 통제 </a:t>
              </a:r>
              <a:endParaRPr kumimoji="1" lang="en-US" altLang="ko-KR" sz="900" dirty="0">
                <a:solidFill>
                  <a:prstClr val="black">
                    <a:lumMod val="75000"/>
                    <a:lumOff val="25000"/>
                  </a:prstClr>
                </a:solidFill>
              </a:endParaRPr>
            </a:p>
            <a:p>
              <a:pPr marL="72000" marR="0" lvl="2" indent="-72000" defTabSz="914400" fontAlgn="base">
                <a:lnSpc>
                  <a:spcPct val="110000"/>
                </a:lnSpc>
                <a:spcBef>
                  <a:spcPct val="0"/>
                </a:spcBef>
                <a:spcAft>
                  <a:spcPts val="300"/>
                </a:spcAft>
                <a:buClr>
                  <a:prstClr val="black">
                    <a:lumMod val="75000"/>
                    <a:lumOff val="25000"/>
                  </a:prstClr>
                </a:buClr>
                <a:buSzPct val="90000"/>
                <a:buFont typeface="Arial" pitchFamily="34" charset="0"/>
                <a:buChar char="•"/>
                <a:tabLst/>
                <a:defRPr/>
              </a:pPr>
              <a:r>
                <a:rPr kumimoji="1" lang="ko-KR" altLang="en-US" sz="900" dirty="0">
                  <a:solidFill>
                    <a:prstClr val="black">
                      <a:lumMod val="75000"/>
                      <a:lumOff val="25000"/>
                    </a:prstClr>
                  </a:solidFill>
                </a:rPr>
                <a:t>바이러스 침입 등에 대한 대책</a:t>
              </a:r>
            </a:p>
          </p:txBody>
        </p:sp>
        <p:sp>
          <p:nvSpPr>
            <p:cNvPr id="96" name="Rectangle 166"/>
            <p:cNvSpPr>
              <a:spLocks noChangeArrowheads="1"/>
            </p:cNvSpPr>
            <p:nvPr/>
          </p:nvSpPr>
          <p:spPr bwMode="auto">
            <a:xfrm>
              <a:off x="5049332" y="3845412"/>
              <a:ext cx="1368000" cy="4570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prstShdw prst="shdw18" dist="17961" dir="13500000">
                <a:sysClr val="window" lastClr="FFFFFF">
                  <a:gamma/>
                  <a:shade val="60000"/>
                  <a:invGamma/>
                </a:sysClr>
              </a:prstShdw>
            </a:effectLst>
          </p:spPr>
          <p:txBody>
            <a:bodyPr wrap="square" lIns="0" tIns="0" rIns="0" bIns="0">
              <a:spAutoFit/>
            </a:bodyPr>
            <a:lstStyle/>
            <a:p>
              <a:pPr marL="72000" marR="0" lvl="2" indent="-72000" defTabSz="914400" fontAlgn="base">
                <a:lnSpc>
                  <a:spcPct val="110000"/>
                </a:lnSpc>
                <a:spcBef>
                  <a:spcPct val="0"/>
                </a:spcBef>
                <a:spcAft>
                  <a:spcPts val="300"/>
                </a:spcAft>
                <a:buClr>
                  <a:prstClr val="black">
                    <a:lumMod val="75000"/>
                    <a:lumOff val="25000"/>
                  </a:prstClr>
                </a:buClr>
                <a:buSzPct val="90000"/>
                <a:buFont typeface="Arial" pitchFamily="34" charset="0"/>
                <a:buChar char="•"/>
                <a:tabLst/>
                <a:defRPr/>
              </a:pPr>
              <a:r>
                <a:rPr kumimoji="1" lang="ko-KR" altLang="en-US" sz="900" dirty="0">
                  <a:solidFill>
                    <a:prstClr val="black">
                      <a:lumMod val="75000"/>
                      <a:lumOff val="25000"/>
                    </a:prstClr>
                  </a:solidFill>
                </a:rPr>
                <a:t>사업 수행 중 생성되는 데이터에 대한 변경</a:t>
              </a:r>
              <a:r>
                <a:rPr kumimoji="1" lang="en-US" altLang="ko-KR" sz="900" dirty="0">
                  <a:solidFill>
                    <a:prstClr val="black">
                      <a:lumMod val="75000"/>
                      <a:lumOff val="25000"/>
                    </a:prstClr>
                  </a:solidFill>
                </a:rPr>
                <a:t>, </a:t>
              </a:r>
              <a:r>
                <a:rPr kumimoji="1" lang="ko-KR" altLang="en-US" sz="900" dirty="0">
                  <a:solidFill>
                    <a:prstClr val="black">
                      <a:lumMod val="75000"/>
                      <a:lumOff val="25000"/>
                    </a:prstClr>
                  </a:solidFill>
                </a:rPr>
                <a:t>파괴</a:t>
              </a:r>
              <a:r>
                <a:rPr kumimoji="1" lang="en-US" altLang="ko-KR" sz="900" dirty="0">
                  <a:solidFill>
                    <a:prstClr val="black">
                      <a:lumMod val="75000"/>
                      <a:lumOff val="25000"/>
                    </a:prstClr>
                  </a:solidFill>
                </a:rPr>
                <a:t>, </a:t>
              </a:r>
              <a:r>
                <a:rPr kumimoji="1" lang="ko-KR" altLang="en-US" sz="900" dirty="0">
                  <a:solidFill>
                    <a:prstClr val="black">
                      <a:lumMod val="75000"/>
                      <a:lumOff val="25000"/>
                    </a:prstClr>
                  </a:solidFill>
                </a:rPr>
                <a:t>노출 방지</a:t>
              </a:r>
            </a:p>
          </p:txBody>
        </p:sp>
        <p:sp>
          <p:nvSpPr>
            <p:cNvPr id="97" name="Rectangle 167"/>
            <p:cNvSpPr>
              <a:spLocks noChangeArrowheads="1"/>
            </p:cNvSpPr>
            <p:nvPr/>
          </p:nvSpPr>
          <p:spPr bwMode="auto">
            <a:xfrm>
              <a:off x="440668" y="6113220"/>
              <a:ext cx="1440000" cy="4955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prstShdw prst="shdw18" dist="17961" dir="13500000">
                <a:sysClr val="window" lastClr="FFFFFF">
                  <a:gamma/>
                  <a:shade val="60000"/>
                  <a:invGamma/>
                </a:sysClr>
              </a:prstShdw>
            </a:effectLst>
          </p:spPr>
          <p:txBody>
            <a:bodyPr wrap="square" lIns="0" tIns="0" rIns="0" bIns="0">
              <a:spAutoFit/>
            </a:bodyPr>
            <a:lstStyle/>
            <a:p>
              <a:pPr marL="72000" marR="0" lvl="2" indent="-72000" defTabSz="914400" fontAlgn="base">
                <a:lnSpc>
                  <a:spcPct val="110000"/>
                </a:lnSpc>
                <a:spcBef>
                  <a:spcPct val="0"/>
                </a:spcBef>
                <a:spcAft>
                  <a:spcPts val="300"/>
                </a:spcAft>
                <a:buClr>
                  <a:prstClr val="black">
                    <a:lumMod val="75000"/>
                    <a:lumOff val="25000"/>
                  </a:prstClr>
                </a:buClr>
                <a:buSzPct val="90000"/>
                <a:buFont typeface="Arial" pitchFamily="34" charset="0"/>
                <a:buChar char="•"/>
                <a:tabLst/>
                <a:defRPr/>
              </a:pPr>
              <a:r>
                <a:rPr kumimoji="1" lang="ko-KR" altLang="en-US" sz="900" dirty="0">
                  <a:solidFill>
                    <a:prstClr val="black">
                      <a:lumMod val="75000"/>
                      <a:lumOff val="25000"/>
                    </a:prstClr>
                  </a:solidFill>
                </a:rPr>
                <a:t>전체시스템의 보안 구현 기반</a:t>
              </a:r>
              <a:endParaRPr kumimoji="1" lang="en-US" altLang="ko-KR" sz="900" dirty="0">
                <a:solidFill>
                  <a:prstClr val="black">
                    <a:lumMod val="75000"/>
                    <a:lumOff val="25000"/>
                  </a:prstClr>
                </a:solidFill>
              </a:endParaRPr>
            </a:p>
            <a:p>
              <a:pPr marL="72000" marR="0" lvl="2" indent="-72000" defTabSz="914400" fontAlgn="base">
                <a:lnSpc>
                  <a:spcPct val="110000"/>
                </a:lnSpc>
                <a:spcBef>
                  <a:spcPct val="0"/>
                </a:spcBef>
                <a:spcAft>
                  <a:spcPts val="300"/>
                </a:spcAft>
                <a:buClr>
                  <a:prstClr val="black">
                    <a:lumMod val="75000"/>
                    <a:lumOff val="25000"/>
                  </a:prstClr>
                </a:buClr>
                <a:buSzPct val="90000"/>
                <a:buFont typeface="Arial" pitchFamily="34" charset="0"/>
                <a:buChar char="•"/>
                <a:tabLst/>
                <a:defRPr/>
              </a:pPr>
              <a:r>
                <a:rPr kumimoji="1" lang="ko-KR" altLang="en-US" sz="900" dirty="0">
                  <a:solidFill>
                    <a:prstClr val="black">
                      <a:lumMod val="75000"/>
                      <a:lumOff val="25000"/>
                    </a:prstClr>
                  </a:solidFill>
                </a:rPr>
                <a:t>표준화된 정책이나 제도적 절차에 대한</a:t>
              </a:r>
              <a:r>
                <a:rPr kumimoji="1" lang="en-US" altLang="ko-KR" sz="900" dirty="0">
                  <a:solidFill>
                    <a:prstClr val="black">
                      <a:lumMod val="75000"/>
                      <a:lumOff val="25000"/>
                    </a:prstClr>
                  </a:solidFill>
                </a:rPr>
                <a:t> </a:t>
              </a:r>
              <a:r>
                <a:rPr kumimoji="1" lang="ko-KR" altLang="en-US" sz="900" dirty="0">
                  <a:solidFill>
                    <a:prstClr val="black">
                      <a:lumMod val="75000"/>
                      <a:lumOff val="25000"/>
                    </a:prstClr>
                  </a:solidFill>
                </a:rPr>
                <a:t>대책 수립</a:t>
              </a:r>
            </a:p>
          </p:txBody>
        </p:sp>
        <p:sp>
          <p:nvSpPr>
            <p:cNvPr id="98" name="Rectangle 168"/>
            <p:cNvSpPr>
              <a:spLocks noChangeArrowheads="1"/>
            </p:cNvSpPr>
            <p:nvPr/>
          </p:nvSpPr>
          <p:spPr bwMode="auto">
            <a:xfrm>
              <a:off x="5049180" y="5453727"/>
              <a:ext cx="1368000" cy="3046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prstShdw prst="shdw18" dist="17961" dir="13500000">
                <a:sysClr val="window" lastClr="FFFFFF">
                  <a:gamma/>
                  <a:shade val="60000"/>
                  <a:invGamma/>
                </a:sysClr>
              </a:prstShdw>
            </a:effectLst>
          </p:spPr>
          <p:txBody>
            <a:bodyPr wrap="square" lIns="0" tIns="0" rIns="0" bIns="0">
              <a:spAutoFit/>
            </a:bodyPr>
            <a:lstStyle/>
            <a:p>
              <a:pPr marL="72000" marR="0" lvl="2" indent="-72000" defTabSz="914400" fontAlgn="base">
                <a:lnSpc>
                  <a:spcPct val="110000"/>
                </a:lnSpc>
                <a:spcBef>
                  <a:spcPct val="0"/>
                </a:spcBef>
                <a:spcAft>
                  <a:spcPts val="300"/>
                </a:spcAft>
                <a:buClr>
                  <a:prstClr val="black">
                    <a:lumMod val="75000"/>
                    <a:lumOff val="25000"/>
                  </a:prstClr>
                </a:buClr>
                <a:buSzPct val="90000"/>
                <a:buFont typeface="Arial" pitchFamily="34" charset="0"/>
                <a:buChar char="•"/>
                <a:tabLst/>
                <a:defRPr/>
              </a:pPr>
              <a:r>
                <a:rPr kumimoji="1" lang="ko-KR" altLang="en-US" sz="900" dirty="0">
                  <a:solidFill>
                    <a:prstClr val="black">
                      <a:lumMod val="75000"/>
                      <a:lumOff val="25000"/>
                    </a:prstClr>
                  </a:solidFill>
                </a:rPr>
                <a:t>문서자료에 대한 변조</a:t>
              </a:r>
              <a:r>
                <a:rPr kumimoji="1" lang="en-US" altLang="ko-KR" sz="900" dirty="0">
                  <a:solidFill>
                    <a:prstClr val="black">
                      <a:lumMod val="75000"/>
                      <a:lumOff val="25000"/>
                    </a:prstClr>
                  </a:solidFill>
                </a:rPr>
                <a:t>, </a:t>
              </a:r>
              <a:r>
                <a:rPr kumimoji="1" lang="ko-KR" altLang="en-US" sz="900" dirty="0">
                  <a:solidFill>
                    <a:prstClr val="black">
                      <a:lumMod val="75000"/>
                      <a:lumOff val="25000"/>
                    </a:prstClr>
                  </a:solidFill>
                </a:rPr>
                <a:t>노출</a:t>
              </a:r>
              <a:r>
                <a:rPr kumimoji="1" lang="en-US" altLang="ko-KR" sz="900" dirty="0">
                  <a:solidFill>
                    <a:prstClr val="black">
                      <a:lumMod val="75000"/>
                      <a:lumOff val="25000"/>
                    </a:prstClr>
                  </a:solidFill>
                </a:rPr>
                <a:t>, </a:t>
              </a:r>
              <a:r>
                <a:rPr kumimoji="1" lang="ko-KR" altLang="en-US" sz="900" dirty="0">
                  <a:solidFill>
                    <a:prstClr val="black">
                      <a:lumMod val="75000"/>
                      <a:lumOff val="25000"/>
                    </a:prstClr>
                  </a:solidFill>
                </a:rPr>
                <a:t>손실 방지</a:t>
              </a:r>
            </a:p>
          </p:txBody>
        </p:sp>
        <p:sp>
          <p:nvSpPr>
            <p:cNvPr id="99" name="Rectangle 169"/>
            <p:cNvSpPr>
              <a:spLocks noChangeArrowheads="1"/>
            </p:cNvSpPr>
            <p:nvPr/>
          </p:nvSpPr>
          <p:spPr bwMode="auto">
            <a:xfrm>
              <a:off x="4774456" y="6005652"/>
              <a:ext cx="1642876" cy="4955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prstShdw prst="shdw18" dist="17961" dir="13500000">
                <a:sysClr val="window" lastClr="FFFFFF">
                  <a:gamma/>
                  <a:shade val="60000"/>
                  <a:invGamma/>
                </a:sysClr>
              </a:prstShdw>
            </a:effectLst>
          </p:spPr>
          <p:txBody>
            <a:bodyPr wrap="square" lIns="0" tIns="0" rIns="0" bIns="0">
              <a:spAutoFit/>
            </a:bodyPr>
            <a:lstStyle/>
            <a:p>
              <a:pPr marL="72000" marR="0" lvl="2" indent="-72000" defTabSz="914400" fontAlgn="base">
                <a:lnSpc>
                  <a:spcPct val="110000"/>
                </a:lnSpc>
                <a:spcBef>
                  <a:spcPct val="0"/>
                </a:spcBef>
                <a:spcAft>
                  <a:spcPts val="300"/>
                </a:spcAft>
                <a:buClr>
                  <a:prstClr val="black">
                    <a:lumMod val="75000"/>
                    <a:lumOff val="25000"/>
                  </a:prstClr>
                </a:buClr>
                <a:buSzPct val="90000"/>
                <a:buFont typeface="Arial" pitchFamily="34" charset="0"/>
                <a:buChar char="•"/>
                <a:tabLst/>
                <a:defRPr/>
              </a:pPr>
              <a:r>
                <a:rPr kumimoji="1" lang="ko-KR" altLang="en-US" sz="900" dirty="0">
                  <a:solidFill>
                    <a:prstClr val="black">
                      <a:lumMod val="75000"/>
                      <a:lumOff val="25000"/>
                    </a:prstClr>
                  </a:solidFill>
                </a:rPr>
                <a:t>취급상 주의를 요하는 데이터를 조직적인 차원에서 보호</a:t>
              </a:r>
              <a:endParaRPr kumimoji="1" lang="en-US" altLang="ko-KR" sz="900" dirty="0">
                <a:solidFill>
                  <a:prstClr val="black">
                    <a:lumMod val="75000"/>
                    <a:lumOff val="25000"/>
                  </a:prstClr>
                </a:solidFill>
              </a:endParaRPr>
            </a:p>
            <a:p>
              <a:pPr marL="72000" marR="0" lvl="2" indent="-72000" defTabSz="914400" fontAlgn="base">
                <a:lnSpc>
                  <a:spcPct val="110000"/>
                </a:lnSpc>
                <a:spcBef>
                  <a:spcPct val="0"/>
                </a:spcBef>
                <a:spcAft>
                  <a:spcPts val="300"/>
                </a:spcAft>
                <a:buClr>
                  <a:prstClr val="black">
                    <a:lumMod val="75000"/>
                    <a:lumOff val="25000"/>
                  </a:prstClr>
                </a:buClr>
                <a:buSzPct val="90000"/>
                <a:buFont typeface="Arial" pitchFamily="34" charset="0"/>
                <a:buChar char="•"/>
                <a:tabLst/>
                <a:defRPr/>
              </a:pPr>
              <a:r>
                <a:rPr kumimoji="1" lang="ko-KR" altLang="en-US" sz="900" dirty="0">
                  <a:solidFill>
                    <a:prstClr val="black">
                      <a:lumMod val="75000"/>
                      <a:lumOff val="25000"/>
                    </a:prstClr>
                  </a:solidFill>
                </a:rPr>
                <a:t>요원</a:t>
              </a:r>
              <a:r>
                <a:rPr kumimoji="1" lang="en-US" altLang="ko-KR" sz="900" dirty="0">
                  <a:solidFill>
                    <a:prstClr val="black">
                      <a:lumMod val="75000"/>
                      <a:lumOff val="25000"/>
                    </a:prstClr>
                  </a:solidFill>
                </a:rPr>
                <a:t>, </a:t>
              </a:r>
              <a:r>
                <a:rPr kumimoji="1" lang="ko-KR" altLang="en-US" sz="900" dirty="0">
                  <a:solidFill>
                    <a:prstClr val="black">
                      <a:lumMod val="75000"/>
                      <a:lumOff val="25000"/>
                    </a:prstClr>
                  </a:solidFill>
                </a:rPr>
                <a:t>책임부여</a:t>
              </a:r>
              <a:r>
                <a:rPr kumimoji="1" lang="en-US" altLang="ko-KR" sz="900" dirty="0">
                  <a:solidFill>
                    <a:prstClr val="black">
                      <a:lumMod val="75000"/>
                      <a:lumOff val="25000"/>
                    </a:prstClr>
                  </a:solidFill>
                </a:rPr>
                <a:t>, </a:t>
              </a:r>
              <a:r>
                <a:rPr kumimoji="1" lang="ko-KR" altLang="en-US" sz="900" dirty="0">
                  <a:solidFill>
                    <a:prstClr val="black">
                      <a:lumMod val="75000"/>
                      <a:lumOff val="25000"/>
                    </a:prstClr>
                  </a:solidFill>
                </a:rPr>
                <a:t>통제대책 수립</a:t>
              </a:r>
            </a:p>
          </p:txBody>
        </p:sp>
        <p:sp>
          <p:nvSpPr>
            <p:cNvPr id="100" name="Rectangle 171"/>
            <p:cNvSpPr>
              <a:spLocks noChangeArrowheads="1"/>
            </p:cNvSpPr>
            <p:nvPr/>
          </p:nvSpPr>
          <p:spPr bwMode="auto">
            <a:xfrm>
              <a:off x="440667" y="4593162"/>
              <a:ext cx="1440000" cy="8386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prstShdw prst="shdw18" dist="17961" dir="13500000">
                <a:sysClr val="window" lastClr="FFFFFF">
                  <a:gamma/>
                  <a:shade val="60000"/>
                  <a:invGamma/>
                </a:sysClr>
              </a:prstShdw>
            </a:effectLst>
          </p:spPr>
          <p:txBody>
            <a:bodyPr lIns="0" tIns="0" rIns="0" bIns="0">
              <a:spAutoFit/>
            </a:bodyPr>
            <a:lstStyle/>
            <a:p>
              <a:pPr marL="72000" marR="0" lvl="2" indent="-72000" defTabSz="914400" fontAlgn="base">
                <a:lnSpc>
                  <a:spcPct val="110000"/>
                </a:lnSpc>
                <a:spcBef>
                  <a:spcPct val="0"/>
                </a:spcBef>
                <a:spcAft>
                  <a:spcPts val="300"/>
                </a:spcAft>
                <a:buClr>
                  <a:prstClr val="black">
                    <a:lumMod val="75000"/>
                    <a:lumOff val="25000"/>
                  </a:prstClr>
                </a:buClr>
                <a:buSzPct val="90000"/>
                <a:buFont typeface="Arial" pitchFamily="34" charset="0"/>
                <a:buChar char="•"/>
                <a:tabLst/>
                <a:defRPr/>
              </a:pPr>
              <a:r>
                <a:rPr kumimoji="1" lang="ko-KR" altLang="en-US" sz="900" dirty="0">
                  <a:solidFill>
                    <a:prstClr val="black">
                      <a:lumMod val="75000"/>
                      <a:lumOff val="25000"/>
                    </a:prstClr>
                  </a:solidFill>
                </a:rPr>
                <a:t>네트워크를 통하여 전송되는 데이터의 보안을 위하여 통신 상대방의 적정여부를 확인</a:t>
              </a:r>
              <a:endParaRPr kumimoji="1" lang="en-US" altLang="ko-KR" sz="900" dirty="0">
                <a:solidFill>
                  <a:prstClr val="black">
                    <a:lumMod val="75000"/>
                    <a:lumOff val="25000"/>
                  </a:prstClr>
                </a:solidFill>
              </a:endParaRPr>
            </a:p>
            <a:p>
              <a:pPr marL="72000" marR="0" lvl="2" indent="-72000" defTabSz="914400" fontAlgn="base">
                <a:lnSpc>
                  <a:spcPct val="110000"/>
                </a:lnSpc>
                <a:spcBef>
                  <a:spcPct val="0"/>
                </a:spcBef>
                <a:spcAft>
                  <a:spcPts val="300"/>
                </a:spcAft>
                <a:buClr>
                  <a:prstClr val="black">
                    <a:lumMod val="75000"/>
                    <a:lumOff val="25000"/>
                  </a:prstClr>
                </a:buClr>
                <a:buSzPct val="90000"/>
                <a:buFont typeface="Arial" pitchFamily="34" charset="0"/>
                <a:buChar char="•"/>
                <a:tabLst/>
                <a:defRPr/>
              </a:pPr>
              <a:r>
                <a:rPr kumimoji="1" lang="ko-KR" altLang="en-US" sz="900" dirty="0">
                  <a:solidFill>
                    <a:prstClr val="black">
                      <a:lumMod val="75000"/>
                      <a:lumOff val="25000"/>
                    </a:prstClr>
                  </a:solidFill>
                </a:rPr>
                <a:t>부당한 접속에 의한 개입 방지</a:t>
              </a:r>
              <a:endParaRPr kumimoji="1" lang="en-US" altLang="ko-KR" sz="900" dirty="0">
                <a:solidFill>
                  <a:prstClr val="black">
                    <a:lumMod val="75000"/>
                    <a:lumOff val="25000"/>
                  </a:prstClr>
                </a:solidFill>
              </a:endParaRPr>
            </a:p>
            <a:p>
              <a:pPr marL="72000" marR="0" lvl="2" indent="-72000" defTabSz="914400" fontAlgn="base">
                <a:lnSpc>
                  <a:spcPct val="110000"/>
                </a:lnSpc>
                <a:spcBef>
                  <a:spcPct val="0"/>
                </a:spcBef>
                <a:spcAft>
                  <a:spcPts val="300"/>
                </a:spcAft>
                <a:buClr>
                  <a:prstClr val="black">
                    <a:lumMod val="75000"/>
                    <a:lumOff val="25000"/>
                  </a:prstClr>
                </a:buClr>
                <a:buSzPct val="90000"/>
                <a:buFont typeface="Arial" pitchFamily="34" charset="0"/>
                <a:buChar char="•"/>
                <a:tabLst/>
                <a:defRPr/>
              </a:pPr>
              <a:r>
                <a:rPr kumimoji="1" lang="ko-KR" altLang="en-US" sz="900" dirty="0">
                  <a:solidFill>
                    <a:prstClr val="black">
                      <a:lumMod val="75000"/>
                      <a:lumOff val="25000"/>
                    </a:prstClr>
                  </a:solidFill>
                </a:rPr>
                <a:t>침입차단</a:t>
              </a:r>
              <a:r>
                <a:rPr kumimoji="1" lang="en-US" altLang="ko-KR" sz="900" dirty="0">
                  <a:solidFill>
                    <a:prstClr val="black">
                      <a:lumMod val="75000"/>
                      <a:lumOff val="25000"/>
                    </a:prstClr>
                  </a:solidFill>
                </a:rPr>
                <a:t>, </a:t>
              </a:r>
              <a:r>
                <a:rPr kumimoji="1" lang="ko-KR" altLang="en-US" sz="900" dirty="0">
                  <a:solidFill>
                    <a:prstClr val="black">
                      <a:lumMod val="75000"/>
                      <a:lumOff val="25000"/>
                    </a:prstClr>
                  </a:solidFill>
                </a:rPr>
                <a:t>침입방지 등</a:t>
              </a:r>
            </a:p>
          </p:txBody>
        </p:sp>
        <p:sp>
          <p:nvSpPr>
            <p:cNvPr id="101" name="Rectangle 172"/>
            <p:cNvSpPr>
              <a:spLocks noChangeArrowheads="1"/>
            </p:cNvSpPr>
            <p:nvPr/>
          </p:nvSpPr>
          <p:spPr bwMode="auto">
            <a:xfrm>
              <a:off x="5049148" y="4593162"/>
              <a:ext cx="1368000" cy="64787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prstShdw prst="shdw18" dist="17961" dir="13500000">
                <a:sysClr val="window" lastClr="FFFFFF">
                  <a:gamma/>
                  <a:shade val="60000"/>
                  <a:invGamma/>
                </a:sysClr>
              </a:prstShdw>
            </a:effectLst>
          </p:spPr>
          <p:txBody>
            <a:bodyPr wrap="square" lIns="0" tIns="0" rIns="0" bIns="0">
              <a:spAutoFit/>
            </a:bodyPr>
            <a:lstStyle/>
            <a:p>
              <a:pPr marL="72000" marR="0" lvl="2" indent="-72000" defTabSz="914400" fontAlgn="base">
                <a:lnSpc>
                  <a:spcPct val="110000"/>
                </a:lnSpc>
                <a:spcBef>
                  <a:spcPct val="0"/>
                </a:spcBef>
                <a:spcAft>
                  <a:spcPts val="300"/>
                </a:spcAft>
                <a:buClr>
                  <a:prstClr val="black">
                    <a:lumMod val="75000"/>
                    <a:lumOff val="25000"/>
                  </a:prstClr>
                </a:buClr>
                <a:buSzPct val="90000"/>
                <a:buFont typeface="Arial" pitchFamily="34" charset="0"/>
                <a:buChar char="•"/>
                <a:tabLst/>
                <a:defRPr/>
              </a:pPr>
              <a:r>
                <a:rPr kumimoji="1" lang="ko-KR" altLang="en-US" sz="900" dirty="0">
                  <a:solidFill>
                    <a:prstClr val="black">
                      <a:lumMod val="75000"/>
                      <a:lumOff val="25000"/>
                    </a:prstClr>
                  </a:solidFill>
                </a:rPr>
                <a:t>컴퓨터 및 주변기기를 수용하는 구조물과 시설</a:t>
              </a:r>
              <a:endParaRPr kumimoji="1" lang="en-US" altLang="ko-KR" sz="900" dirty="0">
                <a:solidFill>
                  <a:prstClr val="black">
                    <a:lumMod val="75000"/>
                    <a:lumOff val="25000"/>
                  </a:prstClr>
                </a:solidFill>
              </a:endParaRPr>
            </a:p>
            <a:p>
              <a:pPr marL="72000" marR="0" lvl="2" indent="-72000" defTabSz="914400" fontAlgn="base">
                <a:lnSpc>
                  <a:spcPct val="110000"/>
                </a:lnSpc>
                <a:spcBef>
                  <a:spcPct val="0"/>
                </a:spcBef>
                <a:spcAft>
                  <a:spcPts val="300"/>
                </a:spcAft>
                <a:buClr>
                  <a:prstClr val="black">
                    <a:lumMod val="75000"/>
                    <a:lumOff val="25000"/>
                  </a:prstClr>
                </a:buClr>
                <a:buSzPct val="90000"/>
                <a:buFont typeface="Arial" pitchFamily="34" charset="0"/>
                <a:buChar char="•"/>
                <a:tabLst/>
                <a:defRPr/>
              </a:pPr>
              <a:r>
                <a:rPr kumimoji="1" lang="ko-KR" altLang="en-US" sz="900" dirty="0">
                  <a:solidFill>
                    <a:prstClr val="black">
                      <a:lumMod val="75000"/>
                      <a:lumOff val="25000"/>
                    </a:prstClr>
                  </a:solidFill>
                </a:rPr>
                <a:t>출입통제</a:t>
              </a:r>
              <a:r>
                <a:rPr kumimoji="1" lang="en-US" altLang="ko-KR" sz="900" dirty="0">
                  <a:solidFill>
                    <a:prstClr val="black">
                      <a:lumMod val="75000"/>
                      <a:lumOff val="25000"/>
                    </a:prstClr>
                  </a:solidFill>
                </a:rPr>
                <a:t>, </a:t>
              </a:r>
              <a:r>
                <a:rPr kumimoji="1" lang="ko-KR" altLang="en-US" sz="900" dirty="0">
                  <a:solidFill>
                    <a:prstClr val="black">
                      <a:lumMod val="75000"/>
                      <a:lumOff val="25000"/>
                    </a:prstClr>
                  </a:solidFill>
                </a:rPr>
                <a:t>우발적 사고</a:t>
              </a:r>
              <a:r>
                <a:rPr kumimoji="1" lang="en-US" altLang="ko-KR" sz="900" dirty="0">
                  <a:solidFill>
                    <a:prstClr val="black">
                      <a:lumMod val="75000"/>
                      <a:lumOff val="25000"/>
                    </a:prstClr>
                  </a:solidFill>
                </a:rPr>
                <a:t>, </a:t>
              </a:r>
              <a:r>
                <a:rPr kumimoji="1" lang="ko-KR" altLang="en-US" sz="900" dirty="0">
                  <a:solidFill>
                    <a:prstClr val="black">
                      <a:lumMod val="75000"/>
                      <a:lumOff val="25000"/>
                    </a:prstClr>
                  </a:solidFill>
                </a:rPr>
                <a:t>화재</a:t>
              </a:r>
              <a:r>
                <a:rPr kumimoji="1" lang="en-US" altLang="ko-KR" sz="900" dirty="0">
                  <a:solidFill>
                    <a:prstClr val="black">
                      <a:lumMod val="75000"/>
                      <a:lumOff val="25000"/>
                    </a:prstClr>
                  </a:solidFill>
                </a:rPr>
                <a:t>, </a:t>
              </a:r>
              <a:r>
                <a:rPr kumimoji="1" lang="ko-KR" altLang="en-US" sz="900" dirty="0">
                  <a:solidFill>
                    <a:prstClr val="black">
                      <a:lumMod val="75000"/>
                      <a:lumOff val="25000"/>
                    </a:prstClr>
                  </a:solidFill>
                </a:rPr>
                <a:t>장애발생 방지</a:t>
              </a:r>
            </a:p>
          </p:txBody>
        </p:sp>
        <p:sp>
          <p:nvSpPr>
            <p:cNvPr id="146" name="Freeform 139"/>
            <p:cNvSpPr>
              <a:spLocks/>
            </p:cNvSpPr>
            <p:nvPr/>
          </p:nvSpPr>
          <p:spPr bwMode="auto">
            <a:xfrm>
              <a:off x="2931947" y="4577996"/>
              <a:ext cx="994107" cy="978601"/>
            </a:xfrm>
            <a:custGeom>
              <a:avLst/>
              <a:gdLst>
                <a:gd name="T0" fmla="*/ 2147483647 w 814"/>
                <a:gd name="T1" fmla="*/ 2147483647 h 793"/>
                <a:gd name="T2" fmla="*/ 0 w 814"/>
                <a:gd name="T3" fmla="*/ 2147483647 h 793"/>
                <a:gd name="T4" fmla="*/ 2147483647 w 814"/>
                <a:gd name="T5" fmla="*/ 2147483647 h 793"/>
                <a:gd name="T6" fmla="*/ 2147483647 w 814"/>
                <a:gd name="T7" fmla="*/ 0 h 793"/>
                <a:gd name="T8" fmla="*/ 2147483647 w 814"/>
                <a:gd name="T9" fmla="*/ 2147483647 h 793"/>
                <a:gd name="T10" fmla="*/ 2147483647 w 814"/>
                <a:gd name="T11" fmla="*/ 2147483647 h 793"/>
                <a:gd name="T12" fmla="*/ 2147483647 w 814"/>
                <a:gd name="T13" fmla="*/ 2147483647 h 793"/>
                <a:gd name="T14" fmla="*/ 2147483647 w 814"/>
                <a:gd name="T15" fmla="*/ 2147483647 h 79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814"/>
                <a:gd name="T25" fmla="*/ 0 h 793"/>
                <a:gd name="T26" fmla="*/ 814 w 814"/>
                <a:gd name="T27" fmla="*/ 793 h 793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814" h="793">
                  <a:moveTo>
                    <a:pt x="226" y="793"/>
                  </a:moveTo>
                  <a:lnTo>
                    <a:pt x="0" y="511"/>
                  </a:lnTo>
                  <a:lnTo>
                    <a:pt x="79" y="157"/>
                  </a:lnTo>
                  <a:lnTo>
                    <a:pt x="406" y="0"/>
                  </a:lnTo>
                  <a:lnTo>
                    <a:pt x="733" y="157"/>
                  </a:lnTo>
                  <a:lnTo>
                    <a:pt x="814" y="511"/>
                  </a:lnTo>
                  <a:lnTo>
                    <a:pt x="588" y="793"/>
                  </a:lnTo>
                  <a:lnTo>
                    <a:pt x="226" y="793"/>
                  </a:lnTo>
                  <a:close/>
                </a:path>
              </a:pathLst>
            </a:custGeom>
            <a:solidFill>
              <a:srgbClr val="7EA9D4"/>
            </a:solidFill>
            <a:ln w="9525">
              <a:solidFill>
                <a:srgbClr val="6196CB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just" defTabSz="914400" eaLnBrk="1" fontAlgn="base" latinLnBrk="0" hangingPunct="1">
                <a:lnSpc>
                  <a:spcPct val="120000"/>
                </a:lnSpc>
                <a:spcBef>
                  <a:spcPct val="4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</a:endParaRPr>
            </a:p>
          </p:txBody>
        </p:sp>
        <p:sp>
          <p:nvSpPr>
            <p:cNvPr id="147" name="Freeform 148"/>
            <p:cNvSpPr>
              <a:spLocks/>
            </p:cNvSpPr>
            <p:nvPr/>
          </p:nvSpPr>
          <p:spPr bwMode="auto">
            <a:xfrm>
              <a:off x="2864415" y="5052148"/>
              <a:ext cx="1103400" cy="162090"/>
            </a:xfrm>
            <a:custGeom>
              <a:avLst/>
              <a:gdLst>
                <a:gd name="T0" fmla="*/ 0 w 720"/>
                <a:gd name="T1" fmla="*/ 2147483647 h 104"/>
                <a:gd name="T2" fmla="*/ 2147483647 w 720"/>
                <a:gd name="T3" fmla="*/ 0 h 104"/>
                <a:gd name="T4" fmla="*/ 2147483647 w 720"/>
                <a:gd name="T5" fmla="*/ 2147483647 h 104"/>
                <a:gd name="T6" fmla="*/ 0 60000 65536"/>
                <a:gd name="T7" fmla="*/ 0 60000 65536"/>
                <a:gd name="T8" fmla="*/ 0 60000 65536"/>
                <a:gd name="T9" fmla="*/ 0 w 720"/>
                <a:gd name="T10" fmla="*/ 0 h 104"/>
                <a:gd name="T11" fmla="*/ 720 w 720"/>
                <a:gd name="T12" fmla="*/ 104 h 10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20" h="104">
                  <a:moveTo>
                    <a:pt x="0" y="104"/>
                  </a:moveTo>
                  <a:lnTo>
                    <a:pt x="360" y="0"/>
                  </a:lnTo>
                  <a:lnTo>
                    <a:pt x="720" y="100"/>
                  </a:lnTo>
                </a:path>
              </a:pathLst>
            </a:custGeom>
            <a:noFill/>
            <a:ln w="9525">
              <a:solidFill>
                <a:sysClr val="window" lastClr="FFFFFF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just" defTabSz="914400" eaLnBrk="1" fontAlgn="base" latinLnBrk="0" hangingPunct="1">
                <a:lnSpc>
                  <a:spcPct val="120000"/>
                </a:lnSpc>
                <a:spcBef>
                  <a:spcPct val="4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</a:endParaRPr>
            </a:p>
          </p:txBody>
        </p:sp>
        <p:sp>
          <p:nvSpPr>
            <p:cNvPr id="148" name="Line 149"/>
            <p:cNvSpPr>
              <a:spLocks noChangeShapeType="1"/>
            </p:cNvSpPr>
            <p:nvPr/>
          </p:nvSpPr>
          <p:spPr bwMode="auto">
            <a:xfrm>
              <a:off x="3424349" y="4521946"/>
              <a:ext cx="0" cy="524142"/>
            </a:xfrm>
            <a:prstGeom prst="line">
              <a:avLst/>
            </a:prstGeom>
            <a:noFill/>
            <a:ln w="9525">
              <a:solidFill>
                <a:sysClr val="window" lastClr="FFFFFF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just" defTabSz="914400" eaLnBrk="1" fontAlgn="base" latinLnBrk="0" hangingPunct="1">
                <a:lnSpc>
                  <a:spcPct val="120000"/>
                </a:lnSpc>
                <a:spcBef>
                  <a:spcPct val="4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</a:endParaRPr>
            </a:p>
          </p:txBody>
        </p:sp>
        <p:sp>
          <p:nvSpPr>
            <p:cNvPr id="149" name="Rectangle 151"/>
            <p:cNvSpPr>
              <a:spLocks noChangeArrowheads="1"/>
            </p:cNvSpPr>
            <p:nvPr/>
          </p:nvSpPr>
          <p:spPr bwMode="auto">
            <a:xfrm rot="18864291">
              <a:off x="2914654" y="4762396"/>
              <a:ext cx="464871" cy="2407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marL="0" marR="0" lvl="0" indent="0" algn="just" defTabSz="914400" eaLnBrk="1" fontAlgn="base" latinLnBrk="0" hangingPunct="1">
                <a:lnSpc>
                  <a:spcPct val="120000"/>
                </a:lnSpc>
                <a:spcBef>
                  <a:spcPct val="4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800" b="1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ea"/>
                </a:rPr>
                <a:t>기술적</a:t>
              </a:r>
              <a:endParaRPr kumimoji="1" lang="ko-KR" altLang="en-US" sz="11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150" name="Rectangle 152"/>
            <p:cNvSpPr>
              <a:spLocks noChangeArrowheads="1"/>
            </p:cNvSpPr>
            <p:nvPr/>
          </p:nvSpPr>
          <p:spPr bwMode="auto">
            <a:xfrm rot="2711360">
              <a:off x="3460949" y="4757155"/>
              <a:ext cx="464871" cy="2407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marL="0" marR="0" lvl="0" indent="0" algn="just" defTabSz="914400" eaLnBrk="1" fontAlgn="base" latinLnBrk="0" hangingPunct="1">
                <a:lnSpc>
                  <a:spcPct val="120000"/>
                </a:lnSpc>
                <a:spcBef>
                  <a:spcPct val="4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800" b="1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ea"/>
                </a:rPr>
                <a:t>물리적</a:t>
              </a:r>
              <a:endParaRPr kumimoji="1" lang="ko-KR" altLang="en-US" sz="11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151" name="Rectangle 153"/>
            <p:cNvSpPr>
              <a:spLocks noChangeArrowheads="1"/>
            </p:cNvSpPr>
            <p:nvPr/>
          </p:nvSpPr>
          <p:spPr bwMode="auto">
            <a:xfrm>
              <a:off x="3210313" y="5324360"/>
              <a:ext cx="464871" cy="2407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marL="0" marR="0" lvl="0" indent="0" algn="just" defTabSz="914400" eaLnBrk="1" fontAlgn="base" latinLnBrk="0" hangingPunct="1">
                <a:lnSpc>
                  <a:spcPct val="120000"/>
                </a:lnSpc>
                <a:spcBef>
                  <a:spcPct val="4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ea"/>
                </a:rPr>
                <a:t>관리적</a:t>
              </a:r>
              <a:endParaRPr kumimoji="1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152" name="Freeform 173"/>
            <p:cNvSpPr>
              <a:spLocks/>
            </p:cNvSpPr>
            <p:nvPr/>
          </p:nvSpPr>
          <p:spPr bwMode="auto">
            <a:xfrm>
              <a:off x="3091981" y="4787047"/>
              <a:ext cx="661740" cy="543835"/>
            </a:xfrm>
            <a:custGeom>
              <a:avLst/>
              <a:gdLst>
                <a:gd name="T0" fmla="*/ 2147483647 w 448"/>
                <a:gd name="T1" fmla="*/ 0 h 364"/>
                <a:gd name="T2" fmla="*/ 0 w 448"/>
                <a:gd name="T3" fmla="*/ 2147483647 h 364"/>
                <a:gd name="T4" fmla="*/ 2147483647 w 448"/>
                <a:gd name="T5" fmla="*/ 2147483647 h 364"/>
                <a:gd name="T6" fmla="*/ 2147483647 w 448"/>
                <a:gd name="T7" fmla="*/ 2147483647 h 364"/>
                <a:gd name="T8" fmla="*/ 2147483647 w 448"/>
                <a:gd name="T9" fmla="*/ 2147483647 h 364"/>
                <a:gd name="T10" fmla="*/ 2147483647 w 448"/>
                <a:gd name="T11" fmla="*/ 0 h 36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448"/>
                <a:gd name="T19" fmla="*/ 0 h 364"/>
                <a:gd name="T20" fmla="*/ 448 w 448"/>
                <a:gd name="T21" fmla="*/ 364 h 364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448" h="364">
                  <a:moveTo>
                    <a:pt x="224" y="0"/>
                  </a:moveTo>
                  <a:lnTo>
                    <a:pt x="0" y="240"/>
                  </a:lnTo>
                  <a:lnTo>
                    <a:pt x="126" y="364"/>
                  </a:lnTo>
                  <a:lnTo>
                    <a:pt x="346" y="364"/>
                  </a:lnTo>
                  <a:lnTo>
                    <a:pt x="448" y="238"/>
                  </a:lnTo>
                  <a:lnTo>
                    <a:pt x="224" y="0"/>
                  </a:lnTo>
                  <a:close/>
                </a:path>
              </a:pathLst>
            </a:custGeom>
            <a:gradFill rotWithShape="0">
              <a:gsLst>
                <a:gs pos="0">
                  <a:sysClr val="window" lastClr="FFFFFF"/>
                </a:gs>
                <a:gs pos="100000">
                  <a:schemeClr val="bg1">
                    <a:lumMod val="95000"/>
                  </a:schemeClr>
                </a:gs>
              </a:gsLst>
              <a:path path="rect">
                <a:fillToRect l="50000" t="50000" r="50000" b="50000"/>
              </a:path>
            </a:gradFill>
            <a:ln w="9525">
              <a:solidFill>
                <a:schemeClr val="tx2">
                  <a:lumMod val="60000"/>
                  <a:lumOff val="40000"/>
                </a:scheme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just" defTabSz="914400" eaLnBrk="1" fontAlgn="base" latinLnBrk="0" hangingPunct="1">
                <a:lnSpc>
                  <a:spcPct val="120000"/>
                </a:lnSpc>
                <a:spcBef>
                  <a:spcPct val="4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</a:endParaRPr>
            </a:p>
          </p:txBody>
        </p:sp>
        <p:sp>
          <p:nvSpPr>
            <p:cNvPr id="153" name="Text Box 191"/>
            <p:cNvSpPr txBox="1">
              <a:spLocks noChangeArrowheads="1"/>
            </p:cNvSpPr>
            <p:nvPr/>
          </p:nvSpPr>
          <p:spPr bwMode="auto">
            <a:xfrm>
              <a:off x="3204580" y="5021172"/>
              <a:ext cx="448841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ea"/>
                  <a:ea typeface="+mj-ea"/>
                </a:rPr>
                <a:t>보안관리</a:t>
              </a:r>
              <a:br>
                <a:rPr kumimoji="1" lang="ko-KR" altLang="en-US" sz="100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ea"/>
                  <a:ea typeface="+mj-ea"/>
                </a:rPr>
              </a:br>
              <a:r>
                <a:rPr kumimoji="1" lang="ko-KR" altLang="en-US" sz="100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ea"/>
                  <a:ea typeface="+mj-ea"/>
                </a:rPr>
                <a:t>대상</a:t>
              </a:r>
            </a:p>
          </p:txBody>
        </p:sp>
        <p:sp>
          <p:nvSpPr>
            <p:cNvPr id="169" name="Freeform 147"/>
            <p:cNvSpPr>
              <a:spLocks/>
            </p:cNvSpPr>
            <p:nvPr/>
          </p:nvSpPr>
          <p:spPr bwMode="auto">
            <a:xfrm flipH="1">
              <a:off x="440663" y="3761608"/>
              <a:ext cx="2268256" cy="430821"/>
            </a:xfrm>
            <a:custGeom>
              <a:avLst/>
              <a:gdLst>
                <a:gd name="T0" fmla="*/ 2147483647 w 647"/>
                <a:gd name="T1" fmla="*/ 0 h 188"/>
                <a:gd name="T2" fmla="*/ 2147483647 w 647"/>
                <a:gd name="T3" fmla="*/ 2147483647 h 188"/>
                <a:gd name="T4" fmla="*/ 0 w 647"/>
                <a:gd name="T5" fmla="*/ 2147483647 h 188"/>
                <a:gd name="T6" fmla="*/ 0 60000 65536"/>
                <a:gd name="T7" fmla="*/ 0 60000 65536"/>
                <a:gd name="T8" fmla="*/ 0 60000 65536"/>
                <a:gd name="T9" fmla="*/ 0 w 647"/>
                <a:gd name="T10" fmla="*/ 0 h 188"/>
                <a:gd name="T11" fmla="*/ 647 w 647"/>
                <a:gd name="T12" fmla="*/ 188 h 1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47" h="188">
                  <a:moveTo>
                    <a:pt x="647" y="0"/>
                  </a:moveTo>
                  <a:lnTo>
                    <a:pt x="116" y="1"/>
                  </a:lnTo>
                  <a:lnTo>
                    <a:pt x="0" y="188"/>
                  </a:lnTo>
                </a:path>
              </a:pathLst>
            </a:custGeom>
            <a:noFill/>
            <a:ln w="6350">
              <a:solidFill>
                <a:schemeClr val="bg1">
                  <a:lumMod val="75000"/>
                </a:schemeClr>
              </a:solidFill>
              <a:tail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>
                <a:solidFill>
                  <a:schemeClr val="lt1"/>
                </a:solidFill>
              </a:endParaRPr>
            </a:p>
          </p:txBody>
        </p:sp>
        <p:sp>
          <p:nvSpPr>
            <p:cNvPr id="170" name="Freeform 147"/>
            <p:cNvSpPr>
              <a:spLocks/>
            </p:cNvSpPr>
            <p:nvPr/>
          </p:nvSpPr>
          <p:spPr bwMode="auto">
            <a:xfrm>
              <a:off x="4107903" y="3764868"/>
              <a:ext cx="2308763" cy="428705"/>
            </a:xfrm>
            <a:custGeom>
              <a:avLst/>
              <a:gdLst>
                <a:gd name="T0" fmla="*/ 2147483647 w 647"/>
                <a:gd name="T1" fmla="*/ 0 h 188"/>
                <a:gd name="T2" fmla="*/ 2147483647 w 647"/>
                <a:gd name="T3" fmla="*/ 2147483647 h 188"/>
                <a:gd name="T4" fmla="*/ 0 w 647"/>
                <a:gd name="T5" fmla="*/ 2147483647 h 188"/>
                <a:gd name="T6" fmla="*/ 0 60000 65536"/>
                <a:gd name="T7" fmla="*/ 0 60000 65536"/>
                <a:gd name="T8" fmla="*/ 0 60000 65536"/>
                <a:gd name="T9" fmla="*/ 0 w 647"/>
                <a:gd name="T10" fmla="*/ 0 h 188"/>
                <a:gd name="T11" fmla="*/ 647 w 647"/>
                <a:gd name="T12" fmla="*/ 188 h 1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47" h="188">
                  <a:moveTo>
                    <a:pt x="647" y="0"/>
                  </a:moveTo>
                  <a:lnTo>
                    <a:pt x="116" y="1"/>
                  </a:lnTo>
                  <a:lnTo>
                    <a:pt x="0" y="188"/>
                  </a:lnTo>
                </a:path>
              </a:pathLst>
            </a:custGeom>
            <a:noFill/>
            <a:ln w="6350">
              <a:solidFill>
                <a:schemeClr val="bg1">
                  <a:lumMod val="75000"/>
                </a:schemeClr>
              </a:solidFill>
              <a:tail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>
                <a:solidFill>
                  <a:schemeClr val="lt1"/>
                </a:solidFill>
              </a:endParaRPr>
            </a:p>
          </p:txBody>
        </p:sp>
        <p:sp>
          <p:nvSpPr>
            <p:cNvPr id="171" name="Freeform 161"/>
            <p:cNvSpPr>
              <a:spLocks/>
            </p:cNvSpPr>
            <p:nvPr/>
          </p:nvSpPr>
          <p:spPr bwMode="auto">
            <a:xfrm>
              <a:off x="440667" y="5841328"/>
              <a:ext cx="2240779" cy="224803"/>
            </a:xfrm>
            <a:custGeom>
              <a:avLst/>
              <a:gdLst>
                <a:gd name="T0" fmla="*/ 0 w 1035"/>
                <a:gd name="T1" fmla="*/ 2147483647 h 146"/>
                <a:gd name="T2" fmla="*/ 2147483647 w 1035"/>
                <a:gd name="T3" fmla="*/ 2147483647 h 146"/>
                <a:gd name="T4" fmla="*/ 2147483647 w 1035"/>
                <a:gd name="T5" fmla="*/ 0 h 146"/>
                <a:gd name="T6" fmla="*/ 0 60000 65536"/>
                <a:gd name="T7" fmla="*/ 0 60000 65536"/>
                <a:gd name="T8" fmla="*/ 0 60000 65536"/>
                <a:gd name="T9" fmla="*/ 0 w 1035"/>
                <a:gd name="T10" fmla="*/ 0 h 146"/>
                <a:gd name="T11" fmla="*/ 1035 w 1035"/>
                <a:gd name="T12" fmla="*/ 146 h 1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35" h="146">
                  <a:moveTo>
                    <a:pt x="0" y="143"/>
                  </a:moveTo>
                  <a:lnTo>
                    <a:pt x="912" y="146"/>
                  </a:lnTo>
                  <a:lnTo>
                    <a:pt x="1035" y="0"/>
                  </a:lnTo>
                </a:path>
              </a:pathLst>
            </a:custGeom>
            <a:noFill/>
            <a:ln w="6350">
              <a:solidFill>
                <a:schemeClr val="bg1">
                  <a:lumMod val="75000"/>
                </a:schemeClr>
              </a:solidFill>
              <a:tail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>
                <a:solidFill>
                  <a:schemeClr val="lt1"/>
                </a:solidFill>
              </a:endParaRPr>
            </a:p>
          </p:txBody>
        </p:sp>
        <p:sp>
          <p:nvSpPr>
            <p:cNvPr id="172" name="Freeform 162"/>
            <p:cNvSpPr>
              <a:spLocks/>
            </p:cNvSpPr>
            <p:nvPr/>
          </p:nvSpPr>
          <p:spPr bwMode="auto">
            <a:xfrm flipH="1">
              <a:off x="3692499" y="6126809"/>
              <a:ext cx="2724163" cy="410368"/>
            </a:xfrm>
            <a:custGeom>
              <a:avLst/>
              <a:gdLst>
                <a:gd name="T0" fmla="*/ 0 w 1035"/>
                <a:gd name="T1" fmla="*/ 2147483647 h 146"/>
                <a:gd name="T2" fmla="*/ 2147483647 w 1035"/>
                <a:gd name="T3" fmla="*/ 2147483647 h 146"/>
                <a:gd name="T4" fmla="*/ 2147483647 w 1035"/>
                <a:gd name="T5" fmla="*/ 0 h 146"/>
                <a:gd name="T6" fmla="*/ 0 60000 65536"/>
                <a:gd name="T7" fmla="*/ 0 60000 65536"/>
                <a:gd name="T8" fmla="*/ 0 60000 65536"/>
                <a:gd name="T9" fmla="*/ 0 w 1035"/>
                <a:gd name="T10" fmla="*/ 0 h 146"/>
                <a:gd name="T11" fmla="*/ 1035 w 1035"/>
                <a:gd name="T12" fmla="*/ 146 h 1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35" h="146">
                  <a:moveTo>
                    <a:pt x="0" y="143"/>
                  </a:moveTo>
                  <a:lnTo>
                    <a:pt x="912" y="146"/>
                  </a:lnTo>
                  <a:lnTo>
                    <a:pt x="1035" y="0"/>
                  </a:lnTo>
                </a:path>
              </a:pathLst>
            </a:custGeom>
            <a:noFill/>
            <a:ln w="6350">
              <a:solidFill>
                <a:schemeClr val="bg1">
                  <a:lumMod val="75000"/>
                </a:schemeClr>
              </a:solidFill>
              <a:tail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>
                <a:solidFill>
                  <a:schemeClr val="lt1"/>
                </a:solidFill>
              </a:endParaRPr>
            </a:p>
          </p:txBody>
        </p:sp>
        <p:sp>
          <p:nvSpPr>
            <p:cNvPr id="173" name="Freeform 163"/>
            <p:cNvSpPr>
              <a:spLocks/>
            </p:cNvSpPr>
            <p:nvPr/>
          </p:nvSpPr>
          <p:spPr bwMode="auto">
            <a:xfrm flipV="1">
              <a:off x="4411061" y="5397110"/>
              <a:ext cx="1998199" cy="212367"/>
            </a:xfrm>
            <a:custGeom>
              <a:avLst/>
              <a:gdLst>
                <a:gd name="T0" fmla="*/ 2147483647 w 576"/>
                <a:gd name="T1" fmla="*/ 2147483647 h 140"/>
                <a:gd name="T2" fmla="*/ 2147483647 w 576"/>
                <a:gd name="T3" fmla="*/ 2147483647 h 140"/>
                <a:gd name="T4" fmla="*/ 0 w 576"/>
                <a:gd name="T5" fmla="*/ 0 h 140"/>
                <a:gd name="T6" fmla="*/ 0 60000 65536"/>
                <a:gd name="T7" fmla="*/ 0 60000 65536"/>
                <a:gd name="T8" fmla="*/ 0 60000 65536"/>
                <a:gd name="T9" fmla="*/ 0 w 576"/>
                <a:gd name="T10" fmla="*/ 0 h 140"/>
                <a:gd name="T11" fmla="*/ 576 w 576"/>
                <a:gd name="T12" fmla="*/ 140 h 14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76" h="140">
                  <a:moveTo>
                    <a:pt x="576" y="139"/>
                  </a:moveTo>
                  <a:lnTo>
                    <a:pt x="118" y="140"/>
                  </a:lnTo>
                  <a:lnTo>
                    <a:pt x="0" y="0"/>
                  </a:lnTo>
                </a:path>
              </a:pathLst>
            </a:custGeom>
            <a:noFill/>
            <a:ln w="6350">
              <a:solidFill>
                <a:schemeClr val="bg1">
                  <a:lumMod val="75000"/>
                </a:schemeClr>
              </a:solidFill>
              <a:tail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>
                <a:solidFill>
                  <a:schemeClr val="lt1"/>
                </a:solidFill>
              </a:endParaRPr>
            </a:p>
          </p:txBody>
        </p:sp>
        <p:sp>
          <p:nvSpPr>
            <p:cNvPr id="174" name="Freeform 170"/>
            <p:cNvSpPr>
              <a:spLocks/>
            </p:cNvSpPr>
            <p:nvPr/>
          </p:nvSpPr>
          <p:spPr bwMode="auto">
            <a:xfrm flipV="1">
              <a:off x="440666" y="4529059"/>
              <a:ext cx="1966927" cy="216000"/>
            </a:xfrm>
            <a:custGeom>
              <a:avLst/>
              <a:gdLst>
                <a:gd name="T0" fmla="*/ 0 w 922"/>
                <a:gd name="T1" fmla="*/ 2147483647 h 147"/>
                <a:gd name="T2" fmla="*/ 2147483647 w 922"/>
                <a:gd name="T3" fmla="*/ 2147483647 h 147"/>
                <a:gd name="T4" fmla="*/ 2147483647 w 922"/>
                <a:gd name="T5" fmla="*/ 0 h 147"/>
                <a:gd name="T6" fmla="*/ 0 60000 65536"/>
                <a:gd name="T7" fmla="*/ 0 60000 65536"/>
                <a:gd name="T8" fmla="*/ 0 60000 65536"/>
                <a:gd name="T9" fmla="*/ 0 w 922"/>
                <a:gd name="T10" fmla="*/ 0 h 147"/>
                <a:gd name="T11" fmla="*/ 922 w 922"/>
                <a:gd name="T12" fmla="*/ 147 h 14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22" h="147">
                  <a:moveTo>
                    <a:pt x="0" y="145"/>
                  </a:moveTo>
                  <a:lnTo>
                    <a:pt x="808" y="147"/>
                  </a:lnTo>
                  <a:lnTo>
                    <a:pt x="922" y="0"/>
                  </a:lnTo>
                </a:path>
              </a:pathLst>
            </a:custGeom>
            <a:noFill/>
            <a:ln w="6350">
              <a:solidFill>
                <a:schemeClr val="bg1">
                  <a:lumMod val="75000"/>
                </a:schemeClr>
              </a:solidFill>
              <a:tail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solidFill>
                  <a:schemeClr val="lt1"/>
                </a:solidFill>
              </a:endParaRPr>
            </a:p>
          </p:txBody>
        </p:sp>
        <p:sp>
          <p:nvSpPr>
            <p:cNvPr id="175" name="Freeform 170"/>
            <p:cNvSpPr>
              <a:spLocks/>
            </p:cNvSpPr>
            <p:nvPr/>
          </p:nvSpPr>
          <p:spPr bwMode="auto">
            <a:xfrm flipH="1" flipV="1">
              <a:off x="4342101" y="4529059"/>
              <a:ext cx="2074564" cy="216000"/>
            </a:xfrm>
            <a:custGeom>
              <a:avLst/>
              <a:gdLst>
                <a:gd name="T0" fmla="*/ 0 w 922"/>
                <a:gd name="T1" fmla="*/ 2147483647 h 147"/>
                <a:gd name="T2" fmla="*/ 2147483647 w 922"/>
                <a:gd name="T3" fmla="*/ 2147483647 h 147"/>
                <a:gd name="T4" fmla="*/ 2147483647 w 922"/>
                <a:gd name="T5" fmla="*/ 0 h 147"/>
                <a:gd name="T6" fmla="*/ 0 60000 65536"/>
                <a:gd name="T7" fmla="*/ 0 60000 65536"/>
                <a:gd name="T8" fmla="*/ 0 60000 65536"/>
                <a:gd name="T9" fmla="*/ 0 w 922"/>
                <a:gd name="T10" fmla="*/ 0 h 147"/>
                <a:gd name="T11" fmla="*/ 922 w 922"/>
                <a:gd name="T12" fmla="*/ 147 h 14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22" h="147">
                  <a:moveTo>
                    <a:pt x="0" y="145"/>
                  </a:moveTo>
                  <a:lnTo>
                    <a:pt x="808" y="147"/>
                  </a:lnTo>
                  <a:lnTo>
                    <a:pt x="922" y="0"/>
                  </a:lnTo>
                </a:path>
              </a:pathLst>
            </a:custGeom>
            <a:noFill/>
            <a:ln w="6350">
              <a:solidFill>
                <a:schemeClr val="bg1">
                  <a:lumMod val="75000"/>
                </a:schemeClr>
              </a:solidFill>
              <a:tail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>
                <a:solidFill>
                  <a:schemeClr val="lt1"/>
                </a:solidFill>
              </a:endParaRPr>
            </a:p>
          </p:txBody>
        </p:sp>
        <p:sp>
          <p:nvSpPr>
            <p:cNvPr id="311" name="任意形状 2581">
              <a:extLst>
                <a:ext uri="{FF2B5EF4-FFF2-40B4-BE49-F238E27FC236}">
                  <a16:creationId xmlns:a16="http://schemas.microsoft.com/office/drawing/2014/main" id="{CE39A42F-20B0-4512-91CA-9A1E0D7273A2}"/>
                </a:ext>
              </a:extLst>
            </p:cNvPr>
            <p:cNvSpPr/>
            <p:nvPr/>
          </p:nvSpPr>
          <p:spPr>
            <a:xfrm>
              <a:off x="1898866" y="4593162"/>
              <a:ext cx="269994" cy="2148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93" extrusionOk="0">
                  <a:moveTo>
                    <a:pt x="0" y="4795"/>
                  </a:moveTo>
                  <a:cubicBezTo>
                    <a:pt x="3055" y="1686"/>
                    <a:pt x="6868" y="-7"/>
                    <a:pt x="10800" y="0"/>
                  </a:cubicBezTo>
                  <a:cubicBezTo>
                    <a:pt x="14892" y="0"/>
                    <a:pt x="18649" y="1796"/>
                    <a:pt x="21600" y="4795"/>
                  </a:cubicBezTo>
                  <a:lnTo>
                    <a:pt x="20401" y="6662"/>
                  </a:lnTo>
                  <a:cubicBezTo>
                    <a:pt x="17685" y="3898"/>
                    <a:pt x="14295" y="2393"/>
                    <a:pt x="10800" y="2399"/>
                  </a:cubicBezTo>
                  <a:cubicBezTo>
                    <a:pt x="7163" y="2399"/>
                    <a:pt x="3823" y="3995"/>
                    <a:pt x="1199" y="6662"/>
                  </a:cubicBezTo>
                  <a:lnTo>
                    <a:pt x="0" y="4795"/>
                  </a:lnTo>
                  <a:close/>
                  <a:moveTo>
                    <a:pt x="2999" y="9462"/>
                  </a:moveTo>
                  <a:cubicBezTo>
                    <a:pt x="5206" y="7216"/>
                    <a:pt x="7960" y="5993"/>
                    <a:pt x="10800" y="5998"/>
                  </a:cubicBezTo>
                  <a:cubicBezTo>
                    <a:pt x="13754" y="5998"/>
                    <a:pt x="16468" y="7295"/>
                    <a:pt x="18601" y="9460"/>
                  </a:cubicBezTo>
                  <a:lnTo>
                    <a:pt x="17400" y="11327"/>
                  </a:lnTo>
                  <a:cubicBezTo>
                    <a:pt x="15533" y="9427"/>
                    <a:pt x="13203" y="8393"/>
                    <a:pt x="10800" y="8397"/>
                  </a:cubicBezTo>
                  <a:cubicBezTo>
                    <a:pt x="8300" y="8397"/>
                    <a:pt x="6004" y="9495"/>
                    <a:pt x="4200" y="11327"/>
                  </a:cubicBezTo>
                  <a:lnTo>
                    <a:pt x="2999" y="9460"/>
                  </a:lnTo>
                  <a:close/>
                  <a:moveTo>
                    <a:pt x="6000" y="14128"/>
                  </a:moveTo>
                  <a:cubicBezTo>
                    <a:pt x="7357" y="12746"/>
                    <a:pt x="9052" y="11993"/>
                    <a:pt x="10800" y="11996"/>
                  </a:cubicBezTo>
                  <a:cubicBezTo>
                    <a:pt x="12618" y="11996"/>
                    <a:pt x="14288" y="12794"/>
                    <a:pt x="15600" y="14127"/>
                  </a:cubicBezTo>
                  <a:lnTo>
                    <a:pt x="14400" y="15993"/>
                  </a:lnTo>
                  <a:cubicBezTo>
                    <a:pt x="13382" y="14957"/>
                    <a:pt x="12110" y="14393"/>
                    <a:pt x="10800" y="14395"/>
                  </a:cubicBezTo>
                  <a:cubicBezTo>
                    <a:pt x="9436" y="14395"/>
                    <a:pt x="8184" y="14994"/>
                    <a:pt x="7200" y="15993"/>
                  </a:cubicBezTo>
                  <a:lnTo>
                    <a:pt x="6000" y="14127"/>
                  </a:lnTo>
                  <a:close/>
                  <a:moveTo>
                    <a:pt x="9000" y="18794"/>
                  </a:moveTo>
                  <a:cubicBezTo>
                    <a:pt x="9509" y="18276"/>
                    <a:pt x="10145" y="17993"/>
                    <a:pt x="10800" y="17994"/>
                  </a:cubicBezTo>
                  <a:cubicBezTo>
                    <a:pt x="11482" y="17994"/>
                    <a:pt x="12108" y="18294"/>
                    <a:pt x="12600" y="18793"/>
                  </a:cubicBezTo>
                  <a:lnTo>
                    <a:pt x="10800" y="21593"/>
                  </a:lnTo>
                  <a:lnTo>
                    <a:pt x="9000" y="18793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313" name="任意形状 418">
              <a:extLst>
                <a:ext uri="{FF2B5EF4-FFF2-40B4-BE49-F238E27FC236}">
                  <a16:creationId xmlns:a16="http://schemas.microsoft.com/office/drawing/2014/main" id="{65D0059C-96DA-42B1-8E6F-CAF1DB999FD8}"/>
                </a:ext>
              </a:extLst>
            </p:cNvPr>
            <p:cNvSpPr/>
            <p:nvPr/>
          </p:nvSpPr>
          <p:spPr>
            <a:xfrm>
              <a:off x="4474292" y="6231464"/>
              <a:ext cx="214848" cy="25065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9600" y="13371"/>
                  </a:moveTo>
                  <a:lnTo>
                    <a:pt x="9600" y="15429"/>
                  </a:lnTo>
                  <a:cubicBezTo>
                    <a:pt x="5624" y="15429"/>
                    <a:pt x="2400" y="18192"/>
                    <a:pt x="2400" y="21600"/>
                  </a:cubicBezTo>
                  <a:lnTo>
                    <a:pt x="0" y="21600"/>
                  </a:lnTo>
                  <a:cubicBezTo>
                    <a:pt x="0" y="17055"/>
                    <a:pt x="4298" y="13371"/>
                    <a:pt x="9600" y="13371"/>
                  </a:cubicBezTo>
                  <a:close/>
                  <a:moveTo>
                    <a:pt x="9600" y="12343"/>
                  </a:moveTo>
                  <a:cubicBezTo>
                    <a:pt x="5622" y="12343"/>
                    <a:pt x="2400" y="9581"/>
                    <a:pt x="2400" y="6171"/>
                  </a:cubicBezTo>
                  <a:cubicBezTo>
                    <a:pt x="2400" y="2762"/>
                    <a:pt x="5622" y="0"/>
                    <a:pt x="9600" y="0"/>
                  </a:cubicBezTo>
                  <a:cubicBezTo>
                    <a:pt x="13578" y="0"/>
                    <a:pt x="16800" y="2762"/>
                    <a:pt x="16800" y="6171"/>
                  </a:cubicBezTo>
                  <a:cubicBezTo>
                    <a:pt x="16800" y="9581"/>
                    <a:pt x="13578" y="12343"/>
                    <a:pt x="9600" y="12343"/>
                  </a:cubicBezTo>
                  <a:close/>
                  <a:moveTo>
                    <a:pt x="9600" y="10286"/>
                  </a:moveTo>
                  <a:cubicBezTo>
                    <a:pt x="12252" y="10286"/>
                    <a:pt x="14400" y="8445"/>
                    <a:pt x="14400" y="6171"/>
                  </a:cubicBezTo>
                  <a:cubicBezTo>
                    <a:pt x="14400" y="3898"/>
                    <a:pt x="12252" y="2057"/>
                    <a:pt x="9600" y="2057"/>
                  </a:cubicBezTo>
                  <a:cubicBezTo>
                    <a:pt x="6948" y="2057"/>
                    <a:pt x="4800" y="3898"/>
                    <a:pt x="4800" y="6171"/>
                  </a:cubicBezTo>
                  <a:cubicBezTo>
                    <a:pt x="4800" y="8445"/>
                    <a:pt x="6948" y="10286"/>
                    <a:pt x="9600" y="10286"/>
                  </a:cubicBezTo>
                  <a:close/>
                  <a:moveTo>
                    <a:pt x="20400" y="16457"/>
                  </a:moveTo>
                  <a:lnTo>
                    <a:pt x="21600" y="16457"/>
                  </a:lnTo>
                  <a:lnTo>
                    <a:pt x="21600" y="21600"/>
                  </a:lnTo>
                  <a:lnTo>
                    <a:pt x="12000" y="21600"/>
                  </a:lnTo>
                  <a:lnTo>
                    <a:pt x="12000" y="16457"/>
                  </a:lnTo>
                  <a:lnTo>
                    <a:pt x="13200" y="16457"/>
                  </a:lnTo>
                  <a:lnTo>
                    <a:pt x="13200" y="15429"/>
                  </a:lnTo>
                  <a:cubicBezTo>
                    <a:pt x="13200" y="13724"/>
                    <a:pt x="14812" y="12343"/>
                    <a:pt x="16800" y="12343"/>
                  </a:cubicBezTo>
                  <a:cubicBezTo>
                    <a:pt x="18788" y="12343"/>
                    <a:pt x="20400" y="13724"/>
                    <a:pt x="20400" y="15429"/>
                  </a:cubicBezTo>
                  <a:lnTo>
                    <a:pt x="20400" y="16457"/>
                  </a:lnTo>
                  <a:close/>
                  <a:moveTo>
                    <a:pt x="18000" y="16457"/>
                  </a:moveTo>
                  <a:lnTo>
                    <a:pt x="18000" y="15429"/>
                  </a:lnTo>
                  <a:cubicBezTo>
                    <a:pt x="18000" y="14860"/>
                    <a:pt x="17463" y="14400"/>
                    <a:pt x="16800" y="14400"/>
                  </a:cubicBezTo>
                  <a:cubicBezTo>
                    <a:pt x="16137" y="14400"/>
                    <a:pt x="15600" y="14860"/>
                    <a:pt x="15600" y="15429"/>
                  </a:cubicBezTo>
                  <a:lnTo>
                    <a:pt x="15600" y="16457"/>
                  </a:lnTo>
                  <a:lnTo>
                    <a:pt x="18000" y="16457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314" name="任意形状 979">
              <a:extLst>
                <a:ext uri="{FF2B5EF4-FFF2-40B4-BE49-F238E27FC236}">
                  <a16:creationId xmlns:a16="http://schemas.microsoft.com/office/drawing/2014/main" id="{89EA5CDB-E9FD-473D-978F-26C5570615FB}"/>
                </a:ext>
              </a:extLst>
            </p:cNvPr>
            <p:cNvSpPr/>
            <p:nvPr/>
          </p:nvSpPr>
          <p:spPr>
            <a:xfrm>
              <a:off x="4774456" y="5453727"/>
              <a:ext cx="214848" cy="23872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400" y="21600"/>
                  </a:moveTo>
                  <a:lnTo>
                    <a:pt x="1200" y="21600"/>
                  </a:lnTo>
                  <a:cubicBezTo>
                    <a:pt x="537" y="21600"/>
                    <a:pt x="0" y="21117"/>
                    <a:pt x="0" y="20520"/>
                  </a:cubicBezTo>
                  <a:lnTo>
                    <a:pt x="0" y="1080"/>
                  </a:lnTo>
                  <a:cubicBezTo>
                    <a:pt x="0" y="483"/>
                    <a:pt x="537" y="0"/>
                    <a:pt x="1200" y="0"/>
                  </a:cubicBezTo>
                  <a:lnTo>
                    <a:pt x="20400" y="0"/>
                  </a:lnTo>
                  <a:cubicBezTo>
                    <a:pt x="21063" y="0"/>
                    <a:pt x="21600" y="483"/>
                    <a:pt x="21600" y="1080"/>
                  </a:cubicBezTo>
                  <a:lnTo>
                    <a:pt x="21600" y="20520"/>
                  </a:lnTo>
                  <a:cubicBezTo>
                    <a:pt x="21600" y="21117"/>
                    <a:pt x="21063" y="21600"/>
                    <a:pt x="20400" y="21600"/>
                  </a:cubicBezTo>
                  <a:close/>
                  <a:moveTo>
                    <a:pt x="19200" y="19440"/>
                  </a:moveTo>
                  <a:lnTo>
                    <a:pt x="19200" y="2160"/>
                  </a:lnTo>
                  <a:lnTo>
                    <a:pt x="2400" y="2160"/>
                  </a:lnTo>
                  <a:lnTo>
                    <a:pt x="2400" y="19440"/>
                  </a:lnTo>
                  <a:lnTo>
                    <a:pt x="19200" y="19440"/>
                  </a:lnTo>
                  <a:close/>
                  <a:moveTo>
                    <a:pt x="4800" y="4320"/>
                  </a:moveTo>
                  <a:lnTo>
                    <a:pt x="9600" y="4320"/>
                  </a:lnTo>
                  <a:lnTo>
                    <a:pt x="9600" y="8640"/>
                  </a:lnTo>
                  <a:lnTo>
                    <a:pt x="4800" y="8640"/>
                  </a:lnTo>
                  <a:lnTo>
                    <a:pt x="4800" y="4320"/>
                  </a:lnTo>
                  <a:close/>
                  <a:moveTo>
                    <a:pt x="4800" y="10800"/>
                  </a:moveTo>
                  <a:lnTo>
                    <a:pt x="16800" y="10800"/>
                  </a:lnTo>
                  <a:lnTo>
                    <a:pt x="16800" y="12960"/>
                  </a:lnTo>
                  <a:lnTo>
                    <a:pt x="4800" y="12960"/>
                  </a:lnTo>
                  <a:lnTo>
                    <a:pt x="4800" y="10800"/>
                  </a:lnTo>
                  <a:close/>
                  <a:moveTo>
                    <a:pt x="4800" y="15120"/>
                  </a:moveTo>
                  <a:lnTo>
                    <a:pt x="16800" y="15120"/>
                  </a:lnTo>
                  <a:lnTo>
                    <a:pt x="16800" y="17280"/>
                  </a:lnTo>
                  <a:lnTo>
                    <a:pt x="4800" y="17280"/>
                  </a:lnTo>
                  <a:lnTo>
                    <a:pt x="4800" y="15120"/>
                  </a:lnTo>
                  <a:close/>
                  <a:moveTo>
                    <a:pt x="12000" y="5400"/>
                  </a:moveTo>
                  <a:lnTo>
                    <a:pt x="16800" y="5400"/>
                  </a:lnTo>
                  <a:lnTo>
                    <a:pt x="16800" y="7560"/>
                  </a:lnTo>
                  <a:lnTo>
                    <a:pt x="12000" y="7560"/>
                  </a:lnTo>
                  <a:lnTo>
                    <a:pt x="12000" y="540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315" name="任意形状 382">
              <a:extLst>
                <a:ext uri="{FF2B5EF4-FFF2-40B4-BE49-F238E27FC236}">
                  <a16:creationId xmlns:a16="http://schemas.microsoft.com/office/drawing/2014/main" id="{2D862B4D-38D9-4444-AA1B-C800DA2B5862}"/>
                </a:ext>
              </a:extLst>
            </p:cNvPr>
            <p:cNvSpPr/>
            <p:nvPr/>
          </p:nvSpPr>
          <p:spPr>
            <a:xfrm>
              <a:off x="4750584" y="4593162"/>
              <a:ext cx="262592" cy="23871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636" y="19440"/>
                  </a:moveTo>
                  <a:lnTo>
                    <a:pt x="21600" y="1944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19440"/>
                  </a:lnTo>
                  <a:lnTo>
                    <a:pt x="1964" y="19440"/>
                  </a:lnTo>
                  <a:lnTo>
                    <a:pt x="1964" y="1080"/>
                  </a:lnTo>
                  <a:cubicBezTo>
                    <a:pt x="1964" y="483"/>
                    <a:pt x="2403" y="0"/>
                    <a:pt x="2945" y="0"/>
                  </a:cubicBezTo>
                  <a:lnTo>
                    <a:pt x="18655" y="0"/>
                  </a:lnTo>
                  <a:cubicBezTo>
                    <a:pt x="19197" y="0"/>
                    <a:pt x="19636" y="483"/>
                    <a:pt x="19636" y="1080"/>
                  </a:cubicBezTo>
                  <a:lnTo>
                    <a:pt x="19636" y="19440"/>
                  </a:lnTo>
                  <a:close/>
                  <a:moveTo>
                    <a:pt x="17673" y="19440"/>
                  </a:moveTo>
                  <a:lnTo>
                    <a:pt x="17673" y="2160"/>
                  </a:lnTo>
                  <a:lnTo>
                    <a:pt x="3927" y="2160"/>
                  </a:lnTo>
                  <a:lnTo>
                    <a:pt x="3927" y="19440"/>
                  </a:lnTo>
                  <a:lnTo>
                    <a:pt x="17673" y="19440"/>
                  </a:lnTo>
                  <a:close/>
                  <a:moveTo>
                    <a:pt x="6873" y="9720"/>
                  </a:moveTo>
                  <a:lnTo>
                    <a:pt x="9818" y="9720"/>
                  </a:lnTo>
                  <a:lnTo>
                    <a:pt x="9818" y="11880"/>
                  </a:lnTo>
                  <a:lnTo>
                    <a:pt x="6873" y="11880"/>
                  </a:lnTo>
                  <a:lnTo>
                    <a:pt x="6873" y="9720"/>
                  </a:lnTo>
                  <a:close/>
                  <a:moveTo>
                    <a:pt x="6873" y="5400"/>
                  </a:moveTo>
                  <a:lnTo>
                    <a:pt x="9818" y="5400"/>
                  </a:lnTo>
                  <a:lnTo>
                    <a:pt x="9818" y="7560"/>
                  </a:lnTo>
                  <a:lnTo>
                    <a:pt x="6873" y="7560"/>
                  </a:lnTo>
                  <a:lnTo>
                    <a:pt x="6873" y="5400"/>
                  </a:lnTo>
                  <a:close/>
                  <a:moveTo>
                    <a:pt x="6873" y="14040"/>
                  </a:moveTo>
                  <a:lnTo>
                    <a:pt x="9818" y="14040"/>
                  </a:lnTo>
                  <a:lnTo>
                    <a:pt x="9818" y="16200"/>
                  </a:lnTo>
                  <a:lnTo>
                    <a:pt x="6873" y="16200"/>
                  </a:lnTo>
                  <a:lnTo>
                    <a:pt x="6873" y="14040"/>
                  </a:lnTo>
                  <a:close/>
                  <a:moveTo>
                    <a:pt x="11782" y="14040"/>
                  </a:moveTo>
                  <a:lnTo>
                    <a:pt x="14727" y="14040"/>
                  </a:lnTo>
                  <a:lnTo>
                    <a:pt x="14727" y="16200"/>
                  </a:lnTo>
                  <a:lnTo>
                    <a:pt x="11782" y="16200"/>
                  </a:lnTo>
                  <a:lnTo>
                    <a:pt x="11782" y="14040"/>
                  </a:lnTo>
                  <a:close/>
                  <a:moveTo>
                    <a:pt x="11782" y="9720"/>
                  </a:moveTo>
                  <a:lnTo>
                    <a:pt x="14727" y="9720"/>
                  </a:lnTo>
                  <a:lnTo>
                    <a:pt x="14727" y="11880"/>
                  </a:lnTo>
                  <a:lnTo>
                    <a:pt x="11782" y="11880"/>
                  </a:lnTo>
                  <a:lnTo>
                    <a:pt x="11782" y="9720"/>
                  </a:lnTo>
                  <a:close/>
                  <a:moveTo>
                    <a:pt x="11782" y="5400"/>
                  </a:moveTo>
                  <a:lnTo>
                    <a:pt x="14727" y="5400"/>
                  </a:lnTo>
                  <a:lnTo>
                    <a:pt x="14727" y="7560"/>
                  </a:lnTo>
                  <a:lnTo>
                    <a:pt x="11782" y="7560"/>
                  </a:lnTo>
                  <a:lnTo>
                    <a:pt x="11782" y="540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316" name="任意形状 1079">
              <a:extLst>
                <a:ext uri="{FF2B5EF4-FFF2-40B4-BE49-F238E27FC236}">
                  <a16:creationId xmlns:a16="http://schemas.microsoft.com/office/drawing/2014/main" id="{9F2FB9B5-9485-4033-AEAC-0AE49468F831}"/>
                </a:ext>
              </a:extLst>
            </p:cNvPr>
            <p:cNvSpPr/>
            <p:nvPr/>
          </p:nvSpPr>
          <p:spPr>
            <a:xfrm>
              <a:off x="1914503" y="3845412"/>
              <a:ext cx="238720" cy="23872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19440"/>
                  </a:moveTo>
                  <a:cubicBezTo>
                    <a:pt x="15572" y="19440"/>
                    <a:pt x="19440" y="15572"/>
                    <a:pt x="19440" y="10800"/>
                  </a:cubicBezTo>
                  <a:cubicBezTo>
                    <a:pt x="19440" y="6028"/>
                    <a:pt x="15572" y="2160"/>
                    <a:pt x="10800" y="2160"/>
                  </a:cubicBezTo>
                  <a:cubicBezTo>
                    <a:pt x="6028" y="2160"/>
                    <a:pt x="2160" y="6028"/>
                    <a:pt x="2160" y="10800"/>
                  </a:cubicBezTo>
                  <a:cubicBezTo>
                    <a:pt x="2160" y="15572"/>
                    <a:pt x="6028" y="19440"/>
                    <a:pt x="10800" y="19440"/>
                  </a:cubicBezTo>
                  <a:close/>
                  <a:moveTo>
                    <a:pt x="10800" y="21600"/>
                  </a:moveTo>
                  <a:cubicBezTo>
                    <a:pt x="4835" y="21600"/>
                    <a:pt x="0" y="16765"/>
                    <a:pt x="0" y="10800"/>
                  </a:cubicBez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lose/>
                  <a:moveTo>
                    <a:pt x="10800" y="12960"/>
                  </a:moveTo>
                  <a:cubicBezTo>
                    <a:pt x="11993" y="12960"/>
                    <a:pt x="12960" y="11993"/>
                    <a:pt x="12960" y="10800"/>
                  </a:cubicBezTo>
                  <a:cubicBezTo>
                    <a:pt x="12960" y="9607"/>
                    <a:pt x="11993" y="8640"/>
                    <a:pt x="10800" y="8640"/>
                  </a:cubicBezTo>
                  <a:cubicBezTo>
                    <a:pt x="9607" y="8640"/>
                    <a:pt x="8640" y="9607"/>
                    <a:pt x="8640" y="10800"/>
                  </a:cubicBezTo>
                  <a:cubicBezTo>
                    <a:pt x="8640" y="11993"/>
                    <a:pt x="9607" y="12960"/>
                    <a:pt x="10800" y="12960"/>
                  </a:cubicBezTo>
                  <a:close/>
                  <a:moveTo>
                    <a:pt x="10800" y="15120"/>
                  </a:moveTo>
                  <a:cubicBezTo>
                    <a:pt x="8414" y="15120"/>
                    <a:pt x="6480" y="13186"/>
                    <a:pt x="6480" y="10800"/>
                  </a:cubicBezTo>
                  <a:cubicBezTo>
                    <a:pt x="6480" y="8414"/>
                    <a:pt x="8414" y="6480"/>
                    <a:pt x="10800" y="6480"/>
                  </a:cubicBezTo>
                  <a:cubicBezTo>
                    <a:pt x="13186" y="6480"/>
                    <a:pt x="15120" y="8414"/>
                    <a:pt x="15120" y="10800"/>
                  </a:cubicBezTo>
                  <a:cubicBezTo>
                    <a:pt x="15120" y="13186"/>
                    <a:pt x="13186" y="15120"/>
                    <a:pt x="10800" y="15120"/>
                  </a:cubicBez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317" name="任意形状 489">
              <a:extLst>
                <a:ext uri="{FF2B5EF4-FFF2-40B4-BE49-F238E27FC236}">
                  <a16:creationId xmlns:a16="http://schemas.microsoft.com/office/drawing/2014/main" id="{E72C5921-9553-4EAB-BDC8-EE59390FBD85}"/>
                </a:ext>
              </a:extLst>
            </p:cNvPr>
            <p:cNvSpPr/>
            <p:nvPr/>
          </p:nvSpPr>
          <p:spPr>
            <a:xfrm>
              <a:off x="4762736" y="3845412"/>
              <a:ext cx="238288" cy="22637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7" h="21600" extrusionOk="0">
                  <a:moveTo>
                    <a:pt x="2160" y="14779"/>
                  </a:moveTo>
                  <a:lnTo>
                    <a:pt x="19437" y="14779"/>
                  </a:lnTo>
                  <a:lnTo>
                    <a:pt x="19437" y="2274"/>
                  </a:lnTo>
                  <a:lnTo>
                    <a:pt x="2160" y="2274"/>
                  </a:lnTo>
                  <a:lnTo>
                    <a:pt x="2160" y="14779"/>
                  </a:lnTo>
                  <a:close/>
                  <a:moveTo>
                    <a:pt x="11879" y="17053"/>
                  </a:moveTo>
                  <a:lnTo>
                    <a:pt x="11879" y="19326"/>
                  </a:lnTo>
                  <a:lnTo>
                    <a:pt x="16198" y="19326"/>
                  </a:lnTo>
                  <a:lnTo>
                    <a:pt x="16198" y="21600"/>
                  </a:lnTo>
                  <a:lnTo>
                    <a:pt x="5400" y="21600"/>
                  </a:lnTo>
                  <a:lnTo>
                    <a:pt x="5400" y="19326"/>
                  </a:lnTo>
                  <a:lnTo>
                    <a:pt x="9719" y="19326"/>
                  </a:lnTo>
                  <a:lnTo>
                    <a:pt x="9719" y="17053"/>
                  </a:lnTo>
                  <a:lnTo>
                    <a:pt x="1072" y="17053"/>
                  </a:lnTo>
                  <a:cubicBezTo>
                    <a:pt x="477" y="17049"/>
                    <a:pt x="-3" y="16538"/>
                    <a:pt x="1" y="15911"/>
                  </a:cubicBezTo>
                  <a:cubicBezTo>
                    <a:pt x="1" y="15910"/>
                    <a:pt x="1" y="15909"/>
                    <a:pt x="1" y="15908"/>
                  </a:cubicBezTo>
                  <a:lnTo>
                    <a:pt x="1" y="1145"/>
                  </a:lnTo>
                  <a:cubicBezTo>
                    <a:pt x="1" y="513"/>
                    <a:pt x="492" y="0"/>
                    <a:pt x="1072" y="0"/>
                  </a:cubicBezTo>
                  <a:lnTo>
                    <a:pt x="20526" y="0"/>
                  </a:lnTo>
                  <a:cubicBezTo>
                    <a:pt x="21118" y="0"/>
                    <a:pt x="21597" y="510"/>
                    <a:pt x="21597" y="1145"/>
                  </a:cubicBezTo>
                  <a:lnTo>
                    <a:pt x="21597" y="15908"/>
                  </a:lnTo>
                  <a:cubicBezTo>
                    <a:pt x="21597" y="16540"/>
                    <a:pt x="21106" y="17053"/>
                    <a:pt x="20526" y="17053"/>
                  </a:cubicBezTo>
                  <a:lnTo>
                    <a:pt x="11879" y="17053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319" name="任意形状 1171">
              <a:extLst>
                <a:ext uri="{FF2B5EF4-FFF2-40B4-BE49-F238E27FC236}">
                  <a16:creationId xmlns:a16="http://schemas.microsoft.com/office/drawing/2014/main" id="{9EE5DC15-CC03-4AB5-9686-2CECA2F6814E}"/>
                </a:ext>
              </a:extLst>
            </p:cNvPr>
            <p:cNvSpPr/>
            <p:nvPr/>
          </p:nvSpPr>
          <p:spPr>
            <a:xfrm>
              <a:off x="1926439" y="6113220"/>
              <a:ext cx="214848" cy="23872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400" y="21600"/>
                  </a:moveTo>
                  <a:lnTo>
                    <a:pt x="1200" y="21600"/>
                  </a:lnTo>
                  <a:cubicBezTo>
                    <a:pt x="537" y="21600"/>
                    <a:pt x="0" y="21117"/>
                    <a:pt x="0" y="20520"/>
                  </a:cubicBezTo>
                  <a:lnTo>
                    <a:pt x="0" y="1080"/>
                  </a:lnTo>
                  <a:cubicBezTo>
                    <a:pt x="0" y="483"/>
                    <a:pt x="537" y="0"/>
                    <a:pt x="1200" y="0"/>
                  </a:cubicBezTo>
                  <a:lnTo>
                    <a:pt x="20400" y="0"/>
                  </a:lnTo>
                  <a:cubicBezTo>
                    <a:pt x="21063" y="0"/>
                    <a:pt x="21600" y="483"/>
                    <a:pt x="21600" y="1080"/>
                  </a:cubicBezTo>
                  <a:lnTo>
                    <a:pt x="21600" y="20520"/>
                  </a:lnTo>
                  <a:cubicBezTo>
                    <a:pt x="21600" y="21117"/>
                    <a:pt x="21063" y="21600"/>
                    <a:pt x="20400" y="21600"/>
                  </a:cubicBezTo>
                  <a:close/>
                  <a:moveTo>
                    <a:pt x="4800" y="2160"/>
                  </a:moveTo>
                  <a:lnTo>
                    <a:pt x="2400" y="2160"/>
                  </a:lnTo>
                  <a:lnTo>
                    <a:pt x="2400" y="19440"/>
                  </a:lnTo>
                  <a:lnTo>
                    <a:pt x="19200" y="19440"/>
                  </a:lnTo>
                  <a:lnTo>
                    <a:pt x="19200" y="2160"/>
                  </a:lnTo>
                  <a:lnTo>
                    <a:pt x="13200" y="2160"/>
                  </a:lnTo>
                  <a:lnTo>
                    <a:pt x="13200" y="11880"/>
                  </a:lnTo>
                  <a:lnTo>
                    <a:pt x="9000" y="9720"/>
                  </a:lnTo>
                  <a:lnTo>
                    <a:pt x="4800" y="11880"/>
                  </a:lnTo>
                  <a:lnTo>
                    <a:pt x="4800" y="216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C1871702-E92D-4EA0-8338-18ED3AD79648}"/>
                </a:ext>
              </a:extLst>
            </p:cNvPr>
            <p:cNvGrpSpPr/>
            <p:nvPr/>
          </p:nvGrpSpPr>
          <p:grpSpPr>
            <a:xfrm>
              <a:off x="2604255" y="4088058"/>
              <a:ext cx="216735" cy="216979"/>
              <a:chOff x="-495446" y="1817985"/>
              <a:chExt cx="216735" cy="216979"/>
            </a:xfrm>
          </p:grpSpPr>
          <p:sp>
            <p:nvSpPr>
              <p:cNvPr id="324" name="타원 323">
                <a:extLst>
                  <a:ext uri="{FF2B5EF4-FFF2-40B4-BE49-F238E27FC236}">
                    <a16:creationId xmlns:a16="http://schemas.microsoft.com/office/drawing/2014/main" id="{A25ACA3A-109A-4456-941F-9E81688B3A01}"/>
                  </a:ext>
                </a:extLst>
              </p:cNvPr>
              <p:cNvSpPr/>
              <p:nvPr/>
            </p:nvSpPr>
            <p:spPr>
              <a:xfrm>
                <a:off x="-495446" y="1817985"/>
                <a:ext cx="216735" cy="216979"/>
              </a:xfrm>
              <a:prstGeom prst="ellipse">
                <a:avLst/>
              </a:prstGeom>
              <a:solidFill>
                <a:srgbClr val="0070C0">
                  <a:alpha val="20000"/>
                </a:srgbClr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000" tIns="18000" rIns="18000" bIns="18000" rtlCol="0" anchor="ctr"/>
              <a:lstStyle/>
              <a:p>
                <a:pPr algn="ctr" defTabSz="621991">
                  <a:buSzPct val="80000"/>
                </a:pPr>
                <a:endParaRPr lang="ko-KR" altLang="en-US" sz="1100" b="1" kern="0" dirty="0" err="1">
                  <a:gradFill>
                    <a:gsLst>
                      <a:gs pos="0">
                        <a:srgbClr val="2C2C2C"/>
                      </a:gs>
                      <a:gs pos="51000">
                        <a:srgbClr val="2C2C2C"/>
                      </a:gs>
                    </a:gsLst>
                    <a:lin ang="5400000" scaled="1"/>
                  </a:gradFill>
                  <a:latin typeface="+mn-ea"/>
                </a:endParaRPr>
              </a:p>
            </p:txBody>
          </p:sp>
          <p:sp>
            <p:nvSpPr>
              <p:cNvPr id="326" name="타원 325">
                <a:extLst>
                  <a:ext uri="{FF2B5EF4-FFF2-40B4-BE49-F238E27FC236}">
                    <a16:creationId xmlns:a16="http://schemas.microsoft.com/office/drawing/2014/main" id="{16BA5391-5384-4D29-A426-D9F335572DE7}"/>
                  </a:ext>
                </a:extLst>
              </p:cNvPr>
              <p:cNvSpPr/>
              <p:nvPr/>
            </p:nvSpPr>
            <p:spPr>
              <a:xfrm>
                <a:off x="-457141" y="1856412"/>
                <a:ext cx="140124" cy="140124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Pretendard" panose="02000503000000020004" pitchFamily="50" charset="-127"/>
                  <a:ea typeface="Pretendard" panose="02000503000000020004" pitchFamily="50" charset="-127"/>
                </a:endParaRPr>
              </a:p>
            </p:txBody>
          </p:sp>
        </p:grpSp>
        <p:grpSp>
          <p:nvGrpSpPr>
            <p:cNvPr id="331" name="그룹 330">
              <a:extLst>
                <a:ext uri="{FF2B5EF4-FFF2-40B4-BE49-F238E27FC236}">
                  <a16:creationId xmlns:a16="http://schemas.microsoft.com/office/drawing/2014/main" id="{557ED30B-5BDD-4E1D-9B08-57F91B51556E}"/>
                </a:ext>
              </a:extLst>
            </p:cNvPr>
            <p:cNvGrpSpPr/>
            <p:nvPr/>
          </p:nvGrpSpPr>
          <p:grpSpPr>
            <a:xfrm>
              <a:off x="2305424" y="4643068"/>
              <a:ext cx="216735" cy="216979"/>
              <a:chOff x="-495446" y="1817985"/>
              <a:chExt cx="216735" cy="216979"/>
            </a:xfrm>
          </p:grpSpPr>
          <p:sp>
            <p:nvSpPr>
              <p:cNvPr id="332" name="타원 331">
                <a:extLst>
                  <a:ext uri="{FF2B5EF4-FFF2-40B4-BE49-F238E27FC236}">
                    <a16:creationId xmlns:a16="http://schemas.microsoft.com/office/drawing/2014/main" id="{7E86943B-FE11-4A8E-99CB-46E1D58E1FBC}"/>
                  </a:ext>
                </a:extLst>
              </p:cNvPr>
              <p:cNvSpPr/>
              <p:nvPr/>
            </p:nvSpPr>
            <p:spPr>
              <a:xfrm>
                <a:off x="-495446" y="1817985"/>
                <a:ext cx="216735" cy="216979"/>
              </a:xfrm>
              <a:prstGeom prst="ellipse">
                <a:avLst/>
              </a:prstGeom>
              <a:solidFill>
                <a:srgbClr val="0070C0">
                  <a:alpha val="20000"/>
                </a:srgbClr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000" tIns="18000" rIns="18000" bIns="18000" rtlCol="0" anchor="ctr"/>
              <a:lstStyle/>
              <a:p>
                <a:pPr algn="ctr" defTabSz="621991">
                  <a:buSzPct val="80000"/>
                </a:pPr>
                <a:endParaRPr lang="ko-KR" altLang="en-US" sz="1100" b="1" kern="0" dirty="0" err="1">
                  <a:gradFill>
                    <a:gsLst>
                      <a:gs pos="0">
                        <a:srgbClr val="2C2C2C"/>
                      </a:gs>
                      <a:gs pos="51000">
                        <a:srgbClr val="2C2C2C"/>
                      </a:gs>
                    </a:gsLst>
                    <a:lin ang="5400000" scaled="1"/>
                  </a:gradFill>
                  <a:latin typeface="+mn-ea"/>
                </a:endParaRPr>
              </a:p>
            </p:txBody>
          </p:sp>
          <p:sp>
            <p:nvSpPr>
              <p:cNvPr id="333" name="타원 332">
                <a:extLst>
                  <a:ext uri="{FF2B5EF4-FFF2-40B4-BE49-F238E27FC236}">
                    <a16:creationId xmlns:a16="http://schemas.microsoft.com/office/drawing/2014/main" id="{43B96381-7553-4C3E-AD4B-B33BEB96BA6B}"/>
                  </a:ext>
                </a:extLst>
              </p:cNvPr>
              <p:cNvSpPr/>
              <p:nvPr/>
            </p:nvSpPr>
            <p:spPr>
              <a:xfrm>
                <a:off x="-457141" y="1856412"/>
                <a:ext cx="140124" cy="140124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Pretendard" panose="02000503000000020004" pitchFamily="50" charset="-127"/>
                  <a:ea typeface="Pretendard" panose="02000503000000020004" pitchFamily="50" charset="-127"/>
                </a:endParaRPr>
              </a:p>
            </p:txBody>
          </p:sp>
        </p:grpSp>
        <p:grpSp>
          <p:nvGrpSpPr>
            <p:cNvPr id="334" name="그룹 333">
              <a:extLst>
                <a:ext uri="{FF2B5EF4-FFF2-40B4-BE49-F238E27FC236}">
                  <a16:creationId xmlns:a16="http://schemas.microsoft.com/office/drawing/2014/main" id="{935E5CD5-4B36-4577-B48A-5F085EB6E377}"/>
                </a:ext>
              </a:extLst>
            </p:cNvPr>
            <p:cNvGrpSpPr/>
            <p:nvPr/>
          </p:nvGrpSpPr>
          <p:grpSpPr>
            <a:xfrm>
              <a:off x="2577876" y="5735219"/>
              <a:ext cx="216735" cy="216979"/>
              <a:chOff x="-495446" y="1817985"/>
              <a:chExt cx="216735" cy="216979"/>
            </a:xfrm>
          </p:grpSpPr>
          <p:sp>
            <p:nvSpPr>
              <p:cNvPr id="335" name="타원 334">
                <a:extLst>
                  <a:ext uri="{FF2B5EF4-FFF2-40B4-BE49-F238E27FC236}">
                    <a16:creationId xmlns:a16="http://schemas.microsoft.com/office/drawing/2014/main" id="{9A9011CA-E1D4-44C6-BA44-6B18B17D60B0}"/>
                  </a:ext>
                </a:extLst>
              </p:cNvPr>
              <p:cNvSpPr/>
              <p:nvPr/>
            </p:nvSpPr>
            <p:spPr>
              <a:xfrm>
                <a:off x="-495446" y="1817985"/>
                <a:ext cx="216735" cy="216979"/>
              </a:xfrm>
              <a:prstGeom prst="ellipse">
                <a:avLst/>
              </a:prstGeom>
              <a:solidFill>
                <a:srgbClr val="0070C0">
                  <a:alpha val="20000"/>
                </a:srgbClr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000" tIns="18000" rIns="18000" bIns="18000" rtlCol="0" anchor="ctr"/>
              <a:lstStyle/>
              <a:p>
                <a:pPr algn="ctr" defTabSz="621991">
                  <a:buSzPct val="80000"/>
                </a:pPr>
                <a:endParaRPr lang="ko-KR" altLang="en-US" sz="1100" b="1" kern="0" dirty="0" err="1">
                  <a:gradFill>
                    <a:gsLst>
                      <a:gs pos="0">
                        <a:srgbClr val="2C2C2C"/>
                      </a:gs>
                      <a:gs pos="51000">
                        <a:srgbClr val="2C2C2C"/>
                      </a:gs>
                    </a:gsLst>
                    <a:lin ang="5400000" scaled="1"/>
                  </a:gradFill>
                  <a:latin typeface="+mn-ea"/>
                </a:endParaRPr>
              </a:p>
            </p:txBody>
          </p:sp>
          <p:sp>
            <p:nvSpPr>
              <p:cNvPr id="336" name="타원 335">
                <a:extLst>
                  <a:ext uri="{FF2B5EF4-FFF2-40B4-BE49-F238E27FC236}">
                    <a16:creationId xmlns:a16="http://schemas.microsoft.com/office/drawing/2014/main" id="{8FACDDD3-1200-4105-8BD7-2597C1687909}"/>
                  </a:ext>
                </a:extLst>
              </p:cNvPr>
              <p:cNvSpPr/>
              <p:nvPr/>
            </p:nvSpPr>
            <p:spPr>
              <a:xfrm>
                <a:off x="-457141" y="1856412"/>
                <a:ext cx="140124" cy="140124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Pretendard" panose="02000503000000020004" pitchFamily="50" charset="-127"/>
                  <a:ea typeface="Pretendard" panose="02000503000000020004" pitchFamily="50" charset="-127"/>
                </a:endParaRPr>
              </a:p>
            </p:txBody>
          </p:sp>
        </p:grpSp>
        <p:grpSp>
          <p:nvGrpSpPr>
            <p:cNvPr id="337" name="그룹 336">
              <a:extLst>
                <a:ext uri="{FF2B5EF4-FFF2-40B4-BE49-F238E27FC236}">
                  <a16:creationId xmlns:a16="http://schemas.microsoft.com/office/drawing/2014/main" id="{E709CAC8-F2EF-4062-AD72-725D8E02CC6E}"/>
                </a:ext>
              </a:extLst>
            </p:cNvPr>
            <p:cNvGrpSpPr/>
            <p:nvPr/>
          </p:nvGrpSpPr>
          <p:grpSpPr>
            <a:xfrm>
              <a:off x="4000774" y="4088058"/>
              <a:ext cx="216735" cy="216979"/>
              <a:chOff x="-495446" y="1817985"/>
              <a:chExt cx="216735" cy="216979"/>
            </a:xfrm>
          </p:grpSpPr>
          <p:sp>
            <p:nvSpPr>
              <p:cNvPr id="338" name="타원 337">
                <a:extLst>
                  <a:ext uri="{FF2B5EF4-FFF2-40B4-BE49-F238E27FC236}">
                    <a16:creationId xmlns:a16="http://schemas.microsoft.com/office/drawing/2014/main" id="{EF3B24CB-CEF7-45F3-824E-690F974958DA}"/>
                  </a:ext>
                </a:extLst>
              </p:cNvPr>
              <p:cNvSpPr/>
              <p:nvPr/>
            </p:nvSpPr>
            <p:spPr>
              <a:xfrm>
                <a:off x="-495446" y="1817985"/>
                <a:ext cx="216735" cy="216979"/>
              </a:xfrm>
              <a:prstGeom prst="ellipse">
                <a:avLst/>
              </a:prstGeom>
              <a:solidFill>
                <a:srgbClr val="0070C0">
                  <a:alpha val="20000"/>
                </a:srgbClr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000" tIns="18000" rIns="18000" bIns="18000" rtlCol="0" anchor="ctr"/>
              <a:lstStyle/>
              <a:p>
                <a:pPr algn="ctr" defTabSz="621991" latinLnBrk="0">
                  <a:buSzPct val="80000"/>
                </a:pPr>
                <a:endParaRPr lang="ko-KR" altLang="en-US" sz="1100" b="1" kern="0" dirty="0" err="1">
                  <a:gradFill>
                    <a:gsLst>
                      <a:gs pos="0">
                        <a:srgbClr val="2C2C2C"/>
                      </a:gs>
                      <a:gs pos="51000">
                        <a:srgbClr val="2C2C2C"/>
                      </a:gs>
                    </a:gsLst>
                    <a:lin ang="5400000" scaled="1"/>
                  </a:gradFill>
                  <a:latin typeface="+mn-ea"/>
                </a:endParaRPr>
              </a:p>
            </p:txBody>
          </p:sp>
          <p:sp>
            <p:nvSpPr>
              <p:cNvPr id="339" name="타원 338">
                <a:extLst>
                  <a:ext uri="{FF2B5EF4-FFF2-40B4-BE49-F238E27FC236}">
                    <a16:creationId xmlns:a16="http://schemas.microsoft.com/office/drawing/2014/main" id="{0D817DF6-278A-4FF4-8FB9-CB256E8362EF}"/>
                  </a:ext>
                </a:extLst>
              </p:cNvPr>
              <p:cNvSpPr/>
              <p:nvPr/>
            </p:nvSpPr>
            <p:spPr>
              <a:xfrm>
                <a:off x="-457141" y="1856412"/>
                <a:ext cx="140124" cy="140124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Pretendard" panose="02000503000000020004" pitchFamily="50" charset="-127"/>
                  <a:ea typeface="Pretendard" panose="02000503000000020004" pitchFamily="50" charset="-127"/>
                </a:endParaRPr>
              </a:p>
            </p:txBody>
          </p:sp>
        </p:grpSp>
        <p:grpSp>
          <p:nvGrpSpPr>
            <p:cNvPr id="340" name="그룹 339">
              <a:extLst>
                <a:ext uri="{FF2B5EF4-FFF2-40B4-BE49-F238E27FC236}">
                  <a16:creationId xmlns:a16="http://schemas.microsoft.com/office/drawing/2014/main" id="{9643BEDB-553F-44B5-AC5F-2F02FDDA7B70}"/>
                </a:ext>
              </a:extLst>
            </p:cNvPr>
            <p:cNvGrpSpPr/>
            <p:nvPr/>
          </p:nvGrpSpPr>
          <p:grpSpPr>
            <a:xfrm>
              <a:off x="4232632" y="4643068"/>
              <a:ext cx="216735" cy="216979"/>
              <a:chOff x="-495446" y="1817985"/>
              <a:chExt cx="216735" cy="216979"/>
            </a:xfrm>
          </p:grpSpPr>
          <p:sp>
            <p:nvSpPr>
              <p:cNvPr id="341" name="타원 340">
                <a:extLst>
                  <a:ext uri="{FF2B5EF4-FFF2-40B4-BE49-F238E27FC236}">
                    <a16:creationId xmlns:a16="http://schemas.microsoft.com/office/drawing/2014/main" id="{9F5C7ACD-5A35-4A96-9345-457AF0D5ABCF}"/>
                  </a:ext>
                </a:extLst>
              </p:cNvPr>
              <p:cNvSpPr/>
              <p:nvPr/>
            </p:nvSpPr>
            <p:spPr>
              <a:xfrm>
                <a:off x="-495446" y="1817985"/>
                <a:ext cx="216735" cy="216979"/>
              </a:xfrm>
              <a:prstGeom prst="ellipse">
                <a:avLst/>
              </a:prstGeom>
              <a:solidFill>
                <a:srgbClr val="0070C0">
                  <a:alpha val="20000"/>
                </a:srgbClr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000" tIns="18000" rIns="18000" bIns="18000" rtlCol="0" anchor="ctr"/>
              <a:lstStyle/>
              <a:p>
                <a:pPr algn="ctr" defTabSz="621991">
                  <a:buSzPct val="80000"/>
                </a:pPr>
                <a:endParaRPr lang="ko-KR" altLang="en-US" sz="1100" b="1" kern="0" dirty="0" err="1">
                  <a:gradFill>
                    <a:gsLst>
                      <a:gs pos="0">
                        <a:srgbClr val="2C2C2C"/>
                      </a:gs>
                      <a:gs pos="51000">
                        <a:srgbClr val="2C2C2C"/>
                      </a:gs>
                    </a:gsLst>
                    <a:lin ang="5400000" scaled="1"/>
                  </a:gradFill>
                  <a:latin typeface="+mn-ea"/>
                </a:endParaRPr>
              </a:p>
            </p:txBody>
          </p:sp>
          <p:sp>
            <p:nvSpPr>
              <p:cNvPr id="342" name="타원 341">
                <a:extLst>
                  <a:ext uri="{FF2B5EF4-FFF2-40B4-BE49-F238E27FC236}">
                    <a16:creationId xmlns:a16="http://schemas.microsoft.com/office/drawing/2014/main" id="{7B629089-9D51-446A-96A0-852DFA9C3BA8}"/>
                  </a:ext>
                </a:extLst>
              </p:cNvPr>
              <p:cNvSpPr/>
              <p:nvPr/>
            </p:nvSpPr>
            <p:spPr>
              <a:xfrm>
                <a:off x="-457141" y="1856412"/>
                <a:ext cx="140124" cy="140124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Pretendard" panose="02000503000000020004" pitchFamily="50" charset="-127"/>
                  <a:ea typeface="Pretendard" panose="02000503000000020004" pitchFamily="50" charset="-127"/>
                </a:endParaRPr>
              </a:p>
            </p:txBody>
          </p:sp>
        </p:grpSp>
        <p:grpSp>
          <p:nvGrpSpPr>
            <p:cNvPr id="343" name="그룹 342">
              <a:extLst>
                <a:ext uri="{FF2B5EF4-FFF2-40B4-BE49-F238E27FC236}">
                  <a16:creationId xmlns:a16="http://schemas.microsoft.com/office/drawing/2014/main" id="{54952DC9-61A9-4E6A-8613-C3F7FC5311C4}"/>
                </a:ext>
              </a:extLst>
            </p:cNvPr>
            <p:cNvGrpSpPr/>
            <p:nvPr/>
          </p:nvGrpSpPr>
          <p:grpSpPr>
            <a:xfrm>
              <a:off x="4301911" y="5504156"/>
              <a:ext cx="216735" cy="216979"/>
              <a:chOff x="-495446" y="1817985"/>
              <a:chExt cx="216735" cy="216979"/>
            </a:xfrm>
          </p:grpSpPr>
          <p:sp>
            <p:nvSpPr>
              <p:cNvPr id="344" name="타원 343">
                <a:extLst>
                  <a:ext uri="{FF2B5EF4-FFF2-40B4-BE49-F238E27FC236}">
                    <a16:creationId xmlns:a16="http://schemas.microsoft.com/office/drawing/2014/main" id="{43FC80E4-7E5F-4417-8B1C-026CF8966472}"/>
                  </a:ext>
                </a:extLst>
              </p:cNvPr>
              <p:cNvSpPr/>
              <p:nvPr/>
            </p:nvSpPr>
            <p:spPr>
              <a:xfrm>
                <a:off x="-495446" y="1817985"/>
                <a:ext cx="216735" cy="216979"/>
              </a:xfrm>
              <a:prstGeom prst="ellipse">
                <a:avLst/>
              </a:prstGeom>
              <a:solidFill>
                <a:srgbClr val="0070C0">
                  <a:alpha val="20000"/>
                </a:srgbClr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000" tIns="18000" rIns="18000" bIns="18000" rtlCol="0" anchor="ctr"/>
              <a:lstStyle/>
              <a:p>
                <a:pPr algn="ctr" defTabSz="621991">
                  <a:buSzPct val="80000"/>
                </a:pPr>
                <a:endParaRPr lang="ko-KR" altLang="en-US" sz="1100" b="1" kern="0" dirty="0" err="1">
                  <a:gradFill>
                    <a:gsLst>
                      <a:gs pos="0">
                        <a:srgbClr val="2C2C2C"/>
                      </a:gs>
                      <a:gs pos="51000">
                        <a:srgbClr val="2C2C2C"/>
                      </a:gs>
                    </a:gsLst>
                    <a:lin ang="5400000" scaled="1"/>
                  </a:gradFill>
                  <a:latin typeface="+mn-ea"/>
                </a:endParaRPr>
              </a:p>
            </p:txBody>
          </p:sp>
          <p:sp>
            <p:nvSpPr>
              <p:cNvPr id="345" name="타원 344">
                <a:extLst>
                  <a:ext uri="{FF2B5EF4-FFF2-40B4-BE49-F238E27FC236}">
                    <a16:creationId xmlns:a16="http://schemas.microsoft.com/office/drawing/2014/main" id="{78806862-42C1-4AF3-9DFD-7244978B3601}"/>
                  </a:ext>
                </a:extLst>
              </p:cNvPr>
              <p:cNvSpPr/>
              <p:nvPr/>
            </p:nvSpPr>
            <p:spPr>
              <a:xfrm>
                <a:off x="-457141" y="1856412"/>
                <a:ext cx="140124" cy="140124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Pretendard" panose="02000503000000020004" pitchFamily="50" charset="-127"/>
                  <a:ea typeface="Pretendard" panose="02000503000000020004" pitchFamily="50" charset="-127"/>
                </a:endParaRPr>
              </a:p>
            </p:txBody>
          </p:sp>
        </p:grpSp>
        <p:grpSp>
          <p:nvGrpSpPr>
            <p:cNvPr id="346" name="그룹 345">
              <a:extLst>
                <a:ext uri="{FF2B5EF4-FFF2-40B4-BE49-F238E27FC236}">
                  <a16:creationId xmlns:a16="http://schemas.microsoft.com/office/drawing/2014/main" id="{2BDC1D03-FE37-49E0-8D4E-2B1B5E47FE03}"/>
                </a:ext>
              </a:extLst>
            </p:cNvPr>
            <p:cNvGrpSpPr/>
            <p:nvPr/>
          </p:nvGrpSpPr>
          <p:grpSpPr>
            <a:xfrm>
              <a:off x="3588225" y="6020931"/>
              <a:ext cx="216735" cy="216979"/>
              <a:chOff x="-495446" y="1817985"/>
              <a:chExt cx="216735" cy="216979"/>
            </a:xfrm>
          </p:grpSpPr>
          <p:sp>
            <p:nvSpPr>
              <p:cNvPr id="347" name="타원 346">
                <a:extLst>
                  <a:ext uri="{FF2B5EF4-FFF2-40B4-BE49-F238E27FC236}">
                    <a16:creationId xmlns:a16="http://schemas.microsoft.com/office/drawing/2014/main" id="{EF428418-3381-42F4-A567-26F59A8B66F1}"/>
                  </a:ext>
                </a:extLst>
              </p:cNvPr>
              <p:cNvSpPr/>
              <p:nvPr/>
            </p:nvSpPr>
            <p:spPr>
              <a:xfrm>
                <a:off x="-495446" y="1817985"/>
                <a:ext cx="216735" cy="216979"/>
              </a:xfrm>
              <a:prstGeom prst="ellipse">
                <a:avLst/>
              </a:prstGeom>
              <a:solidFill>
                <a:srgbClr val="0070C0">
                  <a:alpha val="20000"/>
                </a:srgbClr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000" tIns="18000" rIns="18000" bIns="18000" rtlCol="0" anchor="ctr"/>
              <a:lstStyle/>
              <a:p>
                <a:pPr algn="ctr" defTabSz="621991">
                  <a:buSzPct val="80000"/>
                </a:pPr>
                <a:endParaRPr lang="ko-KR" altLang="en-US" sz="1100" b="1" kern="0" dirty="0" err="1">
                  <a:gradFill>
                    <a:gsLst>
                      <a:gs pos="0">
                        <a:srgbClr val="2C2C2C"/>
                      </a:gs>
                      <a:gs pos="51000">
                        <a:srgbClr val="2C2C2C"/>
                      </a:gs>
                    </a:gsLst>
                    <a:lin ang="5400000" scaled="1"/>
                  </a:gradFill>
                  <a:latin typeface="+mn-ea"/>
                </a:endParaRPr>
              </a:p>
            </p:txBody>
          </p:sp>
          <p:sp>
            <p:nvSpPr>
              <p:cNvPr id="348" name="타원 347">
                <a:extLst>
                  <a:ext uri="{FF2B5EF4-FFF2-40B4-BE49-F238E27FC236}">
                    <a16:creationId xmlns:a16="http://schemas.microsoft.com/office/drawing/2014/main" id="{9A225C88-9431-440D-B585-1C71EC6520F6}"/>
                  </a:ext>
                </a:extLst>
              </p:cNvPr>
              <p:cNvSpPr/>
              <p:nvPr/>
            </p:nvSpPr>
            <p:spPr>
              <a:xfrm>
                <a:off x="-457141" y="1856412"/>
                <a:ext cx="140124" cy="140124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Pretendard" panose="02000503000000020004" pitchFamily="50" charset="-127"/>
                  <a:ea typeface="Pretendard" panose="02000503000000020004" pitchFamily="50" charset="-127"/>
                </a:endParaRPr>
              </a:p>
            </p:txBody>
          </p:sp>
        </p:grpSp>
        <p:cxnSp>
          <p:nvCxnSpPr>
            <p:cNvPr id="349" name="직선 연결선 348">
              <a:extLst>
                <a:ext uri="{FF2B5EF4-FFF2-40B4-BE49-F238E27FC236}">
                  <a16:creationId xmlns:a16="http://schemas.microsoft.com/office/drawing/2014/main" id="{8FAF78B3-81FD-4C4C-986B-582008BD8955}"/>
                </a:ext>
              </a:extLst>
            </p:cNvPr>
            <p:cNvCxnSpPr/>
            <p:nvPr/>
          </p:nvCxnSpPr>
          <p:spPr>
            <a:xfrm>
              <a:off x="440668" y="3761608"/>
              <a:ext cx="252000" cy="0"/>
            </a:xfrm>
            <a:prstGeom prst="line">
              <a:avLst/>
            </a:prstGeom>
            <a:noFill/>
            <a:ln w="127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50" name="직선 연결선 349">
              <a:extLst>
                <a:ext uri="{FF2B5EF4-FFF2-40B4-BE49-F238E27FC236}">
                  <a16:creationId xmlns:a16="http://schemas.microsoft.com/office/drawing/2014/main" id="{D9567FEE-582B-41EF-B06B-FFEA3C6A4573}"/>
                </a:ext>
              </a:extLst>
            </p:cNvPr>
            <p:cNvCxnSpPr/>
            <p:nvPr/>
          </p:nvCxnSpPr>
          <p:spPr>
            <a:xfrm>
              <a:off x="440668" y="4529059"/>
              <a:ext cx="252000" cy="0"/>
            </a:xfrm>
            <a:prstGeom prst="line">
              <a:avLst/>
            </a:prstGeom>
            <a:noFill/>
            <a:ln w="127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51" name="직선 연결선 350">
              <a:extLst>
                <a:ext uri="{FF2B5EF4-FFF2-40B4-BE49-F238E27FC236}">
                  <a16:creationId xmlns:a16="http://schemas.microsoft.com/office/drawing/2014/main" id="{63513E68-4AE7-4F88-A91C-A6B84D5FFA22}"/>
                </a:ext>
              </a:extLst>
            </p:cNvPr>
            <p:cNvCxnSpPr/>
            <p:nvPr/>
          </p:nvCxnSpPr>
          <p:spPr>
            <a:xfrm>
              <a:off x="427677" y="6061100"/>
              <a:ext cx="252000" cy="0"/>
            </a:xfrm>
            <a:prstGeom prst="line">
              <a:avLst/>
            </a:prstGeom>
            <a:noFill/>
            <a:ln w="127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52" name="직선 연결선 351">
              <a:extLst>
                <a:ext uri="{FF2B5EF4-FFF2-40B4-BE49-F238E27FC236}">
                  <a16:creationId xmlns:a16="http://schemas.microsoft.com/office/drawing/2014/main" id="{9F2F7D2D-27C3-472E-8919-B598F200E523}"/>
                </a:ext>
              </a:extLst>
            </p:cNvPr>
            <p:cNvCxnSpPr/>
            <p:nvPr/>
          </p:nvCxnSpPr>
          <p:spPr>
            <a:xfrm>
              <a:off x="6164662" y="3766724"/>
              <a:ext cx="252000" cy="0"/>
            </a:xfrm>
            <a:prstGeom prst="line">
              <a:avLst/>
            </a:prstGeom>
            <a:noFill/>
            <a:ln w="127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53" name="직선 연결선 352">
              <a:extLst>
                <a:ext uri="{FF2B5EF4-FFF2-40B4-BE49-F238E27FC236}">
                  <a16:creationId xmlns:a16="http://schemas.microsoft.com/office/drawing/2014/main" id="{46058C21-1300-4C4D-B187-4CE4E826F5CB}"/>
                </a:ext>
              </a:extLst>
            </p:cNvPr>
            <p:cNvCxnSpPr/>
            <p:nvPr/>
          </p:nvCxnSpPr>
          <p:spPr>
            <a:xfrm>
              <a:off x="6157260" y="4532424"/>
              <a:ext cx="252000" cy="0"/>
            </a:xfrm>
            <a:prstGeom prst="line">
              <a:avLst/>
            </a:prstGeom>
            <a:noFill/>
            <a:ln w="127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54" name="직선 연결선 353">
              <a:extLst>
                <a:ext uri="{FF2B5EF4-FFF2-40B4-BE49-F238E27FC236}">
                  <a16:creationId xmlns:a16="http://schemas.microsoft.com/office/drawing/2014/main" id="{D8DAE76B-717F-44F8-8683-B86236EF44D7}"/>
                </a:ext>
              </a:extLst>
            </p:cNvPr>
            <p:cNvCxnSpPr/>
            <p:nvPr/>
          </p:nvCxnSpPr>
          <p:spPr>
            <a:xfrm>
              <a:off x="6157260" y="5400533"/>
              <a:ext cx="252000" cy="0"/>
            </a:xfrm>
            <a:prstGeom prst="line">
              <a:avLst/>
            </a:prstGeom>
            <a:noFill/>
            <a:ln w="127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55" name="직선 연결선 354">
              <a:extLst>
                <a:ext uri="{FF2B5EF4-FFF2-40B4-BE49-F238E27FC236}">
                  <a16:creationId xmlns:a16="http://schemas.microsoft.com/office/drawing/2014/main" id="{5FAE2AE9-FFF4-48AA-A760-D3B6CA1DEAEE}"/>
                </a:ext>
              </a:extLst>
            </p:cNvPr>
            <p:cNvCxnSpPr/>
            <p:nvPr/>
          </p:nvCxnSpPr>
          <p:spPr>
            <a:xfrm>
              <a:off x="6164662" y="6530034"/>
              <a:ext cx="252000" cy="0"/>
            </a:xfrm>
            <a:prstGeom prst="line">
              <a:avLst/>
            </a:prstGeom>
            <a:noFill/>
            <a:ln w="127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38C6CEAA-4AC1-4812-AE67-5A07BD9F0093}"/>
              </a:ext>
            </a:extLst>
          </p:cNvPr>
          <p:cNvGrpSpPr/>
          <p:nvPr/>
        </p:nvGrpSpPr>
        <p:grpSpPr>
          <a:xfrm>
            <a:off x="440668" y="6645188"/>
            <a:ext cx="5976000" cy="1044116"/>
            <a:chOff x="440668" y="6645188"/>
            <a:chExt cx="5976000" cy="1044116"/>
          </a:xfrm>
        </p:grpSpPr>
        <p:sp>
          <p:nvSpPr>
            <p:cNvPr id="362" name="AutoShape 9">
              <a:extLst>
                <a:ext uri="{FF2B5EF4-FFF2-40B4-BE49-F238E27FC236}">
                  <a16:creationId xmlns:a16="http://schemas.microsoft.com/office/drawing/2014/main" id="{2BF80CED-420A-4C7A-9E3C-FFDFFD922228}"/>
                </a:ext>
              </a:extLst>
            </p:cNvPr>
            <p:cNvSpPr>
              <a:spLocks/>
            </p:cNvSpPr>
            <p:nvPr/>
          </p:nvSpPr>
          <p:spPr bwMode="gray">
            <a:xfrm rot="16200000" flipH="1">
              <a:off x="3233333" y="4787880"/>
              <a:ext cx="391335" cy="4580290"/>
            </a:xfrm>
            <a:prstGeom prst="leftBrace">
              <a:avLst>
                <a:gd name="adj1" fmla="val 124251"/>
                <a:gd name="adj2" fmla="val 50000"/>
              </a:avLst>
            </a:prstGeom>
            <a:gradFill rotWithShape="1">
              <a:gsLst>
                <a:gs pos="0">
                  <a:schemeClr val="bg1">
                    <a:lumMod val="85000"/>
                  </a:schemeClr>
                </a:gs>
                <a:gs pos="54000">
                  <a:schemeClr val="bg1">
                    <a:lumMod val="95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 rot="10800000" vert="eaVert" wrap="none" anchor="ctr"/>
            <a:lstStyle/>
            <a:p>
              <a:pPr>
                <a:defRPr/>
              </a:pPr>
              <a:endParaRPr lang="ko-KR" altLang="en-US" dirty="0">
                <a:solidFill>
                  <a:prstClr val="black"/>
                </a:solidFill>
                <a:latin typeface="Pretendard" panose="02000503000000020004" pitchFamily="50" charset="-127"/>
                <a:ea typeface="Pretendard" panose="02000503000000020004" pitchFamily="50" charset="-127"/>
              </a:endParaRPr>
            </a:p>
          </p:txBody>
        </p:sp>
        <p:cxnSp>
          <p:nvCxnSpPr>
            <p:cNvPr id="176" name="AutoShape 430">
              <a:extLst>
                <a:ext uri="{FF2B5EF4-FFF2-40B4-BE49-F238E27FC236}">
                  <a16:creationId xmlns:a16="http://schemas.microsoft.com/office/drawing/2014/main" id="{DFB9CD24-2846-45FF-9DF8-FB449F908DF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40668" y="7406164"/>
              <a:ext cx="5976000" cy="0"/>
            </a:xfrm>
            <a:prstGeom prst="straightConnector1">
              <a:avLst/>
            </a:prstGeom>
            <a:noFill/>
            <a:ln w="12700">
              <a:solidFill>
                <a:schemeClr val="bg1">
                  <a:lumMod val="65000"/>
                </a:schemeClr>
              </a:solidFill>
              <a:prstDash val="dash"/>
              <a:miter lim="800000"/>
              <a:headEnd type="oval" w="med" len="med"/>
              <a:tailEnd type="oval" w="med" len="med"/>
            </a:ln>
          </p:spPr>
        </p:cxn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88E228CF-6ECF-4829-B0C0-37DA98EB1302}"/>
                </a:ext>
              </a:extLst>
            </p:cNvPr>
            <p:cNvSpPr/>
            <p:nvPr/>
          </p:nvSpPr>
          <p:spPr>
            <a:xfrm>
              <a:off x="1140220" y="7383305"/>
              <a:ext cx="4577561" cy="45719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wrap="none" rtlCol="0" anchor="ctr">
              <a:spAutoFit/>
            </a:bodyPr>
            <a:lstStyle/>
            <a:p>
              <a:pPr algn="ctr"/>
              <a:endParaRPr lang="ko-KR" altLang="en-US" sz="1000">
                <a:latin typeface="+mn-ea"/>
              </a:endParaRPr>
            </a:p>
          </p:txBody>
        </p:sp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9D5DC9E7-68F8-4FA6-ADCF-E9FB85F0440F}"/>
                </a:ext>
              </a:extLst>
            </p:cNvPr>
            <p:cNvGrpSpPr/>
            <p:nvPr/>
          </p:nvGrpSpPr>
          <p:grpSpPr>
            <a:xfrm>
              <a:off x="1485591" y="7123024"/>
              <a:ext cx="3886818" cy="566280"/>
              <a:chOff x="6566149" y="6970653"/>
              <a:chExt cx="3212246" cy="468000"/>
            </a:xfrm>
            <a:solidFill>
              <a:schemeClr val="tx2">
                <a:lumMod val="60000"/>
                <a:lumOff val="40000"/>
              </a:schemeClr>
            </a:solidFill>
          </p:grpSpPr>
          <p:sp>
            <p:nvSpPr>
              <p:cNvPr id="125" name="Freeform 119"/>
              <p:cNvSpPr>
                <a:spLocks/>
              </p:cNvSpPr>
              <p:nvPr/>
            </p:nvSpPr>
            <p:spPr bwMode="auto">
              <a:xfrm>
                <a:off x="6566149" y="6970653"/>
                <a:ext cx="468000" cy="468000"/>
              </a:xfrm>
              <a:prstGeom prst="ellipse">
                <a:avLst/>
              </a:prstGeom>
              <a:solidFill>
                <a:srgbClr val="44546A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lIns="0" tIns="0" rIns="0" bIns="0" anchor="ctr"/>
              <a:lstStyle/>
              <a:p>
                <a:pPr algn="ctr" defTabSz="914400" fontAlgn="base">
                  <a:spcAft>
                    <a:spcPct val="0"/>
                  </a:spcAft>
                </a:pPr>
                <a:r>
                  <a:rPr kumimoji="1" lang="ko-KR" altLang="ko-KR" sz="1000" dirty="0">
                    <a:solidFill>
                      <a:schemeClr val="bg1"/>
                    </a:solidFill>
                    <a:latin typeface="+mj-ea"/>
                    <a:ea typeface="+mj-ea"/>
                  </a:rPr>
                  <a:t>스파이</a:t>
                </a:r>
              </a:p>
            </p:txBody>
          </p:sp>
          <p:sp>
            <p:nvSpPr>
              <p:cNvPr id="126" name="Freeform 176"/>
              <p:cNvSpPr>
                <a:spLocks/>
              </p:cNvSpPr>
              <p:nvPr/>
            </p:nvSpPr>
            <p:spPr bwMode="auto">
              <a:xfrm>
                <a:off x="7252210" y="6970653"/>
                <a:ext cx="468000" cy="468000"/>
              </a:xfrm>
              <a:prstGeom prst="ellipse">
                <a:avLst/>
              </a:prstGeom>
              <a:solidFill>
                <a:srgbClr val="44546A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lIns="0" tIns="0" rIns="0" bIns="0" anchor="ctr"/>
              <a:lstStyle/>
              <a:p>
                <a:pPr algn="ctr" defTabSz="914400" fontAlgn="base">
                  <a:spcAft>
                    <a:spcPct val="0"/>
                  </a:spcAft>
                </a:pPr>
                <a:r>
                  <a:rPr kumimoji="1" lang="ko-KR" altLang="ko-KR" sz="1000" dirty="0">
                    <a:solidFill>
                      <a:schemeClr val="bg1"/>
                    </a:solidFill>
                    <a:latin typeface="+mj-ea"/>
                    <a:ea typeface="+mj-ea"/>
                  </a:rPr>
                  <a:t>비인가자</a:t>
                </a:r>
              </a:p>
            </p:txBody>
          </p:sp>
          <p:sp>
            <p:nvSpPr>
              <p:cNvPr id="127" name="Freeform 180"/>
              <p:cNvSpPr>
                <a:spLocks/>
              </p:cNvSpPr>
              <p:nvPr/>
            </p:nvSpPr>
            <p:spPr bwMode="auto">
              <a:xfrm>
                <a:off x="7938271" y="6970653"/>
                <a:ext cx="468000" cy="468000"/>
              </a:xfrm>
              <a:prstGeom prst="ellipse">
                <a:avLst/>
              </a:prstGeom>
              <a:solidFill>
                <a:srgbClr val="44546A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lIns="0" tIns="0" rIns="0" bIns="0" anchor="ctr"/>
              <a:lstStyle/>
              <a:p>
                <a:pPr algn="ctr" defTabSz="914400" fontAlgn="base">
                  <a:spcAft>
                    <a:spcPct val="0"/>
                  </a:spcAft>
                </a:pPr>
                <a:r>
                  <a:rPr kumimoji="1" lang="ko-KR" altLang="ko-KR" sz="1000" dirty="0">
                    <a:solidFill>
                      <a:schemeClr val="bg1"/>
                    </a:solidFill>
                    <a:latin typeface="+mj-ea"/>
                    <a:ea typeface="+mj-ea"/>
                  </a:rPr>
                  <a:t>해커</a:t>
                </a:r>
              </a:p>
            </p:txBody>
          </p:sp>
          <p:sp>
            <p:nvSpPr>
              <p:cNvPr id="128" name="Freeform 184"/>
              <p:cNvSpPr>
                <a:spLocks/>
              </p:cNvSpPr>
              <p:nvPr/>
            </p:nvSpPr>
            <p:spPr bwMode="auto">
              <a:xfrm>
                <a:off x="8624332" y="6970653"/>
                <a:ext cx="468000" cy="468000"/>
              </a:xfrm>
              <a:prstGeom prst="ellipse">
                <a:avLst/>
              </a:prstGeom>
              <a:solidFill>
                <a:srgbClr val="44546A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lIns="0" tIns="0" rIns="0" bIns="0" anchor="ctr"/>
              <a:lstStyle/>
              <a:p>
                <a:pPr algn="ctr" defTabSz="914400" fontAlgn="base">
                  <a:spcAft>
                    <a:spcPct val="0"/>
                  </a:spcAft>
                </a:pPr>
                <a:r>
                  <a:rPr kumimoji="1" lang="ko-KR" altLang="ko-KR" sz="1000" dirty="0">
                    <a:solidFill>
                      <a:schemeClr val="bg1"/>
                    </a:solidFill>
                    <a:latin typeface="+mj-ea"/>
                    <a:ea typeface="+mj-ea"/>
                  </a:rPr>
                  <a:t>불법침입</a:t>
                </a:r>
              </a:p>
            </p:txBody>
          </p:sp>
          <p:sp>
            <p:nvSpPr>
              <p:cNvPr id="129" name="Freeform 188"/>
              <p:cNvSpPr>
                <a:spLocks/>
              </p:cNvSpPr>
              <p:nvPr/>
            </p:nvSpPr>
            <p:spPr bwMode="auto">
              <a:xfrm>
                <a:off x="9310395" y="6970653"/>
                <a:ext cx="468000" cy="468000"/>
              </a:xfrm>
              <a:prstGeom prst="ellipse">
                <a:avLst/>
              </a:prstGeom>
              <a:solidFill>
                <a:srgbClr val="44546A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lIns="0" tIns="0" rIns="0" bIns="0" anchor="ctr"/>
              <a:lstStyle/>
              <a:p>
                <a:pPr algn="ctr" defTabSz="914400" fontAlgn="base">
                  <a:spcAft>
                    <a:spcPct val="0"/>
                  </a:spcAft>
                </a:pPr>
                <a:r>
                  <a:rPr kumimoji="1" lang="ko-KR" altLang="ko-KR" sz="1000" dirty="0">
                    <a:solidFill>
                      <a:schemeClr val="bg1"/>
                    </a:solidFill>
                    <a:latin typeface="+mj-ea"/>
                    <a:ea typeface="+mj-ea"/>
                  </a:rPr>
                  <a:t>바이러스</a:t>
                </a:r>
              </a:p>
            </p:txBody>
          </p:sp>
        </p:grpSp>
        <p:grpSp>
          <p:nvGrpSpPr>
            <p:cNvPr id="305" name="그룹 304">
              <a:extLst>
                <a:ext uri="{FF2B5EF4-FFF2-40B4-BE49-F238E27FC236}">
                  <a16:creationId xmlns:a16="http://schemas.microsoft.com/office/drawing/2014/main" id="{B370153A-3D84-4971-8BA1-A9FD80FDCA10}"/>
                </a:ext>
              </a:extLst>
            </p:cNvPr>
            <p:cNvGrpSpPr/>
            <p:nvPr/>
          </p:nvGrpSpPr>
          <p:grpSpPr>
            <a:xfrm>
              <a:off x="2276923" y="6645188"/>
              <a:ext cx="2112735" cy="221599"/>
              <a:chOff x="1623826" y="5535892"/>
              <a:chExt cx="2112735" cy="221599"/>
            </a:xfrm>
          </p:grpSpPr>
          <p:sp>
            <p:nvSpPr>
              <p:cNvPr id="306" name="직사각형 305">
                <a:extLst>
                  <a:ext uri="{FF2B5EF4-FFF2-40B4-BE49-F238E27FC236}">
                    <a16:creationId xmlns:a16="http://schemas.microsoft.com/office/drawing/2014/main" id="{C39C6538-BE0A-42DE-8301-EEA1F2AC261E}"/>
                  </a:ext>
                </a:extLst>
              </p:cNvPr>
              <p:cNvSpPr/>
              <p:nvPr/>
            </p:nvSpPr>
            <p:spPr>
              <a:xfrm>
                <a:off x="1840676" y="5535892"/>
                <a:ext cx="1895885" cy="221599"/>
              </a:xfrm>
              <a:prstGeom prst="rect">
                <a:avLst/>
              </a:prstGeom>
            </p:spPr>
            <p:txBody>
              <a:bodyPr wrap="none" lIns="72000" tIns="0" rIns="72000" bIns="0">
                <a:spAutoFit/>
              </a:bodyPr>
              <a:lstStyle/>
              <a:p>
                <a:pPr algn="ctr" defTabSz="914400" fontAlgn="base">
                  <a:lnSpc>
                    <a:spcPct val="120000"/>
                  </a:lnSpc>
                  <a:spcBef>
                    <a:spcPct val="40000"/>
                  </a:spcBef>
                  <a:spcAft>
                    <a:spcPct val="0"/>
                  </a:spcAft>
                  <a:defRPr/>
                </a:pPr>
                <a:r>
                  <a:rPr kumimoji="1" lang="ko-KR" altLang="en-US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</a:rPr>
                  <a:t>보안 위험요소 원천차단 수행</a:t>
                </a:r>
              </a:p>
            </p:txBody>
          </p:sp>
          <p:grpSp>
            <p:nvGrpSpPr>
              <p:cNvPr id="307" name="그룹 306">
                <a:extLst>
                  <a:ext uri="{FF2B5EF4-FFF2-40B4-BE49-F238E27FC236}">
                    <a16:creationId xmlns:a16="http://schemas.microsoft.com/office/drawing/2014/main" id="{8249BAC8-050F-4FB5-AB17-8F50E31C9534}"/>
                  </a:ext>
                </a:extLst>
              </p:cNvPr>
              <p:cNvGrpSpPr/>
              <p:nvPr/>
            </p:nvGrpSpPr>
            <p:grpSpPr>
              <a:xfrm>
                <a:off x="1623826" y="5539870"/>
                <a:ext cx="228930" cy="213643"/>
                <a:chOff x="1623826" y="5550676"/>
                <a:chExt cx="228930" cy="213643"/>
              </a:xfrm>
            </p:grpSpPr>
            <p:sp>
              <p:nvSpPr>
                <p:cNvPr id="308" name="Freeform 1091">
                  <a:extLst>
                    <a:ext uri="{FF2B5EF4-FFF2-40B4-BE49-F238E27FC236}">
                      <a16:creationId xmlns:a16="http://schemas.microsoft.com/office/drawing/2014/main" id="{A9C57789-74A5-4659-AD40-C7AB5C21504C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1623826" y="5550676"/>
                  <a:ext cx="222932" cy="213643"/>
                </a:xfrm>
                <a:custGeom>
                  <a:avLst/>
                  <a:gdLst>
                    <a:gd name="T0" fmla="*/ 290 w 313"/>
                    <a:gd name="T1" fmla="*/ 104 h 311"/>
                    <a:gd name="T2" fmla="*/ 227 w 313"/>
                    <a:gd name="T3" fmla="*/ 278 h 311"/>
                    <a:gd name="T4" fmla="*/ 48 w 313"/>
                    <a:gd name="T5" fmla="*/ 243 h 311"/>
                    <a:gd name="T6" fmla="*/ 59 w 313"/>
                    <a:gd name="T7" fmla="*/ 54 h 311"/>
                    <a:gd name="T8" fmla="*/ 245 w 313"/>
                    <a:gd name="T9" fmla="*/ 43 h 311"/>
                    <a:gd name="T10" fmla="*/ 242 w 313"/>
                    <a:gd name="T11" fmla="*/ 46 h 311"/>
                    <a:gd name="T12" fmla="*/ 224 w 313"/>
                    <a:gd name="T13" fmla="*/ 61 h 311"/>
                    <a:gd name="T14" fmla="*/ 217 w 313"/>
                    <a:gd name="T15" fmla="*/ 61 h 311"/>
                    <a:gd name="T16" fmla="*/ 144 w 313"/>
                    <a:gd name="T17" fmla="*/ 45 h 311"/>
                    <a:gd name="T18" fmla="*/ 53 w 313"/>
                    <a:gd name="T19" fmla="*/ 119 h 311"/>
                    <a:gd name="T20" fmla="*/ 81 w 313"/>
                    <a:gd name="T21" fmla="*/ 234 h 311"/>
                    <a:gd name="T22" fmla="*/ 190 w 313"/>
                    <a:gd name="T23" fmla="*/ 260 h 311"/>
                    <a:gd name="T24" fmla="*/ 265 w 313"/>
                    <a:gd name="T25" fmla="*/ 182 h 311"/>
                    <a:gd name="T26" fmla="*/ 267 w 313"/>
                    <a:gd name="T27" fmla="*/ 137 h 311"/>
                    <a:gd name="T28" fmla="*/ 269 w 313"/>
                    <a:gd name="T29" fmla="*/ 131 h 311"/>
                    <a:gd name="T30" fmla="*/ 290 w 313"/>
                    <a:gd name="T31" fmla="*/ 104 h 3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</a:cxnLst>
                  <a:rect l="0" t="0" r="r" b="b"/>
                  <a:pathLst>
                    <a:path w="313" h="311">
                      <a:moveTo>
                        <a:pt x="290" y="104"/>
                      </a:moveTo>
                      <a:cubicBezTo>
                        <a:pt x="313" y="163"/>
                        <a:pt x="294" y="240"/>
                        <a:pt x="227" y="278"/>
                      </a:cubicBezTo>
                      <a:cubicBezTo>
                        <a:pt x="167" y="311"/>
                        <a:pt x="92" y="298"/>
                        <a:pt x="48" y="243"/>
                      </a:cubicBezTo>
                      <a:cubicBezTo>
                        <a:pt x="0" y="184"/>
                        <a:pt x="8" y="103"/>
                        <a:pt x="59" y="54"/>
                      </a:cubicBezTo>
                      <a:cubicBezTo>
                        <a:pt x="113" y="0"/>
                        <a:pt x="194" y="2"/>
                        <a:pt x="245" y="43"/>
                      </a:cubicBezTo>
                      <a:cubicBezTo>
                        <a:pt x="244" y="44"/>
                        <a:pt x="243" y="45"/>
                        <a:pt x="242" y="46"/>
                      </a:cubicBezTo>
                      <a:cubicBezTo>
                        <a:pt x="236" y="51"/>
                        <a:pt x="230" y="56"/>
                        <a:pt x="224" y="61"/>
                      </a:cubicBezTo>
                      <a:cubicBezTo>
                        <a:pt x="221" y="63"/>
                        <a:pt x="220" y="63"/>
                        <a:pt x="217" y="61"/>
                      </a:cubicBezTo>
                      <a:cubicBezTo>
                        <a:pt x="195" y="47"/>
                        <a:pt x="170" y="41"/>
                        <a:pt x="144" y="45"/>
                      </a:cubicBezTo>
                      <a:cubicBezTo>
                        <a:pt x="99" y="51"/>
                        <a:pt x="68" y="76"/>
                        <a:pt x="53" y="119"/>
                      </a:cubicBezTo>
                      <a:cubicBezTo>
                        <a:pt x="38" y="162"/>
                        <a:pt x="48" y="202"/>
                        <a:pt x="81" y="234"/>
                      </a:cubicBezTo>
                      <a:cubicBezTo>
                        <a:pt x="112" y="264"/>
                        <a:pt x="149" y="272"/>
                        <a:pt x="190" y="260"/>
                      </a:cubicBezTo>
                      <a:cubicBezTo>
                        <a:pt x="229" y="249"/>
                        <a:pt x="254" y="221"/>
                        <a:pt x="265" y="182"/>
                      </a:cubicBezTo>
                      <a:cubicBezTo>
                        <a:pt x="269" y="167"/>
                        <a:pt x="269" y="152"/>
                        <a:pt x="267" y="137"/>
                      </a:cubicBezTo>
                      <a:cubicBezTo>
                        <a:pt x="267" y="135"/>
                        <a:pt x="268" y="132"/>
                        <a:pt x="269" y="131"/>
                      </a:cubicBezTo>
                      <a:cubicBezTo>
                        <a:pt x="275" y="122"/>
                        <a:pt x="282" y="113"/>
                        <a:pt x="290" y="104"/>
                      </a:cubicBezTo>
                      <a:close/>
                    </a:path>
                  </a:pathLst>
                </a:custGeom>
                <a:solidFill>
                  <a:srgbClr val="FFC000">
                    <a:alpha val="38000"/>
                  </a:srgbClr>
                </a:solidFill>
                <a:ln>
                  <a:noFill/>
                </a:ln>
              </p:spPr>
              <p:txBody>
                <a:bodyPr/>
                <a:lstStyle/>
                <a:p>
                  <a:pPr>
                    <a:defRPr/>
                  </a:pPr>
                  <a:endParaRPr lang="en-US" dirty="0">
                    <a:solidFill>
                      <a:prstClr val="black"/>
                    </a:solidFill>
                    <a:latin typeface="나눔명조" panose="02020603020101020101" pitchFamily="18" charset="-127"/>
                    <a:ea typeface="나눔명조" panose="02020603020101020101" pitchFamily="18" charset="-127"/>
                  </a:endParaRPr>
                </a:p>
              </p:txBody>
            </p:sp>
            <p:sp>
              <p:nvSpPr>
                <p:cNvPr id="309" name="Freeform 1092">
                  <a:extLst>
                    <a:ext uri="{FF2B5EF4-FFF2-40B4-BE49-F238E27FC236}">
                      <a16:creationId xmlns:a16="http://schemas.microsoft.com/office/drawing/2014/main" id="{856E4A7B-59A3-4294-8CF9-856B77096BB3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1678809" y="5567036"/>
                  <a:ext cx="173947" cy="145315"/>
                </a:xfrm>
                <a:custGeom>
                  <a:avLst/>
                  <a:gdLst>
                    <a:gd name="T0" fmla="*/ 0 w 245"/>
                    <a:gd name="T1" fmla="*/ 106 h 211"/>
                    <a:gd name="T2" fmla="*/ 20 w 245"/>
                    <a:gd name="T3" fmla="*/ 88 h 211"/>
                    <a:gd name="T4" fmla="*/ 24 w 245"/>
                    <a:gd name="T5" fmla="*/ 88 h 211"/>
                    <a:gd name="T6" fmla="*/ 83 w 245"/>
                    <a:gd name="T7" fmla="*/ 123 h 211"/>
                    <a:gd name="T8" fmla="*/ 89 w 245"/>
                    <a:gd name="T9" fmla="*/ 128 h 211"/>
                    <a:gd name="T10" fmla="*/ 239 w 245"/>
                    <a:gd name="T11" fmla="*/ 0 h 211"/>
                    <a:gd name="T12" fmla="*/ 244 w 245"/>
                    <a:gd name="T13" fmla="*/ 13 h 211"/>
                    <a:gd name="T14" fmla="*/ 243 w 245"/>
                    <a:gd name="T15" fmla="*/ 17 h 211"/>
                    <a:gd name="T16" fmla="*/ 200 w 245"/>
                    <a:gd name="T17" fmla="*/ 60 h 211"/>
                    <a:gd name="T18" fmla="*/ 133 w 245"/>
                    <a:gd name="T19" fmla="*/ 153 h 211"/>
                    <a:gd name="T20" fmla="*/ 99 w 245"/>
                    <a:gd name="T21" fmla="*/ 211 h 211"/>
                    <a:gd name="T22" fmla="*/ 0 w 245"/>
                    <a:gd name="T23" fmla="*/ 106 h 2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245" h="211">
                      <a:moveTo>
                        <a:pt x="0" y="106"/>
                      </a:moveTo>
                      <a:cubicBezTo>
                        <a:pt x="7" y="100"/>
                        <a:pt x="13" y="94"/>
                        <a:pt x="20" y="88"/>
                      </a:cubicBezTo>
                      <a:cubicBezTo>
                        <a:pt x="21" y="88"/>
                        <a:pt x="23" y="88"/>
                        <a:pt x="24" y="88"/>
                      </a:cubicBezTo>
                      <a:cubicBezTo>
                        <a:pt x="45" y="98"/>
                        <a:pt x="65" y="110"/>
                        <a:pt x="83" y="123"/>
                      </a:cubicBezTo>
                      <a:cubicBezTo>
                        <a:pt x="85" y="125"/>
                        <a:pt x="87" y="126"/>
                        <a:pt x="89" y="128"/>
                      </a:cubicBezTo>
                      <a:cubicBezTo>
                        <a:pt x="132" y="77"/>
                        <a:pt x="181" y="33"/>
                        <a:pt x="239" y="0"/>
                      </a:cubicBezTo>
                      <a:cubicBezTo>
                        <a:pt x="240" y="4"/>
                        <a:pt x="243" y="9"/>
                        <a:pt x="244" y="13"/>
                      </a:cubicBezTo>
                      <a:cubicBezTo>
                        <a:pt x="245" y="14"/>
                        <a:pt x="244" y="16"/>
                        <a:pt x="243" y="17"/>
                      </a:cubicBezTo>
                      <a:cubicBezTo>
                        <a:pt x="228" y="32"/>
                        <a:pt x="214" y="45"/>
                        <a:pt x="200" y="60"/>
                      </a:cubicBezTo>
                      <a:cubicBezTo>
                        <a:pt x="174" y="89"/>
                        <a:pt x="153" y="120"/>
                        <a:pt x="133" y="153"/>
                      </a:cubicBezTo>
                      <a:cubicBezTo>
                        <a:pt x="122" y="172"/>
                        <a:pt x="110" y="191"/>
                        <a:pt x="99" y="211"/>
                      </a:cubicBezTo>
                      <a:cubicBezTo>
                        <a:pt x="68" y="174"/>
                        <a:pt x="36" y="139"/>
                        <a:pt x="0" y="106"/>
                      </a:cubicBezTo>
                      <a:close/>
                    </a:path>
                  </a:pathLst>
                </a:custGeom>
                <a:solidFill>
                  <a:srgbClr val="FFC000"/>
                </a:solidFill>
                <a:ln>
                  <a:noFill/>
                </a:ln>
              </p:spPr>
              <p:txBody>
                <a:bodyPr/>
                <a:lstStyle/>
                <a:p>
                  <a:pPr>
                    <a:defRPr/>
                  </a:pPr>
                  <a:endParaRPr lang="en-US" dirty="0">
                    <a:solidFill>
                      <a:prstClr val="black"/>
                    </a:solidFill>
                    <a:latin typeface="나눔명조" panose="02020603020101020101" pitchFamily="18" charset="-127"/>
                    <a:ea typeface="나눔명조" panose="02020603020101020101" pitchFamily="18" charset="-127"/>
                  </a:endParaRPr>
                </a:p>
              </p:txBody>
            </p:sp>
          </p:grpSp>
        </p:grpSp>
        <p:sp>
          <p:nvSpPr>
            <p:cNvPr id="357" name="Freeform 894">
              <a:extLst>
                <a:ext uri="{FF2B5EF4-FFF2-40B4-BE49-F238E27FC236}">
                  <a16:creationId xmlns:a16="http://schemas.microsoft.com/office/drawing/2014/main" id="{1713D61F-3EBB-4683-9BC3-E655C5B8583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65849" y="7222687"/>
              <a:ext cx="474163" cy="365463"/>
            </a:xfrm>
            <a:custGeom>
              <a:avLst/>
              <a:gdLst>
                <a:gd name="T0" fmla="*/ 34 w 253"/>
                <a:gd name="T1" fmla="*/ 142 h 195"/>
                <a:gd name="T2" fmla="*/ 22 w 253"/>
                <a:gd name="T3" fmla="*/ 151 h 195"/>
                <a:gd name="T4" fmla="*/ 19 w 253"/>
                <a:gd name="T5" fmla="*/ 161 h 195"/>
                <a:gd name="T6" fmla="*/ 21 w 253"/>
                <a:gd name="T7" fmla="*/ 168 h 195"/>
                <a:gd name="T8" fmla="*/ 40 w 253"/>
                <a:gd name="T9" fmla="*/ 175 h 195"/>
                <a:gd name="T10" fmla="*/ 57 w 253"/>
                <a:gd name="T11" fmla="*/ 166 h 195"/>
                <a:gd name="T12" fmla="*/ 63 w 253"/>
                <a:gd name="T13" fmla="*/ 154 h 195"/>
                <a:gd name="T14" fmla="*/ 65 w 253"/>
                <a:gd name="T15" fmla="*/ 147 h 195"/>
                <a:gd name="T16" fmla="*/ 57 w 253"/>
                <a:gd name="T17" fmla="*/ 139 h 195"/>
                <a:gd name="T18" fmla="*/ 40 w 253"/>
                <a:gd name="T19" fmla="*/ 19 h 195"/>
                <a:gd name="T20" fmla="*/ 21 w 253"/>
                <a:gd name="T21" fmla="*/ 26 h 195"/>
                <a:gd name="T22" fmla="*/ 19 w 253"/>
                <a:gd name="T23" fmla="*/ 33 h 195"/>
                <a:gd name="T24" fmla="*/ 22 w 253"/>
                <a:gd name="T25" fmla="*/ 43 h 195"/>
                <a:gd name="T26" fmla="*/ 34 w 253"/>
                <a:gd name="T27" fmla="*/ 53 h 195"/>
                <a:gd name="T28" fmla="*/ 57 w 253"/>
                <a:gd name="T29" fmla="*/ 55 h 195"/>
                <a:gd name="T30" fmla="*/ 65 w 253"/>
                <a:gd name="T31" fmla="*/ 46 h 195"/>
                <a:gd name="T32" fmla="*/ 63 w 253"/>
                <a:gd name="T33" fmla="*/ 40 h 195"/>
                <a:gd name="T34" fmla="*/ 57 w 253"/>
                <a:gd name="T35" fmla="*/ 28 h 195"/>
                <a:gd name="T36" fmla="*/ 40 w 253"/>
                <a:gd name="T37" fmla="*/ 19 h 195"/>
                <a:gd name="T38" fmla="*/ 45 w 253"/>
                <a:gd name="T39" fmla="*/ 0 h 195"/>
                <a:gd name="T40" fmla="*/ 75 w 253"/>
                <a:gd name="T41" fmla="*/ 17 h 195"/>
                <a:gd name="T42" fmla="*/ 84 w 253"/>
                <a:gd name="T43" fmla="*/ 43 h 195"/>
                <a:gd name="T44" fmla="*/ 81 w 253"/>
                <a:gd name="T45" fmla="*/ 60 h 195"/>
                <a:gd name="T46" fmla="*/ 137 w 253"/>
                <a:gd name="T47" fmla="*/ 74 h 195"/>
                <a:gd name="T48" fmla="*/ 180 w 253"/>
                <a:gd name="T49" fmla="*/ 53 h 195"/>
                <a:gd name="T50" fmla="*/ 216 w 253"/>
                <a:gd name="T51" fmla="*/ 34 h 195"/>
                <a:gd name="T52" fmla="*/ 235 w 253"/>
                <a:gd name="T53" fmla="*/ 28 h 195"/>
                <a:gd name="T54" fmla="*/ 250 w 253"/>
                <a:gd name="T55" fmla="*/ 34 h 195"/>
                <a:gd name="T56" fmla="*/ 146 w 253"/>
                <a:gd name="T57" fmla="*/ 98 h 195"/>
                <a:gd name="T58" fmla="*/ 250 w 253"/>
                <a:gd name="T59" fmla="*/ 159 h 195"/>
                <a:gd name="T60" fmla="*/ 235 w 253"/>
                <a:gd name="T61" fmla="*/ 166 h 195"/>
                <a:gd name="T62" fmla="*/ 216 w 253"/>
                <a:gd name="T63" fmla="*/ 159 h 195"/>
                <a:gd name="T64" fmla="*/ 180 w 253"/>
                <a:gd name="T65" fmla="*/ 140 h 195"/>
                <a:gd name="T66" fmla="*/ 137 w 253"/>
                <a:gd name="T67" fmla="*/ 120 h 195"/>
                <a:gd name="T68" fmla="*/ 81 w 253"/>
                <a:gd name="T69" fmla="*/ 135 h 195"/>
                <a:gd name="T70" fmla="*/ 84 w 253"/>
                <a:gd name="T71" fmla="*/ 151 h 195"/>
                <a:gd name="T72" fmla="*/ 75 w 253"/>
                <a:gd name="T73" fmla="*/ 176 h 195"/>
                <a:gd name="T74" fmla="*/ 45 w 253"/>
                <a:gd name="T75" fmla="*/ 194 h 195"/>
                <a:gd name="T76" fmla="*/ 14 w 253"/>
                <a:gd name="T77" fmla="*/ 188 h 195"/>
                <a:gd name="T78" fmla="*/ 0 w 253"/>
                <a:gd name="T79" fmla="*/ 170 h 195"/>
                <a:gd name="T80" fmla="*/ 0 w 253"/>
                <a:gd name="T81" fmla="*/ 152 h 195"/>
                <a:gd name="T82" fmla="*/ 24 w 253"/>
                <a:gd name="T83" fmla="*/ 123 h 195"/>
                <a:gd name="T84" fmla="*/ 40 w 253"/>
                <a:gd name="T85" fmla="*/ 118 h 195"/>
                <a:gd name="T86" fmla="*/ 40 w 253"/>
                <a:gd name="T87" fmla="*/ 118 h 195"/>
                <a:gd name="T88" fmla="*/ 63 w 253"/>
                <a:gd name="T89" fmla="*/ 113 h 195"/>
                <a:gd name="T90" fmla="*/ 93 w 253"/>
                <a:gd name="T91" fmla="*/ 103 h 195"/>
                <a:gd name="T92" fmla="*/ 93 w 253"/>
                <a:gd name="T93" fmla="*/ 91 h 195"/>
                <a:gd name="T94" fmla="*/ 63 w 253"/>
                <a:gd name="T95" fmla="*/ 81 h 195"/>
                <a:gd name="T96" fmla="*/ 40 w 253"/>
                <a:gd name="T97" fmla="*/ 75 h 195"/>
                <a:gd name="T98" fmla="*/ 40 w 253"/>
                <a:gd name="T99" fmla="*/ 75 h 195"/>
                <a:gd name="T100" fmla="*/ 24 w 253"/>
                <a:gd name="T101" fmla="*/ 70 h 195"/>
                <a:gd name="T102" fmla="*/ 0 w 253"/>
                <a:gd name="T103" fmla="*/ 41 h 195"/>
                <a:gd name="T104" fmla="*/ 0 w 253"/>
                <a:gd name="T105" fmla="*/ 24 h 195"/>
                <a:gd name="T106" fmla="*/ 14 w 253"/>
                <a:gd name="T107" fmla="*/ 5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53" h="195">
                  <a:moveTo>
                    <a:pt x="45" y="137"/>
                  </a:moveTo>
                  <a:lnTo>
                    <a:pt x="34" y="142"/>
                  </a:lnTo>
                  <a:lnTo>
                    <a:pt x="28" y="146"/>
                  </a:lnTo>
                  <a:lnTo>
                    <a:pt x="22" y="151"/>
                  </a:lnTo>
                  <a:lnTo>
                    <a:pt x="21" y="158"/>
                  </a:lnTo>
                  <a:lnTo>
                    <a:pt x="19" y="161"/>
                  </a:lnTo>
                  <a:lnTo>
                    <a:pt x="19" y="164"/>
                  </a:lnTo>
                  <a:lnTo>
                    <a:pt x="21" y="168"/>
                  </a:lnTo>
                  <a:lnTo>
                    <a:pt x="28" y="175"/>
                  </a:lnTo>
                  <a:lnTo>
                    <a:pt x="40" y="175"/>
                  </a:lnTo>
                  <a:lnTo>
                    <a:pt x="50" y="171"/>
                  </a:lnTo>
                  <a:lnTo>
                    <a:pt x="57" y="166"/>
                  </a:lnTo>
                  <a:lnTo>
                    <a:pt x="62" y="161"/>
                  </a:lnTo>
                  <a:lnTo>
                    <a:pt x="63" y="154"/>
                  </a:lnTo>
                  <a:lnTo>
                    <a:pt x="65" y="152"/>
                  </a:lnTo>
                  <a:lnTo>
                    <a:pt x="65" y="147"/>
                  </a:lnTo>
                  <a:lnTo>
                    <a:pt x="63" y="144"/>
                  </a:lnTo>
                  <a:lnTo>
                    <a:pt x="57" y="139"/>
                  </a:lnTo>
                  <a:lnTo>
                    <a:pt x="45" y="137"/>
                  </a:lnTo>
                  <a:close/>
                  <a:moveTo>
                    <a:pt x="40" y="19"/>
                  </a:moveTo>
                  <a:lnTo>
                    <a:pt x="28" y="19"/>
                  </a:lnTo>
                  <a:lnTo>
                    <a:pt x="21" y="26"/>
                  </a:lnTo>
                  <a:lnTo>
                    <a:pt x="19" y="29"/>
                  </a:lnTo>
                  <a:lnTo>
                    <a:pt x="19" y="33"/>
                  </a:lnTo>
                  <a:lnTo>
                    <a:pt x="21" y="36"/>
                  </a:lnTo>
                  <a:lnTo>
                    <a:pt x="22" y="43"/>
                  </a:lnTo>
                  <a:lnTo>
                    <a:pt x="28" y="48"/>
                  </a:lnTo>
                  <a:lnTo>
                    <a:pt x="34" y="53"/>
                  </a:lnTo>
                  <a:lnTo>
                    <a:pt x="45" y="57"/>
                  </a:lnTo>
                  <a:lnTo>
                    <a:pt x="57" y="55"/>
                  </a:lnTo>
                  <a:lnTo>
                    <a:pt x="63" y="50"/>
                  </a:lnTo>
                  <a:lnTo>
                    <a:pt x="65" y="46"/>
                  </a:lnTo>
                  <a:lnTo>
                    <a:pt x="65" y="41"/>
                  </a:lnTo>
                  <a:lnTo>
                    <a:pt x="63" y="40"/>
                  </a:lnTo>
                  <a:lnTo>
                    <a:pt x="62" y="33"/>
                  </a:lnTo>
                  <a:lnTo>
                    <a:pt x="57" y="28"/>
                  </a:lnTo>
                  <a:lnTo>
                    <a:pt x="50" y="22"/>
                  </a:lnTo>
                  <a:lnTo>
                    <a:pt x="40" y="19"/>
                  </a:lnTo>
                  <a:close/>
                  <a:moveTo>
                    <a:pt x="28" y="0"/>
                  </a:moveTo>
                  <a:lnTo>
                    <a:pt x="45" y="0"/>
                  </a:lnTo>
                  <a:lnTo>
                    <a:pt x="60" y="5"/>
                  </a:lnTo>
                  <a:lnTo>
                    <a:pt x="75" y="17"/>
                  </a:lnTo>
                  <a:lnTo>
                    <a:pt x="82" y="34"/>
                  </a:lnTo>
                  <a:lnTo>
                    <a:pt x="84" y="43"/>
                  </a:lnTo>
                  <a:lnTo>
                    <a:pt x="84" y="51"/>
                  </a:lnTo>
                  <a:lnTo>
                    <a:pt x="81" y="60"/>
                  </a:lnTo>
                  <a:lnTo>
                    <a:pt x="122" y="82"/>
                  </a:lnTo>
                  <a:lnTo>
                    <a:pt x="137" y="74"/>
                  </a:lnTo>
                  <a:lnTo>
                    <a:pt x="158" y="63"/>
                  </a:lnTo>
                  <a:lnTo>
                    <a:pt x="180" y="53"/>
                  </a:lnTo>
                  <a:lnTo>
                    <a:pt x="199" y="43"/>
                  </a:lnTo>
                  <a:lnTo>
                    <a:pt x="216" y="34"/>
                  </a:lnTo>
                  <a:lnTo>
                    <a:pt x="224" y="29"/>
                  </a:lnTo>
                  <a:lnTo>
                    <a:pt x="235" y="28"/>
                  </a:lnTo>
                  <a:lnTo>
                    <a:pt x="243" y="31"/>
                  </a:lnTo>
                  <a:lnTo>
                    <a:pt x="250" y="34"/>
                  </a:lnTo>
                  <a:lnTo>
                    <a:pt x="253" y="36"/>
                  </a:lnTo>
                  <a:lnTo>
                    <a:pt x="146" y="98"/>
                  </a:lnTo>
                  <a:lnTo>
                    <a:pt x="253" y="158"/>
                  </a:lnTo>
                  <a:lnTo>
                    <a:pt x="250" y="159"/>
                  </a:lnTo>
                  <a:lnTo>
                    <a:pt x="243" y="164"/>
                  </a:lnTo>
                  <a:lnTo>
                    <a:pt x="235" y="166"/>
                  </a:lnTo>
                  <a:lnTo>
                    <a:pt x="224" y="164"/>
                  </a:lnTo>
                  <a:lnTo>
                    <a:pt x="216" y="159"/>
                  </a:lnTo>
                  <a:lnTo>
                    <a:pt x="199" y="151"/>
                  </a:lnTo>
                  <a:lnTo>
                    <a:pt x="180" y="140"/>
                  </a:lnTo>
                  <a:lnTo>
                    <a:pt x="158" y="130"/>
                  </a:lnTo>
                  <a:lnTo>
                    <a:pt x="137" y="120"/>
                  </a:lnTo>
                  <a:lnTo>
                    <a:pt x="122" y="111"/>
                  </a:lnTo>
                  <a:lnTo>
                    <a:pt x="81" y="135"/>
                  </a:lnTo>
                  <a:lnTo>
                    <a:pt x="84" y="142"/>
                  </a:lnTo>
                  <a:lnTo>
                    <a:pt x="84" y="151"/>
                  </a:lnTo>
                  <a:lnTo>
                    <a:pt x="82" y="159"/>
                  </a:lnTo>
                  <a:lnTo>
                    <a:pt x="75" y="176"/>
                  </a:lnTo>
                  <a:lnTo>
                    <a:pt x="60" y="188"/>
                  </a:lnTo>
                  <a:lnTo>
                    <a:pt x="45" y="194"/>
                  </a:lnTo>
                  <a:lnTo>
                    <a:pt x="28" y="195"/>
                  </a:lnTo>
                  <a:lnTo>
                    <a:pt x="14" y="188"/>
                  </a:lnTo>
                  <a:lnTo>
                    <a:pt x="4" y="178"/>
                  </a:lnTo>
                  <a:lnTo>
                    <a:pt x="0" y="170"/>
                  </a:lnTo>
                  <a:lnTo>
                    <a:pt x="0" y="161"/>
                  </a:lnTo>
                  <a:lnTo>
                    <a:pt x="0" y="152"/>
                  </a:lnTo>
                  <a:lnTo>
                    <a:pt x="9" y="137"/>
                  </a:lnTo>
                  <a:lnTo>
                    <a:pt x="24" y="123"/>
                  </a:lnTo>
                  <a:lnTo>
                    <a:pt x="31" y="120"/>
                  </a:lnTo>
                  <a:lnTo>
                    <a:pt x="40" y="118"/>
                  </a:lnTo>
                  <a:lnTo>
                    <a:pt x="40" y="118"/>
                  </a:lnTo>
                  <a:lnTo>
                    <a:pt x="40" y="118"/>
                  </a:lnTo>
                  <a:lnTo>
                    <a:pt x="41" y="118"/>
                  </a:lnTo>
                  <a:lnTo>
                    <a:pt x="63" y="113"/>
                  </a:lnTo>
                  <a:lnTo>
                    <a:pt x="81" y="108"/>
                  </a:lnTo>
                  <a:lnTo>
                    <a:pt x="93" y="103"/>
                  </a:lnTo>
                  <a:lnTo>
                    <a:pt x="99" y="98"/>
                  </a:lnTo>
                  <a:lnTo>
                    <a:pt x="93" y="91"/>
                  </a:lnTo>
                  <a:lnTo>
                    <a:pt x="81" y="86"/>
                  </a:lnTo>
                  <a:lnTo>
                    <a:pt x="63" y="81"/>
                  </a:lnTo>
                  <a:lnTo>
                    <a:pt x="41" y="75"/>
                  </a:lnTo>
                  <a:lnTo>
                    <a:pt x="40" y="75"/>
                  </a:lnTo>
                  <a:lnTo>
                    <a:pt x="40" y="75"/>
                  </a:lnTo>
                  <a:lnTo>
                    <a:pt x="40" y="75"/>
                  </a:lnTo>
                  <a:lnTo>
                    <a:pt x="31" y="74"/>
                  </a:lnTo>
                  <a:lnTo>
                    <a:pt x="24" y="70"/>
                  </a:lnTo>
                  <a:lnTo>
                    <a:pt x="9" y="57"/>
                  </a:lnTo>
                  <a:lnTo>
                    <a:pt x="0" y="41"/>
                  </a:lnTo>
                  <a:lnTo>
                    <a:pt x="0" y="33"/>
                  </a:lnTo>
                  <a:lnTo>
                    <a:pt x="0" y="24"/>
                  </a:lnTo>
                  <a:lnTo>
                    <a:pt x="4" y="16"/>
                  </a:lnTo>
                  <a:lnTo>
                    <a:pt x="14" y="5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F2006D"/>
            </a:solidFill>
            <a:ln w="9525" cap="flat" cmpd="sng">
              <a:noFill/>
              <a:prstDash val="solid"/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>
                <a:latin typeface="+mn-ea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4B6FA8BB-6232-D07C-6A0A-E4A9418AFC48}"/>
              </a:ext>
            </a:extLst>
          </p:cNvPr>
          <p:cNvSpPr txBox="1"/>
          <p:nvPr/>
        </p:nvSpPr>
        <p:spPr>
          <a:xfrm>
            <a:off x="1667082" y="503378"/>
            <a:ext cx="115249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defTabSz="987095"/>
            <a:r>
              <a:rPr lang="en-US" altLang="ko-KR" sz="800" spc="-54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Ⅴ  </a:t>
            </a:r>
            <a:r>
              <a:rPr lang="ko-KR" altLang="en-US" sz="800" spc="-54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프로젝트 지원  </a:t>
            </a:r>
            <a:r>
              <a:rPr lang="en-US" altLang="ko-KR" sz="800" spc="-54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&gt;  1. </a:t>
            </a:r>
            <a:r>
              <a:rPr lang="ko-KR" altLang="en-US" sz="800" spc="-54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기밀보안</a:t>
            </a:r>
          </a:p>
        </p:txBody>
      </p:sp>
    </p:spTree>
    <p:extLst>
      <p:ext uri="{BB962C8B-B14F-4D97-AF65-F5344CB8AC3E}">
        <p14:creationId xmlns:p14="http://schemas.microsoft.com/office/powerpoint/2010/main" val="369341756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>
            <a:extLst>
              <a:ext uri="{FF2B5EF4-FFF2-40B4-BE49-F238E27FC236}">
                <a16:creationId xmlns:a16="http://schemas.microsoft.com/office/drawing/2014/main" id="{C30008C6-9642-4945-976E-D3FA087A4DC6}"/>
              </a:ext>
            </a:extLst>
          </p:cNvPr>
          <p:cNvGrpSpPr/>
          <p:nvPr/>
        </p:nvGrpSpPr>
        <p:grpSpPr>
          <a:xfrm>
            <a:off x="2396707" y="4160912"/>
            <a:ext cx="2064586" cy="2064586"/>
            <a:chOff x="6806885" y="5387447"/>
            <a:chExt cx="2064586" cy="2064586"/>
          </a:xfrm>
        </p:grpSpPr>
        <p:sp>
          <p:nvSpPr>
            <p:cNvPr id="298" name="타원 297">
              <a:extLst>
                <a:ext uri="{FF2B5EF4-FFF2-40B4-BE49-F238E27FC236}">
                  <a16:creationId xmlns:a16="http://schemas.microsoft.com/office/drawing/2014/main" id="{5CE43EAA-5348-4757-9F93-110110ACCBC6}"/>
                </a:ext>
              </a:extLst>
            </p:cNvPr>
            <p:cNvSpPr/>
            <p:nvPr/>
          </p:nvSpPr>
          <p:spPr>
            <a:xfrm>
              <a:off x="6806885" y="5387447"/>
              <a:ext cx="2064586" cy="2064586"/>
            </a:xfrm>
            <a:prstGeom prst="ellipse">
              <a:avLst/>
            </a:prstGeom>
            <a:solidFill>
              <a:schemeClr val="bg1">
                <a:lumMod val="75000"/>
                <a:alpha val="3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base" latinLnBrk="0" hangingPunct="1">
                <a:lnSpc>
                  <a:spcPct val="120000"/>
                </a:lnSpc>
                <a:spcBef>
                  <a:spcPct val="4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2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sp>
          <p:nvSpPr>
            <p:cNvPr id="126" name="타원 125">
              <a:extLst>
                <a:ext uri="{FF2B5EF4-FFF2-40B4-BE49-F238E27FC236}">
                  <a16:creationId xmlns:a16="http://schemas.microsoft.com/office/drawing/2014/main" id="{39B361B3-A789-4256-9553-244329AA2AAA}"/>
                </a:ext>
              </a:extLst>
            </p:cNvPr>
            <p:cNvSpPr/>
            <p:nvPr/>
          </p:nvSpPr>
          <p:spPr>
            <a:xfrm>
              <a:off x="7063601" y="5644163"/>
              <a:ext cx="1551154" cy="1551154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base" latinLnBrk="0" hangingPunct="1">
                <a:lnSpc>
                  <a:spcPct val="120000"/>
                </a:lnSpc>
                <a:spcBef>
                  <a:spcPct val="4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2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</p:grpSp>
      <p:sp>
        <p:nvSpPr>
          <p:cNvPr id="90" name="제목 89"/>
          <p:cNvSpPr>
            <a:spLocks noGrp="1"/>
          </p:cNvSpPr>
          <p:nvPr>
            <p:ph type="title"/>
          </p:nvPr>
        </p:nvSpPr>
        <p:spPr>
          <a:xfrm>
            <a:off x="512676" y="1064568"/>
            <a:ext cx="1410693" cy="199285"/>
          </a:xfrm>
          <a:prstGeom prst="rect">
            <a:avLst/>
          </a:prstGeom>
          <a:noFill/>
        </p:spPr>
        <p:txBody>
          <a:bodyPr wrap="none" lIns="108000" tIns="0" rIns="0" bIns="0" anchor="ctr">
            <a:spAutoFit/>
          </a:bodyPr>
          <a:lstStyle/>
          <a:p>
            <a:r>
              <a:rPr lang="en-US" altLang="ko-KR" sz="1400" dirty="0">
                <a:latin typeface="+mj-lt"/>
                <a:cs typeface="+mj-cs"/>
              </a:rPr>
              <a:t>1.2 </a:t>
            </a:r>
            <a:r>
              <a:rPr lang="ko-KR" altLang="en-US" dirty="0"/>
              <a:t>보안관리 체계</a:t>
            </a:r>
            <a:endParaRPr lang="ko-KR" altLang="en-US" sz="1400" dirty="0">
              <a:latin typeface="+mj-lt"/>
              <a:cs typeface="+mj-cs"/>
            </a:endParaRPr>
          </a:p>
        </p:txBody>
      </p:sp>
      <p:grpSp>
        <p:nvGrpSpPr>
          <p:cNvPr id="203" name="그룹 202">
            <a:extLst>
              <a:ext uri="{FF2B5EF4-FFF2-40B4-BE49-F238E27FC236}">
                <a16:creationId xmlns:a16="http://schemas.microsoft.com/office/drawing/2014/main" id="{04EF4670-381A-4037-B791-0E4A5E84DFB8}"/>
              </a:ext>
            </a:extLst>
          </p:cNvPr>
          <p:cNvGrpSpPr/>
          <p:nvPr/>
        </p:nvGrpSpPr>
        <p:grpSpPr>
          <a:xfrm>
            <a:off x="440668" y="1064568"/>
            <a:ext cx="66431" cy="180000"/>
            <a:chOff x="447632" y="1870808"/>
            <a:chExt cx="66431" cy="247087"/>
          </a:xfrm>
        </p:grpSpPr>
        <p:sp>
          <p:nvSpPr>
            <p:cNvPr id="204" name="직사각형 203">
              <a:extLst>
                <a:ext uri="{FF2B5EF4-FFF2-40B4-BE49-F238E27FC236}">
                  <a16:creationId xmlns:a16="http://schemas.microsoft.com/office/drawing/2014/main" id="{46B429C1-2429-4316-BE77-6FF01C189E6C}"/>
                </a:ext>
              </a:extLst>
            </p:cNvPr>
            <p:cNvSpPr/>
            <p:nvPr/>
          </p:nvSpPr>
          <p:spPr>
            <a:xfrm>
              <a:off x="447632" y="1990162"/>
              <a:ext cx="66431" cy="12773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/>
            </a:bodyPr>
            <a:lstStyle/>
            <a:p>
              <a:pPr algn="ctr"/>
              <a:endParaRPr lang="ko-KR" altLang="en-US">
                <a:ln>
                  <a:solidFill>
                    <a:srgbClr val="02A1B2">
                      <a:alpha val="0"/>
                    </a:srgbClr>
                  </a:solidFill>
                </a:ln>
              </a:endParaRPr>
            </a:p>
          </p:txBody>
        </p:sp>
        <p:sp>
          <p:nvSpPr>
            <p:cNvPr id="205" name="직사각형 204">
              <a:extLst>
                <a:ext uri="{FF2B5EF4-FFF2-40B4-BE49-F238E27FC236}">
                  <a16:creationId xmlns:a16="http://schemas.microsoft.com/office/drawing/2014/main" id="{9EDDB3CA-00BF-4056-A451-DF7B8E09CBB2}"/>
                </a:ext>
              </a:extLst>
            </p:cNvPr>
            <p:cNvSpPr/>
            <p:nvPr/>
          </p:nvSpPr>
          <p:spPr>
            <a:xfrm>
              <a:off x="447632" y="1870808"/>
              <a:ext cx="66431" cy="127733"/>
            </a:xfrm>
            <a:prstGeom prst="rect">
              <a:avLst/>
            </a:prstGeom>
            <a:solidFill>
              <a:srgbClr val="B71B6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/>
            </a:bodyPr>
            <a:lstStyle/>
            <a:p>
              <a:pPr algn="ctr"/>
              <a:endParaRPr lang="ko-KR" altLang="en-US">
                <a:ln>
                  <a:solidFill>
                    <a:srgbClr val="02A1B2">
                      <a:alpha val="0"/>
                    </a:srgbClr>
                  </a:solidFill>
                </a:ln>
              </a:endParaRPr>
            </a:p>
          </p:txBody>
        </p:sp>
      </p:grpSp>
      <p:sp>
        <p:nvSpPr>
          <p:cNvPr id="206" name="직사각형 205">
            <a:extLst>
              <a:ext uri="{FF2B5EF4-FFF2-40B4-BE49-F238E27FC236}">
                <a16:creationId xmlns:a16="http://schemas.microsoft.com/office/drawing/2014/main" id="{1104C21C-94A3-4FAB-A338-A4E1A662A3D1}"/>
              </a:ext>
            </a:extLst>
          </p:cNvPr>
          <p:cNvSpPr/>
          <p:nvPr/>
        </p:nvSpPr>
        <p:spPr>
          <a:xfrm>
            <a:off x="5206867" y="1065770"/>
            <a:ext cx="1209800" cy="17763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36000" rIns="72000" bIns="18000" rtlCol="0" anchor="ctr">
            <a:spAutoFit/>
          </a:bodyPr>
          <a:lstStyle/>
          <a:p>
            <a:pPr algn="r"/>
            <a:r>
              <a: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요구사항 번호</a:t>
            </a:r>
            <a:r>
              <a:rPr lang="en-US" altLang="ko-KR" sz="8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: </a:t>
            </a:r>
            <a:r>
              <a:rPr lang="en-US" altLang="ko-KR" sz="800">
                <a:solidFill>
                  <a:srgbClr val="0070C0"/>
                </a:solidFill>
                <a:latin typeface="+mj-ea"/>
                <a:ea typeface="+mj-ea"/>
              </a:rPr>
              <a:t>ABC-001</a:t>
            </a:r>
            <a:endParaRPr lang="ko-KR" altLang="en-US" sz="800" dirty="0">
              <a:solidFill>
                <a:srgbClr val="0070C0"/>
              </a:solidFill>
              <a:latin typeface="+mj-ea"/>
              <a:ea typeface="+mj-ea"/>
            </a:endParaRPr>
          </a:p>
        </p:txBody>
      </p:sp>
      <p:sp>
        <p:nvSpPr>
          <p:cNvPr id="207" name="AutoShape 165">
            <a:extLst>
              <a:ext uri="{FF2B5EF4-FFF2-40B4-BE49-F238E27FC236}">
                <a16:creationId xmlns:a16="http://schemas.microsoft.com/office/drawing/2014/main" id="{3C8EFBB1-29B3-41AF-B697-C245F5CD00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668" y="1568624"/>
            <a:ext cx="5976000" cy="647237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3175" algn="ctr">
            <a:solidFill>
              <a:schemeClr val="bg1">
                <a:lumMod val="95000"/>
              </a:schemeClr>
            </a:solidFill>
            <a:round/>
            <a:headEnd/>
            <a:tailEnd/>
          </a:ln>
          <a:effectLst/>
        </p:spPr>
        <p:txBody>
          <a:bodyPr wrap="square" lIns="144000" tIns="36000" rIns="72000" bIns="36000" anchor="ctr"/>
          <a:lstStyle/>
          <a:p>
            <a:pPr marL="85725" indent="-85725" defTabSz="914400" fontAlgn="ctr">
              <a:lnSpc>
                <a:spcPct val="110000"/>
              </a:lnSpc>
              <a:spcAft>
                <a:spcPts val="300"/>
              </a:spcAft>
              <a:buFont typeface="Arial" pitchFamily="34" charset="0"/>
              <a:buChar char="•"/>
              <a:defRPr/>
            </a:pPr>
            <a:r>
              <a:rPr kumimoji="1" lang="ko-KR" altLang="en-US" sz="1000" kern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</a:rPr>
              <a:t>데이터 유출 방지</a:t>
            </a:r>
            <a:r>
              <a:rPr kumimoji="1" lang="en-US" altLang="ko-KR" sz="1000" kern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</a:rPr>
              <a:t>, </a:t>
            </a:r>
            <a:r>
              <a:rPr kumimoji="1" lang="ko-KR" altLang="en-US" sz="1000" kern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</a:rPr>
              <a:t>기밀성 및 가용성과 시스템 자원의 보호 및 인원 보안 등 </a:t>
            </a:r>
            <a:r>
              <a:rPr kumimoji="1" lang="ko-KR" altLang="en-US" sz="1000" kern="0">
                <a:solidFill>
                  <a:prstClr val="black">
                    <a:lumMod val="75000"/>
                    <a:lumOff val="25000"/>
                  </a:prstClr>
                </a:solidFill>
                <a:latin typeface="+mj-ea"/>
                <a:ea typeface="+mj-ea"/>
              </a:rPr>
              <a:t>전체적인 보안 관리 체계 수립</a:t>
            </a:r>
          </a:p>
          <a:p>
            <a:pPr marL="85725" indent="-85725" defTabSz="914400" fontAlgn="ctr">
              <a:lnSpc>
                <a:spcPct val="110000"/>
              </a:lnSpc>
              <a:spcAft>
                <a:spcPts val="300"/>
              </a:spcAft>
              <a:buFont typeface="Arial" pitchFamily="34" charset="0"/>
              <a:buChar char="•"/>
              <a:defRPr/>
            </a:pPr>
            <a:r>
              <a:rPr kumimoji="1" lang="ko-KR" altLang="en-US" sz="1000" kern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</a:rPr>
              <a:t>문서</a:t>
            </a:r>
            <a:r>
              <a:rPr kumimoji="1" lang="en-US" altLang="ko-KR" sz="1000" kern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</a:rPr>
              <a:t>, </a:t>
            </a:r>
            <a:r>
              <a:rPr kumimoji="1" lang="ko-KR" altLang="en-US" sz="1000" kern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</a:rPr>
              <a:t>인력</a:t>
            </a:r>
            <a:r>
              <a:rPr kumimoji="1" lang="en-US" altLang="ko-KR" sz="1000" kern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</a:rPr>
              <a:t>, </a:t>
            </a:r>
            <a:r>
              <a:rPr kumimoji="1" lang="ko-KR" altLang="en-US" sz="1000" kern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</a:rPr>
              <a:t>기업</a:t>
            </a:r>
            <a:r>
              <a:rPr kumimoji="1" lang="en-US" altLang="ko-KR" sz="1000" kern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</a:rPr>
              <a:t>, </a:t>
            </a:r>
            <a:r>
              <a:rPr kumimoji="1" lang="ko-KR" altLang="en-US" sz="1000" kern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</a:rPr>
              <a:t>통신</a:t>
            </a:r>
            <a:r>
              <a:rPr kumimoji="1" lang="en-US" altLang="ko-KR" sz="1000" kern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</a:rPr>
              <a:t>(</a:t>
            </a:r>
            <a:r>
              <a:rPr kumimoji="1" lang="ko-KR" altLang="en-US" sz="1000" kern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</a:rPr>
              <a:t>전산</a:t>
            </a:r>
            <a:r>
              <a:rPr kumimoji="1" lang="en-US" altLang="ko-KR" sz="1000" kern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</a:rPr>
              <a:t>)</a:t>
            </a:r>
            <a:r>
              <a:rPr kumimoji="1" lang="ko-KR" altLang="en-US" sz="1000" kern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</a:rPr>
              <a:t>에 대한 </a:t>
            </a:r>
            <a:r>
              <a:rPr kumimoji="1" lang="ko-KR" altLang="en-US" sz="1000" kern="0">
                <a:solidFill>
                  <a:prstClr val="black">
                    <a:lumMod val="75000"/>
                    <a:lumOff val="25000"/>
                  </a:prstClr>
                </a:solidFill>
                <a:latin typeface="+mj-ea"/>
                <a:ea typeface="+mj-ea"/>
              </a:rPr>
              <a:t>보안 활동 수행</a:t>
            </a:r>
            <a:r>
              <a:rPr kumimoji="1" lang="en-US" altLang="ko-KR" sz="1000" kern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</a:rPr>
              <a:t>(</a:t>
            </a:r>
            <a:r>
              <a:rPr kumimoji="1" lang="ko-KR" altLang="en-US" sz="1000" kern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</a:rPr>
              <a:t>유출방지</a:t>
            </a:r>
            <a:r>
              <a:rPr kumimoji="1" lang="en-US" altLang="ko-KR" sz="1000" kern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</a:rPr>
              <a:t>, </a:t>
            </a:r>
            <a:r>
              <a:rPr kumimoji="1" lang="ko-KR" altLang="en-US" sz="1000" kern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</a:rPr>
              <a:t>통제 등</a:t>
            </a:r>
            <a:r>
              <a:rPr kumimoji="1" lang="en-US" altLang="ko-KR" sz="1000" kern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</a:rPr>
              <a:t>)</a:t>
            </a:r>
            <a:endParaRPr kumimoji="1" lang="ko-KR" altLang="en-US" sz="1000" kern="0">
              <a:solidFill>
                <a:prstClr val="black">
                  <a:lumMod val="75000"/>
                  <a:lumOff val="25000"/>
                </a:prstClr>
              </a:solidFill>
              <a:latin typeface="+mn-ea"/>
            </a:endParaRPr>
          </a:p>
        </p:txBody>
      </p:sp>
      <p:grpSp>
        <p:nvGrpSpPr>
          <p:cNvPr id="208" name="그룹 207">
            <a:extLst>
              <a:ext uri="{FF2B5EF4-FFF2-40B4-BE49-F238E27FC236}">
                <a16:creationId xmlns:a16="http://schemas.microsoft.com/office/drawing/2014/main" id="{6EC37298-8B3A-45C5-8A3B-58594B9CCA10}"/>
              </a:ext>
            </a:extLst>
          </p:cNvPr>
          <p:cNvGrpSpPr/>
          <p:nvPr/>
        </p:nvGrpSpPr>
        <p:grpSpPr>
          <a:xfrm>
            <a:off x="440668" y="2504728"/>
            <a:ext cx="5976000" cy="184666"/>
            <a:chOff x="4503039" y="5804479"/>
            <a:chExt cx="5976000" cy="184666"/>
          </a:xfrm>
        </p:grpSpPr>
        <p:cxnSp>
          <p:nvCxnSpPr>
            <p:cNvPr id="209" name="직선 연결선 208">
              <a:extLst>
                <a:ext uri="{FF2B5EF4-FFF2-40B4-BE49-F238E27FC236}">
                  <a16:creationId xmlns:a16="http://schemas.microsoft.com/office/drawing/2014/main" id="{B0C620F0-4746-46D6-8119-05899D45196D}"/>
                </a:ext>
              </a:extLst>
            </p:cNvPr>
            <p:cNvCxnSpPr>
              <a:cxnSpLocks/>
            </p:cNvCxnSpPr>
            <p:nvPr/>
          </p:nvCxnSpPr>
          <p:spPr>
            <a:xfrm>
              <a:off x="4503039" y="5948495"/>
              <a:ext cx="5976000" cy="0"/>
            </a:xfrm>
            <a:prstGeom prst="line">
              <a:avLst/>
            </a:prstGeom>
            <a:ln w="12700" cap="flat">
              <a:solidFill>
                <a:srgbClr val="BAC0CE"/>
              </a:solidFill>
              <a:miter lim="800000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0" name="TextBox 209">
              <a:extLst>
                <a:ext uri="{FF2B5EF4-FFF2-40B4-BE49-F238E27FC236}">
                  <a16:creationId xmlns:a16="http://schemas.microsoft.com/office/drawing/2014/main" id="{7BF2FFEF-88DC-4D62-98B0-04967FA408CA}"/>
                </a:ext>
              </a:extLst>
            </p:cNvPr>
            <p:cNvSpPr txBox="1"/>
            <p:nvPr/>
          </p:nvSpPr>
          <p:spPr>
            <a:xfrm flipH="1">
              <a:off x="4503039" y="5804479"/>
              <a:ext cx="1455577" cy="18466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</p:spPr>
          <p:txBody>
            <a:bodyPr wrap="none" lIns="0" tIns="0" rIns="108000" bIns="0" rtlCol="0" anchor="b">
              <a:spAutoFit/>
            </a:bodyPr>
            <a:lstStyle/>
            <a:p>
              <a:pPr lvl="0" defTabSz="478031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ko-KR" altLang="en-US" sz="120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보안관리 체계 및 역할</a:t>
              </a:r>
            </a:p>
          </p:txBody>
        </p:sp>
      </p:grpSp>
      <p:graphicFrame>
        <p:nvGraphicFramePr>
          <p:cNvPr id="296" name="Group 295">
            <a:extLst>
              <a:ext uri="{FF2B5EF4-FFF2-40B4-BE49-F238E27FC236}">
                <a16:creationId xmlns:a16="http://schemas.microsoft.com/office/drawing/2014/main" id="{25241DD1-779F-464A-908D-C8183B3FB0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083508"/>
              </p:ext>
            </p:extLst>
          </p:nvPr>
        </p:nvGraphicFramePr>
        <p:xfrm>
          <a:off x="440668" y="7689491"/>
          <a:ext cx="5975999" cy="1692001"/>
        </p:xfrm>
        <a:graphic>
          <a:graphicData uri="http://schemas.openxmlformats.org/drawingml/2006/table">
            <a:tbl>
              <a:tblPr/>
              <a:tblGrid>
                <a:gridCol w="13152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03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03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5309">
                <a:tc>
                  <a:txBody>
                    <a:bodyPr/>
                    <a:lstStyle/>
                    <a:p>
                      <a:pPr marL="0" marR="0" lvl="0" indent="0" algn="ctr" defTabSz="941388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담당</a:t>
                      </a:r>
                    </a:p>
                  </a:txBody>
                  <a:tcPr marL="90000" marR="90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41388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역할</a:t>
                      </a:r>
                      <a:endParaRPr kumimoji="0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0000" marR="90000" marT="46800" marB="4680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41388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Rix모던고딕 B" pitchFamily="18" charset="-127"/>
                        <a:ea typeface="Rix모던고딕 B" pitchFamily="18" charset="-127"/>
                      </a:endParaRPr>
                    </a:p>
                  </a:txBody>
                  <a:tcPr marL="90000" marR="90000" marT="46800" marB="46800" anchor="ctr" horzOverflow="overflow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5D5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5564">
                <a:tc>
                  <a:txBody>
                    <a:bodyPr/>
                    <a:lstStyle/>
                    <a:p>
                      <a:pPr marL="0" marR="0" lvl="0" indent="0" algn="ctr" defTabSz="99695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프로젝트 관리자</a:t>
                      </a:r>
                    </a:p>
                  </a:txBody>
                  <a:tcPr marL="43200" marR="43200" marT="36000" marB="3600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90000" marR="0" lvl="2" indent="-9000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Pct val="90000"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9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프로젝트 보안 책임자 선정</a:t>
                      </a:r>
                    </a:p>
                    <a:p>
                      <a:pPr marL="90000" marR="0" lvl="2" indent="-9000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Pct val="90000"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9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프로젝트 보안에 대한 최종 책임자</a:t>
                      </a:r>
                    </a:p>
                  </a:txBody>
                  <a:tcPr marL="72000" marR="72000" marT="36000" marB="3600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5564">
                <a:tc>
                  <a:txBody>
                    <a:bodyPr/>
                    <a:lstStyle/>
                    <a:p>
                      <a:pPr marL="0" marR="0" lvl="0" indent="0" algn="ctr" defTabSz="99695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보안 관리자</a:t>
                      </a:r>
                    </a:p>
                  </a:txBody>
                  <a:tcPr marL="43200" marR="43200" marT="36000" marB="3600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0000" marR="0" lvl="2" indent="-9000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Pct val="90000"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9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각종 보안상태 점검 및 확인 감독</a:t>
                      </a:r>
                    </a:p>
                    <a:p>
                      <a:pPr marL="90000" marR="0" lvl="2" indent="-9000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Pct val="90000"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9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보안서약서 관리 및 보안조치</a:t>
                      </a:r>
                    </a:p>
                  </a:txBody>
                  <a:tcPr marL="72000" marR="72000" marT="36000" marB="3600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000" marR="0" lvl="2" indent="-9000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Pct val="90000"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9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문서</a:t>
                      </a:r>
                      <a:r>
                        <a:rPr kumimoji="1" lang="en-US" altLang="ko-KR" sz="9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9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시설</a:t>
                      </a:r>
                      <a:r>
                        <a:rPr kumimoji="1" lang="en-US" altLang="ko-KR" sz="9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9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통신 등의 보안 관리</a:t>
                      </a:r>
                    </a:p>
                    <a:p>
                      <a:pPr marL="90000" marR="0" lvl="2" indent="-9000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Pct val="90000"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9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주기적 보안교육 실시</a:t>
                      </a:r>
                    </a:p>
                  </a:txBody>
                  <a:tcPr marL="72000" marR="72000" marT="36000" marB="3600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5564">
                <a:tc>
                  <a:txBody>
                    <a:bodyPr/>
                    <a:lstStyle/>
                    <a:p>
                      <a:pPr marL="0" marR="0" lvl="0" indent="0" algn="ctr" defTabSz="99695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프로젝트 팀원</a:t>
                      </a:r>
                    </a:p>
                  </a:txBody>
                  <a:tcPr marL="43200" marR="43200" marT="36000" marB="3600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90000" marR="0" lvl="2" indent="-9000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Pct val="90000"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9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보안관리규정 준수 및 보안 서약서 작성</a:t>
                      </a:r>
                    </a:p>
                    <a:p>
                      <a:pPr marL="90000" marR="0" lvl="2" indent="-9000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Pct val="90000"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9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보안 책임자의 지시에 따라 보안업무를 수행 및 보안의식 함양</a:t>
                      </a:r>
                    </a:p>
                  </a:txBody>
                  <a:tcPr marL="72000" marR="72000" marT="36000" marB="3600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99" name="타원 298">
            <a:extLst>
              <a:ext uri="{FF2B5EF4-FFF2-40B4-BE49-F238E27FC236}">
                <a16:creationId xmlns:a16="http://schemas.microsoft.com/office/drawing/2014/main" id="{AC7B0C4B-9E2B-45E2-A752-46F2676C1DC7}"/>
              </a:ext>
            </a:extLst>
          </p:cNvPr>
          <p:cNvSpPr/>
          <p:nvPr/>
        </p:nvSpPr>
        <p:spPr>
          <a:xfrm>
            <a:off x="2899271" y="4640640"/>
            <a:ext cx="1059459" cy="1059459"/>
          </a:xfrm>
          <a:prstGeom prst="ellipse">
            <a:avLst/>
          </a:prstGeom>
          <a:solidFill>
            <a:sysClr val="window" lastClr="FFFFFF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20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340" name="양쪽 모서리가 둥근 사각형 73">
            <a:extLst>
              <a:ext uri="{FF2B5EF4-FFF2-40B4-BE49-F238E27FC236}">
                <a16:creationId xmlns:a16="http://schemas.microsoft.com/office/drawing/2014/main" id="{9D7093B5-30DD-499F-A144-89FB4988E1F5}"/>
              </a:ext>
            </a:extLst>
          </p:cNvPr>
          <p:cNvSpPr/>
          <p:nvPr/>
        </p:nvSpPr>
        <p:spPr bwMode="auto">
          <a:xfrm flipH="1">
            <a:off x="1110666" y="4257424"/>
            <a:ext cx="2016000" cy="792000"/>
          </a:xfrm>
          <a:prstGeom prst="round2SameRect">
            <a:avLst>
              <a:gd name="adj1" fmla="val 0"/>
              <a:gd name="adj2" fmla="val 0"/>
            </a:avLst>
          </a:prstGeom>
          <a:solidFill>
            <a:sysClr val="window" lastClr="FFFFFF"/>
          </a:solidFill>
          <a:ln w="6350" cap="flat" cmpd="sng" algn="ctr">
            <a:solidFill>
              <a:srgbClr val="ADB9CA">
                <a:alpha val="50000"/>
              </a:srgbClr>
            </a:solidFill>
            <a:prstDash val="solid"/>
          </a:ln>
          <a:effectLst/>
        </p:spPr>
        <p:txBody>
          <a:bodyPr lIns="108000" tIns="108000" rIns="108000" bIns="0"/>
          <a:lstStyle/>
          <a:p>
            <a:pPr marL="90000" lvl="2" indent="-90000" defTabSz="914400" fontAlgn="base">
              <a:lnSpc>
                <a:spcPct val="110000"/>
              </a:lnSpc>
              <a:spcBef>
                <a:spcPct val="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SzPct val="90000"/>
              <a:buFont typeface="Arial" pitchFamily="34" charset="0"/>
              <a:buChar char="•"/>
            </a:pPr>
            <a:r>
              <a:rPr kumimoji="1"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기밀 문서의 생산</a:t>
            </a:r>
            <a:r>
              <a:rPr kumimoji="1"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, </a:t>
            </a:r>
            <a:r>
              <a:rPr kumimoji="1"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분류</a:t>
            </a:r>
            <a:r>
              <a:rPr kumimoji="1"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, </a:t>
            </a:r>
            <a:r>
              <a:rPr kumimoji="1"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취급 송부 등에 관한 통제 규정</a:t>
            </a:r>
            <a:br>
              <a:rPr kumimoji="1"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</a:br>
            <a:r>
              <a:rPr kumimoji="1"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(</a:t>
            </a:r>
            <a:r>
              <a:rPr kumimoji="1"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기밀자료 발생 시</a:t>
            </a:r>
            <a:r>
              <a:rPr kumimoji="1"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)</a:t>
            </a:r>
          </a:p>
        </p:txBody>
      </p:sp>
      <p:sp>
        <p:nvSpPr>
          <p:cNvPr id="341" name="양쪽 모서리가 둥근 사각형 74">
            <a:extLst>
              <a:ext uri="{FF2B5EF4-FFF2-40B4-BE49-F238E27FC236}">
                <a16:creationId xmlns:a16="http://schemas.microsoft.com/office/drawing/2014/main" id="{9975E82F-4182-4D45-ADC3-77B6F0CB4A8F}"/>
              </a:ext>
            </a:extLst>
          </p:cNvPr>
          <p:cNvSpPr/>
          <p:nvPr/>
        </p:nvSpPr>
        <p:spPr bwMode="auto">
          <a:xfrm flipH="1">
            <a:off x="1110666" y="4015457"/>
            <a:ext cx="2016000" cy="241967"/>
          </a:xfrm>
          <a:prstGeom prst="rect">
            <a:avLst/>
          </a:prstGeom>
          <a:solidFill>
            <a:srgbClr val="DEEBF7"/>
          </a:solidFill>
          <a:ln w="6350" algn="ctr">
            <a:solidFill>
              <a:srgbClr val="ADB9CA">
                <a:alpha val="50000"/>
              </a:srgbClr>
            </a:solidFill>
            <a:miter lim="800000"/>
            <a:headEnd/>
            <a:tailEnd/>
          </a:ln>
        </p:spPr>
        <p:txBody>
          <a:bodyPr wrap="square" lIns="36000" tIns="18000" rIns="36000" bIns="0" anchor="ctr" anchorCtr="0"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1100" dirty="0">
                <a:solidFill>
                  <a:srgbClr val="002060"/>
                </a:solidFill>
                <a:latin typeface="+mj-ea"/>
                <a:ea typeface="+mj-ea"/>
              </a:rPr>
              <a:t>문서보안</a:t>
            </a:r>
          </a:p>
        </p:txBody>
      </p:sp>
      <p:sp>
        <p:nvSpPr>
          <p:cNvPr id="338" name="양쪽 모서리가 둥근 사각형 71">
            <a:extLst>
              <a:ext uri="{FF2B5EF4-FFF2-40B4-BE49-F238E27FC236}">
                <a16:creationId xmlns:a16="http://schemas.microsoft.com/office/drawing/2014/main" id="{544861B8-592F-45F3-8569-E263E1888887}"/>
              </a:ext>
            </a:extLst>
          </p:cNvPr>
          <p:cNvSpPr/>
          <p:nvPr/>
        </p:nvSpPr>
        <p:spPr bwMode="auto">
          <a:xfrm flipH="1">
            <a:off x="3753260" y="4257424"/>
            <a:ext cx="2016000" cy="792000"/>
          </a:xfrm>
          <a:prstGeom prst="round2SameRect">
            <a:avLst>
              <a:gd name="adj1" fmla="val 0"/>
              <a:gd name="adj2" fmla="val 0"/>
            </a:avLst>
          </a:prstGeom>
          <a:solidFill>
            <a:sysClr val="window" lastClr="FFFFFF"/>
          </a:solidFill>
          <a:ln w="6350" cap="flat" cmpd="sng" algn="ctr">
            <a:solidFill>
              <a:srgbClr val="ADB9CA">
                <a:alpha val="50000"/>
              </a:srgbClr>
            </a:solidFill>
            <a:prstDash val="solid"/>
          </a:ln>
          <a:effectLst/>
        </p:spPr>
        <p:txBody>
          <a:bodyPr lIns="180000" tIns="108000" rIns="72000" bIns="0"/>
          <a:lstStyle/>
          <a:p>
            <a:pPr marL="90000" lvl="2" indent="-90000" defTabSz="914400" fontAlgn="base">
              <a:lnSpc>
                <a:spcPct val="110000"/>
              </a:lnSpc>
              <a:spcBef>
                <a:spcPct val="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SzPct val="90000"/>
              <a:buFont typeface="Arial" pitchFamily="34" charset="0"/>
              <a:buChar char="•"/>
              <a:defRPr/>
            </a:pPr>
            <a:r>
              <a:rPr kumimoji="1"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정기적인 보안의식 교육</a:t>
            </a:r>
          </a:p>
          <a:p>
            <a:pPr marL="90000" lvl="2" indent="-90000" defTabSz="914400" fontAlgn="base">
              <a:lnSpc>
                <a:spcPct val="110000"/>
              </a:lnSpc>
              <a:spcBef>
                <a:spcPct val="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SzPct val="90000"/>
              <a:buFont typeface="Arial" pitchFamily="34" charset="0"/>
              <a:buChar char="•"/>
              <a:defRPr/>
            </a:pPr>
            <a:r>
              <a:rPr kumimoji="1"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유지보수 인력의 기밀 접근 및 기밀 취급에 관한 통제 규정</a:t>
            </a:r>
          </a:p>
        </p:txBody>
      </p:sp>
      <p:sp>
        <p:nvSpPr>
          <p:cNvPr id="339" name="양쪽 모서리가 둥근 사각형 72">
            <a:extLst>
              <a:ext uri="{FF2B5EF4-FFF2-40B4-BE49-F238E27FC236}">
                <a16:creationId xmlns:a16="http://schemas.microsoft.com/office/drawing/2014/main" id="{145D5B6B-F6BA-4EDC-B2D4-9F1C90EE0DA8}"/>
              </a:ext>
            </a:extLst>
          </p:cNvPr>
          <p:cNvSpPr/>
          <p:nvPr/>
        </p:nvSpPr>
        <p:spPr bwMode="auto">
          <a:xfrm flipH="1">
            <a:off x="3753260" y="4015457"/>
            <a:ext cx="2016000" cy="241967"/>
          </a:xfrm>
          <a:prstGeom prst="rect">
            <a:avLst/>
          </a:prstGeom>
          <a:solidFill>
            <a:srgbClr val="DEEBF7"/>
          </a:solidFill>
          <a:ln w="6350" algn="ctr">
            <a:solidFill>
              <a:srgbClr val="ADB9CA">
                <a:alpha val="50000"/>
              </a:srgbClr>
            </a:solidFill>
            <a:miter lim="800000"/>
            <a:headEnd/>
            <a:tailEnd/>
          </a:ln>
        </p:spPr>
        <p:txBody>
          <a:bodyPr wrap="square" lIns="36000" tIns="18000" rIns="36000" bIns="0" anchor="ctr" anchorCtr="0"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1100">
                <a:solidFill>
                  <a:srgbClr val="002060"/>
                </a:solidFill>
                <a:latin typeface="+mj-ea"/>
                <a:ea typeface="+mj-ea"/>
              </a:rPr>
              <a:t>인력 보안</a:t>
            </a:r>
          </a:p>
        </p:txBody>
      </p:sp>
      <p:sp>
        <p:nvSpPr>
          <p:cNvPr id="336" name="양쪽 모서리가 둥근 사각형 69">
            <a:extLst>
              <a:ext uri="{FF2B5EF4-FFF2-40B4-BE49-F238E27FC236}">
                <a16:creationId xmlns:a16="http://schemas.microsoft.com/office/drawing/2014/main" id="{B3457FD0-C82C-4D68-B78E-EE7FCB02004C}"/>
              </a:ext>
            </a:extLst>
          </p:cNvPr>
          <p:cNvSpPr/>
          <p:nvPr/>
        </p:nvSpPr>
        <p:spPr bwMode="auto">
          <a:xfrm flipH="1">
            <a:off x="1110666" y="5543858"/>
            <a:ext cx="2016000" cy="792000"/>
          </a:xfrm>
          <a:prstGeom prst="round2SameRect">
            <a:avLst>
              <a:gd name="adj1" fmla="val 0"/>
              <a:gd name="adj2" fmla="val 0"/>
            </a:avLst>
          </a:prstGeom>
          <a:solidFill>
            <a:sysClr val="window" lastClr="FFFFFF"/>
          </a:solidFill>
          <a:ln w="6350" cap="flat" cmpd="sng" algn="ctr">
            <a:solidFill>
              <a:srgbClr val="ADB9CA">
                <a:alpha val="50000"/>
              </a:srgbClr>
            </a:solidFill>
            <a:prstDash val="solid"/>
          </a:ln>
          <a:effectLst/>
        </p:spPr>
        <p:txBody>
          <a:bodyPr lIns="108000" tIns="108000" rIns="108000" bIns="0"/>
          <a:lstStyle/>
          <a:p>
            <a:pPr marL="90000" lvl="2" indent="-90000" defTabSz="914400" fontAlgn="base">
              <a:lnSpc>
                <a:spcPct val="110000"/>
              </a:lnSpc>
              <a:spcBef>
                <a:spcPct val="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SzPct val="90000"/>
              <a:buFont typeface="Arial" pitchFamily="34" charset="0"/>
              <a:buChar char="•"/>
            </a:pPr>
            <a:r>
              <a:rPr kumimoji="1"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본 사업을 수행하는 협력업체의 자료 유통에 관한 통제 규정</a:t>
            </a:r>
            <a:br>
              <a:rPr kumimoji="1"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</a:br>
            <a:r>
              <a:rPr kumimoji="1"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(</a:t>
            </a:r>
            <a:r>
              <a:rPr kumimoji="1"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하도급</a:t>
            </a:r>
            <a:r>
              <a:rPr kumimoji="1"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, </a:t>
            </a:r>
            <a:r>
              <a:rPr kumimoji="1"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솔루션</a:t>
            </a:r>
            <a:r>
              <a:rPr kumimoji="1"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, </a:t>
            </a:r>
            <a:r>
              <a:rPr kumimoji="1"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연계관련 등</a:t>
            </a:r>
            <a:r>
              <a:rPr kumimoji="1"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)</a:t>
            </a:r>
          </a:p>
        </p:txBody>
      </p:sp>
      <p:sp>
        <p:nvSpPr>
          <p:cNvPr id="337" name="양쪽 모서리가 둥근 사각형 70">
            <a:extLst>
              <a:ext uri="{FF2B5EF4-FFF2-40B4-BE49-F238E27FC236}">
                <a16:creationId xmlns:a16="http://schemas.microsoft.com/office/drawing/2014/main" id="{5E17B217-5CCD-4CB6-8916-B36D78C78DA2}"/>
              </a:ext>
            </a:extLst>
          </p:cNvPr>
          <p:cNvSpPr/>
          <p:nvPr/>
        </p:nvSpPr>
        <p:spPr bwMode="auto">
          <a:xfrm flipH="1">
            <a:off x="1110666" y="5301891"/>
            <a:ext cx="2016000" cy="241967"/>
          </a:xfrm>
          <a:prstGeom prst="rect">
            <a:avLst/>
          </a:prstGeom>
          <a:solidFill>
            <a:srgbClr val="DEEBF7"/>
          </a:solidFill>
          <a:ln w="6350" algn="ctr">
            <a:solidFill>
              <a:srgbClr val="ADB9CA">
                <a:alpha val="50000"/>
              </a:srgbClr>
            </a:solidFill>
            <a:miter lim="800000"/>
            <a:headEnd/>
            <a:tailEnd/>
          </a:ln>
        </p:spPr>
        <p:txBody>
          <a:bodyPr wrap="square" lIns="36000" tIns="18000" rIns="36000" bIns="0" anchor="ctr" anchorCtr="0"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1100">
                <a:solidFill>
                  <a:srgbClr val="002060"/>
                </a:solidFill>
                <a:latin typeface="+mj-ea"/>
                <a:ea typeface="+mj-ea"/>
              </a:rPr>
              <a:t>기업보안</a:t>
            </a:r>
          </a:p>
        </p:txBody>
      </p:sp>
      <p:sp>
        <p:nvSpPr>
          <p:cNvPr id="334" name="양쪽 모서리가 둥근 사각형 67">
            <a:extLst>
              <a:ext uri="{FF2B5EF4-FFF2-40B4-BE49-F238E27FC236}">
                <a16:creationId xmlns:a16="http://schemas.microsoft.com/office/drawing/2014/main" id="{0FEBA672-CA88-49EE-9CC7-F0CAA7617AA1}"/>
              </a:ext>
            </a:extLst>
          </p:cNvPr>
          <p:cNvSpPr/>
          <p:nvPr/>
        </p:nvSpPr>
        <p:spPr bwMode="auto">
          <a:xfrm flipH="1">
            <a:off x="3753260" y="5543858"/>
            <a:ext cx="2016000" cy="792000"/>
          </a:xfrm>
          <a:prstGeom prst="round2SameRect">
            <a:avLst>
              <a:gd name="adj1" fmla="val 0"/>
              <a:gd name="adj2" fmla="val 0"/>
            </a:avLst>
          </a:prstGeom>
          <a:solidFill>
            <a:sysClr val="window" lastClr="FFFFFF"/>
          </a:solidFill>
          <a:ln w="6350" cap="flat" cmpd="sng" algn="ctr">
            <a:solidFill>
              <a:srgbClr val="ADB9CA">
                <a:alpha val="50000"/>
              </a:srgbClr>
            </a:solidFill>
            <a:prstDash val="solid"/>
          </a:ln>
          <a:effectLst/>
        </p:spPr>
        <p:txBody>
          <a:bodyPr lIns="180000" tIns="108000" rIns="72000" bIns="0"/>
          <a:lstStyle/>
          <a:p>
            <a:pPr marL="90000" lvl="2" indent="-90000" defTabSz="914400" fontAlgn="base">
              <a:lnSpc>
                <a:spcPct val="110000"/>
              </a:lnSpc>
              <a:spcBef>
                <a:spcPct val="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SzPct val="90000"/>
              <a:buFont typeface="Arial" pitchFamily="34" charset="0"/>
              <a:buChar char="•"/>
            </a:pPr>
            <a:r>
              <a:rPr kumimoji="1"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송</a:t>
            </a:r>
            <a:r>
              <a:rPr kumimoji="1"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/</a:t>
            </a:r>
            <a:r>
              <a:rPr kumimoji="1"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수신에 의한 기밀 취급 통제규정</a:t>
            </a:r>
          </a:p>
          <a:p>
            <a:pPr marL="90000" lvl="2" indent="-90000" defTabSz="914400" fontAlgn="base">
              <a:lnSpc>
                <a:spcPct val="110000"/>
              </a:lnSpc>
              <a:spcBef>
                <a:spcPct val="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SzPct val="90000"/>
              <a:buFont typeface="Arial" pitchFamily="34" charset="0"/>
              <a:buChar char="•"/>
            </a:pPr>
            <a:r>
              <a:rPr kumimoji="1"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전산기기 사용 및 취급 규정</a:t>
            </a:r>
          </a:p>
        </p:txBody>
      </p:sp>
      <p:sp>
        <p:nvSpPr>
          <p:cNvPr id="335" name="양쪽 모서리가 둥근 사각형 68">
            <a:extLst>
              <a:ext uri="{FF2B5EF4-FFF2-40B4-BE49-F238E27FC236}">
                <a16:creationId xmlns:a16="http://schemas.microsoft.com/office/drawing/2014/main" id="{D990BACF-343B-4E59-B5A3-8CDE50A370BF}"/>
              </a:ext>
            </a:extLst>
          </p:cNvPr>
          <p:cNvSpPr/>
          <p:nvPr/>
        </p:nvSpPr>
        <p:spPr bwMode="auto">
          <a:xfrm flipH="1">
            <a:off x="3753260" y="5301891"/>
            <a:ext cx="2016000" cy="241967"/>
          </a:xfrm>
          <a:prstGeom prst="rect">
            <a:avLst/>
          </a:prstGeom>
          <a:solidFill>
            <a:srgbClr val="DEEBF7"/>
          </a:solidFill>
          <a:ln w="6350" algn="ctr">
            <a:solidFill>
              <a:srgbClr val="ADB9CA">
                <a:alpha val="50000"/>
              </a:srgbClr>
            </a:solidFill>
            <a:miter lim="800000"/>
            <a:headEnd/>
            <a:tailEnd/>
          </a:ln>
        </p:spPr>
        <p:txBody>
          <a:bodyPr wrap="square" lIns="36000" tIns="18000" rIns="36000" bIns="0" anchor="ctr" anchorCtr="0"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1100">
                <a:solidFill>
                  <a:srgbClr val="002060"/>
                </a:solidFill>
                <a:latin typeface="+mj-ea"/>
                <a:ea typeface="+mj-ea"/>
              </a:rPr>
              <a:t>통신보안</a:t>
            </a:r>
            <a:r>
              <a:rPr lang="en-US" altLang="ko-KR" sz="1100">
                <a:solidFill>
                  <a:srgbClr val="002060"/>
                </a:solidFill>
                <a:latin typeface="+mj-ea"/>
                <a:ea typeface="+mj-ea"/>
              </a:rPr>
              <a:t>(</a:t>
            </a:r>
            <a:r>
              <a:rPr lang="ko-KR" altLang="en-US" sz="1100">
                <a:solidFill>
                  <a:srgbClr val="002060"/>
                </a:solidFill>
                <a:latin typeface="+mj-ea"/>
                <a:ea typeface="+mj-ea"/>
              </a:rPr>
              <a:t>전산보안</a:t>
            </a:r>
            <a:r>
              <a:rPr lang="en-US" altLang="ko-KR" sz="1100">
                <a:solidFill>
                  <a:srgbClr val="002060"/>
                </a:solidFill>
                <a:latin typeface="+mj-ea"/>
                <a:ea typeface="+mj-ea"/>
              </a:rPr>
              <a:t>)</a:t>
            </a:r>
          </a:p>
        </p:txBody>
      </p:sp>
      <p:sp>
        <p:nvSpPr>
          <p:cNvPr id="301" name="모서리가 둥근 직사각형 56">
            <a:extLst>
              <a:ext uri="{FF2B5EF4-FFF2-40B4-BE49-F238E27FC236}">
                <a16:creationId xmlns:a16="http://schemas.microsoft.com/office/drawing/2014/main" id="{0C1D2F45-0C5A-481D-B99D-C3D59381F007}"/>
              </a:ext>
            </a:extLst>
          </p:cNvPr>
          <p:cNvSpPr/>
          <p:nvPr/>
        </p:nvSpPr>
        <p:spPr>
          <a:xfrm>
            <a:off x="2549233" y="3458834"/>
            <a:ext cx="1759535" cy="308809"/>
          </a:xfrm>
          <a:prstGeom prst="roundRect">
            <a:avLst>
              <a:gd name="adj" fmla="val 50000"/>
            </a:avLst>
          </a:prstGeom>
          <a:solidFill>
            <a:srgbClr val="0B57A2"/>
          </a:solidFill>
          <a:ln w="6350" cap="flat" cmpd="sng" algn="ctr">
            <a:solidFill>
              <a:srgbClr val="558AA5"/>
            </a:solidFill>
            <a:prstDash val="solid"/>
          </a:ln>
          <a:effectLst/>
        </p:spPr>
        <p:txBody>
          <a:bodyPr lIns="36000" tIns="36000" rIns="36000" bIns="36000" anchor="ctr"/>
          <a:lstStyle/>
          <a:p>
            <a:pPr indent="-180948" algn="ctr" latinLnBrk="0">
              <a:spcBef>
                <a:spcPts val="0"/>
              </a:spcBef>
              <a:spcAft>
                <a:spcPts val="240"/>
              </a:spcAft>
              <a:defRPr/>
            </a:pPr>
            <a:r>
              <a:rPr lang="ko-KR" altLang="en-US" sz="1000" kern="0">
                <a:solidFill>
                  <a:sysClr val="window" lastClr="FFFFFF"/>
                </a:solidFill>
                <a:latin typeface="+mj-ea"/>
                <a:ea typeface="+mj-ea"/>
              </a:rPr>
              <a:t>보안 조치</a:t>
            </a:r>
          </a:p>
        </p:txBody>
      </p:sp>
      <p:sp>
        <p:nvSpPr>
          <p:cNvPr id="302" name="모서리가 둥근 직사각형 57">
            <a:extLst>
              <a:ext uri="{FF2B5EF4-FFF2-40B4-BE49-F238E27FC236}">
                <a16:creationId xmlns:a16="http://schemas.microsoft.com/office/drawing/2014/main" id="{A0E17291-B58E-4821-947C-DEF2D67062AC}"/>
              </a:ext>
            </a:extLst>
          </p:cNvPr>
          <p:cNvSpPr/>
          <p:nvPr/>
        </p:nvSpPr>
        <p:spPr>
          <a:xfrm>
            <a:off x="2549233" y="6557116"/>
            <a:ext cx="1759535" cy="308809"/>
          </a:xfrm>
          <a:prstGeom prst="roundRect">
            <a:avLst>
              <a:gd name="adj" fmla="val 50000"/>
            </a:avLst>
          </a:prstGeom>
          <a:solidFill>
            <a:srgbClr val="0082B0"/>
          </a:solidFill>
          <a:ln w="6350" cap="flat" cmpd="sng" algn="ctr">
            <a:solidFill>
              <a:srgbClr val="558AA5"/>
            </a:solidFill>
            <a:prstDash val="solid"/>
          </a:ln>
          <a:effectLst/>
        </p:spPr>
        <p:txBody>
          <a:bodyPr lIns="36000" tIns="36000" rIns="36000" bIns="36000" anchor="ctr"/>
          <a:lstStyle/>
          <a:p>
            <a:pPr indent="-180948" algn="ctr" latinLnBrk="0">
              <a:spcBef>
                <a:spcPts val="0"/>
              </a:spcBef>
              <a:spcAft>
                <a:spcPts val="240"/>
              </a:spcAft>
              <a:defRPr/>
            </a:pPr>
            <a:r>
              <a:rPr lang="ko-KR" altLang="en-US" sz="1000" kern="0">
                <a:solidFill>
                  <a:sysClr val="window" lastClr="FFFFFF"/>
                </a:solidFill>
                <a:latin typeface="+mj-ea"/>
                <a:ea typeface="+mj-ea"/>
              </a:rPr>
              <a:t>보안 교육 및 보고</a:t>
            </a:r>
          </a:p>
        </p:txBody>
      </p:sp>
      <p:sp>
        <p:nvSpPr>
          <p:cNvPr id="303" name="모서리가 둥근 직사각형 59">
            <a:extLst>
              <a:ext uri="{FF2B5EF4-FFF2-40B4-BE49-F238E27FC236}">
                <a16:creationId xmlns:a16="http://schemas.microsoft.com/office/drawing/2014/main" id="{BC07DA4C-119F-40CF-9528-73A544526920}"/>
              </a:ext>
            </a:extLst>
          </p:cNvPr>
          <p:cNvSpPr/>
          <p:nvPr/>
        </p:nvSpPr>
        <p:spPr>
          <a:xfrm rot="5400000">
            <a:off x="-256124" y="4846572"/>
            <a:ext cx="1711129" cy="317545"/>
          </a:xfrm>
          <a:prstGeom prst="roundRect">
            <a:avLst>
              <a:gd name="adj" fmla="val 50000"/>
            </a:avLst>
          </a:prstGeom>
          <a:solidFill>
            <a:srgbClr val="5A9BD5"/>
          </a:solidFill>
          <a:ln w="6350" cap="flat" cmpd="sng" algn="ctr">
            <a:solidFill>
              <a:srgbClr val="558AA5"/>
            </a:solidFill>
            <a:prstDash val="solid"/>
          </a:ln>
          <a:effectLst/>
        </p:spPr>
        <p:txBody>
          <a:bodyPr vert="vert270" lIns="36000" tIns="36000" rIns="36000" bIns="36000" anchor="ctr"/>
          <a:lstStyle/>
          <a:p>
            <a:pPr indent="-180948" algn="ctr" latinLnBrk="0">
              <a:spcBef>
                <a:spcPts val="0"/>
              </a:spcBef>
              <a:spcAft>
                <a:spcPts val="240"/>
              </a:spcAft>
              <a:defRPr/>
            </a:pPr>
            <a:r>
              <a:rPr lang="ko-KR" altLang="en-US" sz="1000" kern="0" dirty="0">
                <a:solidFill>
                  <a:sysClr val="window" lastClr="FFFFFF"/>
                </a:solidFill>
                <a:latin typeface="+mj-ea"/>
                <a:ea typeface="+mj-ea"/>
              </a:rPr>
              <a:t>보</a:t>
            </a:r>
            <a:br>
              <a:rPr lang="ko-KR" altLang="en-US" sz="1000" kern="0" dirty="0">
                <a:solidFill>
                  <a:sysClr val="window" lastClr="FFFFFF"/>
                </a:solidFill>
                <a:latin typeface="+mj-ea"/>
                <a:ea typeface="+mj-ea"/>
              </a:rPr>
            </a:br>
            <a:r>
              <a:rPr lang="ko-KR" altLang="en-US" sz="1000" kern="0" dirty="0">
                <a:solidFill>
                  <a:sysClr val="window" lastClr="FFFFFF"/>
                </a:solidFill>
                <a:latin typeface="+mj-ea"/>
                <a:ea typeface="+mj-ea"/>
              </a:rPr>
              <a:t>안</a:t>
            </a:r>
            <a:br>
              <a:rPr lang="ko-KR" altLang="en-US" sz="1000" kern="0" dirty="0">
                <a:solidFill>
                  <a:sysClr val="window" lastClr="FFFFFF"/>
                </a:solidFill>
                <a:latin typeface="+mj-ea"/>
                <a:ea typeface="+mj-ea"/>
              </a:rPr>
            </a:br>
            <a:endParaRPr lang="en-US" altLang="ko-KR" sz="100" kern="0" dirty="0">
              <a:solidFill>
                <a:sysClr val="window" lastClr="FFFFFF"/>
              </a:solidFill>
              <a:latin typeface="+mj-ea"/>
              <a:ea typeface="+mj-ea"/>
            </a:endParaRPr>
          </a:p>
          <a:p>
            <a:pPr indent="-180948" algn="ctr" latinLnBrk="0">
              <a:spcBef>
                <a:spcPts val="0"/>
              </a:spcBef>
              <a:spcAft>
                <a:spcPts val="240"/>
              </a:spcAft>
              <a:defRPr/>
            </a:pPr>
            <a:r>
              <a:rPr lang="ko-KR" altLang="en-US" sz="1000" kern="0" dirty="0">
                <a:solidFill>
                  <a:sysClr val="window" lastClr="FFFFFF"/>
                </a:solidFill>
                <a:latin typeface="+mj-ea"/>
                <a:ea typeface="+mj-ea"/>
              </a:rPr>
              <a:t>감</a:t>
            </a:r>
            <a:br>
              <a:rPr lang="ko-KR" altLang="en-US" sz="1000" kern="0" dirty="0">
                <a:solidFill>
                  <a:sysClr val="window" lastClr="FFFFFF"/>
                </a:solidFill>
                <a:latin typeface="+mj-ea"/>
                <a:ea typeface="+mj-ea"/>
              </a:rPr>
            </a:br>
            <a:r>
              <a:rPr lang="ko-KR" altLang="en-US" sz="1000" kern="0" dirty="0">
                <a:solidFill>
                  <a:sysClr val="window" lastClr="FFFFFF"/>
                </a:solidFill>
                <a:latin typeface="+mj-ea"/>
                <a:ea typeface="+mj-ea"/>
              </a:rPr>
              <a:t>사</a:t>
            </a:r>
          </a:p>
        </p:txBody>
      </p:sp>
      <p:sp>
        <p:nvSpPr>
          <p:cNvPr id="304" name="모서리가 둥근 직사각형 60">
            <a:extLst>
              <a:ext uri="{FF2B5EF4-FFF2-40B4-BE49-F238E27FC236}">
                <a16:creationId xmlns:a16="http://schemas.microsoft.com/office/drawing/2014/main" id="{94BF3A02-F344-4D29-B496-10B841EDAC1F}"/>
              </a:ext>
            </a:extLst>
          </p:cNvPr>
          <p:cNvSpPr/>
          <p:nvPr/>
        </p:nvSpPr>
        <p:spPr>
          <a:xfrm rot="5400000">
            <a:off x="5402995" y="4846572"/>
            <a:ext cx="1711129" cy="317545"/>
          </a:xfrm>
          <a:prstGeom prst="roundRect">
            <a:avLst>
              <a:gd name="adj" fmla="val 50000"/>
            </a:avLst>
          </a:prstGeom>
          <a:solidFill>
            <a:srgbClr val="2D7CBD"/>
          </a:solidFill>
          <a:ln w="6350" cap="flat" cmpd="sng" algn="ctr">
            <a:solidFill>
              <a:srgbClr val="558AA5"/>
            </a:solidFill>
            <a:prstDash val="solid"/>
          </a:ln>
          <a:effectLst/>
        </p:spPr>
        <p:txBody>
          <a:bodyPr vert="vert270" lIns="36000" tIns="36000" rIns="36000" bIns="36000" anchor="ctr"/>
          <a:lstStyle/>
          <a:p>
            <a:pPr indent="-180948" algn="ctr" latinLnBrk="0">
              <a:spcBef>
                <a:spcPts val="0"/>
              </a:spcBef>
              <a:spcAft>
                <a:spcPts val="240"/>
              </a:spcAft>
              <a:defRPr/>
            </a:pPr>
            <a:r>
              <a:rPr lang="ko-KR" altLang="en-US" sz="1000" kern="0" dirty="0">
                <a:solidFill>
                  <a:sysClr val="window" lastClr="FFFFFF"/>
                </a:solidFill>
                <a:latin typeface="+mj-ea"/>
                <a:ea typeface="+mj-ea"/>
              </a:rPr>
              <a:t>보</a:t>
            </a:r>
            <a:br>
              <a:rPr lang="ko-KR" altLang="en-US" sz="1000" kern="0" dirty="0">
                <a:solidFill>
                  <a:sysClr val="window" lastClr="FFFFFF"/>
                </a:solidFill>
                <a:latin typeface="+mj-ea"/>
                <a:ea typeface="+mj-ea"/>
              </a:rPr>
            </a:br>
            <a:r>
              <a:rPr lang="ko-KR" altLang="en-US" sz="1000" kern="0" dirty="0">
                <a:solidFill>
                  <a:sysClr val="window" lastClr="FFFFFF"/>
                </a:solidFill>
                <a:latin typeface="+mj-ea"/>
                <a:ea typeface="+mj-ea"/>
              </a:rPr>
              <a:t>안</a:t>
            </a:r>
          </a:p>
          <a:p>
            <a:pPr indent="-180948" algn="ctr" latinLnBrk="0">
              <a:spcBef>
                <a:spcPts val="0"/>
              </a:spcBef>
              <a:spcAft>
                <a:spcPts val="240"/>
              </a:spcAft>
              <a:defRPr/>
            </a:pPr>
            <a:r>
              <a:rPr lang="ko-KR" altLang="en-US" sz="1000" kern="0" dirty="0">
                <a:solidFill>
                  <a:sysClr val="window" lastClr="FFFFFF"/>
                </a:solidFill>
                <a:latin typeface="+mj-ea"/>
                <a:ea typeface="+mj-ea"/>
              </a:rPr>
              <a:t>담</a:t>
            </a:r>
            <a:br>
              <a:rPr lang="ko-KR" altLang="en-US" sz="1000" kern="0" dirty="0">
                <a:solidFill>
                  <a:sysClr val="window" lastClr="FFFFFF"/>
                </a:solidFill>
                <a:latin typeface="+mj-ea"/>
                <a:ea typeface="+mj-ea"/>
              </a:rPr>
            </a:br>
            <a:r>
              <a:rPr lang="ko-KR" altLang="en-US" sz="1000" kern="0" dirty="0">
                <a:solidFill>
                  <a:sysClr val="window" lastClr="FFFFFF"/>
                </a:solidFill>
                <a:latin typeface="+mj-ea"/>
                <a:ea typeface="+mj-ea"/>
              </a:rPr>
              <a:t>당</a:t>
            </a:r>
            <a:br>
              <a:rPr lang="ko-KR" altLang="en-US" sz="1000" kern="0" dirty="0">
                <a:solidFill>
                  <a:sysClr val="window" lastClr="FFFFFF"/>
                </a:solidFill>
                <a:latin typeface="+mj-ea"/>
                <a:ea typeface="+mj-ea"/>
              </a:rPr>
            </a:br>
            <a:r>
              <a:rPr lang="ko-KR" altLang="en-US" sz="1000" kern="0" dirty="0">
                <a:solidFill>
                  <a:sysClr val="window" lastClr="FFFFFF"/>
                </a:solidFill>
                <a:latin typeface="+mj-ea"/>
                <a:ea typeface="+mj-ea"/>
              </a:rPr>
              <a:t>자</a:t>
            </a:r>
          </a:p>
          <a:p>
            <a:pPr indent="-180948" algn="ctr" latinLnBrk="0">
              <a:spcBef>
                <a:spcPts val="0"/>
              </a:spcBef>
              <a:spcAft>
                <a:spcPts val="240"/>
              </a:spcAft>
              <a:defRPr/>
            </a:pPr>
            <a:r>
              <a:rPr lang="ko-KR" altLang="en-US" sz="1000" kern="0" dirty="0">
                <a:solidFill>
                  <a:sysClr val="window" lastClr="FFFFFF"/>
                </a:solidFill>
                <a:latin typeface="+mj-ea"/>
                <a:ea typeface="+mj-ea"/>
              </a:rPr>
              <a:t>운</a:t>
            </a:r>
            <a:br>
              <a:rPr lang="ko-KR" altLang="en-US" sz="1000" kern="0" dirty="0">
                <a:solidFill>
                  <a:sysClr val="window" lastClr="FFFFFF"/>
                </a:solidFill>
                <a:latin typeface="+mj-ea"/>
                <a:ea typeface="+mj-ea"/>
              </a:rPr>
            </a:br>
            <a:r>
              <a:rPr lang="ko-KR" altLang="en-US" sz="1000" kern="0" dirty="0">
                <a:solidFill>
                  <a:sysClr val="window" lastClr="FFFFFF"/>
                </a:solidFill>
                <a:latin typeface="+mj-ea"/>
                <a:ea typeface="+mj-ea"/>
              </a:rPr>
              <a:t>용</a:t>
            </a:r>
          </a:p>
        </p:txBody>
      </p:sp>
      <p:cxnSp>
        <p:nvCxnSpPr>
          <p:cNvPr id="305" name="Shape 142">
            <a:extLst>
              <a:ext uri="{FF2B5EF4-FFF2-40B4-BE49-F238E27FC236}">
                <a16:creationId xmlns:a16="http://schemas.microsoft.com/office/drawing/2014/main" id="{C8536090-2E5A-4247-82EF-675113484E49}"/>
              </a:ext>
            </a:extLst>
          </p:cNvPr>
          <p:cNvCxnSpPr>
            <a:stCxn id="303" idx="1"/>
            <a:endCxn id="301" idx="1"/>
          </p:cNvCxnSpPr>
          <p:nvPr/>
        </p:nvCxnSpPr>
        <p:spPr>
          <a:xfrm rot="5400000" flipH="1" flipV="1">
            <a:off x="1306066" y="2906614"/>
            <a:ext cx="536541" cy="1949793"/>
          </a:xfrm>
          <a:prstGeom prst="bentConnector2">
            <a:avLst/>
          </a:prstGeom>
          <a:noFill/>
          <a:ln w="12700">
            <a:solidFill>
              <a:srgbClr val="4E6485"/>
            </a:solidFill>
            <a:miter lim="800000"/>
            <a:headEnd type="triangle" w="med" len="med"/>
            <a:tailEnd type="triangle" w="med" len="med"/>
          </a:ln>
        </p:spPr>
      </p:cxnSp>
      <p:cxnSp>
        <p:nvCxnSpPr>
          <p:cNvPr id="306" name="꺾인 연결선 67">
            <a:extLst>
              <a:ext uri="{FF2B5EF4-FFF2-40B4-BE49-F238E27FC236}">
                <a16:creationId xmlns:a16="http://schemas.microsoft.com/office/drawing/2014/main" id="{6F2A0BCF-974E-4B47-A37E-BBDA78903AD8}"/>
              </a:ext>
            </a:extLst>
          </p:cNvPr>
          <p:cNvCxnSpPr>
            <a:stCxn id="304" idx="1"/>
            <a:endCxn id="301" idx="3"/>
          </p:cNvCxnSpPr>
          <p:nvPr/>
        </p:nvCxnSpPr>
        <p:spPr>
          <a:xfrm rot="16200000" flipV="1">
            <a:off x="5015394" y="2906614"/>
            <a:ext cx="536541" cy="1949791"/>
          </a:xfrm>
          <a:prstGeom prst="bentConnector2">
            <a:avLst/>
          </a:prstGeom>
          <a:noFill/>
          <a:ln w="12700">
            <a:solidFill>
              <a:srgbClr val="4E6485"/>
            </a:solidFill>
            <a:miter lim="800000"/>
            <a:headEnd type="triangle" w="med" len="med"/>
            <a:tailEnd type="triangle" w="med" len="med"/>
          </a:ln>
        </p:spPr>
      </p:cxnSp>
      <p:cxnSp>
        <p:nvCxnSpPr>
          <p:cNvPr id="307" name="Shape 147">
            <a:extLst>
              <a:ext uri="{FF2B5EF4-FFF2-40B4-BE49-F238E27FC236}">
                <a16:creationId xmlns:a16="http://schemas.microsoft.com/office/drawing/2014/main" id="{5414331E-DCC8-48C4-95DD-0C4CD365E824}"/>
              </a:ext>
            </a:extLst>
          </p:cNvPr>
          <p:cNvCxnSpPr>
            <a:stCxn id="303" idx="3"/>
            <a:endCxn id="302" idx="1"/>
          </p:cNvCxnSpPr>
          <p:nvPr/>
        </p:nvCxnSpPr>
        <p:spPr>
          <a:xfrm rot="16200000" flipH="1">
            <a:off x="1149030" y="5311318"/>
            <a:ext cx="850612" cy="1949793"/>
          </a:xfrm>
          <a:prstGeom prst="bentConnector2">
            <a:avLst/>
          </a:prstGeom>
          <a:noFill/>
          <a:ln w="12700">
            <a:solidFill>
              <a:srgbClr val="4E6485"/>
            </a:solidFill>
            <a:miter lim="800000"/>
            <a:headEnd type="triangle" w="med" len="med"/>
            <a:tailEnd type="triangle" w="med" len="med"/>
          </a:ln>
        </p:spPr>
      </p:cxnSp>
      <p:cxnSp>
        <p:nvCxnSpPr>
          <p:cNvPr id="308" name="Shape 149">
            <a:extLst>
              <a:ext uri="{FF2B5EF4-FFF2-40B4-BE49-F238E27FC236}">
                <a16:creationId xmlns:a16="http://schemas.microsoft.com/office/drawing/2014/main" id="{8A2224B7-DFED-4C19-958A-E3BFE2CDE084}"/>
              </a:ext>
            </a:extLst>
          </p:cNvPr>
          <p:cNvCxnSpPr>
            <a:stCxn id="302" idx="3"/>
            <a:endCxn id="304" idx="3"/>
          </p:cNvCxnSpPr>
          <p:nvPr/>
        </p:nvCxnSpPr>
        <p:spPr>
          <a:xfrm flipV="1">
            <a:off x="4308768" y="5860909"/>
            <a:ext cx="1949791" cy="850612"/>
          </a:xfrm>
          <a:prstGeom prst="bentConnector2">
            <a:avLst/>
          </a:prstGeom>
          <a:noFill/>
          <a:ln w="12700">
            <a:solidFill>
              <a:srgbClr val="4E6485"/>
            </a:solidFill>
            <a:miter lim="800000"/>
            <a:headEnd type="triangle" w="med" len="med"/>
            <a:tailEnd type="triangle" w="med" len="med"/>
          </a:ln>
        </p:spPr>
      </p:cxnSp>
      <p:sp>
        <p:nvSpPr>
          <p:cNvPr id="309" name="모서리가 둥근 직사각형 23">
            <a:extLst>
              <a:ext uri="{FF2B5EF4-FFF2-40B4-BE49-F238E27FC236}">
                <a16:creationId xmlns:a16="http://schemas.microsoft.com/office/drawing/2014/main" id="{F204C3BF-5167-444C-AE27-1E920063B425}"/>
              </a:ext>
            </a:extLst>
          </p:cNvPr>
          <p:cNvSpPr/>
          <p:nvPr/>
        </p:nvSpPr>
        <p:spPr>
          <a:xfrm>
            <a:off x="457463" y="3224808"/>
            <a:ext cx="1819409" cy="138499"/>
          </a:xfrm>
          <a:prstGeom prst="roundRect">
            <a:avLst>
              <a:gd name="adj" fmla="val 0"/>
            </a:avLst>
          </a:prstGeom>
          <a:noFill/>
          <a:ln w="6350" cap="flat" cmpd="sng" algn="ctr">
            <a:noFill/>
            <a:prstDash val="solid"/>
          </a:ln>
          <a:effectLst/>
        </p:spPr>
        <p:txBody>
          <a:bodyPr wrap="none" lIns="0" tIns="0" rIns="0" bIns="0" anchor="ctr">
            <a:spAutoFit/>
          </a:bodyPr>
          <a:lstStyle/>
          <a:p>
            <a:pPr indent="-180948">
              <a:spcAft>
                <a:spcPts val="240"/>
              </a:spcAft>
            </a:pPr>
            <a:r>
              <a:rPr lang="ko-KR" altLang="en-US" sz="900" kern="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n-ea"/>
              </a:rPr>
              <a:t>불순목적에 의한 불법적 문서 </a:t>
            </a:r>
            <a:r>
              <a:rPr lang="ko-KR" altLang="en-US" sz="900" u="sng" kern="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j-ea"/>
                <a:ea typeface="+mj-ea"/>
              </a:rPr>
              <a:t>유출 방지</a:t>
            </a:r>
          </a:p>
        </p:txBody>
      </p:sp>
      <p:sp>
        <p:nvSpPr>
          <p:cNvPr id="310" name="모서리가 둥근 직사각형 25">
            <a:extLst>
              <a:ext uri="{FF2B5EF4-FFF2-40B4-BE49-F238E27FC236}">
                <a16:creationId xmlns:a16="http://schemas.microsoft.com/office/drawing/2014/main" id="{101C2D74-7801-44D6-A21D-E29E9D968111}"/>
              </a:ext>
            </a:extLst>
          </p:cNvPr>
          <p:cNvSpPr/>
          <p:nvPr/>
        </p:nvSpPr>
        <p:spPr>
          <a:xfrm>
            <a:off x="5075619" y="3224808"/>
            <a:ext cx="1341713" cy="138499"/>
          </a:xfrm>
          <a:prstGeom prst="roundRect">
            <a:avLst>
              <a:gd name="adj" fmla="val 0"/>
            </a:avLst>
          </a:prstGeom>
          <a:noFill/>
          <a:ln w="6350" cap="flat" cmpd="sng" algn="ctr">
            <a:noFill/>
            <a:prstDash val="solid"/>
          </a:ln>
          <a:effectLst/>
        </p:spPr>
        <p:txBody>
          <a:bodyPr wrap="none" lIns="0" tIns="0" rIns="0" bIns="0" anchor="ctr">
            <a:spAutoFit/>
          </a:bodyPr>
          <a:lstStyle/>
          <a:p>
            <a:pPr indent="-180948">
              <a:spcAft>
                <a:spcPts val="240"/>
              </a:spcAft>
            </a:pPr>
            <a:r>
              <a:rPr lang="ko-KR" altLang="en-US" sz="900" kern="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n-ea"/>
              </a:rPr>
              <a:t>비인가자의 불법적 </a:t>
            </a:r>
            <a:r>
              <a:rPr lang="ko-KR" altLang="en-US" sz="900" u="sng" kern="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j-ea"/>
                <a:ea typeface="+mj-ea"/>
              </a:rPr>
              <a:t>접근 통제</a:t>
            </a:r>
          </a:p>
        </p:txBody>
      </p:sp>
      <p:sp>
        <p:nvSpPr>
          <p:cNvPr id="311" name="모서리가 둥근 직사각형 27">
            <a:extLst>
              <a:ext uri="{FF2B5EF4-FFF2-40B4-BE49-F238E27FC236}">
                <a16:creationId xmlns:a16="http://schemas.microsoft.com/office/drawing/2014/main" id="{59247CD3-DB1C-48E2-85D0-1C5F6F1183D2}"/>
              </a:ext>
            </a:extLst>
          </p:cNvPr>
          <p:cNvSpPr/>
          <p:nvPr/>
        </p:nvSpPr>
        <p:spPr>
          <a:xfrm>
            <a:off x="476672" y="6969224"/>
            <a:ext cx="1514838" cy="276999"/>
          </a:xfrm>
          <a:prstGeom prst="roundRect">
            <a:avLst>
              <a:gd name="adj" fmla="val 0"/>
            </a:avLst>
          </a:prstGeom>
          <a:noFill/>
          <a:ln w="6350" cap="flat" cmpd="sng" algn="ctr">
            <a:noFill/>
            <a:prstDash val="solid"/>
          </a:ln>
          <a:effectLst/>
        </p:spPr>
        <p:txBody>
          <a:bodyPr wrap="none" lIns="0" tIns="0" rIns="0" bIns="0" anchor="ctr">
            <a:spAutoFit/>
          </a:bodyPr>
          <a:lstStyle/>
          <a:p>
            <a:pPr indent="-180948">
              <a:spcAft>
                <a:spcPts val="240"/>
              </a:spcAft>
            </a:pPr>
            <a:r>
              <a:rPr lang="ko-KR" altLang="en-US" sz="900" kern="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n-ea"/>
              </a:rPr>
              <a:t>협력업체 관계 및 외부협력활동에</a:t>
            </a:r>
            <a:br>
              <a:rPr lang="en-US" altLang="ko-KR" sz="900" kern="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n-ea"/>
              </a:rPr>
            </a:br>
            <a:r>
              <a:rPr lang="ko-KR" altLang="en-US" sz="900" kern="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n-ea"/>
              </a:rPr>
              <a:t>대한 </a:t>
            </a:r>
            <a:r>
              <a:rPr lang="ko-KR" altLang="en-US" sz="900" u="sng" kern="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j-ea"/>
                <a:ea typeface="+mj-ea"/>
              </a:rPr>
              <a:t>보안통제</a:t>
            </a:r>
          </a:p>
        </p:txBody>
      </p:sp>
      <p:sp>
        <p:nvSpPr>
          <p:cNvPr id="312" name="모서리가 둥근 직사각형 29">
            <a:extLst>
              <a:ext uri="{FF2B5EF4-FFF2-40B4-BE49-F238E27FC236}">
                <a16:creationId xmlns:a16="http://schemas.microsoft.com/office/drawing/2014/main" id="{985EC15D-8D06-4A2D-BF4D-95F46C0FB8D2}"/>
              </a:ext>
            </a:extLst>
          </p:cNvPr>
          <p:cNvSpPr/>
          <p:nvPr/>
        </p:nvSpPr>
        <p:spPr>
          <a:xfrm>
            <a:off x="4674867" y="6969224"/>
            <a:ext cx="1742465" cy="276999"/>
          </a:xfrm>
          <a:prstGeom prst="roundRect">
            <a:avLst>
              <a:gd name="adj" fmla="val 0"/>
            </a:avLst>
          </a:prstGeom>
          <a:noFill/>
          <a:ln w="6350" cap="flat" cmpd="sng" algn="ctr">
            <a:noFill/>
            <a:prstDash val="solid"/>
          </a:ln>
          <a:effectLst/>
        </p:spPr>
        <p:txBody>
          <a:bodyPr wrap="none" lIns="0" tIns="0" rIns="0" bIns="0" anchor="ctr">
            <a:spAutoFit/>
          </a:bodyPr>
          <a:lstStyle/>
          <a:p>
            <a:pPr indent="-180948">
              <a:spcAft>
                <a:spcPts val="240"/>
              </a:spcAft>
            </a:pPr>
            <a:r>
              <a:rPr lang="ko-KR" altLang="en-US" sz="900" kern="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n-ea"/>
              </a:rPr>
              <a:t>통신장비</a:t>
            </a:r>
            <a:r>
              <a:rPr lang="en-US" altLang="ko-KR" sz="900" kern="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n-ea"/>
              </a:rPr>
              <a:t>/</a:t>
            </a:r>
            <a:r>
              <a:rPr lang="ko-KR" altLang="en-US" sz="900" kern="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n-ea"/>
              </a:rPr>
              <a:t>전산망을 통한 불순 목적의 </a:t>
            </a:r>
            <a:br>
              <a:rPr lang="en-US" altLang="ko-KR" sz="900" kern="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n-ea"/>
              </a:rPr>
            </a:br>
            <a:r>
              <a:rPr lang="ko-KR" altLang="en-US" sz="900" kern="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n-ea"/>
              </a:rPr>
              <a:t>불법적 대량 데이터의 </a:t>
            </a:r>
            <a:r>
              <a:rPr lang="ko-KR" altLang="en-US" sz="900" u="sng" kern="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j-ea"/>
                <a:ea typeface="+mj-ea"/>
              </a:rPr>
              <a:t>유출 방지</a:t>
            </a:r>
          </a:p>
        </p:txBody>
      </p:sp>
      <p:sp>
        <p:nvSpPr>
          <p:cNvPr id="313" name="모서리가 둥근 직사각형 31">
            <a:extLst>
              <a:ext uri="{FF2B5EF4-FFF2-40B4-BE49-F238E27FC236}">
                <a16:creationId xmlns:a16="http://schemas.microsoft.com/office/drawing/2014/main" id="{C437DF28-3119-4D72-856D-30457626513B}"/>
              </a:ext>
            </a:extLst>
          </p:cNvPr>
          <p:cNvSpPr/>
          <p:nvPr/>
        </p:nvSpPr>
        <p:spPr>
          <a:xfrm>
            <a:off x="1520788" y="3656171"/>
            <a:ext cx="403957" cy="138499"/>
          </a:xfrm>
          <a:prstGeom prst="roundRect">
            <a:avLst>
              <a:gd name="adj" fmla="val 0"/>
            </a:avLst>
          </a:prstGeom>
          <a:noFill/>
          <a:ln w="6350" cap="flat" cmpd="sng" algn="ctr">
            <a:noFill/>
            <a:prstDash val="solid"/>
          </a:ln>
          <a:effectLst/>
        </p:spPr>
        <p:txBody>
          <a:bodyPr wrap="none" lIns="0" tIns="0" rIns="0" bIns="0" anchor="ctr">
            <a:spAutoFit/>
          </a:bodyPr>
          <a:lstStyle/>
          <a:p>
            <a:pPr indent="-180948">
              <a:spcAft>
                <a:spcPts val="240"/>
              </a:spcAft>
            </a:pPr>
            <a:r>
              <a:rPr lang="ko-KR" altLang="en-US" sz="900" kern="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n-ea"/>
              </a:rPr>
              <a:t>보안활동</a:t>
            </a:r>
          </a:p>
        </p:txBody>
      </p:sp>
      <p:sp>
        <p:nvSpPr>
          <p:cNvPr id="314" name="모서리가 둥근 직사각형 32">
            <a:extLst>
              <a:ext uri="{FF2B5EF4-FFF2-40B4-BE49-F238E27FC236}">
                <a16:creationId xmlns:a16="http://schemas.microsoft.com/office/drawing/2014/main" id="{80D35297-4D60-4EBF-A2D3-C3A252F93561}"/>
              </a:ext>
            </a:extLst>
          </p:cNvPr>
          <p:cNvSpPr/>
          <p:nvPr/>
        </p:nvSpPr>
        <p:spPr>
          <a:xfrm>
            <a:off x="1520788" y="6549142"/>
            <a:ext cx="403957" cy="138499"/>
          </a:xfrm>
          <a:prstGeom prst="roundRect">
            <a:avLst>
              <a:gd name="adj" fmla="val 0"/>
            </a:avLst>
          </a:prstGeom>
          <a:noFill/>
          <a:ln w="6350" cap="flat" cmpd="sng" algn="ctr">
            <a:noFill/>
            <a:prstDash val="solid"/>
          </a:ln>
          <a:effectLst/>
        </p:spPr>
        <p:txBody>
          <a:bodyPr wrap="none" lIns="0" tIns="0" rIns="0" bIns="0" anchor="ctr">
            <a:spAutoFit/>
          </a:bodyPr>
          <a:lstStyle/>
          <a:p>
            <a:pPr indent="-180948">
              <a:spcAft>
                <a:spcPts val="240"/>
              </a:spcAft>
            </a:pPr>
            <a:r>
              <a:rPr lang="ko-KR" altLang="en-US" sz="900" kern="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n-ea"/>
              </a:rPr>
              <a:t>보안활동</a:t>
            </a:r>
          </a:p>
        </p:txBody>
      </p:sp>
      <p:sp>
        <p:nvSpPr>
          <p:cNvPr id="315" name="모서리가 둥근 직사각형 33">
            <a:extLst>
              <a:ext uri="{FF2B5EF4-FFF2-40B4-BE49-F238E27FC236}">
                <a16:creationId xmlns:a16="http://schemas.microsoft.com/office/drawing/2014/main" id="{9EA0084E-F94E-469D-992B-C34AD88C4F66}"/>
              </a:ext>
            </a:extLst>
          </p:cNvPr>
          <p:cNvSpPr/>
          <p:nvPr/>
        </p:nvSpPr>
        <p:spPr>
          <a:xfrm>
            <a:off x="4933255" y="3656171"/>
            <a:ext cx="403957" cy="138499"/>
          </a:xfrm>
          <a:prstGeom prst="roundRect">
            <a:avLst>
              <a:gd name="adj" fmla="val 0"/>
            </a:avLst>
          </a:prstGeom>
          <a:noFill/>
          <a:ln w="6350" cap="flat" cmpd="sng" algn="ctr">
            <a:noFill/>
            <a:prstDash val="solid"/>
          </a:ln>
          <a:effectLst/>
        </p:spPr>
        <p:txBody>
          <a:bodyPr wrap="none" lIns="0" tIns="0" rIns="0" bIns="0" anchor="ctr">
            <a:spAutoFit/>
          </a:bodyPr>
          <a:lstStyle/>
          <a:p>
            <a:pPr indent="-180948">
              <a:spcAft>
                <a:spcPts val="240"/>
              </a:spcAft>
            </a:pPr>
            <a:r>
              <a:rPr lang="ko-KR" altLang="en-US" sz="900" kern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n-ea"/>
              </a:rPr>
              <a:t>보안활동</a:t>
            </a:r>
          </a:p>
        </p:txBody>
      </p:sp>
      <p:sp>
        <p:nvSpPr>
          <p:cNvPr id="316" name="모서리가 둥근 직사각형 34">
            <a:extLst>
              <a:ext uri="{FF2B5EF4-FFF2-40B4-BE49-F238E27FC236}">
                <a16:creationId xmlns:a16="http://schemas.microsoft.com/office/drawing/2014/main" id="{71907851-C167-427F-ADA5-5802273CAE98}"/>
              </a:ext>
            </a:extLst>
          </p:cNvPr>
          <p:cNvSpPr/>
          <p:nvPr/>
        </p:nvSpPr>
        <p:spPr>
          <a:xfrm>
            <a:off x="4933255" y="6549142"/>
            <a:ext cx="403957" cy="138499"/>
          </a:xfrm>
          <a:prstGeom prst="roundRect">
            <a:avLst>
              <a:gd name="adj" fmla="val 0"/>
            </a:avLst>
          </a:prstGeom>
          <a:noFill/>
          <a:ln w="6350" cap="flat" cmpd="sng" algn="ctr">
            <a:noFill/>
            <a:prstDash val="solid"/>
          </a:ln>
          <a:effectLst/>
        </p:spPr>
        <p:txBody>
          <a:bodyPr wrap="none" lIns="0" tIns="0" rIns="0" bIns="0" anchor="ctr">
            <a:spAutoFit/>
          </a:bodyPr>
          <a:lstStyle/>
          <a:p>
            <a:pPr indent="-180948">
              <a:spcAft>
                <a:spcPts val="240"/>
              </a:spcAft>
            </a:pPr>
            <a:r>
              <a:rPr lang="ko-KR" altLang="en-US" sz="900" kern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n-ea"/>
              </a:rPr>
              <a:t>보안활동</a:t>
            </a:r>
          </a:p>
        </p:txBody>
      </p:sp>
      <p:grpSp>
        <p:nvGrpSpPr>
          <p:cNvPr id="318" name="그룹 317">
            <a:extLst>
              <a:ext uri="{FF2B5EF4-FFF2-40B4-BE49-F238E27FC236}">
                <a16:creationId xmlns:a16="http://schemas.microsoft.com/office/drawing/2014/main" id="{7A7CF178-9C3E-4A32-B5C5-33180F1E26F7}"/>
              </a:ext>
            </a:extLst>
          </p:cNvPr>
          <p:cNvGrpSpPr/>
          <p:nvPr/>
        </p:nvGrpSpPr>
        <p:grpSpPr>
          <a:xfrm>
            <a:off x="440668" y="3403437"/>
            <a:ext cx="540000" cy="432000"/>
            <a:chOff x="1028749" y="3548892"/>
            <a:chExt cx="540000" cy="432000"/>
          </a:xfrm>
        </p:grpSpPr>
        <p:sp>
          <p:nvSpPr>
            <p:cNvPr id="328" name="왼쪽 화살표 7">
              <a:extLst>
                <a:ext uri="{FF2B5EF4-FFF2-40B4-BE49-F238E27FC236}">
                  <a16:creationId xmlns:a16="http://schemas.microsoft.com/office/drawing/2014/main" id="{5DE6DFD8-7F0F-43AF-A0E3-1FEACD5D86B8}"/>
                </a:ext>
              </a:extLst>
            </p:cNvPr>
            <p:cNvSpPr/>
            <p:nvPr/>
          </p:nvSpPr>
          <p:spPr>
            <a:xfrm>
              <a:off x="1028749" y="3548892"/>
              <a:ext cx="540000" cy="432000"/>
            </a:xfrm>
            <a:prstGeom prst="leftArrow">
              <a:avLst>
                <a:gd name="adj1" fmla="val 69952"/>
                <a:gd name="adj2" fmla="val 50000"/>
              </a:avLst>
            </a:prstGeom>
            <a:gradFill>
              <a:gsLst>
                <a:gs pos="100000">
                  <a:schemeClr val="accent2">
                    <a:lumMod val="20000"/>
                    <a:lumOff val="80000"/>
                  </a:schemeClr>
                </a:gs>
                <a:gs pos="45000">
                  <a:schemeClr val="accent2">
                    <a:lumMod val="40000"/>
                    <a:lumOff val="60000"/>
                  </a:schemeClr>
                </a:gs>
              </a:gsLst>
              <a:lin ang="0" scaled="0"/>
            </a:gradFill>
            <a:ln w="6350" cap="flat" cmpd="sng" algn="ctr">
              <a:noFill/>
              <a:prstDash val="solid"/>
            </a:ln>
            <a:effectLst/>
          </p:spPr>
          <p:txBody>
            <a:bodyPr lIns="36000" tIns="36000" rIns="36000" bIns="36000" rtlCol="0" anchor="ctr"/>
            <a:lstStyle/>
            <a:p>
              <a:pPr marL="104775" indent="-104775" algn="ctr" defTabSz="914400" fontAlgn="base">
                <a:lnSpc>
                  <a:spcPts val="1600"/>
                </a:lnSpc>
                <a:spcBef>
                  <a:spcPct val="0"/>
                </a:spcBef>
                <a:spcAft>
                  <a:spcPts val="300"/>
                </a:spcAft>
                <a:buClr>
                  <a:prstClr val="black">
                    <a:lumMod val="75000"/>
                    <a:lumOff val="25000"/>
                  </a:prstClr>
                </a:buClr>
                <a:buSzPct val="90000"/>
                <a:buFont typeface="Arial" pitchFamily="34" charset="0"/>
                <a:buChar char="•"/>
              </a:pPr>
              <a:endParaRPr kumimoji="1" lang="ko-KR" altLang="en-US" sz="1000">
                <a:solidFill>
                  <a:prstClr val="black">
                    <a:lumMod val="75000"/>
                    <a:lumOff val="25000"/>
                  </a:prstClr>
                </a:solidFill>
              </a:endParaRPr>
            </a:p>
          </p:txBody>
        </p:sp>
        <p:sp>
          <p:nvSpPr>
            <p:cNvPr id="329" name="&quot;없음&quot; 기호 8">
              <a:extLst>
                <a:ext uri="{FF2B5EF4-FFF2-40B4-BE49-F238E27FC236}">
                  <a16:creationId xmlns:a16="http://schemas.microsoft.com/office/drawing/2014/main" id="{A78525B1-BC67-4AF9-AA2D-994FC36BB2F2}"/>
                </a:ext>
              </a:extLst>
            </p:cNvPr>
            <p:cNvSpPr/>
            <p:nvPr/>
          </p:nvSpPr>
          <p:spPr>
            <a:xfrm flipH="1">
              <a:off x="1193182" y="3665188"/>
              <a:ext cx="194452" cy="194452"/>
            </a:xfrm>
            <a:prstGeom prst="noSmoking">
              <a:avLst>
                <a:gd name="adj" fmla="val 7959"/>
              </a:avLst>
            </a:prstGeom>
            <a:solidFill>
              <a:srgbClr val="C00000"/>
            </a:solidFill>
            <a:ln w="6350" cap="flat" cmpd="sng" algn="ctr">
              <a:noFill/>
              <a:prstDash val="solid"/>
            </a:ln>
            <a:effectLst/>
          </p:spPr>
          <p:txBody>
            <a:bodyPr lIns="36000" tIns="36000" rIns="36000" bIns="36000" rtlCol="0" anchor="ctr"/>
            <a:lstStyle/>
            <a:p>
              <a:pPr marL="104775" indent="-104775" algn="ctr" defTabSz="914400" fontAlgn="base">
                <a:lnSpc>
                  <a:spcPts val="1600"/>
                </a:lnSpc>
                <a:spcBef>
                  <a:spcPct val="0"/>
                </a:spcBef>
                <a:spcAft>
                  <a:spcPts val="300"/>
                </a:spcAft>
                <a:buClr>
                  <a:prstClr val="black">
                    <a:lumMod val="75000"/>
                    <a:lumOff val="25000"/>
                  </a:prstClr>
                </a:buClr>
                <a:buSzPct val="90000"/>
                <a:buFont typeface="Arial" pitchFamily="34" charset="0"/>
                <a:buChar char="•"/>
              </a:pPr>
              <a:endParaRPr kumimoji="1" lang="ko-KR" altLang="en-US" sz="1000">
                <a:solidFill>
                  <a:prstClr val="black">
                    <a:lumMod val="75000"/>
                    <a:lumOff val="25000"/>
                  </a:prstClr>
                </a:solidFill>
              </a:endParaRPr>
            </a:p>
          </p:txBody>
        </p:sp>
      </p:grpSp>
      <p:grpSp>
        <p:nvGrpSpPr>
          <p:cNvPr id="319" name="그룹 318">
            <a:extLst>
              <a:ext uri="{FF2B5EF4-FFF2-40B4-BE49-F238E27FC236}">
                <a16:creationId xmlns:a16="http://schemas.microsoft.com/office/drawing/2014/main" id="{08960CF9-AA43-4D39-8A21-10EFBEF14F5B}"/>
              </a:ext>
            </a:extLst>
          </p:cNvPr>
          <p:cNvGrpSpPr/>
          <p:nvPr/>
        </p:nvGrpSpPr>
        <p:grpSpPr>
          <a:xfrm>
            <a:off x="5877332" y="3403389"/>
            <a:ext cx="540000" cy="432000"/>
            <a:chOff x="1029414" y="3548892"/>
            <a:chExt cx="540000" cy="432000"/>
          </a:xfrm>
        </p:grpSpPr>
        <p:sp>
          <p:nvSpPr>
            <p:cNvPr id="326" name="왼쪽 화살표 104">
              <a:extLst>
                <a:ext uri="{FF2B5EF4-FFF2-40B4-BE49-F238E27FC236}">
                  <a16:creationId xmlns:a16="http://schemas.microsoft.com/office/drawing/2014/main" id="{EACFC618-D662-4AD6-AC7D-CB9B0C5D9499}"/>
                </a:ext>
              </a:extLst>
            </p:cNvPr>
            <p:cNvSpPr/>
            <p:nvPr/>
          </p:nvSpPr>
          <p:spPr>
            <a:xfrm>
              <a:off x="1029414" y="3548892"/>
              <a:ext cx="540000" cy="432000"/>
            </a:xfrm>
            <a:prstGeom prst="leftArrow">
              <a:avLst>
                <a:gd name="adj1" fmla="val 69952"/>
                <a:gd name="adj2" fmla="val 50000"/>
              </a:avLst>
            </a:prstGeom>
            <a:gradFill>
              <a:gsLst>
                <a:gs pos="100000">
                  <a:schemeClr val="accent1">
                    <a:lumMod val="20000"/>
                    <a:lumOff val="80000"/>
                  </a:schemeClr>
                </a:gs>
                <a:gs pos="45000">
                  <a:schemeClr val="accent1">
                    <a:lumMod val="40000"/>
                    <a:lumOff val="60000"/>
                  </a:schemeClr>
                </a:gs>
              </a:gsLst>
              <a:lin ang="0" scaled="0"/>
            </a:gradFill>
            <a:ln w="6350" cap="flat" cmpd="sng" algn="ctr">
              <a:noFill/>
              <a:prstDash val="solid"/>
            </a:ln>
            <a:effectLst/>
          </p:spPr>
          <p:txBody>
            <a:bodyPr lIns="36000" tIns="36000" rIns="36000" bIns="36000" rtlCol="0" anchor="ctr"/>
            <a:lstStyle/>
            <a:p>
              <a:pPr marL="104775" indent="-104775" algn="ctr" defTabSz="914400" fontAlgn="base">
                <a:lnSpc>
                  <a:spcPts val="1600"/>
                </a:lnSpc>
                <a:spcBef>
                  <a:spcPct val="0"/>
                </a:spcBef>
                <a:spcAft>
                  <a:spcPts val="300"/>
                </a:spcAft>
                <a:buClr>
                  <a:prstClr val="black">
                    <a:lumMod val="75000"/>
                    <a:lumOff val="25000"/>
                  </a:prstClr>
                </a:buClr>
                <a:buSzPct val="90000"/>
                <a:buFont typeface="Arial" pitchFamily="34" charset="0"/>
                <a:buChar char="•"/>
              </a:pPr>
              <a:endParaRPr kumimoji="1" lang="ko-KR" altLang="en-US" sz="1000" dirty="0">
                <a:solidFill>
                  <a:prstClr val="black">
                    <a:lumMod val="75000"/>
                    <a:lumOff val="25000"/>
                  </a:prstClr>
                </a:solidFill>
              </a:endParaRPr>
            </a:p>
          </p:txBody>
        </p:sp>
        <p:sp>
          <p:nvSpPr>
            <p:cNvPr id="327" name="&quot;없음&quot; 기호 105">
              <a:extLst>
                <a:ext uri="{FF2B5EF4-FFF2-40B4-BE49-F238E27FC236}">
                  <a16:creationId xmlns:a16="http://schemas.microsoft.com/office/drawing/2014/main" id="{B29ADBE7-402A-42E1-96AC-8BC24A1B911B}"/>
                </a:ext>
              </a:extLst>
            </p:cNvPr>
            <p:cNvSpPr/>
            <p:nvPr/>
          </p:nvSpPr>
          <p:spPr>
            <a:xfrm flipH="1">
              <a:off x="1210528" y="3665188"/>
              <a:ext cx="194452" cy="194452"/>
            </a:xfrm>
            <a:prstGeom prst="noSmoking">
              <a:avLst>
                <a:gd name="adj" fmla="val 7959"/>
              </a:avLst>
            </a:prstGeom>
            <a:solidFill>
              <a:srgbClr val="C00000"/>
            </a:solidFill>
            <a:ln w="6350" cap="flat" cmpd="sng" algn="ctr">
              <a:noFill/>
              <a:prstDash val="solid"/>
            </a:ln>
            <a:effectLst/>
          </p:spPr>
          <p:txBody>
            <a:bodyPr lIns="36000" tIns="36000" rIns="36000" bIns="36000" rtlCol="0" anchor="ctr"/>
            <a:lstStyle/>
            <a:p>
              <a:pPr marL="104775" indent="-104775" algn="ctr" defTabSz="914400" fontAlgn="base">
                <a:lnSpc>
                  <a:spcPts val="1600"/>
                </a:lnSpc>
                <a:spcBef>
                  <a:spcPct val="0"/>
                </a:spcBef>
                <a:spcAft>
                  <a:spcPts val="300"/>
                </a:spcAft>
                <a:buClr>
                  <a:prstClr val="black">
                    <a:lumMod val="75000"/>
                    <a:lumOff val="25000"/>
                  </a:prstClr>
                </a:buClr>
                <a:buSzPct val="90000"/>
                <a:buFont typeface="Arial" pitchFamily="34" charset="0"/>
                <a:buChar char="•"/>
              </a:pPr>
              <a:endParaRPr kumimoji="1" lang="ko-KR" altLang="en-US" sz="1000">
                <a:solidFill>
                  <a:prstClr val="black">
                    <a:lumMod val="75000"/>
                    <a:lumOff val="25000"/>
                  </a:prstClr>
                </a:solidFill>
              </a:endParaRPr>
            </a:p>
          </p:txBody>
        </p:sp>
      </p:grpSp>
      <p:grpSp>
        <p:nvGrpSpPr>
          <p:cNvPr id="320" name="그룹 319">
            <a:extLst>
              <a:ext uri="{FF2B5EF4-FFF2-40B4-BE49-F238E27FC236}">
                <a16:creationId xmlns:a16="http://schemas.microsoft.com/office/drawing/2014/main" id="{CFDEDC4F-86A8-4085-8EFB-22F8418DAAB0}"/>
              </a:ext>
            </a:extLst>
          </p:cNvPr>
          <p:cNvGrpSpPr/>
          <p:nvPr/>
        </p:nvGrpSpPr>
        <p:grpSpPr>
          <a:xfrm flipH="1">
            <a:off x="440668" y="6499781"/>
            <a:ext cx="540000" cy="432000"/>
            <a:chOff x="1028749" y="3548892"/>
            <a:chExt cx="540000" cy="432000"/>
          </a:xfrm>
        </p:grpSpPr>
        <p:sp>
          <p:nvSpPr>
            <p:cNvPr id="324" name="왼쪽 화살표 107">
              <a:extLst>
                <a:ext uri="{FF2B5EF4-FFF2-40B4-BE49-F238E27FC236}">
                  <a16:creationId xmlns:a16="http://schemas.microsoft.com/office/drawing/2014/main" id="{599D68EE-B5C9-48E3-9B89-5AF47420EE06}"/>
                </a:ext>
              </a:extLst>
            </p:cNvPr>
            <p:cNvSpPr/>
            <p:nvPr/>
          </p:nvSpPr>
          <p:spPr>
            <a:xfrm>
              <a:off x="1028749" y="3548892"/>
              <a:ext cx="540000" cy="432000"/>
            </a:xfrm>
            <a:prstGeom prst="leftArrow">
              <a:avLst>
                <a:gd name="adj1" fmla="val 69952"/>
                <a:gd name="adj2" fmla="val 50000"/>
              </a:avLst>
            </a:prstGeom>
            <a:gradFill>
              <a:gsLst>
                <a:gs pos="100000">
                  <a:schemeClr val="accent1">
                    <a:lumMod val="20000"/>
                    <a:lumOff val="80000"/>
                  </a:schemeClr>
                </a:gs>
                <a:gs pos="45000">
                  <a:schemeClr val="accent1">
                    <a:lumMod val="40000"/>
                    <a:lumOff val="60000"/>
                  </a:schemeClr>
                </a:gs>
              </a:gsLst>
              <a:lin ang="0" scaled="0"/>
            </a:gradFill>
            <a:ln w="6350" cap="flat" cmpd="sng" algn="ctr">
              <a:noFill/>
              <a:prstDash val="solid"/>
            </a:ln>
            <a:effectLst/>
          </p:spPr>
          <p:txBody>
            <a:bodyPr lIns="36000" tIns="36000" rIns="36000" bIns="36000" rtlCol="0" anchor="ctr"/>
            <a:lstStyle/>
            <a:p>
              <a:pPr marL="104775" indent="-104775" algn="ctr" defTabSz="914400" fontAlgn="base">
                <a:lnSpc>
                  <a:spcPts val="1600"/>
                </a:lnSpc>
                <a:spcBef>
                  <a:spcPct val="0"/>
                </a:spcBef>
                <a:spcAft>
                  <a:spcPts val="300"/>
                </a:spcAft>
                <a:buClr>
                  <a:prstClr val="black">
                    <a:lumMod val="75000"/>
                    <a:lumOff val="25000"/>
                  </a:prstClr>
                </a:buClr>
                <a:buSzPct val="90000"/>
                <a:buFont typeface="Arial" pitchFamily="34" charset="0"/>
                <a:buChar char="•"/>
              </a:pPr>
              <a:endParaRPr kumimoji="1" lang="ko-KR" altLang="en-US" sz="1000">
                <a:solidFill>
                  <a:prstClr val="black">
                    <a:lumMod val="75000"/>
                    <a:lumOff val="25000"/>
                  </a:prstClr>
                </a:solidFill>
              </a:endParaRPr>
            </a:p>
          </p:txBody>
        </p:sp>
        <p:sp>
          <p:nvSpPr>
            <p:cNvPr id="325" name="&quot;없음&quot; 기호 108">
              <a:extLst>
                <a:ext uri="{FF2B5EF4-FFF2-40B4-BE49-F238E27FC236}">
                  <a16:creationId xmlns:a16="http://schemas.microsoft.com/office/drawing/2014/main" id="{B6BFAE6F-663A-4252-834B-79CB627D236A}"/>
                </a:ext>
              </a:extLst>
            </p:cNvPr>
            <p:cNvSpPr/>
            <p:nvPr/>
          </p:nvSpPr>
          <p:spPr>
            <a:xfrm>
              <a:off x="1209864" y="3665188"/>
              <a:ext cx="194452" cy="194452"/>
            </a:xfrm>
            <a:prstGeom prst="noSmoking">
              <a:avLst>
                <a:gd name="adj" fmla="val 7959"/>
              </a:avLst>
            </a:prstGeom>
            <a:solidFill>
              <a:srgbClr val="C00000"/>
            </a:solidFill>
            <a:ln w="6350" cap="flat" cmpd="sng" algn="ctr">
              <a:noFill/>
              <a:prstDash val="solid"/>
            </a:ln>
            <a:effectLst/>
          </p:spPr>
          <p:txBody>
            <a:bodyPr lIns="36000" tIns="36000" rIns="36000" bIns="36000" rtlCol="0" anchor="ctr"/>
            <a:lstStyle/>
            <a:p>
              <a:pPr marL="104775" indent="-104775" algn="ctr" defTabSz="914400" fontAlgn="base">
                <a:lnSpc>
                  <a:spcPts val="1600"/>
                </a:lnSpc>
                <a:spcBef>
                  <a:spcPct val="0"/>
                </a:spcBef>
                <a:spcAft>
                  <a:spcPts val="300"/>
                </a:spcAft>
                <a:buClr>
                  <a:prstClr val="black">
                    <a:lumMod val="75000"/>
                    <a:lumOff val="25000"/>
                  </a:prstClr>
                </a:buClr>
                <a:buSzPct val="90000"/>
                <a:buFont typeface="Arial" pitchFamily="34" charset="0"/>
                <a:buChar char="•"/>
              </a:pPr>
              <a:endParaRPr kumimoji="1" lang="ko-KR" altLang="en-US" sz="1000" dirty="0">
                <a:solidFill>
                  <a:prstClr val="black">
                    <a:lumMod val="75000"/>
                    <a:lumOff val="25000"/>
                  </a:prstClr>
                </a:solidFill>
              </a:endParaRPr>
            </a:p>
          </p:txBody>
        </p:sp>
      </p:grpSp>
      <p:grpSp>
        <p:nvGrpSpPr>
          <p:cNvPr id="321" name="그룹 320">
            <a:extLst>
              <a:ext uri="{FF2B5EF4-FFF2-40B4-BE49-F238E27FC236}">
                <a16:creationId xmlns:a16="http://schemas.microsoft.com/office/drawing/2014/main" id="{4CBD8CF6-762A-43C1-B267-CF7A5B209334}"/>
              </a:ext>
            </a:extLst>
          </p:cNvPr>
          <p:cNvGrpSpPr/>
          <p:nvPr/>
        </p:nvGrpSpPr>
        <p:grpSpPr>
          <a:xfrm flipH="1">
            <a:off x="5876667" y="6499733"/>
            <a:ext cx="540000" cy="432000"/>
            <a:chOff x="1028749" y="3548892"/>
            <a:chExt cx="540000" cy="432000"/>
          </a:xfrm>
        </p:grpSpPr>
        <p:sp>
          <p:nvSpPr>
            <p:cNvPr id="322" name="왼쪽 화살표 110">
              <a:extLst>
                <a:ext uri="{FF2B5EF4-FFF2-40B4-BE49-F238E27FC236}">
                  <a16:creationId xmlns:a16="http://schemas.microsoft.com/office/drawing/2014/main" id="{416B5F20-F5F7-425F-A257-32ED6E90C284}"/>
                </a:ext>
              </a:extLst>
            </p:cNvPr>
            <p:cNvSpPr/>
            <p:nvPr/>
          </p:nvSpPr>
          <p:spPr>
            <a:xfrm>
              <a:off x="1028749" y="3548892"/>
              <a:ext cx="540000" cy="432000"/>
            </a:xfrm>
            <a:prstGeom prst="leftArrow">
              <a:avLst>
                <a:gd name="adj1" fmla="val 69952"/>
                <a:gd name="adj2" fmla="val 50000"/>
              </a:avLst>
            </a:prstGeom>
            <a:gradFill>
              <a:gsLst>
                <a:gs pos="100000">
                  <a:schemeClr val="accent2">
                    <a:lumMod val="20000"/>
                    <a:lumOff val="80000"/>
                  </a:schemeClr>
                </a:gs>
                <a:gs pos="45000">
                  <a:schemeClr val="accent2">
                    <a:lumMod val="40000"/>
                    <a:lumOff val="60000"/>
                  </a:schemeClr>
                </a:gs>
              </a:gsLst>
              <a:lin ang="0" scaled="0"/>
            </a:gradFill>
            <a:ln w="6350" cap="flat" cmpd="sng" algn="ctr">
              <a:noFill/>
              <a:prstDash val="solid"/>
            </a:ln>
            <a:effectLst/>
          </p:spPr>
          <p:txBody>
            <a:bodyPr lIns="36000" tIns="36000" rIns="36000" bIns="36000" rtlCol="0" anchor="ctr"/>
            <a:lstStyle/>
            <a:p>
              <a:pPr marL="104775" indent="-104775" algn="ctr" defTabSz="914400" fontAlgn="base">
                <a:lnSpc>
                  <a:spcPts val="1600"/>
                </a:lnSpc>
                <a:spcBef>
                  <a:spcPct val="0"/>
                </a:spcBef>
                <a:spcAft>
                  <a:spcPts val="300"/>
                </a:spcAft>
                <a:buClr>
                  <a:prstClr val="black">
                    <a:lumMod val="75000"/>
                    <a:lumOff val="25000"/>
                  </a:prstClr>
                </a:buClr>
                <a:buSzPct val="90000"/>
                <a:buFont typeface="Arial" pitchFamily="34" charset="0"/>
                <a:buChar char="•"/>
              </a:pPr>
              <a:endParaRPr kumimoji="1" lang="ko-KR" altLang="en-US" sz="1000">
                <a:solidFill>
                  <a:prstClr val="black">
                    <a:lumMod val="75000"/>
                    <a:lumOff val="25000"/>
                  </a:prstClr>
                </a:solidFill>
              </a:endParaRPr>
            </a:p>
          </p:txBody>
        </p:sp>
        <p:sp>
          <p:nvSpPr>
            <p:cNvPr id="323" name="&quot;없음&quot; 기호 111">
              <a:extLst>
                <a:ext uri="{FF2B5EF4-FFF2-40B4-BE49-F238E27FC236}">
                  <a16:creationId xmlns:a16="http://schemas.microsoft.com/office/drawing/2014/main" id="{8A5E1009-A78A-419A-AA4C-DC344A0F8FC9}"/>
                </a:ext>
              </a:extLst>
            </p:cNvPr>
            <p:cNvSpPr/>
            <p:nvPr/>
          </p:nvSpPr>
          <p:spPr>
            <a:xfrm>
              <a:off x="1173255" y="3665188"/>
              <a:ext cx="194452" cy="194452"/>
            </a:xfrm>
            <a:prstGeom prst="noSmoking">
              <a:avLst>
                <a:gd name="adj" fmla="val 7959"/>
              </a:avLst>
            </a:prstGeom>
            <a:solidFill>
              <a:srgbClr val="C00000"/>
            </a:solidFill>
            <a:ln w="6350" cap="flat" cmpd="sng" algn="ctr">
              <a:noFill/>
              <a:prstDash val="solid"/>
            </a:ln>
            <a:effectLst/>
          </p:spPr>
          <p:txBody>
            <a:bodyPr lIns="36000" tIns="36000" rIns="36000" bIns="36000" rtlCol="0" anchor="ctr"/>
            <a:lstStyle/>
            <a:p>
              <a:pPr marL="104775" indent="-104775" algn="ctr" defTabSz="914400" fontAlgn="base">
                <a:lnSpc>
                  <a:spcPts val="1600"/>
                </a:lnSpc>
                <a:spcBef>
                  <a:spcPct val="0"/>
                </a:spcBef>
                <a:spcAft>
                  <a:spcPts val="300"/>
                </a:spcAft>
                <a:buClr>
                  <a:prstClr val="black">
                    <a:lumMod val="75000"/>
                    <a:lumOff val="25000"/>
                  </a:prstClr>
                </a:buClr>
                <a:buSzPct val="90000"/>
                <a:buFont typeface="Arial" pitchFamily="34" charset="0"/>
                <a:buChar char="•"/>
              </a:pPr>
              <a:endParaRPr kumimoji="1" lang="ko-KR" altLang="en-US" sz="1000">
                <a:solidFill>
                  <a:prstClr val="black">
                    <a:lumMod val="75000"/>
                    <a:lumOff val="25000"/>
                  </a:prstClr>
                </a:solidFill>
              </a:endParaRPr>
            </a:p>
          </p:txBody>
        </p:sp>
      </p:grpSp>
      <p:grpSp>
        <p:nvGrpSpPr>
          <p:cNvPr id="346" name="그룹 345">
            <a:extLst>
              <a:ext uri="{FF2B5EF4-FFF2-40B4-BE49-F238E27FC236}">
                <a16:creationId xmlns:a16="http://schemas.microsoft.com/office/drawing/2014/main" id="{39F158F4-C954-4CE2-A9AB-C0F1F5102CF1}"/>
              </a:ext>
            </a:extLst>
          </p:cNvPr>
          <p:cNvGrpSpPr/>
          <p:nvPr/>
        </p:nvGrpSpPr>
        <p:grpSpPr>
          <a:xfrm>
            <a:off x="440668" y="2900772"/>
            <a:ext cx="909497" cy="169277"/>
            <a:chOff x="440667" y="2866470"/>
            <a:chExt cx="909497" cy="169277"/>
          </a:xfrm>
        </p:grpSpPr>
        <p:sp>
          <p:nvSpPr>
            <p:cNvPr id="347" name="Text Box 247">
              <a:extLst>
                <a:ext uri="{FF2B5EF4-FFF2-40B4-BE49-F238E27FC236}">
                  <a16:creationId xmlns:a16="http://schemas.microsoft.com/office/drawing/2014/main" id="{C66FFC73-C062-42D2-BFC5-533F166C460C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440668" y="2866470"/>
              <a:ext cx="909496" cy="169277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lIns="126000" tIns="0" rIns="0" bIns="0" anchor="ctr">
              <a:spAutoFit/>
            </a:bodyPr>
            <a:lstStyle>
              <a:defPPr>
                <a:defRPr lang="en-US"/>
              </a:defPPr>
              <a:lvl1pPr marR="0" lvl="0" indent="0" defTabSz="914400" fontAlgn="base" latinLnBrk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 kumimoji="1" sz="1100" b="0" i="0" u="none" strike="noStrike" kern="0" cap="none" spc="0" normalizeH="0" baseline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ea"/>
                  <a:ea typeface="+mj-ea"/>
                </a:defRPr>
              </a:lvl1pPr>
            </a:lstStyle>
            <a:p>
              <a:pPr lvl="0">
                <a:defRPr/>
              </a:pPr>
              <a:r>
                <a:rPr lang="ko-KR" altLang="en-US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보안관리 체계</a:t>
              </a:r>
            </a:p>
          </p:txBody>
        </p:sp>
        <p:sp>
          <p:nvSpPr>
            <p:cNvPr id="348" name="사각형: 둥근 모서리 347">
              <a:extLst>
                <a:ext uri="{FF2B5EF4-FFF2-40B4-BE49-F238E27FC236}">
                  <a16:creationId xmlns:a16="http://schemas.microsoft.com/office/drawing/2014/main" id="{6A63D507-A4B6-4D3E-B0AA-EDB6AEA1F597}"/>
                </a:ext>
              </a:extLst>
            </p:cNvPr>
            <p:cNvSpPr/>
            <p:nvPr/>
          </p:nvSpPr>
          <p:spPr>
            <a:xfrm>
              <a:off x="440667" y="2874971"/>
              <a:ext cx="54000" cy="129600"/>
            </a:xfrm>
            <a:prstGeom prst="roundRect">
              <a:avLst/>
            </a:prstGeom>
            <a:solidFill>
              <a:srgbClr val="0070C0"/>
            </a:solidFill>
          </p:spPr>
          <p:txBody>
            <a:bodyPr wrap="none" lIns="36000" tIns="18000" rIns="36000" bIns="18000">
              <a:noAutofit/>
            </a:bodyPr>
            <a:lstStyle/>
            <a:p>
              <a:pPr defTabSz="914400" fontAlgn="base">
                <a:spcBef>
                  <a:spcPct val="0"/>
                </a:spcBef>
                <a:spcAft>
                  <a:spcPts val="2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</a:pPr>
              <a:endParaRPr lang="ko-KR" altLang="en-US" sz="1100">
                <a:solidFill>
                  <a:schemeClr val="bg1"/>
                </a:solidFill>
                <a:latin typeface="+mn-ea"/>
              </a:endParaRPr>
            </a:p>
          </p:txBody>
        </p:sp>
      </p:grpSp>
      <p:grpSp>
        <p:nvGrpSpPr>
          <p:cNvPr id="349" name="그룹 348">
            <a:extLst>
              <a:ext uri="{FF2B5EF4-FFF2-40B4-BE49-F238E27FC236}">
                <a16:creationId xmlns:a16="http://schemas.microsoft.com/office/drawing/2014/main" id="{722E9C69-B833-449D-A4BE-D3A2F01830F3}"/>
              </a:ext>
            </a:extLst>
          </p:cNvPr>
          <p:cNvGrpSpPr/>
          <p:nvPr/>
        </p:nvGrpSpPr>
        <p:grpSpPr>
          <a:xfrm>
            <a:off x="440668" y="7453597"/>
            <a:ext cx="1239716" cy="169277"/>
            <a:chOff x="440667" y="2866470"/>
            <a:chExt cx="1239716" cy="169277"/>
          </a:xfrm>
        </p:grpSpPr>
        <p:sp>
          <p:nvSpPr>
            <p:cNvPr id="350" name="Text Box 247">
              <a:extLst>
                <a:ext uri="{FF2B5EF4-FFF2-40B4-BE49-F238E27FC236}">
                  <a16:creationId xmlns:a16="http://schemas.microsoft.com/office/drawing/2014/main" id="{CD0D4FBF-8F98-4BAD-A7B0-8743ABC27A48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440668" y="2866470"/>
              <a:ext cx="1239715" cy="169277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lIns="126000" tIns="0" rIns="0" bIns="0" anchor="ctr">
              <a:spAutoFit/>
            </a:bodyPr>
            <a:lstStyle>
              <a:defPPr>
                <a:defRPr lang="en-US"/>
              </a:defPPr>
              <a:lvl1pPr marR="0" lvl="0" indent="0" defTabSz="914400" fontAlgn="base" latinLnBrk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 kumimoji="1" sz="1100" b="0" i="0" u="none" strike="noStrike" kern="0" cap="none" spc="0" normalizeH="0" baseline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ea"/>
                  <a:ea typeface="+mj-ea"/>
                </a:defRPr>
              </a:lvl1pPr>
            </a:lstStyle>
            <a:p>
              <a:pPr lvl="0">
                <a:defRPr/>
              </a:pPr>
              <a:r>
                <a:rPr lang="ko-KR" altLang="en-US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보안 담당자 별 역할</a:t>
              </a:r>
            </a:p>
          </p:txBody>
        </p:sp>
        <p:sp>
          <p:nvSpPr>
            <p:cNvPr id="351" name="사각형: 둥근 모서리 350">
              <a:extLst>
                <a:ext uri="{FF2B5EF4-FFF2-40B4-BE49-F238E27FC236}">
                  <a16:creationId xmlns:a16="http://schemas.microsoft.com/office/drawing/2014/main" id="{F56BDB61-8599-48FE-8FCE-7822770D9472}"/>
                </a:ext>
              </a:extLst>
            </p:cNvPr>
            <p:cNvSpPr/>
            <p:nvPr/>
          </p:nvSpPr>
          <p:spPr>
            <a:xfrm>
              <a:off x="440667" y="2874971"/>
              <a:ext cx="54000" cy="129600"/>
            </a:xfrm>
            <a:prstGeom prst="roundRect">
              <a:avLst/>
            </a:prstGeom>
            <a:solidFill>
              <a:srgbClr val="0070C0"/>
            </a:solidFill>
          </p:spPr>
          <p:txBody>
            <a:bodyPr wrap="none" lIns="36000" tIns="18000" rIns="36000" bIns="18000">
              <a:noAutofit/>
            </a:bodyPr>
            <a:lstStyle/>
            <a:p>
              <a:pPr defTabSz="914400" fontAlgn="base">
                <a:spcBef>
                  <a:spcPct val="0"/>
                </a:spcBef>
                <a:spcAft>
                  <a:spcPts val="2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90000"/>
              </a:pPr>
              <a:endParaRPr lang="ko-KR" altLang="en-US" sz="1100">
                <a:solidFill>
                  <a:schemeClr val="bg1"/>
                </a:solidFill>
                <a:latin typeface="+mn-ea"/>
              </a:endParaRPr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DE10F039-BF42-4E57-9F0A-7282EC28AEBA}"/>
              </a:ext>
            </a:extLst>
          </p:cNvPr>
          <p:cNvGrpSpPr/>
          <p:nvPr/>
        </p:nvGrpSpPr>
        <p:grpSpPr>
          <a:xfrm>
            <a:off x="2796827" y="4561032"/>
            <a:ext cx="1264346" cy="1264346"/>
            <a:chOff x="7208359" y="3183609"/>
            <a:chExt cx="1264346" cy="1264346"/>
          </a:xfrm>
        </p:grpSpPr>
        <p:sp>
          <p:nvSpPr>
            <p:cNvPr id="120" name="타원 119">
              <a:extLst>
                <a:ext uri="{FF2B5EF4-FFF2-40B4-BE49-F238E27FC236}">
                  <a16:creationId xmlns:a16="http://schemas.microsoft.com/office/drawing/2014/main" id="{F4FD6996-E132-42E4-9D03-B4255437BDE8}"/>
                </a:ext>
              </a:extLst>
            </p:cNvPr>
            <p:cNvSpPr/>
            <p:nvPr/>
          </p:nvSpPr>
          <p:spPr>
            <a:xfrm>
              <a:off x="7208359" y="3183609"/>
              <a:ext cx="1264346" cy="1264346"/>
            </a:xfrm>
            <a:prstGeom prst="ellipse">
              <a:avLst/>
            </a:prstGeom>
            <a:solidFill>
              <a:srgbClr val="56AFDF">
                <a:alpha val="50000"/>
              </a:srgbClr>
            </a:solidFill>
            <a:ln w="635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ko-KR" altLang="en-US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prstClr val="white"/>
                </a:solidFill>
                <a:latin typeface="Pretendard" panose="02000503000000020004" pitchFamily="50" charset="-127"/>
                <a:ea typeface="Pretendard" panose="02000503000000020004" pitchFamily="50" charset="-127"/>
              </a:endParaRPr>
            </a:p>
          </p:txBody>
        </p:sp>
        <p:sp>
          <p:nvSpPr>
            <p:cNvPr id="121" name="타원 120">
              <a:extLst>
                <a:ext uri="{FF2B5EF4-FFF2-40B4-BE49-F238E27FC236}">
                  <a16:creationId xmlns:a16="http://schemas.microsoft.com/office/drawing/2014/main" id="{B1446D90-1A33-4669-8860-3E575D505C6D}"/>
                </a:ext>
              </a:extLst>
            </p:cNvPr>
            <p:cNvSpPr/>
            <p:nvPr/>
          </p:nvSpPr>
          <p:spPr>
            <a:xfrm>
              <a:off x="7310916" y="3279838"/>
              <a:ext cx="1059232" cy="1059232"/>
            </a:xfrm>
            <a:prstGeom prst="ellipse">
              <a:avLst/>
            </a:prstGeom>
            <a:solidFill>
              <a:schemeClr val="bg1"/>
            </a:solidFill>
            <a:ln w="63500">
              <a:solidFill>
                <a:srgbClr val="74B7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ko-KR" altLang="en-US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prstClr val="white"/>
                </a:solidFill>
                <a:latin typeface="Pretendard" panose="02000503000000020004" pitchFamily="50" charset="-127"/>
                <a:ea typeface="Pretendard" panose="02000503000000020004" pitchFamily="50" charset="-127"/>
              </a:endParaRPr>
            </a:p>
          </p:txBody>
        </p: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BC821346-48ED-4967-85B6-0D4268C4937A}"/>
                </a:ext>
              </a:extLst>
            </p:cNvPr>
            <p:cNvSpPr txBox="1"/>
            <p:nvPr/>
          </p:nvSpPr>
          <p:spPr>
            <a:xfrm>
              <a:off x="7496849" y="3411132"/>
              <a:ext cx="687368" cy="498598"/>
            </a:xfrm>
            <a:prstGeom prst="rect">
              <a:avLst/>
            </a:prstGeom>
            <a:noFill/>
          </p:spPr>
          <p:txBody>
            <a:bodyPr wrap="none" rtlCol="0" anchor="ctr">
              <a:spAutoFit/>
              <a:scene3d>
                <a:camera prst="orthographicFront"/>
                <a:lightRig rig="threePt" dir="t"/>
              </a:scene3d>
              <a:sp3d/>
            </a:bodyPr>
            <a:lstStyle/>
            <a:p>
              <a:pPr algn="ctr" defTabSz="912813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ko-KR" altLang="en-US" sz="1200" spc="-70" dirty="0">
                  <a:ln>
                    <a:solidFill>
                      <a:schemeClr val="accent1">
                        <a:shade val="50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보안관리</a:t>
              </a:r>
              <a:endParaRPr lang="en-US" altLang="ko-KR" sz="1200" spc="-7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endParaRPr>
            </a:p>
            <a:p>
              <a:pPr algn="ctr" defTabSz="912813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ko-KR" altLang="en-US" sz="1200" spc="-70" dirty="0">
                  <a:ln>
                    <a:solidFill>
                      <a:schemeClr val="accent1">
                        <a:shade val="50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체계 </a:t>
              </a:r>
            </a:p>
          </p:txBody>
        </p:sp>
        <p:sp>
          <p:nvSpPr>
            <p:cNvPr id="124" name="Freeform 237">
              <a:extLst>
                <a:ext uri="{FF2B5EF4-FFF2-40B4-BE49-F238E27FC236}">
                  <a16:creationId xmlns:a16="http://schemas.microsoft.com/office/drawing/2014/main" id="{5F2E1D3F-42B7-4E17-ACD4-4A4845DC7B3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730511" y="3894243"/>
              <a:ext cx="220042" cy="307885"/>
            </a:xfrm>
            <a:custGeom>
              <a:avLst/>
              <a:gdLst>
                <a:gd name="T0" fmla="*/ 59 w 67"/>
                <a:gd name="T1" fmla="*/ 39 h 94"/>
                <a:gd name="T2" fmla="*/ 59 w 67"/>
                <a:gd name="T3" fmla="*/ 25 h 94"/>
                <a:gd name="T4" fmla="*/ 33 w 67"/>
                <a:gd name="T5" fmla="*/ 0 h 94"/>
                <a:gd name="T6" fmla="*/ 8 w 67"/>
                <a:gd name="T7" fmla="*/ 25 h 94"/>
                <a:gd name="T8" fmla="*/ 8 w 67"/>
                <a:gd name="T9" fmla="*/ 39 h 94"/>
                <a:gd name="T10" fmla="*/ 0 w 67"/>
                <a:gd name="T11" fmla="*/ 39 h 94"/>
                <a:gd name="T12" fmla="*/ 0 w 67"/>
                <a:gd name="T13" fmla="*/ 61 h 94"/>
                <a:gd name="T14" fmla="*/ 33 w 67"/>
                <a:gd name="T15" fmla="*/ 94 h 94"/>
                <a:gd name="T16" fmla="*/ 67 w 67"/>
                <a:gd name="T17" fmla="*/ 61 h 94"/>
                <a:gd name="T18" fmla="*/ 67 w 67"/>
                <a:gd name="T19" fmla="*/ 39 h 94"/>
                <a:gd name="T20" fmla="*/ 59 w 67"/>
                <a:gd name="T21" fmla="*/ 39 h 94"/>
                <a:gd name="T22" fmla="*/ 37 w 67"/>
                <a:gd name="T23" fmla="*/ 65 h 94"/>
                <a:gd name="T24" fmla="*/ 37 w 67"/>
                <a:gd name="T25" fmla="*/ 81 h 94"/>
                <a:gd name="T26" fmla="*/ 29 w 67"/>
                <a:gd name="T27" fmla="*/ 81 h 94"/>
                <a:gd name="T28" fmla="*/ 29 w 67"/>
                <a:gd name="T29" fmla="*/ 65 h 94"/>
                <a:gd name="T30" fmla="*/ 26 w 67"/>
                <a:gd name="T31" fmla="*/ 59 h 94"/>
                <a:gd name="T32" fmla="*/ 33 w 67"/>
                <a:gd name="T33" fmla="*/ 53 h 94"/>
                <a:gd name="T34" fmla="*/ 40 w 67"/>
                <a:gd name="T35" fmla="*/ 59 h 94"/>
                <a:gd name="T36" fmla="*/ 37 w 67"/>
                <a:gd name="T37" fmla="*/ 65 h 94"/>
                <a:gd name="T38" fmla="*/ 47 w 67"/>
                <a:gd name="T39" fmla="*/ 39 h 94"/>
                <a:gd name="T40" fmla="*/ 20 w 67"/>
                <a:gd name="T41" fmla="*/ 39 h 94"/>
                <a:gd name="T42" fmla="*/ 20 w 67"/>
                <a:gd name="T43" fmla="*/ 22 h 94"/>
                <a:gd name="T44" fmla="*/ 34 w 67"/>
                <a:gd name="T45" fmla="*/ 10 h 94"/>
                <a:gd name="T46" fmla="*/ 47 w 67"/>
                <a:gd name="T47" fmla="*/ 22 h 94"/>
                <a:gd name="T48" fmla="*/ 47 w 67"/>
                <a:gd name="T49" fmla="*/ 39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67" h="94">
                  <a:moveTo>
                    <a:pt x="59" y="39"/>
                  </a:moveTo>
                  <a:cubicBezTo>
                    <a:pt x="59" y="25"/>
                    <a:pt x="59" y="25"/>
                    <a:pt x="59" y="25"/>
                  </a:cubicBezTo>
                  <a:cubicBezTo>
                    <a:pt x="59" y="11"/>
                    <a:pt x="47" y="0"/>
                    <a:pt x="33" y="0"/>
                  </a:cubicBezTo>
                  <a:cubicBezTo>
                    <a:pt x="19" y="0"/>
                    <a:pt x="8" y="11"/>
                    <a:pt x="8" y="25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61"/>
                    <a:pt x="0" y="61"/>
                    <a:pt x="0" y="61"/>
                  </a:cubicBezTo>
                  <a:cubicBezTo>
                    <a:pt x="0" y="79"/>
                    <a:pt x="15" y="94"/>
                    <a:pt x="33" y="94"/>
                  </a:cubicBezTo>
                  <a:cubicBezTo>
                    <a:pt x="52" y="94"/>
                    <a:pt x="67" y="79"/>
                    <a:pt x="67" y="61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59" y="39"/>
                    <a:pt x="59" y="39"/>
                    <a:pt x="59" y="39"/>
                  </a:cubicBezTo>
                  <a:moveTo>
                    <a:pt x="37" y="65"/>
                  </a:moveTo>
                  <a:cubicBezTo>
                    <a:pt x="37" y="81"/>
                    <a:pt x="37" y="81"/>
                    <a:pt x="37" y="81"/>
                  </a:cubicBezTo>
                  <a:cubicBezTo>
                    <a:pt x="29" y="81"/>
                    <a:pt x="29" y="81"/>
                    <a:pt x="29" y="81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7" y="63"/>
                    <a:pt x="26" y="61"/>
                    <a:pt x="26" y="59"/>
                  </a:cubicBezTo>
                  <a:cubicBezTo>
                    <a:pt x="26" y="56"/>
                    <a:pt x="29" y="53"/>
                    <a:pt x="33" y="53"/>
                  </a:cubicBezTo>
                  <a:cubicBezTo>
                    <a:pt x="37" y="53"/>
                    <a:pt x="40" y="56"/>
                    <a:pt x="40" y="59"/>
                  </a:cubicBezTo>
                  <a:cubicBezTo>
                    <a:pt x="40" y="62"/>
                    <a:pt x="39" y="64"/>
                    <a:pt x="37" y="65"/>
                  </a:cubicBezTo>
                  <a:moveTo>
                    <a:pt x="47" y="39"/>
                  </a:moveTo>
                  <a:cubicBezTo>
                    <a:pt x="20" y="39"/>
                    <a:pt x="20" y="39"/>
                    <a:pt x="20" y="39"/>
                  </a:cubicBezTo>
                  <a:cubicBezTo>
                    <a:pt x="20" y="22"/>
                    <a:pt x="20" y="22"/>
                    <a:pt x="20" y="22"/>
                  </a:cubicBezTo>
                  <a:cubicBezTo>
                    <a:pt x="20" y="16"/>
                    <a:pt x="26" y="10"/>
                    <a:pt x="34" y="10"/>
                  </a:cubicBezTo>
                  <a:cubicBezTo>
                    <a:pt x="41" y="10"/>
                    <a:pt x="47" y="16"/>
                    <a:pt x="47" y="22"/>
                  </a:cubicBezTo>
                  <a:lnTo>
                    <a:pt x="47" y="39"/>
                  </a:ln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txBody>
            <a:bodyPr/>
            <a:lstStyle/>
            <a:p>
              <a:pPr defTabSz="914400">
                <a:defRPr/>
              </a:pPr>
              <a:endParaRPr lang="ko-KR" altLang="en-US" kern="0">
                <a:solidFill>
                  <a:srgbClr val="000000"/>
                </a:solidFill>
                <a:latin typeface="+mn-ea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7C5A18D8-B1FA-B11D-0BDA-609B284DD837}"/>
              </a:ext>
            </a:extLst>
          </p:cNvPr>
          <p:cNvSpPr txBox="1"/>
          <p:nvPr/>
        </p:nvSpPr>
        <p:spPr>
          <a:xfrm>
            <a:off x="1667082" y="503378"/>
            <a:ext cx="115249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defTabSz="987095"/>
            <a:r>
              <a:rPr lang="en-US" altLang="ko-KR" sz="800" spc="-54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Ⅴ  </a:t>
            </a:r>
            <a:r>
              <a:rPr lang="ko-KR" altLang="en-US" sz="800" spc="-54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프로젝트 지원  </a:t>
            </a:r>
            <a:r>
              <a:rPr lang="en-US" altLang="ko-KR" sz="800" spc="-54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&gt;  1. </a:t>
            </a:r>
            <a:r>
              <a:rPr lang="ko-KR" altLang="en-US" sz="800" spc="-54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기밀보안</a:t>
            </a:r>
          </a:p>
        </p:txBody>
      </p:sp>
    </p:spTree>
    <p:extLst>
      <p:ext uri="{BB962C8B-B14F-4D97-AF65-F5344CB8AC3E}">
        <p14:creationId xmlns:p14="http://schemas.microsoft.com/office/powerpoint/2010/main" val="169739739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직사각형 18">
            <a:extLst>
              <a:ext uri="{FF2B5EF4-FFF2-40B4-BE49-F238E27FC236}">
                <a16:creationId xmlns:a16="http://schemas.microsoft.com/office/drawing/2014/main" id="{BC93AAC0-1819-A78B-8BED-AB03D9AC5016}"/>
              </a:ext>
            </a:extLst>
          </p:cNvPr>
          <p:cNvSpPr/>
          <p:nvPr/>
        </p:nvSpPr>
        <p:spPr>
          <a:xfrm>
            <a:off x="0" y="0"/>
            <a:ext cx="6858000" cy="9906000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none" rtlCol="0" anchor="ctr">
            <a:spAutoFit/>
          </a:bodyPr>
          <a:lstStyle/>
          <a:p>
            <a:pPr algn="ctr"/>
            <a:endParaRPr lang="ko-KR" altLang="en-US" sz="1000">
              <a:latin typeface="+mn-ea"/>
            </a:endParaRPr>
          </a:p>
        </p:txBody>
      </p:sp>
      <p:sp>
        <p:nvSpPr>
          <p:cNvPr id="90" name="제목 89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</p:spPr>
        <p:txBody>
          <a:bodyPr wrap="none" lIns="108000" tIns="0" rIns="0" bIns="0" anchor="ctr">
            <a:spAutoFit/>
          </a:bodyPr>
          <a:lstStyle/>
          <a:p>
            <a:pPr algn="r"/>
            <a:r>
              <a:rPr lang="ko-KR" altLang="en-US" sz="1400" dirty="0"/>
              <a:t>맺음 </a:t>
            </a:r>
            <a:r>
              <a:rPr lang="en-US" altLang="ko-KR" sz="1400" dirty="0"/>
              <a:t>image 01 =====</a:t>
            </a:r>
            <a:endParaRPr lang="ko-KR" altLang="en-US" sz="1400" dirty="0">
              <a:latin typeface="+mj-lt"/>
              <a:cs typeface="+mj-cs"/>
            </a:endParaRPr>
          </a:p>
        </p:txBody>
      </p:sp>
      <p:sp>
        <p:nvSpPr>
          <p:cNvPr id="129" name="Shape">
            <a:extLst>
              <a:ext uri="{FF2B5EF4-FFF2-40B4-BE49-F238E27FC236}">
                <a16:creationId xmlns:a16="http://schemas.microsoft.com/office/drawing/2014/main" id="{D6FC5F4A-BBFE-4637-A25D-AA65C1A261C5}"/>
              </a:ext>
            </a:extLst>
          </p:cNvPr>
          <p:cNvSpPr/>
          <p:nvPr/>
        </p:nvSpPr>
        <p:spPr>
          <a:xfrm>
            <a:off x="2494842" y="1073703"/>
            <a:ext cx="1868316" cy="175506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89" h="21541" extrusionOk="0">
                <a:moveTo>
                  <a:pt x="568" y="0"/>
                </a:moveTo>
                <a:cubicBezTo>
                  <a:pt x="423" y="0"/>
                  <a:pt x="278" y="59"/>
                  <a:pt x="167" y="178"/>
                </a:cubicBezTo>
                <a:cubicBezTo>
                  <a:pt x="-55" y="415"/>
                  <a:pt x="-55" y="799"/>
                  <a:pt x="167" y="1036"/>
                </a:cubicBezTo>
                <a:cubicBezTo>
                  <a:pt x="389" y="1272"/>
                  <a:pt x="749" y="1272"/>
                  <a:pt x="971" y="1036"/>
                </a:cubicBezTo>
                <a:cubicBezTo>
                  <a:pt x="1193" y="799"/>
                  <a:pt x="1193" y="415"/>
                  <a:pt x="971" y="178"/>
                </a:cubicBezTo>
                <a:cubicBezTo>
                  <a:pt x="860" y="59"/>
                  <a:pt x="714" y="0"/>
                  <a:pt x="568" y="0"/>
                </a:cubicBezTo>
                <a:close/>
                <a:moveTo>
                  <a:pt x="2830" y="0"/>
                </a:moveTo>
                <a:cubicBezTo>
                  <a:pt x="2685" y="0"/>
                  <a:pt x="2539" y="59"/>
                  <a:pt x="2428" y="178"/>
                </a:cubicBezTo>
                <a:cubicBezTo>
                  <a:pt x="2207" y="415"/>
                  <a:pt x="2207" y="799"/>
                  <a:pt x="2428" y="1036"/>
                </a:cubicBezTo>
                <a:cubicBezTo>
                  <a:pt x="2650" y="1272"/>
                  <a:pt x="3011" y="1272"/>
                  <a:pt x="3232" y="1036"/>
                </a:cubicBezTo>
                <a:cubicBezTo>
                  <a:pt x="3454" y="799"/>
                  <a:pt x="3454" y="415"/>
                  <a:pt x="3232" y="178"/>
                </a:cubicBezTo>
                <a:cubicBezTo>
                  <a:pt x="3121" y="59"/>
                  <a:pt x="2975" y="0"/>
                  <a:pt x="2830" y="0"/>
                </a:cubicBezTo>
                <a:close/>
                <a:moveTo>
                  <a:pt x="5092" y="0"/>
                </a:moveTo>
                <a:cubicBezTo>
                  <a:pt x="4946" y="0"/>
                  <a:pt x="4801" y="59"/>
                  <a:pt x="4690" y="178"/>
                </a:cubicBezTo>
                <a:cubicBezTo>
                  <a:pt x="4468" y="415"/>
                  <a:pt x="4468" y="799"/>
                  <a:pt x="4690" y="1036"/>
                </a:cubicBezTo>
                <a:cubicBezTo>
                  <a:pt x="4912" y="1272"/>
                  <a:pt x="5271" y="1272"/>
                  <a:pt x="5493" y="1036"/>
                </a:cubicBezTo>
                <a:cubicBezTo>
                  <a:pt x="5715" y="799"/>
                  <a:pt x="5715" y="415"/>
                  <a:pt x="5493" y="178"/>
                </a:cubicBezTo>
                <a:cubicBezTo>
                  <a:pt x="5382" y="59"/>
                  <a:pt x="5237" y="0"/>
                  <a:pt x="5092" y="0"/>
                </a:cubicBezTo>
                <a:close/>
                <a:moveTo>
                  <a:pt x="7353" y="0"/>
                </a:moveTo>
                <a:cubicBezTo>
                  <a:pt x="7208" y="0"/>
                  <a:pt x="7063" y="59"/>
                  <a:pt x="6952" y="178"/>
                </a:cubicBezTo>
                <a:cubicBezTo>
                  <a:pt x="6730" y="415"/>
                  <a:pt x="6730" y="799"/>
                  <a:pt x="6952" y="1036"/>
                </a:cubicBezTo>
                <a:cubicBezTo>
                  <a:pt x="7173" y="1272"/>
                  <a:pt x="7533" y="1272"/>
                  <a:pt x="7755" y="1036"/>
                </a:cubicBezTo>
                <a:cubicBezTo>
                  <a:pt x="7976" y="799"/>
                  <a:pt x="7976" y="415"/>
                  <a:pt x="7755" y="178"/>
                </a:cubicBezTo>
                <a:cubicBezTo>
                  <a:pt x="7644" y="59"/>
                  <a:pt x="7498" y="0"/>
                  <a:pt x="7353" y="0"/>
                </a:cubicBezTo>
                <a:close/>
                <a:moveTo>
                  <a:pt x="9615" y="0"/>
                </a:moveTo>
                <a:cubicBezTo>
                  <a:pt x="9469" y="0"/>
                  <a:pt x="9324" y="59"/>
                  <a:pt x="9213" y="178"/>
                </a:cubicBezTo>
                <a:cubicBezTo>
                  <a:pt x="8991" y="415"/>
                  <a:pt x="8991" y="799"/>
                  <a:pt x="9213" y="1036"/>
                </a:cubicBezTo>
                <a:cubicBezTo>
                  <a:pt x="9435" y="1272"/>
                  <a:pt x="9794" y="1272"/>
                  <a:pt x="10016" y="1036"/>
                </a:cubicBezTo>
                <a:cubicBezTo>
                  <a:pt x="10238" y="799"/>
                  <a:pt x="10238" y="415"/>
                  <a:pt x="10016" y="178"/>
                </a:cubicBezTo>
                <a:cubicBezTo>
                  <a:pt x="9905" y="59"/>
                  <a:pt x="9760" y="0"/>
                  <a:pt x="9615" y="0"/>
                </a:cubicBezTo>
                <a:close/>
                <a:moveTo>
                  <a:pt x="11876" y="0"/>
                </a:moveTo>
                <a:cubicBezTo>
                  <a:pt x="11731" y="0"/>
                  <a:pt x="11585" y="59"/>
                  <a:pt x="11474" y="178"/>
                </a:cubicBezTo>
                <a:cubicBezTo>
                  <a:pt x="11252" y="415"/>
                  <a:pt x="11252" y="799"/>
                  <a:pt x="11474" y="1036"/>
                </a:cubicBezTo>
                <a:cubicBezTo>
                  <a:pt x="11696" y="1272"/>
                  <a:pt x="12056" y="1272"/>
                  <a:pt x="12278" y="1036"/>
                </a:cubicBezTo>
                <a:cubicBezTo>
                  <a:pt x="12500" y="799"/>
                  <a:pt x="12500" y="415"/>
                  <a:pt x="12278" y="178"/>
                </a:cubicBezTo>
                <a:cubicBezTo>
                  <a:pt x="12167" y="59"/>
                  <a:pt x="12022" y="0"/>
                  <a:pt x="11876" y="0"/>
                </a:cubicBezTo>
                <a:close/>
                <a:moveTo>
                  <a:pt x="14138" y="0"/>
                </a:moveTo>
                <a:cubicBezTo>
                  <a:pt x="13992" y="0"/>
                  <a:pt x="13846" y="59"/>
                  <a:pt x="13735" y="178"/>
                </a:cubicBezTo>
                <a:cubicBezTo>
                  <a:pt x="13514" y="415"/>
                  <a:pt x="13514" y="799"/>
                  <a:pt x="13735" y="1036"/>
                </a:cubicBezTo>
                <a:cubicBezTo>
                  <a:pt x="13957" y="1272"/>
                  <a:pt x="14317" y="1272"/>
                  <a:pt x="14539" y="1036"/>
                </a:cubicBezTo>
                <a:cubicBezTo>
                  <a:pt x="14761" y="799"/>
                  <a:pt x="14761" y="415"/>
                  <a:pt x="14539" y="178"/>
                </a:cubicBezTo>
                <a:cubicBezTo>
                  <a:pt x="14428" y="59"/>
                  <a:pt x="14283" y="0"/>
                  <a:pt x="14138" y="0"/>
                </a:cubicBezTo>
                <a:close/>
                <a:moveTo>
                  <a:pt x="16398" y="0"/>
                </a:moveTo>
                <a:cubicBezTo>
                  <a:pt x="16253" y="0"/>
                  <a:pt x="16108" y="59"/>
                  <a:pt x="15997" y="178"/>
                </a:cubicBezTo>
                <a:cubicBezTo>
                  <a:pt x="15775" y="415"/>
                  <a:pt x="15775" y="799"/>
                  <a:pt x="15997" y="1036"/>
                </a:cubicBezTo>
                <a:cubicBezTo>
                  <a:pt x="16219" y="1272"/>
                  <a:pt x="16579" y="1272"/>
                  <a:pt x="16801" y="1036"/>
                </a:cubicBezTo>
                <a:cubicBezTo>
                  <a:pt x="17023" y="799"/>
                  <a:pt x="17023" y="415"/>
                  <a:pt x="16801" y="178"/>
                </a:cubicBezTo>
                <a:cubicBezTo>
                  <a:pt x="16690" y="59"/>
                  <a:pt x="16544" y="0"/>
                  <a:pt x="16398" y="0"/>
                </a:cubicBezTo>
                <a:close/>
                <a:moveTo>
                  <a:pt x="18660" y="0"/>
                </a:moveTo>
                <a:cubicBezTo>
                  <a:pt x="18515" y="0"/>
                  <a:pt x="18369" y="59"/>
                  <a:pt x="18259" y="178"/>
                </a:cubicBezTo>
                <a:cubicBezTo>
                  <a:pt x="18037" y="415"/>
                  <a:pt x="18037" y="799"/>
                  <a:pt x="18259" y="1036"/>
                </a:cubicBezTo>
                <a:cubicBezTo>
                  <a:pt x="18480" y="1272"/>
                  <a:pt x="18840" y="1272"/>
                  <a:pt x="19062" y="1036"/>
                </a:cubicBezTo>
                <a:cubicBezTo>
                  <a:pt x="19283" y="799"/>
                  <a:pt x="19283" y="415"/>
                  <a:pt x="19062" y="178"/>
                </a:cubicBezTo>
                <a:cubicBezTo>
                  <a:pt x="18951" y="59"/>
                  <a:pt x="18805" y="0"/>
                  <a:pt x="18660" y="0"/>
                </a:cubicBezTo>
                <a:close/>
                <a:moveTo>
                  <a:pt x="20922" y="0"/>
                </a:moveTo>
                <a:cubicBezTo>
                  <a:pt x="20776" y="0"/>
                  <a:pt x="20631" y="59"/>
                  <a:pt x="20520" y="178"/>
                </a:cubicBezTo>
                <a:cubicBezTo>
                  <a:pt x="20298" y="415"/>
                  <a:pt x="20298" y="799"/>
                  <a:pt x="20520" y="1036"/>
                </a:cubicBezTo>
                <a:cubicBezTo>
                  <a:pt x="20742" y="1272"/>
                  <a:pt x="21101" y="1272"/>
                  <a:pt x="21323" y="1036"/>
                </a:cubicBezTo>
                <a:cubicBezTo>
                  <a:pt x="21545" y="799"/>
                  <a:pt x="21545" y="415"/>
                  <a:pt x="21323" y="178"/>
                </a:cubicBezTo>
                <a:cubicBezTo>
                  <a:pt x="21212" y="59"/>
                  <a:pt x="21067" y="0"/>
                  <a:pt x="20922" y="0"/>
                </a:cubicBezTo>
                <a:close/>
                <a:moveTo>
                  <a:pt x="568" y="2259"/>
                </a:moveTo>
                <a:cubicBezTo>
                  <a:pt x="423" y="2259"/>
                  <a:pt x="278" y="2318"/>
                  <a:pt x="167" y="2437"/>
                </a:cubicBezTo>
                <a:cubicBezTo>
                  <a:pt x="-55" y="2673"/>
                  <a:pt x="-55" y="3058"/>
                  <a:pt x="167" y="3295"/>
                </a:cubicBezTo>
                <a:cubicBezTo>
                  <a:pt x="389" y="3531"/>
                  <a:pt x="749" y="3531"/>
                  <a:pt x="971" y="3295"/>
                </a:cubicBezTo>
                <a:cubicBezTo>
                  <a:pt x="1193" y="3058"/>
                  <a:pt x="1193" y="2673"/>
                  <a:pt x="971" y="2437"/>
                </a:cubicBezTo>
                <a:cubicBezTo>
                  <a:pt x="860" y="2318"/>
                  <a:pt x="714" y="2259"/>
                  <a:pt x="568" y="2259"/>
                </a:cubicBezTo>
                <a:close/>
                <a:moveTo>
                  <a:pt x="2830" y="2259"/>
                </a:moveTo>
                <a:cubicBezTo>
                  <a:pt x="2685" y="2259"/>
                  <a:pt x="2539" y="2318"/>
                  <a:pt x="2428" y="2437"/>
                </a:cubicBezTo>
                <a:cubicBezTo>
                  <a:pt x="2207" y="2673"/>
                  <a:pt x="2207" y="3058"/>
                  <a:pt x="2428" y="3295"/>
                </a:cubicBezTo>
                <a:cubicBezTo>
                  <a:pt x="2650" y="3531"/>
                  <a:pt x="3011" y="3531"/>
                  <a:pt x="3232" y="3295"/>
                </a:cubicBezTo>
                <a:cubicBezTo>
                  <a:pt x="3454" y="3058"/>
                  <a:pt x="3454" y="2673"/>
                  <a:pt x="3232" y="2437"/>
                </a:cubicBezTo>
                <a:cubicBezTo>
                  <a:pt x="3121" y="2318"/>
                  <a:pt x="2975" y="2259"/>
                  <a:pt x="2830" y="2259"/>
                </a:cubicBezTo>
                <a:close/>
                <a:moveTo>
                  <a:pt x="5092" y="2259"/>
                </a:moveTo>
                <a:cubicBezTo>
                  <a:pt x="4946" y="2259"/>
                  <a:pt x="4801" y="2318"/>
                  <a:pt x="4690" y="2437"/>
                </a:cubicBezTo>
                <a:cubicBezTo>
                  <a:pt x="4468" y="2673"/>
                  <a:pt x="4468" y="3058"/>
                  <a:pt x="4690" y="3295"/>
                </a:cubicBezTo>
                <a:cubicBezTo>
                  <a:pt x="4912" y="3531"/>
                  <a:pt x="5271" y="3531"/>
                  <a:pt x="5493" y="3295"/>
                </a:cubicBezTo>
                <a:cubicBezTo>
                  <a:pt x="5715" y="3058"/>
                  <a:pt x="5715" y="2673"/>
                  <a:pt x="5493" y="2437"/>
                </a:cubicBezTo>
                <a:cubicBezTo>
                  <a:pt x="5382" y="2318"/>
                  <a:pt x="5237" y="2259"/>
                  <a:pt x="5092" y="2259"/>
                </a:cubicBezTo>
                <a:close/>
                <a:moveTo>
                  <a:pt x="7353" y="2259"/>
                </a:moveTo>
                <a:cubicBezTo>
                  <a:pt x="7208" y="2259"/>
                  <a:pt x="7063" y="2318"/>
                  <a:pt x="6952" y="2437"/>
                </a:cubicBezTo>
                <a:cubicBezTo>
                  <a:pt x="6730" y="2673"/>
                  <a:pt x="6730" y="3058"/>
                  <a:pt x="6952" y="3295"/>
                </a:cubicBezTo>
                <a:cubicBezTo>
                  <a:pt x="7173" y="3531"/>
                  <a:pt x="7533" y="3531"/>
                  <a:pt x="7755" y="3295"/>
                </a:cubicBezTo>
                <a:cubicBezTo>
                  <a:pt x="7976" y="3058"/>
                  <a:pt x="7976" y="2673"/>
                  <a:pt x="7755" y="2437"/>
                </a:cubicBezTo>
                <a:cubicBezTo>
                  <a:pt x="7644" y="2318"/>
                  <a:pt x="7498" y="2259"/>
                  <a:pt x="7353" y="2259"/>
                </a:cubicBezTo>
                <a:close/>
                <a:moveTo>
                  <a:pt x="9615" y="2259"/>
                </a:moveTo>
                <a:cubicBezTo>
                  <a:pt x="9469" y="2259"/>
                  <a:pt x="9324" y="2318"/>
                  <a:pt x="9213" y="2437"/>
                </a:cubicBezTo>
                <a:cubicBezTo>
                  <a:pt x="8991" y="2673"/>
                  <a:pt x="8991" y="3058"/>
                  <a:pt x="9213" y="3295"/>
                </a:cubicBezTo>
                <a:cubicBezTo>
                  <a:pt x="9435" y="3531"/>
                  <a:pt x="9794" y="3531"/>
                  <a:pt x="10016" y="3295"/>
                </a:cubicBezTo>
                <a:cubicBezTo>
                  <a:pt x="10238" y="3058"/>
                  <a:pt x="10238" y="2673"/>
                  <a:pt x="10016" y="2437"/>
                </a:cubicBezTo>
                <a:cubicBezTo>
                  <a:pt x="9905" y="2318"/>
                  <a:pt x="9760" y="2259"/>
                  <a:pt x="9615" y="2259"/>
                </a:cubicBezTo>
                <a:close/>
                <a:moveTo>
                  <a:pt x="11876" y="2259"/>
                </a:moveTo>
                <a:cubicBezTo>
                  <a:pt x="11731" y="2259"/>
                  <a:pt x="11585" y="2318"/>
                  <a:pt x="11474" y="2437"/>
                </a:cubicBezTo>
                <a:cubicBezTo>
                  <a:pt x="11252" y="2673"/>
                  <a:pt x="11252" y="3058"/>
                  <a:pt x="11474" y="3295"/>
                </a:cubicBezTo>
                <a:cubicBezTo>
                  <a:pt x="11696" y="3531"/>
                  <a:pt x="12056" y="3531"/>
                  <a:pt x="12278" y="3295"/>
                </a:cubicBezTo>
                <a:cubicBezTo>
                  <a:pt x="12500" y="3058"/>
                  <a:pt x="12500" y="2673"/>
                  <a:pt x="12278" y="2437"/>
                </a:cubicBezTo>
                <a:cubicBezTo>
                  <a:pt x="12167" y="2318"/>
                  <a:pt x="12022" y="2259"/>
                  <a:pt x="11876" y="2259"/>
                </a:cubicBezTo>
                <a:close/>
                <a:moveTo>
                  <a:pt x="14138" y="2259"/>
                </a:moveTo>
                <a:cubicBezTo>
                  <a:pt x="13992" y="2259"/>
                  <a:pt x="13846" y="2318"/>
                  <a:pt x="13735" y="2437"/>
                </a:cubicBezTo>
                <a:cubicBezTo>
                  <a:pt x="13514" y="2673"/>
                  <a:pt x="13514" y="3058"/>
                  <a:pt x="13735" y="3295"/>
                </a:cubicBezTo>
                <a:cubicBezTo>
                  <a:pt x="13957" y="3531"/>
                  <a:pt x="14317" y="3531"/>
                  <a:pt x="14539" y="3295"/>
                </a:cubicBezTo>
                <a:cubicBezTo>
                  <a:pt x="14761" y="3058"/>
                  <a:pt x="14761" y="2673"/>
                  <a:pt x="14539" y="2437"/>
                </a:cubicBezTo>
                <a:cubicBezTo>
                  <a:pt x="14428" y="2318"/>
                  <a:pt x="14283" y="2259"/>
                  <a:pt x="14138" y="2259"/>
                </a:cubicBezTo>
                <a:close/>
                <a:moveTo>
                  <a:pt x="16398" y="2259"/>
                </a:moveTo>
                <a:cubicBezTo>
                  <a:pt x="16253" y="2259"/>
                  <a:pt x="16108" y="2318"/>
                  <a:pt x="15997" y="2437"/>
                </a:cubicBezTo>
                <a:cubicBezTo>
                  <a:pt x="15775" y="2673"/>
                  <a:pt x="15775" y="3058"/>
                  <a:pt x="15997" y="3295"/>
                </a:cubicBezTo>
                <a:cubicBezTo>
                  <a:pt x="16219" y="3531"/>
                  <a:pt x="16579" y="3531"/>
                  <a:pt x="16801" y="3295"/>
                </a:cubicBezTo>
                <a:cubicBezTo>
                  <a:pt x="17023" y="3058"/>
                  <a:pt x="17023" y="2673"/>
                  <a:pt x="16801" y="2437"/>
                </a:cubicBezTo>
                <a:cubicBezTo>
                  <a:pt x="16690" y="2318"/>
                  <a:pt x="16544" y="2259"/>
                  <a:pt x="16398" y="2259"/>
                </a:cubicBezTo>
                <a:close/>
                <a:moveTo>
                  <a:pt x="18660" y="2259"/>
                </a:moveTo>
                <a:cubicBezTo>
                  <a:pt x="18515" y="2259"/>
                  <a:pt x="18369" y="2318"/>
                  <a:pt x="18259" y="2437"/>
                </a:cubicBezTo>
                <a:cubicBezTo>
                  <a:pt x="18037" y="2673"/>
                  <a:pt x="18037" y="3058"/>
                  <a:pt x="18259" y="3295"/>
                </a:cubicBezTo>
                <a:cubicBezTo>
                  <a:pt x="18480" y="3531"/>
                  <a:pt x="18840" y="3531"/>
                  <a:pt x="19062" y="3295"/>
                </a:cubicBezTo>
                <a:cubicBezTo>
                  <a:pt x="19283" y="3058"/>
                  <a:pt x="19283" y="2673"/>
                  <a:pt x="19062" y="2437"/>
                </a:cubicBezTo>
                <a:cubicBezTo>
                  <a:pt x="18951" y="2318"/>
                  <a:pt x="18805" y="2259"/>
                  <a:pt x="18660" y="2259"/>
                </a:cubicBezTo>
                <a:close/>
                <a:moveTo>
                  <a:pt x="20922" y="2259"/>
                </a:moveTo>
                <a:cubicBezTo>
                  <a:pt x="20776" y="2259"/>
                  <a:pt x="20631" y="2318"/>
                  <a:pt x="20520" y="2437"/>
                </a:cubicBezTo>
                <a:cubicBezTo>
                  <a:pt x="20298" y="2673"/>
                  <a:pt x="20298" y="3058"/>
                  <a:pt x="20520" y="3295"/>
                </a:cubicBezTo>
                <a:cubicBezTo>
                  <a:pt x="20742" y="3531"/>
                  <a:pt x="21101" y="3531"/>
                  <a:pt x="21323" y="3295"/>
                </a:cubicBezTo>
                <a:cubicBezTo>
                  <a:pt x="21545" y="3058"/>
                  <a:pt x="21545" y="2673"/>
                  <a:pt x="21323" y="2437"/>
                </a:cubicBezTo>
                <a:cubicBezTo>
                  <a:pt x="21212" y="2318"/>
                  <a:pt x="21067" y="2259"/>
                  <a:pt x="20922" y="2259"/>
                </a:cubicBezTo>
                <a:close/>
                <a:moveTo>
                  <a:pt x="568" y="4517"/>
                </a:moveTo>
                <a:cubicBezTo>
                  <a:pt x="423" y="4517"/>
                  <a:pt x="278" y="4576"/>
                  <a:pt x="167" y="4694"/>
                </a:cubicBezTo>
                <a:cubicBezTo>
                  <a:pt x="-55" y="4931"/>
                  <a:pt x="-55" y="5316"/>
                  <a:pt x="167" y="5552"/>
                </a:cubicBezTo>
                <a:cubicBezTo>
                  <a:pt x="389" y="5789"/>
                  <a:pt x="749" y="5789"/>
                  <a:pt x="971" y="5552"/>
                </a:cubicBezTo>
                <a:cubicBezTo>
                  <a:pt x="1193" y="5316"/>
                  <a:pt x="1193" y="4931"/>
                  <a:pt x="971" y="4694"/>
                </a:cubicBezTo>
                <a:cubicBezTo>
                  <a:pt x="860" y="4576"/>
                  <a:pt x="714" y="4517"/>
                  <a:pt x="568" y="4517"/>
                </a:cubicBezTo>
                <a:close/>
                <a:moveTo>
                  <a:pt x="2830" y="4517"/>
                </a:moveTo>
                <a:cubicBezTo>
                  <a:pt x="2685" y="4517"/>
                  <a:pt x="2539" y="4576"/>
                  <a:pt x="2428" y="4694"/>
                </a:cubicBezTo>
                <a:cubicBezTo>
                  <a:pt x="2207" y="4931"/>
                  <a:pt x="2207" y="5316"/>
                  <a:pt x="2428" y="5552"/>
                </a:cubicBezTo>
                <a:cubicBezTo>
                  <a:pt x="2650" y="5789"/>
                  <a:pt x="3011" y="5789"/>
                  <a:pt x="3232" y="5552"/>
                </a:cubicBezTo>
                <a:cubicBezTo>
                  <a:pt x="3454" y="5316"/>
                  <a:pt x="3454" y="4931"/>
                  <a:pt x="3232" y="4694"/>
                </a:cubicBezTo>
                <a:cubicBezTo>
                  <a:pt x="3121" y="4576"/>
                  <a:pt x="2975" y="4517"/>
                  <a:pt x="2830" y="4517"/>
                </a:cubicBezTo>
                <a:close/>
                <a:moveTo>
                  <a:pt x="5092" y="4517"/>
                </a:moveTo>
                <a:cubicBezTo>
                  <a:pt x="4946" y="4517"/>
                  <a:pt x="4801" y="4576"/>
                  <a:pt x="4690" y="4694"/>
                </a:cubicBezTo>
                <a:cubicBezTo>
                  <a:pt x="4468" y="4931"/>
                  <a:pt x="4468" y="5316"/>
                  <a:pt x="4690" y="5552"/>
                </a:cubicBezTo>
                <a:cubicBezTo>
                  <a:pt x="4912" y="5789"/>
                  <a:pt x="5271" y="5789"/>
                  <a:pt x="5493" y="5552"/>
                </a:cubicBezTo>
                <a:cubicBezTo>
                  <a:pt x="5715" y="5316"/>
                  <a:pt x="5715" y="4931"/>
                  <a:pt x="5493" y="4694"/>
                </a:cubicBezTo>
                <a:cubicBezTo>
                  <a:pt x="5382" y="4576"/>
                  <a:pt x="5237" y="4517"/>
                  <a:pt x="5092" y="4517"/>
                </a:cubicBezTo>
                <a:close/>
                <a:moveTo>
                  <a:pt x="7353" y="4517"/>
                </a:moveTo>
                <a:cubicBezTo>
                  <a:pt x="7208" y="4517"/>
                  <a:pt x="7063" y="4576"/>
                  <a:pt x="6952" y="4694"/>
                </a:cubicBezTo>
                <a:cubicBezTo>
                  <a:pt x="6730" y="4931"/>
                  <a:pt x="6730" y="5316"/>
                  <a:pt x="6952" y="5552"/>
                </a:cubicBezTo>
                <a:cubicBezTo>
                  <a:pt x="7173" y="5789"/>
                  <a:pt x="7533" y="5789"/>
                  <a:pt x="7755" y="5552"/>
                </a:cubicBezTo>
                <a:cubicBezTo>
                  <a:pt x="7976" y="5316"/>
                  <a:pt x="7976" y="4931"/>
                  <a:pt x="7755" y="4694"/>
                </a:cubicBezTo>
                <a:cubicBezTo>
                  <a:pt x="7644" y="4576"/>
                  <a:pt x="7498" y="4517"/>
                  <a:pt x="7353" y="4517"/>
                </a:cubicBezTo>
                <a:close/>
                <a:moveTo>
                  <a:pt x="9615" y="4517"/>
                </a:moveTo>
                <a:cubicBezTo>
                  <a:pt x="9469" y="4517"/>
                  <a:pt x="9324" y="4576"/>
                  <a:pt x="9213" y="4694"/>
                </a:cubicBezTo>
                <a:cubicBezTo>
                  <a:pt x="8991" y="4931"/>
                  <a:pt x="8991" y="5316"/>
                  <a:pt x="9213" y="5552"/>
                </a:cubicBezTo>
                <a:cubicBezTo>
                  <a:pt x="9435" y="5789"/>
                  <a:pt x="9794" y="5789"/>
                  <a:pt x="10016" y="5552"/>
                </a:cubicBezTo>
                <a:cubicBezTo>
                  <a:pt x="10238" y="5316"/>
                  <a:pt x="10238" y="4931"/>
                  <a:pt x="10016" y="4694"/>
                </a:cubicBezTo>
                <a:cubicBezTo>
                  <a:pt x="9905" y="4576"/>
                  <a:pt x="9760" y="4517"/>
                  <a:pt x="9615" y="4517"/>
                </a:cubicBezTo>
                <a:close/>
                <a:moveTo>
                  <a:pt x="11876" y="4517"/>
                </a:moveTo>
                <a:cubicBezTo>
                  <a:pt x="11731" y="4517"/>
                  <a:pt x="11585" y="4576"/>
                  <a:pt x="11474" y="4694"/>
                </a:cubicBezTo>
                <a:cubicBezTo>
                  <a:pt x="11252" y="4931"/>
                  <a:pt x="11252" y="5316"/>
                  <a:pt x="11474" y="5552"/>
                </a:cubicBezTo>
                <a:cubicBezTo>
                  <a:pt x="11696" y="5789"/>
                  <a:pt x="12056" y="5789"/>
                  <a:pt x="12278" y="5552"/>
                </a:cubicBezTo>
                <a:cubicBezTo>
                  <a:pt x="12500" y="5316"/>
                  <a:pt x="12500" y="4931"/>
                  <a:pt x="12278" y="4694"/>
                </a:cubicBezTo>
                <a:cubicBezTo>
                  <a:pt x="12167" y="4576"/>
                  <a:pt x="12022" y="4517"/>
                  <a:pt x="11876" y="4517"/>
                </a:cubicBezTo>
                <a:close/>
                <a:moveTo>
                  <a:pt x="14138" y="4517"/>
                </a:moveTo>
                <a:cubicBezTo>
                  <a:pt x="13992" y="4517"/>
                  <a:pt x="13846" y="4576"/>
                  <a:pt x="13735" y="4694"/>
                </a:cubicBezTo>
                <a:cubicBezTo>
                  <a:pt x="13514" y="4931"/>
                  <a:pt x="13514" y="5316"/>
                  <a:pt x="13735" y="5552"/>
                </a:cubicBezTo>
                <a:cubicBezTo>
                  <a:pt x="13957" y="5789"/>
                  <a:pt x="14317" y="5789"/>
                  <a:pt x="14539" y="5552"/>
                </a:cubicBezTo>
                <a:cubicBezTo>
                  <a:pt x="14761" y="5316"/>
                  <a:pt x="14761" y="4931"/>
                  <a:pt x="14539" y="4694"/>
                </a:cubicBezTo>
                <a:cubicBezTo>
                  <a:pt x="14428" y="4576"/>
                  <a:pt x="14283" y="4517"/>
                  <a:pt x="14138" y="4517"/>
                </a:cubicBezTo>
                <a:close/>
                <a:moveTo>
                  <a:pt x="16398" y="4517"/>
                </a:moveTo>
                <a:cubicBezTo>
                  <a:pt x="16253" y="4517"/>
                  <a:pt x="16108" y="4576"/>
                  <a:pt x="15997" y="4694"/>
                </a:cubicBezTo>
                <a:cubicBezTo>
                  <a:pt x="15775" y="4931"/>
                  <a:pt x="15775" y="5316"/>
                  <a:pt x="15997" y="5552"/>
                </a:cubicBezTo>
                <a:cubicBezTo>
                  <a:pt x="16219" y="5789"/>
                  <a:pt x="16579" y="5789"/>
                  <a:pt x="16801" y="5552"/>
                </a:cubicBezTo>
                <a:cubicBezTo>
                  <a:pt x="17023" y="5316"/>
                  <a:pt x="17023" y="4931"/>
                  <a:pt x="16801" y="4694"/>
                </a:cubicBezTo>
                <a:cubicBezTo>
                  <a:pt x="16690" y="4576"/>
                  <a:pt x="16544" y="4517"/>
                  <a:pt x="16398" y="4517"/>
                </a:cubicBezTo>
                <a:close/>
                <a:moveTo>
                  <a:pt x="18660" y="4517"/>
                </a:moveTo>
                <a:cubicBezTo>
                  <a:pt x="18515" y="4517"/>
                  <a:pt x="18369" y="4576"/>
                  <a:pt x="18259" y="4694"/>
                </a:cubicBezTo>
                <a:cubicBezTo>
                  <a:pt x="18037" y="4931"/>
                  <a:pt x="18037" y="5316"/>
                  <a:pt x="18259" y="5552"/>
                </a:cubicBezTo>
                <a:cubicBezTo>
                  <a:pt x="18480" y="5789"/>
                  <a:pt x="18840" y="5789"/>
                  <a:pt x="19062" y="5552"/>
                </a:cubicBezTo>
                <a:cubicBezTo>
                  <a:pt x="19283" y="5316"/>
                  <a:pt x="19283" y="4931"/>
                  <a:pt x="19062" y="4694"/>
                </a:cubicBezTo>
                <a:cubicBezTo>
                  <a:pt x="18951" y="4576"/>
                  <a:pt x="18805" y="4517"/>
                  <a:pt x="18660" y="4517"/>
                </a:cubicBezTo>
                <a:close/>
                <a:moveTo>
                  <a:pt x="20922" y="4517"/>
                </a:moveTo>
                <a:cubicBezTo>
                  <a:pt x="20776" y="4517"/>
                  <a:pt x="20631" y="4576"/>
                  <a:pt x="20520" y="4694"/>
                </a:cubicBezTo>
                <a:cubicBezTo>
                  <a:pt x="20298" y="4931"/>
                  <a:pt x="20298" y="5316"/>
                  <a:pt x="20520" y="5552"/>
                </a:cubicBezTo>
                <a:cubicBezTo>
                  <a:pt x="20742" y="5789"/>
                  <a:pt x="21101" y="5789"/>
                  <a:pt x="21323" y="5552"/>
                </a:cubicBezTo>
                <a:cubicBezTo>
                  <a:pt x="21545" y="5316"/>
                  <a:pt x="21545" y="4931"/>
                  <a:pt x="21323" y="4694"/>
                </a:cubicBezTo>
                <a:cubicBezTo>
                  <a:pt x="21212" y="4576"/>
                  <a:pt x="21067" y="4517"/>
                  <a:pt x="20922" y="4517"/>
                </a:cubicBezTo>
                <a:close/>
                <a:moveTo>
                  <a:pt x="568" y="6776"/>
                </a:moveTo>
                <a:cubicBezTo>
                  <a:pt x="423" y="6776"/>
                  <a:pt x="278" y="6835"/>
                  <a:pt x="167" y="6953"/>
                </a:cubicBezTo>
                <a:cubicBezTo>
                  <a:pt x="-55" y="7190"/>
                  <a:pt x="-55" y="7574"/>
                  <a:pt x="167" y="7811"/>
                </a:cubicBezTo>
                <a:cubicBezTo>
                  <a:pt x="389" y="8048"/>
                  <a:pt x="749" y="8048"/>
                  <a:pt x="971" y="7811"/>
                </a:cubicBezTo>
                <a:cubicBezTo>
                  <a:pt x="1193" y="7574"/>
                  <a:pt x="1193" y="7190"/>
                  <a:pt x="971" y="6953"/>
                </a:cubicBezTo>
                <a:cubicBezTo>
                  <a:pt x="860" y="6835"/>
                  <a:pt x="714" y="6776"/>
                  <a:pt x="568" y="6776"/>
                </a:cubicBezTo>
                <a:close/>
                <a:moveTo>
                  <a:pt x="2830" y="6776"/>
                </a:moveTo>
                <a:cubicBezTo>
                  <a:pt x="2685" y="6776"/>
                  <a:pt x="2539" y="6835"/>
                  <a:pt x="2428" y="6953"/>
                </a:cubicBezTo>
                <a:cubicBezTo>
                  <a:pt x="2207" y="7190"/>
                  <a:pt x="2207" y="7574"/>
                  <a:pt x="2428" y="7811"/>
                </a:cubicBezTo>
                <a:cubicBezTo>
                  <a:pt x="2650" y="8048"/>
                  <a:pt x="3011" y="8048"/>
                  <a:pt x="3232" y="7811"/>
                </a:cubicBezTo>
                <a:cubicBezTo>
                  <a:pt x="3454" y="7574"/>
                  <a:pt x="3454" y="7190"/>
                  <a:pt x="3232" y="6953"/>
                </a:cubicBezTo>
                <a:cubicBezTo>
                  <a:pt x="3121" y="6835"/>
                  <a:pt x="2975" y="6776"/>
                  <a:pt x="2830" y="6776"/>
                </a:cubicBezTo>
                <a:close/>
                <a:moveTo>
                  <a:pt x="5092" y="6776"/>
                </a:moveTo>
                <a:cubicBezTo>
                  <a:pt x="4946" y="6776"/>
                  <a:pt x="4801" y="6835"/>
                  <a:pt x="4690" y="6953"/>
                </a:cubicBezTo>
                <a:cubicBezTo>
                  <a:pt x="4468" y="7190"/>
                  <a:pt x="4468" y="7574"/>
                  <a:pt x="4690" y="7811"/>
                </a:cubicBezTo>
                <a:cubicBezTo>
                  <a:pt x="4912" y="8048"/>
                  <a:pt x="5271" y="8048"/>
                  <a:pt x="5493" y="7811"/>
                </a:cubicBezTo>
                <a:cubicBezTo>
                  <a:pt x="5715" y="7574"/>
                  <a:pt x="5715" y="7190"/>
                  <a:pt x="5493" y="6953"/>
                </a:cubicBezTo>
                <a:cubicBezTo>
                  <a:pt x="5382" y="6835"/>
                  <a:pt x="5237" y="6776"/>
                  <a:pt x="5092" y="6776"/>
                </a:cubicBezTo>
                <a:close/>
                <a:moveTo>
                  <a:pt x="7353" y="6776"/>
                </a:moveTo>
                <a:cubicBezTo>
                  <a:pt x="7208" y="6776"/>
                  <a:pt x="7063" y="6835"/>
                  <a:pt x="6952" y="6953"/>
                </a:cubicBezTo>
                <a:cubicBezTo>
                  <a:pt x="6730" y="7190"/>
                  <a:pt x="6730" y="7574"/>
                  <a:pt x="6952" y="7811"/>
                </a:cubicBezTo>
                <a:cubicBezTo>
                  <a:pt x="7173" y="8048"/>
                  <a:pt x="7533" y="8048"/>
                  <a:pt x="7755" y="7811"/>
                </a:cubicBezTo>
                <a:cubicBezTo>
                  <a:pt x="7976" y="7574"/>
                  <a:pt x="7976" y="7190"/>
                  <a:pt x="7755" y="6953"/>
                </a:cubicBezTo>
                <a:cubicBezTo>
                  <a:pt x="7644" y="6835"/>
                  <a:pt x="7498" y="6776"/>
                  <a:pt x="7353" y="6776"/>
                </a:cubicBezTo>
                <a:close/>
                <a:moveTo>
                  <a:pt x="9615" y="6776"/>
                </a:moveTo>
                <a:cubicBezTo>
                  <a:pt x="9469" y="6776"/>
                  <a:pt x="9324" y="6835"/>
                  <a:pt x="9213" y="6953"/>
                </a:cubicBezTo>
                <a:cubicBezTo>
                  <a:pt x="8991" y="7190"/>
                  <a:pt x="8991" y="7574"/>
                  <a:pt x="9213" y="7811"/>
                </a:cubicBezTo>
                <a:cubicBezTo>
                  <a:pt x="9435" y="8048"/>
                  <a:pt x="9794" y="8048"/>
                  <a:pt x="10016" y="7811"/>
                </a:cubicBezTo>
                <a:cubicBezTo>
                  <a:pt x="10238" y="7574"/>
                  <a:pt x="10238" y="7190"/>
                  <a:pt x="10016" y="6953"/>
                </a:cubicBezTo>
                <a:cubicBezTo>
                  <a:pt x="9905" y="6835"/>
                  <a:pt x="9760" y="6776"/>
                  <a:pt x="9615" y="6776"/>
                </a:cubicBezTo>
                <a:close/>
                <a:moveTo>
                  <a:pt x="11876" y="6776"/>
                </a:moveTo>
                <a:cubicBezTo>
                  <a:pt x="11731" y="6776"/>
                  <a:pt x="11585" y="6835"/>
                  <a:pt x="11474" y="6953"/>
                </a:cubicBezTo>
                <a:cubicBezTo>
                  <a:pt x="11252" y="7190"/>
                  <a:pt x="11252" y="7574"/>
                  <a:pt x="11474" y="7811"/>
                </a:cubicBezTo>
                <a:cubicBezTo>
                  <a:pt x="11696" y="8048"/>
                  <a:pt x="12056" y="8048"/>
                  <a:pt x="12278" y="7811"/>
                </a:cubicBezTo>
                <a:cubicBezTo>
                  <a:pt x="12500" y="7574"/>
                  <a:pt x="12500" y="7190"/>
                  <a:pt x="12278" y="6953"/>
                </a:cubicBezTo>
                <a:cubicBezTo>
                  <a:pt x="12167" y="6835"/>
                  <a:pt x="12022" y="6776"/>
                  <a:pt x="11876" y="6776"/>
                </a:cubicBezTo>
                <a:close/>
                <a:moveTo>
                  <a:pt x="14138" y="6776"/>
                </a:moveTo>
                <a:cubicBezTo>
                  <a:pt x="13992" y="6776"/>
                  <a:pt x="13846" y="6835"/>
                  <a:pt x="13735" y="6953"/>
                </a:cubicBezTo>
                <a:cubicBezTo>
                  <a:pt x="13514" y="7190"/>
                  <a:pt x="13514" y="7574"/>
                  <a:pt x="13735" y="7811"/>
                </a:cubicBezTo>
                <a:cubicBezTo>
                  <a:pt x="13957" y="8048"/>
                  <a:pt x="14317" y="8048"/>
                  <a:pt x="14539" y="7811"/>
                </a:cubicBezTo>
                <a:cubicBezTo>
                  <a:pt x="14761" y="7574"/>
                  <a:pt x="14761" y="7190"/>
                  <a:pt x="14539" y="6953"/>
                </a:cubicBezTo>
                <a:cubicBezTo>
                  <a:pt x="14428" y="6835"/>
                  <a:pt x="14283" y="6776"/>
                  <a:pt x="14138" y="6776"/>
                </a:cubicBezTo>
                <a:close/>
                <a:moveTo>
                  <a:pt x="16398" y="6776"/>
                </a:moveTo>
                <a:cubicBezTo>
                  <a:pt x="16253" y="6776"/>
                  <a:pt x="16108" y="6835"/>
                  <a:pt x="15997" y="6953"/>
                </a:cubicBezTo>
                <a:cubicBezTo>
                  <a:pt x="15775" y="7190"/>
                  <a:pt x="15775" y="7574"/>
                  <a:pt x="15997" y="7811"/>
                </a:cubicBezTo>
                <a:cubicBezTo>
                  <a:pt x="16219" y="8048"/>
                  <a:pt x="16579" y="8048"/>
                  <a:pt x="16801" y="7811"/>
                </a:cubicBezTo>
                <a:cubicBezTo>
                  <a:pt x="17023" y="7574"/>
                  <a:pt x="17023" y="7190"/>
                  <a:pt x="16801" y="6953"/>
                </a:cubicBezTo>
                <a:cubicBezTo>
                  <a:pt x="16690" y="6835"/>
                  <a:pt x="16544" y="6776"/>
                  <a:pt x="16398" y="6776"/>
                </a:cubicBezTo>
                <a:close/>
                <a:moveTo>
                  <a:pt x="18660" y="6776"/>
                </a:moveTo>
                <a:cubicBezTo>
                  <a:pt x="18515" y="6776"/>
                  <a:pt x="18369" y="6835"/>
                  <a:pt x="18259" y="6953"/>
                </a:cubicBezTo>
                <a:cubicBezTo>
                  <a:pt x="18037" y="7190"/>
                  <a:pt x="18037" y="7574"/>
                  <a:pt x="18259" y="7811"/>
                </a:cubicBezTo>
                <a:cubicBezTo>
                  <a:pt x="18480" y="8048"/>
                  <a:pt x="18840" y="8048"/>
                  <a:pt x="19062" y="7811"/>
                </a:cubicBezTo>
                <a:cubicBezTo>
                  <a:pt x="19283" y="7574"/>
                  <a:pt x="19283" y="7190"/>
                  <a:pt x="19062" y="6953"/>
                </a:cubicBezTo>
                <a:cubicBezTo>
                  <a:pt x="18951" y="6835"/>
                  <a:pt x="18805" y="6776"/>
                  <a:pt x="18660" y="6776"/>
                </a:cubicBezTo>
                <a:close/>
                <a:moveTo>
                  <a:pt x="20922" y="6776"/>
                </a:moveTo>
                <a:cubicBezTo>
                  <a:pt x="20776" y="6776"/>
                  <a:pt x="20631" y="6835"/>
                  <a:pt x="20520" y="6953"/>
                </a:cubicBezTo>
                <a:cubicBezTo>
                  <a:pt x="20298" y="7190"/>
                  <a:pt x="20298" y="7574"/>
                  <a:pt x="20520" y="7811"/>
                </a:cubicBezTo>
                <a:cubicBezTo>
                  <a:pt x="20742" y="8048"/>
                  <a:pt x="21101" y="8048"/>
                  <a:pt x="21323" y="7811"/>
                </a:cubicBezTo>
                <a:cubicBezTo>
                  <a:pt x="21545" y="7574"/>
                  <a:pt x="21545" y="7190"/>
                  <a:pt x="21323" y="6953"/>
                </a:cubicBezTo>
                <a:cubicBezTo>
                  <a:pt x="21212" y="6835"/>
                  <a:pt x="21067" y="6776"/>
                  <a:pt x="20922" y="6776"/>
                </a:cubicBezTo>
                <a:close/>
                <a:moveTo>
                  <a:pt x="568" y="9034"/>
                </a:moveTo>
                <a:cubicBezTo>
                  <a:pt x="423" y="9034"/>
                  <a:pt x="278" y="9094"/>
                  <a:pt x="167" y="9212"/>
                </a:cubicBezTo>
                <a:cubicBezTo>
                  <a:pt x="-55" y="9449"/>
                  <a:pt x="-55" y="9833"/>
                  <a:pt x="167" y="10070"/>
                </a:cubicBezTo>
                <a:cubicBezTo>
                  <a:pt x="389" y="10307"/>
                  <a:pt x="749" y="10307"/>
                  <a:pt x="971" y="10070"/>
                </a:cubicBezTo>
                <a:cubicBezTo>
                  <a:pt x="1193" y="9833"/>
                  <a:pt x="1193" y="9449"/>
                  <a:pt x="971" y="9212"/>
                </a:cubicBezTo>
                <a:cubicBezTo>
                  <a:pt x="860" y="9094"/>
                  <a:pt x="714" y="9034"/>
                  <a:pt x="568" y="9034"/>
                </a:cubicBezTo>
                <a:close/>
                <a:moveTo>
                  <a:pt x="2830" y="9034"/>
                </a:moveTo>
                <a:cubicBezTo>
                  <a:pt x="2685" y="9034"/>
                  <a:pt x="2539" y="9094"/>
                  <a:pt x="2428" y="9212"/>
                </a:cubicBezTo>
                <a:cubicBezTo>
                  <a:pt x="2207" y="9449"/>
                  <a:pt x="2207" y="9833"/>
                  <a:pt x="2428" y="10070"/>
                </a:cubicBezTo>
                <a:cubicBezTo>
                  <a:pt x="2650" y="10307"/>
                  <a:pt x="3011" y="10307"/>
                  <a:pt x="3232" y="10070"/>
                </a:cubicBezTo>
                <a:cubicBezTo>
                  <a:pt x="3454" y="9833"/>
                  <a:pt x="3454" y="9449"/>
                  <a:pt x="3232" y="9212"/>
                </a:cubicBezTo>
                <a:cubicBezTo>
                  <a:pt x="3121" y="9094"/>
                  <a:pt x="2975" y="9034"/>
                  <a:pt x="2830" y="9034"/>
                </a:cubicBezTo>
                <a:close/>
                <a:moveTo>
                  <a:pt x="5092" y="9034"/>
                </a:moveTo>
                <a:cubicBezTo>
                  <a:pt x="4946" y="9034"/>
                  <a:pt x="4801" y="9094"/>
                  <a:pt x="4690" y="9212"/>
                </a:cubicBezTo>
                <a:cubicBezTo>
                  <a:pt x="4468" y="9449"/>
                  <a:pt x="4468" y="9833"/>
                  <a:pt x="4690" y="10070"/>
                </a:cubicBezTo>
                <a:cubicBezTo>
                  <a:pt x="4912" y="10307"/>
                  <a:pt x="5271" y="10307"/>
                  <a:pt x="5493" y="10070"/>
                </a:cubicBezTo>
                <a:cubicBezTo>
                  <a:pt x="5715" y="9833"/>
                  <a:pt x="5715" y="9449"/>
                  <a:pt x="5493" y="9212"/>
                </a:cubicBezTo>
                <a:cubicBezTo>
                  <a:pt x="5382" y="9094"/>
                  <a:pt x="5237" y="9034"/>
                  <a:pt x="5092" y="9034"/>
                </a:cubicBezTo>
                <a:close/>
                <a:moveTo>
                  <a:pt x="7353" y="9034"/>
                </a:moveTo>
                <a:cubicBezTo>
                  <a:pt x="7208" y="9034"/>
                  <a:pt x="7063" y="9094"/>
                  <a:pt x="6952" y="9212"/>
                </a:cubicBezTo>
                <a:cubicBezTo>
                  <a:pt x="6730" y="9449"/>
                  <a:pt x="6730" y="9833"/>
                  <a:pt x="6952" y="10070"/>
                </a:cubicBezTo>
                <a:cubicBezTo>
                  <a:pt x="7173" y="10307"/>
                  <a:pt x="7533" y="10307"/>
                  <a:pt x="7755" y="10070"/>
                </a:cubicBezTo>
                <a:cubicBezTo>
                  <a:pt x="7976" y="9833"/>
                  <a:pt x="7976" y="9449"/>
                  <a:pt x="7755" y="9212"/>
                </a:cubicBezTo>
                <a:cubicBezTo>
                  <a:pt x="7644" y="9094"/>
                  <a:pt x="7498" y="9034"/>
                  <a:pt x="7353" y="9034"/>
                </a:cubicBezTo>
                <a:close/>
                <a:moveTo>
                  <a:pt x="9615" y="9034"/>
                </a:moveTo>
                <a:cubicBezTo>
                  <a:pt x="9469" y="9034"/>
                  <a:pt x="9324" y="9094"/>
                  <a:pt x="9213" y="9212"/>
                </a:cubicBezTo>
                <a:cubicBezTo>
                  <a:pt x="8991" y="9449"/>
                  <a:pt x="8991" y="9833"/>
                  <a:pt x="9213" y="10070"/>
                </a:cubicBezTo>
                <a:cubicBezTo>
                  <a:pt x="9435" y="10307"/>
                  <a:pt x="9794" y="10307"/>
                  <a:pt x="10016" y="10070"/>
                </a:cubicBezTo>
                <a:cubicBezTo>
                  <a:pt x="10238" y="9833"/>
                  <a:pt x="10238" y="9449"/>
                  <a:pt x="10016" y="9212"/>
                </a:cubicBezTo>
                <a:cubicBezTo>
                  <a:pt x="9905" y="9094"/>
                  <a:pt x="9760" y="9034"/>
                  <a:pt x="9615" y="9034"/>
                </a:cubicBezTo>
                <a:close/>
                <a:moveTo>
                  <a:pt x="11876" y="9034"/>
                </a:moveTo>
                <a:cubicBezTo>
                  <a:pt x="11731" y="9034"/>
                  <a:pt x="11585" y="9094"/>
                  <a:pt x="11474" y="9212"/>
                </a:cubicBezTo>
                <a:cubicBezTo>
                  <a:pt x="11252" y="9449"/>
                  <a:pt x="11252" y="9833"/>
                  <a:pt x="11474" y="10070"/>
                </a:cubicBezTo>
                <a:cubicBezTo>
                  <a:pt x="11696" y="10307"/>
                  <a:pt x="12056" y="10307"/>
                  <a:pt x="12278" y="10070"/>
                </a:cubicBezTo>
                <a:cubicBezTo>
                  <a:pt x="12500" y="9833"/>
                  <a:pt x="12500" y="9449"/>
                  <a:pt x="12278" y="9212"/>
                </a:cubicBezTo>
                <a:cubicBezTo>
                  <a:pt x="12167" y="9094"/>
                  <a:pt x="12022" y="9034"/>
                  <a:pt x="11876" y="9034"/>
                </a:cubicBezTo>
                <a:close/>
                <a:moveTo>
                  <a:pt x="14138" y="9034"/>
                </a:moveTo>
                <a:cubicBezTo>
                  <a:pt x="13992" y="9034"/>
                  <a:pt x="13846" y="9094"/>
                  <a:pt x="13735" y="9212"/>
                </a:cubicBezTo>
                <a:cubicBezTo>
                  <a:pt x="13514" y="9449"/>
                  <a:pt x="13514" y="9833"/>
                  <a:pt x="13735" y="10070"/>
                </a:cubicBezTo>
                <a:cubicBezTo>
                  <a:pt x="13957" y="10307"/>
                  <a:pt x="14317" y="10307"/>
                  <a:pt x="14539" y="10070"/>
                </a:cubicBezTo>
                <a:cubicBezTo>
                  <a:pt x="14761" y="9833"/>
                  <a:pt x="14761" y="9449"/>
                  <a:pt x="14539" y="9212"/>
                </a:cubicBezTo>
                <a:cubicBezTo>
                  <a:pt x="14428" y="9094"/>
                  <a:pt x="14283" y="9034"/>
                  <a:pt x="14138" y="9034"/>
                </a:cubicBezTo>
                <a:close/>
                <a:moveTo>
                  <a:pt x="16398" y="9034"/>
                </a:moveTo>
                <a:cubicBezTo>
                  <a:pt x="16253" y="9034"/>
                  <a:pt x="16108" y="9094"/>
                  <a:pt x="15997" y="9212"/>
                </a:cubicBezTo>
                <a:cubicBezTo>
                  <a:pt x="15775" y="9449"/>
                  <a:pt x="15775" y="9833"/>
                  <a:pt x="15997" y="10070"/>
                </a:cubicBezTo>
                <a:cubicBezTo>
                  <a:pt x="16219" y="10307"/>
                  <a:pt x="16579" y="10307"/>
                  <a:pt x="16801" y="10070"/>
                </a:cubicBezTo>
                <a:cubicBezTo>
                  <a:pt x="17023" y="9833"/>
                  <a:pt x="17023" y="9449"/>
                  <a:pt x="16801" y="9212"/>
                </a:cubicBezTo>
                <a:cubicBezTo>
                  <a:pt x="16690" y="9094"/>
                  <a:pt x="16544" y="9034"/>
                  <a:pt x="16398" y="9034"/>
                </a:cubicBezTo>
                <a:close/>
                <a:moveTo>
                  <a:pt x="18660" y="9034"/>
                </a:moveTo>
                <a:cubicBezTo>
                  <a:pt x="18515" y="9034"/>
                  <a:pt x="18369" y="9094"/>
                  <a:pt x="18259" y="9212"/>
                </a:cubicBezTo>
                <a:cubicBezTo>
                  <a:pt x="18037" y="9449"/>
                  <a:pt x="18037" y="9833"/>
                  <a:pt x="18259" y="10070"/>
                </a:cubicBezTo>
                <a:cubicBezTo>
                  <a:pt x="18480" y="10307"/>
                  <a:pt x="18840" y="10307"/>
                  <a:pt x="19062" y="10070"/>
                </a:cubicBezTo>
                <a:cubicBezTo>
                  <a:pt x="19283" y="9833"/>
                  <a:pt x="19283" y="9449"/>
                  <a:pt x="19062" y="9212"/>
                </a:cubicBezTo>
                <a:cubicBezTo>
                  <a:pt x="18951" y="9094"/>
                  <a:pt x="18805" y="9034"/>
                  <a:pt x="18660" y="9034"/>
                </a:cubicBezTo>
                <a:close/>
                <a:moveTo>
                  <a:pt x="20922" y="9034"/>
                </a:moveTo>
                <a:cubicBezTo>
                  <a:pt x="20776" y="9034"/>
                  <a:pt x="20631" y="9094"/>
                  <a:pt x="20520" y="9212"/>
                </a:cubicBezTo>
                <a:cubicBezTo>
                  <a:pt x="20298" y="9449"/>
                  <a:pt x="20298" y="9833"/>
                  <a:pt x="20520" y="10070"/>
                </a:cubicBezTo>
                <a:cubicBezTo>
                  <a:pt x="20742" y="10307"/>
                  <a:pt x="21101" y="10307"/>
                  <a:pt x="21323" y="10070"/>
                </a:cubicBezTo>
                <a:cubicBezTo>
                  <a:pt x="21545" y="9833"/>
                  <a:pt x="21545" y="9449"/>
                  <a:pt x="21323" y="9212"/>
                </a:cubicBezTo>
                <a:cubicBezTo>
                  <a:pt x="21212" y="9094"/>
                  <a:pt x="21067" y="9034"/>
                  <a:pt x="20922" y="9034"/>
                </a:cubicBezTo>
                <a:close/>
                <a:moveTo>
                  <a:pt x="568" y="11293"/>
                </a:moveTo>
                <a:cubicBezTo>
                  <a:pt x="423" y="11293"/>
                  <a:pt x="278" y="11353"/>
                  <a:pt x="167" y="11471"/>
                </a:cubicBezTo>
                <a:cubicBezTo>
                  <a:pt x="-55" y="11708"/>
                  <a:pt x="-55" y="12092"/>
                  <a:pt x="167" y="12329"/>
                </a:cubicBezTo>
                <a:cubicBezTo>
                  <a:pt x="389" y="12566"/>
                  <a:pt x="749" y="12566"/>
                  <a:pt x="971" y="12329"/>
                </a:cubicBezTo>
                <a:cubicBezTo>
                  <a:pt x="1193" y="12092"/>
                  <a:pt x="1193" y="11708"/>
                  <a:pt x="971" y="11471"/>
                </a:cubicBezTo>
                <a:cubicBezTo>
                  <a:pt x="860" y="11353"/>
                  <a:pt x="714" y="11293"/>
                  <a:pt x="568" y="11293"/>
                </a:cubicBezTo>
                <a:close/>
                <a:moveTo>
                  <a:pt x="2830" y="11293"/>
                </a:moveTo>
                <a:cubicBezTo>
                  <a:pt x="2685" y="11293"/>
                  <a:pt x="2539" y="11353"/>
                  <a:pt x="2428" y="11471"/>
                </a:cubicBezTo>
                <a:cubicBezTo>
                  <a:pt x="2207" y="11708"/>
                  <a:pt x="2207" y="12092"/>
                  <a:pt x="2428" y="12329"/>
                </a:cubicBezTo>
                <a:cubicBezTo>
                  <a:pt x="2650" y="12566"/>
                  <a:pt x="3011" y="12566"/>
                  <a:pt x="3232" y="12329"/>
                </a:cubicBezTo>
                <a:cubicBezTo>
                  <a:pt x="3454" y="12092"/>
                  <a:pt x="3454" y="11708"/>
                  <a:pt x="3232" y="11471"/>
                </a:cubicBezTo>
                <a:cubicBezTo>
                  <a:pt x="3121" y="11353"/>
                  <a:pt x="2975" y="11293"/>
                  <a:pt x="2830" y="11293"/>
                </a:cubicBezTo>
                <a:close/>
                <a:moveTo>
                  <a:pt x="5092" y="11293"/>
                </a:moveTo>
                <a:cubicBezTo>
                  <a:pt x="4946" y="11293"/>
                  <a:pt x="4801" y="11353"/>
                  <a:pt x="4690" y="11471"/>
                </a:cubicBezTo>
                <a:cubicBezTo>
                  <a:pt x="4468" y="11708"/>
                  <a:pt x="4468" y="12092"/>
                  <a:pt x="4690" y="12329"/>
                </a:cubicBezTo>
                <a:cubicBezTo>
                  <a:pt x="4912" y="12566"/>
                  <a:pt x="5271" y="12566"/>
                  <a:pt x="5493" y="12329"/>
                </a:cubicBezTo>
                <a:cubicBezTo>
                  <a:pt x="5715" y="12092"/>
                  <a:pt x="5715" y="11708"/>
                  <a:pt x="5493" y="11471"/>
                </a:cubicBezTo>
                <a:cubicBezTo>
                  <a:pt x="5382" y="11353"/>
                  <a:pt x="5237" y="11293"/>
                  <a:pt x="5092" y="11293"/>
                </a:cubicBezTo>
                <a:close/>
                <a:moveTo>
                  <a:pt x="7353" y="11293"/>
                </a:moveTo>
                <a:cubicBezTo>
                  <a:pt x="7208" y="11293"/>
                  <a:pt x="7063" y="11353"/>
                  <a:pt x="6952" y="11471"/>
                </a:cubicBezTo>
                <a:cubicBezTo>
                  <a:pt x="6730" y="11708"/>
                  <a:pt x="6730" y="12092"/>
                  <a:pt x="6952" y="12329"/>
                </a:cubicBezTo>
                <a:cubicBezTo>
                  <a:pt x="7173" y="12566"/>
                  <a:pt x="7533" y="12566"/>
                  <a:pt x="7755" y="12329"/>
                </a:cubicBezTo>
                <a:cubicBezTo>
                  <a:pt x="7976" y="12092"/>
                  <a:pt x="7976" y="11708"/>
                  <a:pt x="7755" y="11471"/>
                </a:cubicBezTo>
                <a:cubicBezTo>
                  <a:pt x="7644" y="11353"/>
                  <a:pt x="7498" y="11293"/>
                  <a:pt x="7353" y="11293"/>
                </a:cubicBezTo>
                <a:close/>
                <a:moveTo>
                  <a:pt x="9615" y="11293"/>
                </a:moveTo>
                <a:cubicBezTo>
                  <a:pt x="9469" y="11293"/>
                  <a:pt x="9324" y="11353"/>
                  <a:pt x="9213" y="11471"/>
                </a:cubicBezTo>
                <a:cubicBezTo>
                  <a:pt x="8991" y="11708"/>
                  <a:pt x="8991" y="12092"/>
                  <a:pt x="9213" y="12329"/>
                </a:cubicBezTo>
                <a:cubicBezTo>
                  <a:pt x="9435" y="12566"/>
                  <a:pt x="9794" y="12566"/>
                  <a:pt x="10016" y="12329"/>
                </a:cubicBezTo>
                <a:cubicBezTo>
                  <a:pt x="10238" y="12092"/>
                  <a:pt x="10238" y="11708"/>
                  <a:pt x="10016" y="11471"/>
                </a:cubicBezTo>
                <a:cubicBezTo>
                  <a:pt x="9905" y="11353"/>
                  <a:pt x="9760" y="11293"/>
                  <a:pt x="9615" y="11293"/>
                </a:cubicBezTo>
                <a:close/>
                <a:moveTo>
                  <a:pt x="11876" y="11293"/>
                </a:moveTo>
                <a:cubicBezTo>
                  <a:pt x="11731" y="11293"/>
                  <a:pt x="11585" y="11353"/>
                  <a:pt x="11474" y="11471"/>
                </a:cubicBezTo>
                <a:cubicBezTo>
                  <a:pt x="11252" y="11708"/>
                  <a:pt x="11252" y="12092"/>
                  <a:pt x="11474" y="12329"/>
                </a:cubicBezTo>
                <a:cubicBezTo>
                  <a:pt x="11696" y="12566"/>
                  <a:pt x="12056" y="12566"/>
                  <a:pt x="12278" y="12329"/>
                </a:cubicBezTo>
                <a:cubicBezTo>
                  <a:pt x="12500" y="12092"/>
                  <a:pt x="12500" y="11708"/>
                  <a:pt x="12278" y="11471"/>
                </a:cubicBezTo>
                <a:cubicBezTo>
                  <a:pt x="12167" y="11353"/>
                  <a:pt x="12022" y="11293"/>
                  <a:pt x="11876" y="11293"/>
                </a:cubicBezTo>
                <a:close/>
                <a:moveTo>
                  <a:pt x="14138" y="11293"/>
                </a:moveTo>
                <a:cubicBezTo>
                  <a:pt x="13992" y="11293"/>
                  <a:pt x="13846" y="11353"/>
                  <a:pt x="13735" y="11471"/>
                </a:cubicBezTo>
                <a:cubicBezTo>
                  <a:pt x="13514" y="11708"/>
                  <a:pt x="13514" y="12092"/>
                  <a:pt x="13735" y="12329"/>
                </a:cubicBezTo>
                <a:cubicBezTo>
                  <a:pt x="13957" y="12566"/>
                  <a:pt x="14317" y="12566"/>
                  <a:pt x="14539" y="12329"/>
                </a:cubicBezTo>
                <a:cubicBezTo>
                  <a:pt x="14761" y="12092"/>
                  <a:pt x="14761" y="11708"/>
                  <a:pt x="14539" y="11471"/>
                </a:cubicBezTo>
                <a:cubicBezTo>
                  <a:pt x="14428" y="11353"/>
                  <a:pt x="14283" y="11293"/>
                  <a:pt x="14138" y="11293"/>
                </a:cubicBezTo>
                <a:close/>
                <a:moveTo>
                  <a:pt x="16398" y="11293"/>
                </a:moveTo>
                <a:cubicBezTo>
                  <a:pt x="16253" y="11293"/>
                  <a:pt x="16108" y="11353"/>
                  <a:pt x="15997" y="11471"/>
                </a:cubicBezTo>
                <a:cubicBezTo>
                  <a:pt x="15775" y="11708"/>
                  <a:pt x="15775" y="12092"/>
                  <a:pt x="15997" y="12329"/>
                </a:cubicBezTo>
                <a:cubicBezTo>
                  <a:pt x="16219" y="12566"/>
                  <a:pt x="16579" y="12566"/>
                  <a:pt x="16801" y="12329"/>
                </a:cubicBezTo>
                <a:cubicBezTo>
                  <a:pt x="17023" y="12092"/>
                  <a:pt x="17023" y="11708"/>
                  <a:pt x="16801" y="11471"/>
                </a:cubicBezTo>
                <a:cubicBezTo>
                  <a:pt x="16690" y="11353"/>
                  <a:pt x="16544" y="11293"/>
                  <a:pt x="16398" y="11293"/>
                </a:cubicBezTo>
                <a:close/>
                <a:moveTo>
                  <a:pt x="18660" y="11293"/>
                </a:moveTo>
                <a:cubicBezTo>
                  <a:pt x="18515" y="11293"/>
                  <a:pt x="18369" y="11353"/>
                  <a:pt x="18259" y="11471"/>
                </a:cubicBezTo>
                <a:cubicBezTo>
                  <a:pt x="18037" y="11708"/>
                  <a:pt x="18037" y="12092"/>
                  <a:pt x="18259" y="12329"/>
                </a:cubicBezTo>
                <a:cubicBezTo>
                  <a:pt x="18480" y="12566"/>
                  <a:pt x="18840" y="12566"/>
                  <a:pt x="19062" y="12329"/>
                </a:cubicBezTo>
                <a:cubicBezTo>
                  <a:pt x="19283" y="12092"/>
                  <a:pt x="19283" y="11708"/>
                  <a:pt x="19062" y="11471"/>
                </a:cubicBezTo>
                <a:cubicBezTo>
                  <a:pt x="18951" y="11353"/>
                  <a:pt x="18805" y="11293"/>
                  <a:pt x="18660" y="11293"/>
                </a:cubicBezTo>
                <a:close/>
                <a:moveTo>
                  <a:pt x="20922" y="11293"/>
                </a:moveTo>
                <a:cubicBezTo>
                  <a:pt x="20776" y="11293"/>
                  <a:pt x="20631" y="11353"/>
                  <a:pt x="20520" y="11471"/>
                </a:cubicBezTo>
                <a:cubicBezTo>
                  <a:pt x="20298" y="11708"/>
                  <a:pt x="20298" y="12092"/>
                  <a:pt x="20520" y="12329"/>
                </a:cubicBezTo>
                <a:cubicBezTo>
                  <a:pt x="20742" y="12566"/>
                  <a:pt x="21101" y="12566"/>
                  <a:pt x="21323" y="12329"/>
                </a:cubicBezTo>
                <a:cubicBezTo>
                  <a:pt x="21545" y="12092"/>
                  <a:pt x="21545" y="11708"/>
                  <a:pt x="21323" y="11471"/>
                </a:cubicBezTo>
                <a:cubicBezTo>
                  <a:pt x="21212" y="11353"/>
                  <a:pt x="21067" y="11293"/>
                  <a:pt x="20922" y="11293"/>
                </a:cubicBezTo>
                <a:close/>
                <a:moveTo>
                  <a:pt x="568" y="13551"/>
                </a:moveTo>
                <a:cubicBezTo>
                  <a:pt x="423" y="13551"/>
                  <a:pt x="278" y="13610"/>
                  <a:pt x="167" y="13729"/>
                </a:cubicBezTo>
                <a:cubicBezTo>
                  <a:pt x="-55" y="13966"/>
                  <a:pt x="-55" y="14350"/>
                  <a:pt x="167" y="14587"/>
                </a:cubicBezTo>
                <a:cubicBezTo>
                  <a:pt x="389" y="14823"/>
                  <a:pt x="749" y="14823"/>
                  <a:pt x="971" y="14587"/>
                </a:cubicBezTo>
                <a:cubicBezTo>
                  <a:pt x="1193" y="14350"/>
                  <a:pt x="1193" y="13966"/>
                  <a:pt x="971" y="13729"/>
                </a:cubicBezTo>
                <a:cubicBezTo>
                  <a:pt x="860" y="13610"/>
                  <a:pt x="714" y="13551"/>
                  <a:pt x="568" y="13551"/>
                </a:cubicBezTo>
                <a:close/>
                <a:moveTo>
                  <a:pt x="2830" y="13551"/>
                </a:moveTo>
                <a:cubicBezTo>
                  <a:pt x="2685" y="13551"/>
                  <a:pt x="2539" y="13610"/>
                  <a:pt x="2428" y="13729"/>
                </a:cubicBezTo>
                <a:cubicBezTo>
                  <a:pt x="2207" y="13966"/>
                  <a:pt x="2207" y="14350"/>
                  <a:pt x="2428" y="14587"/>
                </a:cubicBezTo>
                <a:cubicBezTo>
                  <a:pt x="2650" y="14823"/>
                  <a:pt x="3011" y="14823"/>
                  <a:pt x="3232" y="14587"/>
                </a:cubicBezTo>
                <a:cubicBezTo>
                  <a:pt x="3454" y="14350"/>
                  <a:pt x="3454" y="13966"/>
                  <a:pt x="3232" y="13729"/>
                </a:cubicBezTo>
                <a:cubicBezTo>
                  <a:pt x="3121" y="13610"/>
                  <a:pt x="2975" y="13551"/>
                  <a:pt x="2830" y="13551"/>
                </a:cubicBezTo>
                <a:close/>
                <a:moveTo>
                  <a:pt x="5092" y="13551"/>
                </a:moveTo>
                <a:cubicBezTo>
                  <a:pt x="4946" y="13551"/>
                  <a:pt x="4801" y="13610"/>
                  <a:pt x="4690" y="13729"/>
                </a:cubicBezTo>
                <a:cubicBezTo>
                  <a:pt x="4468" y="13966"/>
                  <a:pt x="4468" y="14350"/>
                  <a:pt x="4690" y="14587"/>
                </a:cubicBezTo>
                <a:cubicBezTo>
                  <a:pt x="4912" y="14823"/>
                  <a:pt x="5271" y="14823"/>
                  <a:pt x="5493" y="14587"/>
                </a:cubicBezTo>
                <a:cubicBezTo>
                  <a:pt x="5715" y="14350"/>
                  <a:pt x="5715" y="13966"/>
                  <a:pt x="5493" y="13729"/>
                </a:cubicBezTo>
                <a:cubicBezTo>
                  <a:pt x="5382" y="13610"/>
                  <a:pt x="5237" y="13551"/>
                  <a:pt x="5092" y="13551"/>
                </a:cubicBezTo>
                <a:close/>
                <a:moveTo>
                  <a:pt x="7353" y="13551"/>
                </a:moveTo>
                <a:cubicBezTo>
                  <a:pt x="7208" y="13551"/>
                  <a:pt x="7063" y="13610"/>
                  <a:pt x="6952" y="13729"/>
                </a:cubicBezTo>
                <a:cubicBezTo>
                  <a:pt x="6730" y="13966"/>
                  <a:pt x="6730" y="14350"/>
                  <a:pt x="6952" y="14587"/>
                </a:cubicBezTo>
                <a:cubicBezTo>
                  <a:pt x="7173" y="14823"/>
                  <a:pt x="7533" y="14823"/>
                  <a:pt x="7755" y="14587"/>
                </a:cubicBezTo>
                <a:cubicBezTo>
                  <a:pt x="7976" y="14350"/>
                  <a:pt x="7976" y="13966"/>
                  <a:pt x="7755" y="13729"/>
                </a:cubicBezTo>
                <a:cubicBezTo>
                  <a:pt x="7644" y="13610"/>
                  <a:pt x="7498" y="13551"/>
                  <a:pt x="7353" y="13551"/>
                </a:cubicBezTo>
                <a:close/>
                <a:moveTo>
                  <a:pt x="9615" y="13551"/>
                </a:moveTo>
                <a:cubicBezTo>
                  <a:pt x="9469" y="13551"/>
                  <a:pt x="9324" y="13610"/>
                  <a:pt x="9213" y="13729"/>
                </a:cubicBezTo>
                <a:cubicBezTo>
                  <a:pt x="8991" y="13966"/>
                  <a:pt x="8991" y="14350"/>
                  <a:pt x="9213" y="14587"/>
                </a:cubicBezTo>
                <a:cubicBezTo>
                  <a:pt x="9435" y="14823"/>
                  <a:pt x="9794" y="14823"/>
                  <a:pt x="10016" y="14587"/>
                </a:cubicBezTo>
                <a:cubicBezTo>
                  <a:pt x="10238" y="14350"/>
                  <a:pt x="10238" y="13966"/>
                  <a:pt x="10016" y="13729"/>
                </a:cubicBezTo>
                <a:cubicBezTo>
                  <a:pt x="9905" y="13610"/>
                  <a:pt x="9760" y="13551"/>
                  <a:pt x="9615" y="13551"/>
                </a:cubicBezTo>
                <a:close/>
                <a:moveTo>
                  <a:pt x="11876" y="13551"/>
                </a:moveTo>
                <a:cubicBezTo>
                  <a:pt x="11731" y="13551"/>
                  <a:pt x="11585" y="13610"/>
                  <a:pt x="11474" y="13729"/>
                </a:cubicBezTo>
                <a:cubicBezTo>
                  <a:pt x="11252" y="13966"/>
                  <a:pt x="11252" y="14350"/>
                  <a:pt x="11474" y="14587"/>
                </a:cubicBezTo>
                <a:cubicBezTo>
                  <a:pt x="11696" y="14823"/>
                  <a:pt x="12056" y="14823"/>
                  <a:pt x="12278" y="14587"/>
                </a:cubicBezTo>
                <a:cubicBezTo>
                  <a:pt x="12500" y="14350"/>
                  <a:pt x="12500" y="13966"/>
                  <a:pt x="12278" y="13729"/>
                </a:cubicBezTo>
                <a:cubicBezTo>
                  <a:pt x="12167" y="13610"/>
                  <a:pt x="12022" y="13551"/>
                  <a:pt x="11876" y="13551"/>
                </a:cubicBezTo>
                <a:close/>
                <a:moveTo>
                  <a:pt x="14138" y="13551"/>
                </a:moveTo>
                <a:cubicBezTo>
                  <a:pt x="13992" y="13551"/>
                  <a:pt x="13846" y="13610"/>
                  <a:pt x="13735" y="13729"/>
                </a:cubicBezTo>
                <a:cubicBezTo>
                  <a:pt x="13514" y="13966"/>
                  <a:pt x="13514" y="14350"/>
                  <a:pt x="13735" y="14587"/>
                </a:cubicBezTo>
                <a:cubicBezTo>
                  <a:pt x="13957" y="14823"/>
                  <a:pt x="14317" y="14823"/>
                  <a:pt x="14539" y="14587"/>
                </a:cubicBezTo>
                <a:cubicBezTo>
                  <a:pt x="14761" y="14350"/>
                  <a:pt x="14761" y="13966"/>
                  <a:pt x="14539" y="13729"/>
                </a:cubicBezTo>
                <a:cubicBezTo>
                  <a:pt x="14428" y="13610"/>
                  <a:pt x="14283" y="13551"/>
                  <a:pt x="14138" y="13551"/>
                </a:cubicBezTo>
                <a:close/>
                <a:moveTo>
                  <a:pt x="16398" y="13551"/>
                </a:moveTo>
                <a:cubicBezTo>
                  <a:pt x="16253" y="13551"/>
                  <a:pt x="16108" y="13610"/>
                  <a:pt x="15997" y="13729"/>
                </a:cubicBezTo>
                <a:cubicBezTo>
                  <a:pt x="15775" y="13966"/>
                  <a:pt x="15775" y="14350"/>
                  <a:pt x="15997" y="14587"/>
                </a:cubicBezTo>
                <a:cubicBezTo>
                  <a:pt x="16219" y="14823"/>
                  <a:pt x="16579" y="14823"/>
                  <a:pt x="16801" y="14587"/>
                </a:cubicBezTo>
                <a:cubicBezTo>
                  <a:pt x="17023" y="14350"/>
                  <a:pt x="17023" y="13966"/>
                  <a:pt x="16801" y="13729"/>
                </a:cubicBezTo>
                <a:cubicBezTo>
                  <a:pt x="16690" y="13610"/>
                  <a:pt x="16544" y="13551"/>
                  <a:pt x="16398" y="13551"/>
                </a:cubicBezTo>
                <a:close/>
                <a:moveTo>
                  <a:pt x="18660" y="13551"/>
                </a:moveTo>
                <a:cubicBezTo>
                  <a:pt x="18515" y="13551"/>
                  <a:pt x="18369" y="13610"/>
                  <a:pt x="18259" y="13729"/>
                </a:cubicBezTo>
                <a:cubicBezTo>
                  <a:pt x="18037" y="13966"/>
                  <a:pt x="18037" y="14350"/>
                  <a:pt x="18259" y="14587"/>
                </a:cubicBezTo>
                <a:cubicBezTo>
                  <a:pt x="18480" y="14823"/>
                  <a:pt x="18840" y="14823"/>
                  <a:pt x="19062" y="14587"/>
                </a:cubicBezTo>
                <a:cubicBezTo>
                  <a:pt x="19283" y="14350"/>
                  <a:pt x="19283" y="13966"/>
                  <a:pt x="19062" y="13729"/>
                </a:cubicBezTo>
                <a:cubicBezTo>
                  <a:pt x="18951" y="13610"/>
                  <a:pt x="18805" y="13551"/>
                  <a:pt x="18660" y="13551"/>
                </a:cubicBezTo>
                <a:close/>
                <a:moveTo>
                  <a:pt x="20922" y="13551"/>
                </a:moveTo>
                <a:cubicBezTo>
                  <a:pt x="20776" y="13551"/>
                  <a:pt x="20631" y="13610"/>
                  <a:pt x="20520" y="13729"/>
                </a:cubicBezTo>
                <a:cubicBezTo>
                  <a:pt x="20298" y="13966"/>
                  <a:pt x="20298" y="14350"/>
                  <a:pt x="20520" y="14587"/>
                </a:cubicBezTo>
                <a:cubicBezTo>
                  <a:pt x="20742" y="14823"/>
                  <a:pt x="21101" y="14823"/>
                  <a:pt x="21323" y="14587"/>
                </a:cubicBezTo>
                <a:cubicBezTo>
                  <a:pt x="21545" y="14350"/>
                  <a:pt x="21545" y="13966"/>
                  <a:pt x="21323" y="13729"/>
                </a:cubicBezTo>
                <a:cubicBezTo>
                  <a:pt x="21212" y="13610"/>
                  <a:pt x="21067" y="13551"/>
                  <a:pt x="20922" y="13551"/>
                </a:cubicBezTo>
                <a:close/>
                <a:moveTo>
                  <a:pt x="568" y="15810"/>
                </a:moveTo>
                <a:cubicBezTo>
                  <a:pt x="423" y="15810"/>
                  <a:pt x="278" y="15869"/>
                  <a:pt x="167" y="15988"/>
                </a:cubicBezTo>
                <a:cubicBezTo>
                  <a:pt x="-55" y="16224"/>
                  <a:pt x="-55" y="16609"/>
                  <a:pt x="167" y="16846"/>
                </a:cubicBezTo>
                <a:cubicBezTo>
                  <a:pt x="389" y="17082"/>
                  <a:pt x="749" y="17082"/>
                  <a:pt x="971" y="16846"/>
                </a:cubicBezTo>
                <a:cubicBezTo>
                  <a:pt x="1193" y="16609"/>
                  <a:pt x="1193" y="16224"/>
                  <a:pt x="971" y="15988"/>
                </a:cubicBezTo>
                <a:cubicBezTo>
                  <a:pt x="860" y="15869"/>
                  <a:pt x="714" y="15810"/>
                  <a:pt x="568" y="15810"/>
                </a:cubicBezTo>
                <a:close/>
                <a:moveTo>
                  <a:pt x="2830" y="15810"/>
                </a:moveTo>
                <a:cubicBezTo>
                  <a:pt x="2685" y="15810"/>
                  <a:pt x="2539" y="15869"/>
                  <a:pt x="2428" y="15988"/>
                </a:cubicBezTo>
                <a:cubicBezTo>
                  <a:pt x="2207" y="16224"/>
                  <a:pt x="2207" y="16609"/>
                  <a:pt x="2428" y="16846"/>
                </a:cubicBezTo>
                <a:cubicBezTo>
                  <a:pt x="2650" y="17082"/>
                  <a:pt x="3011" y="17082"/>
                  <a:pt x="3232" y="16846"/>
                </a:cubicBezTo>
                <a:cubicBezTo>
                  <a:pt x="3454" y="16609"/>
                  <a:pt x="3454" y="16224"/>
                  <a:pt x="3232" y="15988"/>
                </a:cubicBezTo>
                <a:cubicBezTo>
                  <a:pt x="3121" y="15869"/>
                  <a:pt x="2975" y="15810"/>
                  <a:pt x="2830" y="15810"/>
                </a:cubicBezTo>
                <a:close/>
                <a:moveTo>
                  <a:pt x="5092" y="15810"/>
                </a:moveTo>
                <a:cubicBezTo>
                  <a:pt x="4946" y="15810"/>
                  <a:pt x="4801" y="15869"/>
                  <a:pt x="4690" y="15988"/>
                </a:cubicBezTo>
                <a:cubicBezTo>
                  <a:pt x="4468" y="16224"/>
                  <a:pt x="4468" y="16609"/>
                  <a:pt x="4690" y="16846"/>
                </a:cubicBezTo>
                <a:cubicBezTo>
                  <a:pt x="4912" y="17082"/>
                  <a:pt x="5271" y="17082"/>
                  <a:pt x="5493" y="16846"/>
                </a:cubicBezTo>
                <a:cubicBezTo>
                  <a:pt x="5715" y="16609"/>
                  <a:pt x="5715" y="16224"/>
                  <a:pt x="5493" y="15988"/>
                </a:cubicBezTo>
                <a:cubicBezTo>
                  <a:pt x="5382" y="15869"/>
                  <a:pt x="5237" y="15810"/>
                  <a:pt x="5092" y="15810"/>
                </a:cubicBezTo>
                <a:close/>
                <a:moveTo>
                  <a:pt x="7353" y="15810"/>
                </a:moveTo>
                <a:cubicBezTo>
                  <a:pt x="7208" y="15810"/>
                  <a:pt x="7063" y="15869"/>
                  <a:pt x="6952" y="15988"/>
                </a:cubicBezTo>
                <a:cubicBezTo>
                  <a:pt x="6730" y="16224"/>
                  <a:pt x="6730" y="16609"/>
                  <a:pt x="6952" y="16846"/>
                </a:cubicBezTo>
                <a:cubicBezTo>
                  <a:pt x="7173" y="17082"/>
                  <a:pt x="7533" y="17082"/>
                  <a:pt x="7755" y="16846"/>
                </a:cubicBezTo>
                <a:cubicBezTo>
                  <a:pt x="7976" y="16609"/>
                  <a:pt x="7976" y="16224"/>
                  <a:pt x="7755" y="15988"/>
                </a:cubicBezTo>
                <a:cubicBezTo>
                  <a:pt x="7644" y="15869"/>
                  <a:pt x="7498" y="15810"/>
                  <a:pt x="7353" y="15810"/>
                </a:cubicBezTo>
                <a:close/>
                <a:moveTo>
                  <a:pt x="9615" y="15810"/>
                </a:moveTo>
                <a:cubicBezTo>
                  <a:pt x="9469" y="15810"/>
                  <a:pt x="9324" y="15869"/>
                  <a:pt x="9213" y="15988"/>
                </a:cubicBezTo>
                <a:cubicBezTo>
                  <a:pt x="8991" y="16224"/>
                  <a:pt x="8991" y="16609"/>
                  <a:pt x="9213" y="16846"/>
                </a:cubicBezTo>
                <a:cubicBezTo>
                  <a:pt x="9435" y="17082"/>
                  <a:pt x="9794" y="17082"/>
                  <a:pt x="10016" y="16846"/>
                </a:cubicBezTo>
                <a:cubicBezTo>
                  <a:pt x="10238" y="16609"/>
                  <a:pt x="10238" y="16224"/>
                  <a:pt x="10016" y="15988"/>
                </a:cubicBezTo>
                <a:cubicBezTo>
                  <a:pt x="9905" y="15869"/>
                  <a:pt x="9760" y="15810"/>
                  <a:pt x="9615" y="15810"/>
                </a:cubicBezTo>
                <a:close/>
                <a:moveTo>
                  <a:pt x="11876" y="15810"/>
                </a:moveTo>
                <a:cubicBezTo>
                  <a:pt x="11731" y="15810"/>
                  <a:pt x="11585" y="15869"/>
                  <a:pt x="11474" y="15988"/>
                </a:cubicBezTo>
                <a:cubicBezTo>
                  <a:pt x="11252" y="16224"/>
                  <a:pt x="11252" y="16609"/>
                  <a:pt x="11474" y="16846"/>
                </a:cubicBezTo>
                <a:cubicBezTo>
                  <a:pt x="11696" y="17082"/>
                  <a:pt x="12056" y="17082"/>
                  <a:pt x="12278" y="16846"/>
                </a:cubicBezTo>
                <a:cubicBezTo>
                  <a:pt x="12500" y="16609"/>
                  <a:pt x="12500" y="16224"/>
                  <a:pt x="12278" y="15988"/>
                </a:cubicBezTo>
                <a:cubicBezTo>
                  <a:pt x="12167" y="15869"/>
                  <a:pt x="12022" y="15810"/>
                  <a:pt x="11876" y="15810"/>
                </a:cubicBezTo>
                <a:close/>
                <a:moveTo>
                  <a:pt x="14138" y="15810"/>
                </a:moveTo>
                <a:cubicBezTo>
                  <a:pt x="13992" y="15810"/>
                  <a:pt x="13846" y="15869"/>
                  <a:pt x="13735" y="15988"/>
                </a:cubicBezTo>
                <a:cubicBezTo>
                  <a:pt x="13514" y="16224"/>
                  <a:pt x="13514" y="16609"/>
                  <a:pt x="13735" y="16846"/>
                </a:cubicBezTo>
                <a:cubicBezTo>
                  <a:pt x="13957" y="17082"/>
                  <a:pt x="14317" y="17082"/>
                  <a:pt x="14539" y="16846"/>
                </a:cubicBezTo>
                <a:cubicBezTo>
                  <a:pt x="14761" y="16609"/>
                  <a:pt x="14761" y="16224"/>
                  <a:pt x="14539" y="15988"/>
                </a:cubicBezTo>
                <a:cubicBezTo>
                  <a:pt x="14428" y="15869"/>
                  <a:pt x="14283" y="15810"/>
                  <a:pt x="14138" y="15810"/>
                </a:cubicBezTo>
                <a:close/>
                <a:moveTo>
                  <a:pt x="16398" y="15810"/>
                </a:moveTo>
                <a:cubicBezTo>
                  <a:pt x="16253" y="15810"/>
                  <a:pt x="16108" y="15869"/>
                  <a:pt x="15997" y="15988"/>
                </a:cubicBezTo>
                <a:cubicBezTo>
                  <a:pt x="15775" y="16224"/>
                  <a:pt x="15775" y="16609"/>
                  <a:pt x="15997" y="16846"/>
                </a:cubicBezTo>
                <a:cubicBezTo>
                  <a:pt x="16219" y="17082"/>
                  <a:pt x="16579" y="17082"/>
                  <a:pt x="16801" y="16846"/>
                </a:cubicBezTo>
                <a:cubicBezTo>
                  <a:pt x="17023" y="16609"/>
                  <a:pt x="17023" y="16224"/>
                  <a:pt x="16801" y="15988"/>
                </a:cubicBezTo>
                <a:cubicBezTo>
                  <a:pt x="16690" y="15869"/>
                  <a:pt x="16544" y="15810"/>
                  <a:pt x="16398" y="15810"/>
                </a:cubicBezTo>
                <a:close/>
                <a:moveTo>
                  <a:pt x="18660" y="15810"/>
                </a:moveTo>
                <a:cubicBezTo>
                  <a:pt x="18515" y="15810"/>
                  <a:pt x="18369" y="15869"/>
                  <a:pt x="18259" y="15988"/>
                </a:cubicBezTo>
                <a:cubicBezTo>
                  <a:pt x="18037" y="16224"/>
                  <a:pt x="18037" y="16609"/>
                  <a:pt x="18259" y="16846"/>
                </a:cubicBezTo>
                <a:cubicBezTo>
                  <a:pt x="18480" y="17082"/>
                  <a:pt x="18840" y="17082"/>
                  <a:pt x="19062" y="16846"/>
                </a:cubicBezTo>
                <a:cubicBezTo>
                  <a:pt x="19283" y="16609"/>
                  <a:pt x="19283" y="16224"/>
                  <a:pt x="19062" y="15988"/>
                </a:cubicBezTo>
                <a:cubicBezTo>
                  <a:pt x="18951" y="15869"/>
                  <a:pt x="18805" y="15810"/>
                  <a:pt x="18660" y="15810"/>
                </a:cubicBezTo>
                <a:close/>
                <a:moveTo>
                  <a:pt x="20922" y="15810"/>
                </a:moveTo>
                <a:cubicBezTo>
                  <a:pt x="20776" y="15810"/>
                  <a:pt x="20631" y="15869"/>
                  <a:pt x="20520" y="15988"/>
                </a:cubicBezTo>
                <a:cubicBezTo>
                  <a:pt x="20298" y="16224"/>
                  <a:pt x="20298" y="16609"/>
                  <a:pt x="20520" y="16846"/>
                </a:cubicBezTo>
                <a:cubicBezTo>
                  <a:pt x="20742" y="17082"/>
                  <a:pt x="21101" y="17082"/>
                  <a:pt x="21323" y="16846"/>
                </a:cubicBezTo>
                <a:cubicBezTo>
                  <a:pt x="21545" y="16609"/>
                  <a:pt x="21545" y="16224"/>
                  <a:pt x="21323" y="15988"/>
                </a:cubicBezTo>
                <a:cubicBezTo>
                  <a:pt x="21212" y="15869"/>
                  <a:pt x="21067" y="15810"/>
                  <a:pt x="20922" y="15810"/>
                </a:cubicBezTo>
                <a:close/>
                <a:moveTo>
                  <a:pt x="568" y="18069"/>
                </a:moveTo>
                <a:cubicBezTo>
                  <a:pt x="423" y="18069"/>
                  <a:pt x="278" y="18128"/>
                  <a:pt x="167" y="18247"/>
                </a:cubicBezTo>
                <a:cubicBezTo>
                  <a:pt x="-55" y="18483"/>
                  <a:pt x="-55" y="18868"/>
                  <a:pt x="167" y="19104"/>
                </a:cubicBezTo>
                <a:cubicBezTo>
                  <a:pt x="389" y="19341"/>
                  <a:pt x="749" y="19341"/>
                  <a:pt x="971" y="19104"/>
                </a:cubicBezTo>
                <a:cubicBezTo>
                  <a:pt x="1193" y="18868"/>
                  <a:pt x="1193" y="18483"/>
                  <a:pt x="971" y="18247"/>
                </a:cubicBezTo>
                <a:cubicBezTo>
                  <a:pt x="860" y="18128"/>
                  <a:pt x="714" y="18069"/>
                  <a:pt x="568" y="18069"/>
                </a:cubicBezTo>
                <a:close/>
                <a:moveTo>
                  <a:pt x="2830" y="18069"/>
                </a:moveTo>
                <a:cubicBezTo>
                  <a:pt x="2685" y="18069"/>
                  <a:pt x="2539" y="18128"/>
                  <a:pt x="2428" y="18247"/>
                </a:cubicBezTo>
                <a:cubicBezTo>
                  <a:pt x="2207" y="18483"/>
                  <a:pt x="2207" y="18868"/>
                  <a:pt x="2428" y="19104"/>
                </a:cubicBezTo>
                <a:cubicBezTo>
                  <a:pt x="2650" y="19341"/>
                  <a:pt x="3011" y="19341"/>
                  <a:pt x="3232" y="19104"/>
                </a:cubicBezTo>
                <a:cubicBezTo>
                  <a:pt x="3454" y="18868"/>
                  <a:pt x="3454" y="18483"/>
                  <a:pt x="3232" y="18247"/>
                </a:cubicBezTo>
                <a:cubicBezTo>
                  <a:pt x="3121" y="18128"/>
                  <a:pt x="2975" y="18069"/>
                  <a:pt x="2830" y="18069"/>
                </a:cubicBezTo>
                <a:close/>
                <a:moveTo>
                  <a:pt x="5092" y="18069"/>
                </a:moveTo>
                <a:cubicBezTo>
                  <a:pt x="4946" y="18069"/>
                  <a:pt x="4801" y="18128"/>
                  <a:pt x="4690" y="18247"/>
                </a:cubicBezTo>
                <a:cubicBezTo>
                  <a:pt x="4468" y="18483"/>
                  <a:pt x="4468" y="18868"/>
                  <a:pt x="4690" y="19104"/>
                </a:cubicBezTo>
                <a:cubicBezTo>
                  <a:pt x="4912" y="19341"/>
                  <a:pt x="5271" y="19341"/>
                  <a:pt x="5493" y="19104"/>
                </a:cubicBezTo>
                <a:cubicBezTo>
                  <a:pt x="5715" y="18868"/>
                  <a:pt x="5715" y="18483"/>
                  <a:pt x="5493" y="18247"/>
                </a:cubicBezTo>
                <a:cubicBezTo>
                  <a:pt x="5382" y="18128"/>
                  <a:pt x="5237" y="18069"/>
                  <a:pt x="5092" y="18069"/>
                </a:cubicBezTo>
                <a:close/>
                <a:moveTo>
                  <a:pt x="7353" y="18069"/>
                </a:moveTo>
                <a:cubicBezTo>
                  <a:pt x="7208" y="18069"/>
                  <a:pt x="7063" y="18128"/>
                  <a:pt x="6952" y="18247"/>
                </a:cubicBezTo>
                <a:cubicBezTo>
                  <a:pt x="6730" y="18483"/>
                  <a:pt x="6730" y="18868"/>
                  <a:pt x="6952" y="19104"/>
                </a:cubicBezTo>
                <a:cubicBezTo>
                  <a:pt x="7173" y="19341"/>
                  <a:pt x="7533" y="19341"/>
                  <a:pt x="7755" y="19104"/>
                </a:cubicBezTo>
                <a:cubicBezTo>
                  <a:pt x="7976" y="18868"/>
                  <a:pt x="7976" y="18483"/>
                  <a:pt x="7755" y="18247"/>
                </a:cubicBezTo>
                <a:cubicBezTo>
                  <a:pt x="7644" y="18128"/>
                  <a:pt x="7498" y="18069"/>
                  <a:pt x="7353" y="18069"/>
                </a:cubicBezTo>
                <a:close/>
                <a:moveTo>
                  <a:pt x="9615" y="18069"/>
                </a:moveTo>
                <a:cubicBezTo>
                  <a:pt x="9469" y="18069"/>
                  <a:pt x="9324" y="18128"/>
                  <a:pt x="9213" y="18247"/>
                </a:cubicBezTo>
                <a:cubicBezTo>
                  <a:pt x="8991" y="18483"/>
                  <a:pt x="8991" y="18868"/>
                  <a:pt x="9213" y="19104"/>
                </a:cubicBezTo>
                <a:cubicBezTo>
                  <a:pt x="9435" y="19341"/>
                  <a:pt x="9794" y="19341"/>
                  <a:pt x="10016" y="19104"/>
                </a:cubicBezTo>
                <a:cubicBezTo>
                  <a:pt x="10238" y="18868"/>
                  <a:pt x="10238" y="18483"/>
                  <a:pt x="10016" y="18247"/>
                </a:cubicBezTo>
                <a:cubicBezTo>
                  <a:pt x="9905" y="18128"/>
                  <a:pt x="9760" y="18069"/>
                  <a:pt x="9615" y="18069"/>
                </a:cubicBezTo>
                <a:close/>
                <a:moveTo>
                  <a:pt x="11876" y="18069"/>
                </a:moveTo>
                <a:cubicBezTo>
                  <a:pt x="11731" y="18069"/>
                  <a:pt x="11585" y="18128"/>
                  <a:pt x="11474" y="18247"/>
                </a:cubicBezTo>
                <a:cubicBezTo>
                  <a:pt x="11252" y="18483"/>
                  <a:pt x="11252" y="18868"/>
                  <a:pt x="11474" y="19104"/>
                </a:cubicBezTo>
                <a:cubicBezTo>
                  <a:pt x="11696" y="19341"/>
                  <a:pt x="12056" y="19341"/>
                  <a:pt x="12278" y="19104"/>
                </a:cubicBezTo>
                <a:cubicBezTo>
                  <a:pt x="12500" y="18868"/>
                  <a:pt x="12500" y="18483"/>
                  <a:pt x="12278" y="18247"/>
                </a:cubicBezTo>
                <a:cubicBezTo>
                  <a:pt x="12167" y="18128"/>
                  <a:pt x="12022" y="18069"/>
                  <a:pt x="11876" y="18069"/>
                </a:cubicBezTo>
                <a:close/>
                <a:moveTo>
                  <a:pt x="14138" y="18069"/>
                </a:moveTo>
                <a:cubicBezTo>
                  <a:pt x="13992" y="18069"/>
                  <a:pt x="13846" y="18128"/>
                  <a:pt x="13735" y="18247"/>
                </a:cubicBezTo>
                <a:cubicBezTo>
                  <a:pt x="13514" y="18483"/>
                  <a:pt x="13514" y="18868"/>
                  <a:pt x="13735" y="19104"/>
                </a:cubicBezTo>
                <a:cubicBezTo>
                  <a:pt x="13957" y="19341"/>
                  <a:pt x="14317" y="19341"/>
                  <a:pt x="14539" y="19104"/>
                </a:cubicBezTo>
                <a:cubicBezTo>
                  <a:pt x="14761" y="18868"/>
                  <a:pt x="14761" y="18483"/>
                  <a:pt x="14539" y="18247"/>
                </a:cubicBezTo>
                <a:cubicBezTo>
                  <a:pt x="14428" y="18128"/>
                  <a:pt x="14283" y="18069"/>
                  <a:pt x="14138" y="18069"/>
                </a:cubicBezTo>
                <a:close/>
                <a:moveTo>
                  <a:pt x="16398" y="18069"/>
                </a:moveTo>
                <a:cubicBezTo>
                  <a:pt x="16253" y="18069"/>
                  <a:pt x="16108" y="18128"/>
                  <a:pt x="15997" y="18247"/>
                </a:cubicBezTo>
                <a:cubicBezTo>
                  <a:pt x="15775" y="18483"/>
                  <a:pt x="15775" y="18868"/>
                  <a:pt x="15997" y="19104"/>
                </a:cubicBezTo>
                <a:cubicBezTo>
                  <a:pt x="16219" y="19341"/>
                  <a:pt x="16579" y="19341"/>
                  <a:pt x="16801" y="19104"/>
                </a:cubicBezTo>
                <a:cubicBezTo>
                  <a:pt x="17023" y="18868"/>
                  <a:pt x="17023" y="18483"/>
                  <a:pt x="16801" y="18247"/>
                </a:cubicBezTo>
                <a:cubicBezTo>
                  <a:pt x="16690" y="18128"/>
                  <a:pt x="16544" y="18069"/>
                  <a:pt x="16398" y="18069"/>
                </a:cubicBezTo>
                <a:close/>
                <a:moveTo>
                  <a:pt x="18660" y="18069"/>
                </a:moveTo>
                <a:cubicBezTo>
                  <a:pt x="18515" y="18069"/>
                  <a:pt x="18369" y="18128"/>
                  <a:pt x="18259" y="18247"/>
                </a:cubicBezTo>
                <a:cubicBezTo>
                  <a:pt x="18037" y="18483"/>
                  <a:pt x="18037" y="18868"/>
                  <a:pt x="18259" y="19104"/>
                </a:cubicBezTo>
                <a:cubicBezTo>
                  <a:pt x="18480" y="19341"/>
                  <a:pt x="18840" y="19341"/>
                  <a:pt x="19062" y="19104"/>
                </a:cubicBezTo>
                <a:cubicBezTo>
                  <a:pt x="19283" y="18868"/>
                  <a:pt x="19283" y="18483"/>
                  <a:pt x="19062" y="18247"/>
                </a:cubicBezTo>
                <a:cubicBezTo>
                  <a:pt x="18951" y="18128"/>
                  <a:pt x="18805" y="18069"/>
                  <a:pt x="18660" y="18069"/>
                </a:cubicBezTo>
                <a:close/>
                <a:moveTo>
                  <a:pt x="20922" y="18069"/>
                </a:moveTo>
                <a:cubicBezTo>
                  <a:pt x="20776" y="18069"/>
                  <a:pt x="20631" y="18128"/>
                  <a:pt x="20520" y="18247"/>
                </a:cubicBezTo>
                <a:cubicBezTo>
                  <a:pt x="20298" y="18483"/>
                  <a:pt x="20298" y="18868"/>
                  <a:pt x="20520" y="19104"/>
                </a:cubicBezTo>
                <a:cubicBezTo>
                  <a:pt x="20742" y="19341"/>
                  <a:pt x="21101" y="19341"/>
                  <a:pt x="21323" y="19104"/>
                </a:cubicBezTo>
                <a:cubicBezTo>
                  <a:pt x="21545" y="18868"/>
                  <a:pt x="21545" y="18483"/>
                  <a:pt x="21323" y="18247"/>
                </a:cubicBezTo>
                <a:cubicBezTo>
                  <a:pt x="21212" y="18128"/>
                  <a:pt x="21067" y="18069"/>
                  <a:pt x="20922" y="18069"/>
                </a:cubicBezTo>
                <a:close/>
                <a:moveTo>
                  <a:pt x="568" y="20328"/>
                </a:moveTo>
                <a:cubicBezTo>
                  <a:pt x="423" y="20328"/>
                  <a:pt x="278" y="20387"/>
                  <a:pt x="167" y="20505"/>
                </a:cubicBezTo>
                <a:cubicBezTo>
                  <a:pt x="-55" y="20742"/>
                  <a:pt x="-55" y="21126"/>
                  <a:pt x="167" y="21363"/>
                </a:cubicBezTo>
                <a:cubicBezTo>
                  <a:pt x="389" y="21600"/>
                  <a:pt x="749" y="21600"/>
                  <a:pt x="971" y="21363"/>
                </a:cubicBezTo>
                <a:cubicBezTo>
                  <a:pt x="1193" y="21126"/>
                  <a:pt x="1193" y="20742"/>
                  <a:pt x="971" y="20505"/>
                </a:cubicBezTo>
                <a:cubicBezTo>
                  <a:pt x="860" y="20387"/>
                  <a:pt x="714" y="20328"/>
                  <a:pt x="568" y="20328"/>
                </a:cubicBezTo>
                <a:close/>
                <a:moveTo>
                  <a:pt x="2830" y="20328"/>
                </a:moveTo>
                <a:cubicBezTo>
                  <a:pt x="2685" y="20328"/>
                  <a:pt x="2539" y="20387"/>
                  <a:pt x="2428" y="20505"/>
                </a:cubicBezTo>
                <a:cubicBezTo>
                  <a:pt x="2207" y="20742"/>
                  <a:pt x="2207" y="21126"/>
                  <a:pt x="2428" y="21363"/>
                </a:cubicBezTo>
                <a:cubicBezTo>
                  <a:pt x="2650" y="21600"/>
                  <a:pt x="3011" y="21600"/>
                  <a:pt x="3232" y="21363"/>
                </a:cubicBezTo>
                <a:cubicBezTo>
                  <a:pt x="3454" y="21126"/>
                  <a:pt x="3454" y="20742"/>
                  <a:pt x="3232" y="20505"/>
                </a:cubicBezTo>
                <a:cubicBezTo>
                  <a:pt x="3121" y="20387"/>
                  <a:pt x="2975" y="20328"/>
                  <a:pt x="2830" y="20328"/>
                </a:cubicBezTo>
                <a:close/>
                <a:moveTo>
                  <a:pt x="5092" y="20328"/>
                </a:moveTo>
                <a:cubicBezTo>
                  <a:pt x="4946" y="20328"/>
                  <a:pt x="4801" y="20387"/>
                  <a:pt x="4690" y="20505"/>
                </a:cubicBezTo>
                <a:cubicBezTo>
                  <a:pt x="4468" y="20742"/>
                  <a:pt x="4468" y="21126"/>
                  <a:pt x="4690" y="21363"/>
                </a:cubicBezTo>
                <a:cubicBezTo>
                  <a:pt x="4912" y="21600"/>
                  <a:pt x="5271" y="21600"/>
                  <a:pt x="5493" y="21363"/>
                </a:cubicBezTo>
                <a:cubicBezTo>
                  <a:pt x="5715" y="21126"/>
                  <a:pt x="5715" y="20742"/>
                  <a:pt x="5493" y="20505"/>
                </a:cubicBezTo>
                <a:cubicBezTo>
                  <a:pt x="5382" y="20387"/>
                  <a:pt x="5237" y="20328"/>
                  <a:pt x="5092" y="20328"/>
                </a:cubicBezTo>
                <a:close/>
                <a:moveTo>
                  <a:pt x="7353" y="20328"/>
                </a:moveTo>
                <a:cubicBezTo>
                  <a:pt x="7208" y="20328"/>
                  <a:pt x="7063" y="20387"/>
                  <a:pt x="6952" y="20505"/>
                </a:cubicBezTo>
                <a:cubicBezTo>
                  <a:pt x="6730" y="20742"/>
                  <a:pt x="6730" y="21126"/>
                  <a:pt x="6952" y="21363"/>
                </a:cubicBezTo>
                <a:cubicBezTo>
                  <a:pt x="7173" y="21600"/>
                  <a:pt x="7533" y="21600"/>
                  <a:pt x="7755" y="21363"/>
                </a:cubicBezTo>
                <a:cubicBezTo>
                  <a:pt x="7976" y="21126"/>
                  <a:pt x="7976" y="20742"/>
                  <a:pt x="7755" y="20505"/>
                </a:cubicBezTo>
                <a:cubicBezTo>
                  <a:pt x="7644" y="20387"/>
                  <a:pt x="7498" y="20328"/>
                  <a:pt x="7353" y="20328"/>
                </a:cubicBezTo>
                <a:close/>
                <a:moveTo>
                  <a:pt x="9615" y="20328"/>
                </a:moveTo>
                <a:cubicBezTo>
                  <a:pt x="9469" y="20328"/>
                  <a:pt x="9324" y="20387"/>
                  <a:pt x="9213" y="20505"/>
                </a:cubicBezTo>
                <a:cubicBezTo>
                  <a:pt x="8991" y="20742"/>
                  <a:pt x="8991" y="21126"/>
                  <a:pt x="9213" y="21363"/>
                </a:cubicBezTo>
                <a:cubicBezTo>
                  <a:pt x="9435" y="21600"/>
                  <a:pt x="9794" y="21600"/>
                  <a:pt x="10016" y="21363"/>
                </a:cubicBezTo>
                <a:cubicBezTo>
                  <a:pt x="10238" y="21126"/>
                  <a:pt x="10238" y="20742"/>
                  <a:pt x="10016" y="20505"/>
                </a:cubicBezTo>
                <a:cubicBezTo>
                  <a:pt x="9905" y="20387"/>
                  <a:pt x="9760" y="20328"/>
                  <a:pt x="9615" y="20328"/>
                </a:cubicBezTo>
                <a:close/>
                <a:moveTo>
                  <a:pt x="11876" y="20328"/>
                </a:moveTo>
                <a:cubicBezTo>
                  <a:pt x="11731" y="20328"/>
                  <a:pt x="11585" y="20387"/>
                  <a:pt x="11474" y="20505"/>
                </a:cubicBezTo>
                <a:cubicBezTo>
                  <a:pt x="11252" y="20742"/>
                  <a:pt x="11252" y="21126"/>
                  <a:pt x="11474" y="21363"/>
                </a:cubicBezTo>
                <a:cubicBezTo>
                  <a:pt x="11696" y="21600"/>
                  <a:pt x="12056" y="21600"/>
                  <a:pt x="12278" y="21363"/>
                </a:cubicBezTo>
                <a:cubicBezTo>
                  <a:pt x="12500" y="21126"/>
                  <a:pt x="12500" y="20742"/>
                  <a:pt x="12278" y="20505"/>
                </a:cubicBezTo>
                <a:cubicBezTo>
                  <a:pt x="12167" y="20387"/>
                  <a:pt x="12022" y="20328"/>
                  <a:pt x="11876" y="20328"/>
                </a:cubicBezTo>
                <a:close/>
                <a:moveTo>
                  <a:pt x="14138" y="20328"/>
                </a:moveTo>
                <a:cubicBezTo>
                  <a:pt x="13992" y="20328"/>
                  <a:pt x="13846" y="20387"/>
                  <a:pt x="13735" y="20505"/>
                </a:cubicBezTo>
                <a:cubicBezTo>
                  <a:pt x="13514" y="20742"/>
                  <a:pt x="13514" y="21126"/>
                  <a:pt x="13735" y="21363"/>
                </a:cubicBezTo>
                <a:cubicBezTo>
                  <a:pt x="13957" y="21600"/>
                  <a:pt x="14317" y="21600"/>
                  <a:pt x="14539" y="21363"/>
                </a:cubicBezTo>
                <a:cubicBezTo>
                  <a:pt x="14761" y="21126"/>
                  <a:pt x="14761" y="20742"/>
                  <a:pt x="14539" y="20505"/>
                </a:cubicBezTo>
                <a:cubicBezTo>
                  <a:pt x="14428" y="20387"/>
                  <a:pt x="14283" y="20328"/>
                  <a:pt x="14138" y="20328"/>
                </a:cubicBezTo>
                <a:close/>
                <a:moveTo>
                  <a:pt x="16398" y="20328"/>
                </a:moveTo>
                <a:cubicBezTo>
                  <a:pt x="16253" y="20328"/>
                  <a:pt x="16108" y="20387"/>
                  <a:pt x="15997" y="20505"/>
                </a:cubicBezTo>
                <a:cubicBezTo>
                  <a:pt x="15775" y="20742"/>
                  <a:pt x="15775" y="21126"/>
                  <a:pt x="15997" y="21363"/>
                </a:cubicBezTo>
                <a:cubicBezTo>
                  <a:pt x="16219" y="21600"/>
                  <a:pt x="16579" y="21600"/>
                  <a:pt x="16801" y="21363"/>
                </a:cubicBezTo>
                <a:cubicBezTo>
                  <a:pt x="17023" y="21126"/>
                  <a:pt x="17023" y="20742"/>
                  <a:pt x="16801" y="20505"/>
                </a:cubicBezTo>
                <a:cubicBezTo>
                  <a:pt x="16690" y="20387"/>
                  <a:pt x="16544" y="20328"/>
                  <a:pt x="16398" y="20328"/>
                </a:cubicBezTo>
                <a:close/>
                <a:moveTo>
                  <a:pt x="18660" y="20328"/>
                </a:moveTo>
                <a:cubicBezTo>
                  <a:pt x="18515" y="20328"/>
                  <a:pt x="18369" y="20387"/>
                  <a:pt x="18259" y="20505"/>
                </a:cubicBezTo>
                <a:cubicBezTo>
                  <a:pt x="18037" y="20742"/>
                  <a:pt x="18037" y="21126"/>
                  <a:pt x="18259" y="21363"/>
                </a:cubicBezTo>
                <a:cubicBezTo>
                  <a:pt x="18480" y="21600"/>
                  <a:pt x="18840" y="21600"/>
                  <a:pt x="19062" y="21363"/>
                </a:cubicBezTo>
                <a:cubicBezTo>
                  <a:pt x="19283" y="21126"/>
                  <a:pt x="19283" y="20742"/>
                  <a:pt x="19062" y="20505"/>
                </a:cubicBezTo>
                <a:cubicBezTo>
                  <a:pt x="18951" y="20387"/>
                  <a:pt x="18805" y="20328"/>
                  <a:pt x="18660" y="20328"/>
                </a:cubicBezTo>
                <a:close/>
                <a:moveTo>
                  <a:pt x="20922" y="20328"/>
                </a:moveTo>
                <a:cubicBezTo>
                  <a:pt x="20776" y="20328"/>
                  <a:pt x="20631" y="20387"/>
                  <a:pt x="20520" y="20505"/>
                </a:cubicBezTo>
                <a:cubicBezTo>
                  <a:pt x="20298" y="20742"/>
                  <a:pt x="20298" y="21126"/>
                  <a:pt x="20520" y="21363"/>
                </a:cubicBezTo>
                <a:cubicBezTo>
                  <a:pt x="20742" y="21600"/>
                  <a:pt x="21101" y="21600"/>
                  <a:pt x="21323" y="21363"/>
                </a:cubicBezTo>
                <a:cubicBezTo>
                  <a:pt x="21545" y="21126"/>
                  <a:pt x="21545" y="20742"/>
                  <a:pt x="21323" y="20505"/>
                </a:cubicBezTo>
                <a:cubicBezTo>
                  <a:pt x="21212" y="20387"/>
                  <a:pt x="21067" y="20328"/>
                  <a:pt x="20922" y="20328"/>
                </a:cubicBezTo>
                <a:close/>
              </a:path>
            </a:pathLst>
          </a:custGeom>
          <a:solidFill>
            <a:schemeClr val="tx1">
              <a:alpha val="2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1528703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>
                <a:solidFill>
                  <a:srgbClr val="FFFFFF"/>
                </a:solidFill>
                <a:latin typeface="+mn-lt"/>
                <a:ea typeface="+mn-ea"/>
                <a:cs typeface="+mn-cs"/>
                <a:sym typeface="Poppins Medium"/>
              </a:defRPr>
            </a:pPr>
            <a:endParaRPr kumimoji="0" sz="5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Poppins Medium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43F076E3-EB70-402B-B64C-75E187009240}"/>
              </a:ext>
            </a:extLst>
          </p:cNvPr>
          <p:cNvGrpSpPr/>
          <p:nvPr/>
        </p:nvGrpSpPr>
        <p:grpSpPr>
          <a:xfrm>
            <a:off x="2245613" y="9065620"/>
            <a:ext cx="2366774" cy="186065"/>
            <a:chOff x="2219965" y="9065620"/>
            <a:chExt cx="2366774" cy="186065"/>
          </a:xfrm>
        </p:grpSpPr>
        <p:sp>
          <p:nvSpPr>
            <p:cNvPr id="601" name="Text Box 53">
              <a:extLst>
                <a:ext uri="{FF2B5EF4-FFF2-40B4-BE49-F238E27FC236}">
                  <a16:creationId xmlns:a16="http://schemas.microsoft.com/office/drawing/2014/main" id="{A9A2F573-8C5A-4E7E-B66C-D9FCF3C19015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3321969" y="9081708"/>
              <a:ext cx="1264770" cy="1538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CC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bg1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 marL="177800" indent="-177800" defTabSz="793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1028700" indent="-457200" defTabSz="793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668463" indent="-454025" defTabSz="793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2317750" indent="-458788" defTabSz="793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965450" indent="-457200" defTabSz="793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34226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38798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43370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4794250" indent="-457200" defTabSz="79375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+mn-cs"/>
                </a:rPr>
                <a:t>업체명</a:t>
              </a:r>
              <a:r>
                <a:rPr kumimoji="1" lang="en-US" altLang="ko-KR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+mn-cs"/>
                </a:rPr>
                <a:t>: (</a:t>
              </a:r>
              <a:r>
                <a:rPr kumimoji="1" lang="ko-KR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+mn-cs"/>
                </a:rPr>
                <a:t>주</a:t>
              </a:r>
              <a:r>
                <a:rPr kumimoji="1" lang="en-US" altLang="ko-KR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+mn-cs"/>
                </a:rPr>
                <a:t>)</a:t>
              </a:r>
              <a:r>
                <a:rPr kumimoji="1" lang="ko-KR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+mn-cs"/>
                </a:rPr>
                <a:t>서희 </a:t>
              </a:r>
              <a:r>
                <a:rPr kumimoji="1" lang="en-US" altLang="ko-KR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+mn-cs"/>
                </a:rPr>
                <a:t>Design</a:t>
              </a:r>
              <a:endParaRPr kumimoji="1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+mn-cs"/>
              </a:endParaRPr>
            </a:p>
          </p:txBody>
        </p:sp>
        <p:grpSp>
          <p:nvGrpSpPr>
            <p:cNvPr id="624" name="그룹 623">
              <a:extLst>
                <a:ext uri="{FF2B5EF4-FFF2-40B4-BE49-F238E27FC236}">
                  <a16:creationId xmlns:a16="http://schemas.microsoft.com/office/drawing/2014/main" id="{6C4894A2-FCFE-45EF-8D94-620038353C4D}"/>
                </a:ext>
              </a:extLst>
            </p:cNvPr>
            <p:cNvGrpSpPr/>
            <p:nvPr/>
          </p:nvGrpSpPr>
          <p:grpSpPr>
            <a:xfrm>
              <a:off x="2219965" y="9065620"/>
              <a:ext cx="942382" cy="186065"/>
              <a:chOff x="728700" y="7676979"/>
              <a:chExt cx="942382" cy="186065"/>
            </a:xfrm>
          </p:grpSpPr>
          <p:sp>
            <p:nvSpPr>
              <p:cNvPr id="625" name="任意形状 1136">
                <a:extLst>
                  <a:ext uri="{FF2B5EF4-FFF2-40B4-BE49-F238E27FC236}">
                    <a16:creationId xmlns:a16="http://schemas.microsoft.com/office/drawing/2014/main" id="{F594BBEB-128C-4DED-B5FE-5C54DDE68DBC}"/>
                  </a:ext>
                </a:extLst>
              </p:cNvPr>
              <p:cNvSpPr/>
              <p:nvPr/>
            </p:nvSpPr>
            <p:spPr>
              <a:xfrm>
                <a:off x="728700" y="7680698"/>
                <a:ext cx="182346" cy="18234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1880" y="9720"/>
                    </a:moveTo>
                    <a:lnTo>
                      <a:pt x="11880" y="4320"/>
                    </a:lnTo>
                    <a:lnTo>
                      <a:pt x="6480" y="11880"/>
                    </a:lnTo>
                    <a:lnTo>
                      <a:pt x="9720" y="11880"/>
                    </a:lnTo>
                    <a:lnTo>
                      <a:pt x="9720" y="17280"/>
                    </a:lnTo>
                    <a:lnTo>
                      <a:pt x="15120" y="9720"/>
                    </a:lnTo>
                    <a:lnTo>
                      <a:pt x="11880" y="9720"/>
                    </a:lnTo>
                    <a:close/>
                    <a:moveTo>
                      <a:pt x="10800" y="21600"/>
                    </a:moveTo>
                    <a:cubicBezTo>
                      <a:pt x="4835" y="21600"/>
                      <a:pt x="0" y="16765"/>
                      <a:pt x="0" y="10800"/>
                    </a:cubicBez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+mn-cs"/>
                </a:endParaRPr>
              </a:p>
            </p:txBody>
          </p:sp>
          <p:sp>
            <p:nvSpPr>
              <p:cNvPr id="626" name="Text Box 53">
                <a:extLst>
                  <a:ext uri="{FF2B5EF4-FFF2-40B4-BE49-F238E27FC236}">
                    <a16:creationId xmlns:a16="http://schemas.microsoft.com/office/drawing/2014/main" id="{AAECADB2-A3E7-4A80-A25F-01BD107CE8AB}"/>
                  </a:ext>
                </a:extLst>
              </p:cNvPr>
              <p:cNvSpPr txBox="1">
                <a:spLocks noChangeArrowheads="1"/>
              </p:cNvSpPr>
              <p:nvPr/>
            </p:nvSpPr>
            <p:spPr bwMode="gray">
              <a:xfrm>
                <a:off x="944921" y="7676979"/>
                <a:ext cx="726161" cy="1692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CC99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7961" dir="2700000" algn="ctr" rotWithShape="0">
                        <a:schemeClr val="bg1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marL="177800" indent="-177800" defTabSz="79375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1028700" indent="-457200" defTabSz="79375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668463" indent="-454025" defTabSz="79375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2317750" indent="-458788" defTabSz="79375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965450" indent="-457200" defTabSz="79375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3422650" indent="-457200" defTabSz="793750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3879850" indent="-457200" defTabSz="793750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4337050" indent="-457200" defTabSz="793750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4794250" indent="-457200" defTabSz="793750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ko-KR" sz="1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" panose="02000503000000020004" pitchFamily="50" charset="-127"/>
                    <a:ea typeface="10X10 Bold" panose="020D0604000000000000" pitchFamily="50" charset="-127"/>
                    <a:cs typeface="Pretendard" panose="02000503000000020004" pitchFamily="50" charset="-127"/>
                  </a:rPr>
                  <a:t>YOUR</a:t>
                </a:r>
                <a:r>
                  <a:rPr kumimoji="1" lang="en-US" altLang="ko-KR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" panose="02000503000000020004" pitchFamily="50" charset="-127"/>
                    <a:ea typeface="나눔명조" panose="02020603020101020101" pitchFamily="18" charset="-127"/>
                    <a:cs typeface="Pretendard" panose="02000503000000020004" pitchFamily="50" charset="-127"/>
                  </a:rPr>
                  <a:t>LOGO</a:t>
                </a:r>
              </a:p>
            </p:txBody>
          </p:sp>
        </p:grp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DABAD509-A162-49AC-8E36-6BAF921DF2AB}"/>
              </a:ext>
            </a:extLst>
          </p:cNvPr>
          <p:cNvGrpSpPr/>
          <p:nvPr/>
        </p:nvGrpSpPr>
        <p:grpSpPr>
          <a:xfrm>
            <a:off x="1966260" y="3620852"/>
            <a:ext cx="3021661" cy="1918858"/>
            <a:chOff x="1966260" y="3430186"/>
            <a:chExt cx="3021661" cy="1918858"/>
          </a:xfrm>
        </p:grpSpPr>
        <p:sp>
          <p:nvSpPr>
            <p:cNvPr id="636" name="제목 1">
              <a:extLst>
                <a:ext uri="{FF2B5EF4-FFF2-40B4-BE49-F238E27FC236}">
                  <a16:creationId xmlns:a16="http://schemas.microsoft.com/office/drawing/2014/main" id="{EFE3E4DD-5F54-44B4-92E2-65D2480D212D}"/>
                </a:ext>
              </a:extLst>
            </p:cNvPr>
            <p:cNvSpPr txBox="1">
              <a:spLocks/>
            </p:cNvSpPr>
            <p:nvPr/>
          </p:nvSpPr>
          <p:spPr>
            <a:xfrm flipH="1">
              <a:off x="1966260" y="3996281"/>
              <a:ext cx="3021661" cy="830997"/>
            </a:xfrm>
            <a:prstGeom prst="rect">
              <a:avLst/>
            </a:prstGeom>
            <a:noFill/>
            <a:effectLst/>
          </p:spPr>
          <p:txBody>
            <a:bodyPr wrap="none" lIns="0" tIns="0" rIns="0" bIns="0" rtlCol="0" anchor="ctr">
              <a:spAutoFit/>
            </a:bodyPr>
            <a:lstStyle>
              <a:lvl1pPr algn="ctr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buNone/>
                <a:defRPr lang="ko-KR" altLang="en-US" sz="2800" kern="1200" dirty="0">
                  <a:gradFill>
                    <a:gsLst>
                      <a:gs pos="52000">
                        <a:schemeClr val="tx1">
                          <a:lumMod val="90000"/>
                          <a:lumOff val="10000"/>
                        </a:schemeClr>
                      </a:gs>
                      <a:gs pos="2000">
                        <a:schemeClr val="tx1">
                          <a:lumMod val="90000"/>
                          <a:lumOff val="10000"/>
                        </a:schemeClr>
                      </a:gs>
                    </a:gsLst>
                    <a:lin ang="5400000" scaled="1"/>
                  </a:gradFill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5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54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+mn-cs"/>
                </a:rPr>
                <a:t>감사합니다</a:t>
              </a:r>
            </a:p>
          </p:txBody>
        </p:sp>
        <p:sp>
          <p:nvSpPr>
            <p:cNvPr id="637" name="제목 1">
              <a:extLst>
                <a:ext uri="{FF2B5EF4-FFF2-40B4-BE49-F238E27FC236}">
                  <a16:creationId xmlns:a16="http://schemas.microsoft.com/office/drawing/2014/main" id="{32C904B6-290B-4DF6-A6BE-90695F7D5091}"/>
                </a:ext>
              </a:extLst>
            </p:cNvPr>
            <p:cNvSpPr txBox="1">
              <a:spLocks/>
            </p:cNvSpPr>
            <p:nvPr/>
          </p:nvSpPr>
          <p:spPr>
            <a:xfrm flipH="1">
              <a:off x="2042407" y="5133600"/>
              <a:ext cx="2773196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  <a:scene3d>
                <a:camera prst="orthographicFront"/>
                <a:lightRig rig="threePt" dir="t"/>
              </a:scene3d>
              <a:sp3d>
                <a:bevelT w="0" h="0"/>
                <a:bevelB w="0" h="0"/>
              </a:sp3d>
            </a:bodyPr>
            <a:lstStyle>
              <a:lvl1pPr algn="ctr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buNone/>
                <a:defRPr lang="ko-KR" altLang="en-US" sz="2800" kern="1200" dirty="0">
                  <a:gradFill>
                    <a:gsLst>
                      <a:gs pos="52000">
                        <a:schemeClr val="tx1">
                          <a:lumMod val="90000"/>
                          <a:lumOff val="10000"/>
                        </a:schemeClr>
                      </a:gs>
                      <a:gs pos="2000">
                        <a:schemeClr val="tx1">
                          <a:lumMod val="90000"/>
                          <a:lumOff val="10000"/>
                        </a:schemeClr>
                      </a:gs>
                    </a:gsLst>
                    <a:lin ang="5400000" scaled="1"/>
                  </a:gradFill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defRPr>
              </a:lvl1pPr>
            </a:lstStyle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212E37"/>
                  </a:solidFill>
                  <a:effectLst/>
                  <a:uLnTx/>
                  <a:uFillTx/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사업 수행에 대한 키워드를 입력하세요</a:t>
              </a:r>
              <a:r>
                <a:rPr kumimoji="0" lang="en-US" altLang="ko-KR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212E37"/>
                  </a:solidFill>
                  <a:effectLst/>
                  <a:uLnTx/>
                  <a:uFillTx/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!</a:t>
              </a:r>
              <a:endPara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12E37"/>
                </a:solidFill>
                <a:effectLst/>
                <a:uLnTx/>
                <a:uFillTx/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endParaRPr>
            </a:p>
          </p:txBody>
        </p:sp>
        <p:sp>
          <p:nvSpPr>
            <p:cNvPr id="638" name="사각형: 둥근 모서리 637">
              <a:extLst>
                <a:ext uri="{FF2B5EF4-FFF2-40B4-BE49-F238E27FC236}">
                  <a16:creationId xmlns:a16="http://schemas.microsoft.com/office/drawing/2014/main" id="{86D8A301-5038-4384-9AD2-86CBD26F42DD}"/>
                </a:ext>
              </a:extLst>
            </p:cNvPr>
            <p:cNvSpPr/>
            <p:nvPr/>
          </p:nvSpPr>
          <p:spPr>
            <a:xfrm>
              <a:off x="2025000" y="4860385"/>
              <a:ext cx="2808000" cy="72000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3175">
              <a:noFill/>
            </a:ln>
            <a:effectLst>
              <a:outerShdw blurRad="101600" dist="38100" dir="5400000" algn="t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+mn-cs"/>
              </a:endParaRPr>
            </a:p>
          </p:txBody>
        </p:sp>
        <p:sp>
          <p:nvSpPr>
            <p:cNvPr id="643" name="TextBox 642">
              <a:extLst>
                <a:ext uri="{FF2B5EF4-FFF2-40B4-BE49-F238E27FC236}">
                  <a16:creationId xmlns:a16="http://schemas.microsoft.com/office/drawing/2014/main" id="{42DD757E-8E1F-4518-8C6B-20C4EC864F07}"/>
                </a:ext>
              </a:extLst>
            </p:cNvPr>
            <p:cNvSpPr txBox="1"/>
            <p:nvPr/>
          </p:nvSpPr>
          <p:spPr>
            <a:xfrm>
              <a:off x="2669923" y="3430186"/>
              <a:ext cx="1518155" cy="360000"/>
            </a:xfrm>
            <a:prstGeom prst="roundRect">
              <a:avLst>
                <a:gd name="adj" fmla="val 50000"/>
              </a:avLst>
            </a:prstGeom>
            <a:solidFill>
              <a:srgbClr val="212E37"/>
            </a:solidFill>
          </p:spPr>
          <p:txBody>
            <a:bodyPr wrap="none" lIns="108000" tIns="0" rIns="108000" bIns="0" rtlCol="0" anchor="ctr">
              <a:noAutofit/>
            </a:bodyPr>
            <a:lstStyle>
              <a:defPPr>
                <a:defRPr lang="en-US"/>
              </a:defPPr>
              <a:lvl1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1" b="0" i="0" u="none" strike="noStrike" cap="none" spc="0" normalizeH="0" baseline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defRPr>
              </a:lvl1pPr>
            </a:lstStyle>
            <a:p>
              <a:r>
                <a:rPr lang="en-US" altLang="ko-KR" dirty="0"/>
                <a:t>PPT</a:t>
              </a:r>
              <a:r>
                <a:rPr lang="ko-KR" altLang="en-US" dirty="0"/>
                <a:t>템플릿</a:t>
              </a:r>
            </a:p>
          </p:txBody>
        </p: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2FF2009D-155E-FF50-5186-1DA30ABFC593}"/>
              </a:ext>
            </a:extLst>
          </p:cNvPr>
          <p:cNvGrpSpPr/>
          <p:nvPr/>
        </p:nvGrpSpPr>
        <p:grpSpPr>
          <a:xfrm>
            <a:off x="0" y="0"/>
            <a:ext cx="108000" cy="9906000"/>
            <a:chOff x="0" y="0"/>
            <a:chExt cx="144000" cy="9906000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7133FE5C-BA3F-122C-D07A-606427F9A301}"/>
                </a:ext>
              </a:extLst>
            </p:cNvPr>
            <p:cNvSpPr/>
            <p:nvPr/>
          </p:nvSpPr>
          <p:spPr>
            <a:xfrm>
              <a:off x="0" y="0"/>
              <a:ext cx="144000" cy="1656000"/>
            </a:xfrm>
            <a:prstGeom prst="rect">
              <a:avLst/>
            </a:prstGeom>
            <a:solidFill>
              <a:srgbClr val="019B8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2FFA8D32-893D-C936-EA8E-3BF5C06AEC44}"/>
                </a:ext>
              </a:extLst>
            </p:cNvPr>
            <p:cNvSpPr/>
            <p:nvPr/>
          </p:nvSpPr>
          <p:spPr>
            <a:xfrm>
              <a:off x="0" y="1650000"/>
              <a:ext cx="144000" cy="1656000"/>
            </a:xfrm>
            <a:prstGeom prst="rect">
              <a:avLst/>
            </a:prstGeom>
            <a:solidFill>
              <a:srgbClr val="87AE1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2D3F0450-2CD1-C8CB-4894-9E22F18AB4B5}"/>
                </a:ext>
              </a:extLst>
            </p:cNvPr>
            <p:cNvSpPr/>
            <p:nvPr/>
          </p:nvSpPr>
          <p:spPr>
            <a:xfrm>
              <a:off x="0" y="3300000"/>
              <a:ext cx="144000" cy="1656000"/>
            </a:xfrm>
            <a:prstGeom prst="rect">
              <a:avLst/>
            </a:prstGeom>
            <a:solidFill>
              <a:srgbClr val="F7AC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5C210BEB-27A2-565C-C84D-86A49C9F282C}"/>
                </a:ext>
              </a:extLst>
            </p:cNvPr>
            <p:cNvSpPr/>
            <p:nvPr/>
          </p:nvSpPr>
          <p:spPr>
            <a:xfrm>
              <a:off x="0" y="4950000"/>
              <a:ext cx="144000" cy="1656000"/>
            </a:xfrm>
            <a:prstGeom prst="rect">
              <a:avLst/>
            </a:prstGeom>
            <a:solidFill>
              <a:srgbClr val="E752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FD77482A-D548-0DF3-9C41-8D5E024282EC}"/>
                </a:ext>
              </a:extLst>
            </p:cNvPr>
            <p:cNvSpPr/>
            <p:nvPr/>
          </p:nvSpPr>
          <p:spPr>
            <a:xfrm>
              <a:off x="0" y="6600000"/>
              <a:ext cx="144000" cy="1656000"/>
            </a:xfrm>
            <a:prstGeom prst="rect">
              <a:avLst/>
            </a:prstGeom>
            <a:solidFill>
              <a:srgbClr val="C9196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B98FDEE3-3338-61E2-3426-FF89B7462498}"/>
                </a:ext>
              </a:extLst>
            </p:cNvPr>
            <p:cNvSpPr/>
            <p:nvPr/>
          </p:nvSpPr>
          <p:spPr>
            <a:xfrm>
              <a:off x="0" y="8250000"/>
              <a:ext cx="144000" cy="1656000"/>
            </a:xfrm>
            <a:prstGeom prst="rect">
              <a:avLst/>
            </a:prstGeom>
            <a:solidFill>
              <a:srgbClr val="4E1E4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78044E27-B98B-9294-F761-A8867B6C0E30}"/>
              </a:ext>
            </a:extLst>
          </p:cNvPr>
          <p:cNvGrpSpPr/>
          <p:nvPr/>
        </p:nvGrpSpPr>
        <p:grpSpPr>
          <a:xfrm>
            <a:off x="6750000" y="0"/>
            <a:ext cx="108000" cy="1964668"/>
            <a:chOff x="0" y="0"/>
            <a:chExt cx="144000" cy="9906000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20ACAA4E-F59D-26FF-C6F8-CC22E03A89E9}"/>
                </a:ext>
              </a:extLst>
            </p:cNvPr>
            <p:cNvSpPr/>
            <p:nvPr/>
          </p:nvSpPr>
          <p:spPr>
            <a:xfrm>
              <a:off x="0" y="0"/>
              <a:ext cx="144000" cy="1656000"/>
            </a:xfrm>
            <a:prstGeom prst="rect">
              <a:avLst/>
            </a:prstGeom>
            <a:solidFill>
              <a:srgbClr val="019B8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A811E459-B171-FB6C-FEF6-08865F88C820}"/>
                </a:ext>
              </a:extLst>
            </p:cNvPr>
            <p:cNvSpPr/>
            <p:nvPr/>
          </p:nvSpPr>
          <p:spPr>
            <a:xfrm>
              <a:off x="0" y="1650000"/>
              <a:ext cx="144000" cy="1656000"/>
            </a:xfrm>
            <a:prstGeom prst="rect">
              <a:avLst/>
            </a:prstGeom>
            <a:solidFill>
              <a:srgbClr val="87AE1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6DC95862-B326-D7EE-0D4D-0288FFFF7171}"/>
                </a:ext>
              </a:extLst>
            </p:cNvPr>
            <p:cNvSpPr/>
            <p:nvPr/>
          </p:nvSpPr>
          <p:spPr>
            <a:xfrm>
              <a:off x="0" y="3300000"/>
              <a:ext cx="144000" cy="1656000"/>
            </a:xfrm>
            <a:prstGeom prst="rect">
              <a:avLst/>
            </a:prstGeom>
            <a:solidFill>
              <a:srgbClr val="F7AC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2FAB2ABD-C08A-70E5-E0ED-317B90D2F267}"/>
                </a:ext>
              </a:extLst>
            </p:cNvPr>
            <p:cNvSpPr/>
            <p:nvPr/>
          </p:nvSpPr>
          <p:spPr>
            <a:xfrm>
              <a:off x="0" y="4950000"/>
              <a:ext cx="144000" cy="1656000"/>
            </a:xfrm>
            <a:prstGeom prst="rect">
              <a:avLst/>
            </a:prstGeom>
            <a:solidFill>
              <a:srgbClr val="E752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567503FB-9742-3840-6847-BE07EDDB6A56}"/>
                </a:ext>
              </a:extLst>
            </p:cNvPr>
            <p:cNvSpPr/>
            <p:nvPr/>
          </p:nvSpPr>
          <p:spPr>
            <a:xfrm>
              <a:off x="0" y="6600000"/>
              <a:ext cx="144000" cy="1656000"/>
            </a:xfrm>
            <a:prstGeom prst="rect">
              <a:avLst/>
            </a:prstGeom>
            <a:solidFill>
              <a:srgbClr val="C9196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873DBD13-A0CF-C4C4-4738-E973D18AA91E}"/>
                </a:ext>
              </a:extLst>
            </p:cNvPr>
            <p:cNvSpPr/>
            <p:nvPr/>
          </p:nvSpPr>
          <p:spPr>
            <a:xfrm>
              <a:off x="0" y="8250000"/>
              <a:ext cx="144000" cy="1656000"/>
            </a:xfrm>
            <a:prstGeom prst="rect">
              <a:avLst/>
            </a:prstGeom>
            <a:solidFill>
              <a:srgbClr val="4E1E4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</p:grpSp>
      <p:sp>
        <p:nvSpPr>
          <p:cNvPr id="20" name="Shape">
            <a:extLst>
              <a:ext uri="{FF2B5EF4-FFF2-40B4-BE49-F238E27FC236}">
                <a16:creationId xmlns:a16="http://schemas.microsoft.com/office/drawing/2014/main" id="{EB90B7B6-B5F2-E9C3-5472-FD478F3DEBBA}"/>
              </a:ext>
            </a:extLst>
          </p:cNvPr>
          <p:cNvSpPr/>
          <p:nvPr/>
        </p:nvSpPr>
        <p:spPr>
          <a:xfrm>
            <a:off x="2494842" y="6366291"/>
            <a:ext cx="1868316" cy="175506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89" h="21541" extrusionOk="0">
                <a:moveTo>
                  <a:pt x="568" y="0"/>
                </a:moveTo>
                <a:cubicBezTo>
                  <a:pt x="423" y="0"/>
                  <a:pt x="278" y="59"/>
                  <a:pt x="167" y="178"/>
                </a:cubicBezTo>
                <a:cubicBezTo>
                  <a:pt x="-55" y="415"/>
                  <a:pt x="-55" y="799"/>
                  <a:pt x="167" y="1036"/>
                </a:cubicBezTo>
                <a:cubicBezTo>
                  <a:pt x="389" y="1272"/>
                  <a:pt x="749" y="1272"/>
                  <a:pt x="971" y="1036"/>
                </a:cubicBezTo>
                <a:cubicBezTo>
                  <a:pt x="1193" y="799"/>
                  <a:pt x="1193" y="415"/>
                  <a:pt x="971" y="178"/>
                </a:cubicBezTo>
                <a:cubicBezTo>
                  <a:pt x="860" y="59"/>
                  <a:pt x="714" y="0"/>
                  <a:pt x="568" y="0"/>
                </a:cubicBezTo>
                <a:close/>
                <a:moveTo>
                  <a:pt x="2830" y="0"/>
                </a:moveTo>
                <a:cubicBezTo>
                  <a:pt x="2685" y="0"/>
                  <a:pt x="2539" y="59"/>
                  <a:pt x="2428" y="178"/>
                </a:cubicBezTo>
                <a:cubicBezTo>
                  <a:pt x="2207" y="415"/>
                  <a:pt x="2207" y="799"/>
                  <a:pt x="2428" y="1036"/>
                </a:cubicBezTo>
                <a:cubicBezTo>
                  <a:pt x="2650" y="1272"/>
                  <a:pt x="3011" y="1272"/>
                  <a:pt x="3232" y="1036"/>
                </a:cubicBezTo>
                <a:cubicBezTo>
                  <a:pt x="3454" y="799"/>
                  <a:pt x="3454" y="415"/>
                  <a:pt x="3232" y="178"/>
                </a:cubicBezTo>
                <a:cubicBezTo>
                  <a:pt x="3121" y="59"/>
                  <a:pt x="2975" y="0"/>
                  <a:pt x="2830" y="0"/>
                </a:cubicBezTo>
                <a:close/>
                <a:moveTo>
                  <a:pt x="5092" y="0"/>
                </a:moveTo>
                <a:cubicBezTo>
                  <a:pt x="4946" y="0"/>
                  <a:pt x="4801" y="59"/>
                  <a:pt x="4690" y="178"/>
                </a:cubicBezTo>
                <a:cubicBezTo>
                  <a:pt x="4468" y="415"/>
                  <a:pt x="4468" y="799"/>
                  <a:pt x="4690" y="1036"/>
                </a:cubicBezTo>
                <a:cubicBezTo>
                  <a:pt x="4912" y="1272"/>
                  <a:pt x="5271" y="1272"/>
                  <a:pt x="5493" y="1036"/>
                </a:cubicBezTo>
                <a:cubicBezTo>
                  <a:pt x="5715" y="799"/>
                  <a:pt x="5715" y="415"/>
                  <a:pt x="5493" y="178"/>
                </a:cubicBezTo>
                <a:cubicBezTo>
                  <a:pt x="5382" y="59"/>
                  <a:pt x="5237" y="0"/>
                  <a:pt x="5092" y="0"/>
                </a:cubicBezTo>
                <a:close/>
                <a:moveTo>
                  <a:pt x="7353" y="0"/>
                </a:moveTo>
                <a:cubicBezTo>
                  <a:pt x="7208" y="0"/>
                  <a:pt x="7063" y="59"/>
                  <a:pt x="6952" y="178"/>
                </a:cubicBezTo>
                <a:cubicBezTo>
                  <a:pt x="6730" y="415"/>
                  <a:pt x="6730" y="799"/>
                  <a:pt x="6952" y="1036"/>
                </a:cubicBezTo>
                <a:cubicBezTo>
                  <a:pt x="7173" y="1272"/>
                  <a:pt x="7533" y="1272"/>
                  <a:pt x="7755" y="1036"/>
                </a:cubicBezTo>
                <a:cubicBezTo>
                  <a:pt x="7976" y="799"/>
                  <a:pt x="7976" y="415"/>
                  <a:pt x="7755" y="178"/>
                </a:cubicBezTo>
                <a:cubicBezTo>
                  <a:pt x="7644" y="59"/>
                  <a:pt x="7498" y="0"/>
                  <a:pt x="7353" y="0"/>
                </a:cubicBezTo>
                <a:close/>
                <a:moveTo>
                  <a:pt x="9615" y="0"/>
                </a:moveTo>
                <a:cubicBezTo>
                  <a:pt x="9469" y="0"/>
                  <a:pt x="9324" y="59"/>
                  <a:pt x="9213" y="178"/>
                </a:cubicBezTo>
                <a:cubicBezTo>
                  <a:pt x="8991" y="415"/>
                  <a:pt x="8991" y="799"/>
                  <a:pt x="9213" y="1036"/>
                </a:cubicBezTo>
                <a:cubicBezTo>
                  <a:pt x="9435" y="1272"/>
                  <a:pt x="9794" y="1272"/>
                  <a:pt x="10016" y="1036"/>
                </a:cubicBezTo>
                <a:cubicBezTo>
                  <a:pt x="10238" y="799"/>
                  <a:pt x="10238" y="415"/>
                  <a:pt x="10016" y="178"/>
                </a:cubicBezTo>
                <a:cubicBezTo>
                  <a:pt x="9905" y="59"/>
                  <a:pt x="9760" y="0"/>
                  <a:pt x="9615" y="0"/>
                </a:cubicBezTo>
                <a:close/>
                <a:moveTo>
                  <a:pt x="11876" y="0"/>
                </a:moveTo>
                <a:cubicBezTo>
                  <a:pt x="11731" y="0"/>
                  <a:pt x="11585" y="59"/>
                  <a:pt x="11474" y="178"/>
                </a:cubicBezTo>
                <a:cubicBezTo>
                  <a:pt x="11252" y="415"/>
                  <a:pt x="11252" y="799"/>
                  <a:pt x="11474" y="1036"/>
                </a:cubicBezTo>
                <a:cubicBezTo>
                  <a:pt x="11696" y="1272"/>
                  <a:pt x="12056" y="1272"/>
                  <a:pt x="12278" y="1036"/>
                </a:cubicBezTo>
                <a:cubicBezTo>
                  <a:pt x="12500" y="799"/>
                  <a:pt x="12500" y="415"/>
                  <a:pt x="12278" y="178"/>
                </a:cubicBezTo>
                <a:cubicBezTo>
                  <a:pt x="12167" y="59"/>
                  <a:pt x="12022" y="0"/>
                  <a:pt x="11876" y="0"/>
                </a:cubicBezTo>
                <a:close/>
                <a:moveTo>
                  <a:pt x="14138" y="0"/>
                </a:moveTo>
                <a:cubicBezTo>
                  <a:pt x="13992" y="0"/>
                  <a:pt x="13846" y="59"/>
                  <a:pt x="13735" y="178"/>
                </a:cubicBezTo>
                <a:cubicBezTo>
                  <a:pt x="13514" y="415"/>
                  <a:pt x="13514" y="799"/>
                  <a:pt x="13735" y="1036"/>
                </a:cubicBezTo>
                <a:cubicBezTo>
                  <a:pt x="13957" y="1272"/>
                  <a:pt x="14317" y="1272"/>
                  <a:pt x="14539" y="1036"/>
                </a:cubicBezTo>
                <a:cubicBezTo>
                  <a:pt x="14761" y="799"/>
                  <a:pt x="14761" y="415"/>
                  <a:pt x="14539" y="178"/>
                </a:cubicBezTo>
                <a:cubicBezTo>
                  <a:pt x="14428" y="59"/>
                  <a:pt x="14283" y="0"/>
                  <a:pt x="14138" y="0"/>
                </a:cubicBezTo>
                <a:close/>
                <a:moveTo>
                  <a:pt x="16398" y="0"/>
                </a:moveTo>
                <a:cubicBezTo>
                  <a:pt x="16253" y="0"/>
                  <a:pt x="16108" y="59"/>
                  <a:pt x="15997" y="178"/>
                </a:cubicBezTo>
                <a:cubicBezTo>
                  <a:pt x="15775" y="415"/>
                  <a:pt x="15775" y="799"/>
                  <a:pt x="15997" y="1036"/>
                </a:cubicBezTo>
                <a:cubicBezTo>
                  <a:pt x="16219" y="1272"/>
                  <a:pt x="16579" y="1272"/>
                  <a:pt x="16801" y="1036"/>
                </a:cubicBezTo>
                <a:cubicBezTo>
                  <a:pt x="17023" y="799"/>
                  <a:pt x="17023" y="415"/>
                  <a:pt x="16801" y="178"/>
                </a:cubicBezTo>
                <a:cubicBezTo>
                  <a:pt x="16690" y="59"/>
                  <a:pt x="16544" y="0"/>
                  <a:pt x="16398" y="0"/>
                </a:cubicBezTo>
                <a:close/>
                <a:moveTo>
                  <a:pt x="18660" y="0"/>
                </a:moveTo>
                <a:cubicBezTo>
                  <a:pt x="18515" y="0"/>
                  <a:pt x="18369" y="59"/>
                  <a:pt x="18259" y="178"/>
                </a:cubicBezTo>
                <a:cubicBezTo>
                  <a:pt x="18037" y="415"/>
                  <a:pt x="18037" y="799"/>
                  <a:pt x="18259" y="1036"/>
                </a:cubicBezTo>
                <a:cubicBezTo>
                  <a:pt x="18480" y="1272"/>
                  <a:pt x="18840" y="1272"/>
                  <a:pt x="19062" y="1036"/>
                </a:cubicBezTo>
                <a:cubicBezTo>
                  <a:pt x="19283" y="799"/>
                  <a:pt x="19283" y="415"/>
                  <a:pt x="19062" y="178"/>
                </a:cubicBezTo>
                <a:cubicBezTo>
                  <a:pt x="18951" y="59"/>
                  <a:pt x="18805" y="0"/>
                  <a:pt x="18660" y="0"/>
                </a:cubicBezTo>
                <a:close/>
                <a:moveTo>
                  <a:pt x="20922" y="0"/>
                </a:moveTo>
                <a:cubicBezTo>
                  <a:pt x="20776" y="0"/>
                  <a:pt x="20631" y="59"/>
                  <a:pt x="20520" y="178"/>
                </a:cubicBezTo>
                <a:cubicBezTo>
                  <a:pt x="20298" y="415"/>
                  <a:pt x="20298" y="799"/>
                  <a:pt x="20520" y="1036"/>
                </a:cubicBezTo>
                <a:cubicBezTo>
                  <a:pt x="20742" y="1272"/>
                  <a:pt x="21101" y="1272"/>
                  <a:pt x="21323" y="1036"/>
                </a:cubicBezTo>
                <a:cubicBezTo>
                  <a:pt x="21545" y="799"/>
                  <a:pt x="21545" y="415"/>
                  <a:pt x="21323" y="178"/>
                </a:cubicBezTo>
                <a:cubicBezTo>
                  <a:pt x="21212" y="59"/>
                  <a:pt x="21067" y="0"/>
                  <a:pt x="20922" y="0"/>
                </a:cubicBezTo>
                <a:close/>
                <a:moveTo>
                  <a:pt x="568" y="2259"/>
                </a:moveTo>
                <a:cubicBezTo>
                  <a:pt x="423" y="2259"/>
                  <a:pt x="278" y="2318"/>
                  <a:pt x="167" y="2437"/>
                </a:cubicBezTo>
                <a:cubicBezTo>
                  <a:pt x="-55" y="2673"/>
                  <a:pt x="-55" y="3058"/>
                  <a:pt x="167" y="3295"/>
                </a:cubicBezTo>
                <a:cubicBezTo>
                  <a:pt x="389" y="3531"/>
                  <a:pt x="749" y="3531"/>
                  <a:pt x="971" y="3295"/>
                </a:cubicBezTo>
                <a:cubicBezTo>
                  <a:pt x="1193" y="3058"/>
                  <a:pt x="1193" y="2673"/>
                  <a:pt x="971" y="2437"/>
                </a:cubicBezTo>
                <a:cubicBezTo>
                  <a:pt x="860" y="2318"/>
                  <a:pt x="714" y="2259"/>
                  <a:pt x="568" y="2259"/>
                </a:cubicBezTo>
                <a:close/>
                <a:moveTo>
                  <a:pt x="2830" y="2259"/>
                </a:moveTo>
                <a:cubicBezTo>
                  <a:pt x="2685" y="2259"/>
                  <a:pt x="2539" y="2318"/>
                  <a:pt x="2428" y="2437"/>
                </a:cubicBezTo>
                <a:cubicBezTo>
                  <a:pt x="2207" y="2673"/>
                  <a:pt x="2207" y="3058"/>
                  <a:pt x="2428" y="3295"/>
                </a:cubicBezTo>
                <a:cubicBezTo>
                  <a:pt x="2650" y="3531"/>
                  <a:pt x="3011" y="3531"/>
                  <a:pt x="3232" y="3295"/>
                </a:cubicBezTo>
                <a:cubicBezTo>
                  <a:pt x="3454" y="3058"/>
                  <a:pt x="3454" y="2673"/>
                  <a:pt x="3232" y="2437"/>
                </a:cubicBezTo>
                <a:cubicBezTo>
                  <a:pt x="3121" y="2318"/>
                  <a:pt x="2975" y="2259"/>
                  <a:pt x="2830" y="2259"/>
                </a:cubicBezTo>
                <a:close/>
                <a:moveTo>
                  <a:pt x="5092" y="2259"/>
                </a:moveTo>
                <a:cubicBezTo>
                  <a:pt x="4946" y="2259"/>
                  <a:pt x="4801" y="2318"/>
                  <a:pt x="4690" y="2437"/>
                </a:cubicBezTo>
                <a:cubicBezTo>
                  <a:pt x="4468" y="2673"/>
                  <a:pt x="4468" y="3058"/>
                  <a:pt x="4690" y="3295"/>
                </a:cubicBezTo>
                <a:cubicBezTo>
                  <a:pt x="4912" y="3531"/>
                  <a:pt x="5271" y="3531"/>
                  <a:pt x="5493" y="3295"/>
                </a:cubicBezTo>
                <a:cubicBezTo>
                  <a:pt x="5715" y="3058"/>
                  <a:pt x="5715" y="2673"/>
                  <a:pt x="5493" y="2437"/>
                </a:cubicBezTo>
                <a:cubicBezTo>
                  <a:pt x="5382" y="2318"/>
                  <a:pt x="5237" y="2259"/>
                  <a:pt x="5092" y="2259"/>
                </a:cubicBezTo>
                <a:close/>
                <a:moveTo>
                  <a:pt x="7353" y="2259"/>
                </a:moveTo>
                <a:cubicBezTo>
                  <a:pt x="7208" y="2259"/>
                  <a:pt x="7063" y="2318"/>
                  <a:pt x="6952" y="2437"/>
                </a:cubicBezTo>
                <a:cubicBezTo>
                  <a:pt x="6730" y="2673"/>
                  <a:pt x="6730" y="3058"/>
                  <a:pt x="6952" y="3295"/>
                </a:cubicBezTo>
                <a:cubicBezTo>
                  <a:pt x="7173" y="3531"/>
                  <a:pt x="7533" y="3531"/>
                  <a:pt x="7755" y="3295"/>
                </a:cubicBezTo>
                <a:cubicBezTo>
                  <a:pt x="7976" y="3058"/>
                  <a:pt x="7976" y="2673"/>
                  <a:pt x="7755" y="2437"/>
                </a:cubicBezTo>
                <a:cubicBezTo>
                  <a:pt x="7644" y="2318"/>
                  <a:pt x="7498" y="2259"/>
                  <a:pt x="7353" y="2259"/>
                </a:cubicBezTo>
                <a:close/>
                <a:moveTo>
                  <a:pt x="9615" y="2259"/>
                </a:moveTo>
                <a:cubicBezTo>
                  <a:pt x="9469" y="2259"/>
                  <a:pt x="9324" y="2318"/>
                  <a:pt x="9213" y="2437"/>
                </a:cubicBezTo>
                <a:cubicBezTo>
                  <a:pt x="8991" y="2673"/>
                  <a:pt x="8991" y="3058"/>
                  <a:pt x="9213" y="3295"/>
                </a:cubicBezTo>
                <a:cubicBezTo>
                  <a:pt x="9435" y="3531"/>
                  <a:pt x="9794" y="3531"/>
                  <a:pt x="10016" y="3295"/>
                </a:cubicBezTo>
                <a:cubicBezTo>
                  <a:pt x="10238" y="3058"/>
                  <a:pt x="10238" y="2673"/>
                  <a:pt x="10016" y="2437"/>
                </a:cubicBezTo>
                <a:cubicBezTo>
                  <a:pt x="9905" y="2318"/>
                  <a:pt x="9760" y="2259"/>
                  <a:pt x="9615" y="2259"/>
                </a:cubicBezTo>
                <a:close/>
                <a:moveTo>
                  <a:pt x="11876" y="2259"/>
                </a:moveTo>
                <a:cubicBezTo>
                  <a:pt x="11731" y="2259"/>
                  <a:pt x="11585" y="2318"/>
                  <a:pt x="11474" y="2437"/>
                </a:cubicBezTo>
                <a:cubicBezTo>
                  <a:pt x="11252" y="2673"/>
                  <a:pt x="11252" y="3058"/>
                  <a:pt x="11474" y="3295"/>
                </a:cubicBezTo>
                <a:cubicBezTo>
                  <a:pt x="11696" y="3531"/>
                  <a:pt x="12056" y="3531"/>
                  <a:pt x="12278" y="3295"/>
                </a:cubicBezTo>
                <a:cubicBezTo>
                  <a:pt x="12500" y="3058"/>
                  <a:pt x="12500" y="2673"/>
                  <a:pt x="12278" y="2437"/>
                </a:cubicBezTo>
                <a:cubicBezTo>
                  <a:pt x="12167" y="2318"/>
                  <a:pt x="12022" y="2259"/>
                  <a:pt x="11876" y="2259"/>
                </a:cubicBezTo>
                <a:close/>
                <a:moveTo>
                  <a:pt x="14138" y="2259"/>
                </a:moveTo>
                <a:cubicBezTo>
                  <a:pt x="13992" y="2259"/>
                  <a:pt x="13846" y="2318"/>
                  <a:pt x="13735" y="2437"/>
                </a:cubicBezTo>
                <a:cubicBezTo>
                  <a:pt x="13514" y="2673"/>
                  <a:pt x="13514" y="3058"/>
                  <a:pt x="13735" y="3295"/>
                </a:cubicBezTo>
                <a:cubicBezTo>
                  <a:pt x="13957" y="3531"/>
                  <a:pt x="14317" y="3531"/>
                  <a:pt x="14539" y="3295"/>
                </a:cubicBezTo>
                <a:cubicBezTo>
                  <a:pt x="14761" y="3058"/>
                  <a:pt x="14761" y="2673"/>
                  <a:pt x="14539" y="2437"/>
                </a:cubicBezTo>
                <a:cubicBezTo>
                  <a:pt x="14428" y="2318"/>
                  <a:pt x="14283" y="2259"/>
                  <a:pt x="14138" y="2259"/>
                </a:cubicBezTo>
                <a:close/>
                <a:moveTo>
                  <a:pt x="16398" y="2259"/>
                </a:moveTo>
                <a:cubicBezTo>
                  <a:pt x="16253" y="2259"/>
                  <a:pt x="16108" y="2318"/>
                  <a:pt x="15997" y="2437"/>
                </a:cubicBezTo>
                <a:cubicBezTo>
                  <a:pt x="15775" y="2673"/>
                  <a:pt x="15775" y="3058"/>
                  <a:pt x="15997" y="3295"/>
                </a:cubicBezTo>
                <a:cubicBezTo>
                  <a:pt x="16219" y="3531"/>
                  <a:pt x="16579" y="3531"/>
                  <a:pt x="16801" y="3295"/>
                </a:cubicBezTo>
                <a:cubicBezTo>
                  <a:pt x="17023" y="3058"/>
                  <a:pt x="17023" y="2673"/>
                  <a:pt x="16801" y="2437"/>
                </a:cubicBezTo>
                <a:cubicBezTo>
                  <a:pt x="16690" y="2318"/>
                  <a:pt x="16544" y="2259"/>
                  <a:pt x="16398" y="2259"/>
                </a:cubicBezTo>
                <a:close/>
                <a:moveTo>
                  <a:pt x="18660" y="2259"/>
                </a:moveTo>
                <a:cubicBezTo>
                  <a:pt x="18515" y="2259"/>
                  <a:pt x="18369" y="2318"/>
                  <a:pt x="18259" y="2437"/>
                </a:cubicBezTo>
                <a:cubicBezTo>
                  <a:pt x="18037" y="2673"/>
                  <a:pt x="18037" y="3058"/>
                  <a:pt x="18259" y="3295"/>
                </a:cubicBezTo>
                <a:cubicBezTo>
                  <a:pt x="18480" y="3531"/>
                  <a:pt x="18840" y="3531"/>
                  <a:pt x="19062" y="3295"/>
                </a:cubicBezTo>
                <a:cubicBezTo>
                  <a:pt x="19283" y="3058"/>
                  <a:pt x="19283" y="2673"/>
                  <a:pt x="19062" y="2437"/>
                </a:cubicBezTo>
                <a:cubicBezTo>
                  <a:pt x="18951" y="2318"/>
                  <a:pt x="18805" y="2259"/>
                  <a:pt x="18660" y="2259"/>
                </a:cubicBezTo>
                <a:close/>
                <a:moveTo>
                  <a:pt x="20922" y="2259"/>
                </a:moveTo>
                <a:cubicBezTo>
                  <a:pt x="20776" y="2259"/>
                  <a:pt x="20631" y="2318"/>
                  <a:pt x="20520" y="2437"/>
                </a:cubicBezTo>
                <a:cubicBezTo>
                  <a:pt x="20298" y="2673"/>
                  <a:pt x="20298" y="3058"/>
                  <a:pt x="20520" y="3295"/>
                </a:cubicBezTo>
                <a:cubicBezTo>
                  <a:pt x="20742" y="3531"/>
                  <a:pt x="21101" y="3531"/>
                  <a:pt x="21323" y="3295"/>
                </a:cubicBezTo>
                <a:cubicBezTo>
                  <a:pt x="21545" y="3058"/>
                  <a:pt x="21545" y="2673"/>
                  <a:pt x="21323" y="2437"/>
                </a:cubicBezTo>
                <a:cubicBezTo>
                  <a:pt x="21212" y="2318"/>
                  <a:pt x="21067" y="2259"/>
                  <a:pt x="20922" y="2259"/>
                </a:cubicBezTo>
                <a:close/>
                <a:moveTo>
                  <a:pt x="568" y="4517"/>
                </a:moveTo>
                <a:cubicBezTo>
                  <a:pt x="423" y="4517"/>
                  <a:pt x="278" y="4576"/>
                  <a:pt x="167" y="4694"/>
                </a:cubicBezTo>
                <a:cubicBezTo>
                  <a:pt x="-55" y="4931"/>
                  <a:pt x="-55" y="5316"/>
                  <a:pt x="167" y="5552"/>
                </a:cubicBezTo>
                <a:cubicBezTo>
                  <a:pt x="389" y="5789"/>
                  <a:pt x="749" y="5789"/>
                  <a:pt x="971" y="5552"/>
                </a:cubicBezTo>
                <a:cubicBezTo>
                  <a:pt x="1193" y="5316"/>
                  <a:pt x="1193" y="4931"/>
                  <a:pt x="971" y="4694"/>
                </a:cubicBezTo>
                <a:cubicBezTo>
                  <a:pt x="860" y="4576"/>
                  <a:pt x="714" y="4517"/>
                  <a:pt x="568" y="4517"/>
                </a:cubicBezTo>
                <a:close/>
                <a:moveTo>
                  <a:pt x="2830" y="4517"/>
                </a:moveTo>
                <a:cubicBezTo>
                  <a:pt x="2685" y="4517"/>
                  <a:pt x="2539" y="4576"/>
                  <a:pt x="2428" y="4694"/>
                </a:cubicBezTo>
                <a:cubicBezTo>
                  <a:pt x="2207" y="4931"/>
                  <a:pt x="2207" y="5316"/>
                  <a:pt x="2428" y="5552"/>
                </a:cubicBezTo>
                <a:cubicBezTo>
                  <a:pt x="2650" y="5789"/>
                  <a:pt x="3011" y="5789"/>
                  <a:pt x="3232" y="5552"/>
                </a:cubicBezTo>
                <a:cubicBezTo>
                  <a:pt x="3454" y="5316"/>
                  <a:pt x="3454" y="4931"/>
                  <a:pt x="3232" y="4694"/>
                </a:cubicBezTo>
                <a:cubicBezTo>
                  <a:pt x="3121" y="4576"/>
                  <a:pt x="2975" y="4517"/>
                  <a:pt x="2830" y="4517"/>
                </a:cubicBezTo>
                <a:close/>
                <a:moveTo>
                  <a:pt x="5092" y="4517"/>
                </a:moveTo>
                <a:cubicBezTo>
                  <a:pt x="4946" y="4517"/>
                  <a:pt x="4801" y="4576"/>
                  <a:pt x="4690" y="4694"/>
                </a:cubicBezTo>
                <a:cubicBezTo>
                  <a:pt x="4468" y="4931"/>
                  <a:pt x="4468" y="5316"/>
                  <a:pt x="4690" y="5552"/>
                </a:cubicBezTo>
                <a:cubicBezTo>
                  <a:pt x="4912" y="5789"/>
                  <a:pt x="5271" y="5789"/>
                  <a:pt x="5493" y="5552"/>
                </a:cubicBezTo>
                <a:cubicBezTo>
                  <a:pt x="5715" y="5316"/>
                  <a:pt x="5715" y="4931"/>
                  <a:pt x="5493" y="4694"/>
                </a:cubicBezTo>
                <a:cubicBezTo>
                  <a:pt x="5382" y="4576"/>
                  <a:pt x="5237" y="4517"/>
                  <a:pt x="5092" y="4517"/>
                </a:cubicBezTo>
                <a:close/>
                <a:moveTo>
                  <a:pt x="7353" y="4517"/>
                </a:moveTo>
                <a:cubicBezTo>
                  <a:pt x="7208" y="4517"/>
                  <a:pt x="7063" y="4576"/>
                  <a:pt x="6952" y="4694"/>
                </a:cubicBezTo>
                <a:cubicBezTo>
                  <a:pt x="6730" y="4931"/>
                  <a:pt x="6730" y="5316"/>
                  <a:pt x="6952" y="5552"/>
                </a:cubicBezTo>
                <a:cubicBezTo>
                  <a:pt x="7173" y="5789"/>
                  <a:pt x="7533" y="5789"/>
                  <a:pt x="7755" y="5552"/>
                </a:cubicBezTo>
                <a:cubicBezTo>
                  <a:pt x="7976" y="5316"/>
                  <a:pt x="7976" y="4931"/>
                  <a:pt x="7755" y="4694"/>
                </a:cubicBezTo>
                <a:cubicBezTo>
                  <a:pt x="7644" y="4576"/>
                  <a:pt x="7498" y="4517"/>
                  <a:pt x="7353" y="4517"/>
                </a:cubicBezTo>
                <a:close/>
                <a:moveTo>
                  <a:pt x="9615" y="4517"/>
                </a:moveTo>
                <a:cubicBezTo>
                  <a:pt x="9469" y="4517"/>
                  <a:pt x="9324" y="4576"/>
                  <a:pt x="9213" y="4694"/>
                </a:cubicBezTo>
                <a:cubicBezTo>
                  <a:pt x="8991" y="4931"/>
                  <a:pt x="8991" y="5316"/>
                  <a:pt x="9213" y="5552"/>
                </a:cubicBezTo>
                <a:cubicBezTo>
                  <a:pt x="9435" y="5789"/>
                  <a:pt x="9794" y="5789"/>
                  <a:pt x="10016" y="5552"/>
                </a:cubicBezTo>
                <a:cubicBezTo>
                  <a:pt x="10238" y="5316"/>
                  <a:pt x="10238" y="4931"/>
                  <a:pt x="10016" y="4694"/>
                </a:cubicBezTo>
                <a:cubicBezTo>
                  <a:pt x="9905" y="4576"/>
                  <a:pt x="9760" y="4517"/>
                  <a:pt x="9615" y="4517"/>
                </a:cubicBezTo>
                <a:close/>
                <a:moveTo>
                  <a:pt x="11876" y="4517"/>
                </a:moveTo>
                <a:cubicBezTo>
                  <a:pt x="11731" y="4517"/>
                  <a:pt x="11585" y="4576"/>
                  <a:pt x="11474" y="4694"/>
                </a:cubicBezTo>
                <a:cubicBezTo>
                  <a:pt x="11252" y="4931"/>
                  <a:pt x="11252" y="5316"/>
                  <a:pt x="11474" y="5552"/>
                </a:cubicBezTo>
                <a:cubicBezTo>
                  <a:pt x="11696" y="5789"/>
                  <a:pt x="12056" y="5789"/>
                  <a:pt x="12278" y="5552"/>
                </a:cubicBezTo>
                <a:cubicBezTo>
                  <a:pt x="12500" y="5316"/>
                  <a:pt x="12500" y="4931"/>
                  <a:pt x="12278" y="4694"/>
                </a:cubicBezTo>
                <a:cubicBezTo>
                  <a:pt x="12167" y="4576"/>
                  <a:pt x="12022" y="4517"/>
                  <a:pt x="11876" y="4517"/>
                </a:cubicBezTo>
                <a:close/>
                <a:moveTo>
                  <a:pt x="14138" y="4517"/>
                </a:moveTo>
                <a:cubicBezTo>
                  <a:pt x="13992" y="4517"/>
                  <a:pt x="13846" y="4576"/>
                  <a:pt x="13735" y="4694"/>
                </a:cubicBezTo>
                <a:cubicBezTo>
                  <a:pt x="13514" y="4931"/>
                  <a:pt x="13514" y="5316"/>
                  <a:pt x="13735" y="5552"/>
                </a:cubicBezTo>
                <a:cubicBezTo>
                  <a:pt x="13957" y="5789"/>
                  <a:pt x="14317" y="5789"/>
                  <a:pt x="14539" y="5552"/>
                </a:cubicBezTo>
                <a:cubicBezTo>
                  <a:pt x="14761" y="5316"/>
                  <a:pt x="14761" y="4931"/>
                  <a:pt x="14539" y="4694"/>
                </a:cubicBezTo>
                <a:cubicBezTo>
                  <a:pt x="14428" y="4576"/>
                  <a:pt x="14283" y="4517"/>
                  <a:pt x="14138" y="4517"/>
                </a:cubicBezTo>
                <a:close/>
                <a:moveTo>
                  <a:pt x="16398" y="4517"/>
                </a:moveTo>
                <a:cubicBezTo>
                  <a:pt x="16253" y="4517"/>
                  <a:pt x="16108" y="4576"/>
                  <a:pt x="15997" y="4694"/>
                </a:cubicBezTo>
                <a:cubicBezTo>
                  <a:pt x="15775" y="4931"/>
                  <a:pt x="15775" y="5316"/>
                  <a:pt x="15997" y="5552"/>
                </a:cubicBezTo>
                <a:cubicBezTo>
                  <a:pt x="16219" y="5789"/>
                  <a:pt x="16579" y="5789"/>
                  <a:pt x="16801" y="5552"/>
                </a:cubicBezTo>
                <a:cubicBezTo>
                  <a:pt x="17023" y="5316"/>
                  <a:pt x="17023" y="4931"/>
                  <a:pt x="16801" y="4694"/>
                </a:cubicBezTo>
                <a:cubicBezTo>
                  <a:pt x="16690" y="4576"/>
                  <a:pt x="16544" y="4517"/>
                  <a:pt x="16398" y="4517"/>
                </a:cubicBezTo>
                <a:close/>
                <a:moveTo>
                  <a:pt x="18660" y="4517"/>
                </a:moveTo>
                <a:cubicBezTo>
                  <a:pt x="18515" y="4517"/>
                  <a:pt x="18369" y="4576"/>
                  <a:pt x="18259" y="4694"/>
                </a:cubicBezTo>
                <a:cubicBezTo>
                  <a:pt x="18037" y="4931"/>
                  <a:pt x="18037" y="5316"/>
                  <a:pt x="18259" y="5552"/>
                </a:cubicBezTo>
                <a:cubicBezTo>
                  <a:pt x="18480" y="5789"/>
                  <a:pt x="18840" y="5789"/>
                  <a:pt x="19062" y="5552"/>
                </a:cubicBezTo>
                <a:cubicBezTo>
                  <a:pt x="19283" y="5316"/>
                  <a:pt x="19283" y="4931"/>
                  <a:pt x="19062" y="4694"/>
                </a:cubicBezTo>
                <a:cubicBezTo>
                  <a:pt x="18951" y="4576"/>
                  <a:pt x="18805" y="4517"/>
                  <a:pt x="18660" y="4517"/>
                </a:cubicBezTo>
                <a:close/>
                <a:moveTo>
                  <a:pt x="20922" y="4517"/>
                </a:moveTo>
                <a:cubicBezTo>
                  <a:pt x="20776" y="4517"/>
                  <a:pt x="20631" y="4576"/>
                  <a:pt x="20520" y="4694"/>
                </a:cubicBezTo>
                <a:cubicBezTo>
                  <a:pt x="20298" y="4931"/>
                  <a:pt x="20298" y="5316"/>
                  <a:pt x="20520" y="5552"/>
                </a:cubicBezTo>
                <a:cubicBezTo>
                  <a:pt x="20742" y="5789"/>
                  <a:pt x="21101" y="5789"/>
                  <a:pt x="21323" y="5552"/>
                </a:cubicBezTo>
                <a:cubicBezTo>
                  <a:pt x="21545" y="5316"/>
                  <a:pt x="21545" y="4931"/>
                  <a:pt x="21323" y="4694"/>
                </a:cubicBezTo>
                <a:cubicBezTo>
                  <a:pt x="21212" y="4576"/>
                  <a:pt x="21067" y="4517"/>
                  <a:pt x="20922" y="4517"/>
                </a:cubicBezTo>
                <a:close/>
                <a:moveTo>
                  <a:pt x="568" y="6776"/>
                </a:moveTo>
                <a:cubicBezTo>
                  <a:pt x="423" y="6776"/>
                  <a:pt x="278" y="6835"/>
                  <a:pt x="167" y="6953"/>
                </a:cubicBezTo>
                <a:cubicBezTo>
                  <a:pt x="-55" y="7190"/>
                  <a:pt x="-55" y="7574"/>
                  <a:pt x="167" y="7811"/>
                </a:cubicBezTo>
                <a:cubicBezTo>
                  <a:pt x="389" y="8048"/>
                  <a:pt x="749" y="8048"/>
                  <a:pt x="971" y="7811"/>
                </a:cubicBezTo>
                <a:cubicBezTo>
                  <a:pt x="1193" y="7574"/>
                  <a:pt x="1193" y="7190"/>
                  <a:pt x="971" y="6953"/>
                </a:cubicBezTo>
                <a:cubicBezTo>
                  <a:pt x="860" y="6835"/>
                  <a:pt x="714" y="6776"/>
                  <a:pt x="568" y="6776"/>
                </a:cubicBezTo>
                <a:close/>
                <a:moveTo>
                  <a:pt x="2830" y="6776"/>
                </a:moveTo>
                <a:cubicBezTo>
                  <a:pt x="2685" y="6776"/>
                  <a:pt x="2539" y="6835"/>
                  <a:pt x="2428" y="6953"/>
                </a:cubicBezTo>
                <a:cubicBezTo>
                  <a:pt x="2207" y="7190"/>
                  <a:pt x="2207" y="7574"/>
                  <a:pt x="2428" y="7811"/>
                </a:cubicBezTo>
                <a:cubicBezTo>
                  <a:pt x="2650" y="8048"/>
                  <a:pt x="3011" y="8048"/>
                  <a:pt x="3232" y="7811"/>
                </a:cubicBezTo>
                <a:cubicBezTo>
                  <a:pt x="3454" y="7574"/>
                  <a:pt x="3454" y="7190"/>
                  <a:pt x="3232" y="6953"/>
                </a:cubicBezTo>
                <a:cubicBezTo>
                  <a:pt x="3121" y="6835"/>
                  <a:pt x="2975" y="6776"/>
                  <a:pt x="2830" y="6776"/>
                </a:cubicBezTo>
                <a:close/>
                <a:moveTo>
                  <a:pt x="5092" y="6776"/>
                </a:moveTo>
                <a:cubicBezTo>
                  <a:pt x="4946" y="6776"/>
                  <a:pt x="4801" y="6835"/>
                  <a:pt x="4690" y="6953"/>
                </a:cubicBezTo>
                <a:cubicBezTo>
                  <a:pt x="4468" y="7190"/>
                  <a:pt x="4468" y="7574"/>
                  <a:pt x="4690" y="7811"/>
                </a:cubicBezTo>
                <a:cubicBezTo>
                  <a:pt x="4912" y="8048"/>
                  <a:pt x="5271" y="8048"/>
                  <a:pt x="5493" y="7811"/>
                </a:cubicBezTo>
                <a:cubicBezTo>
                  <a:pt x="5715" y="7574"/>
                  <a:pt x="5715" y="7190"/>
                  <a:pt x="5493" y="6953"/>
                </a:cubicBezTo>
                <a:cubicBezTo>
                  <a:pt x="5382" y="6835"/>
                  <a:pt x="5237" y="6776"/>
                  <a:pt x="5092" y="6776"/>
                </a:cubicBezTo>
                <a:close/>
                <a:moveTo>
                  <a:pt x="7353" y="6776"/>
                </a:moveTo>
                <a:cubicBezTo>
                  <a:pt x="7208" y="6776"/>
                  <a:pt x="7063" y="6835"/>
                  <a:pt x="6952" y="6953"/>
                </a:cubicBezTo>
                <a:cubicBezTo>
                  <a:pt x="6730" y="7190"/>
                  <a:pt x="6730" y="7574"/>
                  <a:pt x="6952" y="7811"/>
                </a:cubicBezTo>
                <a:cubicBezTo>
                  <a:pt x="7173" y="8048"/>
                  <a:pt x="7533" y="8048"/>
                  <a:pt x="7755" y="7811"/>
                </a:cubicBezTo>
                <a:cubicBezTo>
                  <a:pt x="7976" y="7574"/>
                  <a:pt x="7976" y="7190"/>
                  <a:pt x="7755" y="6953"/>
                </a:cubicBezTo>
                <a:cubicBezTo>
                  <a:pt x="7644" y="6835"/>
                  <a:pt x="7498" y="6776"/>
                  <a:pt x="7353" y="6776"/>
                </a:cubicBezTo>
                <a:close/>
                <a:moveTo>
                  <a:pt x="9615" y="6776"/>
                </a:moveTo>
                <a:cubicBezTo>
                  <a:pt x="9469" y="6776"/>
                  <a:pt x="9324" y="6835"/>
                  <a:pt x="9213" y="6953"/>
                </a:cubicBezTo>
                <a:cubicBezTo>
                  <a:pt x="8991" y="7190"/>
                  <a:pt x="8991" y="7574"/>
                  <a:pt x="9213" y="7811"/>
                </a:cubicBezTo>
                <a:cubicBezTo>
                  <a:pt x="9435" y="8048"/>
                  <a:pt x="9794" y="8048"/>
                  <a:pt x="10016" y="7811"/>
                </a:cubicBezTo>
                <a:cubicBezTo>
                  <a:pt x="10238" y="7574"/>
                  <a:pt x="10238" y="7190"/>
                  <a:pt x="10016" y="6953"/>
                </a:cubicBezTo>
                <a:cubicBezTo>
                  <a:pt x="9905" y="6835"/>
                  <a:pt x="9760" y="6776"/>
                  <a:pt x="9615" y="6776"/>
                </a:cubicBezTo>
                <a:close/>
                <a:moveTo>
                  <a:pt x="11876" y="6776"/>
                </a:moveTo>
                <a:cubicBezTo>
                  <a:pt x="11731" y="6776"/>
                  <a:pt x="11585" y="6835"/>
                  <a:pt x="11474" y="6953"/>
                </a:cubicBezTo>
                <a:cubicBezTo>
                  <a:pt x="11252" y="7190"/>
                  <a:pt x="11252" y="7574"/>
                  <a:pt x="11474" y="7811"/>
                </a:cubicBezTo>
                <a:cubicBezTo>
                  <a:pt x="11696" y="8048"/>
                  <a:pt x="12056" y="8048"/>
                  <a:pt x="12278" y="7811"/>
                </a:cubicBezTo>
                <a:cubicBezTo>
                  <a:pt x="12500" y="7574"/>
                  <a:pt x="12500" y="7190"/>
                  <a:pt x="12278" y="6953"/>
                </a:cubicBezTo>
                <a:cubicBezTo>
                  <a:pt x="12167" y="6835"/>
                  <a:pt x="12022" y="6776"/>
                  <a:pt x="11876" y="6776"/>
                </a:cubicBezTo>
                <a:close/>
                <a:moveTo>
                  <a:pt x="14138" y="6776"/>
                </a:moveTo>
                <a:cubicBezTo>
                  <a:pt x="13992" y="6776"/>
                  <a:pt x="13846" y="6835"/>
                  <a:pt x="13735" y="6953"/>
                </a:cubicBezTo>
                <a:cubicBezTo>
                  <a:pt x="13514" y="7190"/>
                  <a:pt x="13514" y="7574"/>
                  <a:pt x="13735" y="7811"/>
                </a:cubicBezTo>
                <a:cubicBezTo>
                  <a:pt x="13957" y="8048"/>
                  <a:pt x="14317" y="8048"/>
                  <a:pt x="14539" y="7811"/>
                </a:cubicBezTo>
                <a:cubicBezTo>
                  <a:pt x="14761" y="7574"/>
                  <a:pt x="14761" y="7190"/>
                  <a:pt x="14539" y="6953"/>
                </a:cubicBezTo>
                <a:cubicBezTo>
                  <a:pt x="14428" y="6835"/>
                  <a:pt x="14283" y="6776"/>
                  <a:pt x="14138" y="6776"/>
                </a:cubicBezTo>
                <a:close/>
                <a:moveTo>
                  <a:pt x="16398" y="6776"/>
                </a:moveTo>
                <a:cubicBezTo>
                  <a:pt x="16253" y="6776"/>
                  <a:pt x="16108" y="6835"/>
                  <a:pt x="15997" y="6953"/>
                </a:cubicBezTo>
                <a:cubicBezTo>
                  <a:pt x="15775" y="7190"/>
                  <a:pt x="15775" y="7574"/>
                  <a:pt x="15997" y="7811"/>
                </a:cubicBezTo>
                <a:cubicBezTo>
                  <a:pt x="16219" y="8048"/>
                  <a:pt x="16579" y="8048"/>
                  <a:pt x="16801" y="7811"/>
                </a:cubicBezTo>
                <a:cubicBezTo>
                  <a:pt x="17023" y="7574"/>
                  <a:pt x="17023" y="7190"/>
                  <a:pt x="16801" y="6953"/>
                </a:cubicBezTo>
                <a:cubicBezTo>
                  <a:pt x="16690" y="6835"/>
                  <a:pt x="16544" y="6776"/>
                  <a:pt x="16398" y="6776"/>
                </a:cubicBezTo>
                <a:close/>
                <a:moveTo>
                  <a:pt x="18660" y="6776"/>
                </a:moveTo>
                <a:cubicBezTo>
                  <a:pt x="18515" y="6776"/>
                  <a:pt x="18369" y="6835"/>
                  <a:pt x="18259" y="6953"/>
                </a:cubicBezTo>
                <a:cubicBezTo>
                  <a:pt x="18037" y="7190"/>
                  <a:pt x="18037" y="7574"/>
                  <a:pt x="18259" y="7811"/>
                </a:cubicBezTo>
                <a:cubicBezTo>
                  <a:pt x="18480" y="8048"/>
                  <a:pt x="18840" y="8048"/>
                  <a:pt x="19062" y="7811"/>
                </a:cubicBezTo>
                <a:cubicBezTo>
                  <a:pt x="19283" y="7574"/>
                  <a:pt x="19283" y="7190"/>
                  <a:pt x="19062" y="6953"/>
                </a:cubicBezTo>
                <a:cubicBezTo>
                  <a:pt x="18951" y="6835"/>
                  <a:pt x="18805" y="6776"/>
                  <a:pt x="18660" y="6776"/>
                </a:cubicBezTo>
                <a:close/>
                <a:moveTo>
                  <a:pt x="20922" y="6776"/>
                </a:moveTo>
                <a:cubicBezTo>
                  <a:pt x="20776" y="6776"/>
                  <a:pt x="20631" y="6835"/>
                  <a:pt x="20520" y="6953"/>
                </a:cubicBezTo>
                <a:cubicBezTo>
                  <a:pt x="20298" y="7190"/>
                  <a:pt x="20298" y="7574"/>
                  <a:pt x="20520" y="7811"/>
                </a:cubicBezTo>
                <a:cubicBezTo>
                  <a:pt x="20742" y="8048"/>
                  <a:pt x="21101" y="8048"/>
                  <a:pt x="21323" y="7811"/>
                </a:cubicBezTo>
                <a:cubicBezTo>
                  <a:pt x="21545" y="7574"/>
                  <a:pt x="21545" y="7190"/>
                  <a:pt x="21323" y="6953"/>
                </a:cubicBezTo>
                <a:cubicBezTo>
                  <a:pt x="21212" y="6835"/>
                  <a:pt x="21067" y="6776"/>
                  <a:pt x="20922" y="6776"/>
                </a:cubicBezTo>
                <a:close/>
                <a:moveTo>
                  <a:pt x="568" y="9034"/>
                </a:moveTo>
                <a:cubicBezTo>
                  <a:pt x="423" y="9034"/>
                  <a:pt x="278" y="9094"/>
                  <a:pt x="167" y="9212"/>
                </a:cubicBezTo>
                <a:cubicBezTo>
                  <a:pt x="-55" y="9449"/>
                  <a:pt x="-55" y="9833"/>
                  <a:pt x="167" y="10070"/>
                </a:cubicBezTo>
                <a:cubicBezTo>
                  <a:pt x="389" y="10307"/>
                  <a:pt x="749" y="10307"/>
                  <a:pt x="971" y="10070"/>
                </a:cubicBezTo>
                <a:cubicBezTo>
                  <a:pt x="1193" y="9833"/>
                  <a:pt x="1193" y="9449"/>
                  <a:pt x="971" y="9212"/>
                </a:cubicBezTo>
                <a:cubicBezTo>
                  <a:pt x="860" y="9094"/>
                  <a:pt x="714" y="9034"/>
                  <a:pt x="568" y="9034"/>
                </a:cubicBezTo>
                <a:close/>
                <a:moveTo>
                  <a:pt x="2830" y="9034"/>
                </a:moveTo>
                <a:cubicBezTo>
                  <a:pt x="2685" y="9034"/>
                  <a:pt x="2539" y="9094"/>
                  <a:pt x="2428" y="9212"/>
                </a:cubicBezTo>
                <a:cubicBezTo>
                  <a:pt x="2207" y="9449"/>
                  <a:pt x="2207" y="9833"/>
                  <a:pt x="2428" y="10070"/>
                </a:cubicBezTo>
                <a:cubicBezTo>
                  <a:pt x="2650" y="10307"/>
                  <a:pt x="3011" y="10307"/>
                  <a:pt x="3232" y="10070"/>
                </a:cubicBezTo>
                <a:cubicBezTo>
                  <a:pt x="3454" y="9833"/>
                  <a:pt x="3454" y="9449"/>
                  <a:pt x="3232" y="9212"/>
                </a:cubicBezTo>
                <a:cubicBezTo>
                  <a:pt x="3121" y="9094"/>
                  <a:pt x="2975" y="9034"/>
                  <a:pt x="2830" y="9034"/>
                </a:cubicBezTo>
                <a:close/>
                <a:moveTo>
                  <a:pt x="5092" y="9034"/>
                </a:moveTo>
                <a:cubicBezTo>
                  <a:pt x="4946" y="9034"/>
                  <a:pt x="4801" y="9094"/>
                  <a:pt x="4690" y="9212"/>
                </a:cubicBezTo>
                <a:cubicBezTo>
                  <a:pt x="4468" y="9449"/>
                  <a:pt x="4468" y="9833"/>
                  <a:pt x="4690" y="10070"/>
                </a:cubicBezTo>
                <a:cubicBezTo>
                  <a:pt x="4912" y="10307"/>
                  <a:pt x="5271" y="10307"/>
                  <a:pt x="5493" y="10070"/>
                </a:cubicBezTo>
                <a:cubicBezTo>
                  <a:pt x="5715" y="9833"/>
                  <a:pt x="5715" y="9449"/>
                  <a:pt x="5493" y="9212"/>
                </a:cubicBezTo>
                <a:cubicBezTo>
                  <a:pt x="5382" y="9094"/>
                  <a:pt x="5237" y="9034"/>
                  <a:pt x="5092" y="9034"/>
                </a:cubicBezTo>
                <a:close/>
                <a:moveTo>
                  <a:pt x="7353" y="9034"/>
                </a:moveTo>
                <a:cubicBezTo>
                  <a:pt x="7208" y="9034"/>
                  <a:pt x="7063" y="9094"/>
                  <a:pt x="6952" y="9212"/>
                </a:cubicBezTo>
                <a:cubicBezTo>
                  <a:pt x="6730" y="9449"/>
                  <a:pt x="6730" y="9833"/>
                  <a:pt x="6952" y="10070"/>
                </a:cubicBezTo>
                <a:cubicBezTo>
                  <a:pt x="7173" y="10307"/>
                  <a:pt x="7533" y="10307"/>
                  <a:pt x="7755" y="10070"/>
                </a:cubicBezTo>
                <a:cubicBezTo>
                  <a:pt x="7976" y="9833"/>
                  <a:pt x="7976" y="9449"/>
                  <a:pt x="7755" y="9212"/>
                </a:cubicBezTo>
                <a:cubicBezTo>
                  <a:pt x="7644" y="9094"/>
                  <a:pt x="7498" y="9034"/>
                  <a:pt x="7353" y="9034"/>
                </a:cubicBezTo>
                <a:close/>
                <a:moveTo>
                  <a:pt x="9615" y="9034"/>
                </a:moveTo>
                <a:cubicBezTo>
                  <a:pt x="9469" y="9034"/>
                  <a:pt x="9324" y="9094"/>
                  <a:pt x="9213" y="9212"/>
                </a:cubicBezTo>
                <a:cubicBezTo>
                  <a:pt x="8991" y="9449"/>
                  <a:pt x="8991" y="9833"/>
                  <a:pt x="9213" y="10070"/>
                </a:cubicBezTo>
                <a:cubicBezTo>
                  <a:pt x="9435" y="10307"/>
                  <a:pt x="9794" y="10307"/>
                  <a:pt x="10016" y="10070"/>
                </a:cubicBezTo>
                <a:cubicBezTo>
                  <a:pt x="10238" y="9833"/>
                  <a:pt x="10238" y="9449"/>
                  <a:pt x="10016" y="9212"/>
                </a:cubicBezTo>
                <a:cubicBezTo>
                  <a:pt x="9905" y="9094"/>
                  <a:pt x="9760" y="9034"/>
                  <a:pt x="9615" y="9034"/>
                </a:cubicBezTo>
                <a:close/>
                <a:moveTo>
                  <a:pt x="11876" y="9034"/>
                </a:moveTo>
                <a:cubicBezTo>
                  <a:pt x="11731" y="9034"/>
                  <a:pt x="11585" y="9094"/>
                  <a:pt x="11474" y="9212"/>
                </a:cubicBezTo>
                <a:cubicBezTo>
                  <a:pt x="11252" y="9449"/>
                  <a:pt x="11252" y="9833"/>
                  <a:pt x="11474" y="10070"/>
                </a:cubicBezTo>
                <a:cubicBezTo>
                  <a:pt x="11696" y="10307"/>
                  <a:pt x="12056" y="10307"/>
                  <a:pt x="12278" y="10070"/>
                </a:cubicBezTo>
                <a:cubicBezTo>
                  <a:pt x="12500" y="9833"/>
                  <a:pt x="12500" y="9449"/>
                  <a:pt x="12278" y="9212"/>
                </a:cubicBezTo>
                <a:cubicBezTo>
                  <a:pt x="12167" y="9094"/>
                  <a:pt x="12022" y="9034"/>
                  <a:pt x="11876" y="9034"/>
                </a:cubicBezTo>
                <a:close/>
                <a:moveTo>
                  <a:pt x="14138" y="9034"/>
                </a:moveTo>
                <a:cubicBezTo>
                  <a:pt x="13992" y="9034"/>
                  <a:pt x="13846" y="9094"/>
                  <a:pt x="13735" y="9212"/>
                </a:cubicBezTo>
                <a:cubicBezTo>
                  <a:pt x="13514" y="9449"/>
                  <a:pt x="13514" y="9833"/>
                  <a:pt x="13735" y="10070"/>
                </a:cubicBezTo>
                <a:cubicBezTo>
                  <a:pt x="13957" y="10307"/>
                  <a:pt x="14317" y="10307"/>
                  <a:pt x="14539" y="10070"/>
                </a:cubicBezTo>
                <a:cubicBezTo>
                  <a:pt x="14761" y="9833"/>
                  <a:pt x="14761" y="9449"/>
                  <a:pt x="14539" y="9212"/>
                </a:cubicBezTo>
                <a:cubicBezTo>
                  <a:pt x="14428" y="9094"/>
                  <a:pt x="14283" y="9034"/>
                  <a:pt x="14138" y="9034"/>
                </a:cubicBezTo>
                <a:close/>
                <a:moveTo>
                  <a:pt x="16398" y="9034"/>
                </a:moveTo>
                <a:cubicBezTo>
                  <a:pt x="16253" y="9034"/>
                  <a:pt x="16108" y="9094"/>
                  <a:pt x="15997" y="9212"/>
                </a:cubicBezTo>
                <a:cubicBezTo>
                  <a:pt x="15775" y="9449"/>
                  <a:pt x="15775" y="9833"/>
                  <a:pt x="15997" y="10070"/>
                </a:cubicBezTo>
                <a:cubicBezTo>
                  <a:pt x="16219" y="10307"/>
                  <a:pt x="16579" y="10307"/>
                  <a:pt x="16801" y="10070"/>
                </a:cubicBezTo>
                <a:cubicBezTo>
                  <a:pt x="17023" y="9833"/>
                  <a:pt x="17023" y="9449"/>
                  <a:pt x="16801" y="9212"/>
                </a:cubicBezTo>
                <a:cubicBezTo>
                  <a:pt x="16690" y="9094"/>
                  <a:pt x="16544" y="9034"/>
                  <a:pt x="16398" y="9034"/>
                </a:cubicBezTo>
                <a:close/>
                <a:moveTo>
                  <a:pt x="18660" y="9034"/>
                </a:moveTo>
                <a:cubicBezTo>
                  <a:pt x="18515" y="9034"/>
                  <a:pt x="18369" y="9094"/>
                  <a:pt x="18259" y="9212"/>
                </a:cubicBezTo>
                <a:cubicBezTo>
                  <a:pt x="18037" y="9449"/>
                  <a:pt x="18037" y="9833"/>
                  <a:pt x="18259" y="10070"/>
                </a:cubicBezTo>
                <a:cubicBezTo>
                  <a:pt x="18480" y="10307"/>
                  <a:pt x="18840" y="10307"/>
                  <a:pt x="19062" y="10070"/>
                </a:cubicBezTo>
                <a:cubicBezTo>
                  <a:pt x="19283" y="9833"/>
                  <a:pt x="19283" y="9449"/>
                  <a:pt x="19062" y="9212"/>
                </a:cubicBezTo>
                <a:cubicBezTo>
                  <a:pt x="18951" y="9094"/>
                  <a:pt x="18805" y="9034"/>
                  <a:pt x="18660" y="9034"/>
                </a:cubicBezTo>
                <a:close/>
                <a:moveTo>
                  <a:pt x="20922" y="9034"/>
                </a:moveTo>
                <a:cubicBezTo>
                  <a:pt x="20776" y="9034"/>
                  <a:pt x="20631" y="9094"/>
                  <a:pt x="20520" y="9212"/>
                </a:cubicBezTo>
                <a:cubicBezTo>
                  <a:pt x="20298" y="9449"/>
                  <a:pt x="20298" y="9833"/>
                  <a:pt x="20520" y="10070"/>
                </a:cubicBezTo>
                <a:cubicBezTo>
                  <a:pt x="20742" y="10307"/>
                  <a:pt x="21101" y="10307"/>
                  <a:pt x="21323" y="10070"/>
                </a:cubicBezTo>
                <a:cubicBezTo>
                  <a:pt x="21545" y="9833"/>
                  <a:pt x="21545" y="9449"/>
                  <a:pt x="21323" y="9212"/>
                </a:cubicBezTo>
                <a:cubicBezTo>
                  <a:pt x="21212" y="9094"/>
                  <a:pt x="21067" y="9034"/>
                  <a:pt x="20922" y="9034"/>
                </a:cubicBezTo>
                <a:close/>
                <a:moveTo>
                  <a:pt x="568" y="11293"/>
                </a:moveTo>
                <a:cubicBezTo>
                  <a:pt x="423" y="11293"/>
                  <a:pt x="278" y="11353"/>
                  <a:pt x="167" y="11471"/>
                </a:cubicBezTo>
                <a:cubicBezTo>
                  <a:pt x="-55" y="11708"/>
                  <a:pt x="-55" y="12092"/>
                  <a:pt x="167" y="12329"/>
                </a:cubicBezTo>
                <a:cubicBezTo>
                  <a:pt x="389" y="12566"/>
                  <a:pt x="749" y="12566"/>
                  <a:pt x="971" y="12329"/>
                </a:cubicBezTo>
                <a:cubicBezTo>
                  <a:pt x="1193" y="12092"/>
                  <a:pt x="1193" y="11708"/>
                  <a:pt x="971" y="11471"/>
                </a:cubicBezTo>
                <a:cubicBezTo>
                  <a:pt x="860" y="11353"/>
                  <a:pt x="714" y="11293"/>
                  <a:pt x="568" y="11293"/>
                </a:cubicBezTo>
                <a:close/>
                <a:moveTo>
                  <a:pt x="2830" y="11293"/>
                </a:moveTo>
                <a:cubicBezTo>
                  <a:pt x="2685" y="11293"/>
                  <a:pt x="2539" y="11353"/>
                  <a:pt x="2428" y="11471"/>
                </a:cubicBezTo>
                <a:cubicBezTo>
                  <a:pt x="2207" y="11708"/>
                  <a:pt x="2207" y="12092"/>
                  <a:pt x="2428" y="12329"/>
                </a:cubicBezTo>
                <a:cubicBezTo>
                  <a:pt x="2650" y="12566"/>
                  <a:pt x="3011" y="12566"/>
                  <a:pt x="3232" y="12329"/>
                </a:cubicBezTo>
                <a:cubicBezTo>
                  <a:pt x="3454" y="12092"/>
                  <a:pt x="3454" y="11708"/>
                  <a:pt x="3232" y="11471"/>
                </a:cubicBezTo>
                <a:cubicBezTo>
                  <a:pt x="3121" y="11353"/>
                  <a:pt x="2975" y="11293"/>
                  <a:pt x="2830" y="11293"/>
                </a:cubicBezTo>
                <a:close/>
                <a:moveTo>
                  <a:pt x="5092" y="11293"/>
                </a:moveTo>
                <a:cubicBezTo>
                  <a:pt x="4946" y="11293"/>
                  <a:pt x="4801" y="11353"/>
                  <a:pt x="4690" y="11471"/>
                </a:cubicBezTo>
                <a:cubicBezTo>
                  <a:pt x="4468" y="11708"/>
                  <a:pt x="4468" y="12092"/>
                  <a:pt x="4690" y="12329"/>
                </a:cubicBezTo>
                <a:cubicBezTo>
                  <a:pt x="4912" y="12566"/>
                  <a:pt x="5271" y="12566"/>
                  <a:pt x="5493" y="12329"/>
                </a:cubicBezTo>
                <a:cubicBezTo>
                  <a:pt x="5715" y="12092"/>
                  <a:pt x="5715" y="11708"/>
                  <a:pt x="5493" y="11471"/>
                </a:cubicBezTo>
                <a:cubicBezTo>
                  <a:pt x="5382" y="11353"/>
                  <a:pt x="5237" y="11293"/>
                  <a:pt x="5092" y="11293"/>
                </a:cubicBezTo>
                <a:close/>
                <a:moveTo>
                  <a:pt x="7353" y="11293"/>
                </a:moveTo>
                <a:cubicBezTo>
                  <a:pt x="7208" y="11293"/>
                  <a:pt x="7063" y="11353"/>
                  <a:pt x="6952" y="11471"/>
                </a:cubicBezTo>
                <a:cubicBezTo>
                  <a:pt x="6730" y="11708"/>
                  <a:pt x="6730" y="12092"/>
                  <a:pt x="6952" y="12329"/>
                </a:cubicBezTo>
                <a:cubicBezTo>
                  <a:pt x="7173" y="12566"/>
                  <a:pt x="7533" y="12566"/>
                  <a:pt x="7755" y="12329"/>
                </a:cubicBezTo>
                <a:cubicBezTo>
                  <a:pt x="7976" y="12092"/>
                  <a:pt x="7976" y="11708"/>
                  <a:pt x="7755" y="11471"/>
                </a:cubicBezTo>
                <a:cubicBezTo>
                  <a:pt x="7644" y="11353"/>
                  <a:pt x="7498" y="11293"/>
                  <a:pt x="7353" y="11293"/>
                </a:cubicBezTo>
                <a:close/>
                <a:moveTo>
                  <a:pt x="9615" y="11293"/>
                </a:moveTo>
                <a:cubicBezTo>
                  <a:pt x="9469" y="11293"/>
                  <a:pt x="9324" y="11353"/>
                  <a:pt x="9213" y="11471"/>
                </a:cubicBezTo>
                <a:cubicBezTo>
                  <a:pt x="8991" y="11708"/>
                  <a:pt x="8991" y="12092"/>
                  <a:pt x="9213" y="12329"/>
                </a:cubicBezTo>
                <a:cubicBezTo>
                  <a:pt x="9435" y="12566"/>
                  <a:pt x="9794" y="12566"/>
                  <a:pt x="10016" y="12329"/>
                </a:cubicBezTo>
                <a:cubicBezTo>
                  <a:pt x="10238" y="12092"/>
                  <a:pt x="10238" y="11708"/>
                  <a:pt x="10016" y="11471"/>
                </a:cubicBezTo>
                <a:cubicBezTo>
                  <a:pt x="9905" y="11353"/>
                  <a:pt x="9760" y="11293"/>
                  <a:pt x="9615" y="11293"/>
                </a:cubicBezTo>
                <a:close/>
                <a:moveTo>
                  <a:pt x="11876" y="11293"/>
                </a:moveTo>
                <a:cubicBezTo>
                  <a:pt x="11731" y="11293"/>
                  <a:pt x="11585" y="11353"/>
                  <a:pt x="11474" y="11471"/>
                </a:cubicBezTo>
                <a:cubicBezTo>
                  <a:pt x="11252" y="11708"/>
                  <a:pt x="11252" y="12092"/>
                  <a:pt x="11474" y="12329"/>
                </a:cubicBezTo>
                <a:cubicBezTo>
                  <a:pt x="11696" y="12566"/>
                  <a:pt x="12056" y="12566"/>
                  <a:pt x="12278" y="12329"/>
                </a:cubicBezTo>
                <a:cubicBezTo>
                  <a:pt x="12500" y="12092"/>
                  <a:pt x="12500" y="11708"/>
                  <a:pt x="12278" y="11471"/>
                </a:cubicBezTo>
                <a:cubicBezTo>
                  <a:pt x="12167" y="11353"/>
                  <a:pt x="12022" y="11293"/>
                  <a:pt x="11876" y="11293"/>
                </a:cubicBezTo>
                <a:close/>
                <a:moveTo>
                  <a:pt x="14138" y="11293"/>
                </a:moveTo>
                <a:cubicBezTo>
                  <a:pt x="13992" y="11293"/>
                  <a:pt x="13846" y="11353"/>
                  <a:pt x="13735" y="11471"/>
                </a:cubicBezTo>
                <a:cubicBezTo>
                  <a:pt x="13514" y="11708"/>
                  <a:pt x="13514" y="12092"/>
                  <a:pt x="13735" y="12329"/>
                </a:cubicBezTo>
                <a:cubicBezTo>
                  <a:pt x="13957" y="12566"/>
                  <a:pt x="14317" y="12566"/>
                  <a:pt x="14539" y="12329"/>
                </a:cubicBezTo>
                <a:cubicBezTo>
                  <a:pt x="14761" y="12092"/>
                  <a:pt x="14761" y="11708"/>
                  <a:pt x="14539" y="11471"/>
                </a:cubicBezTo>
                <a:cubicBezTo>
                  <a:pt x="14428" y="11353"/>
                  <a:pt x="14283" y="11293"/>
                  <a:pt x="14138" y="11293"/>
                </a:cubicBezTo>
                <a:close/>
                <a:moveTo>
                  <a:pt x="16398" y="11293"/>
                </a:moveTo>
                <a:cubicBezTo>
                  <a:pt x="16253" y="11293"/>
                  <a:pt x="16108" y="11353"/>
                  <a:pt x="15997" y="11471"/>
                </a:cubicBezTo>
                <a:cubicBezTo>
                  <a:pt x="15775" y="11708"/>
                  <a:pt x="15775" y="12092"/>
                  <a:pt x="15997" y="12329"/>
                </a:cubicBezTo>
                <a:cubicBezTo>
                  <a:pt x="16219" y="12566"/>
                  <a:pt x="16579" y="12566"/>
                  <a:pt x="16801" y="12329"/>
                </a:cubicBezTo>
                <a:cubicBezTo>
                  <a:pt x="17023" y="12092"/>
                  <a:pt x="17023" y="11708"/>
                  <a:pt x="16801" y="11471"/>
                </a:cubicBezTo>
                <a:cubicBezTo>
                  <a:pt x="16690" y="11353"/>
                  <a:pt x="16544" y="11293"/>
                  <a:pt x="16398" y="11293"/>
                </a:cubicBezTo>
                <a:close/>
                <a:moveTo>
                  <a:pt x="18660" y="11293"/>
                </a:moveTo>
                <a:cubicBezTo>
                  <a:pt x="18515" y="11293"/>
                  <a:pt x="18369" y="11353"/>
                  <a:pt x="18259" y="11471"/>
                </a:cubicBezTo>
                <a:cubicBezTo>
                  <a:pt x="18037" y="11708"/>
                  <a:pt x="18037" y="12092"/>
                  <a:pt x="18259" y="12329"/>
                </a:cubicBezTo>
                <a:cubicBezTo>
                  <a:pt x="18480" y="12566"/>
                  <a:pt x="18840" y="12566"/>
                  <a:pt x="19062" y="12329"/>
                </a:cubicBezTo>
                <a:cubicBezTo>
                  <a:pt x="19283" y="12092"/>
                  <a:pt x="19283" y="11708"/>
                  <a:pt x="19062" y="11471"/>
                </a:cubicBezTo>
                <a:cubicBezTo>
                  <a:pt x="18951" y="11353"/>
                  <a:pt x="18805" y="11293"/>
                  <a:pt x="18660" y="11293"/>
                </a:cubicBezTo>
                <a:close/>
                <a:moveTo>
                  <a:pt x="20922" y="11293"/>
                </a:moveTo>
                <a:cubicBezTo>
                  <a:pt x="20776" y="11293"/>
                  <a:pt x="20631" y="11353"/>
                  <a:pt x="20520" y="11471"/>
                </a:cubicBezTo>
                <a:cubicBezTo>
                  <a:pt x="20298" y="11708"/>
                  <a:pt x="20298" y="12092"/>
                  <a:pt x="20520" y="12329"/>
                </a:cubicBezTo>
                <a:cubicBezTo>
                  <a:pt x="20742" y="12566"/>
                  <a:pt x="21101" y="12566"/>
                  <a:pt x="21323" y="12329"/>
                </a:cubicBezTo>
                <a:cubicBezTo>
                  <a:pt x="21545" y="12092"/>
                  <a:pt x="21545" y="11708"/>
                  <a:pt x="21323" y="11471"/>
                </a:cubicBezTo>
                <a:cubicBezTo>
                  <a:pt x="21212" y="11353"/>
                  <a:pt x="21067" y="11293"/>
                  <a:pt x="20922" y="11293"/>
                </a:cubicBezTo>
                <a:close/>
                <a:moveTo>
                  <a:pt x="568" y="13551"/>
                </a:moveTo>
                <a:cubicBezTo>
                  <a:pt x="423" y="13551"/>
                  <a:pt x="278" y="13610"/>
                  <a:pt x="167" y="13729"/>
                </a:cubicBezTo>
                <a:cubicBezTo>
                  <a:pt x="-55" y="13966"/>
                  <a:pt x="-55" y="14350"/>
                  <a:pt x="167" y="14587"/>
                </a:cubicBezTo>
                <a:cubicBezTo>
                  <a:pt x="389" y="14823"/>
                  <a:pt x="749" y="14823"/>
                  <a:pt x="971" y="14587"/>
                </a:cubicBezTo>
                <a:cubicBezTo>
                  <a:pt x="1193" y="14350"/>
                  <a:pt x="1193" y="13966"/>
                  <a:pt x="971" y="13729"/>
                </a:cubicBezTo>
                <a:cubicBezTo>
                  <a:pt x="860" y="13610"/>
                  <a:pt x="714" y="13551"/>
                  <a:pt x="568" y="13551"/>
                </a:cubicBezTo>
                <a:close/>
                <a:moveTo>
                  <a:pt x="2830" y="13551"/>
                </a:moveTo>
                <a:cubicBezTo>
                  <a:pt x="2685" y="13551"/>
                  <a:pt x="2539" y="13610"/>
                  <a:pt x="2428" y="13729"/>
                </a:cubicBezTo>
                <a:cubicBezTo>
                  <a:pt x="2207" y="13966"/>
                  <a:pt x="2207" y="14350"/>
                  <a:pt x="2428" y="14587"/>
                </a:cubicBezTo>
                <a:cubicBezTo>
                  <a:pt x="2650" y="14823"/>
                  <a:pt x="3011" y="14823"/>
                  <a:pt x="3232" y="14587"/>
                </a:cubicBezTo>
                <a:cubicBezTo>
                  <a:pt x="3454" y="14350"/>
                  <a:pt x="3454" y="13966"/>
                  <a:pt x="3232" y="13729"/>
                </a:cubicBezTo>
                <a:cubicBezTo>
                  <a:pt x="3121" y="13610"/>
                  <a:pt x="2975" y="13551"/>
                  <a:pt x="2830" y="13551"/>
                </a:cubicBezTo>
                <a:close/>
                <a:moveTo>
                  <a:pt x="5092" y="13551"/>
                </a:moveTo>
                <a:cubicBezTo>
                  <a:pt x="4946" y="13551"/>
                  <a:pt x="4801" y="13610"/>
                  <a:pt x="4690" y="13729"/>
                </a:cubicBezTo>
                <a:cubicBezTo>
                  <a:pt x="4468" y="13966"/>
                  <a:pt x="4468" y="14350"/>
                  <a:pt x="4690" y="14587"/>
                </a:cubicBezTo>
                <a:cubicBezTo>
                  <a:pt x="4912" y="14823"/>
                  <a:pt x="5271" y="14823"/>
                  <a:pt x="5493" y="14587"/>
                </a:cubicBezTo>
                <a:cubicBezTo>
                  <a:pt x="5715" y="14350"/>
                  <a:pt x="5715" y="13966"/>
                  <a:pt x="5493" y="13729"/>
                </a:cubicBezTo>
                <a:cubicBezTo>
                  <a:pt x="5382" y="13610"/>
                  <a:pt x="5237" y="13551"/>
                  <a:pt x="5092" y="13551"/>
                </a:cubicBezTo>
                <a:close/>
                <a:moveTo>
                  <a:pt x="7353" y="13551"/>
                </a:moveTo>
                <a:cubicBezTo>
                  <a:pt x="7208" y="13551"/>
                  <a:pt x="7063" y="13610"/>
                  <a:pt x="6952" y="13729"/>
                </a:cubicBezTo>
                <a:cubicBezTo>
                  <a:pt x="6730" y="13966"/>
                  <a:pt x="6730" y="14350"/>
                  <a:pt x="6952" y="14587"/>
                </a:cubicBezTo>
                <a:cubicBezTo>
                  <a:pt x="7173" y="14823"/>
                  <a:pt x="7533" y="14823"/>
                  <a:pt x="7755" y="14587"/>
                </a:cubicBezTo>
                <a:cubicBezTo>
                  <a:pt x="7976" y="14350"/>
                  <a:pt x="7976" y="13966"/>
                  <a:pt x="7755" y="13729"/>
                </a:cubicBezTo>
                <a:cubicBezTo>
                  <a:pt x="7644" y="13610"/>
                  <a:pt x="7498" y="13551"/>
                  <a:pt x="7353" y="13551"/>
                </a:cubicBezTo>
                <a:close/>
                <a:moveTo>
                  <a:pt x="9615" y="13551"/>
                </a:moveTo>
                <a:cubicBezTo>
                  <a:pt x="9469" y="13551"/>
                  <a:pt x="9324" y="13610"/>
                  <a:pt x="9213" y="13729"/>
                </a:cubicBezTo>
                <a:cubicBezTo>
                  <a:pt x="8991" y="13966"/>
                  <a:pt x="8991" y="14350"/>
                  <a:pt x="9213" y="14587"/>
                </a:cubicBezTo>
                <a:cubicBezTo>
                  <a:pt x="9435" y="14823"/>
                  <a:pt x="9794" y="14823"/>
                  <a:pt x="10016" y="14587"/>
                </a:cubicBezTo>
                <a:cubicBezTo>
                  <a:pt x="10238" y="14350"/>
                  <a:pt x="10238" y="13966"/>
                  <a:pt x="10016" y="13729"/>
                </a:cubicBezTo>
                <a:cubicBezTo>
                  <a:pt x="9905" y="13610"/>
                  <a:pt x="9760" y="13551"/>
                  <a:pt x="9615" y="13551"/>
                </a:cubicBezTo>
                <a:close/>
                <a:moveTo>
                  <a:pt x="11876" y="13551"/>
                </a:moveTo>
                <a:cubicBezTo>
                  <a:pt x="11731" y="13551"/>
                  <a:pt x="11585" y="13610"/>
                  <a:pt x="11474" y="13729"/>
                </a:cubicBezTo>
                <a:cubicBezTo>
                  <a:pt x="11252" y="13966"/>
                  <a:pt x="11252" y="14350"/>
                  <a:pt x="11474" y="14587"/>
                </a:cubicBezTo>
                <a:cubicBezTo>
                  <a:pt x="11696" y="14823"/>
                  <a:pt x="12056" y="14823"/>
                  <a:pt x="12278" y="14587"/>
                </a:cubicBezTo>
                <a:cubicBezTo>
                  <a:pt x="12500" y="14350"/>
                  <a:pt x="12500" y="13966"/>
                  <a:pt x="12278" y="13729"/>
                </a:cubicBezTo>
                <a:cubicBezTo>
                  <a:pt x="12167" y="13610"/>
                  <a:pt x="12022" y="13551"/>
                  <a:pt x="11876" y="13551"/>
                </a:cubicBezTo>
                <a:close/>
                <a:moveTo>
                  <a:pt x="14138" y="13551"/>
                </a:moveTo>
                <a:cubicBezTo>
                  <a:pt x="13992" y="13551"/>
                  <a:pt x="13846" y="13610"/>
                  <a:pt x="13735" y="13729"/>
                </a:cubicBezTo>
                <a:cubicBezTo>
                  <a:pt x="13514" y="13966"/>
                  <a:pt x="13514" y="14350"/>
                  <a:pt x="13735" y="14587"/>
                </a:cubicBezTo>
                <a:cubicBezTo>
                  <a:pt x="13957" y="14823"/>
                  <a:pt x="14317" y="14823"/>
                  <a:pt x="14539" y="14587"/>
                </a:cubicBezTo>
                <a:cubicBezTo>
                  <a:pt x="14761" y="14350"/>
                  <a:pt x="14761" y="13966"/>
                  <a:pt x="14539" y="13729"/>
                </a:cubicBezTo>
                <a:cubicBezTo>
                  <a:pt x="14428" y="13610"/>
                  <a:pt x="14283" y="13551"/>
                  <a:pt x="14138" y="13551"/>
                </a:cubicBezTo>
                <a:close/>
                <a:moveTo>
                  <a:pt x="16398" y="13551"/>
                </a:moveTo>
                <a:cubicBezTo>
                  <a:pt x="16253" y="13551"/>
                  <a:pt x="16108" y="13610"/>
                  <a:pt x="15997" y="13729"/>
                </a:cubicBezTo>
                <a:cubicBezTo>
                  <a:pt x="15775" y="13966"/>
                  <a:pt x="15775" y="14350"/>
                  <a:pt x="15997" y="14587"/>
                </a:cubicBezTo>
                <a:cubicBezTo>
                  <a:pt x="16219" y="14823"/>
                  <a:pt x="16579" y="14823"/>
                  <a:pt x="16801" y="14587"/>
                </a:cubicBezTo>
                <a:cubicBezTo>
                  <a:pt x="17023" y="14350"/>
                  <a:pt x="17023" y="13966"/>
                  <a:pt x="16801" y="13729"/>
                </a:cubicBezTo>
                <a:cubicBezTo>
                  <a:pt x="16690" y="13610"/>
                  <a:pt x="16544" y="13551"/>
                  <a:pt x="16398" y="13551"/>
                </a:cubicBezTo>
                <a:close/>
                <a:moveTo>
                  <a:pt x="18660" y="13551"/>
                </a:moveTo>
                <a:cubicBezTo>
                  <a:pt x="18515" y="13551"/>
                  <a:pt x="18369" y="13610"/>
                  <a:pt x="18259" y="13729"/>
                </a:cubicBezTo>
                <a:cubicBezTo>
                  <a:pt x="18037" y="13966"/>
                  <a:pt x="18037" y="14350"/>
                  <a:pt x="18259" y="14587"/>
                </a:cubicBezTo>
                <a:cubicBezTo>
                  <a:pt x="18480" y="14823"/>
                  <a:pt x="18840" y="14823"/>
                  <a:pt x="19062" y="14587"/>
                </a:cubicBezTo>
                <a:cubicBezTo>
                  <a:pt x="19283" y="14350"/>
                  <a:pt x="19283" y="13966"/>
                  <a:pt x="19062" y="13729"/>
                </a:cubicBezTo>
                <a:cubicBezTo>
                  <a:pt x="18951" y="13610"/>
                  <a:pt x="18805" y="13551"/>
                  <a:pt x="18660" y="13551"/>
                </a:cubicBezTo>
                <a:close/>
                <a:moveTo>
                  <a:pt x="20922" y="13551"/>
                </a:moveTo>
                <a:cubicBezTo>
                  <a:pt x="20776" y="13551"/>
                  <a:pt x="20631" y="13610"/>
                  <a:pt x="20520" y="13729"/>
                </a:cubicBezTo>
                <a:cubicBezTo>
                  <a:pt x="20298" y="13966"/>
                  <a:pt x="20298" y="14350"/>
                  <a:pt x="20520" y="14587"/>
                </a:cubicBezTo>
                <a:cubicBezTo>
                  <a:pt x="20742" y="14823"/>
                  <a:pt x="21101" y="14823"/>
                  <a:pt x="21323" y="14587"/>
                </a:cubicBezTo>
                <a:cubicBezTo>
                  <a:pt x="21545" y="14350"/>
                  <a:pt x="21545" y="13966"/>
                  <a:pt x="21323" y="13729"/>
                </a:cubicBezTo>
                <a:cubicBezTo>
                  <a:pt x="21212" y="13610"/>
                  <a:pt x="21067" y="13551"/>
                  <a:pt x="20922" y="13551"/>
                </a:cubicBezTo>
                <a:close/>
                <a:moveTo>
                  <a:pt x="568" y="15810"/>
                </a:moveTo>
                <a:cubicBezTo>
                  <a:pt x="423" y="15810"/>
                  <a:pt x="278" y="15869"/>
                  <a:pt x="167" y="15988"/>
                </a:cubicBezTo>
                <a:cubicBezTo>
                  <a:pt x="-55" y="16224"/>
                  <a:pt x="-55" y="16609"/>
                  <a:pt x="167" y="16846"/>
                </a:cubicBezTo>
                <a:cubicBezTo>
                  <a:pt x="389" y="17082"/>
                  <a:pt x="749" y="17082"/>
                  <a:pt x="971" y="16846"/>
                </a:cubicBezTo>
                <a:cubicBezTo>
                  <a:pt x="1193" y="16609"/>
                  <a:pt x="1193" y="16224"/>
                  <a:pt x="971" y="15988"/>
                </a:cubicBezTo>
                <a:cubicBezTo>
                  <a:pt x="860" y="15869"/>
                  <a:pt x="714" y="15810"/>
                  <a:pt x="568" y="15810"/>
                </a:cubicBezTo>
                <a:close/>
                <a:moveTo>
                  <a:pt x="2830" y="15810"/>
                </a:moveTo>
                <a:cubicBezTo>
                  <a:pt x="2685" y="15810"/>
                  <a:pt x="2539" y="15869"/>
                  <a:pt x="2428" y="15988"/>
                </a:cubicBezTo>
                <a:cubicBezTo>
                  <a:pt x="2207" y="16224"/>
                  <a:pt x="2207" y="16609"/>
                  <a:pt x="2428" y="16846"/>
                </a:cubicBezTo>
                <a:cubicBezTo>
                  <a:pt x="2650" y="17082"/>
                  <a:pt x="3011" y="17082"/>
                  <a:pt x="3232" y="16846"/>
                </a:cubicBezTo>
                <a:cubicBezTo>
                  <a:pt x="3454" y="16609"/>
                  <a:pt x="3454" y="16224"/>
                  <a:pt x="3232" y="15988"/>
                </a:cubicBezTo>
                <a:cubicBezTo>
                  <a:pt x="3121" y="15869"/>
                  <a:pt x="2975" y="15810"/>
                  <a:pt x="2830" y="15810"/>
                </a:cubicBezTo>
                <a:close/>
                <a:moveTo>
                  <a:pt x="5092" y="15810"/>
                </a:moveTo>
                <a:cubicBezTo>
                  <a:pt x="4946" y="15810"/>
                  <a:pt x="4801" y="15869"/>
                  <a:pt x="4690" y="15988"/>
                </a:cubicBezTo>
                <a:cubicBezTo>
                  <a:pt x="4468" y="16224"/>
                  <a:pt x="4468" y="16609"/>
                  <a:pt x="4690" y="16846"/>
                </a:cubicBezTo>
                <a:cubicBezTo>
                  <a:pt x="4912" y="17082"/>
                  <a:pt x="5271" y="17082"/>
                  <a:pt x="5493" y="16846"/>
                </a:cubicBezTo>
                <a:cubicBezTo>
                  <a:pt x="5715" y="16609"/>
                  <a:pt x="5715" y="16224"/>
                  <a:pt x="5493" y="15988"/>
                </a:cubicBezTo>
                <a:cubicBezTo>
                  <a:pt x="5382" y="15869"/>
                  <a:pt x="5237" y="15810"/>
                  <a:pt x="5092" y="15810"/>
                </a:cubicBezTo>
                <a:close/>
                <a:moveTo>
                  <a:pt x="7353" y="15810"/>
                </a:moveTo>
                <a:cubicBezTo>
                  <a:pt x="7208" y="15810"/>
                  <a:pt x="7063" y="15869"/>
                  <a:pt x="6952" y="15988"/>
                </a:cubicBezTo>
                <a:cubicBezTo>
                  <a:pt x="6730" y="16224"/>
                  <a:pt x="6730" y="16609"/>
                  <a:pt x="6952" y="16846"/>
                </a:cubicBezTo>
                <a:cubicBezTo>
                  <a:pt x="7173" y="17082"/>
                  <a:pt x="7533" y="17082"/>
                  <a:pt x="7755" y="16846"/>
                </a:cubicBezTo>
                <a:cubicBezTo>
                  <a:pt x="7976" y="16609"/>
                  <a:pt x="7976" y="16224"/>
                  <a:pt x="7755" y="15988"/>
                </a:cubicBezTo>
                <a:cubicBezTo>
                  <a:pt x="7644" y="15869"/>
                  <a:pt x="7498" y="15810"/>
                  <a:pt x="7353" y="15810"/>
                </a:cubicBezTo>
                <a:close/>
                <a:moveTo>
                  <a:pt x="9615" y="15810"/>
                </a:moveTo>
                <a:cubicBezTo>
                  <a:pt x="9469" y="15810"/>
                  <a:pt x="9324" y="15869"/>
                  <a:pt x="9213" y="15988"/>
                </a:cubicBezTo>
                <a:cubicBezTo>
                  <a:pt x="8991" y="16224"/>
                  <a:pt x="8991" y="16609"/>
                  <a:pt x="9213" y="16846"/>
                </a:cubicBezTo>
                <a:cubicBezTo>
                  <a:pt x="9435" y="17082"/>
                  <a:pt x="9794" y="17082"/>
                  <a:pt x="10016" y="16846"/>
                </a:cubicBezTo>
                <a:cubicBezTo>
                  <a:pt x="10238" y="16609"/>
                  <a:pt x="10238" y="16224"/>
                  <a:pt x="10016" y="15988"/>
                </a:cubicBezTo>
                <a:cubicBezTo>
                  <a:pt x="9905" y="15869"/>
                  <a:pt x="9760" y="15810"/>
                  <a:pt x="9615" y="15810"/>
                </a:cubicBezTo>
                <a:close/>
                <a:moveTo>
                  <a:pt x="11876" y="15810"/>
                </a:moveTo>
                <a:cubicBezTo>
                  <a:pt x="11731" y="15810"/>
                  <a:pt x="11585" y="15869"/>
                  <a:pt x="11474" y="15988"/>
                </a:cubicBezTo>
                <a:cubicBezTo>
                  <a:pt x="11252" y="16224"/>
                  <a:pt x="11252" y="16609"/>
                  <a:pt x="11474" y="16846"/>
                </a:cubicBezTo>
                <a:cubicBezTo>
                  <a:pt x="11696" y="17082"/>
                  <a:pt x="12056" y="17082"/>
                  <a:pt x="12278" y="16846"/>
                </a:cubicBezTo>
                <a:cubicBezTo>
                  <a:pt x="12500" y="16609"/>
                  <a:pt x="12500" y="16224"/>
                  <a:pt x="12278" y="15988"/>
                </a:cubicBezTo>
                <a:cubicBezTo>
                  <a:pt x="12167" y="15869"/>
                  <a:pt x="12022" y="15810"/>
                  <a:pt x="11876" y="15810"/>
                </a:cubicBezTo>
                <a:close/>
                <a:moveTo>
                  <a:pt x="14138" y="15810"/>
                </a:moveTo>
                <a:cubicBezTo>
                  <a:pt x="13992" y="15810"/>
                  <a:pt x="13846" y="15869"/>
                  <a:pt x="13735" y="15988"/>
                </a:cubicBezTo>
                <a:cubicBezTo>
                  <a:pt x="13514" y="16224"/>
                  <a:pt x="13514" y="16609"/>
                  <a:pt x="13735" y="16846"/>
                </a:cubicBezTo>
                <a:cubicBezTo>
                  <a:pt x="13957" y="17082"/>
                  <a:pt x="14317" y="17082"/>
                  <a:pt x="14539" y="16846"/>
                </a:cubicBezTo>
                <a:cubicBezTo>
                  <a:pt x="14761" y="16609"/>
                  <a:pt x="14761" y="16224"/>
                  <a:pt x="14539" y="15988"/>
                </a:cubicBezTo>
                <a:cubicBezTo>
                  <a:pt x="14428" y="15869"/>
                  <a:pt x="14283" y="15810"/>
                  <a:pt x="14138" y="15810"/>
                </a:cubicBezTo>
                <a:close/>
                <a:moveTo>
                  <a:pt x="16398" y="15810"/>
                </a:moveTo>
                <a:cubicBezTo>
                  <a:pt x="16253" y="15810"/>
                  <a:pt x="16108" y="15869"/>
                  <a:pt x="15997" y="15988"/>
                </a:cubicBezTo>
                <a:cubicBezTo>
                  <a:pt x="15775" y="16224"/>
                  <a:pt x="15775" y="16609"/>
                  <a:pt x="15997" y="16846"/>
                </a:cubicBezTo>
                <a:cubicBezTo>
                  <a:pt x="16219" y="17082"/>
                  <a:pt x="16579" y="17082"/>
                  <a:pt x="16801" y="16846"/>
                </a:cubicBezTo>
                <a:cubicBezTo>
                  <a:pt x="17023" y="16609"/>
                  <a:pt x="17023" y="16224"/>
                  <a:pt x="16801" y="15988"/>
                </a:cubicBezTo>
                <a:cubicBezTo>
                  <a:pt x="16690" y="15869"/>
                  <a:pt x="16544" y="15810"/>
                  <a:pt x="16398" y="15810"/>
                </a:cubicBezTo>
                <a:close/>
                <a:moveTo>
                  <a:pt x="18660" y="15810"/>
                </a:moveTo>
                <a:cubicBezTo>
                  <a:pt x="18515" y="15810"/>
                  <a:pt x="18369" y="15869"/>
                  <a:pt x="18259" y="15988"/>
                </a:cubicBezTo>
                <a:cubicBezTo>
                  <a:pt x="18037" y="16224"/>
                  <a:pt x="18037" y="16609"/>
                  <a:pt x="18259" y="16846"/>
                </a:cubicBezTo>
                <a:cubicBezTo>
                  <a:pt x="18480" y="17082"/>
                  <a:pt x="18840" y="17082"/>
                  <a:pt x="19062" y="16846"/>
                </a:cubicBezTo>
                <a:cubicBezTo>
                  <a:pt x="19283" y="16609"/>
                  <a:pt x="19283" y="16224"/>
                  <a:pt x="19062" y="15988"/>
                </a:cubicBezTo>
                <a:cubicBezTo>
                  <a:pt x="18951" y="15869"/>
                  <a:pt x="18805" y="15810"/>
                  <a:pt x="18660" y="15810"/>
                </a:cubicBezTo>
                <a:close/>
                <a:moveTo>
                  <a:pt x="20922" y="15810"/>
                </a:moveTo>
                <a:cubicBezTo>
                  <a:pt x="20776" y="15810"/>
                  <a:pt x="20631" y="15869"/>
                  <a:pt x="20520" y="15988"/>
                </a:cubicBezTo>
                <a:cubicBezTo>
                  <a:pt x="20298" y="16224"/>
                  <a:pt x="20298" y="16609"/>
                  <a:pt x="20520" y="16846"/>
                </a:cubicBezTo>
                <a:cubicBezTo>
                  <a:pt x="20742" y="17082"/>
                  <a:pt x="21101" y="17082"/>
                  <a:pt x="21323" y="16846"/>
                </a:cubicBezTo>
                <a:cubicBezTo>
                  <a:pt x="21545" y="16609"/>
                  <a:pt x="21545" y="16224"/>
                  <a:pt x="21323" y="15988"/>
                </a:cubicBezTo>
                <a:cubicBezTo>
                  <a:pt x="21212" y="15869"/>
                  <a:pt x="21067" y="15810"/>
                  <a:pt x="20922" y="15810"/>
                </a:cubicBezTo>
                <a:close/>
                <a:moveTo>
                  <a:pt x="568" y="18069"/>
                </a:moveTo>
                <a:cubicBezTo>
                  <a:pt x="423" y="18069"/>
                  <a:pt x="278" y="18128"/>
                  <a:pt x="167" y="18247"/>
                </a:cubicBezTo>
                <a:cubicBezTo>
                  <a:pt x="-55" y="18483"/>
                  <a:pt x="-55" y="18868"/>
                  <a:pt x="167" y="19104"/>
                </a:cubicBezTo>
                <a:cubicBezTo>
                  <a:pt x="389" y="19341"/>
                  <a:pt x="749" y="19341"/>
                  <a:pt x="971" y="19104"/>
                </a:cubicBezTo>
                <a:cubicBezTo>
                  <a:pt x="1193" y="18868"/>
                  <a:pt x="1193" y="18483"/>
                  <a:pt x="971" y="18247"/>
                </a:cubicBezTo>
                <a:cubicBezTo>
                  <a:pt x="860" y="18128"/>
                  <a:pt x="714" y="18069"/>
                  <a:pt x="568" y="18069"/>
                </a:cubicBezTo>
                <a:close/>
                <a:moveTo>
                  <a:pt x="2830" y="18069"/>
                </a:moveTo>
                <a:cubicBezTo>
                  <a:pt x="2685" y="18069"/>
                  <a:pt x="2539" y="18128"/>
                  <a:pt x="2428" y="18247"/>
                </a:cubicBezTo>
                <a:cubicBezTo>
                  <a:pt x="2207" y="18483"/>
                  <a:pt x="2207" y="18868"/>
                  <a:pt x="2428" y="19104"/>
                </a:cubicBezTo>
                <a:cubicBezTo>
                  <a:pt x="2650" y="19341"/>
                  <a:pt x="3011" y="19341"/>
                  <a:pt x="3232" y="19104"/>
                </a:cubicBezTo>
                <a:cubicBezTo>
                  <a:pt x="3454" y="18868"/>
                  <a:pt x="3454" y="18483"/>
                  <a:pt x="3232" y="18247"/>
                </a:cubicBezTo>
                <a:cubicBezTo>
                  <a:pt x="3121" y="18128"/>
                  <a:pt x="2975" y="18069"/>
                  <a:pt x="2830" y="18069"/>
                </a:cubicBezTo>
                <a:close/>
                <a:moveTo>
                  <a:pt x="5092" y="18069"/>
                </a:moveTo>
                <a:cubicBezTo>
                  <a:pt x="4946" y="18069"/>
                  <a:pt x="4801" y="18128"/>
                  <a:pt x="4690" y="18247"/>
                </a:cubicBezTo>
                <a:cubicBezTo>
                  <a:pt x="4468" y="18483"/>
                  <a:pt x="4468" y="18868"/>
                  <a:pt x="4690" y="19104"/>
                </a:cubicBezTo>
                <a:cubicBezTo>
                  <a:pt x="4912" y="19341"/>
                  <a:pt x="5271" y="19341"/>
                  <a:pt x="5493" y="19104"/>
                </a:cubicBezTo>
                <a:cubicBezTo>
                  <a:pt x="5715" y="18868"/>
                  <a:pt x="5715" y="18483"/>
                  <a:pt x="5493" y="18247"/>
                </a:cubicBezTo>
                <a:cubicBezTo>
                  <a:pt x="5382" y="18128"/>
                  <a:pt x="5237" y="18069"/>
                  <a:pt x="5092" y="18069"/>
                </a:cubicBezTo>
                <a:close/>
                <a:moveTo>
                  <a:pt x="7353" y="18069"/>
                </a:moveTo>
                <a:cubicBezTo>
                  <a:pt x="7208" y="18069"/>
                  <a:pt x="7063" y="18128"/>
                  <a:pt x="6952" y="18247"/>
                </a:cubicBezTo>
                <a:cubicBezTo>
                  <a:pt x="6730" y="18483"/>
                  <a:pt x="6730" y="18868"/>
                  <a:pt x="6952" y="19104"/>
                </a:cubicBezTo>
                <a:cubicBezTo>
                  <a:pt x="7173" y="19341"/>
                  <a:pt x="7533" y="19341"/>
                  <a:pt x="7755" y="19104"/>
                </a:cubicBezTo>
                <a:cubicBezTo>
                  <a:pt x="7976" y="18868"/>
                  <a:pt x="7976" y="18483"/>
                  <a:pt x="7755" y="18247"/>
                </a:cubicBezTo>
                <a:cubicBezTo>
                  <a:pt x="7644" y="18128"/>
                  <a:pt x="7498" y="18069"/>
                  <a:pt x="7353" y="18069"/>
                </a:cubicBezTo>
                <a:close/>
                <a:moveTo>
                  <a:pt x="9615" y="18069"/>
                </a:moveTo>
                <a:cubicBezTo>
                  <a:pt x="9469" y="18069"/>
                  <a:pt x="9324" y="18128"/>
                  <a:pt x="9213" y="18247"/>
                </a:cubicBezTo>
                <a:cubicBezTo>
                  <a:pt x="8991" y="18483"/>
                  <a:pt x="8991" y="18868"/>
                  <a:pt x="9213" y="19104"/>
                </a:cubicBezTo>
                <a:cubicBezTo>
                  <a:pt x="9435" y="19341"/>
                  <a:pt x="9794" y="19341"/>
                  <a:pt x="10016" y="19104"/>
                </a:cubicBezTo>
                <a:cubicBezTo>
                  <a:pt x="10238" y="18868"/>
                  <a:pt x="10238" y="18483"/>
                  <a:pt x="10016" y="18247"/>
                </a:cubicBezTo>
                <a:cubicBezTo>
                  <a:pt x="9905" y="18128"/>
                  <a:pt x="9760" y="18069"/>
                  <a:pt x="9615" y="18069"/>
                </a:cubicBezTo>
                <a:close/>
                <a:moveTo>
                  <a:pt x="11876" y="18069"/>
                </a:moveTo>
                <a:cubicBezTo>
                  <a:pt x="11731" y="18069"/>
                  <a:pt x="11585" y="18128"/>
                  <a:pt x="11474" y="18247"/>
                </a:cubicBezTo>
                <a:cubicBezTo>
                  <a:pt x="11252" y="18483"/>
                  <a:pt x="11252" y="18868"/>
                  <a:pt x="11474" y="19104"/>
                </a:cubicBezTo>
                <a:cubicBezTo>
                  <a:pt x="11696" y="19341"/>
                  <a:pt x="12056" y="19341"/>
                  <a:pt x="12278" y="19104"/>
                </a:cubicBezTo>
                <a:cubicBezTo>
                  <a:pt x="12500" y="18868"/>
                  <a:pt x="12500" y="18483"/>
                  <a:pt x="12278" y="18247"/>
                </a:cubicBezTo>
                <a:cubicBezTo>
                  <a:pt x="12167" y="18128"/>
                  <a:pt x="12022" y="18069"/>
                  <a:pt x="11876" y="18069"/>
                </a:cubicBezTo>
                <a:close/>
                <a:moveTo>
                  <a:pt x="14138" y="18069"/>
                </a:moveTo>
                <a:cubicBezTo>
                  <a:pt x="13992" y="18069"/>
                  <a:pt x="13846" y="18128"/>
                  <a:pt x="13735" y="18247"/>
                </a:cubicBezTo>
                <a:cubicBezTo>
                  <a:pt x="13514" y="18483"/>
                  <a:pt x="13514" y="18868"/>
                  <a:pt x="13735" y="19104"/>
                </a:cubicBezTo>
                <a:cubicBezTo>
                  <a:pt x="13957" y="19341"/>
                  <a:pt x="14317" y="19341"/>
                  <a:pt x="14539" y="19104"/>
                </a:cubicBezTo>
                <a:cubicBezTo>
                  <a:pt x="14761" y="18868"/>
                  <a:pt x="14761" y="18483"/>
                  <a:pt x="14539" y="18247"/>
                </a:cubicBezTo>
                <a:cubicBezTo>
                  <a:pt x="14428" y="18128"/>
                  <a:pt x="14283" y="18069"/>
                  <a:pt x="14138" y="18069"/>
                </a:cubicBezTo>
                <a:close/>
                <a:moveTo>
                  <a:pt x="16398" y="18069"/>
                </a:moveTo>
                <a:cubicBezTo>
                  <a:pt x="16253" y="18069"/>
                  <a:pt x="16108" y="18128"/>
                  <a:pt x="15997" y="18247"/>
                </a:cubicBezTo>
                <a:cubicBezTo>
                  <a:pt x="15775" y="18483"/>
                  <a:pt x="15775" y="18868"/>
                  <a:pt x="15997" y="19104"/>
                </a:cubicBezTo>
                <a:cubicBezTo>
                  <a:pt x="16219" y="19341"/>
                  <a:pt x="16579" y="19341"/>
                  <a:pt x="16801" y="19104"/>
                </a:cubicBezTo>
                <a:cubicBezTo>
                  <a:pt x="17023" y="18868"/>
                  <a:pt x="17023" y="18483"/>
                  <a:pt x="16801" y="18247"/>
                </a:cubicBezTo>
                <a:cubicBezTo>
                  <a:pt x="16690" y="18128"/>
                  <a:pt x="16544" y="18069"/>
                  <a:pt x="16398" y="18069"/>
                </a:cubicBezTo>
                <a:close/>
                <a:moveTo>
                  <a:pt x="18660" y="18069"/>
                </a:moveTo>
                <a:cubicBezTo>
                  <a:pt x="18515" y="18069"/>
                  <a:pt x="18369" y="18128"/>
                  <a:pt x="18259" y="18247"/>
                </a:cubicBezTo>
                <a:cubicBezTo>
                  <a:pt x="18037" y="18483"/>
                  <a:pt x="18037" y="18868"/>
                  <a:pt x="18259" y="19104"/>
                </a:cubicBezTo>
                <a:cubicBezTo>
                  <a:pt x="18480" y="19341"/>
                  <a:pt x="18840" y="19341"/>
                  <a:pt x="19062" y="19104"/>
                </a:cubicBezTo>
                <a:cubicBezTo>
                  <a:pt x="19283" y="18868"/>
                  <a:pt x="19283" y="18483"/>
                  <a:pt x="19062" y="18247"/>
                </a:cubicBezTo>
                <a:cubicBezTo>
                  <a:pt x="18951" y="18128"/>
                  <a:pt x="18805" y="18069"/>
                  <a:pt x="18660" y="18069"/>
                </a:cubicBezTo>
                <a:close/>
                <a:moveTo>
                  <a:pt x="20922" y="18069"/>
                </a:moveTo>
                <a:cubicBezTo>
                  <a:pt x="20776" y="18069"/>
                  <a:pt x="20631" y="18128"/>
                  <a:pt x="20520" y="18247"/>
                </a:cubicBezTo>
                <a:cubicBezTo>
                  <a:pt x="20298" y="18483"/>
                  <a:pt x="20298" y="18868"/>
                  <a:pt x="20520" y="19104"/>
                </a:cubicBezTo>
                <a:cubicBezTo>
                  <a:pt x="20742" y="19341"/>
                  <a:pt x="21101" y="19341"/>
                  <a:pt x="21323" y="19104"/>
                </a:cubicBezTo>
                <a:cubicBezTo>
                  <a:pt x="21545" y="18868"/>
                  <a:pt x="21545" y="18483"/>
                  <a:pt x="21323" y="18247"/>
                </a:cubicBezTo>
                <a:cubicBezTo>
                  <a:pt x="21212" y="18128"/>
                  <a:pt x="21067" y="18069"/>
                  <a:pt x="20922" y="18069"/>
                </a:cubicBezTo>
                <a:close/>
                <a:moveTo>
                  <a:pt x="568" y="20328"/>
                </a:moveTo>
                <a:cubicBezTo>
                  <a:pt x="423" y="20328"/>
                  <a:pt x="278" y="20387"/>
                  <a:pt x="167" y="20505"/>
                </a:cubicBezTo>
                <a:cubicBezTo>
                  <a:pt x="-55" y="20742"/>
                  <a:pt x="-55" y="21126"/>
                  <a:pt x="167" y="21363"/>
                </a:cubicBezTo>
                <a:cubicBezTo>
                  <a:pt x="389" y="21600"/>
                  <a:pt x="749" y="21600"/>
                  <a:pt x="971" y="21363"/>
                </a:cubicBezTo>
                <a:cubicBezTo>
                  <a:pt x="1193" y="21126"/>
                  <a:pt x="1193" y="20742"/>
                  <a:pt x="971" y="20505"/>
                </a:cubicBezTo>
                <a:cubicBezTo>
                  <a:pt x="860" y="20387"/>
                  <a:pt x="714" y="20328"/>
                  <a:pt x="568" y="20328"/>
                </a:cubicBezTo>
                <a:close/>
                <a:moveTo>
                  <a:pt x="2830" y="20328"/>
                </a:moveTo>
                <a:cubicBezTo>
                  <a:pt x="2685" y="20328"/>
                  <a:pt x="2539" y="20387"/>
                  <a:pt x="2428" y="20505"/>
                </a:cubicBezTo>
                <a:cubicBezTo>
                  <a:pt x="2207" y="20742"/>
                  <a:pt x="2207" y="21126"/>
                  <a:pt x="2428" y="21363"/>
                </a:cubicBezTo>
                <a:cubicBezTo>
                  <a:pt x="2650" y="21600"/>
                  <a:pt x="3011" y="21600"/>
                  <a:pt x="3232" y="21363"/>
                </a:cubicBezTo>
                <a:cubicBezTo>
                  <a:pt x="3454" y="21126"/>
                  <a:pt x="3454" y="20742"/>
                  <a:pt x="3232" y="20505"/>
                </a:cubicBezTo>
                <a:cubicBezTo>
                  <a:pt x="3121" y="20387"/>
                  <a:pt x="2975" y="20328"/>
                  <a:pt x="2830" y="20328"/>
                </a:cubicBezTo>
                <a:close/>
                <a:moveTo>
                  <a:pt x="5092" y="20328"/>
                </a:moveTo>
                <a:cubicBezTo>
                  <a:pt x="4946" y="20328"/>
                  <a:pt x="4801" y="20387"/>
                  <a:pt x="4690" y="20505"/>
                </a:cubicBezTo>
                <a:cubicBezTo>
                  <a:pt x="4468" y="20742"/>
                  <a:pt x="4468" y="21126"/>
                  <a:pt x="4690" y="21363"/>
                </a:cubicBezTo>
                <a:cubicBezTo>
                  <a:pt x="4912" y="21600"/>
                  <a:pt x="5271" y="21600"/>
                  <a:pt x="5493" y="21363"/>
                </a:cubicBezTo>
                <a:cubicBezTo>
                  <a:pt x="5715" y="21126"/>
                  <a:pt x="5715" y="20742"/>
                  <a:pt x="5493" y="20505"/>
                </a:cubicBezTo>
                <a:cubicBezTo>
                  <a:pt x="5382" y="20387"/>
                  <a:pt x="5237" y="20328"/>
                  <a:pt x="5092" y="20328"/>
                </a:cubicBezTo>
                <a:close/>
                <a:moveTo>
                  <a:pt x="7353" y="20328"/>
                </a:moveTo>
                <a:cubicBezTo>
                  <a:pt x="7208" y="20328"/>
                  <a:pt x="7063" y="20387"/>
                  <a:pt x="6952" y="20505"/>
                </a:cubicBezTo>
                <a:cubicBezTo>
                  <a:pt x="6730" y="20742"/>
                  <a:pt x="6730" y="21126"/>
                  <a:pt x="6952" y="21363"/>
                </a:cubicBezTo>
                <a:cubicBezTo>
                  <a:pt x="7173" y="21600"/>
                  <a:pt x="7533" y="21600"/>
                  <a:pt x="7755" y="21363"/>
                </a:cubicBezTo>
                <a:cubicBezTo>
                  <a:pt x="7976" y="21126"/>
                  <a:pt x="7976" y="20742"/>
                  <a:pt x="7755" y="20505"/>
                </a:cubicBezTo>
                <a:cubicBezTo>
                  <a:pt x="7644" y="20387"/>
                  <a:pt x="7498" y="20328"/>
                  <a:pt x="7353" y="20328"/>
                </a:cubicBezTo>
                <a:close/>
                <a:moveTo>
                  <a:pt x="9615" y="20328"/>
                </a:moveTo>
                <a:cubicBezTo>
                  <a:pt x="9469" y="20328"/>
                  <a:pt x="9324" y="20387"/>
                  <a:pt x="9213" y="20505"/>
                </a:cubicBezTo>
                <a:cubicBezTo>
                  <a:pt x="8991" y="20742"/>
                  <a:pt x="8991" y="21126"/>
                  <a:pt x="9213" y="21363"/>
                </a:cubicBezTo>
                <a:cubicBezTo>
                  <a:pt x="9435" y="21600"/>
                  <a:pt x="9794" y="21600"/>
                  <a:pt x="10016" y="21363"/>
                </a:cubicBezTo>
                <a:cubicBezTo>
                  <a:pt x="10238" y="21126"/>
                  <a:pt x="10238" y="20742"/>
                  <a:pt x="10016" y="20505"/>
                </a:cubicBezTo>
                <a:cubicBezTo>
                  <a:pt x="9905" y="20387"/>
                  <a:pt x="9760" y="20328"/>
                  <a:pt x="9615" y="20328"/>
                </a:cubicBezTo>
                <a:close/>
                <a:moveTo>
                  <a:pt x="11876" y="20328"/>
                </a:moveTo>
                <a:cubicBezTo>
                  <a:pt x="11731" y="20328"/>
                  <a:pt x="11585" y="20387"/>
                  <a:pt x="11474" y="20505"/>
                </a:cubicBezTo>
                <a:cubicBezTo>
                  <a:pt x="11252" y="20742"/>
                  <a:pt x="11252" y="21126"/>
                  <a:pt x="11474" y="21363"/>
                </a:cubicBezTo>
                <a:cubicBezTo>
                  <a:pt x="11696" y="21600"/>
                  <a:pt x="12056" y="21600"/>
                  <a:pt x="12278" y="21363"/>
                </a:cubicBezTo>
                <a:cubicBezTo>
                  <a:pt x="12500" y="21126"/>
                  <a:pt x="12500" y="20742"/>
                  <a:pt x="12278" y="20505"/>
                </a:cubicBezTo>
                <a:cubicBezTo>
                  <a:pt x="12167" y="20387"/>
                  <a:pt x="12022" y="20328"/>
                  <a:pt x="11876" y="20328"/>
                </a:cubicBezTo>
                <a:close/>
                <a:moveTo>
                  <a:pt x="14138" y="20328"/>
                </a:moveTo>
                <a:cubicBezTo>
                  <a:pt x="13992" y="20328"/>
                  <a:pt x="13846" y="20387"/>
                  <a:pt x="13735" y="20505"/>
                </a:cubicBezTo>
                <a:cubicBezTo>
                  <a:pt x="13514" y="20742"/>
                  <a:pt x="13514" y="21126"/>
                  <a:pt x="13735" y="21363"/>
                </a:cubicBezTo>
                <a:cubicBezTo>
                  <a:pt x="13957" y="21600"/>
                  <a:pt x="14317" y="21600"/>
                  <a:pt x="14539" y="21363"/>
                </a:cubicBezTo>
                <a:cubicBezTo>
                  <a:pt x="14761" y="21126"/>
                  <a:pt x="14761" y="20742"/>
                  <a:pt x="14539" y="20505"/>
                </a:cubicBezTo>
                <a:cubicBezTo>
                  <a:pt x="14428" y="20387"/>
                  <a:pt x="14283" y="20328"/>
                  <a:pt x="14138" y="20328"/>
                </a:cubicBezTo>
                <a:close/>
                <a:moveTo>
                  <a:pt x="16398" y="20328"/>
                </a:moveTo>
                <a:cubicBezTo>
                  <a:pt x="16253" y="20328"/>
                  <a:pt x="16108" y="20387"/>
                  <a:pt x="15997" y="20505"/>
                </a:cubicBezTo>
                <a:cubicBezTo>
                  <a:pt x="15775" y="20742"/>
                  <a:pt x="15775" y="21126"/>
                  <a:pt x="15997" y="21363"/>
                </a:cubicBezTo>
                <a:cubicBezTo>
                  <a:pt x="16219" y="21600"/>
                  <a:pt x="16579" y="21600"/>
                  <a:pt x="16801" y="21363"/>
                </a:cubicBezTo>
                <a:cubicBezTo>
                  <a:pt x="17023" y="21126"/>
                  <a:pt x="17023" y="20742"/>
                  <a:pt x="16801" y="20505"/>
                </a:cubicBezTo>
                <a:cubicBezTo>
                  <a:pt x="16690" y="20387"/>
                  <a:pt x="16544" y="20328"/>
                  <a:pt x="16398" y="20328"/>
                </a:cubicBezTo>
                <a:close/>
                <a:moveTo>
                  <a:pt x="18660" y="20328"/>
                </a:moveTo>
                <a:cubicBezTo>
                  <a:pt x="18515" y="20328"/>
                  <a:pt x="18369" y="20387"/>
                  <a:pt x="18259" y="20505"/>
                </a:cubicBezTo>
                <a:cubicBezTo>
                  <a:pt x="18037" y="20742"/>
                  <a:pt x="18037" y="21126"/>
                  <a:pt x="18259" y="21363"/>
                </a:cubicBezTo>
                <a:cubicBezTo>
                  <a:pt x="18480" y="21600"/>
                  <a:pt x="18840" y="21600"/>
                  <a:pt x="19062" y="21363"/>
                </a:cubicBezTo>
                <a:cubicBezTo>
                  <a:pt x="19283" y="21126"/>
                  <a:pt x="19283" y="20742"/>
                  <a:pt x="19062" y="20505"/>
                </a:cubicBezTo>
                <a:cubicBezTo>
                  <a:pt x="18951" y="20387"/>
                  <a:pt x="18805" y="20328"/>
                  <a:pt x="18660" y="20328"/>
                </a:cubicBezTo>
                <a:close/>
                <a:moveTo>
                  <a:pt x="20922" y="20328"/>
                </a:moveTo>
                <a:cubicBezTo>
                  <a:pt x="20776" y="20328"/>
                  <a:pt x="20631" y="20387"/>
                  <a:pt x="20520" y="20505"/>
                </a:cubicBezTo>
                <a:cubicBezTo>
                  <a:pt x="20298" y="20742"/>
                  <a:pt x="20298" y="21126"/>
                  <a:pt x="20520" y="21363"/>
                </a:cubicBezTo>
                <a:cubicBezTo>
                  <a:pt x="20742" y="21600"/>
                  <a:pt x="21101" y="21600"/>
                  <a:pt x="21323" y="21363"/>
                </a:cubicBezTo>
                <a:cubicBezTo>
                  <a:pt x="21545" y="21126"/>
                  <a:pt x="21545" y="20742"/>
                  <a:pt x="21323" y="20505"/>
                </a:cubicBezTo>
                <a:cubicBezTo>
                  <a:pt x="21212" y="20387"/>
                  <a:pt x="21067" y="20328"/>
                  <a:pt x="20922" y="20328"/>
                </a:cubicBezTo>
                <a:close/>
              </a:path>
            </a:pathLst>
          </a:custGeom>
          <a:solidFill>
            <a:schemeClr val="tx1">
              <a:alpha val="2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1528703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>
                <a:solidFill>
                  <a:srgbClr val="FFFFFF"/>
                </a:solidFill>
                <a:latin typeface="+mn-lt"/>
                <a:ea typeface="+mn-ea"/>
                <a:cs typeface="+mn-cs"/>
                <a:sym typeface="Poppins Medium"/>
              </a:defRPr>
            </a:pPr>
            <a:endParaRPr kumimoji="0" sz="5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Poppins Medium"/>
            </a:endParaRPr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B9DD6BE9-A114-B506-CDDC-5E77E5C1B792}"/>
              </a:ext>
            </a:extLst>
          </p:cNvPr>
          <p:cNvGrpSpPr/>
          <p:nvPr/>
        </p:nvGrpSpPr>
        <p:grpSpPr>
          <a:xfrm>
            <a:off x="499500" y="409042"/>
            <a:ext cx="5873039" cy="9086400"/>
            <a:chOff x="152639" y="1568623"/>
            <a:chExt cx="4747759" cy="6677668"/>
          </a:xfrm>
          <a:solidFill>
            <a:schemeClr val="tx1">
              <a:alpha val="5000"/>
            </a:schemeClr>
          </a:solidFill>
        </p:grpSpPr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840852D6-30F7-85C5-4EF9-10B55879407B}"/>
                </a:ext>
              </a:extLst>
            </p:cNvPr>
            <p:cNvSpPr/>
            <p:nvPr/>
          </p:nvSpPr>
          <p:spPr>
            <a:xfrm>
              <a:off x="184320" y="1568628"/>
              <a:ext cx="4680000" cy="36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B35E033C-328B-DDFF-FF17-720F60E5727F}"/>
                </a:ext>
              </a:extLst>
            </p:cNvPr>
            <p:cNvSpPr/>
            <p:nvPr/>
          </p:nvSpPr>
          <p:spPr>
            <a:xfrm>
              <a:off x="184320" y="8205927"/>
              <a:ext cx="4680000" cy="36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BDEEE848-5C35-FA21-1F89-8F9C60F76348}"/>
                </a:ext>
              </a:extLst>
            </p:cNvPr>
            <p:cNvSpPr/>
            <p:nvPr/>
          </p:nvSpPr>
          <p:spPr>
            <a:xfrm rot="5400000">
              <a:off x="-3168195" y="4889457"/>
              <a:ext cx="6677668" cy="36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473CF502-F5CA-2CF5-3AE7-6FFA09546D10}"/>
                </a:ext>
              </a:extLst>
            </p:cNvPr>
            <p:cNvSpPr/>
            <p:nvPr/>
          </p:nvSpPr>
          <p:spPr>
            <a:xfrm rot="5400000">
              <a:off x="4360398" y="2072628"/>
              <a:ext cx="1044000" cy="36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519E37D9-3585-86D0-D4F9-EF18BA0BAD47}"/>
                </a:ext>
              </a:extLst>
            </p:cNvPr>
            <p:cNvSpPr/>
            <p:nvPr/>
          </p:nvSpPr>
          <p:spPr>
            <a:xfrm rot="16200000">
              <a:off x="3400821" y="6742353"/>
              <a:ext cx="2963149" cy="36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090673792"/>
      </p:ext>
    </p:extLst>
  </p:cSld>
  <p:clrMapOvr>
    <a:masterClrMapping/>
  </p:clrMapOvr>
</p:sld>
</file>

<file path=ppt/theme/theme1.xml><?xml version="1.0" encoding="utf-8"?>
<a:theme xmlns:a="http://schemas.openxmlformats.org/drawingml/2006/main" name="기본_마스터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Pretendard">
      <a:majorFont>
        <a:latin typeface="Pretendard SemiBold"/>
        <a:ea typeface="Pretendard SemiBold"/>
        <a:cs typeface=""/>
      </a:majorFont>
      <a:minorFont>
        <a:latin typeface="Pretendard"/>
        <a:ea typeface="Pretendard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accent1"/>
          </a:solidFill>
        </a:ln>
      </a:spPr>
      <a:bodyPr wrap="none" rtlCol="0" anchor="ctr">
        <a:spAutoFit/>
      </a:bodyPr>
      <a:lstStyle>
        <a:defPPr algn="ctr">
          <a:defRPr sz="1000">
            <a:latin typeface="+mn-ea"/>
          </a:defRPr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표지,목차,간지,조견표(크기조절)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Pretendard">
      <a:majorFont>
        <a:latin typeface="Pretendard SemiBold"/>
        <a:ea typeface="Pretendard SemiBold"/>
        <a:cs typeface=""/>
      </a:majorFont>
      <a:minorFont>
        <a:latin typeface="Pretendard"/>
        <a:ea typeface="Pretendard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LIG시스템_코레일">
    <a:dk1>
      <a:srgbClr val="404040"/>
    </a:dk1>
    <a:lt1>
      <a:srgbClr val="FFFFFF"/>
    </a:lt1>
    <a:dk2>
      <a:srgbClr val="7F7F7F"/>
    </a:dk2>
    <a:lt2>
      <a:srgbClr val="E1E1E1"/>
    </a:lt2>
    <a:accent1>
      <a:srgbClr val="4684B8"/>
    </a:accent1>
    <a:accent2>
      <a:srgbClr val="C3D1E3"/>
    </a:accent2>
    <a:accent3>
      <a:srgbClr val="ABABAB"/>
    </a:accent3>
    <a:accent4>
      <a:srgbClr val="F2F2F2"/>
    </a:accent4>
    <a:accent5>
      <a:srgbClr val="E9F1F7"/>
    </a:accent5>
    <a:accent6>
      <a:srgbClr val="000000"/>
    </a:accent6>
    <a:hlink>
      <a:srgbClr val="000000"/>
    </a:hlink>
    <a:folHlink>
      <a:srgbClr val="99CC00"/>
    </a:folHlink>
  </a:clrScheme>
  <a:fontScheme name="사용자 지정 3">
    <a:majorFont>
      <a:latin typeface="산돌고딕B"/>
      <a:ea typeface="산돌고딕B"/>
      <a:cs typeface=""/>
    </a:majorFont>
    <a:minorFont>
      <a:latin typeface="산돌고딕B"/>
      <a:ea typeface="산돌고딕B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맑은 고딕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맑은 고딕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41901</TotalTime>
  <Words>9594</Words>
  <Application>Microsoft Office PowerPoint</Application>
  <PresentationFormat>A4 용지(210x297mm)</PresentationFormat>
  <Paragraphs>2225</Paragraphs>
  <Slides>57</Slides>
  <Notes>57</Notes>
  <HiddenSlides>0</HiddenSlides>
  <MMClips>0</MMClips>
  <ScaleCrop>false</ScaleCrop>
  <HeadingPairs>
    <vt:vector size="6" baseType="variant">
      <vt:variant>
        <vt:lpstr>사용한 글꼴</vt:lpstr>
      </vt:variant>
      <vt:variant>
        <vt:i4>16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57</vt:i4>
      </vt:variant>
    </vt:vector>
  </HeadingPairs>
  <TitlesOfParts>
    <vt:vector size="75" baseType="lpstr">
      <vt:lpstr>G마켓 산스 Bold</vt:lpstr>
      <vt:lpstr>G마켓 산스 Light</vt:lpstr>
      <vt:lpstr>G마켓 산스 Medium</vt:lpstr>
      <vt:lpstr>Helvetica Neue Medium</vt:lpstr>
      <vt:lpstr>KoPubWorld돋움체 Medium</vt:lpstr>
      <vt:lpstr>Monotype Sorts</vt:lpstr>
      <vt:lpstr>Pretendard</vt:lpstr>
      <vt:lpstr>Pretendard ExtraLight</vt:lpstr>
      <vt:lpstr>Pretendard SemiBold</vt:lpstr>
      <vt:lpstr>나눔명조</vt:lpstr>
      <vt:lpstr>나눔명조 ExtraBold</vt:lpstr>
      <vt:lpstr>Arial</vt:lpstr>
      <vt:lpstr>Franklin Gothic Book</vt:lpstr>
      <vt:lpstr>Poppins</vt:lpstr>
      <vt:lpstr>Wingdings</vt:lpstr>
      <vt:lpstr>Wingdings 2</vt:lpstr>
      <vt:lpstr>기본_마스터</vt:lpstr>
      <vt:lpstr>표지,목차,간지,조견표(크기조절)</vt:lpstr>
      <vt:lpstr>표지_image 01 =====</vt:lpstr>
      <vt:lpstr>목차_image 01 =====</vt:lpstr>
      <vt:lpstr>간지_image 01 =====</vt:lpstr>
      <vt:lpstr>표지_image 02 =====</vt:lpstr>
      <vt:lpstr>목차_image 02 =====</vt:lpstr>
      <vt:lpstr>간지_image 02 =====</vt:lpstr>
      <vt:lpstr>표지_image 03 =====</vt:lpstr>
      <vt:lpstr>목차_image 03 =====</vt:lpstr>
      <vt:lpstr>간지_image 03 =====</vt:lpstr>
      <vt:lpstr>표지_image 04 =====</vt:lpstr>
      <vt:lpstr>목차_image 04 =====</vt:lpstr>
      <vt:lpstr>간지_image 04 =====</vt:lpstr>
      <vt:lpstr>표지_image 05 =====</vt:lpstr>
      <vt:lpstr>목차_image 05 =====</vt:lpstr>
      <vt:lpstr>간지_image 05 =====</vt:lpstr>
      <vt:lpstr>표지_image 06 =====</vt:lpstr>
      <vt:lpstr>목차_image 06 =====</vt:lpstr>
      <vt:lpstr>간지_image 06 =====</vt:lpstr>
      <vt:lpstr>표지_image 07 =====</vt:lpstr>
      <vt:lpstr>목차_image 07 =====</vt:lpstr>
      <vt:lpstr>간지_image 07 =====</vt:lpstr>
      <vt:lpstr>1.1 일반현황 및 연혁</vt:lpstr>
      <vt:lpstr>1.2 조직 및 인원 현황</vt:lpstr>
      <vt:lpstr>1.3 신용 등급 및 대외 인증</vt:lpstr>
      <vt:lpstr>2.1 사업내용</vt:lpstr>
      <vt:lpstr>2.2 사업실적</vt:lpstr>
      <vt:lpstr>3.1 사업수행 조직 및 업무분장</vt:lpstr>
      <vt:lpstr>3.2 투입인력 이력 및 자격</vt:lpstr>
      <vt:lpstr>3.2 투입인력 이력 및 자격</vt:lpstr>
      <vt:lpstr>1. 목적 및 배경</vt:lpstr>
      <vt:lpstr>2. 사업 범위</vt:lpstr>
      <vt:lpstr>3. 특징 및 장점</vt:lpstr>
      <vt:lpstr>4. 사업수행 목표</vt:lpstr>
      <vt:lpstr>5. 기대 효과</vt:lpstr>
      <vt:lpstr>1.1 추진 전략</vt:lpstr>
      <vt:lpstr>1.2 실행 방안 (1/5)</vt:lpstr>
      <vt:lpstr>2.1 개발 방법론 적용 전략</vt:lpstr>
      <vt:lpstr>2.2 CBD 방법론 테일러링 활용방안</vt:lpstr>
      <vt:lpstr>1.1 목표시스템 구성도</vt:lpstr>
      <vt:lpstr>1.2 연관 업무 시스템 현황</vt:lpstr>
      <vt:lpstr>2.1 현 시스템 분석 대상</vt:lpstr>
      <vt:lpstr>2.2 현 시스템 분석 결과</vt:lpstr>
      <vt:lpstr>2.3 구축 방향 도출</vt:lpstr>
      <vt:lpstr>2.4 시스템 설계 방안</vt:lpstr>
      <vt:lpstr>2.5 UI/UX 구축 방안</vt:lpstr>
      <vt:lpstr>2.6 디자인 구축 방안</vt:lpstr>
      <vt:lpstr>2.7 업무흐름도</vt:lpstr>
      <vt:lpstr>1.1 성능 테스트 개요</vt:lpstr>
      <vt:lpstr>1.2 성능 테스트 설계 및 진단 방안</vt:lpstr>
      <vt:lpstr>2.1 시스템 이해성 확보 방안</vt:lpstr>
      <vt:lpstr>2.2 통합 테스트</vt:lpstr>
      <vt:lpstr>3.1 문서 승인 절차</vt:lpstr>
      <vt:lpstr>4.1 일정관리 방안</vt:lpstr>
      <vt:lpstr>4.2 추진일정표</vt:lpstr>
      <vt:lpstr>1.1 보안관리 방안</vt:lpstr>
      <vt:lpstr>1.2 보안관리 체계</vt:lpstr>
      <vt:lpstr>맺음 image 01 =====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이병하</dc:creator>
  <cp:lastModifiedBy>조상은</cp:lastModifiedBy>
  <cp:revision>3643</cp:revision>
  <cp:lastPrinted>2023-12-06T03:26:18Z</cp:lastPrinted>
  <dcterms:created xsi:type="dcterms:W3CDTF">2019-07-25T03:42:25Z</dcterms:created>
  <dcterms:modified xsi:type="dcterms:W3CDTF">2025-04-23T08:46:14Z</dcterms:modified>
</cp:coreProperties>
</file>